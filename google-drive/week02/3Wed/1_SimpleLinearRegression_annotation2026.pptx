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.xml" ContentType="application/vnd.openxmlformats-officedocument.presentationml.notesSlide+xml"/>
  <Override PartName="/ppt/ink/ink15.xml" ContentType="application/inkml+xml"/>
  <Override PartName="/ppt/notesSlides/notesSlide3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306" r:id="rId3"/>
    <p:sldId id="307" r:id="rId4"/>
    <p:sldId id="308" r:id="rId5"/>
    <p:sldId id="309" r:id="rId6"/>
    <p:sldId id="258" r:id="rId7"/>
    <p:sldId id="259" r:id="rId8"/>
    <p:sldId id="312" r:id="rId9"/>
    <p:sldId id="260" r:id="rId10"/>
    <p:sldId id="261" r:id="rId11"/>
    <p:sldId id="262" r:id="rId12"/>
    <p:sldId id="263" r:id="rId13"/>
    <p:sldId id="265" r:id="rId14"/>
    <p:sldId id="266" r:id="rId15"/>
    <p:sldId id="264" r:id="rId16"/>
    <p:sldId id="267" r:id="rId17"/>
    <p:sldId id="268" r:id="rId18"/>
    <p:sldId id="310" r:id="rId19"/>
    <p:sldId id="311" r:id="rId20"/>
    <p:sldId id="269" r:id="rId21"/>
    <p:sldId id="270" r:id="rId22"/>
    <p:sldId id="271" r:id="rId23"/>
    <p:sldId id="276" r:id="rId24"/>
    <p:sldId id="272" r:id="rId25"/>
    <p:sldId id="273" r:id="rId26"/>
    <p:sldId id="305" r:id="rId27"/>
    <p:sldId id="275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5" r:id="rId46"/>
    <p:sldId id="294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13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 Slides" id="{2D19D2F4-BA77-44DB-B6B6-8048B57E05E3}">
          <p14:sldIdLst>
            <p14:sldId id="256"/>
            <p14:sldId id="306"/>
          </p14:sldIdLst>
        </p14:section>
        <p14:section name="Faculty Intro" id="{DA7B69B0-1EA3-44DD-9E14-FDDDE1FD1458}">
          <p14:sldIdLst>
            <p14:sldId id="307"/>
            <p14:sldId id="308"/>
            <p14:sldId id="309"/>
          </p14:sldIdLst>
        </p14:section>
        <p14:section name="Correlation" id="{73725E44-3A1D-48D7-8AAA-19904A40FC50}">
          <p14:sldIdLst>
            <p14:sldId id="258"/>
            <p14:sldId id="259"/>
            <p14:sldId id="312"/>
            <p14:sldId id="260"/>
            <p14:sldId id="261"/>
            <p14:sldId id="262"/>
            <p14:sldId id="263"/>
            <p14:sldId id="265"/>
            <p14:sldId id="266"/>
            <p14:sldId id="264"/>
            <p14:sldId id="267"/>
            <p14:sldId id="268"/>
          </p14:sldIdLst>
        </p14:section>
        <p14:section name="Regression: Introduction" id="{E32B823E-767B-49B0-8792-F1EEC1E292CE}">
          <p14:sldIdLst>
            <p14:sldId id="310"/>
            <p14:sldId id="311"/>
            <p14:sldId id="269"/>
            <p14:sldId id="270"/>
            <p14:sldId id="271"/>
            <p14:sldId id="276"/>
            <p14:sldId id="272"/>
            <p14:sldId id="273"/>
            <p14:sldId id="305"/>
            <p14:sldId id="275"/>
            <p14:sldId id="277"/>
          </p14:sldIdLst>
        </p14:section>
        <p14:section name="Regression: Assumptions" id="{3E77CBB3-2EA4-4916-8ABA-73949A6AC3A7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Regression: Best-Fit Line" id="{BAF0D26D-4056-4E6C-9CD4-BD908EF14ACD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Checking Assumptions" id="{A7FF57B0-8237-476E-B1FB-1E1416F5F4AD}">
          <p14:sldIdLst>
            <p14:sldId id="291"/>
            <p14:sldId id="292"/>
            <p14:sldId id="293"/>
            <p14:sldId id="295"/>
            <p14:sldId id="294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2479" autoAdjust="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/>
    </p:cSldViewPr>
  </p:slideViewPr>
  <p:outlineViewPr>
    <p:cViewPr>
      <p:scale>
        <a:sx n="33" d="100"/>
        <a:sy n="33" d="100"/>
      </p:scale>
      <p:origin x="0" y="-44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4" d="100"/>
          <a:sy n="94" d="100"/>
        </p:scale>
        <p:origin x="37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591432-CBB7-384D-A97F-673ECC661E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F6CE5-02D6-6D4F-AD45-7844B411CE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7AE39-24BF-9046-BF66-BB2858E230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5E1F7-41DE-654A-918C-860256E539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D8D32-797E-7941-8DCD-7AA2B43770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FAACD-045F-6042-AD24-A0A2B32F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37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05:59.03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2652 595 217 0,'0'-1'250'16,"-2"-1"-75"-16,-1 0 161 0,-1 0-127 0,2-1-22 15,-1 1-62-15,2 2-17 0,0-2-21 0,-1 1-23 0,2 0-45 0,0 1 26 0,0-1-34 16,0 1 26-16,0 0-11 0,3-3-20 0,-1 3-7 15,0-1 28-15,0-1-22 0,1 2 44 0,-1 0 4 0,0 0-19 0,2-1-10 16,-1 1 32-16,0 0-36 0,2 0 44 0,-2 1-13 0,0-1-16 16,2 3-19-16,-1 0 16 0,0 0-17 0,0 0 18 0,0 1-5 15,1 1-12-15,0 1-14 0,2-1 25 0,-1 2-24 0,2 0 42 16,0 2-4-16,0-1-15 0,1 0-23 0,1-1 27 0,-1 1-28 16,1 1 30-16,1-2-6 0,0 1-13 0,4 0-17 15,1 0 13-15,-2 1-12 0,2 0 16 0,-1 0-4 0,-1-2-7 0,1 0-2 0,1 1 5 16,-2-1-3-16,3 0 6 15,-1-2-2-15,0 2-2 0,-1 0-8 0,1-2 5 16,-3 1-4-16,2-2-8 0,-1 0-15 0,-1-1-17 0,0 0-52 0,0 0-19 0,-2 0-4 0,1-2-117 0,-1 0-57 0,-3 0-47 16</inkml:trace>
  <inkml:trace contextRef="#ctx0" brushRef="#br0" timeOffset="335.87">3271 497 512 0,'0'-4'167'0,"1"-1"189"0,-1 1-83 0,0 1-50 0,1 1-59 16,-2 1-64 0,1-1 16-16,0 2-42 0,-2 0 1 0,2 0-25 0,-2 3-25 0,0-1-16 0,-2 4 25 0,1 0-18 15,-1 3 40 1,1 1-12-16,0 2-19 0,3 1-5 0,0 1 13 15,-1 1-12-15,-2 5 27 0,-3 1-12 0,-1-1-14 0,-2 3-8 16,1 1 17-16,-2 0-15 0,-1 5 18 0,1-1-8 0,-4 3-11 16,-2 4-19-16,2-3 16 0,-2-3-17 0,0 1 27 0,4-3-10 15,0 1-9-15,-2 6-1 0,1-3 3 0,0 0-1 0,2-2 2 16,3-6-1-16,1-1-3 0,3-2-11 0,1-2 12 0,0-1-10 16,2 0 17-16,1-3-2 0,0 1-8 0,0-3-6 0,0-2 6 15,2-2-5-15,2-1 7 0,-1-3-5 0,2 0-7 0,-1-2-45 16,2-2 4-16,1 0-15 0,-1-2-27 0,3-3-16 0,-1 1-22 0,2-2-135 15,0-3-79-15,0 1-24 0</inkml:trace>
  <inkml:trace contextRef="#ctx0" brushRef="#br0" timeOffset="681.62">3462 768 670 0,'0'-1'217'0,"0"0"358"0,0-1-322 0,0 2-62 0,0-1-72 0,1 0-77 16,3-3 10-16,-1 1-33 0,4 1 1 0,-1-2-1 0,1 2-13 15,4-2-16-15,-1 1 28 0,2 1-26 0,1 0 41 0,-1 0-4 16,1-1-14-16,1 1-21 0,1 2 22 0,1-2-22 0,1 0 31 16,-2-1-7-16,1 1-13 0,4-1-15 0,-2 0 18 15,1 1-15-15,3-1 25 0,-10 1-6 0,-1-2-11 0,3 1-13 16,-3 1 16-16,5-2-13 0,0 3 28 0,-1-1-9 0,-4 2-12 16,-1-1-18-16,-4 1-3 0,0 0-2 0,-2 0-46 0,-3 0-30 15,0 1-13-15,-1 1-94 0,-1 0-51 0,-2 3 10 0,-3 1 15 16</inkml:trace>
  <inkml:trace contextRef="#ctx0" brushRef="#br0" timeOffset="871.54">3554 909 1641 0,'-2'0'155'0,"1"0"60"15,1 0 45-15,0 0-94 0,0-2-31 0,2 0-36 0,1 1-40 0,3-2-44 16,2 0 4-16,3-1-15 0,3 0 10 15,-1 0-4-15,3 1-5 0,3-3-15 0,-1 4 11 0,1-4-9 0,1 1 21 16,-2 1-3-16,-3 1-7 0,-2-3-22 0,-2 3 5 0,2 1-11 16,6-1-33-16,-1 0-42 0,0 0-26 0,2 2-177 0,-3 0-291 15,1 2 20-15</inkml:trace>
  <inkml:trace contextRef="#ctx0" brushRef="#br0" timeOffset="2978.24">4357 1280 566 0,'-2'-2'170'0,"1"1"-81"0,0 1 66 0,-2-3-33 31,2 2 15-31,0-1-46 0,1 0-23 0,-1 1-7 16,1-3-23-16,0 0-14 0,0 1 25 0,0-2-28 0,0 0 43 15,0 0 4-15,0-1-7 0,0-3-12 0,0 1 23 0,0 0-32 16,0-2 25-16,-1 1-5 0,1 1-15 0,-2-2-9 0,0 0 19 16,1 0-23-16,-2-2 16 0,1 1-5 0,1-4-11 0,-3 0-12 15,2 0 9-15,0-2-14 0,-1-3 11 0,1 0-5 16,1-1-10-16,1-2-6 0,1-2 12 0,1 4-9 0,2-1 24 16,-2 3-9-16,3-1-9 0,0 1-15 0,0 3 17 0,0-4-14 15,1 2 26-15,1-1-9 0,2 0-14 0,-2-1-11 0,2 0 12 0,0 0-9 16,-1-1 15-16,1 3-1 0,1 2-8 0,0-2-14 0,2 0 13 15,0 1-11-15,0-1 22 0,1 2-5 0,0 3-8 0,1 0-4 16,0 2 2-16,-1 2 1 0,0-2 3 0,-1 5-1 0,1 1-3 0,-1 1-14 16,1 1 17-16,-2 3-12 0,0 0 21 0,-1 3-2 0,0 1-9 15,-2 0-2-15,-1 3 3 0,-3 2-1 0,1 0 7 0,-3 0 3 16,-1 0 0-16,-1 3-14 0,0 1 13 0,-1 1-12 0,-2 0 16 0,-1-1-4 16,-1-2-7-16,-3 2-14 0,-1-2 18 0,0 0-11 0,-1 1 27 15,1-1-6-15,-1-2-13 0,0 1-11 0,-1-1 13 0,0 1-10 16,1 0 21-16,1-2-4 0,0 0-8 0,0-2-12 0,0 0 7 15,2 2-5-15,0-3 18 0,1 0-1 0,0 1-7 0,2-3-16 0,1 0 16 16,0 1-13-16,1-3 22 0,1 2-5 0,1-3-9 16,-1 0 0-16,1 0 1 0,0 0 1 0,0 0 3 0,0 0-1 0,0 0-2 0,2 0-20 15,0 0 23-15,1 0-16 0,0-2 30 0,1 1-4 0,1 0-11 16,0-1-13-16,3 0 13 0,-1 1-10 0,2-1 20 0,0 2-4 16,2-1-9-16,0 1-5 0,2 1 11 0,0 1-8 0,1-1 5 15,-1 1 2-15,3 2-6 0,0-1-5 0,-1 3 9 0,2-1-8 0,-2 4 7 16,1 0 5-16,-4 0-6 0,-2 0-3 0,-2-1 4 0,-7 0-4 15,0 1 7-15,-1 0-1 0,-1-1 0 0,1 1-7 0,0 0 4 16,0-1-2-16,-3 0 10 0,3 1 2 0,0 0-2 0,-4 1-8 16,0-1 10-16,-6 0-7 0,-4 0 25 0,0-1-8 0,-1-1-5 0,-2 1-11 15,0 1 8-15,2-1-5 0,-2-2 11 0,1-1-5 0,1 1-7 0,-1-2-16 16,0 1 17-16,1-3-13 0,0 2 27 0,0-3-7 16,3 0-12-16,-2-1-15 0,3 0 17 0,0-1-12 0,1-2 25 0,2-1-4 15,1 2-11-15,1-2-14 0,2 1 15 0,-1 2-12 0,2-3 19 16,0 2-4-16,0-1-8 0,2 1-16 0,0-2-3 0,1 1-4 15,0-2-29-15,1 0-3 0,2-1-10 0,1-2-57 0,3 0-12 0,1-1-13 16,2 0-95-16,1-1-64 0,2 1-42 0</inkml:trace>
  <inkml:trace contextRef="#ctx0" brushRef="#br0" timeOffset="3327.27">4956 878 979 0,'-4'9'-140'0,"1"-1"376"0,-1 0-24 0,2-1-24 0,0 4-81 16,2-4 17-16,0 2-56 0,0 1-6 0,1-2-6 0,1-1-9 0,3-1-11 16,2 0 22-16,-2-2-22 0,3 0 48 0,-1-1-6 15,1 0-16-15,-1 0-14 0,1-2 18 0,1 1-26 0,1-2 21 16,1-2-13-16,-3 2-15 0,3-2-16 0,-2-2 6 0,0 3-10 15,2-4 13-15,-2 2-9 0,1-1-5 0,-1 0-15 0,-1 0 15 16,-2 1-12 0,1-3 43-16,-2 4-1 0,-2-3-9 0,-1 1-6 0,-1-1 18 0,-1 0-19 0,0 0 29 0,-3-2-8 15,-1 1-14-15,-2-1-12 0,-1 0 3 0,-2 2-10 0,-1-1-5 0,0 1-2 16,-2 1-4-16,-2 1-6 0,0-2 5 0,-2 2-3 0,1-1 8 16,2 2-4-16,0-1-4 0,2-1-16 0,1 2 10 0,0-1-10 15,1 0-1-15,3 0-8 0,2 0-16 0,2-1-39 0,1-1-7 0,1-1-12 16,1-2-103-16,3 0-46 0,3 1-50 15,2-2-230-15,3 4 309 0</inkml:trace>
  <inkml:trace contextRef="#ctx0" brushRef="#br0" timeOffset="3611.14">5431 556 1552 0,'-5'9'-297'0,"3"-3"640"0,2-2-61 16,-1 2-84-16,0 1-96 16,1 0 23-16,0 2-62 0,2 2-5 0,0-1-12 0,3-1-18 0,1 2-37 0,0 0 24 0,2-2-27 15,0 1 39-15,-1-1-7 0,0-2-15 0,0 4-7 0,0-2 4 16,-2 0-4-16,1 2 6 0,-3 1 2 0,0-2-4 0,-1 1-8 15,-1 0-14-15,-1-2 2 0,0 3-93 0,-2 0-36 16,-1-1-17-16,0 4-287 0,-1-1 263 0</inkml:trace>
  <inkml:trace contextRef="#ctx0" brushRef="#br0" timeOffset="3786.06">5359 802 1743 0,'-3'-6'251'0,"1"3"31"0,-1-1-60 16,3-1-45-16,0 0-47 0,2-1-55 0,5-1-49 0,1-2 3 16,2-1-17-16,4-1 0 0,1-2-6 0,1 2-6 0,3-1-13 15,1 2 13-15,0 0-11 0,5-2 23 0,-2 2-6 0,1 1-8 16,4-1-47-16,-2 2-19 0,1 2 0 0,2-1-97 16,-4 4-48-16,-3-1-11 0,-4 3-374 0,-3-1 340 0</inkml:trace>
  <inkml:trace contextRef="#ctx0" brushRef="#br0" timeOffset="4572.04">5984 1137 451 0,'-2'3'195'0,"1"-1"49"0,0-1-83 16,1 1-7-16,-1-2-28 0,1 0-45 0,0 0-37 0,0 0 34 15,0 0-43-15,0 0 52 0,0 0 2 0,0 0-14 0,0 0-26 16,0-3 31-16,1 1-42 0,-1-2 57 0,0 0-8 0,0 3-15 15,0-3-16-15,0 0 13 0,0 3-21 0,-1-5 24 16,-1 3-10-16,0-1-13 0,0-1-31 0,0 0 25 0,-1-1-30 0,0 1 30 16,1 0-6-16,0-2-16 0,0-1-7 0,1-1 12 15,-1 0-15-15,1-3 13 0,0 0-3 0,0-2-6 0,0-1-11 16,-1 0 11-16,1-2-12 0,0-1 15 0,1 1-4 0,0-3-8 0,0 2-16 16,-1 1 17-16,1-1-14 0,0 0 24 0,0 1-4 15,-1 2-8-15,0-2-11 0,0 0 16 0,0 3-12 0,-2 0 21 0,2-1-3 16,-1-1-10-16,1 2-6 0,0-1 6 0,0 1-5 0,-1-1 6 15,2 2 0-15,-1-3-4 0,1 1-12 0,0 1 12 0,-1-1-10 16,1 2 17-16,0 3-1 0,0 1-6 16,0 2-13-16,1 0 12 0,0 1-9 0,1 3 22 0,-1-4-5 0,-1 3-9 0,0-1-10 0,1 1 12 15,-1 1-9-15,1-1 17 0,1 2-4 0,-1-1-7 0,0 1-10 16,1 0 9-16,-1 0-6 0,0 2 12 0,1 0-3 0,0-1-4 0,1 1-9 16,-1 0 5-16,1 0-4 0,2 1 10 0,0 2 1 0,2 0-1 15,2 0-18-15,1 4 21 0,2-2-16 0,2 3 28 0,-1-3-3 16,2 1-12-16,2 1-5 15,-1-1 5-15,-2 0-3 0,1 1 8 0,-2 0-2 0,-2 1-5 0,2 0-2 16,-4 1 4-16,-2 0-2 0,-1 1 3 0,-2 0 3 0,-2 0-3 16,-1 1-8-16,-1 0 11 0,-2 1-9 0,-3 1 15 0,1-3-1 0,-3 1-7 0,-1 1-8 15,-2 1 9-15,0-3-7 0,0 3 11 0,1-3-1 0,0-1-6 16,2 0-4-16,2-3 2 0,0 1-1 0,3-1 7 0,1-2-3 16,0 0-1-16,1 0-16 0,1-2 16 0,1 1-11 0,0 1 24 15,0-4-2-15,2 2-8 0,0 1-15 0,2-2 16 16,1 1-13-16,-1-2 21 0,1 3-3 0,0 0-9 0,0 0-9 0,-1-1 8 0,1 2-6 15,-1-1 18-15,-1-1-5 0,0 2-5 0,-2 1-11 0,1-2 12 16,-2 3-7-16,1-1 17 0,-1 0-1 0,0 0-9 0,-1-1-2 16,-2 1 9-16,-1 0-6 0,-1 0 21 0,-3 0-4 0,1 2-6 0,-2 0-11 15,-3 0 13-15,-2 0-10 0,-2 1 17 0,1 0-6 0,-1-2-7 0,1 1-11 16,-2-4 4-16,2 1-3 0,-2-1 6 0,2-1-1 16,0-2-3-16,1 0-8 0,2 0 6 0,0-3-7 0,1-3-6 0,3 1-9 15,0 0-12-15,3-2-42 0,1-2-10 0,2 1-8 0,4-1-94 16,2-1-42-16,4-1-44 0,2 2-527 0,2 4 522 0</inkml:trace>
  <inkml:trace contextRef="#ctx0" brushRef="#br0" timeOffset="4856.96">6425 825 1238 0,'-1'-6'-373'0,"0"6"754"0,1 0-80 0,0 0-116 0,-1 0-84 0,1 0 24 0,0 0-55 0,0 2 33 0,0 2-12 0,1-1-17 0,0 1-29 16,2 1 14-16,-2-2-26 0,1 3 14 0,-1-2-11 0,1 3-11 16,1-1-21-16,-2-1 17 0,1 2-17 0,1 0 25 15,0-2-9-15,-1 2-17 0,1 0-8 0,-1 0 11 0,0 0-11 0,0 0 14 16,0 1-2-16,-1-3-7 0,1 1-5 0,0 0-3 15,-2-2-2-15,1 0-44 0,0-1-18 0,1-1-12 0,0 0-68 16,0-1-63-16,2 0 38 0,-1-1-334 0,3 1 313 0,-1-1-31 16</inkml:trace>
  <inkml:trace contextRef="#ctx0" brushRef="#br0" timeOffset="5205.13">7149 519 1352 0,'11'-3'-848'0,"-10"0"1529"0,-1 2-172 0,-1 0-291 0,0 1-96 15,0 0 5-15,-1 0-52 0,0 2-21 0,-1 4-7 0,-1 0-14 16,-2 3-4-16,0 3 20 0,-2 3-18 0,-2 5 27 0,1 0-14 16,-2 0-18-16,-1 4-14 0,0-4 7 0,0 1-11 15,-1 4 9-15,-1-2-4 0,3-2-6 0,-2 3-11 0,2-5 9 16,1 1-9-16,-1 1 16 0,0-2-2 0,-1-2-8 0,0 0-11 16,1-2 9-16,0-1-9 0,-1 0 18 0,3-3-10 0,2-1-8 15,-2 2-34-15,1-2-3 0,0-1-3 0,0 0-37 16,4-1-19-16,-1 0-10 0,1-5-109 0,0 1-53 0,2-3-4 0,0 2 8 31</inkml:trace>
  <inkml:trace contextRef="#ctx0" brushRef="#br0" timeOffset="5427.01">6777 475 1019 0,'-3'-6'294'0,"0"3"-160"0,1 2 105 15,1 1-74-15,1 0 23 0,0 1-71 0,0 4 0 0,0 0-8 0,2 4-23 0,3 5-8 16,1 4 12-16,3 2-25 0,6 4-4 0,0-1-11 16,1 3-16-16,4 0-32 0,-4-4 22 0,2 1-25 0,4 2 27 15,-3-4-7-15,0 0-12 0,2 2-8 0,-3-4 7 0,0 0-7 16,2 0 12-16,-3-2-2 0,0-2-7 0,0 1-12 16,-3 0 13-16,1-3-12 0,-1 1 16 0,-3-1-9 0,-1 0-12 0,1 0-48 15,0-2-17-15,2 2-1 0,1-1-132 0,-2-2-142 16,-5 0-39-16</inkml:trace>
  <inkml:trace contextRef="#ctx0" brushRef="#br0" timeOffset="7379.74">7925 490 497 0,'-3'-1'159'0,"2"0"239"0,0 0-188 16,1 1-38-16,0-2-53 0,-1 2-76 0,1 2 15 0,0 1-42 16,0 1 7-16,-1 4 3 0,1 0 1 0,0 3 11 0,1 1-8 15,1 1 3-15,-1 2-4 0,2-1-1 0,0 3-3 0,0 2-8 16,1-3 7-16,-1 1-11 0,3 1 8 0,-2-1-7 0,1 1-7 15,-1 1-7-15,0-1 12 0,-2-3-12 0,1 0 8 16,-1-4 2-16,-1 0-9 0,-1 1-1 0,0-2 6 0,0 0-8 16,-1 0 9-16,0-1-4 0,-1-1-1 0,-1 0-55 0,-1 1 4 15,0-2-19-15,-1 1-70 0,2-2-54 0,-2 0-30 0</inkml:trace>
  <inkml:trace contextRef="#ctx0" brushRef="#br0" timeOffset="7585.4">7745 744 1095 0,'-3'-5'221'0,"-1"0"29"0,2 0-10 0,2 2-60 0,0-1-9 15,0 2-45-15,3-4-57 0,2 1-49 0,0 0 9 0,3 0-22 16,1 0 10-16,1 2-6 0,2 0-8 0,1-1-12 0,2 1 14 16,-1-2-12-16,3 1 17 0,-1-1-2 0,2 1-8 0,3-2-16 15,0 2 16-15,3-1-17 0,4 0-19 16,-1 0-37-16,1 2-27 0,6-3-106 0,-3 2-87 0,3-1 43 0,2 1-87 15</inkml:trace>
  <inkml:trace contextRef="#ctx0" brushRef="#br0" timeOffset="8106.97">8663 483 1048 0,'-5'-2'119'0,"0"1"73"0,2-1-15 0,0-1-29 0,0 2-32 16,1 0-56-16,1 1 12 0,-1-2-33 0,1 1 15 16,0 1-12-16,-2-1-15 0,1-1-15 0,-1 2 14 0,-4 0-15 15,-2 0 27-15,0 0-9 0,-2 2-10 0,-2-1-3 0,1 2 17 16,0-2-12-16,-2 1 32 0,2 2-14 0,-4 0-15 0,-1 2-19 16,0 0 19-16,1 1-18 0,-2 2 24 0,2 1-8 0,-1 1-17 15,0 2-5-15,3-1 5 0,0 2-6 0,1 3 10 16,1-2-5-16,3-1-3 0,0 2-12 0,3-5 9 0,-2 2-8 15,1-1 27-15,2-2-8 0,1-1-9 0,2-1-15 0,1-2 19 16,0 0-14-16,1 1 27 0,1-2-7 0,0 0-10 0,2-1-8 16,2 1 8-16,0-1-4 0,3 0 18 0,-1 0-2 0,2-1-7 0,1 1-5 15,2-3 8-15,3 1-7 0,1-1 12 0,1-1-4 0,2 0-5 16,1 0-16-16,1 0 18 0,-1 0-13 0,3 0 22 0,-4 0-2 16,0 0-12-16,-1-1-13 0,-1-1 17 0,0 2-13 0,-2-1 23 15,-3 0-4-15,-3 0-11 0,-4 1-12 0,-1 0 16 0,-4 0-12 16,0 0 30-16,0 0-5 0,-3 0-7 0,0 1-12 0,-4 1 3 0,-2 1-4 15,-3 2 6-15,-2-1-2 0,0 2-1 0,0 2-11 0,-1 0 10 16,-2 2-8-16,-1 2 21 0,0-1-4 0,0-1-9 0,0 3-3 0,2-3 4 16,2 1-1-16,0-2 5 0,4-1-1 0,1 0-3 0,2-1-9 15,3-1 9-15,-1 0-6 0,3-1 10 0,2 1 1 0,0 1-5 0,1-2-7 16,3 2 12-16,0 0-8 0,2 0 19 0,2-1 4 0,1-1-1 16,3 2 4-16,1-2 6 0,3 1-6 0,3 1 0 0,3-2-6 15,-1 3-5-15,2-2-10 0,2 0 6 0,2-1-6 0,1 2 5 16,0-3-1-16,-1 2-4 0,-2-3-14 0,-8 2 16 0,-4-1-14 15,0-3 10-15,-1 1-22 0,5 2-23 0,2-2-99 0,0 0-41 0,-1-1-13 16,1 3-357-16,0-2 343 0,0-2-68 0</inkml:trace>
  <inkml:trace contextRef="#ctx0" brushRef="#br0" timeOffset="10509.59">1898 1888 217 0,'-8'-3'409'16,"7"3"-173"-16,-1 0 273 0,0 0-290 0,0 0-57 0,0 1-69 0,1 0-15 16,0 0-22-16,0-1-40 0,-1 4-16 0,0 0 9 15,1-3-11-15,0 5 8 0,1-4 0 0,-1 2-3 16,1 2-14-16,0-1 12 0,-1 3-12 0,0 1 23 0,-1 1 1 0,1 2-7 15,0 1 1-15,-1 2 7 0,1 0-7 0,0 3 6 0,0-2 3 16,1-1-3-16,-2 3-16 0,2-1 15 0,-1 3-17 0,1 2 28 16,0 1-4-16,0 1-12 0,1 1-8 0,2-4 9 15,-2 4-10-15,2 3 13 0,1 0-1 0,-1 3-2 0,1-1-21 16,2-3 17-16,-3-1-14 0,3-2 23 0,1-1-3 0,1-1-10 0,1 4-16 16,0 1 19-16,0 1-13 0,-2 1 28 0,2 2-5 0,-1-2-12 15,1 0-7-15,1 3-1 0,0 0 1 0,1 1 16 0,-2 1-4 16,0 1 2-16,0 2-11 0,0-1 5 0,0 0-3 0,1 0 8 15,0-3-2-15,0-2-2 0,0 4-3 0,-1-1 1 0,-1-2 0 0,-1 4 7 16,0-4-5 0,0 1-3-16,1 4-9 0,-1-1 7 0,2 1-5 0,1-1 17 0,-1-2-4 0,2 1-4 0,-1 0-5 0,-1-2 2 15,1 1-1-15,1 4 7 16,-2-5-1-16,2 0-2 0,-2 6-12 0,-3-1 12 0,0 4-8 0,-2-1 16 0,1-2 0 0,-1-2-10 0,0 4-11 16,0 0 16-16,1-4-12 0,-2 4 21 0,0-2-5 0,0-1-10 15,0 6-2-15,-1-1 1 0,-1 0 1 0,2 2 5 0,-2-2-4 16,2-3-1-16,1 2-9 0,-1-2 10 0,1-2-5 0,0 2 18 0,-1-3-6 15,-1 0-7-15,-1 4-1 0,-1 2 0 0,2-1 1 0,-2-1 6 16,1-1-6-16,0-2-5 0,2 2-2 0,2-2 6 16,-1-1-1-16,0 0 14 0,-1-2-3 0,0-1-6 0,1 7-9 0,-2-1 7 15,-1-2-6-15,0 3 8 0,-1-3 2 0,0-1-5 0,2 1-7 0,1 1 9 16,-1-1-8-16,0 0 14 0,-1 1-2 0,-1-2-6 0,0 1-6 16,0 1 9-16,0 0-6 0,-1 2 10 0,0-1 0 0,-1 0-7 0,0-1 5 31,2-1 12-31,0-1-6 0,2-2 10 0,-1 0-7 0,0 0-9 15,0-1-17-15,-1-2 18 0,0 0-14 0,1 0 28 0,-1-1-3 16,1 2-11-16,1-2-11 0,-2 0 11 0,1-1-9 0,0-1 16 16,1-1-2-16,0-1-8 0,2-2-15 0,-2 1 19 0,1-2-15 0,1 2 26 15,-1 1-2-15,0-3-10 0,1 0-18 0,-1 1 19 0,0-1-15 16,1 0 26-16,-2 3-5 0,0-3-12 0,1 1-9 0,-1-3 9 16,0 1-6-16,-1-2 12 0,1 0 0 0,1-2-4 0,-1 0-16 15,1 2 18-15,1-1-14 0,-1-2 24 0,0 0-4 0,1-3-10 0,-1 0-10 16,2 0 9-16,-2-1-6 0,1 1 18 0,1-2-3 0,-1 0-6 15,1 1-10-15,1-2 8 0,-2-5-6 0,2 0 18 0,-2-1-7 16,2-2-3-16,-2 4-4 0,1-1-3 0,-1 0 4 0,0-1 8 16,-1 0-2-16,0 3-4 0,0-2-12 0,0-2 11 0,-1 3-8 0,0-3 17 15,0 0 0-15,-1 1-7 0,0-2-4 0,0 1 3 0,0-2-2 16,0 2 3-16,0-1 3 0,-1 0-3 0,1-1-10 0,1 0 6 16,-1 0-8-16,1 0 11 0,0-1 1 0,0 0 0 0,2 2-3 0,-2-3 4 15,1 1-3-15,2 0 6 0,-1-1-2 0,1 2-4 0,-1 0 0 16,1-3 5-16,-1 2-3 0,1 1 7 0,0-1-2 0,1 0-3 0,0 1-21 15,-1 0 20-15,1-1-16 0,0 1 27 0,0-2-5 0,0 2-11 16,2-1-8-16,1 1 12 0,0 0-6 0,1-1 15 0,0-1-2 16,1 1-10-16,2-1-5 0,1 0 5 0,2 1-4 0,0-1 12 15,-1 0 0-15,1-1-2 0,4 1-17 0,2-1 22 0,0 0-17 16,3 0 28-16,-2 0-5 0,1 0-14 0,4 0-12 0,1 0 11 0,4 0-8 16,3 2 21-16,1-1-6 0,3 0-10 0,6 0-2 0,-2 2 6 15,-6-2-3-15,1 1 6 0,-3-1-2 0,1 0-3 0,8 0-2 16,1 1 1-16,3-1-1 0,3 0 5 0,2 1-2 0,3-2-2 0,-6 1-7 15,2-1 10-15,-3 1-6 0,0-1 11 0,6 1 0 0,-1 2-8 16,8-2-6-16,3 2 6 0,0-1-6 0,-5 2 11 16,-3-3 1-16,-4 3-2 0,7-1-18 0,6-2 20 0,5 0-16 0,5-1 30 15,-10 0-7-15,0 2-9 0,0-2-4 0,-2 0 0 0,9 0 1 0,1 0 1 16,3 0 0-16,-7 0-1 0,4 0-11 0,-5 0 13 0,2 1-9 16,8 0 19-16,0 2-4 0,0-1-9 0,1-2-3 0,-5 3 3 15,-2-2-1-15,4 1 4 0,5-1 2 0,3 1-3 0,-1-2-17 16,-3 3 18-16,-3-3-15 0,2 0 26 0,5-1-2 0,0-1-11 0,3 1-9 15,-2-1 10-15,-3-1-7 0,6 0 18 0,1 1-5 16,0-2-7-16,1 1-7 0,-2 1 8 0,-2-2-5 0,5 1 8 0,-2 0-2 16,-2-1-3-16,0 1-11 0,-2 1 12 0,3-2-8 0,5 1 18 0,-6 1-2 15,-2-1-7-15,-1 1-14 0,-3-1 14 0,6 2-11 0,2-1 21 16,-6 1-3-16,1 1-6 0,0-1-15 0,1 1 12 0,7 0-10 16,-3 0 24-16,-6 0-3 0,-2-1-10 0,1 1-16 0,-2 0 17 15,5 0-12-15,-2 0 25 0,-6 0-4 0,-4 1-9 0,-4-1-8 0,0 1 6 16,1-1-3-16,2 0 9 0,-5 1-2 0,-3-1-5 0,-1 0-2 15,-5 0 4-15,0 0-1 0,3 0 6 0,-4 0-3 0,2 0-3 0,-1 0-10 16,-6 0 9-16,-1 0-6 0,-5 0 13 0,-2-1 1 0,1 0-4 16,-1 0-22-16,-5-1 22 0,-3 1-20 0,-1-1 13 0,-4-1-22 15,-1 0-26-15,0-2-79 0,-5 1-17 0,-8-2-19 0,-4 0-236 16,-5 1 250-16,2 1-58 0</inkml:trace>
  <inkml:trace contextRef="#ctx0" brushRef="#br0" timeOffset="12582.45">1674 5704 461 0,'-14'5'109'0,"-2"1"155"0,-1 1-205 0,1-1-29 16,1 2-14-16,1-1 65 0,3-3-13 0,2 1-13 0,1-3-30 15,4 0 38-15,1-1-36 0,1-1 49 0,2 0-26 0,-1 0-26 0,1 0-21 16,1 0 1-16,0 0 3 0,3-1 15 0,0 0 6 0,2 0 1 15,3-3-3-15,2 0 13 0,1 1-15 0,4-3-1 0,1 2-5 16,1-2-3-16,2-1-6 0,0 1-5 0,3-2 5 0,-1 0 5 16,1-2-1-16,2-3 1 0,2-1-23 0,3-2 21 0,0-1-19 0,3 2 21 15,0-2-3-15,3-1-10 0,9 0-1 0,2-4 2 0,3 1-1 16,-2 1 9 0,-3-1 5-16,-1-4-2 0,3 1-1 0,2 0 8 0,3-2-7 0,6 1 19 0,1 1 3 0,4 0 4 0,4-1-24 0,-2-2 23 15,1-1-22-15,-1-4 23 0,2-1-4 0,6 5-15 0,8-2-8 31,4 0 9-31,-3-1-9 0,-4-1 3 0,-1-1 1 0,6-1-5 0,12-2-17 16,2 0 15-16,-2 1-14 0,0-1 22 0,-2 1-3 0,6-5-8 0,7-2-16 0,-1-1 18 0,-1 2-14 0,4 0 25 0,1 3 1 16,0-3-7-16,3-1 2 0,3 0 7 0,0 1-5 0,4 0 13 15,-6 1-8-15,-3-4-3 0,7-2-14 0,2 2 17 0,-1-3-12 16,-1 1 21-16,-3 3-6 0,0-2-14 0,4 3-7 0,-1-2 9 0,-4 2-8 31,3-1 14-31,-4-2-4 0,-2-1-5 0,4-2-8 0,-1 0 11 16,1 0-6-16,0 2 22 0,-5 1-2 0,0 2-6 0,6 2-16 15,-1-1 16-15,-3-5-15 0,1 1 14 0,-5-1-1 0,1 0-10 0,2-1-9 16,-3 2 12-16,-2 0-10 0,2 4 11 0,-6 5 1 0,-2 2-9 16,1 1-11-16,-5 0 14 0,1 1-10 0,-4 0 19 0,-11 2-4 15,-6 3-8-15,-2-2-16 0,-5 5 16 0,1 0-13 0,-4 0 26 16,-4 3-4-16,-5 2-9 0,-4-1-12 0,-3 5 11 0,-3-1-8 0,-3 2 11 16,3 0 0-16,-5 3-7 0,3 1-9 0,-4 2 10 0,-2 3-9 15,-5 1 15-15,-4 1 0 0,0 1-4 0,-4 1-9 0,-3 2 3 16,-11 0-9-16,-4 1-23 0,-3 0-7 0,-2 2-11 0,4 1-57 0,-4 0-9 15,-1 2-13-15,-1 1-97 0,-3 0-82 0,-4 5-65 0</inkml:trace>
  <inkml:trace contextRef="#ctx0" brushRef="#br0" timeOffset="13789.72">578 3129 531 0,'-2'-3'179'0,"-1"1"220"0,-1-1-215 0,2 1-33 16,0-1-29-16,2 1-22 0,0 0-31 0,0 0-34 0,0-1-21 16,1 2 8-16,1 0-8 0,-1-1 23 0,2 2-2 0,-2 0-10 15,1 0-4-15,0 2 20 0,0 0-19 0,2 3 30 16,-1 1-3-16,2 0-14 0,0 4-4 0,2 0 10 0,-1-2-15 15,3 1 4-15,-2 1-3 0,4-1-9 0,0 7-5 0,0-1 7 16,1-1-10-16,1 3 3 0,-1-2-1 0,0-1-5 0,2 1-16 16,-1-2 17-16,0 1-17 0,1-2 28 0,0-3-6 0,-2-1-10 15,2-1-15-15,-2-2 18 0,-1 0-14 0,0 2 27 0,-3-5-7 16,-1 2-11-16,1-1-33 0,0-1-9 0,1 0-11 0,0-2-87 16,0-2-35-16,0 1-36 0,-1-4-383 0,2 2 386 0</inkml:trace>
  <inkml:trace contextRef="#ctx0" brushRef="#br0" timeOffset="13996.17">1080 2964 1819 0,'-10'0'-180'0,"3"1"420"0,0 0-40 0,-1 3-45 0,0 3-73 16,0 0 17-16,1 4-46 0,-1 1-3 0,2 2-8 0,-1 4-16 15,-1 2-13-15,0 1 18 0,1 4-20 0,-2 3 21 16,2-3-9-16,0 2-13 0,-1 3-12 0,1-1 9 0,-1 5-8 15,1-1 17-15,0-4-4 0,1-1-8 0,-1 4-13 0,2-3 11 16,-1-1-9-16,2 1 16 0,0-3-22 0,2-1-15 0,2 4-76 16,0-3-60-16,1 1 25 0,3 5-406 0,2 4 343 0,4 3-57 15</inkml:trace>
  <inkml:trace contextRef="#ctx0" brushRef="#br0" timeOffset="14780.81">8076 8029 256 0,'-8'-6'53'15,"4"5"774"-15,-1 1-331 0,2 0 29 0,0 0-456 0,-1 0 4 16,3-2-36-16,-1 0-11 0,0 1 1 0,0 0-4 0,0-1-3 16,0 1 23-16,0 1-19 0,-1 0 44 0,-1 1-4 15,-2 3-13-15,-1 0-16 0,-4 3 17 0,0-1-22 0,-3 3 23 16,0 2-9-16,-2 3-13 0,-3 8-16 0,1 0 13 0,0 2-16 15,-4 3 12-15,2-1-6 0,-5-1-10 0,-4 5-16 0,3-2 12 16,1 0-12-16,-1 2 20 0,10-3-5 0,-5-2-6 0,0 1-6 16,1-3 5-16,-3 0-3 0,-1 0 6 15,2-3-12-15,1 0-10 0,1-6-30 0,2-3 0 0,1-1-4 0,2 2-20 0,1-1-10 16,1 1-15-16,2 0-56 0,1-5-27 0,2 0-8 0,3-2-209 16,1 0 239-16,3 1-38 0</inkml:trace>
  <inkml:trace contextRef="#ctx0" brushRef="#br0" timeOffset="15031.22">7481 7941 1673 0,'-6'6'142'0,"2"-1"20"16,1 0 21-16,3 3-62 0,0 2-13 0,5 4-14 15,4 4-28-15,5 2-11 0,1 3 13 0,6 5-22 0,4 7 7 16,2 1-13-16,1-2-18 0,6 1-21 0,-2-7 15 0,-3 0-16 15,8 0 23-15,-2-4-5 0,2-1-10 16,11-3-9-16,-2-2 10 0,3 2-10 0,6 2 13 0,-4-4 0 0,-1 1-10 0,0 1-10 16,-13-1 13-16,-5-3-13 0,1 5 14 0,-7-3-13 15,2 2-12-15,0 5-51 0,-6 0-22 0,-1-2 7 0,-3 2-121 16,-4-5-178-16,0 2-49 0</inkml:trace>
  <inkml:trace contextRef="#ctx0" brushRef="#br0" timeOffset="55771.79">2657 7975 639 0,'-8'-3'235'0,"-1"-1"303"0,-1 2-324 15,0-1-65-15,-1-2-28 0,-2 1-33 0,2-1-16 0,0 0-26 0,-2-1-21 16,3 2 14-16,0-3-20 0,1 4 19 0,1-3-5 16,2 1-7-16,-1 1-8 0,0 2 19 0,2-1-17 0,-1 1 36 15,-1 2-11-15,0 0-20 0,0 0-21 0,0 2 25 0,-1 3-26 16,-1-1 26-16,1 3-11 0,-1 0-14 0,0 4-11 15,1-1 11-15,0 1-9 0,1 6 19 0,1-2-5 0,0 6-9 0,1 1-14 16,1-1 14-16,2 4-12 0,1 0 25 0,1 3-2 16,1-1-7-16,1 0-2 0,3-4 13 0,0-3-10 0,3-3 24 15,-1-1-7-15,2-3-10 0,1-2-9 0,1-1 9 0,3 1-7 16,2-4 23-16,0-2-7 0,4-1-5 0,0 0-4 0,0-3 0 0,1-1 1 16,0 0 0-16,-1-1 3 0,-3-3-2 0,1 0-8 0,-2 2 11 15,-2-3-11-15,-1 0 13 0,-1-1-2 0,-3 0-4 0,-3 1-6 16,1 0 20-16,-4 0-12 0,-1 0 33 0,-1-2-9 0,0 0-11 0,-1-4-19 15,0 0 2-15,0-3-4 0,0-2 3 0,0-2-3 0,-1-2-2 16,-2-3-10-16,2-1 8 0,-1-2-6 0,0 2 12 0,1 2-3 16,-2 6-4-16,2 1-11 0,-1 4 8 0,1 0-7 0,-2 0 16 15,-1 3-2-15,2 0-6 0,-3 3-29 0,2 0 6 0,0-2-15 0,-2 1-36 16,1 1-5-16,-1-1-23 0,3-1-166 0,1 1-117 16,1-2-33-16</inkml:trace>
  <inkml:trace contextRef="#ctx0" brushRef="#br0" timeOffset="57435.19">2315 5368 916 0,'-8'-1'249'0,"-3"1"-39"0,4 0-89 0,-1 1-3 0,0 0-51 16,2 2-17-16,1 0-21 0,0 0-14 0,2 1 6 0,-1 1-9 15,2-1 3-15,1 1-4 0,-1 0-9 0,2 1-19 0,0 0 24 16,1-2-21-16,1 1 35 0,1-2-2 0,1 0-15 0,-1 1-1 16,2-1 13-16,0-1-12 0,1 1 23 0,1-3 1 15,1 1-7-15,-1-1-9 0,2 0 16 0,1-1-21 0,2-2 18 16,-1-1 3-16,0-1-3 0,0 0-22 0,-2-1 27 0,-1 1-29 15,1-2 39-15,-1 1-10 0,-1 1-18 0,1-2-7 16,-3 1 10-16,1 1-10 0,-2-2 17 0,1 2-8 0,-1 0-9 0,0-1-10 16,-2 1 13-16,0 0-8 0,-1 2 20 0,-1-1-3 0,0 2-7 15,0-2 14-15,-2 1 17 0,0 1-7 0,-3 0 12 0,1 1-12 0,-2 0-18 16,1 1-25-16,-1 0 16 0,-1 1-14 0,2 0 21 0,-1 3-4 16,-1 0-9-16,3 1-7 0,-2 2 5 0,2-1-5 0,-1 0 11 15,0 1 0-15,0 0-5 0,1 1-14 0,0-1 16 0,2-2-12 16,0 1 24-16,2-3-4 0,0 0-10 0,0 1-13 0,1-2 11 0,2 1-9 15,1 0 20-15,-1-2-2 0,0 1-5 0,1-1-18 0,-1 0 19 16,-1 0-16-16,2-1 27 0,-1 0-3 0,1 0-10 0,-1-1-7 16,0-1 8-16,1 0-5 0,-1 0 20 0,0-1 1 0,1 1-3 0,-1-1-1 15,0-2 9-15,-1 2-8 0,-1-2 0 0,0 1-3 0,0 1-7 16,-1-3-9-16,1 3 8 0,-1-3-6 0,0 4 15 0,0-1-4 16,0 1-7-16,-1 0-4 0,1 2 6 0,-1 0-4 15,0 0 6-15,-2 2-3 0,0 3-6 0,0 0-17 0,-2 3 18 0,0 1-13 16,1 0 28-16,1-2-3 0,1 0-9 0,1-1-14 0,-2 1 15 15,3-2-12-15,0-2 21 0,0 1-4 0,3 0-8 0,-1-1-16 16,0-2 16-16,0 2-12 0,2-2 26 0,-1-1-2 0,0 0-9 0,1 0-5 16,-1-3 8-16,0 2-6 0,1-2 11 0,-3 2-1 15,0-1-5-15,0-1-7 0,0 0 17 0,-1-2-11 0,0 2 27 0,0-1-7 16,-2-1-9-16,1 1-18 0,-2-1 10 0,-1-2-8 0,1 3 16 16,-2-2-5-16,1 1-7 0,-1-2-12 0,2 1 10 0,0 1-6 15,0 0 16-15,2 1 0 0,-1 0-8 0,1 3-11 0,1 0 10 16,-1 1-11-16,1 0 10 0,-1 0 0 0,0 2-5 0,-1 1-3 0,0 0 8 15,0 1-6-15,-1 1 7 0,0-1 2 0,0 1-3 0,1-2-15 16,-1 1 20-16,0-2-16 0,2 2 23 0,-1-1-3 0,1-1-10 0,1 0-8 16,-2-2 9-16,2 1-7 0,0 0 9 0,2-1-3 15,0 0-7-15,0 0-8 0,1 0 12 0,1 0-8 0,0 0 19 0,0 0 1 0,-1-1-7 16,0 0-8-16,0-2 9 0,-1 0-8 0,0 1 14 16,0-1 2-16,0 0-5 0,0-1-12 0,-1 0 11 0,1-3-11 0,-1 2 13 0,1-1 0 15,0 0-6-15,-1-3-6 0,0 1 9 0,-1 1-8 16,-1 1 12-16,-2 1-1 0,1 2-5 0,1 2-9 0,-1 1 6 15,-1 0-8-15,-1 4 9 0,-1 2-1 0,-2 2-6 0,-1 2-7 16,-1 1 15-16,0-1-10 0,2 0 18 0,0 0-1 0,2-1-7 0,1-1-10 0,1 1 10 16,0-1-7-16,2 1 11 0,0-3 0 0,1-1-5 15,0 0-16-15,0-1 17 0,1-1-13 0,0 0 25 0,0-3-3 16,1 2-10-16,-1-2-11 0,0 0 9 0,2 0-7 0,-1-2 13 16,1 2-3-16,-1-2-5 0,2-2 2 0,-1 0 3 0,-1-2-1 15,1 1 2-15,-1 0 1 0,-1-2-1 0,0 2-12 0,0-1 13 16,-1 0-8-16,1 1 23 0,-1 0-7 0,0 1-8 0,2-1-17 15,-2 1 12-15,0 3-8 0,1 0 22 0,-1 0-1 0,1 1-10 0,-1 0-19 16,1 0 18-16,-1 1-16 0,0 0 29 0,2 2-7 0,-2 2-5 0,1 0-13 16,0 1 10-16,1-1-5 0,-2 1 15 0,1-3-1 15,-1 1-8-15,1 0-14 0,-1 0 24 0,0-1-17 0,0-1 24 16,0 1-3-16,0-2-15 0,-1 0-5 0,0 0 11 0,-2 1-7 0,2-1 13 16,0-1-2-16,0 1-6 0,1-1-12 0,-1 2 12 0,1-2-11 15,0 0-13-15,0 0-33 0,0 0-37 0,1-3-146 0,1 0-108 16,3 3-12-16</inkml:trace>
  <inkml:trace contextRef="#ctx0" brushRef="#br0" timeOffset="66425.81">10640 2226 649 0,'-2'-5'173'0,"-2"0"20"16,1-1 27-16,1 1-90 16,0 0 17-16,1-1-37 0,0 4-44 0,1 1-18 0,0-1 17 0,-1 2-19 0,1-2 33 0,0-1-12 0,0 2-15 0,-1 0-17 15,1 1 24-15,0 0-27 0,-1 0 23 0,1 1-10 16,0 0-15-16,-1-1-23 0,1 3 5 0,-1 1-11 0,-1-1 9 15,1 1 1-15,0 0-6 0,0 3-4 0,1-4 15 0,-1 5-15 16,1 2 14-16,0 1-6 0,2 0-5 0,0 3-5 16,2 0 5-16,-1 0-4 15,1 2 9-15,0 0-1 0,2 0-3 0,-2 2-9 0,0-2 6 16,-1 1-7-16,-1 0 18 0,2-3-7 0,-2-2-6 0,0-3-4 16,0 0 9-16,1-1-5 0,-2 0 10 0,-1-2-1 0,1 1-9 0,-1-2-1 15,0-2 5-15,0 3-4 0,0-4 7 0,0 1 0 0,0-1-5 0,0 1-2 16,-1-2 9-16,1 0-8 0,-1-1 8 0,1 0 4 0,0 0-4 15,0 0-9-15,0 0 28 0,0-1-20 0,-2-1 44 0,1-4-14 16,0 1-17-16,-1-2-21 0,1-4 11 0,-1 1-11 0,-1-1 19 0,2 0-3 0,1 0-8 0,0-1-10 16,0 0 11-16,1 0-9 0,0-1 17 15,1 0-3-15,0 2-7 0,1-2-13 0,1 0 13 0,-1 0-11 0,1 1 14 16,0 0 0-16,0-2-6 0,-4 1-5 0,1-2 2 0,-1 2-2 0,4 0 2 16,2 0 4-16,1 5-1 0,2-1-19 0,0 2 15 0,1 3-15 15,0 0 24-15,-1 3-5 0,1-1-6 0,1 0-15 0,-2 2 17 0,-2 2-12 16,1 0 23-16,-1 3-3 0,0 0-10 0,1 1-1 0,0-4 5 0,-2 3-3 15,0 0 5-15,1 3-1 0,-2 0-3 0,1 1-11 0,-2 0 13 16,1 0-9-16,-1 0 17 0,0 0 0 0,-2 0-8 0,1-2-9 16,-2 0 12-1,2-1-10-15,-2 0 14 0,0-2 0 0,0 3-8 0,0-5-2 0,-1 3 4 0,0-3-3 0,0 1 7 0,0-1 0 0,0-1-5 0,0-1 2 32,0 0 9-32,0-1-3 0,0 1 29 0,1-2-2 0,-1 0 0 0,1-2-9 15,1-2 0-15,-1-3-4 0,2-2-4 0,0 1-6 0,1-1-4 16,1-1-20-16,1 1 12 0,1 2-11 0,-1 0 17 0,0 2 0 0,0 1-7 15,-1 1-4-15,0 2 3 0,-1 1-3 0,0 2 5 0,-2 0-2 16,0 0 0-16,-1 1-16 0,0 0 18 0,2 2-12 16,-1 2 22-16,0 0-3 0,1 1-9 0,0 3-6 0,-2 0 8 15,1 2-4-15,-1-2 10 0,0 1 0 0,0-3-8 0,1 2-7 16,0 0 8-16,-1-1-6 0,1 0 15 0,0-2-3 0,2 1-4 0,-1-1-20 16,-1-3 16-16,2 2-16 0,-1-3-1 0,2-1-17 0,-1 2-26 15,2-3-53-15,1 0-24 0,-1-1-2 0,3-2-107 0,0-1-34 16,-1-1-30-16</inkml:trace>
  <inkml:trace contextRef="#ctx0" brushRef="#br0" timeOffset="66804">11164 2244 1302 0,'0'0'-235'0,"0"0"469"0,0 0-61 0,0-1-75 0,1 1-69 0,2-1 7 0,0 0-24 15,1-3 16-15,-2 2-6 0,-2-3-12 0,2 1-15 16,-1-1 31-16,6 0-26 0,-1-1 53 0,0 1-1 0,0 0-10 0,-1-1-16 15,1 3 28-15,-2-1-29 0,1-1 49 0,-2-2-13 16,2 0-22-16,-2-2-25 0,2 0 18 0,-1 2-25 0,2 0 28 16,-3-2-11-16,0 2-11 0,1-2-3 0,-3 3 14 0,0-1-8 15,-1 1 41-15,-1 2-5 0,-1-1-10 0,-3 3-20 16,0-2 15-16,-1 0-21 0,-2 3 17 0,0 1-10 0,-1 0-13 16,0 0-9-16,1 2 6 0,-1 3-7 0,0 0 2 0,2 0 0 0,2 1-3 15,1 1-1-15,0 1 7 0,1 0-4 0,-6 2 20 16,2-1 2-16,0 0-1 0,1 1-10 0,1 2 12 0,1-1-10 0,-1 1 16 15,2-3-1-15,2-3-7 0,0 2-16 0,1-1 16 16,0 5-15-16,0-3 10 0,1 1-4 0,1-1-11 0,2-1-5 0,2 1 4 0,1-3-2 16,1 0 7-16,0 0-1 0,-1-3-4 0,2 3-12 0,-1-4 14 15,-3-1-9-15,-1 2 20 0,1-2-4 0,-1-1-10 0,7 0-9 16,3-2 6-16,0 0-7 0,4-3-14 0,0 0-5 0,2-3-15 0,-1 0-44 16,1-1 8-16,0-3-17 0,1 1-20 0,1 0-10 0,-2 1-20 15,1 0-60-15,-1 1-31 0,2-1 0 0,-2 3-129 0,-1 1 20 16,-2-1-18-16</inkml:trace>
  <inkml:trace contextRef="#ctx0" brushRef="#br0" timeOffset="67074.22">11618 2121 2 0,'6'-6'82'0,"-3"0"-54"0,-2 1 220 0,0 1-16 0,-1 0-33 0,-2 0-24 0,1 1 15 16,-3 1-47-16,1-2-9 0,1 2-17 0,-2 2-18 0,2-3-25 15,-2 2 20-15,-1-2-16 0,0 3 23 0,-1 0-13 0,-2 0-18 0,0 4-22 16,-1-1 15-16,0 2-17 0,1 0 5 0,-1 2-5 0,2 1-13 16,-2 1-22-16,1 1 22 0,0-2-20 0,1 1 26 0,0-1-6 15,2-2-13-15,1 2-8 0,1-1 4 0,1 0-3 0,1-2 7 16,0-1-5-16,1 0-5 0,1-2-7 0,0 1 9 0,0-1-5 15,1 0 15-15,-1-2-1 0,3 0-2 0,-2 0 11 16,1 0 9-16,0 0-3 0,1-3 11 0,0 0-7 0,2 0-8 0,0-1-24 0,0-1 13 16,1 1-14-16,0-1 11 0,1 0-4 0,-1-1-8 0,2 0-17 15,1 2 12-15,-1-1-9 0,2 1 22 0,-3 2-5 0,1-1-8 0,-1 2-15 16,1 1 14-16,-2 0-11 0,1 1 20 0,-2 2-4 0,-1-1-6 16,0 0-5-16,-2 0 6 0,1 1-3 15,-1 0 5-15,0 0-9 0,0 1-10 0,1-2-41 0,-3 0-1 0,2 0-11 16,-1-2-54-16,0 0-37 0,-2 0-36 0,0-1-281 0,1 0 298 0</inkml:trace>
  <inkml:trace contextRef="#ctx0" brushRef="#br0" timeOffset="67359.42">11773 2129 1384 0,'-2'-1'321'0,"-1"0"-231"0,1-1 75 0,0 0-66 16,1 0 4-16,0 0-36 0,0 1-31 0,1 1-4 0,0-3-8 0,0 2 5 15,1-3 17-15,0 1-14 0,1 0 26 0,1-1-3 16,2 0-14-16,2-3-14 0,-1 0 26 0,2 0-28 0,2 0 33 16,2 0-11-16,0 1-17 0,1 2-23 15,0-1 12-15,-1 2-18 0,0 1 20 0,0 2-7 0,-2 0-5 0,0 2-14 0,-2 2 7 16,0 1-8-16,-1 0 19 0,-1 2-5 0,0 2-4 0,-2 0-5 16,1 1 3-16,-2 2-2 0,0 0 8 15,0-1-1-15,0 0-5 0,-2-2-14 0,0-1 18 16,-1 1-14-16,1-2 22 0,-1 1-4 0,2-2-10 0,-1 0-25 0,0-3 3 0,0 0-13 15,0-2-45-15,0 1-24 16,0-2-28-16,1 1-203 0,0 4-213 0,-1 0-7 0</inkml:trace>
  <inkml:trace contextRef="#ctx0" brushRef="#br0" timeOffset="67983.16">12525 1687 1021 0,'4'0'314'0,"-4"-1"-193"0,0 0 132 16,0-2-106-16,1 3 3 0,0-1-36 0,1 0-43 0,3 1-18 0,0 0-23 0,3 2-14 16,0 2 20-16,2 0-19 0,1 2 32 0,0 2-5 0,1 0-15 15,1 1-20-15,0-2 23 0,0 2-27 0,1 2 31 16,-3 0-6-16,0 1-14 0,-5 0-14 0,-1 1 8 0,0-2-10 16,1 1 13-16,5 0-1 0,0-2-6 0,1 2-7 0,0-3 3 15,1 0-4-15,-1-2 10 0,-3-2-3 0,0 0-2 0,-1-1-17 16,-1 0-4-16,1-3-5 0,-1-1-55 0,0 0-22 0,0 0-13 15,0-1-103-15,-2-1-37 0,1-2 2 0,0 0-246 0,-2-1 294 16,2 2-36-16</inkml:trace>
  <inkml:trace contextRef="#ctx0" brushRef="#br0" timeOffset="68168.91">12962 1615 1029 0,'-1'3'-618'0,"-1"-1"1140"15,-2 0-131-15,1 1-216 0,0 4-40 16,-1 1 9-16,0 2-36 0,-1 3-21 0,2 1 2 0,0 2-9 0,-2 3-17 15,1 0 19-15,0 1-31 0,0 7 23 0,-2-1-13 0,2 1-12 0,-2 4-16 16,0-3 3-16,1 1-10 0,-2 4 0 0,1-6-3 0,1 0-7 0,0-4-13 16,2-5 11-16,0-2-14 0,-1-1 17 0,2-4-5 15,0 1-4-15,-1 1-19 16,2-3 16-16,0-1-16 0,1-3 25 0,-1 0-8 0,1-1-9 0,1-2-82 0,1 0-56 16,1 0 8-16,1-3-429 0,4-3 355 15,2-5-62-15</inkml:trace>
  <inkml:trace contextRef="#ctx0" brushRef="#br0" timeOffset="69914.55">13705 1783 524 0,'-4'-5'324'16,"-1"0"126"-16,2 1-288 0,-1-1 14 0,-1 1-48 0,1 2-43 16,-1-3-50-16,1 2 13 0,0-1-20 0,1 1 18 0,3 1-9 0,1 0-14 0,0 0-11 15,1 2-1-15,-5 2-4 0,0 0-5 16,-3 2 1-16,-1 4-1 0,-1 2-7 0,-1 4 3 15,-2 1-5-15,0 5 7 0,1-1 3 0,0-1-1 0,1 1-20 16,1-4 25-16,2-1-23 0,1 2 35 0,4-6-6 16,1 0-13-16,2-2-9 0,3-2 15 0,1-1-11 0,2-2 21 15,2 0-1-15,1-2-11 0,0-1-5 0,3-1 10 0,-3-2-10 16,-2 0 19-16,-2 0-2 0,0-2-6 0,-1-1-8 0,-4 0 11 16,-2 0-7-16,0-1 31 0,-2 1-3 0,2-1-2 0,3-2-12 15,-1 0 11-15,-1 1-9 0,1-1 15 0,-1 0-6 0,2-2-8 0,-2 1-16 16,0 0 12-16,1 1-13 0,0 1 13 0,-1 2-3 0,1 3-6 0,0 1-16 15,-1 0 14-15,-1 2-12 0,1 2 22 0,-1-1 0 16,0 2-7-16,1 2-9 0,-1 1 11 0,1 4-11 0,-1 1 9 0,0-1-1 0,0 0-5 16,0 0-10-16,1-1 8 0,-1-1-7 0,3 0 12 15,-1-3-2-15,0 1-3 0,3-1-9 0,0 0 3 0,1-2-5 16,1 1-6-16,1-2-28 0,1 0-19 0,2-2-92 0,-1 0-52 0,1-2-6 16,-1 0-372-16,1 2 356 0,2 0-69 0</inkml:trace>
  <inkml:trace contextRef="#ctx0" brushRef="#br0" timeOffset="70107.25">13992 1517 615 0,'1'7'431'0,"-3"-5"-202"0,-2 3 333 0,0 0-384 0,0 1 7 16,3 2-64-16,1 1-48 0,0 3-23 16,3 3-33-16,2 2-18 0,1 0 14 0,-1-1-14 0,2 2 15 15,-1 0-2-15,-1 0-9 0,1 1-7 0,0-3 7 16,-1-1-7-16,3 0 15 0,1-1-13 0,-1 3-7 0,0-4-32 0,-1 1 2 0,-3-4-5 15,1 0-24-15,-4-1 9 0,0 0-7 0,-1-1-48 0,-4 0-28 16,-1-1 4-16,-3 0-214 0,-1 0 214 0,-2 1-21 0</inkml:trace>
  <inkml:trace contextRef="#ctx0" brushRef="#br0" timeOffset="70248.59">13896 1766 1185 0,'0'-3'186'0,"0"0"203"0,0 2-146 0,0-1-41 0,4-2-57 0,-1 1-69 16,4-3 11-16,0 1-42 0,4 0-8 0,0-2-11 0,1 2-12 15,5-3-21-15,1 1 10 0,2-1-11 0,5-1-6 16,0 0-56-16,2 1-29 0,5-2-195 0,-2 1-205 0,-4 2 1 16</inkml:trace>
  <inkml:trace contextRef="#ctx0" brushRef="#br0" timeOffset="70749.5">14862 1589 705 0,'-2'-4'226'0,"0"0"-126"0,-2 0 97 0,1 1-51 0,1-3 9 0,-1 1-34 0,1 1-16 32,0-2-14-32,0 2-21 0,-3-2-30 0,2 2 29 0,-1 0-36 0,0 2 42 0,2 0-18 0,-3 2-23 0,0 0-38 15,-1 2 20-15,-2 1-24 0,0 3 39 0,1 0-9 0,1 0-10 16,-2 2-5-16,-1 1 8 0,1 0-5 0,-1 1 18 15,3 0-7-15,0-1-11 0,1 0-8 0,2-2 14 0,2 0-13 16,1 0 17-16,0-2-7 0,1 0-8 0,1-2-4 0,3 0 4 16,-2 1-3-16,4-1 8 0,-1-1-4 0,1 1-3 15,1-2-7 1,0-1 6-16,0 2-3 0,0-2 8 0,-1 0 0 0,1-2-7 0,1 0-5 16,-1-1 9-16,0 1-6 0,0-1 12 0,-3-1-2 0,1 0-7 15,-1 1-1-15,-2-3 6 0,0 3-6 0,2-3 12 0,-3 1-3 0,0 1-5 0,-1 1-5 0,-1 0 1 0,2 3-2 0,-2-1 0 16,1 1 1-1,-1 0-2-15,0 0-5 0,0 2 5 0,-1 2-5 16,-1 1 11-16,2 2-1 0,0 2 1 0,0 0-18 0,0 1 15 0,3 1-12 16,0 2 25-16,2 1-4 0,-1 0-10 0,2 2-2 0,-1-1 5 15,1 0-3-15,2 2 2 0,0-2 0 0,-2 2-2 0,3 1-12 16,-1-3 14-16,0 2-8 0,1-3 22 0,-1 1-4 0,-1 0-10 0,-1-1-6 16,0 0 5-16,-2-1-3 0,-1 1 12 0,-3-2-1 0,-1 0-2 15,-4 1 24-15,-4 0 0 0,-1-2 6 0,-1 2-2 0,-2-3-3 16,2-1-4-16,-1-1-10 0,1-2 3 0,-1 1-5 0,1-2 1 0,2-1-3 15,0-3-5-15,0-1-15 0,2 0 15 0,1-3-12 0,0-3 11 16,2-2-15-16,0-1-18 0,1-6-59 0,1-4-8 0,2-4-12 16,0-4-78-16,3 1-42 0,0-2-39 0,4-3-16 0,2-2-215 15,3 0 71-15</inkml:trace>
  <inkml:trace contextRef="#ctx0" brushRef="#br0" timeOffset="70900.06">15001 1521 1763 0,'0'14'-280'0,"-3"-6"560"0,2-2-64 16,0 1-91-16,1 2-64 0,2-2 12 0,2 2-36 0,3 0-11 0,0 0-7 0,1-1-12 16,1 0-13-16,0-5 11 0,1 2-10 0,0-1 15 15,-1 0-1-15,-2-3-5 0,-1-1-90 0,0 0-22 0,1 0-15 0,0-2-154 16,-2-2-130-16,1 1-40 0</inkml:trace>
  <inkml:trace contextRef="#ctx0" brushRef="#br0" timeOffset="71008.25">15016 1348 625 0,'-5'-5'195'0,"2"3"-129"0,0-2 75 0,-1 0-105 15,2 3 4-15,1-2-34 0,2 0-56 0,1 2-92 0,3-1-51 0</inkml:trace>
  <inkml:trace contextRef="#ctx0" brushRef="#br0" timeOffset="71235.61">15230 1486 931 0,'6'25'-352'0,"1"-12"659"16,-2-2-6-16,2-1-137 0,0 2-38 0,0-3-12 0,-1 0-27 0,2 1-31 15,0-2-7-15,1-1-9 0,-2 0-9 0,-1-2 37 0,0-2-33 16,0-1 58-16,0-1-10 0,-1 1-24 0,1-2 0 16,-3 0 21-16,-1 0-25 0,2-3 29 0,-1 1-12 0,0-1-22 0,2-2-16 15,-2 0 5-15,1 0-14 0,-1-4 1 0,1 0-4 16,0 0-8-16,0-2-10 0,0 2 7 0,0 1-10 0,1-1 3 15,-2 0-3-15,1 1-4 0,2-1-19 0,0 1-14 16,0 2 2-16,1-2-93 0,0 1-50 0,1 1-20 0,0 1-306 0,-2 3 299 16</inkml:trace>
  <inkml:trace contextRef="#ctx0" brushRef="#br0" timeOffset="71499.7">15613 1469 832 0,'5'0'197'0,"-2"0"43"16,2-2-76-16,0 1 6 0,1-2-50 0,2 1-43 0,0-2-60 15,-5-1 16-15,0 0-24 16,2-3 27-16,-3 0-10 0,6 2-11 0,0-2-3 0,-1 2 4 0,-1-2-4 0,-1 1 15 16,-2 1-2-16,-2 1-6 0,0 2 11 0,-1-3 15 0,-4 5-10 15,-2-3 15-15,0 3-12 0,-2 0-18 0,-1 1-29 0,1 4 14 16,-1-1-17-16,4 6 22 0,0-1-4 0,0 2-6 0,1 1-1 16,-5-1 1-16,2 1 0 0,0 1 5 0,4-2 0 15,1-2-3-15,2 1-12 0,1-3 15 0,2 0-13 16,2-2 28-16,-1 0-8 0,2-3-10 0,-1 2-20 15,3 0 16-15,0-3-13 0,1 0 0 0,-6-2-34 16,1 0-37-16,1-2-161 0,2 0-106 0,7 0-19 0</inkml:trace>
  <inkml:trace contextRef="#ctx0" brushRef="#br0" timeOffset="71740.74">15899 1495 1409 0,'-3'6'-143'0,"1"-4"293"0,1-1-14 0,-1 2-30 0,1 0-43 0,-2-2 10 0,2 0-32 0,1-1 29 0,-1 0-7 0,1-1-7 16,0 0-13-16,-1-3 21 0,0 1-24 0,1-2 31 16,0 0-10-16,0-3-15 0,2-1-22 0,1-1 22 0,3 0-25 15,5-3 34-15,2 1-10 0,1 1-15 0,3-2-7 0,0 3 3 32,0 1-7-32,2 1-1 0,-1 3-5 0,1 1-7 0,-1 2-10 15,-4 0 11-15,1 2-10 0,0 3 17 0,-4 0-3 0,1 0-9 16,-1 3-3-16,-2-1 3 0,0 2-3 0,0 0 8 15,-7 0-1-15,-2 0-3 0,2 2-10 0,-3-2 10 0,4 2-8 0,0 2 9 16,0-4-2-16,0 2-7 0,0-1-44 0,2 0 4 0,-1-1-19 16,3 0-57-16,0-1-52 0,1-2-44 0,4 1-544 0,6-2 499 15</inkml:trace>
  <inkml:trace contextRef="#ctx0" brushRef="#br0" timeOffset="72304.63">16850 1307 522 0,'-4'-5'374'0,"4"4"-177"0,-1 1 287 0,1 0-339 0,0 1 22 0,1 0-66 15,2 3 12-15,1 1-18 0,1 3-33 0,2 0-35 16,1 1 14-16,1-2-27 0,0 2 7 0,1-2-4 0,0 0-8 0,2-1-1 16,-2-3 6-16,1 0-5 0,0 1 9 0,0-2 0 15,0 0-8-15,0 0-17 0,0-1 22 0,-1-1-21 0,0 0 33 16,0 0-4-16,-2 0-13 0,1-1-1 0,-2 0 11 0,-1 0-10 15,-2-1 22-15,-1 0-1 0,1-1-8 0,-2 1-5 0,0 0 22 16,-1-1-21-16,2-1 37 0,-2 0-10 0,0-3-13 0,-1 0-15 16,0 0 8-16,0 0-11 0,0 0 9 0,0 0-6 0,0-1-8 15,0 2-16-15,-2-1 12 0,1 2-9 0,-2 1 16 16,2 0-3-16,1 2-9 0,-1 0-5 0,0 2 3 0,0-1-3 0,0-1-1 16,0 2-1-16,1 0-5 0,0 0-39 0,-2 1 9 0,2-1-18 0,0 0-22 15,0 0-26-15,0 1-26 0,-1 0-164 0,4 2-139 0,-1 0-10 16</inkml:trace>
  <inkml:trace contextRef="#ctx0" brushRef="#br0" timeOffset="72666.64">17380 1207 1204 0,'-25'8'-299'0,"13"-3"564"0,0 0-56 0,1 2-100 16,-2 2-8-16,1 0-6 15,3 0-15-15,-1 1-42 0,5-1-1 0,-1 0-3 0,3-2-16 0,-1 2 14 0,2-3-17 16,2-1 25-16,0-2-1 0,0 0-9 0,2 0 10 0,1-3 12 16,0 1-12-16,3-1 15 0,-1-1-8 0,2-1-12 0,1-2-14 15,0-1 7-15,0 2-13 0,-2-3 3 16,1-1-4-16,-1 2-9 0,-2-1 6 0,0 0 11 16,-2 0-6-16,0-1 20 0,0 2-3 0,-2 0-8 0,1 1-19 15,-1 2 16-15,2-2-17 0,-2 3 26 0,0 1-10 0,0-2-12 0,0 2-14 0,0 0 9 16,0 0-8-16,0 3 12 0,0 1 0 0,0-2-5 0,1 5-14 15,0-1 16-15,1 2-12 0,0-1 20 0,1 1 0 0,0 1-9 0,1 0-10 16,2-1 12-16,1-1-11 0,-1 0 17 0,3-3-4 0,-1 1-8 16,2-1-6-16,2-2 3 0,-2 1-5 0,0-1-16 0,0-2-14 15,0 1-19-15,0-1-76 0,0 0-13 16,-1-1-19-16,0 0-156 0,-1 0-114 0,-1 1-93 0</inkml:trace>
  <inkml:trace contextRef="#ctx0" brushRef="#br0" timeOffset="72969.48">17572 953 1563 0,'-6'-4'-207'0,"2"2"445"0,0 0-45 0,0 1-57 0,2 1-69 0,0-2 14 0,0 2-40 16,2 0 7-16,-1 2-7 15,1-2-13-15,0 1-13 0,0 1 16 0,0 1-17 16,0 2 33-16,2-1 2 0,1 2-4 0,0 1 4 0,1 1 9 0,1 2-13 16,-1 3 8-16,1-1-11 0,-1 4-12 0,2 2-32 15,1 0 18-15,-1-2-20 0,1 3 27 0,0-2-5 0,-1-2-12 16,-1 2-13-16,1-3 10 0,-1-2-10 0,1 0 20 0,-2 0-4 0,3-2-7 0,-2 0-9 0,-4-1 9 16,-1-2-8-16,0 1 16 0,0-3-10 0,2 1-10 0,1-1-30 15,0-1-2-15,-1-1-5 0,1 0-47 0,0 0-15 0,-1-2-21 16,-1 1-90-1,2-1-86-15,0 0-6 0,0 2-36 0</inkml:trace>
  <inkml:trace contextRef="#ctx0" brushRef="#br0" timeOffset="73541.95">17794 1104 1120 0,'-4'1'297'0,"1"-1"-210"0,2-1 91 0,0 1-68 0,0 0 2 0,1 0-27 0,0 0-38 0,0 0-16 16,0 0-26-16,0 0-16 0,1 1 13 0,0 0-12 0,1 2 21 15,0-1-4-15,1 1-8 0,-1 1 11 0,2 0 3 0,-2 1 2 32,1 0 4-32,-1 0 1 0,2 0-3 0,-1 1-3 0,1 1 8 15,0-2-11-15,1 1 12 0,-2 0-6 0,1-3-4 0,1 4-18 16,-1-3 11-16,1 1-11 0,0-1 26 0,1-2-5 15,0 1-6-15,2-1-20 0,-1 0 19 0,1-2-17 0,1 0 30 16,0 0-8-16,-1 0-11 0,1-2-5 0,-1 1 5 0,-2 0-3 16,0-2 11-16,1 2-3 0,-1 0-5 0,0-2-17 0,1 2 16 15,-1-1-13-15,-1 1 24 0,0 1-1 0,-2-1-11 0,-1 1-12 0,2 0 15 16,-1 0-12-16,1 0 18 0,-2 0-3 0,0 0-9 0,0 1 1 16,1 0-2-16,-1 1 2 0,0 0 3 0,0 0 0 0,3 1-1 0,0 1-20 15,3-2 24-15,0 0-19 0,1 1 30 0,0-1-2 0,2 0-14 16,1-1 0-16,1 0 3 0,0-1-3 0,2 0 7 0,-1 0 0 15,-8 0 0-15,3-2-17 0,-2 2 16 0,-1-3-13 0,6-1 16 0,-2 2-3 16,1-1-10-16,-1 0 2 0,1 2 2 0,-4-1 0 0,0 2 6 16,0-3 2-16,-4 2-2 0,-1-1-15 0,1 2 15 0,-3-1-12 15,1 0 29-15,-1 0 0 0,0 1-5 0,-1-3-12 0,-2 1 16 0,0-1-13 16,0-1 18-16,-1 0-1 0,0 0-8 0,1-1-23 0,-1 0 17 16,1-1-18-16,-2-1 19 0,3 2-1 0,-1-1-9 0,-1 2-2 15,2-2 4-15,1 2-4 0,-1-1 4 0,1 2 0 0,-1 1-2 0,1 0-4 16,0 1 16-16,0 1-12 0,1 0 11 0,-1 1-5 15,0 1-14-15,0 1-8 0,-2 2 13 0,1 1-8 0,0 1 16 16,1 1 0-16,-1 1-7 0,0 0-10 0,1-1 9 0,0-1-7 0,1 1 16 16,0 0-3-16,0-1-5 0,4 0-12 0,-1-1 13 0,0 1-9 0,3-1 20 15,0-2-5-15,-1 1-9 0,2-3-8 0,3 1 12 0,0 0-7 16,1-2 9-16,2-1 0 0,-1 0-7 0,3-3-44 0,0-1 8 0,3 1-23 16,1-3-61-16,-1 3-42 0,3-2-43 0,0-2-475 0,-1-1 450 15</inkml:trace>
  <inkml:trace contextRef="#ctx0" brushRef="#br0" timeOffset="74084.42">19056 946 1734 0,'-12'-6'-136'0,"3"5"296"0,0 1-9 0,0 0-30 16,0 0-35-16,2 1-4 0,2 1-29 0,-2 3-40 0,1 1-5 16,2-1-2-1,-1 2-7-15,2-1 2 0,1 0-1 0,1 0 19 0,1-1-2 0,0 1-5 16,3 0-6-16,0-1 30 0,3 2-23 0,1-2 42 15,-1-2-9-15,2 3-19 0,3-3-20 0,1 0 17 0,-1 1-20 0,1-2 24 0,-2 0-10 0,2 0-13 32,-1 0-10-32,-1-1 9 0,-1 0-7 0,-1 0 17 0,-4-1-3 0,1 2-7 0,-3-2-6 0,-1 0 7 0,0 0-5 0,-1 0 16 31,0 0 2-31,-1 0-2 0,-1-2-14 0,1-1 13 0,-1-1-15 16,-1 0 18-16,1-1-4 0,0 0-8 0,0-2-8 0,0 0 2 0,2-1-3 15,0-1-2-15,3 1-4 0,-1 1-2 0,2-1-54 0,1 0 11 16,-1 0-22-16,2-1-24 0,-2 3-19 0,1-2-23 0,1 1-97 0,-1-1-82 0,-4 0-3 0,3 2-18 0</inkml:trace>
  <inkml:trace contextRef="#ctx0" brushRef="#br0" timeOffset="74265.67">19228 707 1482 0,'-6'24'-217'0,"3"-10"474"15,2-1-39-15,1 2-51 0,1 5-90 0,2-2 6 16,3 2-44-16,2 0-17 0,0-3-5 0,0 0-11 0,-1-1-13 16,0 0 8-16,0-3-13 0,0-2-54 0,1 1-29 0,-2-2-24 15,0 0-92-15,-3-1-94 0,1 0 66 0,-3 0-149 0,-1 0 204 16,0-3 70-16</inkml:trace>
  <inkml:trace contextRef="#ctx0" brushRef="#br0" timeOffset="74396.52">19129 1017 1540 0,'15'-13'-539'0,"-7"5"1017"0,-5 3-116 16,6-1-181-16,6-2-67 0,1 2 9 0,5-1-43 0,1-1-35 16,1-1-14-16,-1 3-19 0,1-3-13 0,-2 1-2 0,0 1-5 15,4-2-61-15,-3 2-48 0,3-2-32 0,2 2-137 16,-1-1-155-16,0 2 13 0</inkml:trace>
  <inkml:trace contextRef="#ctx0" brushRef="#br0" timeOffset="74587.02">19964 533 1017 0,'0'2'331'0,"-4"0"-196"15,0 1 157-15,-4 5-150 0,2 4 30 0,0 2-58 0,-2 7-1 16,0 1-24-16,-1 1-36 0,-2 4-30 16,0-1 14-16,1 2-22 0,-2 3 15 0,0-4-9 0,-2-1-14 0,0 0 1 15,1-6 0-15,4-2-1 0,0-1-4 16,3-2 0-16,0 1 0 0,-1-1-5 0,0-1-3 0,3-4-3 0,-1 2-34 0,2-4-10 15,1 1-10-15,-2 0-69 0,0 0-84 0,-1-3 35 0,1 0-131 16</inkml:trace>
  <inkml:trace contextRef="#ctx0" brushRef="#br0" timeOffset="74778.41">19628 770 1693 0,'2'3'148'0,"-1"3"41"0,6 0 32 15,1 3-70-15,6 5 4 16,2-1-33-16,7 2-39 0,4 3-27 0,-2-3 1 0,3-1-15 0,0 4-20 0,1-5-5 0,-2 1-8 16,3-1-15-16,-3-3 9 0,2-1-11 15,5 2-3-15,-2-4-15 0,4 3-15 0,0-1-71 0,-10-1-58 0,-4-1 21 16,2-1-365-16,2-4 318 16,6 1-43-16</inkml:trace>
  <inkml:trace contextRef="#ctx0" brushRef="#br0" timeOffset="79255.53">13655 3893 217 0,'2'-5'485'0,"-2"-1"-218"16,0-1 323-16,-3 0-345 0,-2-2-91 0,0 0-53 0,0-3-4 15,1 1-11-15,-1-1-26 0,0-4 0 0,-1 0 22 16,0 0-27-16,0-5 15 0,0 2-17 0,0-2-17 0,1-2-21 16,-2 4 17-16,1-3-17 0,-1-3 21 0,-1 0-6 0,1-5-13 15,0-4-16-15,3 1 20 0,-2 0-20 0,2-6 30 0,0 4-8 16,2-5-10-16,2-4-16 0,2 3 6 0,2 3-8 0,2 0 10 15,3 8 2-15,1 3-3 0,4-1-13 0,-2 4 12 16,3-1-11-16,1 1 22 0,-1 4-5 0,0 2-9 0,1 0-4 16,-10 2 6-16,2 2-3 0,0 2 5 0,1 3 0 0,5 0-4 0,2 1-8 15,1 2 8-15,1 0-7 0,-1 1 14 0,0 3-4 16,-2 2-3-16,-1 0-13 0,1 2 12 0,-3 3-9 0,-1 2 17 0,-1 1-1 16,1 3-6-16,-4 2-1 0,0 5 3 0,-2 1-2 0,-3 1 8 15,-2 2 0-15,-4-3-4 0,-2 3-6 0,-2 1 9 0,-2-2-7 16,0 1 9-16,0-2-2 0,-2-3-6 0,2-3-10 0,1 0 13 0,1-4-9 15,2 2 15-15,1-2-1 0,1-3-9 0,3 0-14 0,1-5 15 16,0 1-12-16,1-2 18 0,1-1-1 0,0 0-9 0,3-1 3 16,-1-2 1-16,2 2 0 0,0-3 1 0,0 0-1 0,1 3 0 0,-2-1-5 15,2 2 4-15,-1 0-4 0,-1 0 7 0,1 3-3 0,1 1-1 16,1 3-4-16,-1 0 5 0,2 4-3 0,0 0 5 0,-1 2 1 16,1-3-3-16,-1 0-10 0,-2 2 13 0,-1-2-9 0,-1 0 18 15,-4-2 1-15,0 1-7 0,-4 0-15 0,0 1 20 0,-3 2-16 0,-3 1 25 16,-3-2-4-16,-3 2-9 0,-2 0-4 0,-1 0 3 0,-1-1-4 15,-1-1 6-15,1-1-3 0,-1-1-3 0,-2-2-12 0,2-1 14 16,1-4-10-16,3-1 17 0,2-1-4 0,2 0-10 0,5-2-17 16,2-2 8-16,1 0-11 0,1-1-22 0,-2 0-16 0,0-1-20 0,3-3-96 15,2-2-36-15,1-1 4 0,5-3-50 0,3-1-204 0,2 4-59 16</inkml:trace>
  <inkml:trace contextRef="#ctx0" brushRef="#br0" timeOffset="79603.78">14332 3306 671 0,'-11'-5'360'0,"3"2"-171"0,0 3 254 0,0 0-301 0,1 3 19 0,2-1-70 15,0 2-32-15,1 2-22 0,1 0-30 0,0 1-7 16,1 1 16-16,0 0-12 0,2 1 20 0,-1-1 4 0,1 0-7 0,1 0 4 16,0 0 13-16,1-2-14 0,2 0 24 0,0-1-5 0,1-1-8 15,0-1-11-15,3-1 18 0,0 0-20 0,1-2 24 0,-1-2-4 16,0 0-11-16,1-1-17 0,-2-2 18 0,0 1-22 0,0-2 23 16,-3 0-3-16,1 0-8 0,-2 0-4 15,-1 1 14-15,-2-2-14 0,0 2 19 0,-2-1-9 0,-1 0-10 0,-1-3-21 16,0 2 11-16,0 1-11 0,-2-2 17 0,1 2-4 15,0-1-10-15,0 1-12 0,1-1 2 0,-1 4-8 0,1-2-26 0,0 1-17 0,1-1-19 16,0-1-95-16,-1 1-59 0,2-1-23 0,2 3-49 16</inkml:trace>
  <inkml:trace contextRef="#ctx0" brushRef="#br0" timeOffset="79809.73">14675 2911 2135 0,'-8'0'113'0,"0"-1"70"0,0-1-124 16,5 2-13-16,0-2-21 0,2 2-39 16,1-1 14-16,2 1-22 0,2-1 18 0,-1 1-36 0,3 0-16 15,1 1-100-15,-1 2-66 0,2-1 31 0,0 2-368 0,1 2 344 0,2-1-46 0</inkml:trace>
  <inkml:trace contextRef="#ctx0" brushRef="#br0" timeOffset="79957.21">14768 3157 1441 0,'-5'3'169'16,"1"1"300"-16,-1-4-355 0,2 0-3 0,2-3-43 0,1 0-38 0,0 3-11 15,1 0-18-15,0 0-10 0,1 2 9 0,2-1-8 0,-1-1-22 16,0 0-65-16,1-3-33 0,2 1-465 0,5-4 362 0</inkml:trace>
  <inkml:trace contextRef="#ctx0" brushRef="#br0" timeOffset="81092.39">15401 2936 472 0,'-2'-2'160'0,"1"1"249"0,-2 0-176 0,2 1-43 0,1-1-46 0,-1 1-80 15,1 0 17-15,0 0-42 0,0 0 19 0,0 0-20 16,0 0-17-16,0 0-26 0,1 0 13 0,0 3-12 0,2 3 20 15,-1 0 2-15,1 2-11 0,1 3-10 0,0-1 21 0,1 2-21 16,1 3 32-16,0-3-8 0,1 2-10 0,0 0 11 16,-1 0 2-16,1 0 2 0,-1 2 12 0,-1-4-7 0,0 2-5 0,0 0-17 15,0-1 13-15,-1-1-16 0,0-3 18 0,-1-2-6 16,-1-1-9-16,1-1-20 0,-1 2 20 0,0-2-19 0,0 2 31 16,-1-2-5-16,1-2-15 0,-2 0-3 15,0-1 4-15,1-1-3 0,-1 0 11 0,0 1 0 0,0-2-3 0,0-2 0 0,0 2 6 0,0 0-2 16,0 0 31-16,0-2-8 0,-1-1 1 0,-2-1-17 0,1-1-2 15,-1 0-2-15,0-3-2 0,0 1-2 0,1-1-1 0,-2 0-14 16,1 2 7-16,-1 0-6 0,0-3 14 0,1 1-2 0,-1-2-3 0,2-1-13 16,0 0 9-16,0-1-7 0,-1 1 19 0,1 1-4 0,1-2-6 15,0 2-14-15,0-2 12 0,1 1-9 16,0 1 19-16,0 1-3 0,0 0-8 0,1 1-15 0,1 0 17 0,0 2-12 16,1-1 25-16,-1 0-3 0,1 2-13 0,1-2-7 0,0 1 10 15,1 1-7-15,0 0 6 0,1-1 0 0,1 3-4 0,1-1-12 16,1 0 18-16,1 1-12 0,1 3 19 0,0 0 3 0,1 0-11 0,1 2-16 15,0 3 15-15,1 0-14 0,0 4 23 0,0 1-2 0,-3 2-7 0,-5 2-12 16,0 1 16-16,-1-1-12 0,-1 0 21 0,4-2 2 0,0-1-10 16,-1 1-19-16,-2-3 22 0,1 0-21 0,-1-2 28 0,-2-1-2 0,-1 0-9 0,-2-2-3 15,1 0 3-15,-1-3-3 0,1 0 9 0,-1 0 0 16,2-1-1-16,-2 0-6 0,0 0 23 0,0-1-13 0,1-1 40 0,1-3-9 16,1-2-10-16,2-3-28 0,1-2 13 0,2-2-13 0,0 0 15 15,2-2-6-15,0 0-9 0,2-2-19 0,0-1 14 0,4 0-11 16,-2 1 27-16,1 4-7 0,0 0-10 0,-2 4-6 0,-1-1 5 0,0 4-2 15,-1 0 14-15,0 5-6 0,-2-1-4 16,0 2-6-16,-2 1 3 0,-2 1-1 0,1 2 8 0,-2 2-1 0,1 0-5 0,1 4-5 16,-3 1 10-16,0 2-6 0,1 0 15 0,-1 2-2 0,0 1-8 0,0 1-4 15,0 0 6-15,0-1-4 0,0 2 5 0,0-5-2 16,0 1-3-16,2-1-4 0,-1-1 4 16,0-2-3-16,1 1 6 0,-1-2-1 0,0-1-3 0,2 1-15 15,-1-4-3-15,1 1-5 0,2-2-39 0,-1-2-10 0,1 1-15 0,2-2-73 16,-3 0-22-16,4-2-11 0,0-2-170 0,-2-2-156 0,1-3-105 15</inkml:trace>
  <inkml:trace contextRef="#ctx0" brushRef="#br0" timeOffset="81424.86">16214 3004 915 0,'-7'3'291'15,"6"-3"-179"-15,1 2 126 0,0-2-152 0,0 0 16 0,1-2-53 0,4 1 4 0,0 0-10 0,2-2-20 0,3-1-14 16,-1 1 16-16,0-1-19 0,1-3 20 0,-2 1-3 15,0 1-10-15,2-3-13 0,-1 2 24 0,-1-2-21 0,1 0 39 16,-1 2-3 0,-2-2-15-16,0 1-1 0,-1 0 13 0,-1 2-14 0,0-3 24 0,-2 2-4 15,-1 0-8-15,-1-2-6 0,0 2 8 16,-1-3-12-16,-1 1 9 0,-2 0-9 0,-1 2-9 0,-1-2-17 16,0 2 15-16,1 2-14 0,-3 0 17 0,0 3-5 0,0 1-10 15,-2 0-8-15,0 1 8 0,1 4-5 0,-2-1 11 0,1 2-4 0,0 2-5 0,-1 0 7 0,1 1 12 0,2 0-1 0,1 0 19 16,0 1-5-16,2-1-8 15,-1 1-9-15,2 0 7 0,1 1-7 0,1 0 5 16,2 2-4-16,0-2-5 0,0 2-9 0,1-1 7 0,1-3-6 16,1 0 11-16,2-2-6 0,-1-2-6 0,1 3-2 0,0-3 4 0,3 0 0 15,1 1 8-15,1-3-3 0,2 0-7 0,-1-1-6 0,0 1 10 0,3-3-7 0,-1 0 10 0,2-1 0 0,0-3-7 0,2 1-20 32,2-3 0-32,2 1-10 0,1-3-47 0,2 0-14 0,-1 1-22 15,2-2-63-15,-2 1-37 0,2-1-10 0,0-1-320 0,-3 1 331 16,0 1-66-16</inkml:trace>
  <inkml:trace contextRef="#ctx0" brushRef="#br0" timeOffset="81724.46">16683 2787 1414 0,'-2'0'456'15,"-26"17"-552"-15,17-3 193 0,2-3-24 0,0 4-32 0,1-1-23 16,-4-3 18-16,1 1-20 0,0-1 26 0,6-2-7 0,3-1-13 0,2-3-5 15,2-1 19-15,3 0-17 0,3-3 32 0,0-1-7 16,1 0-13-16,2 0 0 0,-1-3 7 0,1 0-9 0,-5-4-2 16,0 1-3-16,1-1-8 0,-2 0-2 0,4 0 2 15,-1 0-4-15,0-2 8 0,-1 3-4 0,-1 0-3 0,0 0-13 16,-1 1 10-16,-1 1-8 0,-1 1 22 0,1 2-6 0,-1 0-8 0,-2 1-12 16,0 0 16-16,2 2-14 0,-2 2 25 15,1 2-8-15,-1 1-12 0,0 3-5 0,0-1 3 0,2 0-2 0,-1 0 8 16,0 0-2-16,0-1-6 0,3-1-5 0,-3 0 4 0,0 0-2 15,3 1 6-15,-2-3-3 0,1 0-3 0,0-1-47 0,1 0-1 0,0-2-16 16,1 0-59-16,1-1-28 0,-3 0-30 0,2-1-200 0,-2 2-169 16,2-2-13-16</inkml:trace>
  <inkml:trace contextRef="#ctx0" brushRef="#br0" timeOffset="82016.1">16863 2919 1087 0,'-4'-9'-283'16,"-1"4"593"-16,3 1-55 0,0 0-82 0,-1 0-71 0,1 1 32 0,1-2-60 15,1 1 27-15,0-1-12 0,0 1-22 0,1-3-19 0,4 0 17 16,-2-2-24-16,5-2 28 0,0 2-3 0,2-1-10 0,3-3 0 16,2 2 9-16,1 1-16 0,2 1-2 0,-3 2-9 15,0 3-15-15,-2 2-25 0,0 2 15 0,-2 2-19 0,0 1 27 16,-2 2-7-16,0 0-8 0,1 4-14 0,-1-1 13 0,-1 2-10 15,0 3 26-15,0-3-6 0,-1 0-10 0,2 3-14 16,0-3 17-16,-4 1-15 0,2-1 25 0,-1-2-5 0,-1-1-13 0,2 1 1 16,-1-2 2-16,-2 0-1 0,-1-1 3 0,1-2-4 0,-5 3-3 15,-1-4-39-15,2 1 0 0,-2-2-17 0,6 0-94 0,0-1-53 16,3-1-57-16</inkml:trace>
  <inkml:trace contextRef="#ctx0" brushRef="#br0" timeOffset="82484.47">17898 2399 1067 0,'-1'-1'174'0,"0"1"70"0,1 0-101 0,0-1 36 16,0 1-41-16,0 0-56 0,0 0-42 0,2 0 11 0,2 0-22 16,1 0 28-16,2 0-4 0,0 1-5 0,2 2 6 0,2-1 11 15,0 2-12-15,4 2 10 0,1 1-13 0,-2 0-12 0,3 4-14 16,-1 0 8 0,0 2-12-16,2 2 16 0,-3-1-6 0,1 1-8 0,3 0-22 0,-4 0 13 0,-6-1-16 0,1 0 20 15,-2 1-4-15,0-1-10 0,6 0-16 16,1-2 18-16,-1 0-16 0,2 0 28 0,-2-2-6 15,-1-1-12-15,0 0-33 0,-2-5 5 0,-2-1-13 0,0-1-27 0,-2-2-4 16,0 2-14-16,1-2-71 0,0 0-30 0,0-1-17 0,0-3-348 0,2 2 343 0,-1-6-75 0</inkml:trace>
  <inkml:trace contextRef="#ctx0" brushRef="#br0" timeOffset="82720.41">18577 2269 1488 0,'-6'0'265'0,"-1"1"65"0,1 2-150 0,0 0-25 0,0 4-39 0,1 2-44 0,-2 4-36 0,0 1 6 0,1 4-17 16,-2 5 8-16,1-2-2 0,1 2-5 0,0 4-10 15,-1-1 10-15,1 1-12 0,1 4 5 0,0-2-4 0,1 0-8 0,-2 3-6 16,2-3 5-16,-1-5-5 0,2-4 9 0,2-3-5 31,-1-2-4-31,2 5-6 0,0 0 6 0,0-2-4 0,0 0 10 16,0-4-4-16,2-1-5 0,-1 2-26 0,0-3-10 0,-1-1 0 15,1 2-60-15,1-4-20 0,0-1-8 0,1-2-145 0,1 0-171 0,0 0 0 0</inkml:trace>
  <inkml:trace contextRef="#ctx0" brushRef="#br0" timeOffset="83625.28">19316 2677 854 0,'-3'-2'-229'0,"1"2"485"0,1-2-49 0,1 1-69 0,0 0-76 0,0-1 30 15,0 1-55-15,1 0 10 0,0 0-10 0,0-1-20 0,1 0-9 0,-1 0 17 16,0 1-15-16,-1 1 48 0,1-1-9 0,-1 1-10 0,0 0-2 15,0 0 9-15,0 0-10 0,0-1 12 0,0 1-1 16,0-2-5-16,0 2-2 0,0-1 2 0,0 0-8 0,0 0 15 16,0 1-10-16,0-2-6 0,1 1-20 15,0-2 6-15,0 2-10 0,0-1 3 0,-1 0-4 0,2 2-6 16,-2-1 7-16,1 1 2 0,-1-1 1 0,0 1 7 0,0 0-2 0,0 0-2 0,0 0-15 16,0 0 17-16,0 0-16 0,0 0 22 0,0 0-4 0,0 0-9 15,0 0-10-15,0 0 6 0,0 0-6 0,0 0 10 0,0 0-2 16,0 0-5-16,0 0-14 0,0 0 11 0,0 0-8 0,0 0 20 0,0 0-6 15,0 0-10-15,1 2 0 0,-1 1 4 0,0 1-2 0,0 2 10 16,1-1 2-16,0 3 0 0,0 1-25 0,1-1 18 0,1 0-16 16,0 0 27-16,0 0-4 0,1 2-9 0,0 2-13 0,1-3 16 0,-1 1-12 15,2 0 22-15,-1-2-1 0,2-1-11 0,0 0-13 0,1-3 15 16,0-1-12-16,1 1 22 0,0-2 1 0,0-1-10 0,0 0-12 16,1-1 18-16,-1-2-15 0,0 2 21 0,0-4-1 0,-2 0-9 0,2 1-15 15,-1 0 16-15,0-3-14 0,0 1 21 0,0 1-3 0,-1-2-10 16,0 3-11-16,-1 0 11 0,0 0-9 0,-2 2 10 0,1 1 0 15,-1 2-11-15,2 3 2 0,-1 1 6 0,3 0-3 16,-1 2 6-16,1-1 3 0,0-2-2 0,2 1-17 0,0-1 15 0,-6-1-13 0,4-1 22 16,-2 0-1-16,2-2-7 0,6 1-16 0,0-2 15 0,0 0-11 15,1-3 22-15,-4 0-1 0,-1 1-10 0,-1 1-2 0,-1-2 3 0,-2 0-3 16,-1 1 5-16,-1 1 2 0,-1-2-2 0,-1 0 4 0,1 1 21 16,-2-1-10-16,0 2 40 0,0-1-8 0,-1-2-10 0,0 1-18 15,-1-3 9-15,0 1-11 0,-1-2 6 0,0 0-8 16,1-1-9-16,-1 0-10 0,0-2 5 15,1 1-6-15,-2 0 4 0,1 0-2 0,0 0-3 0,1 1-16 0,-1-2 13 0,0-1-13 0,1-1-12 0,0-3-10 16,0 1-21-16,0-2-48 0,1 0-16 0,-1-1-9 0,0 2-114 0,0-2-88 16,-1 2-60-16</inkml:trace>
  <inkml:trace contextRef="#ctx0" brushRef="#br0" timeOffset="84178.12">19863 2317 1710 0,'-6'8'-174'0,"3"-2"374"0,-1 1-41 0,2 2-50 0,1 5-55 16,1-1 18-16,1 2-36 0,2 2 24 0,2-3-9 16,0 2-14-16,3 2-1 0,0 0 2 0,3-1-6 0,2 2-3 0,-1-2-8 15,0-2-5-15,2 2-7 0,-1-2 3 0,0-2-3 16,1 0 3 0,-1-4-2-16,-2-2-5 0,0 0-1 0,-2-2 6 0,-2-3-5 15,-3 1 5-15,-1-2 2 0,-1-1-5 0,-2 2 4 0,0-2 12 16,0 0-9-16,0 0 33 0,0-2-5 0,-1 1-4 0,0-2-29 15,-2-3 14-15,1 0-20 0,0-2 18 0,0 0-7 0,0-1-9 16,4 0-13-16,-2 0 13 0,1-1-9 0,0 0 22 0,2 0 0 16,1 1-8-16,1-2-11 0,2 4 6 0,1-1-7 0,2 0 5 15,-1 3-1-15,1 1-1 0,-2-1-12 0,0 2 11 0,1 0-9 16,-3 2 19-16,1-1-4 0,-6 2-6 0,0 0-10 0,1 3 10 0,-1 0-7 16,4 3 12-16,0 0-2 0,0 2-6 0,2 1-11 0,0 4 15 15,2 0-9-15,-1-1 23 0,1 2-4 0,1-2-10 0,1 1-6 16,1-2 5-16,1 0-3 0,-1-3 11 0,0 1-2 0,1-2-6 0,-1 1-10 15,3-2 13-15,-2 2-9 0,2-3 16 0,-2-1-1 0,-1-1-8 16,0 1-7-16,-1-2 8 0,0 0-6 0,-1 1 13 16,1-3-2-16,-1 0-6 0,0 0-10 0,-1 0 11 0,-1 0-9 0,-1 0 19 15,0-3-2-15,0 1-8 0,0-2 3 0,-2-1-3 0,2 1 2 0,-2-4-2 16,0 0-1-16,0 2 1 0,-2-3-13 0,0 1 13 0,1-2-9 16,-1-1 21-16,-1-1-3 0,-2-2-10 0,0-1 1 0,-3 1-2 15,-2-2 2-15,1 3-4 0,-1 3 0 0,1 2 1 0,-3 2-19 0,1 1 14 16,0 2-11-16,-2 1 24 0,0 2-4 0,0 1-7 0,-1 4-7 15,0 0 5-15,0 4-3 0,0 0 9 0,3 3 1 0,-1-1-1 0,2 1-3 16,1 1 3-16,2-2-3 0,1-1 8 0,1 1 0 16,1-2 0-16,2 0-3 0,2-2 7 0,0 1-5 0,3-2 2 0,2-1-1 15,1 3-4-15,3-3-2 0,-1 0 5 0,2-2-4 0,2 1 9 16,1-3-4-16,0-1-5 0,3 0-10 0,0-3 10 0,0 0-9 16,-1-1-23-16,-8-3-16 0,-2 2-26 0,1 0-60 0,0-3-8 0,4 2-19 15,3-3-155-15,-2 0-160 0,3-2-113 0</inkml:trace>
  <inkml:trace contextRef="#ctx0" brushRef="#br0" timeOffset="84477.44">20824 2483 1459 0,'-5'7'168'0,"2"2"29"0,0 0 6 0,0 3-63 0,1-1-54 0,2 1-25 0,-1 0-35 0,1 0-18 16,0-3 11-16,1 0-11 0,0-1 21 0,1 1-6 15,0-4-8-15,0-1-3 0,-1-1 6 0,0 0-5 0,-1-1 15 16,1-2-2-16,-1 0-4 0,0 0 5 15,0 0 12-15,0 0-10 0,0 0 28 0,0 0-7 0,0-2-9 16,0-2-14-16,0-2 11 0,1-1-17 0,3-3 6 0,0-1-5 0,2-1-9 0,3-1-12 16,1 2 13-16,3-1-13 0,3 1 20 15,-1 4-5-15,1 1-8 0,1 1-3 0,-2 3 3 0,0 1-3 0,-2 1 3 16,-1 0-1-16,1 1-2 0,-2 5-2 0,0-3 5 0,-1 4-4 16,1-1 4-16,-2 2-2 0,2 0-4 0,0 2-1 0,-1 0 6 0,-1 2-5 15,0-1 4-15,-1 1-4 0,-2-2-3 0,2 3 1 0,-7-2 0 16,1 1 2-16,-1-1 4 0,-1 2-4 0,4-1-3 0,0-3-50 15,-1-1 4-15,0 0-17 0,1-1-46 0,0 2-70 16,1-2-51-16,1 5-604 0,8 1 543 0</inkml:trace>
  <inkml:trace contextRef="#ctx0" brushRef="#br0" timeOffset="84881.07">22528 2197 1732 0,'3'0'-1091'0,"-7"0"1913"0,-1-1-240 0,-1 1-398 0,-2 0-105 0,0 1 5 16,2 3-44-16,-3 4-23 0,0 4-6 0,0 2-11 0,-3 8-7 16,1 0 9-16,1 1-7 15,-2 4 20-15,0-2-5 0,-1 1-4 0,-4 2-9 0,0-2 3 0,3-1-2 16,0 5 12-16,4-3 1 15,0 0-2-15,-1 0-22 0,1-4 18 0,1-4-17 0,1-1 31 0,1-2-6 0,1-2-13 0,0-2-8 0,0-3 3 16,1-1-7-16,-1-2-16 16,1 2-32-16,1-1-11 0,1-1-101 0,-1-1-78 0,2-2 38 15,0 3-76-15</inkml:trace>
  <inkml:trace contextRef="#ctx0" brushRef="#br0" timeOffset="85113.27">21988 2337 1092 0,'-7'-11'296'0,"0"6"-168"0,-2 1 102 0,1-1-33 0,3 3 24 16,2 0-57-16,3 2-32 0,0 0-35 0,0 0-40 0,2 0-33 15,3 2 13-15,1 2-18 0,7 2 28 0,2 3-5 0,3 2-7 0,7 5-18 16,2 0 13-16,-2 4-18 0,2-1 18 0,-10 1-9 16,-2 1-11-16,3 1-11 0,-1-2 9 0,6-1-9 0,1 2 13 15,-1-3-5-15,-3 0-7 0,1-1 0 16,-4-2 2-16,-2-4 0 0,0 2 2 0,-1-4 2 0,1 1-4 0,0 0-19 15,-1-1 4-15,-3 0-12 0,0-5-19 0,-3 0-19 0,1-3-10 0,0 1-96 16,0-2-36-16,0 0-4 0,1 0-305 0,-2-2 314 0,-2-3-58 16</inkml:trace>
  <inkml:trace contextRef="#ctx0" brushRef="#br0" timeOffset="85424.79">22688 2390 1765 0,'-11'-11'-382'16,"12"8"743"-16,0 1-84 0,2 0-119 15,3-1-64-15,2-1 2 0,2 0-30 0,2-1-25 0,3 1-11 0,2-1-16 0,2 1-13 16,-1 0 12-16,0 2-12 0,2-1 15 0,0 0-2 16,-1 1-8-16,2-1-2 0,-4 2-1 0,1-3-2 0,1 2 4 15,-1 0-3-15,0 0 1 0,1-1-5 0,-3 2 2 0,1-2-1 16,-1 3 6-16,-3-2-2 0,1 1-5 0,-3-2-35 0,-2 2 1 16,-2 1-11-16,-6-2-54 0,-2 2-24 0,-2 0-13 0,0 2-135 15,3 0-135-15,-1 2-1 0</inkml:trace>
  <inkml:trace contextRef="#ctx0" brushRef="#br0" timeOffset="85617.33">22801 2485 1777 0,'-4'0'-268'0,"3"0"566"0,1 0-53 0,0 0-77 0,0 0-81 0,2 0 24 0,2 0-55 15,3-1 10-15,3 0-10 0,1 1-18 0,5-2-26 0,0 2 12 16,0-1-19-16,2-2 12 0,-2 2-4 0,1-1-8 0,3-1-10 15,3-1 12-15,-2 2-12 0,5-4 18 0,-1 3-6 16,-2-1-7-16,-4-1-30 0,-4 1-22 0,-1-1 4 0,1 0-157 16,5-1-127-16,5 5-43 0</inkml:trace>
  <inkml:trace contextRef="#ctx0" brushRef="#br0" timeOffset="86092.99">23866 2147 1595 0,'-16'0'122'0,"-1"0"27"0,0 4-51 0,-2 2 13 16,4 3-34-16,1 3-28 0,-3 1-52 0,3 2 11 16,0 2-18-16,-2 4 24 0,3 0 1 0,0 2-8 0,-2 0-13 15,5-1 17-15,2-2-18 0,1 1 30 0,3-3 2 0,1 0-8 0,2 2-8 16,1-2 18-16,4-1-19 0,1 2 23 0,3-3-5 0,1-1-11 16,6-1-11-16,0-2 20 0,1 0-19 0,4-1 30 15,-3-3-9-15,2 0-13 0,6-2-7 0,0-1 20 0,3-2-15 16,3 2 32-16,0-4-9 0,-1-1-13 15,2-1-3-15,-3-3 5 0,-1-1-5 0,-3-3 7 0,-3 1-7 16,-10-4-5-16,-2-1 3 0,-3-4 7 0,-1-2-2 0,3-2 8 16,0-1-1-16,-2 0-6 0,1-4-1 0,-1 2 7 0,-1-2-7 0,-2 0 2 15,-2 1-5-15,-2 0-7 0,-1-1-11 0,-2 2 7 16,-3 2-6-16,0 1 6 0,-3 8-2 0,-2 0-6 0,0 0-2 16,-3 6 3-16,2-2-2 0,-3 3 0 0,-3 1 2 0,-3-1-4 0,-5 1-13 15,0 2 13-15,0-1-13 0,2 2 9 0,3 1-18 0,1 1-14 0,1 4-41 0,0-1-17 0,1 1-2 16,2 1-100-16,5-3-18 15,4 4-35-15</inkml:trace>
  <inkml:trace contextRef="#ctx0" brushRef="#br0" timeOffset="91126.68">430 4334 256 0,'-8'2'29'0,"4"0"431"0,0 1-159 15,2 1 26-15,-1 0-258 0,1 1 14 0,0-2-44 0,2 3-4 0,0-2-7 16,3 2-10-16,-1 0-9 0,1 1 8 0,2 1-9 0,0 2 32 16,2 2-4-16,-1-1-4 0,2 1-17 0,-2 2 9 0,2-1-14 15,1 3 14-15,-2 0 0 0,0-1-5 0,-3 4-19 0,1-2 9 16,-1-1-13-16,2 5 12 0,2-3 0 15,-2-1-8-15,0-2-6 16,-3-4 12-16,-2 2-13 0,5 3 7 0,-1-2-23 0,-1-2-12 0,2 1-56 0,-5-1-38 0,1-3 22 0,-1 0-147 16,-1-4-61-16,1 1-21 0</inkml:trace>
  <inkml:trace contextRef="#ctx0" brushRef="#br0" timeOffset="91347.39">453 4642 1425 0,'-4'-4'-138'0,"2"1"327"0,1-1-34 0,1 0-33 0,1-1-77 15,1 0 10-15,3-3-36 0,1-2-5 0,1-2 0 16,1 1-7-16,0-1-22 0,3 1 22 0,0 0-21 0,5 1 32 16,0 2-6-16,-2 2-13 0,4-2-12 0,-3 1 13 0,0 0-9 15,-1 1 25-15,-2 0-5 0,0-1-9 0,0 1-11 16,-3-1 8-16,-1 0-9 0,1-1 21 0,-2 0-13 0,-1 1-7 0,1-4-59 15,-4 2 10-15,1-2-17 0,0 1-25 0,-3-1-47 16,2 2-21-16,-1-2-119 0,-1 2-61 0,0-1 6 0</inkml:trace>
  <inkml:trace contextRef="#ctx0" brushRef="#br0" timeOffset="91537.33">638 4217 430 0,'-7'0'102'0,"1"-1"70"16,1 2 37-16,0 2-60 0,1 1 28 0,-1-1-26 15,2 3-39-15,1-3-25 0,1 3 31 0,0-1-41 0,1 2 44 16,0 1-6-16,1 1-22 0,2 1-2 0,0 0 9 0,3 3-23 15,1 1-14-15,-1-1-10 0,3 1-17 0,2-1-4 0,-1 2 5 16,1 0-9-16,0 0 1 0,0 0-10 0,1-2-7 0,-1 1-13 16,-1-1 8-16,0 0-7 0,2 0 17 0,0-3-5 15,-2-1-7-15,0 0-17 0,0-2 12 0,-2 1-14 0,1 0 5 16,-2-1-13-16,-2 0-14 0,1 0-29 0,-3 0-20 0,2-2 11 16,-2 1-101-16,0-3-17 0,0 0-23 0,-1-1-201 0,0-1 249 15</inkml:trace>
  <inkml:trace contextRef="#ctx0" brushRef="#br0" timeOffset="91885.19">894 4450 1043 0,'0'-1'103'16,"1"-2"48"-16,-1 0-5 15,1-3-25-15,1 1-60 0,1-1-17 0,0-2-23 0,0 1-20 0,2-2 15 16,-1 1-16-16,1 0 26 0,-2 2-3 0,-1-1-8 0,1 0-15 0,-2 2 13 15,0 0-14-15,0-2 24 0,0 2 3 0,-1-1-6 0,1-1-24 16,-1 2 24-16,0 0-26 0,-1 0 33 0,0 0-13 0,0 1-13 16,-1-1-1-16,1 2 11 0,-2 1-4 0,-1-1 22 0,0 0-6 15,0 3-13-15,-2 0-4 0,1 3 3 0,0 0-5 0,0 0 7 16,-1 4 0-16,0-2-1 0,0 3 5 0,-1 1 7 16,1 0-3-16,2 0 24 0,0 0-8 0,1-2-3 0,1 2-14 0,1-1 10 15,0 2-8-15,1-1 9 0,0 0-6 0,1 1-10 0,1-2-14 16,1 0 12-16,1-1-9 0,-1-2 20 0,2 1-10 0,-2-3-9 0,1 2-11 15,2-1 8-15,0-1-4 0,-2 1 12 16,1-3 1-16,-2 2-5 0,0-3-7 0,2 0 6 0,-1 0-6 0,2 0-3 0,-2 0-3 16,1-2-9-16,-1 0-34 0,2-1-8 0,-1-1-10 0,0-1-52 15,1 0-22-15,-1-3-18 0,2-1-192 0,0 0-98 0,1 1-32 16</inkml:trace>
  <inkml:trace contextRef="#ctx0" brushRef="#br0" timeOffset="92091.01">1047 4262 1104 0,'0'8'93'0,"1"2"23"0,1 0 15 0,1-1-33 0,2 0-18 16,2-1-30-16,-2-2-38 0,3 1-7 0,-1-1-5 0,-1-2 6 15,1 1 1-15,0-2-4 0,-1 0-3 0,-1 0-26 0,1-2 7 16,-2-1-14-16,0 0-25 0,-2 0-22 0,1-2-11 0,-2-1-173 15,1 1 154-15</inkml:trace>
  <inkml:trace contextRef="#ctx0" brushRef="#br0" timeOffset="92217.61">996 4114 1251 0,'-17'5'-118'0,"8"-3"297"0,2 1-22 15,3 1-23-15,1-3-74 16,1 1 6-16,0 0-38 0,2-1-23 0,1-1-2 0,0 1-6 0,4-1-38 0,-1 0-35 0,3-1 6 15,2-2-275-15,2 2 218 0,4-3-42 0</inkml:trace>
  <inkml:trace contextRef="#ctx0" brushRef="#br0" timeOffset="92517.83">1211 4163 1207 0,'-13'18'135'16,"1"0"43"-16,2-2-41 0,1-1 30 0,2-2-48 0,4-3-55 15,0-1-41 1,1-1 13-16,2-1-19 0,0-1 14 0,1-1-13 0,2-2-15 0,-1-1-16 0,-1-1 16 0,2 0-12 16,-1-1 28-16,2-1-4 0,0-2-12 0,1 0 2 0,-1-2 1 15,2-3-3-15,0-1 6 0,-2-1 1 0,2-1 2 0,-2 1-17 16,2 0 15-16,-1 1-15 0,0 1 27 0,-1 3-6 0,0 3-9 16,-2-1-5-16,2 2 10 0,0 1-8 0,0 4 14 15,2-1 3-15,0 4-6 0,0 2-6 0,1 1 6 0,0 3-10 16,1-2 8-16,-2 3-6 0,1-1-4 0,-1-1-16 0,-1-1 14 15,1 0-8-15,0-1 23 0,-2 1 0 0,1 0-10 0,-2-2-11 0,-1-1 10 16,0 1-9-16,0-1 9 16,-1-1 0-16,-1-2-5 0,1 1-9 15,-1-1 9-15,0-1-12 0,0 0-9 0,0 0-4 0,0-3-15 0,0 0-48 16,-1-1-14-16,0 0-12 0,-1-2-107 0,1-2-54 0,0-3-44 16</inkml:trace>
  <inkml:trace contextRef="#ctx0" brushRef="#br0" timeOffset="92858.84">1326 3978 679 0,'-1'0'209'15,"-1"0"372"-15,1 2-297 0,1-2-57 0,-1 3-53 0,1 0-106 0,1 2 13 0,1-2-45 0,1 3 10 16,1 1-12-16,-1 0-13 0,2 0-18 0,-1 2 11 16,1-1-12-16,-1 0 17 0,-1-1-3 0,2 0-8 0,-2-2-9 15,2-1 16-15,-2 0-15 0,0-3 19 0,1 0-2 0,-1-1-11 16,-1 0-6-16,1-2 19 0,-1 0-18 0,1-4 30 15,1 1-7-15,0-3-12 0,2-2-6 0,1 0 7 0,-2-1-9 16,3 0 8-16,-1 1-5 0,-1 1-6 0,2-2 1 0,-2 2 0 16,1 2 2-16,-1 2 1 0,0 2 3 0,0 1 1 0,-1 2-8 15,0 2 23-15,-1 4-17 0,1 1 38 0,-1 2-6 0,1 2-9 0,0 1-17 16,1 1 12-16,0-1-12 0,-1 1 13 0,1 0-7 0,-1-1-9 16,0 2-14-16,-1-2 5 0,1 1-4 0,-2-1 14 0,1-3-5 15,0-3-4-15,-1 1-6 0,1-2 4 0,-1-1-1 0,-1-4-5 16,1 0-1-16,-1 0-8 0,0-2-22 0,0 2 9 0,1 0-14 0,-1-1-11 15,0 0-7-15,0-2-10 0,1 2-29 16,0 0-4-16,0-3-3 0,0-1-34 0,0-6-19 0,0 2-21 0,2-3-84 0,-2-2-78 16,2 1 15-16,-1-3 44 0</inkml:trace>
  <inkml:trace contextRef="#ctx0" brushRef="#br0" timeOffset="93009.06">1693 3708 1300 0,'0'0'-205'0,"0"2"484"0,0 3-33 0,2-1-43 0,0 5-79 15,1 3 20-15,2 1-57 0,1 2-5 0,1-1-22 0,2 1-28 0,0 1-24 16,-1-4 9-16,0 1-12 0,-1 1 5 0,-3-3-3 16,2-4-5-16,-1 2-37 0,1-1-13 0,-1-3-4 0,1 1-96 15,0 0-69-15,-3-1-25 0</inkml:trace>
  <inkml:trace contextRef="#ctx0" brushRef="#br0" timeOffset="93135.25">1632 3909 1406 0,'0'-5'276'0,"0"-3"-48"16,1 0-58-16,2-1-44 0,4-4-28 0,2 1-32 0,1 0-35 15,3-3-40-15,2 1 9 0,0-2-19 0,3-2-85 0,0 0-111 16,0 1-56-16</inkml:trace>
  <inkml:trace contextRef="#ctx0" brushRef="#br0" timeOffset="94966.19">6918 9613 645 0,'-2'-2'233'0,"-1"-1"307"0,2-2-334 0,0 0-77 16,-1-3-18-16,2-1-31 0,0 0-5 0,0-2-15 0,0-2-4 15,0 2 26-15,0 0-29 0,0 1 42 0,0-1-17 16,0 0-18-16,0-1-27 0,-1-2 12 0,-1-1-21 0,1-5 11 16,0 2-6-16,0-2-12 0,0-4-15 0,-2 3 13 0,2-2-15 15,0-3 15-15,1 3-2 0,0-1-7 0,1-3-8 0,3 2 5 16,-2 2-5-16,2-3 9 0,0-1 1 0,1 2-4 0,2 0-10 15,-1 2 6-15,0 5-6 0,1 1 13 0,-1 9-5 16,-1 2-3-16,0 1-14 0,-2 5 11 0,2-3-8 0,-2 3 19 16,2 3 1-16,-1 3-5 0,1 1-13 0,1 0 11 0,2 5-10 15,0-1 16-15,1 5 0 0,0 4-7 0,1 1-4 0,1 2 5 0,-1-1-4 16,2-2 8-16,-1 2-1 0,-1-3-3 0,1 2-4 0,2-1 1 16,-1 1-1-16,1 0 5 0,1 0-8 0,-1-1-6 0,1 2 0 15,-1-2 3-15,0-2 1 0,-8 2-15 0,-1-5 1 0,-1 3-10 0,0 1-36 16,4-1 28-16,0-3-27 0,0-1 30 0,-2-2-12 0,0-2-19 15,-1 4-30-15,1-2-6 0,-1 1-6 0,0-2-65 0,-1-2-34 16,-2-2-31-16</inkml:trace>
  <inkml:trace contextRef="#ctx0" brushRef="#br0" timeOffset="95213.07">7016 9389 1994 0,'-11'6'142'0,"0"-3"47"0,1 2-41 0,1-1-25 0,2-1-38 0,3-2-55 16,3-1 14-16,1 0-35 0,0 0 9 0,0 0-9 15,1-1-9-15,2 0-7 0,0-1 5 0,2 0-4 0,1-2 12 16,2 1-1-16,1 0-5 0,3-3-6 0,3 0 6 0,0-2-5 16,4-2 14-16,-1 0-9 0,2-2-5 0,1 0-47 0,2-3 4 15,1 4-13-15,1-2-20 0,-6 3-15 16,-1 0-8-16,2-1-66 0,2 2-29 0,2 2 20 0,2 0-93 0,-4 1-31 0,-2 0 7 15</inkml:trace>
  <inkml:trace contextRef="#ctx0" brushRef="#br0" timeOffset="95882.61">7501 9179 190 0,'1'-2'109'15,"2"-1"73"-15,-3 1 63 0,0 0-19 0,0 1-34 0,-3 0-39 16,0 0 34-16,-2-1-62 0,-1 2 17 0,-1 0-27 0,-1 0-32 16,-2 3-32-16,0-1 20 0,0 5-29 0,-1-1 15 15,-1 3-16-15,2 1-26 0,-1 3-12 0,2 1 5 0,1 2-7 16,0 3 14-16,4 0-6 0,2 0-4 0,-1 3-5 15,3-3 15-15,0-1-12 0,3-1 25 0,0-3-4 0,0-3-7 0,3 1-14 16,1-4 10-16,-2-2-12 0,3 1 20 0,0-5-6 0,1-1-6 16,1 1-9-16,0-4 5 0,1 0-6 0,2-3 12 15,-2-2-3-15,0-2-2 0,0-2-5 16,0-1 4-16,-2-1-2 0,0 1 8 0,-3-1 1 0,1-1-1 0,-1 0-23 0,-3 1 29 0,-1-1-24 16,-2 1 36-16,0 0-1 15,-1 0-14-15,-1-2-9 0,-1 4 13 0,-2-2-11 0,1 1 15 0,-1 1-7 16,1 2-8-16,0 0-7 0,0 1 4 0,1 3-2 15,1 1 8-15,1 2-1 0,0 0-2 0,1 1-2 0,0 1 2 0,0 0-2 0,1 0 4 0,1 1-1 0,2 1-1 16,-1 4-6 0,3 2 5-16,-1 2-4 0,2 1 0 0,1 2 3 0,1 3-3 0,1-1-11 0,0 2 12 0,0-1-11 0,3 1 17 15,-2 1-4-15,0 0-7 16,2 2-6-16,3 3 8 0,0 2-8 0,1-1 1 0,0 3 2 16,-6 0-3-16,-1-4-17 0,1-2-5 0,-2 0-1 0,5 1 3 0,-4-1 1 0,-4 2 6 0,-1-2-21 0,-3-3 13 15,-1 0-12-15,-2-2 12 16,-3 1 3-16,-3-2-4 0,0 0-4 0,-1-1 9 0,-1-3-4 0,3-1 28 0,-1-3-1 0,0-1-1 15,0-3-8-15,0-2 11 16,3-1-5-16,2-3 20 0,0 0-5 0,1-2-6 0,-5-4-11 16,0 0 8-16,3 0-4 0,0-2 21 0,0 2-1 0,3 0-6 0,0-3-10 0,2-1 12 0,1-1-9 0,0-2 26 0,3 2-6 15,-1-2-4-15,3-4-2 0,-3 0 2 0,2-2 0 0,-1-3 5 16,2 0-5-16,6 2-6 0,0-4-4 16,3 1 1-16,1-1-1 0,-2-4-2 0,-2 1-2 0,1 1-4 0,0 0-8 0,-1 0 9 15,1 1-7-15,-2-1 11 16,0 2 0-16,-1 0-4 0,-1 0-15 0,0 2 12 0,-3 1-11 0,-1 4 22 0,-4 2-2 0,-1 4-6 0,-2 1-6 15,-4 4 5-15,0 0-4 0,-4 2 12 0,-1-1-3 0,-2 1-4 0,-1 4-10 16,1 1 10-16,-1 4-7 0,1 1 13 0,-1 6-3 16,1 2-8-16,-1 3-5 15,0-1 5-15,2 2-3 0,1 0 7 0,0 5-2 0,2 3-2 16,-1 1 2-16,2-2 0 0,2 1 1 0,1-3 1 0,2-2-2 16,1-3 0-16,1 0 3 0,4-3 16 0,0 0-8 0,4-2 33 15,2-1 1-15,0-1-4 0,2-1-24 0,1-1 20 0,0-3-20 16,1 0 19-16,1 0-9 0,0-3-12 0,4 0-15 0,1 0 7 0,-1-2-6 0,1 0 10 0,0-2-3 0,-1 3-5 0,-1-5-10 31,0 3 8-31,-1 0-6 0,0-2 16 0,0 1-4 0,-1-2-5 0,0 2-25 16,-1-1 0-16,-1 0-10 0,-1-1-35 0,-8-1-15 0,-1 0-20 0,0 1-124 15,0-2-88-15,6 2-19 0,4 2-44 0</inkml:trace>
  <inkml:trace contextRef="#ctx0" brushRef="#br0" timeOffset="104542.98">15598 3868 256 0,'-7'1'39'0,"3"2"567"0,3-3-240 0,0 2 22 16,0 2-335-16,1 0 11 0,0 1-35 0,2 1-7 0,2 1-1 15,1 2-9-15,2 2 0 0,0 1 0 0,0-1-2 0,-1 1 0 16,0-1 3-16,0 1-6 0,-2-1-14 0,1 0 21 16,-2-2-21-16,0 0 29 0,-4-1-10 0,0 0-11 0,-2 1 2 15,-2-2 3-15,5-1 1 0,0 2 1 0,-1-2 2 0,0-1-5 16,1-1-5-16,-1-1 18 0,0-1-17 0,0-1 28 15,1 1 2-15,3-2-10 0,-3-2 15 0,3 0 5 0,1-1-5 0,-4-4 0 16,2-2-13-16,-2-2-6 0,0-1-25 0,-1 0 14 0,1 2-11 16,0 0 23-16,2 1-6 0,-4-2-12 0,1-1-12 0,-2-1 15 15,1 1-10-15,6-1 16 0,-1 1 1 0,0 1-11 0,2 1-4 16,-1-1 8-16,1 2-6 0,-1 0 13 0,2 1-3 0,-2 2-4 0,4-2-13 16,-2 3 16-16,1 1-11 0,0 1 25 0,0 3-5 0,1 0-9 15,0 2-14-15,1 3 15 0,-1 0-11 0,0 3 23 0,-3-1-5 16,2 1-11-16,0 2-7 0,-1-1 7 0,2 1-3 0,-1-1 10 15,0-1-3-15,-1-2-7 0,0 0-8 0,0 0 9 0,-2-2-4 0,1 0 18 16,-1-2-6-16,0 0-10 0,-2-1-13 0,1-1 20 0,-1 1-11 16,1-1 40-16,0-1-1 0,-1 0-2 0,2-5-21 0,0 3 15 15,1-4-14-15,-1 2 12 0,1-1-4 0,0-2-12 0,2 2-12 0,0-1 9 16,1 2-9-16,-1 1 11 0,1 2-4 16,-1-1-3-16,1 3-13 0,-1 0 9 0,0 4-5 0,1 0 19 0,0 3-3 0,1 0-5 0,0-1-11 15,0 2 13-15,0 0-9 0,0-3 14 16,0 0-2-16,1 0-10 0,1-1-7 0,2 1 13 0,-1-3-7 0,0 2 19 0,1-1-4 15,-2-2-10-15,3 0-4 0,-2-1 3 0,-1 2-3 16,0-2 3-16,-5 0 2 0,-2 0-1 0,2-2-9 16,-3 2 9-16,5-1-8 0,0 0 18 0,-1 0-2 0,0-1-6 0,-3 1-6 0,-1 0 4 15,1-1-4-15,-3 2 9 0,-1 0 0 0,0-1 0 0,0 0-3 0,-2-2 2 16,-2 0-2-16,0-1 6 0,-2-1-2 16,1 1 0-16,-2-1-16 0,1-3 14 0,1 2-12 0,0-2 16 0,0 0-2 0,-1 0-8 0,1 2-11 15,0 0 14-15,4 1-8 0,0 2 18 0,1 0-4 0,0 3-10 16,-4 0-13-16,0 0 14 0,-1 4-9 15,2 0 20-15,0 2-1 0,-1 2-8 0,2 2-16 0,0 3 19 0,1 0-15 0,1 1 31 16,0 1-4-16,2 1-9 0,1-3-7 0,1 3 4 0,0-3-3 0,3 0 12 16,-2-2-5-16,3 0-4 0,-3 0-10 0,-2-2 6 15,3-1-6-15,-1-1 15 0,7-1-3 0,-1-3-5 0,3 1-10 0,3-2 9 16,1-2-8-16,1-3-1 0,1-1-16 0,0-2-18 0,0-1-65 16,1-2-21-16,2-1-12 0,0-1-161 0,1 0-115 0,-1 0-80 0</inkml:trace>
  <inkml:trace contextRef="#ctx0" brushRef="#br0" timeOffset="104842.02">16650 3837 1660 0,'-19'22'-229'0,"5"-8"505"0,1 0-53 0,-1 0-62 0,-5 3-81 0,3-1 12 16,2 0-43-16,2-1-2 0,3-1-5 0,0-2-10 0,1-2-26 0,3-1 23 15,1-1-26-15,0-2 40 0,3-4-12 0,0 1-11 0,1 0-16 16,0-3 17-16,1 0-15 0,3 0 39 15,-1-3 2-15,4 0-7 0,3-4-22 0,0-1 18 0,2 0-27 0,3-2 21 0,-1 1-10 16,2 0-12-16,2 0-14 0,-1 3 11 0,-2 0-10 0,-6-1 17 16,-3 5-2-16,1-1-8 0,0 0-4 0,5 3 4 0,-2 0-4 15,1 3 10-15,1 0-4 16,0-1-4-16,0 3-5 0,0-1 7 0,-1 2-2 16,-3 0 6-16,0-1 1 0,-1 0-6 0,1-1-6 0,0 0 7 0,0-2-6 0,-2 1 8 0,-1-3 1 0,1 0-4 15,-1 0-25-15,1 0 2 0,-1 0-12 0,-2 0-24 0,0-3-10 0,0 1-15 16,-1-1-69-16,-1 0-1 15,1-2-22-15,-1 1-94 0,0 1-58 0,-1-1-61 0</inkml:trace>
  <inkml:trace contextRef="#ctx0" brushRef="#br0" timeOffset="105017.92">16846 3973 1099 0,'0'1'-447'16,"0"-1"905"-16,0 1-85 0,0-1-132 0,1 0-61 16,1-1 40-16,1-2-72 0,3 0 10 0,3-3-39 0,1-1-51 0,3-1-38 0,-1-1 19 0,3 0-25 0,1 0 26 15,-3 2-15-15,1 0-17 0,-2 1-13 0,-2 3 11 0,-2 2-11 16,1 1 14-16,-3 1-3 0,0 2-11 0,1 2 0 15,0 1 7-15,1 3-7 0,0 1 7 0,-2 1-3 0,1 0-4 0,0 2-6 32,-2 0 7-32,0-2-6 0,2 1 13 0,0-2-5 15,1-1-5-15,4 1-11 0,-2-2 9 0,-1-2-9 0,1 2-10 16,-1-4-27-16,-5 1-20 0,1-2-104 0,0-3-57 0,1 0-6 16,6-2-488-16,6-3 445 0,4-2-97 0</inkml:trace>
  <inkml:trace contextRef="#ctx0" brushRef="#br0" timeOffset="105446.31">17986 3441 1262 0,'-8'-1'147'0,"-1"1"184"0,0 0-144 0,4 0-41 0,-2 1-35 0,2 3-65 0,2 3 4 0,1 2-24 16,1 3 15-16,1 2 1 0,0 4 0 0,2 2-5 0,0 0 3 16,2 3-10-16,0 1 1 0,1 1-7 0,0 0-6 15,2-2-18-15,0 0 11 0,-1-1-13 0,2 3 21 0,-1-2-6 0,0-2-7 16,1 1-17-16,-1-4 15 0,1-3-13 0,0 2 26 16,1-5-6-16,-2-1-10 0,0-1-15 0,-2-1-12 0,0-1 1 15,0 0-64-15,-1-1-28 0,0 0-12 0,0-2-149 0,-3-1-182 16,-1 0 5-16</inkml:trace>
  <inkml:trace contextRef="#ctx0" brushRef="#br0" timeOffset="105650">17969 3822 1816 0,'-4'0'-1143'0,"-2"3"2005"0,3 0-265 0,1 0-422 15,0-1-103-15,2-1 10 0,5 2-42 0,2 0-4 16,2-1-8-16,2-1-13 0,2 2-9 0,2-2 4 15,0-1-6-15,1-1 7 0,1-2-1 0,1-2-3 0,2 0-6 0,-1-3 3 16,-4 0-4-16,0-3 6 0,-1-2-6 0,2 1-2 0,9-4-32 16,-3 2-2-16,-1-2-7 0,1-1-46 0,-4 3-20 0,-2-2-10 15,-2 4-56-15,-2-1-50 0,-3 5 38 16,-1-2-216-16,-3 1-13 0,-3-1-7 0</inkml:trace>
  <inkml:trace contextRef="#ctx0" brushRef="#br0" timeOffset="105856.37">18316 3509 89 0,'-5'-15'118'0,"-1"1"1"0,0 4 97 0,2-2 3 16,1 4 22-16,-1 1-44 0,1 4 8 0,1-1-24 15,-1 3-28-15,2 0-27 0,0-1 15 0,0 2-16 0,1 0-5 0,0 0-21 0,0 0-27 16,0 2-17-16,0 0 19 0,0 3-13 0,2 1 16 0,0 0-6 16,1 3-16-16,0 2-24 0,0 2 17 0,1 0-19 0,0 2 21 15,1 1-7-15,-1-1-10 0,2 3-15 0,-2-1 4 0,2 1-6 0,-2 0 3 16,1-2-3-16,-1 0-7 16,1-2-3-16,-1-3 4 0,2 2-4 0,0-2 2 0,-1 7 0 15,2 0-3-15,1-1-9 0,-1-3 9 0,0 0-8 0,1-4 14 0,1 1-3 16,1-2-6-16,-1-2-12 0,-1 1 12 0,0-3-9 0,0 1 12 0,-2-2-7 0,0 1-15 0,1-3-29 15,0 0 3-15,0 0-10 0,-1-2-22 16,1-2-7-16,1-2-11 0,1 2-73 0,0-5-45 0,0 1-14 0,-1 0-422 0,-4 1 401 16,-3 2-89-16</inkml:trace>
  <inkml:trace contextRef="#ctx0" brushRef="#br0" timeOffset="106167.1">18622 3779 841 0,'4'-5'255'0,"-3"5"-148"0,0-2 101 0,2-2-86 0,-1-1 5 16,2 1-42-16,1-4-46 0,0 1-12 0,1-2-19 0,1-3-6 16,-2 2 4-16,1 0-3 15,1-1 10-15,-4 2-3 0,1 0-2 0,-2 0 8 0,-1 2 15 16,-1 2-7-16,-1 1 40 0,-1-1-12 0,-1 2-10 0,1-3-9 16,-2-1-1-16,0 3-5 0,0-2-8 0,-1 4-1 0,0-1-4 0,0 2-9 15,-1 1 6-15,1 0-9 0,-3 2 7 0,1 2-3 16,-1 2-3-16,6 3-1 0,0 0 3 0,1 0-1 15,0 2 16-15,-5-2 2 0,0 2 0 0,3 2 0 0,0 2 8 16,0 1-9-16,2 0 8 0,0-2-6 0,2 0-8 0,2 2-21 0,0-3 14 0,1-1-12 0,2-1 17 0,0-2-1 16,-1-3-11-16,2 0-7 15,-6 0 7-15,1-3-7 0,1 1-14 0,-1-1-29 0,7-3-28 16,2 0-101-16,0-3-46 0,3-1-16 0,0-1-1 0</inkml:trace>
  <inkml:trace contextRef="#ctx0" brushRef="#br0" timeOffset="106298.31">18892 3649 1181 0,'-2'6'244'0,"0"-1"68"0,0 0-159 15,0 2-41-15,1-1-33 0,1 4-42 0,1-1-33 0,2 0 6 0,0-1-11 0,2-1 7 0,0-1-4 16,0-1-4-16,0-2-88 16,2-1-43-16,-1-1-1 0,1 1-360 0,0 0 312 0,-1 0-57 15</inkml:trace>
  <inkml:trace contextRef="#ctx0" brushRef="#br0" timeOffset="106424.56">18902 3509 1567 0,'-18'-1'370'0,"2"-2"-273"16,0 1 88-16,0-1-83 15,4 1 15-15,2 0-45 0,1 2-22 0,4 0-16 16,3-1-26-16,0 1-18 0,2 0 6 0,1 0-10 16,0 0-12-16,3 0-47 0,2-1-26 0,4 1-134 15,1-1-162-15,3-1 10 0</inkml:trace>
  <inkml:trace contextRef="#ctx0" brushRef="#br0" timeOffset="106758.17">19256 3536 1220 0,'-21'21'-174'0,"6"-9"366"15,2 3-35-15,-2-1-51 0,2 4-49 0,3-3 24 16,1-1-42-16,1 0 26 0,3-5-5 0,1-1-13 0,0-2-29 15,2 2 19-15,1-1-27 0,1 0 31 0,0-5-12 0,1 2-12 0,1 0-7 16,2-3 15-16,-2-1-10 0,2 0 27 0,0 0-4 16,0-1-13-16,2-3-9 0,-2 0 15 0,2 2-17 15,0-2 17-15,-1 1-8 0,0 2-11 0,-2 0-18 0,0 0 10 0,1-1-11 16,-1 2 22-16,1 0-2 0,0 3-7 0,1-2-7 0,-1 2 16 16,3 1-15-16,-2-1 29 0,1 3-6 0,0 0-11 15,-1 2-8-15,1 1 6 0,2 0-7 0,-2 0 9 0,1-1-4 0,-1 1-5 16,-1 0-5-16,0 0 7 0,1 0-5 0,-2 0 10 0,1 0-2 15,-2-1-6-15,-1 2-2 0,0-1 1 0,0 0-1 0,-1 1 3 16,-1-1-12-16,0 2-8 0,-1-3-8 0,-1 1 13 0,0 0-4 0,-1-1 7 16,1-1-17-16,-3-2-28 0,2 1-76 0,-2-2-45 0,2-2-14 15,1 1-369-15,2 0 342 0,3-5-70 0</inkml:trace>
  <inkml:trace contextRef="#ctx0" brushRef="#br0" timeOffset="107097.51">19551 3402 1834 0,'-2'5'185'0,"0"1"-28"16,-1 1 13-16,-1 2-78 0,2 2 7 0,0 1-30 15,1 0-31-15,1 4-23 0,0-1 10 0,1-1-11 0,1 2 14 16,0-2-7-16,0-1-10 0,1-2-15 0,0-1 13 16,-1-1-11-16,2-1 22 0,0-2-5 0,0-3-9 0,1 1-11 15,1-2 15-15,-3 0-12 0,2-2 23 0,-1 0-5 0,1 0-11 0,0-3 3 16,2 0 2-16,-1 0-2 0,1-4 4 0,0 1-2 15,1-2 0-15,-5-1-8 0,0 0 6 0,-1 0-8 0,0 0 9 16,5 2-4-16,-1 0-4 0,0 3-10 0,1 2 12 0,1-1-10 16,-1 3 18-16,-1 0-3 0,1 3-8 0,0 1-8 15,1 2 14-15,0 2-7 0,1 2 20 0,-2 1-2 0,1 1-9 0,0 2-5 16,2 0 6-16,-2 0-6 0,1-2 5 16,-1 1-1-16,-1-3-5 0,1-4-8 0,-1-1 11 0,1-2-8 15,1-1 14-15,-1 2-2 0,0-1-7 0,1-1-17 0,-1 0 15 0,1-1-14 16,-1-1 10-16,-1 0-10 0,1-1-18 0,2-1-52 0,-1 0 0 15,-1-1-16-15,-1-1-45 0,-1 1-27 0,-1-3-24 0,1 4-189 0,-1-2-148 16,0-2-14-16</inkml:trace>
  <inkml:trace contextRef="#ctx0" brushRef="#br0" timeOffset="107262.54">20101 3331 1573 0,'1'0'-250'0,"1"2"510"15,-1 1 1-15,0 3-89 0,0 1-67 0,-1 3-1 16,1 5-53-16,1 2-15 0,-1 1-10 0,0 2-13 0,-1 0-14 15,0-1 11-15,0-1-11 0,0 0 19 0,1-2-5 0,0-2-7 0,1 1-8 16,1-4 3-16,0 1-4 0,0 1 7 0,2-4-16 16,-6 0-8-16,1 0-75 15,-1-2-29-15,-1 0 7 0,5 0-160 0,0 0-150 0,-2-1-34 16</inkml:trace>
  <inkml:trace contextRef="#ctx0" brushRef="#br0" timeOffset="107408.12">20037 3507 1575 0,'2'0'379'16,"0"0"-270"-16,0-2 96 0,5 0-82 0,2-2 16 0,3 0-50 0,4-1-35 0,0 0-16 15,0-1-30-15,-4-1-13 0,-2 1 9 0,1-1-10 0,4 0 3 0,5-1-35 16,0 2-16-16,4-3-106 16,-2 1-111-16,0 2 42 0,2 0-206 0</inkml:trace>
  <inkml:trace contextRef="#ctx0" brushRef="#br0" timeOffset="109902.99">21815 3080 256 0,'-8'-3'37'0,"5"1"554"0,2 1-208 0,0 1 35 0,0-1-300 0,1 1 2 0,0 0-35 0,1 0-29 0,1 1-3 0,0 2-13 0,3 0 0 16,0 5 6-16,2 5-12 0,2 6-2 0,1 2 4 0,-2 0-9 0,1 5-6 16,-1 0 22-16,-1-1-26 0,1 5 20 0,-3-6-8 15,1-4-12-15,-1 1-24 0,0-3 19 0,1-2-20 0,-2 1 28 0,-1-3-5 0,1-1-12 16,-1-2 3-16,0-2-1 16,0-1 1-16,-1-1 1 0,0-2 0 0,-1-2 0 0,-1 1 1 15,1-2 8-15,1-1-7 0,-2-1 11 0,0 0 5 0,1 0-2 16,0-1 10-16,0-1 15 0,1-2-14 0,2-2 7 0,0-2-6 15,1-3-15-15,0-2-26 0,2 0 18 0,0-2-16 0,0 3 22 16,1 0-5-16,2 1-12 0,1 1-5 0,1 1 3 0,0 0-2 16,1 2 8-16,-1-1 0 0,1 1-1 0,0-2-20 0,-1 4 16 0,-2 1-13 15,-1 1 25-15,-5 1-7 0,-3 2-9 0,1 4-10 0,-1-1 11 16,5 3-6-16,0 1 17 0,0 0-1 0,0 2-5 0,0 1-5 16,0-1 5-16,1 2-4 0,1-2 6 0,0 0 0 0,0-2-4 0,3 0-7 15,-2 0 8-15,1-2-7 0,-1 1 13 0,0-3 0 0,2 0-3 16,0-2-11-16,1-1 10 0,1 0-8 0,-1-1 12 0,1-3-1 15,-2 2-5-15,0-2-3 0,1-1 1 0,0 0-2 0,-1-1 4 16,-1 0 3-16,-1 1-2 0,-1-2-5 0,-2 2 7 0,0 0-6 16,-3-1 8-16,1-1-1 0,-1 0-5 0,-1-1 0 0,1 0 2 0,-2-2 0 15,-1-1 1-15,0-1-1 0,-1 1-2 0,-2 0-10 0,1 1 12 16,-1 1-9-16,-1 1 14 0,0 3-2 0,-1 3-8 0,-1 0-12 0,-3 1 10 0,0 2-8 16,-2 2 17-16,2 3-2 0,-2 3-6 0,4 4-15 15,-1 1 19-15,0 2-15 0,2-2 26 0,1-1-1 0,0 1-9 16,3-3-15-16,0 2 17 0,2-2-13 0,0 1 26 15,2 0-1-15,1-2-9 0,2 0-11 0,2-2 12 0,-1-2-10 0,4 0 16 0,0 0-4 0,4-3-8 0,2 1-1 16,-1-1 1-16,2-3-1 0,0 1 2 16,1-2-2-16,1-2-3 0,2-1-35 0,1-1-6 0,0 1-11 0,0-2-69 0,-2 1-18 15,-2-1-24-15,-7-2-118 0,-1 0-98 16,-1 1-10-16</inkml:trace>
  <inkml:trace contextRef="#ctx0" brushRef="#br0" timeOffset="110128.46">22773 3293 1468 0,'-1'6'-216'16,"1"-1"483"-16,-1-1-45 0,1 0-52 0,0-1-71 0,0-1-1 0,0 1-33 0,1-2-21 0,-1 0 8 0,0 1-6 0,1-2 17 0,-1 0 11 15,0 0-16-15,0 0 2 0,0 0-10 0,4-4-12 0,-2 1-17 16,1-1 11-16,3-2-16 0,3-3 18 0,2 0-4 0,1-1-10 16,6 0 2-16,0 1 2 0,2-2-4 0,3 4 1 15,-2 2-2-15,3 2-3 0,3 3-14 0,-1 1 13 0,-1 4-15 16,1 4 17-16,-5 0-6 0,-4 2-7 0,-6 3-7 0,-5 0 9 15,-1 1-7-15,-1 3 13 0,3-1-3 0,-1 2-9 0,-2 1-4 16,0-2 4-16,-2-4-2 16,0 0-3-16,0-1-8 0,0-1-12 0,2-2-45 0,-1-1-13 0,2-1-10 0,-2-3-133 0,2 0-109 0,1-3-78 15</inkml:trace>
  <inkml:trace contextRef="#ctx0" brushRef="#br0" timeOffset="111179.82">21175 3333 568 0,'-1'-2'206'0,"1"1"-30"0,-1 0-7 0,0 1-79 0,0-2 14 0,1 2-29 0,-1 0-31 0,1 0-44 0,0 0 17 0,1 0-19 0,-1 0 35 0,0 0 0 0,0 0-14 0,0 2 2 0,0-2 30 0,0 0-24 15,1 1 52-15,0 0-10 0,-1 1-16 0,1 1-27 16,0 3 22-16,0-3-28 0,2 4 36 0,-2 0-11 0,0 2-16 0,0 0-22 16,1 2 19-16,-1-1-22 0,2 0 26 0,-2-1-7 0,1-1-15 15,0-1-11-15,0 1 20 0,2-1-18 16,-1-2 30-16,1-2-8 0,-1 3-9 0,3-5-2 0,-2 1 1 0,-1 0-1 15,2-2 9-15,-2 0 4 0,1-2 3 0,-1 1-6 0,1-1 4 0,1-2-6 16,-1-1 4-16,2 1-5 0,0-3-6 0,0 1-18 0,0 0 14 16,0 0-11-16,0-1 17 0,0 4 0 0,0-1-12 0,-2 2-15 15,1 1 14-15,-1 1-13 0,1 0 27 16,-1 1-7-16,2 0-4 0,0 2-6 0,2-1-2 0,0 0 3 0,1 0 4 0,0 1-1 0,0-1-1 16,1-1-10-16,0-1 11 0,0 0-7 15,2 0 18-15,-2 0-4 0,0 0-6 0,0-1-8 0,-1-1 9 16,-1-1-7-16,0 1 13 0,-3-1 0 0,0-1-6 0,0 0-10 0,0-1 20 0,-1 1-12 15,0-1 47-15,-2 1-11 0,0-1-7 0,-1 1-13 16,-1-2 7-16,0 1-5 0,0-2 17 0,-1 1-2 0,0 0-7 0,-1-3-8 16,-1 0 12-16,0 0-11 0,0-1 7 0,1-1-5 15,-2 0-13-15,1 1-13 0,0-2 12 0,-3 0-10 0,0 1 12 16,1 1-2-16,-2 1-8 0,0 2-13 0,-1 2 12 0,1 1-14 16,-1 1-12-16,-1 0-17 0,1-1-23 0,-1 2-97 0,2 2-65 0,0 0-22 0,2 2-64 15</inkml:trace>
  <inkml:trace contextRef="#ctx0" brushRef="#br0" timeOffset="111709.58">23667 3237 1373 0,'-3'-6'342'0,"3"6"-242"0,0 0 99 0,1 2-84 0,1 0 18 0,3 3-42 0,4 1-19 0,-1 1-20 0,3 1-28 0,1 1-14 16,-2-1 6-16,0 0-8 0,3 1 15 0,-2 0-6 0,0-1-9 16,2 0-4-16,0-2 1 0,-1 1-3 0,3-1 3 0,-3-1-3 15,2 2 1-15,-2-4-8 0,-2 2 6 0,1-1-5 0,-1 0 4 16,-2-1-21-16,0-1-12 0,0 2-60 0,-2-3-26 15,-2-1 11-15,2 0-138 0,-2 0-133 0,1 0-40 0</inkml:trace>
  <inkml:trace contextRef="#ctx0" brushRef="#br0" timeOffset="111912.76">24021 3169 1888 0,'-19'16'-228'0,"6"-5"493"0,3 1-51 16,-1 4-66-16,1 2-77 0,1 1 23 0,0 1-49 0,0 3 3 0,1-3-2 15,1 0-19-15,-1 4 3 0,1-3 4 0,-1 2-10 0,0 0-4 16,1-3-5-16,0 1-5 0,1-2-16 0,1-3 13 16,1-2-13-16,0-2 22 0,2-3-4 0,1-1-11 0,1 0-5 15,0-1 6-15,0-1-6 0,1-3-7 0,1 1-20 0,2-2-13 0,-1-1-56 16,3 0-24-16,2-1 11 0,2-2-118 0,2-4-82 16,1-1-23-16</inkml:trace>
  <inkml:trace contextRef="#ctx0" brushRef="#br0" timeOffset="112197.27">24358 3193 925 0,'-8'0'242'0,"0"0"-146"0,0 3 75 0,0 0-70 16,1 3 19-16,0-1-55 0,0 2-21 0,1 1-16 0,1 1-23 15,0 4-2-15,2-3-2 0,-1-1 2 0,2-3 9 16,1 1-1-16,1-1 1 0,0-2 9 0,3 2 14 15,0-3-8-15,1 1 36 0,1-3 1 0,0 0-4 0,3-1-9 16,1 0 20-16,1-1-27 0,3-4 15 0,-1 2-11 16,-1-3-17-16,1 0-8 0,-1 1 1 0,-2-2-6 0,-2-1 2 0,-2 3 4 15,-1-2 0-15,-1-1-1 0,-3 2 25 0,0-1-22 16,-5-2 33-16,1-1-13 0,-3 0-20 0,0-1-21 0,-1 0 10 16,0 2-15-16,-1 3 12 0,1 0-4 0,0 3-8 0,0-1-16 15,0 1 1-15,1-1-8 0,0 2-29 0,1 1-12 0,1 1-15 0,0 0-78 16,1 0-26-16,1 1-16 0,1 1-215 0,2 0 249 0,1 0-41 15</inkml:trace>
  <inkml:trace contextRef="#ctx0" brushRef="#br0" timeOffset="112480.62">24547 3248 429 0,'6'5'253'15,"1"-2"123"-15,1-1-251 0,2 0 47 0,1-2-38 0,-3 0-45 0,0-4-51 0,1-1 22 16,-1-2-33-16,6 0 42 0,-2-1-14 0,2-1-13 0,1 0-8 16,-3 0 20-16,-2 1-18 0,1-2 34 0,-4 2-8 0,1-1-16 15,0 2 5-15,-3 0 11 16,1 1-11-16,-2-2 23 0,-1-2-8 0,0 1-10 0,-1 1-23 0,1 5 21 0,-2-1-28 16,0 2 29-16,-1 2-11 0,0 0-18 0,1 0-17 0,0 2 16 15,-1 2-17-15,1 1 16 0,-1 4-6 0,2 2-10 0,0 5-8 16,0-6 5-16,1 1-6 0,0-2 8 0,1-2-1 15,0 2-2-15,3 0-13 0,0-2 3 0,1 1-12 0,2 0-67 0,0-2 7 0,3 0-30 16,2-3-100-16,1 1-63 0,1-2-41 0,-3 2-55 0</inkml:trace>
  <inkml:trace contextRef="#ctx0" brushRef="#br0" timeOffset="112924.13">25643 2966 1362 0,'-11'-15'-569'0,"6"10"1062"0,-1-1-116 0,0 2-186 0,-2 0-72 15,1 3-8-15,-1-1-31 0,-2 2-33 0,6 2-16 16,0 4-12-16,-3 0-19 0,-1 5 9 0,-8 1-9 0,0 3 13 16,1-1-4-16,-1 1-6 0,2 2-10 0,1-2 11 0,4 0-8 15,1-1 19-15,4-2-3 0,1-2-7 0,2-2-15 16,1-2 19-16,3-1-16 0,1-1 33 0,2 0-9 0,1-1-11 16,2-3-3-16,1 0 3 0,0 0-2 0,1-3 9 0,-2-1-2 15,1 0-3 1,1-1-3-16,-3 1 9 0,1-2-9 0,-2-2 19 0,-2 1 3 0,-2 0-4 0,0 0-8 0,1-2 14 0,0 1-14 15,0 0 19 1,0 1-3-16,-1-1-7 0,1 1-16 0,-5 1 15 0,-1 2-12 0,0 2 17 0,-1 0-3 0,3 1-11 0,2 1-15 0,-1 0 16 16,-1 1-15-16,2 3 20 0,0 0-3 0,-1 2-10 0,0 3-14 15,0 2 13-15,0-1-11 0,0 3 16 16,1-4-1-16,1 0-6 0,-1-2-19 16,0-2 9-16,2 1-16 0,1-3-20 0,1-3-18 0,1 2-21 15,3-2-116-15,3-2-48 0,3-1-33 0,3-3-19 0</inkml:trace>
  <inkml:trace contextRef="#ctx0" brushRef="#br0" timeOffset="113117.07">26050 2869 1473 0,'-10'-2'369'16,"-5"4"-247"-16,2 3 105 0,-3 0-97 0,0 2 22 0,2 0-64 15,-2 2-19-15,4 0-24 0,2 2-30 0,-1 1-19 0,5 1 10 16,1-1-9-16,1 1 17 0,1-2-6 0,3-1-8 0,0-1-2 15,3-2-3-15,1-2 1 0,3 1-36 0,3-3-27 16,1-1-14-16,7 0-103 0,0-2-86 0,1-2 39 0,4-2-91 16</inkml:trace>
  <inkml:trace contextRef="#ctx0" brushRef="#br0" timeOffset="113352.41">26187 2970 1551 0,'4'-4'-233'16,"1"1"514"-16,0-3-60 0,2 1-63 0,4-1-87 0,1 0 3 0,1-2-35 15,3 0-20-15,-3 1-4 0,3-1-10 0,3 0-11 0,-2 0 10 16,0 0-10-16,-1-1 21 0,-3 0-3 0,-1 1-5 0,0-1-3 16,-3 0 23-16,-3 0-16 0,-1-1 59 0,-2 2-7 15,-1-1-11-15,0 3-12 0,-4 1 5 0,-2 2-14 0,-3 2-12 16,-3 2-6-16,-3 3-12 0,-5 5-7 0,-3 4 9 0,0 1-8 16,-4 4 11-16,3 0 2 0,1 0-8 0,0 2 0 0,5-3 1 15,2 1-2-15,5-1 2 0,5-1-3 0,3-3-1 16,3-1-9-16,4 0 9 0,6-3-2 0,1 0 24 0,5 0-1 0,6-1-5 15,5-2-13-15,6 0 6 0,2-2-6 0,3 0 5 0,1-1-1 16,0-3-4-16,3 0-88 0,-8 0-48 0,-3 0-28 0,1-4-541 0,1-4 447 16,3-3-121-16</inkml:trace>
  <inkml:trace contextRef="#ctx0" brushRef="#br0" timeOffset="114262.48">15885 4572 217 0,'-4'2'628'0,"1"-2"-315"0,1 0 421 0,-1-1-493 0,2 0-141 0,1 1-42 0,-2 0-17 0,2 0-16 0,0 0-25 0,0 2-4 0,2 4-1 0,0 1 2 0,0 5 7 15,-1 1 6-15,1-4 2 0,0 2 0 0,0-2 21 0,0-1-17 16,0 2 38-16,1 0-8 0,-1 0-13 0,1 2-15 0,1-1 6 16,-1-2-11-16,1 2 3 15,0-2-2-15,0-2-6 0,1 2-9 16,-1 0 6-16,1 0-7 0,0 0 11 0,-1 0-3 16,0 0-2-16,2 0-6 0,-3-1 2 0,2-2-2 0,-2 1 8 15,0-1-2-15,0-4-2 0,-1 1-6 0,0 0 7 0,-1-2-4 0,0-1 10 16,1 0 4-16,-1 0-4 0,1-1 12 0,1-1 4 0,2 0-1 15,0-1 2-15,1-2-4 0,2 1-6 0,1-1-12 0,0 0 7 16,2 1-6-16,1 0 5 0,0 0-1 0,0 1-8 0,0 1-8 16,0 0 11-16,-1 2-10 0,1 0 14 0,-1 1-2 0,2 2-5 0,-3 2-7 15,0 0 7-15,-7 3-5 0,0-2 12 0,-3-1-4 0,0 0-5 16,2 2-10-16,0-1 12 0,-1 0-6 0,1 2 18 0,-2-3-2 16,0 2-7-16,0-1-4 0,-1 0 7 0,-2 1-6 0,0 0 11 15,-2 2-1-15,1-2-4 0,2-1-12 0,-1 1 10 0,0 0-7 0,-3 0 17 16,-6-1-3-16,-2 1-9 0,0-1-11 0,-2-1 10 0,0 1-7 15,1-2 16-15,0 0-3 0,-1-3-6 0,2 2-7 0,0-2 5 16,2-1-4-16,1 0 3 0,2-1-6 0,1-2-6 0,1 2-27 16,2-3-1-16,2 0-7 0,1 1-43 0,1-3-18 0,1 1-23 0,3-4-96 15,2 0-86-15,0 0-12 0,3-1-57 0</inkml:trace>
  <inkml:trace contextRef="#ctx0" brushRef="#br0" timeOffset="114523.66">16396 4766 1106 0,'-9'18'142'0,"1"-1"48"0,1 0-82 0,2-1 5 0,3-2-32 0,0 0-39 0,2-1-21 0,4-4 9 0,0-1-10 0,3-2 37 0,0-1-3 0,2 1-5 0,2-3-22 16,0-1 22-16,2-2-28 0,1 0 33 0,0-2-14 15,-2 1-18-15,3-4-12 0,-2 0 23 0,1-2-19 0,1 0 35 16,0-1-10-16,-3 0-17 0,1 1 13 0,-4-1 12 0,-2-1-6 0,-1 0 22 15,0 0-1-15,-3-1-13 0,-3 0-16 0,-2-2 23 0,-2 1-29 16,-1-1 20-16,-2-1-14 0,-2 1-17 0,-3-3-16 16,-2 1 5-16,1 2-8 0,-2-1 7 0,3 4-1 15,1 2-3-15,-2 2-17 0,1 1-3 0,0 1-5 0,0 3-32 0,0-2-8 16,2 2-13-16,1 0-72 0,2 0-22 0,4 2-17 0,-1-2-227 0,4 5 253 16,0 2-48-16</inkml:trace>
  <inkml:trace contextRef="#ctx0" brushRef="#br0" timeOffset="114760.08">16862 4640 1251 0,'-16'4'331'15,"4"-1"-222"-15,0 3 105 0,-2 0-90 0,2 2 10 0,1 1-43 16,-1 0-29-16,3 1-19 0,0 1-24 0,0 1-13 0,2-1 1 0,-1 0-3 0,1 0 3 15,2-1-4-15,2 1-4 0,0-1-15 0,2-1 16 0,-1-2-14 16,2 0 23-16,2-1-25 0,0-1-14 0,2 1-68 16,2-4-31-16,1 1 13 0,3-1-190 0,0-2-155 0,3 0-54 0</inkml:trace>
  <inkml:trace contextRef="#ctx0" brushRef="#br0" timeOffset="115314.35">16952 4732 897 0,'-2'2'136'0,"-2"1"11"0,2 0 18 0,1-1-67 0,0 2-11 0,1-1-23 15,0-1-33-15,1 1-16 0,1 0 5 0,0-1-10 0,1 2 17 16,-1-1-3-16,0-1-2 0,0 0-13 0,1 1 8 0,-1-2-11 15,0 0 14-15,-1 1 0 0,0 0-5 0,0 0-26 16,1 0 20-16,-2-1-21 0,1-1 37 0,-1 2-6 0,0-2-10 0,0 1-7 16,0-1 5-16,0 0-7 0,0 0 8 0,0 0 5 15,0 0-1-15,0 0-19 16,0 0 16-16,0 0-20 0,1-3 29 0,-2 1-9 16,1-1-7-16,-1 1-6 0,-1 0 3 0,2-1-1 0,-1 0 14 15,0 0-9-15,1 1-3 0,-1-2-4 0,0-1-2 0,0-1 4 16,0 0 13-16,1 1-4 0,0-1-2 0,0 1-24 0,1-2 19 0,0 0-16 0,0 2 31 15,1-2-2-15,1-1-11 0,-1 3-7 0,0-1 7 0,0 0-4 0,2-1 14 0,-2 2 4 0,1 1-4 16,1 0-16 0,-1 1 19-16,0 0-16 0,1 0 26 0,-1 3-8 0,-1 0-12 0,2-1-13 15,0 1 14-15,1 0-9 0,-1 0 19 0,1 1-3 0,-2 2-10 16,3 2-12-16,-1 1 14 0,2 1-11 0,0 1 16 0,-2 1 3 16,1-1-8-16,0 1-3 0,-2 0 6 0,1 0-8 0,-2 0-1 15,1-2 3-15,1-1-2 0,-1 1-5 0,1-2 16 0,-1-2-13 16,1 1 14-16,-1-1 3 0,1-2-8 0,-1-1-6 0,1 0 9 0,-1-2-9 15,1-2 22-15,-1 1-6 0,2-2-2 0,-2 0-9 0,-4-1 4 16,0-1-3-16,0 1 7 0,0-1-6 0,4 0-6 0,0-2-9 16,1 2 16-16,-2 1-9 0,1 0 18 0,-2 3 1 0,0 0-10 0,0 3-5 15,1-1 7-15,-1 1-7 0,0 1 9 0,1 2-5 0,0 0-6 16,-1 3-8-16,1 2 15 0,1 1-11 0,-1 2 18 0,0-1-5 16,2 1-7-16,-1-1-6 0,1 0-1 0,0-1-1 0,1-1-10 15,0-1-31-15,2 0-20 0,-1-1-220 0,1 1-214 0,4 2-6 16</inkml:trace>
  <inkml:trace contextRef="#ctx0" brushRef="#br0" timeOffset="116118.04">16966 4640 388 0,'-2'-2'115'0,"0"-1"113"0,1 0-88 0,0 0 23 0,1 3-47 0,1 0 41 0,1-1-11 0,0 0-39 0,1-3-9 0,0 2 41 0,-2 0-51 0,0 1 43 0,0 0-20 0,-1-1-29 16,0 2-21-16,0 0 14 0,0 2-25 0,0-1-5 16,0 2-12-16,0 0-15 0,0 4-25 0,0 0 18 0,0 5-18 15,1 5 30-15,3-1-8 0,0 3-12 0,1 4-11 16,2-2 13-16,-2-3-11 0,3 1 19 0,0-2-2 0,1-3-10 0,0 1 2 16,1-5-3-16,-1 1 1 0,0-1 2 0,0-2-1 0,-2-2 1 15,2-2-12-15,-3 0 10 0,0-2-8 0,0 0 20 16,-2-2-4-16,-2 0-7 0,1 0-5 0,-2-2 11 0,-1 1-7 0,0-2 24 15,1 1-4-15,-1-2-8 0,0-4-14 0,0 1 14 0,0-5-13 16,0-1 20-16,0 1-5 0,1-3-10 0,1 3-8 0,2-4 6 16,-1 1-6-16,1 1 10 0,1 1-2 0,-1-1-1 0,2 1-5 15,0 2 1-15,-5-1-2 0,-1 2 3 0,0 2 1 0,0 0-1 0,3 2-16 16,0 0 18-16,2 1-12 0,-2-1 27 0,1 4-6 0,-1-2-12 16,2 1-1-16,-1 1 2 0,-1 1-1 15,2 1 4-15,-1 1-1 0,1 1-3 0,-1 0-12 0,3 3 13 0,1-3-9 16,0 5 20-16,1 1-3 0,-1 0-9 0,1 3-5 0,-3 0 8 15,2 1-6-15,0 1 10 0,0-2-2 0,0 1-7 0,-3-2 1 0,1 1 1 16,0 0 1-16,-3-2 4 0,2-2-5 0,-2 1-2 0,0 0-16 16,1-2-7-16,-3 0-1 0,1 0-32 0,-2-1-17 0,1 0-12 0,-1 1-93 15,0-2-58-15,0 1-18 0,1 2-34 0</inkml:trace>
  <inkml:trace contextRef="#ctx0" brushRef="#br0" timeOffset="125123.01">2264 5540 256 0,'-6'-4'52'0,"1"1"761"0,-1 1-332 0,0-1 28 0,2 2-444 0,-1 0 1 0,2-1-30 0,-1 2-12 0,-1 0-7 0,1 0-9 0,-2 2-18 0,1-1 17 16,1 1-16-16,-3 2 18 0,0-1 2 0,0 2-10 0,-3 0 10 15,-1 2 22-15,0 0-15 0,-2 3 36 0,-1 1-4 0,0 1-14 0,-3 3-10 16,0-6 11-16,-1 2-18 0,-2 4 8 0,2 1-8 0,-2 3-11 0,-1 1-10 0,1 2 9 31,0 1-8-31,0 0 19 0,1 0-6 0,1-2-8 0,-3 2-4 0,1-3 5 0,2 0-4 0,3 1-1 16,2-1 0-16,4-4-3 0,1 1-1 0,2-2 7 0,1-2-5 15,1 2 6-15,0-3-2 0,1-1-5 0,0 0-13 0,1 0 16 0,1-1-11 16,0-1 24-16,1 2-3 16,0-4-9-16,0 1-14 0,0-3 14 0,0 0-12 0,1-1 23 0,0-1-7 0,1-1-6 0,1-1-15 0,-1-3 14 15,3-2-9-15,-1 3 25 0,2 0-5 0,0-1-9 0,2 1-17 16,2-4 20-16,1 2-14 0,0-1 23 0,0 2-4 0,0 1-12 0,0 1-6 16,-2 1 12-16,-2 1-7 0,-1 2 16 0,-2 0-3 0,1 3-6 0,-1-1-17 31,-1-1 12-31,-1 1-10 0,-2 2 28 0,0-3-6 0,0 4-8 15,0 1-4-15,-1 1 5 0,0 0-3 0,-1-1 1 0,0 1 4 16,0 0-4-16,-3 1-7 0,2 1 13 0,-4-3-10 0,-1 3 12 16,-1-2 1-16,-2 1-6 0,-2-1-12 0,2 2 13 0,-1-2-10 0,1 4 18 15,1-3-3-15,0-1-5 0,0 1-15 0,1-1 11 0,0-1-8 16,0-1 22-16,2-3-2 0,0 1-5 0,2-2-20 0,0-1 17 16,3-2-14-16,0 1 28 0,2-1-7 0,0 0-11 0,0-2-13 0,0 0 11 15,1 1-8-15,1 0 18 0,1 0-2 0,1 2-6 0,0-2-5 16,1 1 5-16,0 0-4 0,2-1 7 0,-1 3 0 0,2-1-3 0,1 2-16 15,0 0 17-15,0 1-12 0,0 1 27 0,0-2-6 0,0 3-10 16,-2 1-13-16,1 0 16 0,-3 2-10 0,-1 3 23 0,-1 2-4 16,-2 0-12-16,1 5-9 0,-2-2 10 0,0 3-6 0,-2-1 14 15,-1 2 0-15,-1 4-9 0,-2 0-10 0,1 0 14 0,-4 0-12 16,1 1 17-16,0-1 0 0,0 2-7 0,0 2-9 0,2 1 10 0,-1 1-9 16,2 1 12-16,-1-1 1 0,1 0-7 0,-1 2-11 0,2-1 15 15,2 0-13-15,-1-4 22 0,3-4 1 0,2-4-5 0,1-2-9 16,3 0 8-16,0 1-8 0,4 0 12 0,-1 1-4 15,1-5-7-15,1-1-2 0,0-5 5 0,1-3-2 0,4-2 7 0,2 0-2 16,0-3-5-16,0 0-15 0,-1-3 7 0,-1 0-11 0,2-1-16 0,0-2-12 16,0-2-18-16,1 0-56 0,-1-2-37 0,0-1-7 0,-1-1-267 15,0 0-39-15,-1-2-89 0</inkml:trace>
  <inkml:trace contextRef="#ctx0" brushRef="#br0" timeOffset="125988.45">992 7233 856 0,'-8'0'319'0,"0"0"-49"0,0 0-85 0,1 0-40 0,3-2-33 0,0-2-33 0,2 2-32 0,1-4-31 0,0 1-7 0,0-2-1 0,0-2 11 0,-2-2 0 16,2 2 3-16,-2-3-3 16,0 0 18-16,-1-1-14 0,0-3 30 0,-1 0-1 0,2 1-8 0,-3-3-9 15,1 3 20-15,-2-1-23 0,0-3 24 0,0 0-8 16,1-2-15-16,-2 0-15 0,-1-1 15 0,-1 1-18 0,0-4 17 16,2 2-6-16,1-2-10 0,1-1-16 0,3-1 12 0,1 0-12 15,1-4 15-15,-1 0-4 0,2 1-7 0,0-5-8 0,2 4 8 16,1 3-8-16,1 1 17 0,1 4-3 0,1 1-3 0,1-2-24 0,0 4 19 15,4 0-15-15,1 2 33 0,-2 3-5 0,2 1-10 0,-2-1-21 0,3 2 15 16,-1 0-13-16,1 2 27 0,2 2-7 16,2 1-6-16,-1 3-9 0,0 1 8 0,-2 3-5 0,-2 1 12 0,-2 4 0 0,-3 1-5 0,-1 2-5 15,-3 4 9-15,-2 0-6 0,-2 4 11 0,-2 2 0 0,-3 0-7 0,-1 2-4 16,-1-1 9-16,-1 0-8 0,-2 1 7 0,1-2-3 0,0 1-7 16,-1-1-9-16,2 1 10 0,0-1-8 0,2-5 14 0,3-3-4 15,0-4-7-15,2 0-7 0,0 1 10 0,1 1-7 0,1-5 21 16,-1 1-7-16,1-3-6 0,1 0-6 0,0 0-1 15,0-2 3-15,2 0 9 0,1 1 0 16,0-3 1-16,2 0-7 0,-1 3 3 0,1-1-4 0,1 1 5 16,-2 1 0-16,1 3-4 0,0-1-2 0,-1 3 6 0,1 0-2 15,-1 2 9-15,1 0 5 0,-2 1-3 0,0 1-11 0,-2 0 22 16,-1 0-19-16,0 1 32 0,-1 1-8 0,-1-2-11 0,-1-1-10 16,-1 4 10-16,-2-2-9 0,1 2 11 0,-3-3-2 0,0 2-7 0,-1-1-5 15,-2-1 3-15,-1 3-2 0,1-3 8 0,0-1-1 0,0-1-2 16,0-2-14-16,-1 1 12 0,1-4-11 0,1 1 12 0,0-3-3 15,1 0-10-15,0-2-32 0,-1-1 15 0,1 0-18 0,0-3-7 0,2 0-15 16,4 1-22-16,1-2-59 0,1 2-10 0,2-2-14 0,3-1-121 16,0 3-52-16,3 1-58 0</inkml:trace>
  <inkml:trace contextRef="#ctx0" brushRef="#br0" timeOffset="126262.17">1239 6729 1048 0,'-4'12'-213'0,"3"-5"484"0,-1 0-36 0,1-2-53 0,1 0-76 0,2-1 18 0,1-2-55 0,3 0 0 0,-2-1-7 0,3-2-13 0,-1-2-2 0,2-1 17 0,0-1-16 16,-3-1 40-16,0-1-7 0,-1 0-11 0,-2-2 6 15,1 0 18-15,-2 1-18 0,-2-2 25 0,-2 2-13 0,0-1-19 0,-3 1-25 16,0-1 7-16,-2 2-18 0,-2-2-1 0,0 1-10 15,-1 2-10-15,1-1-16 0,0 3 7 0,0 3-8 0,-1 0 17 16,1 1-5-16,1 1-5 0,-1 0-17 16,1 2 12-16,0 1-13 0,1-2-3 0,1 4-21 0,0-1-16 0,3 2-55 15,1 1-28-15,0-3 5 0,1 2-175 0,2 0-119 16,1 4-88-16</inkml:trace>
  <inkml:trace contextRef="#ctx0" brushRef="#br0" timeOffset="127336.34">1113 6678 256 0,'0'-3'23'0,"-1"2"349"0,1 0-128 0,-1 1 24 0,1-2-212 0,0 2 15 0,0 0-37 16,0 0 23-16,0 0 6 0,0 0-9 0,0 0-13 0,0 0 34 15,1 3-39-15,-1 0 37 0,0-1-13 0,1 2-21 0,-1 0-14 16,1 1 13-16,0 0-17 0,2 1 24 0,0 1-8 16,0-2-10-16,2 1-16 0,0 1 13 0,1-3-16 15,2 3 8-15,0-3-7 0,-1 3-7 0,3-4 3 0,-1 1-2 16,2-1 4-16,-1 1-7 0,-1-1 2 0,-1-1-2 15,2 2-17-15,-3-3 2 0,2 0-10 0,0 0-63 0,-1-1-68 0,1 0-26 0,0 0-292 16,3 0 271-16</inkml:trace>
  <inkml:trace contextRef="#ctx0" brushRef="#br0" timeOffset="143278.74">4679 4587 256 0,'-5'0'36'0,"1"0"531"0,2 0-206 0,0 0 26 0,1 0-301 0,-2 2 18 0,3-2-44 0,0 0 1 0,0 0-8 0,0 0-16 0,0 0-11 16,0 0 27-16,0 0-27 0,0 0 40 0,0 0-8 0,2-3-16 15,-1 0-11-15,1 3 23 0,-1-2-24 0,0 1 33 16,0-2-8-16,0 2-15 0,1 1-20 0,-1-2 13 0,1 2-19 16,0 2 10-16,2-1-2 0,1 0-11 0,1 3-11 0,0-1 21 15,1 1-20-15,1 1 28 0,0 0-4 0,0 0-11 0,-5 3-13 16,3-2 17-16,-2-1-17 0,4 3 22 0,5-1-7 15,0 0-12-15,4-3-12 0,-1 0 17 0,2-2-13 0,-1 1 19 0,0 2-1 16,1-1-12-16,4-1-10 0,1 1 14 0,4-2-12 0,2 0 22 16,2 2-5-16,0-1-9 0,2-1-12 0,-2-1 11 0,-1-1-6 15,0 0 22-15,-3 0-7 0,-7-1-10 0,-2 0 0 0,0 1 1 0,-1 1 1 16,5-1 2-16,-3 1 1 0,-2-1-1 0,-1-1-10 0,-3 0 9 16,-3 0-7-16,-1-2 13 0,-4 0 0 0,-2 2-4 0,0-1 1 15,-1 2 10-15,-2-3-6 0,0-1 11 0,0 0-5 0,-3-3-8 0,1-2-13 16,0 2 8-16,-1-2-6 0,-1-2 11 0,1-2 0 0,-1-4-6 15,-1-2-6-15,0 0 6 0,1-3-4 0,-1 0 8 0,2 2-1 16,1-2-5-16,1-1-13 0,1 3 13 0,1 0-12 0,1 3 20 0,0 2-3 16,2 1-7-16,-1 2-28 0,0-1 11 0,0 0-15 0,0 3-5 15,0 1-9-15,1 1-14 0,-1-1-29 0,0 3-11 0,0-2 3 16,1 2-16-16,2-2-56 0,0 3-21 0,2 1-178 0,1 1-138 16,5 3 7-16</inkml:trace>
  <inkml:trace contextRef="#ctx0" brushRef="#br0" timeOffset="143668.95">5104 4958 1553 0,'-6'7'156'0,"2"-2"48"0,-2 3-74 0,3 3 27 0,-1-1-39 0,2 3-45 0,2 3-59 0,0-1 15 0,0 2-27 0,2 4 18 0,1-1-7 0,-1-2-8 16,0-2-8-16,0 0 6 0,2-1-5 0,0 5 11 15,0 0-5-15,0-2-8 0,0-2-39 0,1-2-6 0,1-1-7 0,-1 0-71 16,1-3-47-16,1 0-16 0,-1-1-221 16,2-4 217-16</inkml:trace>
  <inkml:trace contextRef="#ctx0" brushRef="#br0" timeOffset="144538.1">5788 4860 1171 0,'-9'0'-198'0,"5"-1"429"0,1 1-36 0,1-3-50 0,-2 1-46 0,3-2 20 0,0 0-42 0,-1-1 3 0,1 0-12 0,-2-2-27 0,3 0-6 0,-2 1 16 0,1 0-19 0,0-2 23 0,-1 1-4 0,1 0-11 0,-2-2-11 31,1 0 30-31,0 0-30 0,-2-1 39 0,1 1-10 15,0-2-22-15,-2-3-12 0,2-1 17 0,-1-1-20 0,1-2 23 16,0 0-7-16,1 1-14 0,2-4-13 0,2-2 14 0,0-1-17 16,1-4 14-16,-3 3-3 0,0-1-10 0,-2 0-8 15,1 2 13-15,1 0-13 0,0 1 19 0,7 2-7 0,1 1-7 0,-1 1-15 16,1 1 15-16,1 1-12 0,0 0 23 0,0 3-6 0,2-1-10 16,0 2-7-16,1 0 7 0,-1 3-5 0,-2 1 8 0,0 3 0 15,0 1-4-15,-1 1-9 0,2 0 10 0,-2 3-7 0,1-1 12 0,-1 2-3 16,0 2-6-16,0 2-7 0,-2 1 8 0,0 0-5 0,-1 1 16 15,0 3 0-15,-2 1-5 0,0 3-13 0,-2 0 13 0,-2 1-10 16,-2-1 18-16,0 1-1 0,0-1-7 0,-3 1-15 0,0-1 18 16,1-2-15-16,-1 1 25 0,1-1-5 0,-1-1-11 0,1-1-12 15,1 2 14-15,1-2-10 0,0-2 16 0,2 1-2 0,0 0-9 0,0-1-4 16,0 0 6-16,1 0-5 0,0 0 8 0,0-2-2 0,0 3-3 0,1-2-8 16,0 0 10-16,0 2-8 0,0 0 17 0,0-1-1 15,1-1-6-15,-1 0-9 0,1-1 10 0,1-1-9 0,0 0 12 0,-1 0-1 16,0-3-4-16,0 1-9 0,1 2 10 0,-2-1-6 0,0 1 23 15,0-3-2-15,-1 0-2 0,0-1-8 0,-2 2 11 0,-2-1-8 16,0 1 19-16,-2 2-5 0,-2-3-7 0,-1 5-25 0,-1-3 15 0,-1 3-13 16,1-1 19-16,0 1-3 0,-1-1-10 0,-1 3-12 0,0 1 13 15,2-1-9-15,1 1 19 0,1-1-8 0,0-1-10 0,3-1-28 16,-2-1 9-16,2-2-13 0,2 0-3 0,0-1-7 0,0 1-15 0,2 0-67 16,0 0-26-16,1 0-11 0,1-3-181 0,4 0-58 0,3-6-67 15</inkml:trace>
  <inkml:trace contextRef="#ctx0" brushRef="#br0" timeOffset="144934.79">6091 4422 1582 0,'-2'1'165'0,"-1"1"-2"0,2-1-2 0,0 1-56 0,1 4-43 0,0 0-14 0,1 2-27 0,0 3-7 0,3 2 9 0,-2 0-13 0,1 2 3 16,1-1-3-16,-1 0-5 0,0 3-6 0,0-3-3 0,1 1 0 16,0 5-4-16,0-5-27 0,2 2-7 15,0-3-115-15,2-3-104 0,0 1 46 0,3 6-103 0</inkml:trace>
  <inkml:trace contextRef="#ctx0" brushRef="#br0" timeOffset="146929.21">14082 6447 256 0,'-10'0'38'0,"5"0"563"0,1 0-234 0,-1-1 24 0,2-1-302 0,-1-2 3 0,1 1-22 0,1-3-10 0,-1 1-6 0,1-2-10 0,0 0-11 0,-1-2 16 0,0-2-19 0,-1 0 32 16,0-3-5-16,0 0-11 0,1-4-17 0,-2-3 29 0,1 0-31 16,-2-6 42-16,2-2-11 0,-2-3-19 0,0-5-18 0,1 1 17 15,0 2-20-15,2-3 23 0,1 3-9 0,0 0-12 0,2-2-14 16,0 5 9-16,0 1-11 0,3-1 16 0,1 7-6 15,1 1-6-15,1-3-8 0,0 3 13 0,2-1-11 0,0-2 28 16,0 0-8-16,1 1-10 0,0-2-5 0,2 5 1 0,1 2-2 16,3-1-1-16,-1 2-2 0,2-3-2 0,2 3-2 0,-2 2 1 15,1 3 0-15,-7 1 3 0,-1 3-2 0,0 3-3 0,0 1-12 16,4 1 14-16,2 1-10 0,-2 4 17 0,-2 0-1 0,-2 3-9 0,-1 1-6 16,-2 0 9-16,-3 3-8 0,0 2 12 0,-2 2 0 0,-1 0-2 15,-4 4-7-15,0 3 10 0,-3 3-7 0,-2 1 15 0,-1-2-4 16,-2-2-8-16,-1 0-10 0,2-1 8 0,0-1-7 0,1 3 11 0,1-1-3 15,0 0-8-15,0-1-8 0,7-3 8 0,0-1-6 0,2 0 7 16,0-3-2-16,-3 0-5 0,0-2-12 0,0-1 16 0,2 0-12 16,0 1 25-16,1-3-3 0,0-2-9 0,0 4-3 0,4-3 6 15,-1 1-3-15,1-3 9 0,1 4 0 0,-5-3-2 0,2 1-16 0,1 1 18 16,2-1-12-16,5 1 23 0,1 0-1 0,2 2-9 0,2 1-6 16,3-1 6-16,-1 0-6 0,1 0 10 0,-2 1-1 0,0 0-4 0,2 2-5 15,-2 1 8-15,0 3-6 0,0-1 5 0,-4 0 1 0,-1-1-4 16,0-3-7-16,-4 1 9 0,-1-1-5 0,-3 0 19 0,-1 1-1 15,-2 0-4-15,-5 3-2 0,-1-1 11 0,-1-1-6 16,-4-2 19-16,0-3-7 0,-1 3-9 0,-2-1-6 0,-1 4 4 0,-1-2-3 16,-1 1 3-16,0 0-4 0,-1-2-4 0,-1-2-10 0,0 0 4 0,1-2-2 15,0-1 7-15,4-2-2 0,1 1-4 0,2-2-5 0,5 0-3 16,0-1 0-16,2-1-15 0,1-2-5 0,-4 1-5 0,3-1-22 16,-1-1-11-16,1-1-1 0,1 2-60 0,3-4-27 0,0-1-24 0,4-1-213 15,1 1-91-15,8-1-40 0</inkml:trace>
  <inkml:trace contextRef="#ctx0" brushRef="#br0" timeOffset="147363.01">14662 6081 983 0,'-3'7'296'0,"2"-3"-182"0,1-1 117 0,0 2-84 0,1-3-1 0,1 0-34 0,1 3-41 0,1-1-11 0,0 4-18 0,0 1-11 0,-1 0 14 0,0 1-16 0,1 2 34 0,-2-1-11 0,0-1-14 0,-1-1-19 0,1 2 10 0,-1-1-14 0,0 1 13 16,0-2-7-16,1 0-7 0,-1 2-17 0,-1-4 18 15,1 2-15-15,-1 0 23 0,1-1-5 0,2 1-13 0,-2 1-10 16,0 0 12-16,1-1-13 15,-1 1 6-15,0-1-1 0,2 0-10 0,-1 0-21 16,-1-1 3-16,1 0-7 0,2-1-30 0,-3 0-29 0,1-3-15 0,1 1-127 16,1-4-74-16,-1 0 22 0,4-3 45 0</inkml:trace>
  <inkml:trace contextRef="#ctx0" brushRef="#br0" timeOffset="147690.82">15093 5586 1390 0,'-7'0'211'0,"1"-1"443"15,0-3-493-15,3 2-32 0,0 0-45 0,0-1-63 0,3-1 20 16,0 3-38-16,0-1 10 0,1-1-3 0,1 0-12 0,0 3-6 16,0-2 10-16,0 1-10 0,-1-1-2 0,2 2-10 0,-2 2-12 15,1-1-28-15,0 1-15 0,-1 0 7 0,2 4-75 0,-1 1-43 16,0-1-10-16,3 3-186 0,0-1 196 0</inkml:trace>
  <inkml:trace contextRef="#ctx0" brushRef="#br0" timeOffset="147897.29">15272 5963 1252 0,'-14'9'260'0,"4"-1"762"0,-1-3-888 16,2-1-22-16,1-3-32 0,4 1-46 0,3-1 4 0,1-1-24 16,0 0-11-16,0 0-4 0,1-1-4 0,1-1-13 0,1 2 5 15,2-2-6-15,-1 1-9 0,1-2-8 0,-1 2-8 0,2-1-30 16,0 0-27-16,-1-1 17 0,0-1-120 0,-1 2-83 0,1-3-17 16,5-2-319-16,3 2 317 0</inkml:trace>
  <inkml:trace contextRef="#ctx0" brushRef="#br0" timeOffset="148721.28">15090 5463 1036 0,'-17'8'-439'0,"10"-5"839"0,1 1-90 0,0-1-146 0,0 2-67 0,3-1 4 0,1 2-40 0,1-2-39 0,0 2-11 0,1-2-11 0,0 1-1 0,0 3 2 0,1-2 1 0,0 0 19 16,1 0-12-16,-1-1-2 0,1 2-11 0,0-4 4 16,0 1-1-16,1-1 16 0,-1 1 6 0,1-2 1 0,0-1-11 0,-1 1 15 0,1-1-17 0,0-1 39 0,-1 0-7 15,0-1-6-15,1-1-12 16,-1 0 9-16,-1-2-11 0,1 1 11 0,-1 1-7 0,1-1-10 0,-1 1-18 0,-1 1 14 16,0-1-14-16,0 1 12 0,0 0 2 0,1 1-12 0,-1 0-3 0,0 0 10 31,-1 0-8-31,0 0 0 0,-1 0-10 0,1 1-13 0,-1 0-51 15,0 1 1-15,0 1-14 0,-1 1-52 0,1 0-37 0,0 1-34 0,0-2-137 16,2 2 196-16</inkml:trace>
  <inkml:trace contextRef="#ctx0" brushRef="#br0" timeOffset="149070.01">15184 5946 881 0,'-6'0'333'0,"1"0"-206"16,0 0 176-16,1 0-204 0,1 0 8 0,1 0-39 0,0 0-9 16,1 1-21-16,1-1-26 0,0 0-20 0,-1 0 7 0,1 1-9 15,0 0 18-15,0 1 3 0,0-1-1 0,1-1-9 0,-1 1 21 16,0 1-19-16,0-2 30 0,0 1-8 0,0 1-14 0,0 0-23 16,1 0 24-16,-1-1-22 0,0 2 36 0,0 0-14 15,0-1-17-15,2-1-3 0,-2 1-9 0,0 0 6 0,1 1-70 16,1-2-40-16,-1 0-20 0,0-1-190 0,3 2-125 15,4-1-17-15</inkml:trace>
  <inkml:trace contextRef="#ctx0" brushRef="#br0" timeOffset="171199.14">16076 5348 716 0,'-3'-2'270'0,"-2"0"361"0,2 1-407 0,0 1-85 0,1 0-27 0,1 0-35 0,0 0-23 0,1 0-26 0,0 1-28 0,1 3 25 15,0 1-23-15,1 1 51 0,1 2-3 0,0 0-13 0,0 1-7 16,1-1 21-16,-1 1-22 0,1 4 30 0,0-1-8 15,2 3-15-15,0 1-14 0,2-2 5 0,0 1-11 0,1 2 5 16,-2-3-6-16,0 1-4 0,-1 3-13 0,-3-1 8 0,-1 1-8 16,0-1 18-16,-2-5-5 0,5-4-7 0,-1-1-13 0,-1-2 14 15,-1 4-12-15,0 0 21 0,-1-1-4 0,-1-2-9 0,0 1-4 16,0-1 9-16,0-2-7 0,0 0 11 0,0-1 0 16,0-1-8-16,-1-1-8 0,1 1 10 0,-1-1-9 0,0-1 10 15,1 1-2-15,-2-1-6 0,0 0-13 0,0-1 9 0,-1-2-8 0,-2 0 9 16,1-5 2-16,-3 0-4 0,5-1-17 0,0 2 22 0,0-1-16 0,0 0 32 15,-5 0-4-15,-2 2-10 0,0 1-13 0,-1 0 14 0,1 2-10 16,-2-1 18-16,1 2-2 0,-2 1-8 0,-2-2-4 0,1 3 5 16,-2 0-5-16,-1 0 11 0,1 1-1 15,-1 1-1-15,-1-2-15 0,0 2 12 0,0 1-11 0,0-1 20 0,4 0-2 0,2 1-7 0,1 1-12 16,2 0 12-16,1 0-8 0,0 0 22 0,2 2-1 0,-1 1-9 16,0-1-4-16,2 2 4 0,1-1-4 0,-1 1 4 0,1 0-2 15,1-2-2-15,0 0 0 0,2 2 0 0,0-1 1 0,0-1 5 16,0 0 0-16,3 1-2 0,0-2-15 0,0 1 18 0,3-1-14 0,1 1 25 15,0-3-2-15,-1 2-10 0,2-1-6 0,0 1 13 0,1-2-11 16,0 1 14-16,0-2 0 0,1 2-6 16,0 0-9-16,1-1 9 0,-1 0-10 0,-1 1 14 0,0-2-3 0,-1 1-6 0,0 0-8 15,0 0 6-15,0-3-5 0,-1 2 9 0,1 1 2 16,-2-2-4-16,1 2-11 0,0-3 11 0,1 1-10 0,-2 0 12 0,1-1-1 0,2 1-4 0,0-1-5 16,1 0 3-16,-1-2-3 0,1 1-13 15,0-3-6-15,2 0-10 0,1-1-44 0,1 0 2 0,-2-2-14 0,-4 2-40 0,0-3-23 16,-2 2-26-16,1-2-204 0,4 1-32 0,2-4-55 15</inkml:trace>
  <inkml:trace contextRef="#ctx0" brushRef="#br0" timeOffset="171453.67">16343 5558 1280 0,'-1'11'239'0,"1"-1"64"0,1 1-129 0,1 0-17 0,3-4-42 0,-1 2-49 0,3-3-33 0,1 0 6 0,-1 3-15 0,1 0-3 0,0-1-4 0,0 0-10 0,0-2-11 0,0-2 10 16,-1 1-11-16,0-2 17 16,-3-1-4-16,0 1-7 0,-2-2-18 0,-1 0 2 0,0-1-7 0,0 2-18 0,-1-2-13 15,0-2-9-15,0 0-40 0,-1-3-25 0,-2 1 16 0,-2-5-112 16,-2 0-31-16,-2-1-6 0,0-5-80 0,0 1 151 0</inkml:trace>
  <inkml:trace contextRef="#ctx0" brushRef="#br0" timeOffset="171532.71">16330 5471 521 0,'-4'-3'-205'0,"2"0"479"15,0 0-57-15,0 1-51 16,1-1-120-16,-1 1 9 0,2 0-44 0,0 0 4 0,0-1-9 0,0-1-7 0,4-1-119 0,-2-3-65 0,4-1-29 16</inkml:trace>
  <inkml:trace contextRef="#ctx0" brushRef="#br0" timeOffset="171802.36">16645 5224 1431 0,'-8'0'183'0,"-2"0"14"16,9-2-6-16,1 0-54 0,0 0-34 0,2 2-36 15,-2-1-35-15,0 1-23 0,0 0-3 0,0 0-1 0,0 1-2 16,0 1 0-16,0 0-1 0,0 3-7 0,0 3 8 0,0 1-8 15,0 4 13-15,-1 0 7 0,0-1-7 0,0 5 2 16,1 1 17-16,0 0-18 0,1 4 19 0,1-2-5 0,1 1-4 0,-1 2-19 16,-2-3 13-16,0 1-15 0,1-1 21 0,0-3-7 0,5-1-10 15,-1 2-11-15,2-1 9 0,-1-2-8 0,2 1 6 16,-2-1-42-16,1-3-20 0,1 0-4 0,0-1-20 0,0-4 36 16,0 4-58-16,-2-4 12 0,0 1-10 0,0 1-71 0,-3-1-23 0,-2 1-10 15,0-3-80-15,-1-1-14 0,0 1-9 0</inkml:trace>
  <inkml:trace contextRef="#ctx0" brushRef="#br0" timeOffset="171929">16594 5618 686 0,'-8'-1'353'0,"7"1"-170"0,0 0 227 0,1 1-233 0,0-1 1 16,2 0-58-16,1-1-45 0,4-2-27 0,2-2-26 0,2 0-22 16,-3 1 6-16,0 0-6 0,1-4 16 0,-1-2-20 15,7-3-9-15,6-3-69 0,0-1-42 0,1 0 15 0,3-3-220 16,-2-1-72-16,1 0-38 0</inkml:trace>
  <inkml:trace contextRef="#ctx0" brushRef="#br0" timeOffset="172135.29">17024 5133 789 0,'-17'1'397'0,"2"4"-208"0,2-2 267 0,-2 0-305 0,4 3 11 15,0-1-55-15,2 2-43 0,2 1-20 0,3 2-30 0,-1 4-17 16,2 0 9-16,0 2-10 0,1 3 23 0,1 0-4 0,-1 2-5 15,1 3 2-15,0 0 0 0,1-2 0 16,1 2-4-16,2-1 1 0,2-1-3 0,1 0-2 16,1-3-1-16,2-2-2 0,2-1-8 0,-1-1-20 15,2-3-6-15,-1 0-81 0,0-1-87 0,-1 1 42 0,0-1-244 0,-2 0-4 0,0-4 49 0</inkml:trace>
  <inkml:trace contextRef="#ctx0" brushRef="#br0" timeOffset="172309.16">16864 5560 1128 0,'-8'3'232'0,"2"-3"397"0,0 0-364 0,2 0-52 16,1 0-59-16,3 0-82 0,0 0 4 0,0-2-37 0,1 2-19 15,2-2-4-15,1-2-9 0,2 2-14 0,1-4 14 0,0 3-13 16,2-4 19-16,1 1-4 0,1-1-9 0,2-2-25 0,2 0-2 16,2 0-8-16,2-2-51 0,-1 1-31 0,2-1-14 0,3-1-138 15,1 1-121-15,1-1 60 0,5 0-103 0</inkml:trace>
  <inkml:trace contextRef="#ctx0" brushRef="#br0" timeOffset="172826.91">17585 5412 1941 0,'-2'7'143'0,"2"2"72"0,-1 3-64 0,1-1-51 0,2 1-48 0,0 1-50 0,2-2 11 0,-1-1-15 0,2 5 16 0,-2-3-4 0,1 0-8 0,1 2-23 16,-2-3 16-16,0-2-17 0,0 0 19 0,-1-2-11 0,2-3-13 0,-2 2-28 15,-1-3-9-15,0-1 3 0,0 1-104 16,1-2-74-16,-1 0-31 0,-1-3-250 0,6-1 263 0</inkml:trace>
  <inkml:trace contextRef="#ctx0" brushRef="#br0" timeOffset="172954.13">17637 5249 1628 0,'-7'-5'397'0,"-1"2"-298"0,0 2 103 0,-2-1-106 0,0 0-5 0,0 2-30 0,4-1-42 0,3 0-9 0,2 1-11 15,1-2-13 1,1 2-19-16,1-2 9 0,4-1-92 0,3 0-59 0,1 0-18 0,5-2-321 0,1 4 286 0</inkml:trace>
  <inkml:trace contextRef="#ctx0" brushRef="#br0" timeOffset="173510.32">17921 5346 223 0,'-5'3'233'16,"2"0"57"-16,0-2-101 0,-1 1-6 0,2 1-31 15,0-1-45-15,0 2-34 0,0 1 33 0,1-1-43 0,1 3 47 0,-1 0-13 16,1 0-19-16,0 2-30 0,1 0 16 0,-1 0-27 0,0 2 17 16,1-1-8-16,-1-1-16 0,0-1-20 0,2 0 25 0,-1-3-25 15,-1 1 37-15,1-2-7 0,0 1-18 0,-1-2-19 16,1-1 26-16,-1 0-26 0,0-1 43 0,0-1-11 0,0 1-16 0,0-1-8 15,0 0 17-15,0 0-15 0,0 0 34 0,-1-1-7 16,-1-2-11-16,-1 0-22 0,0-1 22 0,0-1-25 0,-1-3 27 16,1 1-6-16,0 1-15 0,-1-3 4 0,3 1 1 0,0-1 0 15,1 1 1-15,0-1-1 0,2 2-2 0,1 1-3 16,0-1 1-16,1 0 0 0,2 0 0 0,0 1-1 0,0-1-1 0,2 0-7 16,0 0 8-16,0 0-7 0,1 2 7 0,1-3-2 0,1 3-6 15,2 0-6-15,-1 1 13 0,1 0-9 0,1 1 19 0,1 2-3 0,-2 0-9 0,3 1-7 16,-1 1 9-16,1 2-8 0,0 2 9 0,-3 0-2 15,-4 3-7-15,-3-1-12 0,0 1 17 0,-1 1-14 0,3 1 20 0,-1 0-5 16,0-1-11-16,-2 2-23 0,1-1-2 0,-2 1-6 0,1 2-23 16,-2-1-11-16,-1-1-8 0,3-2-63 0,-3 1-32 0,1-1-9 15,0-2-246-15,2 0-104 0,7 0-108 0</inkml:trace>
  <inkml:trace contextRef="#ctx0" brushRef="#br0" timeOffset="174851.68">18984 5273 916 0,'-3'9'-269'0,"2"-3"545"0,0-1-64 0,1-2-82 0,0 5-67 0,0 0 14 0,2-2-37 0,0 2 2 0,1 0-4 0,-1 1-17 0,1 0-21 16,2-1 27-16,-3 0-29 0,1 0 55 0,-1-2-12 0,1 1-14 0,-1-1-5 15,0-2 10-15,0 2-10 0,0-2 22 0,-1 0-5 16,0 0-7-16,0-2-14 0,1 2 19 0,-1-2-22 0,-1-1 22 15,1 0-5-15,-1-1-13 0,0 0-5 0,0 0 14 0,0 0-14 16,0 0 13-16,0 0 0 0,0 0-9 0,-1 0-16 16,-3-2 21-16,3 0-23 0,-2-2 18 15,1 1-8-15,0 0-10 0,0-1-9 0,1 2 13 0,-1-2-7 0,0 1 17 0,1 1-3 0,-1-1-8 16,1 0 1-16,-2 0 9 0,2 1-5 0,-1-1 18 0,1 0-5 16,0-1-5-16,0 0-5 0,0 0 1 0,0 3-1 0,-1-3-3 0,1 0 1 15,0 1-1-15,0-2-16 16,1 2 14-16,-1-2-11 0,1 2 22 0,-1-2-2 0,1 1-11 15,-1-1-3-15,1 1 4 0,0 1-3 0,-1-1 8 0,1 1-2 0,0-1 0 0,1 0-16 0,0 2 13 0,1-2-10 16,-1 1 17 0,0 1 1-16,2-2-8 0,-1 2-10 0,0-4 16 0,1 3-13 0,0-1 13 15,0 0-1-15,0 1-10 0,1-2-11 0,-2 3 17 0,0-2-13 0,0-1 25 0,1 2-1 0,-1-1-7 0,-1 0-22 16,0 4 18-16,0-2-17 0,2 1 22 0,-1 1 1 0,-1-2-9 16,1 2-7-16,0-1 8 0,1 0-7 0,-1 1 9 0,0-2 0 15,0 2-3-15,1 0-3 0,0 0 5 0,-1 2-5 0,2-2 8 16,-1 0-3-16,0 1-5 0,0 2-3 15,0-1 6-15,1 1-3 0,1 1 5 0,1 1 0 16,-1 1-6-16,1-1-6 0,1 3 9 0,-1 0-5 0,0 1 15 16,0-2-2-16,-1 1-5 0,0 0-9 0,0-2 6 0,-5 2-5 0,0-2 8 0,0 0-2 0,0 0-4 0,5-1-3 15,-1-1 6-15,1 1-2 0,-2-3 6 0,0-1 0 0,0 2-5 0,-2-3-1 32,1 1 1-32,-1-1-1 0,1 0 7 0,0 0 0 0,-1-1-3 0,0-2-7 0,0 2 9 15,1-4-7-15,0 0 15 0,1-3-4 0,0 1-5 16,2-2-12-16,-1-2 6 0,3 2-6 0,-2-1 13 0,3-1 1 15,0 0-5-15,0 1-20 0,0 1 19 0,-1 3-16 0,-1 1 24 0,0 1-2 16,1 1-8-16,-1 3-4 0,0 0 3 0,1 3-3 16,-3 1 3-16,2 2 2 0,-1 2-2 0,1-1-13 0,1 4 15 0,0-2-12 15,-1 0 27-15,1-2-4 0,0 0-7 0,1 0-8 0,1-1 3 16,1-3-4-16,0 2 9 0,1-1 1 0,1-2-1 0,1 1-12 16,-1-1 9-16,-1-1-9 0,1 0 16 0,-3-1-2 0,0 0-5 0,-2 0-3 15,1-2 0-15,0-1 0 0,-1 1 3 0,0 0 0 0,-1 0-1 16,1-2 0-16,0 0 1 0,0-1 0 0,-2 1 0 0,2-2 0 15,-2-1-2-15,1 1 0 0,0 0-3 0,-2-3 2 0,0 1-5 16,-2-1 2-16,0 1 2 0,-1-2-8 0,-1-2 11 0,0 2-8 0,-3-3 16 16,-2 2-3-16,0-1-5 0,-2 0-8 0,0 1 4 0,-1 4-2 15,1 2 15-15,0-1-5 0,0 4-5 0,0 1-12 0,1 2 11 16,-3 4-9-16,0 1 13 0,1 2 1 0,0 4-5 0,0 0-4 16,1 1 17-16,1 0-10 0,-1-1 33 0,2 0-5 0,0 1-9 0,1-1-4 15,2-1 10-15,2-1-7 0,0-1 19 0,3-1-9 0,2-2-7 16,1 2-20-16,0-3 12 0,3 0-11 0,0 0 14 0,1-2-3 15,3 0-8-15,0-1-6 0,4 1 4 0,0-2-4 0,1-1 6 0,1 0-3 16,-1 0-3-16,2 0-36 0,-6-3 9 0,-1 1-15 16,1 1-2-16,-2-2 1 0,6-1-9 0,3 0-37 0,-1-1 16 0,0 1-21 15,-1-2 4-15,-4 0-2 0,0-1-11 0,0 0-20 0,-2-2 3 16,0 0-5-16,0 0 26 0,-3 0 13 0,-1 0 12 0,-1 0 25 0,-1 1 9 16,-3 2 7-16,0-1 42 0,-1 0-1 0,-1 0-2 0,-2 0 0 15,0 0 21-15,-1 1-11 0,-1-1 44 0,-2 3 4 0,1-2 3 0,-3 1-5 16,1-1 7-16,-2 2-7 0,-1 0 9 0,0 3 0 0,-1-2-5 15,-1 3-13-15,1 0 19 0,-1 3-20 0,1-1 11 0,1 3-4 16,-1 2-12-16,0 0-9 0,0 1 10 0,0 2-9 0,2 1 15 16,1-1-6-16,0-1-4 0,1 0-13 0,0-2 14 0,1 1-11 15,1 0 17-15,1-2-11 0,2-1-14 0,2-1-8 0,2-1 5 0,0 0-4 16,2 1 8-16,-2-2-5 0,3-1-7 0,0-1 3 0,1 0 1 16,2 0 0-16,1-1 0 0,1-3-4 0,2-1-3 0,0 0-10 15,2-1 7-15,1-1-5 0,1 0 5 0,-1 2-3 0,1-1-3 0,-3 1-13 16,1 0 12-16,-2 1-9 0,-2 0 14 15,-1 1-9-15,-1-1-13 0,-1 2-20 0,-2 1-1 0,-1-2-3 0,-2 3-16 16,0-1-11-16,-2 1-12 0,1-1-55 0,0-1-21 0,1 1-7 0,0 0-145 0,0-2-47 16,0-1-56-16</inkml:trace>
  <inkml:trace contextRef="#ctx0" brushRef="#br0" timeOffset="175136.37">20107 5238 1314 0,'-3'0'-521'0,"3"0"977"0,1 0-108 0,-2 0-175 0,0-2-70 0,1 0 2 0,-1 0-38 0,1-1-16 0,1-2 4 0,0-1-4 0,0 0 5 0,0-2 24 0,0-2-26 0,2 0 32 0,0-2-12 16,0 1-20-16,2 1-18 0,-5-1 15 0,0 2-22 16,3-1 26-16,1 4-9 0,5 2-12 0,3-3-11 0,1 6 7 15,1-5-11-15,2 2 9 0,-2 1-8 0,0 0-6 0,-1 3-8 16,-2 0 6-16,2 2-7 15,-1 2 9-15,-1 0-2 0,2 1-5 0,-1 1-9 0,0-1 7 0,1-1-8 0,0 1 10 0,-2-1 0 16,1 0-6-16,-1 2-13 16,-1 2-9-16,0 0-7 0,-1-1-55 0,-1 2 9 0,-1 0-2 0,-2 0-104 15,1 0-48-15,-3-1-23 0,-1 0-298 0,1 5 323 0,-3 2-43 16</inkml:trace>
  <inkml:trace contextRef="#ctx0" brushRef="#br0" timeOffset="175406.94">19290 5742 1823 0,'-15'-6'380'0,"10"4"-313"0,2 1 52 0,3-3-39 0,5 2 17 0,3-5-32 0,6 1-6 0,3-2-20 0,4-1-28 15,8 2-21-15,1-2 15 0,2 3-14 0,6 3 27 0,-1-1-5 16,1 0-10-16,4 3 0 0,-7-3 0 0,2-1-1 0,4 1 1 16,-3-3 0-16,7-2 1 0,6 1-12 0,-3-1-16 15,3 0 4-15,9-3-79 0,-6-1-47 0,-3 0-14 0,5-4-279 16,-4-3-135-16,4 2-43 0</inkml:trace>
  <inkml:trace contextRef="#ctx0" brushRef="#br0" timeOffset="176038.32">21255 4583 1681 0,'-16'12'-210'0,"9"-6"477"0,2-1-54 0,-1 3-54 0,2 1-100 0,2-1 15 0,-1 1-46 0,3 6 7 0,0 0 2 0,0 5-11 0,3 3-17 0,-1 1 25 16,0-4-28-16,1 4 40 0,1-3-9 0,-1-1-13 0,2-1-7 15,-1 1 8-15,2-1-9 0,0 3 10 0,-1-3-7 16,-1-1-9-16,1 0-12 0,-2-4 8 0,1-1-9 0,-1-1 18 15,-1-2-3-15,-1-1-4 0,1 0-6 0,-2-2 7 0,0 0-7 16,-2-2 17-16,0 0-4 0,0-1-5 0,0-1 2 0,-1-1 4 16,1-1-3-16,1-1 12 0,-1 0-4 0,1-1-1 0,-2-4-13 15,1 0 10-15,-1-3-10 0,1-3 16 0,-1-2-8 16,3 0-9-16,1-2-12 0,3-1 8 0,0 2-5 0,2 0 14 0,-2 3-4 16,3 0-7-16,1 1-2 0,1 1 2 0,1 1 0 0,0 0 5 0,0 1-1 15,0 2-4-15,2 0-1 0,-2 1 2 0,0 1-1 0,0 0 12 16,-1 1-3-16,0 0-2 0,0 1-5 0,2-1 3 0,2 2-2 15,-1 2 10-15,1 0-3 0,0 1-1 0,1 0-7 0,2 3 6 0,0 1-4 16,-1 2 4-16,1 0-2 0,-1 0-5 0,-2 1-6 0,1 3 7 16,-4 1-4-16,-7-1 14 0,-1 1-2 0,0-1-6 0,-1-1-12 15,4-1 6-15,0-1-8 0,-1-1 8 0,0 0-3 0,-2-1-6 0,-1-2-16 16,0 1 2-16,-1-1-4 0,0-1-11 0,0 0-7 0,0-2-12 16,1 2-49-16,-1-2-11 0,3-1-13 0,-2-1-132 0,0-1-50 15,1 0-59-15</inkml:trace>
  <inkml:trace contextRef="#ctx0" brushRef="#br0" timeOffset="176384.19">21786 5005 1687 0,'-1'2'-243'0,"1"-2"488"0,0 0-64 0,1 0-76 0,2-2-59 0,3-2 7 16,1-1-24-16,1-3 13 0,2 2-2 0,0-2-8 0,1 0-16 15,1 0 15-15,-1 0-19 0,1 0 25 16,-2 0-5-16,0 2-10 0,1-2-14 0,-1 0 12 0,1-1-14 0,-1 0 9 15,-4 3-3-15,1 0-8 0,-2-1-4 0,-1 0 9 0,-2 1-7 16,0 0 17-16,-2-2-2 0,0 2-6 0,-4 0-1 0,0-2 9 16,-2 2-10-16,-2-2 7 0,-1 1-1 0,-1 4-6 0,-2-3-14 15,-1 4 17-15,1 1-17 0,-3 2 23 0,3 4-5 0,-4 1-13 16,2 3-14-16,0 2 16 0,2 0-12 0,0 1 27 0,1 0 0 16,3 3-6-16,-1-1-15 0,1 0 22 0,1 2-18 0,1 0 33 15,3-1-8-15,1 0-13 0,2 3-7 0,0-5 2 16,2 1-1-16,1-2 4 0,3-2-4 0,-2 0-3 0,3-2-7 0,0 0 4 0,1-2-2 15,1-2 9-15,0 1 0 0,1-2-5 0,2-1-3 0,1-2-2 16,0 0-3-16,2-2-24 0,-1-1-7 0,1-1-11 0,3-1-43 16,1 0-2-16,2 0-14 0,-1-2-73 0,2-2-35 15,-1 2-40-15,4-2-126 0,-1 0-32 0,3 0-23 0</inkml:trace>
  <inkml:trace contextRef="#ctx0" brushRef="#br0" timeOffset="177585.3">22672 4649 1462 0,'-27'4'-228'0,"15"-2"476"0,1 1-40 0,-1-1-64 16,1 2-67-16,1 1 9 0,6 3-42 0,-2 1-22 0,0 2-10 15,2 1-11-15,-7-1-7 0,0 1 13 0,2-1-8 0,0 2 14 16,2-1-5-16,0-1-12 0,2 1-9 0,1-3 17 16,2-2-11-16,1 1 38 0,1-1-2 0,1-4-8 0,1 2-8 15,2-2 7-15,0 1-10 0,1-2 10 0,2-2-6 0,2 0-5 16,2 0-9-16,1-2 11 0,-2-3-10 0,0 0 14 0,-2-2-2 16,-2 0-7-16,-3-1-5 0,-2-1 5 0,-1 1-5 0,1-2 16 15,2 1-3-15,2 0-3 0,-2 1-16 0,-1 3 15 0,2 0-12 16,-2 3 22-16,0-1-1 0,0 0-11 0,2 2-14 0,0 1 10 15,1 0-10-15,-1 0 19 0,1 3-3 0,-1 1-5 0,2 1-8 16,-2 2 9-16,2 1-6 0,1 4 18 0,1 0-5 0,-2 4-8 0,2 3-14 16,-2 1 15-16,-2 1-12 0,0 2 23 0,-1-1-4 0,2 3-6 0,0 1-20 15,0 1 16-15,-1-2-14 0,1 0 26 0,-1 0 0 16,-2 0-10-16,-2-4-9 0,-3 1 10 0,-4-3-9 0,-1-1 15 0,-1 4-2 16,-1-3-5-16,-2 1-9 0,-2-3 9 0,0-2-6 0,-2-1 12 15,4-3 1-15,-1-2-7 0,2 0-23 0,1-1 6 0,1-2-14 16,6-2-9-16,1 0-6 0,-1-3-11 0,2-1-47 0,-4 0-18 0,-1-4-10 15,0-1-132-15,2-4-23 0,2-2-40 0,3-2-69 0,1-3 208 16</inkml:trace>
  <inkml:trace contextRef="#ctx0" brushRef="#br0" timeOffset="177919.14">22872 4373 1489 0,'-3'2'346'0,"1"2"-246"0,0-1 79 15,0 8-65-15,1 3 14 0,0 2-49 16,2 7-27-16,2 0-12 0,2 2-23 0,-1 2-16 0,2-3 24 0,-2-1-23 16,1 3 35-16,-2-6-7 0,-1-3-15 0,2-2-11 0,-1-5 12 15,-1-1-13-15,0-1 22 0,0-3-2 0,0-1-4 0,0-1 7 16,2-2 10-16,-1-1-9 0,3 0 20 0,-1-1-9 0,3-5-8 16,3 1-9-16,2-2 3 0,1-2-7 0,3 0 5 0,0 0-6 15,1 0-5-15,0 4-10 16,-1 1 8-16,-2 3-8 0,-6 1 15 0,-1-2-4 0,-2 2-7 0,1 2-7 0,2 3 7 0,0-2-5 15,1 5 14-15,0 1-4 0,0 3-5 0,-1 6-12 0,0 2 12 16,-1 3-8-16,-1-2 16 0,-1-4-2 0,0 1-10 0,1 0-3 16,-2-1 4-16,1 0-5 0,-1-3 2 0,0 1-6 0,1-3-5 0,-1 0-11 15,0 0 2-15,-1-2-2 0,2-2-11 0,-3 0-2 16,2-2-8-16,-1 0-25 0,0-2-12 0,-1 0-1 0,-1-1-52 0,-1-2-14 16,0-1-11-16,0 0-114 0,2-3-49 0,-2-2-13 0,3 1 65 0</inkml:trace>
  <inkml:trace contextRef="#ctx0" brushRef="#br0" timeOffset="178109.24">23477 4339 1519 0,'-3'-4'159'0,"-2"0"69"0,3 4 14 0,0 0-60 16,-1 4-33-16,1 0-26 0,0 4-34 0,2 3-33 0,0 4 20 16,2 5-30-16,4 7 19 0,1-1-14 0,3 3-18 0,1 4-30 15,1-2 16 1,0-2-20-16,1 0 21 0,0-7-9 0,0-3-10 0,2 1-33 0,-3-2-2 0,-2-1-7 0,-5 1-24 0,-5-1-14 15,0-4-7-15,-3 0-52 0,3-2-32 16,-1-2 22-16,-3 1-137 0,4-3-37 0,-1-1-6 0</inkml:trace>
  <inkml:trace contextRef="#ctx0" brushRef="#br0" timeOffset="178238.41">23332 4645 1798 0,'25'-17'-274'0,"-5"10"595"0,2-2-56 16,2 2-75-16,7-3-69 0,-1-2 4 0,4 3-41 0,4-2-46 0,-8-1-10 0,2 1-18 0,4-1-25 31,-4-3-7-31,5 2-8 0,0-3-96 0,-8 0-48 0,0 1-25 0,-4-2-232 0,-1 2 232 0</inkml:trace>
  <inkml:trace contextRef="#ctx0" brushRef="#br0" timeOffset="178673.81">22188 4848 1743 0,'-13'13'-134'0,"9"-6"301"0,1-1-27 0,1-1-33 0,1 2-68 0,1-4 17 0,3 2-42 0,1 1-2 0,2-3-6 0,1-1-8 0,-1-1-37 0,0 0-12 0,0-1-2 0,-1 0-64 16,0-1-31-16,-2-2-13 0,1 1-113 0,-3-3-59 0,0 0-4 15</inkml:trace>
  <inkml:trace contextRef="#ctx0" brushRef="#br0" timeOffset="178823.08">22234 4426 1667 0,'-39'-15'-263'0,"19"9"567"0,4 1-45 0,1 0-64 16,1 1-74-16,2 2 11 0,2 1-50 0,1-1-33 0,8 2-19 0,1 0-22 0,1 0-19 16,2 0 2-16,-3 0-5 15,1 2-28-15,2-1-24 0,3 1-20 0,-1 0-123 0,4-2-135 0,6 0 63 16,16 0-126-16</inkml:trace>
  <inkml:trace contextRef="#ctx0" brushRef="#br0" timeOffset="180391.55">16248 6318 574 0,'-11'-1'197'0,"-2"-3"251"0,2 1-290 0,0 2-34 0,1 0-42 0,1 1-4 0,1 0-21 0,0 0-37 0,1 1-11 16,0 0 12 0,1 3-14-16,3 0 14 0,1 0-9 0,0 2-8 0,1 1-9 15,-6-1 10-15,2 3-5 0,-1 0 31 0,1 3-8 0,1 0-10 0,-1 4-8 0,1 0 3 0,1 1-4 16,0 2 14-16,3-1-7 16,0 1-1-16,3 4-8 0,1-2 1 0,1 1 0 0,2-1 12 15,1-6 0-15,0-1-6 0,1-4-16 0,-4 0 26 0,-1 3-25 16,2-2 23-16,0-3-1 0,5-3-10 0,1 2-9 0,1-6 21 0,1-1-19 0,0 0 22 15,-1-1-3-15,-2-3-15 0,-1-3-11 0,-3 1 18 0,1-3-15 16,0-1 26-16,-3 0 1 0,0-2-9 0,-2-1 0 0,-1 2 4 16,-2-2-4-16,0-2 5 0,-2-1-3 0,-1-3 1 0,-2-2-11 15,0 2 8-15,-2-1-7 0,0-1 10 0,2 2-2 0,-1 0-7 0,0 2-4 16,0 1 9-16,1 3-5 0,2 3 25 0,0 3-3 0,1 3-2 0,1 0-7 16,0 2 11-16,0 1-8 0,1 1 15 0,0 0-4 0,-1 0-8 15,0 1-16-15,-2 3 11 16,2 1-9-16,0 3 25 0,0-1-6 0,1 2-2 0,0 1-14 0,1-1 6 0,1 4-7 0,3-1 6 15,-1-1-5-15,2-1-6 0,0-1-20 0,0 0 16 0,1 0-12 0,0 2 22 32,2-4-3-32,-1 1-11 0,2 0-24 0,-1-1 7 0,0 1-15 0,1-2-14 0,0-2-10 0,0 1-13 0,2-3-50 0,1 2-12 15,0-2-9 1,1-1-93-16,-1-1-48 0,-1-2-47 0</inkml:trace>
  <inkml:trace contextRef="#ctx0" brushRef="#br0" timeOffset="180755.12">16701 6282 596 0,'-15'-2'361'0,"2"-1"138"0,1 1-329 0,0-1-15 0,2 2-48 0,3-1-48 0,0 1-30 0,-1 1-1 0,-1 0-5 0,-5 0 6 0,0 3-8 0,2-1-8 0,-3 2-22 16,4 0 22-16,0 0-21 0,0 1 31 0,4-2-4 0,0 2-10 15,0-2-10-15,3 3 15 0,0-3-14 0,1 4 27 0,1-3-5 16,1 1-10-16,1-1-18 0,0-1 21 0,2 3-20 0,2-1 38 16,2 0-1-16,2 1-14 0,2 1-9 0,2-1 15 15,2 0-19-15,2 2 10 0,0 0-5 0,1-1-9 0,3 2-6 16,-2 0 10-16,-5-1-9 0,-1 0 17 0,-2-1-8 0,0 1-9 0,5 1 2 16,1 1 2-16,-1 2 0 0,0 3 4 0,-4-2-1 0,-4 2 1 15,-3-2-3-15,-2-1 1 0,-2 1 0 0,0-3 9 0,-3 0 1 16,0-4 2-16,-4 3-13 0,-1-2 10 0,-1-1-11 0,-2 3 9 15,1-1-3-15,-1-1-3 0,-2 0-3 0,2-3 3 0,-1-2-3 0,0 0 3 16,-1-2-6-16,8-3-7 0,-3 0-38 0,2-2-18 0,2 1-2 16,-4-3-83-16,3 0-21 0,2 0-25 0,2-2-143 15,3-7-86-15,7 5-19 0</inkml:trace>
  <inkml:trace contextRef="#ctx0" brushRef="#br0" timeOffset="181139.74">16948 6228 1319 0,'-17'4'164'0,"1"-1"46"0,1-2-100 16,2 2-23-16,2-1-26 0,2 2-37 0,1-1-30 0,2 1 18 16,3-1-20-16,-1 1 24 0,2 0-7 0,0 0-9 0,0 2-15 15,0 1 11-15,1-2-8 0,1 3 26 0,0-1-3 0,1 1-8 16,3 1-9-16,-1 1 18 0,4-1-13 0,1 3 43 0,1-3-5 15,3-1-9-15,2 1-9 0,0 2 8 0,2-2-12 0,2 1 13 16,-1 0-4-16,-2-1-6 0,3 0-21 0,-3 0 14 16,2-1-16-16,0 1 18 0,-2 0-3 0,1 0-8 0,1 2-13 15,0 2 9-15,-1 1-9 0,-1 3 24 0,-8-6-4 16,-1 1-7-16,-2-1-5 0,-2-2 22 0,2-1-13 0,-3-6 53 0,0 0-1 0,-1-1-3 16,-1 0-15-16,-3 3 22 0,0 0-20 0,-3 0 19 0,-1-2-10 15,2 0-19-15,-3 0-17 0,-4-1 3 0,0-1-6 0,-6 0 0 16,1 0-5-16,0 0-3 0,0 3-7 0,0 0 3 0,2-1-3 0,2 2 7 15,-1-1-2-15,3 2-2 0,-1-2-9 0,2 3 9 0,2-3-6 16,2 0 7-16,3 0-8 0,2-2-12 0,0 0-46 0,2-1-6 16,2 0-9-16,1-1-46 0,3-2-9 0,3 1-12 0,2-3-169 0,2-3-30 15,4-4-49-15</inkml:trace>
  <inkml:trace contextRef="#ctx0" brushRef="#br0" timeOffset="181469.46">17552 6319 781 0,'-21'6'326'0,"4"1"-186"0,2 0 194 0,1 2-232 0,3 0 5 16,1-1-43-16,3 4-31 0,3 0-2 0,1-1-13 0,3 2 7 15,0-2 7-15,4 1-8 0,0-1 19 16,3-2 2-16,0-1-2 0,2 1-12 0,1-3 16 0,2 1-19 0,3-1 38 15,1-3-9-15,-1-1-15 0,3 0-24 0,-1-2 25 0,-2-2-29 16,2 0 42 0,-3-1-12-16,-5-3-11 0,0 1-11 0,-1-2 6 0,-1 0-8 0,4-2 10 0,-3 1 2 0,0-1-5 0,-2 0-17 15,-2 1 29-15,-2-1-31 0,-3-2 47 0,-3-1-10 16,0 0-14-16,-3-3-23 0,-1 0 15 0,1 0-18 0,-1-2 14 16,-1 2-6-16,1 1-11 0,3 1-12 0,1 1 10 0,-1 3-10 0,2 0 8 15,-4 3-8-15,-1 2-12 16,1-1-40-16,-1 2 6 0,1 0-16 0,0 0-21 15,3 1-13-15,0 2-15 0,2-2-103 0,1 1-86 0,0 0 14 0,3-2 35 0</inkml:trace>
  <inkml:trace contextRef="#ctx0" brushRef="#br0" timeOffset="181910.4">18124 6185 1188 0,'-4'-1'318'0,"-1"-2"-35"0,2-1-31 0,-8 0-101 0,-1 1-40 0,1 0-30 0,0 0-43 0,-1 3-26 0,-1 0 10 0,1 3-16 0,-2 3 10 0,1 1-6 0,1 2-7 0,-3 2-8 15,3 2 7-15,-1 1-5 0,2 2 16 0,2-1 5 0,1 2-3 0,1 1-11 16,3-2 26-16,1 1-25 0,1-1 42 0,2-1-3 15,3-3-15-15,1 2-15 0,2-2 15 0,1-1-20 0,0 1 14 16,2-3-6-16,0-1-10 0,4-1-6 0,-1 0 2 0,0-1-3 16,2 1 4-16,-1-4-9 0,1 0-4 0,0-2-23 15,1 2-11-15,0-3 6 0,0 0-41 0,0 0 3 0,0-3-5 0,-4 1-47 16,-1-5-23-16,0 2-4 0,1-3-131 0,5 1 8 16,1-2-27-16</inkml:trace>
  <inkml:trace contextRef="#ctx0" brushRef="#br0" timeOffset="182028.34">18294 6428 1575 0,'-7'25'-144'0,"6"-15"460"0,-1 0-63 16,1-1-18-16,-2-1-148 0,2 1 1 0,1-4-46 0,0 1-19 0,1-5-8 15,2 2-11-15,0-2-39 0,0-1-4 0,1-1-12 0,2-2-123 16,1-3-132-16,1-4-58 0</inkml:trace>
  <inkml:trace contextRef="#ctx0" brushRef="#br0" timeOffset="184855.98">18324 6214 654 0,'-2'0'188'0,"0"0"27"0,-1 0 51 0,2-1-128 0,0 1 35 0,0 0-35 0,1 0-35 0,0 0-60 0,0 0 22 0,0 3-36 16,-2 1 28-16,-1 1-9 0,1 2-18 0,-2 4 2 0,0 1 7 15,0-1-9-15,-1 3-2 0,2-1-2 0,0-2-11 0,-1 4-3 16,1-1 10-16,0 1-12 0,0 2 13 0,2-2-3 0,1-1-9 16,0 2-17-16,0-3 17 0,2 0-18 0,0-2 21 0,0-2-4 15,0 0-7-15,0 0-14 0,1-2 10 16,-1-1-10-16,1 1 7 0,-1-4-19 15,2 1-16-15,-1-3-24 0,1-1-15 0,-1 0 10 0,0-2-90 0,2-3-15 16,-1-2-23-16,2-3-125 0,-3-1-60 0,4-1-19 0</inkml:trace>
  <inkml:trace contextRef="#ctx0" brushRef="#br0" timeOffset="184982.3">18400 5960 1265 0,'-14'-3'199'0,"-1"1"50"0,3 2-99 0,-2 1 0 16,4 0-32-16,1 2-38 0,1-1-45 0,2-1 1 0,1 2-17 0,2-2-10 15,2 1-5-15,0-2-4 0,1 1-23 0,2 0-2 0,2 0-5 0,4 1-45 16,1 0-27-16,4 1-12 0,2-1-104 0,1 0-71 0,1-1 40 16,6 2-21-16</inkml:trace>
  <inkml:trace contextRef="#ctx0" brushRef="#br0" timeOffset="185347.97">18741 6205 758 0,'-5'7'225'0,"3"1"-150"0,-1-3 91 0,-2-2-2 0,1 1-15 0,-1-2 12 0,2-1-54 0,-1-1-10 16,1 0-20-16,0-1-30 15,-1-1 18-15,0 1-32 0,-2 0 7 0,1 2-11 16,-2 2-16-16,-1 2-17 0,-1 4 16 0,0 0-15 0,0 6 24 16,0-1-5-16,1 3-11 0,0 2-1 0,0-1 12 0,7 0-9 0,-1 1 26 15,2-4-9-15,0-1-10 0,-2 1-6 0,1-7 5 16,1 1-5-16,1-2 10 0,1-3-10 0,3 0-4 0,0-3-6 15,-3-1 4-15,2-3 0 0,4-3 29 0,0-3 0 0,6-4-5 0,4-4-20 16,0 0 20-16,2-3-23 0,0 0 16 16,-2 1-3-16,-2-1-14 0,-1 1-9 0,-2 1 14 0,-2 0-10 0,-2 2 22 0,-2 3-3 0,-1 3-7 0,-3 1 10 0,-1 4-1 15,0 1 6-15,-2 2 8 0,1 1-5 0,-1 1 2 0,0 0-23 32,0 1 10-32,-1 1-9 0,-1 0 13 0,1 2-6 0,0 3-11 0,0-1-16 15,1 3 17-15,-1-1-13 0,1-2 22 0,0 0-2 0,1 1-8 16,0-2-16-16,1 1 5 0,1-2-10 0,-1 1-14 0,1-2-7 15,1-1-10-15,0 1-39 0,1-2-2 0,1-1-10 0,2 0-40 0,0-1-32 16,1-3-26-16,0 2-152 0,-1-5-50 0,1 2-25 0</inkml:trace>
  <inkml:trace contextRef="#ctx0" brushRef="#br0" timeOffset="185560.44">19037 5891 1159 0,'-11'-3'-702'0,"6"6"1267"16,1 3-147-16,-1 0-246 0,1 5-53 0,-1 1 6 0,1 1-36 15,2 5-32-15,2 3-8 0,1 2-15 0,1 1-17 16,3 3 23-16,0 0-25 0,2 1 24 0,2-1-5 0,0 1-15 0,1 1-20 16,2 2 13-16,1-1-19 0,0 0 12 0,1-4 0 15,-3-4-6-15,1-2-9 0,-4-3-5 0,-2-1-1 0,3 0-26 16,-3-2-46-16,6 0-10 0,-2-3 35 16,-3 1-58-16,-4-4 80 0,-2 1-121 0,-2 0 6 0,-2 0 6 0,-4-2-12 15,-1 0-18-15,1-2 27 0,-3-3-36 0,0-3 29 16,-1-3 29-16</inkml:trace>
  <inkml:trace contextRef="#ctx0" brushRef="#br0" timeOffset="185868.59">19052 6358 244 0,'-5'-16'126'0,"3"6"-35"0,0 1 78 0,0 4-7 0,2 0 7 0,0 4-27 16,0-1-22-16,0 2-20 0,2 0-25 0,0 0-43 0,3 0 20 15,0 0-20-15,1 2 30 0,3-1-3 0,0-1-8 0,2 1-21 16,1-1 17-16,1-1-18 0,-6-2 25 0,1 1-13 0,0-2-8 0,3-1-20 16,7-1 7-16,2-3-5 0,0 0 7 0,0 0-9 0,-1 0-10 15,-2-2 1-15,1 0-2 0,-2-1 4 0,-1 0 4 16,0 1-4-16,-2 0 0 0,1-2-9 0,-2 1 6 0,-1-2-3 0,-2 3 13 15,-1 1 5-15,-1 1-2 0,-1 0-2 0,-2 4 11 0,-1-2-8 0,-1 1 20 16,-2 1 0-16,-2-3-1 0,-2 0-15 0,-1-1 19 0,-1 0-18 16,-1 3 15-16,0 2-6 0,-1 0-13 0,1 3-7 0,-1 1 6 15,0 0-6-15,-1 4 3 0,0 0-1 0,0 3-5 0,-1 5-6 16,2 2 12-16,0 0-8 0,0 0 29 0,1 0 0 0,2 2-2 0,-1 2-6 16,3 3 14-16,-1 0-12 0,2-3 12 15,2-2-9-15,0-2-7 0,4 1-24 0,-1-3 9 0,3-1-7 0,0-4 15 0,2 1-4 16,1-3-8-16,2 0-14 0,2-2 10 0,1-1-8 0,3 0 19 0,0-2-4 15,2-3-8-15,1-1-29 0,2-4-11 0,0 2-5 0,-1-2-48 16,1-2-11-16,-2 0-10 0,1-2-88 0,2-3-43 0,-2 0-8 16,-2-5-216-16,-5 4 272 0,4-1-23 0</inkml:trace>
  <inkml:trace contextRef="#ctx0" brushRef="#br0" timeOffset="186259.31">19807 5771 886 0,'-5'-1'344'0,"-1"1"-50"0,3 1-55 0,-2 2-90 0,2 3-22 0,0 1-20 0,-1 0-32 0,2 4-25 16,1 0 27-16,0 1-33 0,1 4 27 0,0 0-12 0,1-1-22 16,1 2-18-16,2-1 8 0,0 1-14 0,2 0 6 15,0-4-6-15,2 2-7 0,0-2-6 0,2 1 5 0,-1-3-5 16,0 0 10-16,1-3-4 0,-1 1-4 0,1 0-12 0,0 0 8 16,1 0-9-16,-1-1 20 0,-4-4-7 0,1 0-5 0,-1-2-15 15,-3 0 10-15,-1-2-6 16,1 0 21-16,-3 0-1 0,0 0-5 0,0 0-7 0,-4-2 11 0,1-2-9 0,-2 1 17 0,-1-4-4 15,-3 1-6-15,-3-1-18 0,0-2 16 0,-1 3-11 0,-1 0 25 16,1-1-5-16,-1 0-10 0,-2-2-10 0,1 1 8 0,0 0-8 16,2 4 11-16,0 2 0 15,3 1-4-15,-1 1-4 0,0 2 6 0,-2 2-4 0,1 4 4 0,1-1-2 16,1 2-3-16,1 1-8 0,1 2 14 0,1 1-9 0,2 1 23 0,0 1-1 0,2-1-9 0,-1 0-8 16,3-2 18-16,1-1-13 0,0 2 29 0,4 1-8 0,-1 0-11 15,3-1-15-15,0-1 12 16,3-1-9-16,2-2 19 0,2 0-5 0,0-1-9 0,1-2-5 0,-1-1 1 0,1 1 0 0,-2-3 6 0,0 0-2 15,2-2-2-15,1 1-13 0,0-2 10 16,1-2-10-16,2-2 2 0,0 1-10 0,3-4-15 16,2-2-43-16,1-4-9 0,3-2-10 0,1-2-95 0,2-2-63 0,1-3-56 0,3 1-262 0,2 0 327 0</inkml:trace>
  <inkml:trace contextRef="#ctx0" brushRef="#br0" timeOffset="187009.46">20658 5860 237 0,'2'-4'64'0,"0"-1"65"0,0 0 10 0,1 1-4 0,-2-1-6 0,1 0-34 0,-1-1 38 0,0 4-51 0,0-3 67 0,-1 4-20 0,0-2-32 0,1 0-16 0,-1 0 17 0,0 1-30 16,2 0 14-16,-2-1-8 0,0 2-12 0,1 0-27 0,0-1 18 15,0 1-28-15,-1 0 27 0,0 1-6 0,0 0-11 0,0 0 2 16,0 0 12-16,-1 0-13 0,-3 1 13 0,2 2-7 0,-1-2-15 15,-1 4-16-15,1-1 22 0,0 2-23 0,-1-1 34 16,2 2-14-16,1 0-16 0,-1 2-11 0,2-1 9 0,0 1-9 16,0 0 11-16,2 0-2 0,2 1-10 0,1-1-8 0,-1-1 12 15,3 0-10-15,0-2 22 0,0 2-5 0,0-3-5 0,1 0-9 16,-1 0 2-16,0-1-2 0,0 0 6 0,-2-2 0 0,2 0-2 0,1-1-7 16,1-1 4-16,-1 0-3 0,-1 0 8 0,1-1 2 0,1-3-4 0,-1 0-8 15,1-1 8-15,0 0-6 0,-1-2 7 0,0 2-2 0,0-3-5 16,0 2-10-16,-2 2 8 0,0-2-6 0,1 3 7 0,-2 2 2 15,1 0-3-15,1 1-3 0,-1 2 6 0,1 1-6 16,0 1 7-16,0-1 0 0,-1-1-2 0,3 2 0 0,-1-1 3 16,2-1 0-16,-1 0 1 0,3 0 1 0,-2-1-2 0,2 0-12 0,0-1 14 15,1-1-11-15,-2-2 22 0,0 1-4 0,0 0-9 0,-1 0-6 16,-1-2 6-16,-1 1-4 0,-1 2 16 0,-2-3-5 0,-1 2-2 16,-1-1 6-16,0 1 7 0,-2-2 2 0,0 3 19 0,-1-3-1 15,-2 0-4-15,-1 1-5 0,-2-2 6 0,-2 0-6 0,-1-1 2 0,-1-1-9 0,0 1-7 16,-1-1-18-16,1 0 7 0,0 0-6 0,0 1 10 0,1 0-3 15,-1 0-5-15,1 1-12 0,2-2 4 16,-2 0-7-16,1 1-10 0,0-1-3 0,2 1-11 0,-1 1-19 0,2-2 1 16,1 1-8-16,1 0-37 0,0-2-21 0,2 0-26 0,0-1-174 0,2 0-74 0,4 3-18 15,3 3 71-15</inkml:trace>
  <inkml:trace contextRef="#ctx0" brushRef="#br0" timeOffset="187200.27">21312 5668 1870 0,'-4'15'144'0,"0"-1"115"0,0-1-125 0,3 1-8 0,0-2-37 0,1 2-41 0,2-2-12 0,1-1-16 0,1 0-15 0,0 2 6 0,1-3-9 0,-1 2 9 0,2-3-3 16,-1-2-5-16,2 2-8 0,1-2 0 0,0-2-4 0,1 3-11 16,-3-5-14-16,1 3-4 0,0-5-44 0,0 0-43 15,-1-1 24-15,1-2-204 16,0-2-104-16,1-1-34 0</inkml:trace>
  <inkml:trace contextRef="#ctx0" brushRef="#br0" timeOffset="187327.28">21292 5537 1722 0,'-24'3'207'16,"3"-3"44"-16,1-2-114 0,1 1-39 0,6-1-32 0,3 2-34 16,5-3-38-16,5-1 5 0,1 0-12 0,4-2-23 0,6-3-27 15,1 0-19-15,6-2-106 0,0 0-135 0,2-3 73 0,7 1-99 16</inkml:trace>
  <inkml:trace contextRef="#ctx0" brushRef="#br0" timeOffset="187493.41">21606 5337 874 0,'-11'12'218'0,"2"-1"510"0,6 2-512 16,1 1-39-16,0 6-43 0,1 0-65 0,-2 3 16 16,2-1-38-16,1 5 18 15,1-4-13-15,1 1-13 0,2 6-26 0,0-7 11 16,-1 1-17-16,2 0 10 0,-5-3-6 0,1 1-8 0,1 2-7 15,2-4 0-15,2-2-2 0,2 1-5 0,-1-4-11 0,0-3-2 0,1 0-37 0,1 1-6 0,0-3 3 0,0 1-44 32,-2-2-28-32,1 0-10 0,0-1-135 0,-3-2-61 0,0 0 30 15,1-1 14-15</inkml:trace>
  <inkml:trace contextRef="#ctx0" brushRef="#br0" timeOffset="187827.68">21575 5754 1340 0,'-27'1'-208'15,"15"0"480"-15,3 0-41 0,2 1-46 0,0-1-68 16,3-1 18-16,0 0-48 0,3 0 11 0,0-1-20 0,1-1-23 0,2-1-32 16,2-3 16-16,0-1-24 0,3-5 20 0,1 1-1 15,3-1-10-15,5-4-17 0,0-2 23 0,1 0-25 0,-4 0 19 16,-1 2-4-16,-1 5-15 0,3 1-4 0,3 2 8 0,1 4-9 16,-1-1 14-16,-4 2 0 0,0 3-4 0,1 3 1 15,-1 3 11-15,1 2-9 0,-1 2 22 0,0-3-9 0,-1-1-4 0,2 1-20 16,-2 0 11-16,-1 2-12 0,1 1 20 0,-1-3-5 15,-2-2-8-15,1 3-4 0,-1-5 6 0,0 1-5 0,0-2 8 16,0 0-3-16,-3-2-3 0,1 0-3 0,-1 0 2 0,-1-1-2 16,0 0 3-16,0-1 0 0,-1 0-4 0,0-2-6 0,-1 3 7 0,-1-2-6 15,0 3 8-15,0 0-1 0,-1 3-4 0,2-2 5 0,-1 4 4 16,0 1-1-16,0 3 6 0,1 2-2 0,-1 0-3 0,1 2-12 16,1 1 6-16,-1-2-5 0,1 0 10 0,2-1-4 0,0-2-5 0,0-1-32 15,2-1 2-15,0 1-12 0,1-5-35 0,1 1-20 16,1-2-21-16,4-2-139 0,-1-2-99 0,-1-2 3 0,2 3 17 0</inkml:trace>
  <inkml:trace contextRef="#ctx0" brushRef="#br0" timeOffset="188355.61">22756 5497 1190 0,'-29'8'-400'0,"12"-3"772"0,0 2-83 0,1 3-131 0,-3 3-92 0,1 1 23 0,2 4-57 0,0 3 1 0,4-3-12 0,4 2-13 0,1 1 8 15,0 1 0-15,1 1 5 0,-4 0 21 0,2-5 2 0,1-2-3 0,5-2 10 16,1-4 13-16,2-2-14 0,3-1 12 0,2-2-13 0,2-1-16 0,2-1-24 15,-1-3 14-15,2 0-17 0,-3-5 24 0,-1-1-6 16,3-1-9-16,1-5-15 0,5 1 9 0,1-2-11 0,0-2 14 16,-1-2-1-16,-3-1-8 0,-2-1-10 0,-2 0 18 0,-3 1-15 15,1 0 25-15,-1 6 6 0,-3 1-8 16,-1 0 2-16,0 6 11 0,-1-2-13 0,0 3 15 0,-1 1 0 0,0 2-4 0,0 1-11 16,0 1 8-16,-1 4-10 0,-3 1 4 15,1 2-3-15,-2 4-6 0,1 0-7 0,-1-1 8 0,2 3-7 0,2 0 6 0,0 3-2 0,1 1-5 16,1-2-12-16,2 0 8 0,2-3-8 0,-1 1 3 0,2-3-9 15,1-2-13-15,-1 0-47 0,3-2-4 0,2-2-14 0,-1 0-87 0,1-1-65 16,1-3-52-16,3 1-373 0,5 2 400 0</inkml:trace>
  <inkml:trace contextRef="#ctx0" brushRef="#br0" timeOffset="188993.35">23718 5184 1592 0,'-2'0'115'0,"1"-1"52"0,1 1-56 0,0 1-22 0,1 1-33 0,1 4-41 0,1 1 19 0,1 3-27 0,2 2 35 0,0-1-8 16,-2 2-10-16,2 0-23 0,-2-1 23 0,1-1-23 0,0 2 39 15,1-2-13-15,-2 4-14 0,3 0-15 0,-1 0 11 0,-1 1-9 16,3-1 18-16,-1 2-2 0,1-1-9 0,1 3-21 15,0-1 22-15,-1 0-21 0,1-1 35 0,-1-3-13 0,-2 1-12 16,2-1-45-16,-2 1-1 0,-1-1-5 0,0-2-23 16,-3 3-22-16,1-3-9 0,0-1-113 0,-2-4-57 0,1-3 27 0,1 1 5 15</inkml:trace>
  <inkml:trace contextRef="#ctx0" brushRef="#br0" timeOffset="189590">24391 5362 1480 0,'-4'0'150'0,"-1"0"0"0,3 2 5 0,0 1-60 0,1-1-30 0,1 5-20 0,1 1-20 0,2 2-25 0,2 1 11 0,0 2-11 0,2 4 24 0,1-1-6 0,1-2-9 0,0 1-15 16,0-4 17-16,1-1-15 0,0 1 30 0,0-4 3 15,1 1-6-15,2 0-25 0,-2-5 26 0,1 1-29 0,2-1 36 16,-2-2-5-16,1 0-16 0,1-2-7 0,-3-1 7 0,-4-2-10 16,0-1 15-16,-3-2-7 0,1 0-5 0,3-2-2 15,-2-2 5-15,0 2-4 0,-1-2 7 0,-3 1-2 0,0-3-1 0,-2-3-3 16,0 0 1-16,-1-1-2 0,-1 2 9 0,-1-1-2 15,1 2 0-15,0 2-2 0,0-1 6 0,1 2-3 16,-2 3 17-16,2 1-2 0,0 1-1 0,-1 2-10 0,1 1 19 0,-2 1-12 16,1 0 30-16,0 2-10 0,0 0-13 0,-1 3-12 0,0 1 7 0,0-2-6 15,-1 6 8-15,2-3-1 0,0 3-2 0,0 1-18 0,0 0 15 0,1 0-15 16,1 1 10-16,1 0-4 0,2 1-10 0,0-1-1 0,2 0 2 16,-1-1-1-16,3 1 0 0,-2-1-8 0,3-1-6 0,1 0-25 15,1-3-7-15,3 0-4 0,0-1-40 0,2-2-16 0,1-1-16 0,-1-1-109 16,1 0-74-16,0-1 3 15,-1-1-289-15,3 0 336 0,3-4-12 0</inkml:trace>
  <inkml:trace contextRef="#ctx0" brushRef="#br0" timeOffset="189926.52">24918 5410 1597 0,'-6'8'120'0,"2"0"50"0,-2 1-47 15,4-2-26-15,0-1-34 0,1-1-56 0,1 0 24 0,1-1-35 16,1-3 30-16,-1 1-5 0,1 0-13 0,1-1-14 0,-2-1 15 15,0 0-15-15,0 0 107 0,0 0-78 0,0-3 25 0,0 0-42 16,0-1-59-16,1-3 80 0,-2-2 31 0,0 0-10 0,0-1-16 16,0-1-19-1,0-1 17-15,1 2-19 0,1-2 26 0,1 3-8 0,3-1-10 16,1 0-3-16,2 1 9 0,0 0-9 0,3 1 10 0,0 1-1 0,0 2-8 0,1-1 0 16,-1 1 9-16,2 1-9 0,-1 3 8 15,1 0 1-15,-3 1-5 0,0-1-10 0,-6 1 22 16,-1 1-21-16,3 1 27 0,-1 0-8 0,5 2-11 0,2-1-21 0,2 3 11 0,2-1-11 0,-1 2 16 15,-1-2-3-15,-1 3-9 0,-1 0-6 16,0 1 4-16,-1 0-3 0,-1 1 9 0,-2-1-6 0,0-1-4 0,-1 1-30 16,1 0 11-16,-1-3-13 0,-1-1 1 0,-1 0-12 0,1 0-15 15,-1-1-19-15,-2-1-9 0,1-1 2 0,-2-2-45 0,-1 0-6 16,0 0-11-16,2-2-74 0,-1-1-22 0,1-3-10 0,0-1-87 16,1 1-7-16,-1 0-12 0</inkml:trace>
  <inkml:trace contextRef="#ctx0" brushRef="#br0" timeOffset="190018.49">25413 5299 489 0,'1'-5'195'0,"0"0"78"0,-1 4 44 0,0-1-116 15,0 2-3-15,0 2-26 16,0-1-50-16,-1 3-14 0,0 1 23 0,0 2-37 0,1 2-1 0,0 0-25 0,0 0-32 0,1-1-27 0,-1 0 7 31,1-1-13-31,2 0 5 0,-1 0-3 0,1-1-5 0,1-1-44 16,1-1-21-16,0-1-1 0,1-1-144 0,0-2-129 0,2-2-43 16</inkml:trace>
  <inkml:trace contextRef="#ctx0" brushRef="#br0" timeOffset="190175.06">25531 5020 1759 0,'-11'-3'91'0,"-5"0"-39"0,5-1 5 0,3 1-29 16,2 1-7-16,4 2-13 0,2-2-8 0,4-2-77 0,1 1-48 16,2 0 8-16,4-5-292 0,4 5 252 0,4-5-38 0</inkml:trace>
  <inkml:trace contextRef="#ctx0" brushRef="#br0" timeOffset="190319.22">25892 4860 1743 0,'-15'10'-954'0,"6"3"1682"0,0 0-196 0,-1 3-340 0,0 5-62 15,0 3 18-15,1 2-49 0,3 3-17 0,2-2-12 0,-1 0-27 16,2 2-13-16,-2-5 10 0,2-1-17 0,-2 3 2 16,3-2-7-16,-1-1-10 0,1 0-13 0,0-8 9 0,2-1-11 15,2-1-4-15,0-2-13 0,2 0-14 0,0-1-48 0,0-1-16 16,1-2 4-16,-2 1-101 0,0-1-85 0,1-4-26 0,-2 1-286 15,2 1 295-15</inkml:trace>
  <inkml:trace contextRef="#ctx0" brushRef="#br0" timeOffset="190460.28">25719 5229 1320 0,'-1'0'1063'0,"27"-13"-1197"0,-6 3 277 0,1-3-40 15,6-1-46-15,7 1-51 0,-1 1 11 0,4 2-21 0,1-1-23 16,0 0-63-16,-3 2-29 0,-3-2-279 0,-3-3-166 15,5 2-33-15</inkml:trace>
  <inkml:trace contextRef="#ctx0" brushRef="#br0" timeOffset="191141.29">16751 7053 217 0,'-17'13'582'0,"10"-6"-272"0,1-1 394 0,1-1-441 0,4-1-132 0,1 4-46 0,4 1-37 0,3 0-13 0,2 0-20 0,1 2-23 16,0-2 15-16,0 0-16 0,2-3 21 0,-2 0-1 0,-1-1-7 0,1 1-11 0,-2-3 9 0,1 0-10 0,0 1 8 16,-3-2-12-1,1-2-9-15,-1 2-65 0,-1-2-47 0,0-2 12 0,1 1-336 0,1 0 285 0,5 0-50 0</inkml:trace>
  <inkml:trace contextRef="#ctx0" brushRef="#br0" timeOffset="191292.75">16800 6787 1707 0,'-24'4'370'0,"2"-2"-296"0,1-1 65 0,2 2-73 15,3-1 15-15,5 0-38 0,3-2-13 0,5 0-10 0,0 0-20 16,3 0-8-16,1 0-3 0,2-2-2 0,2 1-50 0,4-1-26 16,3-1-14-16,6-2-107 0,-2 2-109 0,2-2 62 15,4 1-57-15</inkml:trace>
  <inkml:trace contextRef="#ctx0" brushRef="#br0" timeOffset="191630.2">17024 7022 734 0,'-6'21'279'0,"5"-2"-160"0,-1-4 151 0,1-1-157 16,2-2 6-16,1 2-36 0,1 3-19 0,2-6-24 0,-1 1-21 15,1-2-18-15,-2-4 14 0,1-1-11 0,0-1 25 16,-2 0-7-16,1-3-13 0,-1 1-5 0,0-2 24 0,0 0-18 15,1-2 56-15,-2-1-1 0,0-3-7 0,0-1-17 0,-1-1 22 16,0-2-28-16,-1 0 21 0,0-3-10 0,0 1-17 0,-1 2-21 16,2-2 25-16,0 4-26 0,2-3 37 0,-1 4-8 15,0-2-13-15,2-2-8 0,-1 2 10 0,3-2-11 0,-1-2 13 16,2 3-6-16,0 0-10 0,1 2-7 0,1 2 8 0,1-1-9 0,-1-1 9 16,0 5-3-16,-1-1-4 0,-4 3 2 0,1-2 2 0,0 2-2 15,0 1-4-15,8 0 2 0,-2 0-1 0,3 1-10 0,2 2 10 16,2 3-8-16,0 0 16 0,-2 3-3 0,1 2-5 0,0 0-14 15,-2 1 16-15,0 3-12 0,-2-1 18 0,1 1-2 0,-3-3-10 16,1-1-7-16,-1 0 1 0,-1-2-5 0,0 3-15 0,-1 0-2 16,-3 1-3-16,1-2-32 0,-3 0-10 0,1-3-6 0,-1-2-66 0,-1-1-21 15,1 0-21-15,-1-1-153 0,0-2-56 0,3 1-27 16</inkml:trace>
  <inkml:trace contextRef="#ctx0" brushRef="#br0" timeOffset="191981.26">17813 6788 488 0,'-7'0'258'16,"3"0"-117"-16,-1 0 158 0,0 0-148 0,0 0-8 0,1 1-43 0,-2-1-31 15,3 2-16-15,-1-2-16 0,1 1-11 0,-1 1 14 0,0 0-12 16,-1 1 35-16,-2 3 2 0,0-3-9 15,-4 4-12-15,1 1 25 0,0 0-31 0,-2 4 49 0,5-2-11 0,-2 2-12 0,0 3-22 16,2 1 14-16,-1-2-22 0,1 4 4 0,2-3-11 16,0 0-18-16,1 2-7 0,0-2 8 0,3 1-8 0,0 2 10 15,1-4-4-15,2 1-3 0,1 0-10 16,-1-6 9-16,2-1-7 0,2 0 23 0,1-2-4 0,2 3-8 0,1-1-8 0,0-1 6 16,1 0-6-16,3-2 14 0,-1 0-6 0,1-2-6 0,-1-2-2 15,1 0 2-15,-1-1-1 0,2-2 6 0,-1 0-2 16,0-2-5-16,2 1-6 0,2-4 5 0,0 0-7 15,2-1-17-15,-1-1-3 0,-3 0-14 0,4-1-25 0,-1 1-17 0,0 0-2 16,0-3-88-16,-2 1-37 0,1-5-32 0,-3 1-154 0,3 0-60 0,4-1-21 0</inkml:trace>
  <inkml:trace contextRef="#ctx0" brushRef="#br0" timeOffset="192192.72">18263 6715 849 0,'-16'0'410'0,"4"5"-223"0,0-1 262 0,-1 2-277 16,0-1 8-16,2 3-52 0,0 1-31 0,2 0-26 0,1 1-35 0,0 2-14 16,1-1 6-16,1 1-10 15,0 3 5-15,1-2-5 0,5 2-9 0,2 1-11 16,0-2 11-16,2 1-12 0,-4-1 15 0,0 0-4 0,0-2-6 0,1-1-12 0,-3-2 9 0,1 0-11 16,1 0 3-16,0-4-15 15,3 2-13-15,5-5-38 0,-1 1-25 0,1-3 12 0,3-3-126 16,-2 0-73-16,2-4-24 0,3-1-188 0,5 0 232 0</inkml:trace>
  <inkml:trace contextRef="#ctx0" brushRef="#br0" timeOffset="192571.73">18443 6878 1270 0,'0'0'-179'0,"0"0"336"0,2-2-45 16,2-2-63-16,0 1-34 0,1-3 6 0,0 1-15 0,2 0-1 15,-2 1-2-15,-1-1-2 0,-1 1-5 0,1 2 4 0,-1-2-2 0,-1 1 24 0,1 2-3 0,-1-1-4 0,-1-2-15 16,1 3 32-16,-1-2-27 0,-1 0 58 0,2 1-4 16,-2 1-10-16,0-2 11 0,-2 2 7 0,1-2-8 0,-2 1 20 15,0 0-14-15,-2 0-9 16,-2 0-22-16,1 0 17 0,-1 2-20 0,-2 0 19 16,-1 1-5-16,0 2-15 0,-3 1-11 0,2 2 12 0,-1 0-16 0,0 3 21 15,2 0-6-15,1 2-7 0,2 1 0 0,-1-1 6 0,1 1-5 0,1 3 11 0,2-3-9 0,-1 2-10 16,1 3-13-16,0-2 16 15,1 1-14-15,1-1 17 0,2 0-6 0,-1 0-9 0,3 15-7 0,0-16-3 0,2-3 15 16,-1-2-4-16,1-4-8 0,2-1-7 0,1 2 6 0,1-1-5 16,2 0 14-16,1-2-3 0,2-2-7 0,4 0-8 0,0-2 4 0,2-2-4 15,1 0-8-15,1-3-5 0,0-2-8 0,3-1-17 16,3-2-3-16,-1 1-2 0,-4-1-2 16,-1-4-3-16,0 4 1 0,3-6-29 0,5 1-1 0,0 0-10 15,0 2-52-15,-5-1-13 0,-1 2-27 0,-1-4-41 0,-2 3-21 0,-1 0 7 16,-1-1-27-16,-3 3 147 0,0 1 11 0</inkml:trace>
  <inkml:trace contextRef="#ctx0" brushRef="#br0" timeOffset="192807.75">18965 6798 307 0,'0'-5'268'0,"-1"0"-5"0,-1 2-5 16,-3 1-45-16,0-1-33 0,-2 2-30 0,-2 0-40 0,0-1 19 0,-1 2-26 31,1 0 1-31,-1 0-11 0,1 2-16 0,-1 2-17 0,0-1 3 16,0 0-9-16,1 3-10 0,0-1-5 0,1 1-5 0,0 1-14 0,1 1 4 16,2 0-8-16,-2 1 0 0,1 1-6 0,2 0-4 0,-2 2-5 15,3 0 5-15,-1 3-2 0,2-3 9 0,0 0-2 0,1-1-5 0,1-2-3 0,1-1 2 0,1-2-2 0,1 0 1 0,2 0 0 31,1-4-1-31,0 2-3 0,3-1 0 0,-1-2 0 0,1-1 5 0,0-1 0 16,1-3 1-16,1 0-11 0,1-1 12 0,0 0-9 0,-1-1 14 16,2-1 0-16,-2 1-8 0,1-2-6 0,2-1 6 0,-2 1-6 15,-1 1 8-15,-2 0 0 0,0 4-5 0,-1-4-13 0,0 5 16 16,-2-2-13-16,-1 1 19 0,0 1-3 0,-2 2-9 0,2-2-29 0,-2 1 8 16,0 0-13-16,1-1-7 0,-1 0-10 0,0-1-15 0,1 1-47 15,-1-2-25-15,2 0-5 0,-2-1-157 0,1 0-30 0,1 0-50 0</inkml:trace>
  <inkml:trace contextRef="#ctx0" brushRef="#br0" timeOffset="193351.65">19246 6666 1369 0,'-15'3'218'0,"-1"2"-5"0,-1-1-28 0,1 0-59 0,0 1-60 15,2 0-22-15,1 1-26 0,3 3-21 0,1-1 13 16,0 2-13-16,-1 0 22 0,-4 1-4 0,1-2-10 0,2 1 0 15,2-1 8-15,3-1-5 0,2-1 22 0,1 0-2 0,1 0-5 16,2 0-13-16,2-2 10 0,0 3-15 0,1-2 16 0,1 0-6 16,1 1-7-16,4 0-8 0,1 0 17 0,3-1-13 0,2 1 26 15,0 0-8-15,-4 0-12 0,1-1-15 0,1 2 11 16,0-1-11-16,10 1 23 0,-3-1-8 0,0-1-7 0,0 2-24 16,-3 1 7-16,-2 0-10 0,-3 0 25 0,-2-2-7 0,-1 1-7 15,-1 1-8-15,-3 1 15 0,-2 0-8 0,-2 1 23 0,-1-2-4 16,0 2-11-16,-2-2-18 0,0 0 14 0,-3-1-12 0,0-2 14 0,0-3-6 15,-1-3-9-15,2 1-7 0,-1-1-4 0,0 0 1 0,1-1-6 16,1 1 3-16,0-3 3 0,0 3 1 0,0-3 16 16,2 3-8-16,0-1 30 0,0-3-1 0,1 2-5 0,1-5-13 0,0 1 14 15,1-2-10-15,0-1 25 0,2 2-2 0,-1-1-5 0,3 2-9 0,-2-3 13 16,3 1-12-16,0-1 11 0,0-1 1 0,-1 1-7 0,2-1-5 16,1 1 3-16,0-3-4 0,2-1 4 0,-1 0 0 0,2-2-1 0,-1 1-4 15,1-1 0-15,1 2-2 0,0-3 3 0,-2 2 3 16,1-1 1-16,-2-2-9 0,-1-1 5 0,-2 1-7 0,-1-1 11 0,-3 0 0 15,0 2 0-15,-3 4-13 0,0 0 12 0,-4 4-9 0,0 3 21 16,-2 1 1-16,-1 4-5 0,-1 4-14 0,-3 3 8 16,0 2-7-16,-1 2 28 0,-1 2-2 0,1 1-4 0,0 3-16 0,-1 1 20 15,1-1-14-15,0 4 35 0,0 1-1 0,3-2-7 0,1 2-6 0,2 1 25 16,1-2-17-16,3 0 35 0,2-2-9 0,1-2-13 0,3-2-20 16,0 0 0-16,4-3-5 0,2-1-10 0,1-2-5 0,4 0-6 0,2-2-4 15,2-3 0-15,1 1 0 0,1-4 3 0,2-1-2 0,0-1 2 16,2-3-34-16,1-1 8 0,1-2-16 0,-1-2-11 15,-6 0-11-15,0 0-16 0,2-2-59 0,1-1-22 0,4-1-12 0,-1 1-212 16,-1 1-60-16,0-1-90 0</inkml:trace>
  <inkml:trace contextRef="#ctx0" brushRef="#br0" timeOffset="193890.15">20343 6680 1595 0,'-8'13'369'0,"3"-1"-285"0,0 1 83 0,3 1-84 0,0-4-2 0,2 0-25 0,1 2-23 0,2-3-8 0,2 0-10 0,0 1-19 0,1-1 13 0,1 0-14 0,-1 0 16 0,0-3-2 0,1 2-9 0,-1-1-24 0,1 0 4 16,1-1-11-16,-1-1-10 0,-2-1-20 0,1 0-10 0,0-1-119 16,-3-2-61-16,0 0 22 0,0-1-257 0,2 0 285 0,0-2-4 15</inkml:trace>
  <inkml:trace contextRef="#ctx0" brushRef="#br0" timeOffset="194027.62">20342 6462 2040 0,'-22'2'149'0,"-1"-1"-47"0,5-1-1 16,4 0-49-16,2 0-14 0,7 0-13 0,2 0-20 0,3 0-31 0,3-1-5 0,1-1-7 31,3-2-52-31,2 1-44 0,1-2-15 0,3 1-240 0,2-1-96 16,3 2-41-16</inkml:trace>
  <inkml:trace contextRef="#ctx0" brushRef="#br0" timeOffset="194335.61">20634 6728 720 0,'-1'19'-203'0,"0"-10"434"16,1-3-45-16,0-1-55 0,0 1-41 0,0-3 11 0,1 0-27 15,0-2 7-15,-1 1 2 0,0-2-18 0,0 0 3 16,0 0 28-16,-1-2-33 0,-1-2 29 0,0 1-11 0,0-3-21 0,0-2-13 15,0 0 20-15,1-1-25 0,-2-1 29 0,2-1-7 16,1 2-15-16,0-2-3 0,1-1 8 0,3 1-14 0,-1-3 14 16,3 1-4-16,2 0-6 0,2 0-21 0,3 2 24 0,1 1-28 15,2 1 26-15,0 4-10 0,0-1-19 0,1 6-15 0,-4 0 12 16,1 3-13-16,0-2 14 0,-1-1-3 0,0 0-8 0,0 3-2 16,-1 2 2-16,0 3-1 0,1 1 1 0,-2 0 2 15,1 3-2-15,0 2-9 0,1 3 9 0,-1-3-8 0,-1 2 5 0,1-1-5 16,-1-2-10-16,0 2-36 0,-1-1-39 0,-1 0 15 0,-2-2-49 15,0-1-13-15,-2 1 18 0,1-3-281 0,0-2-61 0,1 2-68 0</inkml:trace>
  <inkml:trace contextRef="#ctx0" brushRef="#br0" timeOffset="195118.27">21891 6394 832 0,'-8'-4'122'0,"0"-1"159"0,-1 0-134 0,0-1-21 0,1 1-33 0,-1-1-44 0,-1 0 24 0,2-2-40 0,-2 1 23 0,1 1-11 0,1 1-16 0,-2 1-10 15,1 0 18-15,0 3-17 0,-2 2 28 0,1 3-9 0,-2 0-13 0,-1 4-4 0,0 2 1 16,-2 3-5-16,-2 2-3 0,1 3-2 0,3 1-5 16,-2 5-10-16,2 1 8 0,0 0-9 0,1 6 19 0,5-3 3 0,3-3-2 15,0 0-16 1,4-3 22-16,-3-2-22 0,3 1 41 0,1-4-8 0,3-5-12 16,2 0-22-16,2-3 12 0,-3-3-14 0,1 1 22 15,2-5-5-15,2 0-10 0,6-2-8 0,2-4 9 0,1-3-7 16,0 0 11-16,0-4 0 0,-2 0-6 0,-1-3-6 0,-1-2 4 15,-2-2-5-15,-1 1 9 0,0 0 0 0,-1 0-5 0,-2 3-3 16,-1-2 8-16,-2 0-6 0,-2 2 9 0,-3-4-1 0,-1 2-3 0,0 0-15 16,-1 3 16-16,-1 2-12 0,-1 1 21 0,0 2-1 0,1 1-12 15,-2 0 19-15,1 2 6 0,0 1 0 0,-1 1 7 0,2 1-1 16,0 0-3-16,-2 2-13 0,2 0 16 0,-1 3-13 0,-1 1 18 16,2 1-2-16,-1 0-9 0,-1 1-5 0,2 3 5 0,0 0-6 0,1 0-2 15,0 2-6-15,1 0-5 0,1 1-17 0,1-1 10 0,1 1-7 16,2-1 16-16,-1 1-1 0,2-1-8 0,1 0-12 0,1 0 13 15,1-2-11-15,1-3 5 0,0-2-8 0,1 0-13 0,1-1-27 16,2 2-1-16,3-1-7 0,-1-1-30 0,4-3-11 0,-1 0-14 0,2-2-75 16,0-1-29-16,1-2-13 0,-1 0-150 0,0-3-3 0,2 5-22 15</inkml:trace>
  <inkml:trace contextRef="#ctx0" brushRef="#br0" timeOffset="195728.18">22308 6348 1070 0,'-14'-15'-394'0,"4"10"789"0,1 2-75 0,-2-1-119 15,0 4-98-15,0 0 28 0,0 4-66 0,-3 1 16 0,2 4-14 16,-2-2-25-16,0 5-21 0,0 2 16 0,3 0-23 0,-1 3 13 16,4 1-10-16,-1-3-11 0,2 2 1 0,1-2-6 15,-1 0 6-15,2-1 0 0,6-2-1 0,2-1 2 0,1-2-5 16,-3-1 5-16,-2-2-5 0,1 0 4 0,0-4 0 0,8-1-4 16,1-1-3-16,-1-2 11 0,0-3-9 0,2-2 10 0,-2 0-4 15,0 0-7-15,-1 0 2 0,0-1 2 0,-1 0-1 0,-2-1 21 16,0 2 0-16,-2-1 3 0,1 1-17 0,-1 4 21 15,1-2-20-15,-1 1 26 0,1 1-6 0,1 1-12 0,-1 0-3 0,2 1 7 16,-1 1-5-16,2 0 5 0,0 1-7 0,2 3-7 0,0 0-11 16,1 4 7-16,0 1-5 0,1 1 14 0,0 3-7 0,0 1-5 0,2 4-12 15,-2 2 11-15,1 3-6 0,0-2 17 0,-1 2-1 0,0-2-7 16,1 1-10-16,-2 3 9 0,-1-2-9 0,1 0 9 0,-2-3-1 16,1 2-5-16,-2 1-40 0,-3 1 20 0,-1 1-20 0,-2 0 43 15,-3 0 3-15,-3 1-4 0,-2 0-6 0,-1-2 11 0,-3 2-9 0,-1 0 14 16,-1-3-2-16,0-3-7 0,-1-2-8 0,2-4 10 0,-1 0-7 15,1 2 13-15,0-5-2 0,2-1-7 0,1-3 0 0,1-3 2 16,2-4-1-16,3 0 4 0,1-3 0 0,3-3-1 0,4-6-15 16,3-5 19-16,0-3-13 0,5-4 29 0,1-1-6 0,3-2-12 0,2-3-6 15,3-4-1-15,3 0-1 0,-1-2 1 0,2 1-2 0,0 1 0 0,0 2-27 16,2 0 9-16,0 0-9 16,-1-1 20-16,-3 2 2 0,-2 0-2 0,-8-1-7 0,-1 5 17 0,-4 0-12 0,-2 2 24 0,2 3-3 15,-3-2-7-15,-3 1-6 0,-2-1 14 0,0 0-10 0,-2 2 20 16,-1 1-2-16,0-1-9 0,-1 3-11 0,-3 1 9 0,-1 4-9 0,0 2 10 15,0 6-1-15,-1 2-7 0,5 4-9 0,-3 6 7 0,-2 2-7 16,-2 5 11-16,-6 3 1 0,0 4-1 0,-1 3-15 0,1 1 13 16,0 2-12-16,3-1 24 15,3-2-3-15,2 2-5 0,3-1-3 0,3 2 5 0,3-3-2 0,1 1 17 0,6-7-2 0,3-3 0 0,4 1 2 16,5-2 12-16,3 3-5 0,2 0 26 16,4-5-6-16,1 0-4 0,-1-4-27 0,1 0 9 0,3-2-11 0,3-1 10 0,3-3-6 15,-1-1-8-15,0-3-10 0,-1 1 4 0,-2-1-4 0,-1-2 6 0,-2 1-3 16,-2-1 1-16,3 1-30 0,-3-1 10 0,-2 0-14 15,-6-1 2-15,-4-1-9 0,-1 0-14 0,-2-2-52 0,5 1-18 0,-2-2-11 16,-2 2-161-16,-3 0-85 0,0 3-78 0</inkml:trace>
  <inkml:trace contextRef="#ctx0" brushRef="#br0" timeOffset="213932.8">3296 4522 217 0,'0'0'724'0,"-4"-15"-406"0,0 0 484 0,-1 0-613 0,2 7-197 0,2 3-4 0,0 3-16 0,1 0-7 0,0 2-16 0,0 0 19 0,0-1 9 0,0 1 2 16,0 0 0-16,0 0-14 0,0 0-19 0,0 4-52 0,-2-1-10 0,-1 4-11 15,-1 2-80-15,2 4-18 0,-3 2-26 0</inkml:trace>
  <inkml:trace contextRef="#ctx0" brushRef="#br0" timeOffset="214143.09">2718 5754 2382 0,'-16'0'-25'15,"9"-3"40"-15,3 3-6 0,0 1-9 0,2 2-35 0,0 1-18 16,1-1-2-16,2 4-53 0,1-1 16 0,2-1 6 0,4 3 5 16,4-2 12-16,1 0-11 0,2-1 9 15,-1-1-5-15,0-3-3 0,-1 0-96 0,-1-1 4 0,2-1-35 0,3 0 68 16</inkml:trace>
  <inkml:trace contextRef="#ctx0" brushRef="#br0" timeOffset="214339.34">3334 4475 1988 0,'-11'-27'48'0,"0"0"-77"0,-1 4 41 0,2 6-4 0,2 0-2 0,2 5-15 0,-1 0 4 16,7 1-5-16,1 0 13 0,2 2-3 0,1 2-4 0,-4-1-9 15,0 2-4-15,0 1 0 0,1-3-18 0,-2 3-15 0,-2 0-10 0,1 1-59 16,1 0-26-16,6 1-2 0,0 3-98 0,5 0-36 0,8 2-23 15</inkml:trace>
  <inkml:trace contextRef="#ctx0" brushRef="#br0" timeOffset="214481.31">4023 5321 1739 0,'0'4'235'0,"-1"-1"-268"0,-2 0-68 0,0 1-7 16,-1 4-19-16,1 1-9 0,2 2-130 0,1 3-18 16,4-2-21-16</inkml:trace>
  <inkml:trace contextRef="#ctx0" brushRef="#br0" timeOffset="214702.91">3387 4737 2540 0,'-97'-23'25'0,"62"6"-49"0,2 2 10 0,-2 0 11 0,0 6-7 0,-1 1 11 0,9 5-15 0,7 2-55 15,9 1-17-15,5 0-40 0,6 0-66 0,4 1 35 0,4-1-31 0,9 4 84 16,8 0-24-16,9-1-10 0,12-1-51 0,5 1-101 0,7-3 28 15</inkml:trace>
  <inkml:trace contextRef="#ctx0" brushRef="#br0" timeOffset="-214634.03">4496 5277 2615 0,'-33'-16'-129'16,"15"5"45"-16,0 2-95 16,2 3 26-16,4 1-190 0,3-1-27 0,3-2-34 0</inkml:trace>
  <inkml:trace contextRef="#ctx0" brushRef="#br0" timeOffset="-214439.41">4695 3587 1928 0,'11'-24'-121'15,"-15"5"189"-15,-3 5-7 0,0 0-40 0,-1 3 8 0,1 2 6 0,0 2-11 16,0 2-13-16,0 0-10 0,1 3-5 0,0 0-32 0,1-1-9 16,3 3-3-16,1-1-61 0,1 1-11 0,3-1-26 0,4 1-54 0,4 0 4 15,9 0-28-15,6 0 66 0</inkml:trace>
  <inkml:trace contextRef="#ctx0" brushRef="#br0" timeOffset="-214238.36">4895 4894 2524 0,'-39'22'51'15,"-4"-3"-162"1,4-2 118-16,0 0-30 0,3 2-17 0,2 0-106 0,1 0 14 0,12-3-21 0,6-3 55 0,10-6 20 16,5-3 7-16,3-1 54 0,7-5 10 0,6-3 3 0,6-1 4 0,6-3-20 0,7-1-13 15,2-4-132-15,0-2-36 0,5-3-18 0,2-3 45 16</inkml:trace>
  <inkml:trace contextRef="#ctx0" brushRef="#br0" timeOffset="-214043.16">6245 2947 2260 0,'22'-20'-980'47</inkml:trace>
  <inkml:trace contextRef="#ctx0" brushRef="#br0" timeOffset="-213892.3">7109 4428 1672 0,'0'18'-125'16,"-8"-18"88"-16,3 2 8 0,-1-1-56 0,3 0-168 0,2 3-3 0,3-1-73 0</inkml:trace>
  <inkml:trace contextRef="#ctx0" brushRef="#br0" timeOffset="-213703.22">6665 4131 2173 0</inkml:trace>
  <inkml:trace contextRef="#ctx0" brushRef="#br0" timeOffset="-213559.15">6244 3150 2356 0,'-11'-17'84'0,"8"9"-140"0,-1 4-11 0,0 3 23 0,4 4-212 0,8 3-42 16,4 6-34-16,9 5 93 0</inkml:trace>
  <inkml:trace contextRef="#ctx0" brushRef="#br0" timeOffset="-213371.02">6753 4471 2447 0,'-16'24'378'0,"2"-14"-431"0,-2-2-59 0,-4 2 8 0,-2 2 24 0,1-2 6 0,6-2-1 0,3-5-31 0,6-1-49 32,5-2-40-32,4-2 9 0,8-1-9 0,8-5-24 0,14-4-77 15,4-2-53-15</inkml:trace>
  <inkml:trace contextRef="#ctx0" brushRef="#br0" timeOffset="-213179.63">7713 2924 2568 0,'-5'-27'62'0,"-10"12"-113"0,-5 0 7 16,0 0 18-16,-2 4-91 0,5 1-18 0,2 3-15 0,6 2-55 15,7-1-6-15,5 2 1 0,12-1 46 0,10-2-15 0,14 1 38 0,8-3-2 16,4 0-25-16,6 0-17 0</inkml:trace>
  <inkml:trace contextRef="#ctx0" brushRef="#br0" timeOffset="-213004.65">8222 3105 1810 0,'1'18'27'0,"-4"-11"-33"0,0 4 6 0,-1 1 10 0,0 6-20 16,1-1 21-16,2 2-19 0,1 2 18 0,0-2 4 15,4 1-8-15,1-1-18 0,2-3 24 0,1-1-21 0,2-1 19 16,-4-3 4-16,0 0-15 0,6-1-30 0,0 2 22 0,12-1-31 0,0 1-41 16,2-1-42-16,1 2-46 0,2-1-119 0,5 2-90 0,0 1-3 0</inkml:trace>
  <inkml:trace contextRef="#ctx0" brushRef="#br0" timeOffset="-212841.08">7585 4230 2225 0,'-13'-13'-8'0,"-1"-2"-139"0,4 2-49 0,4 4 24 0,2 1-263 16,7 5 259-16,3-4-34 0</inkml:trace>
  <inkml:trace contextRef="#ctx0" brushRef="#br0" timeOffset="-212657.4">8409 2897 2422 0,'-11'-14'65'0,"0"-2"-119"0,-2 3 88 0,0 1-8 0,2 6-9 15,-1 1-15-15,-2 1 5 0,1 0-7 0,-3 1 1 0,2-2-6 16,0 2-6-16,3-5-95 0,4 3-12 15,4-2-27-15,6-2-140 0,12-1-50 0,15 1-59 0</inkml:trace>
  <inkml:trace contextRef="#ctx0" brushRef="#br0" timeOffset="-212541.09">8889 2690 2934 0,'-98'2'170'0,"65"-10"-339"0,17 2-11 0,3 12 31 0,5 10-380 15,3 16 335-15</inkml:trace>
  <inkml:trace contextRef="#ctx0" brushRef="#br0" timeOffset="-178158.22">3497 11172 256 0,'-6'2'27'0,"1"1"379"0,-1-1-184 0,0 1 2 0,0 2-218 0,-1 1 3 0,1 1 1 0,2 2 28 0,-1-2 4 0,2 1 5 0,1 0-7 0,-1 1 16 0,2 1-15 0,-1 0 10 16,2-1-6-16,-1 0-7 0,1 0-8 16,0 0-2-16,0 1 1 0,1 0 6 0,0 2-5 0,1 2 1 0,0-1-21 0,0 4 15 0,-1 0-14 31,1 3 19-31,-1 1-10 0,-1 0-12 0,0 1-9 0,0 1 16 0,-1 0-9 0,-1 4 28 0,-1-4-5 0,-1 0-13 0,1 0-20 15,-2-1 16-15,0-1-15 0,-1 1 24 0,-1 0-9 0,1 3-11 16,-1 2-2-16,0 3-3 0,3 0 4 16,-2 5 12-16,2 0-2 0,1-1 3 0,1-1-22 0,0 2 16 0,1-2-14 0,1 1 19 0,0-2 2 15,0-3-9-15,3 0-4 0,0 1 7 0,2-1-5 0,-2 2 11 0,2 2-4 16,-2 3-4-16,1 4-7 16,-1 3 7-16,0-2-5 0,-1 0 13 15,0-3-2-15,-1-3-4 0,-1 2-8 0,0-3 10 0,-1-1-7 16,-2-1 26-16,2-1-6 0,1 2-6 0,-2-1-24 0,1 6 15 15,-1 2-12-15,-1 0 23 0,1 2-4 0,1-2-11 0,-1-1-9 0,2 0 15 16,-1-6-12-16,0 0 14 0,1-3 0 0,-2 2-10 0,1 4-3 16,1-2 4-16,-1 3-3 0,0 4 2 0,0 4 4 0,1-1-3 0,-1 2-6 15,1-5 17-15,0-4-14 0,1-2 14 0,-1-3-2 0,0 0-11 16,-1 2-6-16,1-1 8 0,-1 2-5 0,-2 3 12 0,1 5-3 16,0-1-6-16,-3 1-9 0,1 0 9 0,-2-4-5 0,-2-3 12 15,3-4-2-15,-2-1-9 0,2 2-5 0,-1-2 11 0,0 1-6 0,2 1 16 16,0 0-10-16,1 5-9 0,-1 1 3 0,-1-2 1 0,3 2 3 15,-2-5 7-15,3-2-1 0,1-1-6 0,0-1-7 0,1-5 4 16,3 0-5-16,-1-1 7 0,2-2 1 0,-1-1 1 0,2 2-23 16,-1 0 24-16,1 0-19 0,0 2 29 0,-2-1-1 0,1 2-14 0,0 3-6 15,-1-2 13-15,0-1-11 0,-1-1 13 0,1-2 0 0,-2 0-5 16,0 3-6-16,1-4 7 0,-2 1-7 0,0-3 9 0,-1-1 1 16,0 1-3-16,1 0-6 0,0 1 9 0,1-1-8 0,1-1 9 15,-1-1-1-15,0 0-8 0,1 1-3 0,1 1 5 0,-1 0-4 16,3 2 11-16,-1-2-4 0,1 1-2 0,1 2-9 0,-3-4 5 0,1 2-2 15,-1-2 11-15,1-3-3 0,-2 5-5 0,2 1-3 0,-2-6 8 16,0 1-4-16,0 0 2 0,0-5 4 0,-2 2-10 0,1-2-7 16,-2 2 19-16,1-2-14 0,-1 2 19 0,-1-3-5 0,1-1-8 0,-1 5-13 15,1-5 16-15,0 0-11 0,2-2 16 0,1-1-2 0,1 0-11 16,2 0 3-16,0-1 3 0,5-1-2 0,0 0 4 0,2-1 0 16,3 1-2-16,3-1-12 0,2 1 15 0,1-1-10 0,4-2 17 0,-1 2-1 15,5-1-9-15,2 0-14 0,0 2 17 0,-4 1-12 0,-1-3 26 16,0 3-1-16,1-3-8 0,5 5-30 0,-1-3 30 0,-2 0-26 15,-1 0 36-15,-1 1-5 0,2 1-17 0,2 0-7 0,4 0 16 16,1 0-9-16,5 0 15 0,-1-1 0 0,-4 0-11 0,6-1-2 0,-1 0 5 16,-2 0-5-16,4-1 6 0,-4 1-2 0,1-2-2 0,5 2-11 15,8-2 14-15,5-2-10 0,5 3 20 0,-2-1-4 0,-4 3-10 0,1-1-3 16,-4 1 9-16,5-2-5 0,4 1 12 0,5-2-3 16,2-1-8-16,5 2-4 0,-3-3 7 0,-2 1-4 0,2 0 13 15,1 1 0-15,7-1-7 0,5 0-8 0,-2-1 10 0,-3 3-9 0,0 0 17 16,3 1 1-16,6 0-1 0,5 1-16 0,-1-1 20 15,-8 0-15-15,3 1 25 0,2-3-6 0,2 2-14 0,6 1-1 0,-6-4 4 16,-1 3-4-16,4-2-3 0,-4 1 2 0,4 0-1 0,1-1 5 0,-3 2 2 16,3-1 0-16,4 3 2 0,-4-1-1 0,-2-1-3 0,0 3-9 0,1 0 16 15,3 2-11-15,-1 0 13 0,-7-1-6 0,-6 1-14 0,5 2-1 16,3-1 9-16,0 0-4 0,-1 1 9 0,-11 1-4 0,-5-3-6 0,4 3-13 16,-3-3 13-16,-2 2-10 0,1-2 14 0,-11-1 1 0,-8 0-9 15,-2 1-13-15,-7-1 7 0,-4 0-8 0,-2-1 6 0,-2-2-2 16,-2 1-6-16,-1-1-29 0,-10-3 1 0,-5-1-10 0,-4 0-36 15,-5-2-18-15,3-4-20 0,-2-3-123 0,-1-5-98 0,-4-8-11 0</inkml:trace>
  <inkml:trace contextRef="#ctx0" brushRef="#br0" timeOffset="-177175.43">1532 12075 693 0,'-3'8'213'0,"1"-2"329"0,0 2-433 0,1 0-101 0,0 1 0 0,0 0 11 0,2-2-2 0,1 1-5 0,1 1-4 0,2 0 14 0,2 1-7 0,-1 0 30 0,2-1-3 0,0 2-7 0,0-1-24 16,2 0 14-16,0 2-17 0,2-1 8 0,2 1-5 15,1 1-3-15,0 1-3 0,2 0 16 0,1 0-8 0,1 2 21 0,0 0-7 16,1-1-16-16,2 2-18 0,-1 1 16 0,0-2-15 0,0 2 13 16,-1-6-5-16,0-1-13 0,-1 0-32 0,-2-1 13 0,-1 3-17 15,-4-3-10-15,-1 0-7 0,-1-2-18 0,-1-1-60 0,0-1 2 0,-1-4-20 16,1-1-51-16,0-1-10 0,-1 0-18 0</inkml:trace>
  <inkml:trace contextRef="#ctx0" brushRef="#br0" timeOffset="-176795.81">2351 11959 876 0,'-9'5'285'0,"4"0"-193"0,1-1 144 0,0-1-213 0,-1 2 18 0,2 0-33 15,-1 2 31-15,1 0-7 16,0 1-2-16,0 0-13 0,-1 1 13 0,1 2-6 0,-3-2 34 0,2 0-11 0,-3 1-11 0,0 1-21 0,-2 0 5 15,0 0-4-15,-2 2 15 16,-1 0-8-16,-2 1-7 0,1 1 1 0,-2 2 6 0,1 2-3 0,-2 0 4 0,0 2-8 0,2 0-9 0,-2 6-19 16,-1 2 12-16,1 4-10 0,-2 1 20 0,1 1-3 0,2-2-7 15,-3 1-28-15,0-2 21 0,0 0-19 0,1 0 29 0,-1-6 5 16,1 0-9-16,-3 2-10 16,-1 0 16-16,-2 1-13 0,1 0 20 0,3-1-3 0,0 2-7 0,1 4-35 0,-1 3 12 0,1 0-14 0,1 2 40 15,3-6-4 1,2 0 1-16,3-1-36 0,1-1-7 0,1-4-8 0,2 0-40 0,1-3-24 0,4 1-15 0,0 0-148 0,5-2-72 15,2-1-18-15</inkml:trace>
  <inkml:trace contextRef="#ctx0" brushRef="#br0" timeOffset="-175122.49">601 11435 256 0,'-10'2'32'0,"6"-2"485"0,1 3-175 0,0 2 32 0,-1-1-288 0,3-1 20 0,0-1-53 0,1 0 7 0,1 2-17 16,1 3-17-16,2 2-30 0,-2 1 14 0,2 2-14 0,0-1 24 16,1 2-10-16,1 0-12 0,0 0 2 0,1 0-1 0,1 1 4 0,0 0 6 15,0-1-2-15,1-1 0 0,-1 1-11 16,0-1 9-16,-1-2-7 0,0 0 16 0,0-2-6 0,0 1-8 0,0 0-9 15,-2 0 9-15,0-1-6 0,-1 0 21 0,-2 1-7 0,1-1-5 16,-1 0-31-16,0 1 1 0,-1-2-9 0,0 1-28 0,-1-1-21 16,3-4-18-16,-2 3-67 0,0-1-54 0,0-2 20 0,-1 3-109 15,1-1 168-15,0 1 22 0</inkml:trace>
  <inkml:trace contextRef="#ctx0" brushRef="#br0" timeOffset="-174908.67">657 11718 1312 0,'0'0'-554'0,"0"0"1024"0,0 0-113 0,0 0-190 0,1-1-80 0,2-2 27 15,2-1-58-15,1 1 8 0,2-2-16 0,3-1-23 0,1 0-26 16,-1 0 11-16,0-1-12 0,0 1 22 0,1-1-7 0,0 1-6 0,1-2-15 16,0 1 9-16,1 0-6 0,-1-2 14 0,-1 2 0 0,1-2-6 15,-1-2-21-15,-2 2 17 0,1 0-18 16,1-1 3-16,-1 0-3 0,-1 1-17 0,0-3-42 0,-2 1 1 0,-1-1-19 0,-2 0-69 15,1 0-28-15,0 2-32 0,-3 0-75 0,0 1 10 0,-1 0-17 16</inkml:trace>
  <inkml:trace contextRef="#ctx0" brushRef="#br0" timeOffset="-174701.95">838 11324 1221 0,'-1'1'-245'0,"1"0"534"15,0 2-39-15,1 1-60 0,1 1-70 0,1 0 30 16,2 1-62-16,0 1 26 0,1 1-12 0,1-1-23 0,2 1-27 15,0 0 12-15,1 1-26 0,0 2 5 0,-1 1-13 0,0-1-11 0,0 2-25 16,0-3 13-16,0 0-9 0,1-1 21 0,-2 2-6 0,2 3-12 16,1 0-7-16,0 1 9 0,2-2-5 0,-1 0 12 0,-1 0-10 15,-1-2-14-15,-1 2 0 0,2-2-6 0,-2 0 5 0,-2-2-21 16,0 0 1-16,0 0-2 0,-3-2-25 0,1 1-9 0,-1-3-4 0,-1 1-53 16,0 0-12-16,-1-3-16 0,0 4-147 0,0-3-17 0,-1-1-34 15,2 3 128-15</inkml:trace>
  <inkml:trace contextRef="#ctx0" brushRef="#br0" timeOffset="-174314.61">1280 11590 1099 0,'-10'-2'-250'0,"7"-1"471"0,-1 2-48 0,1-2-83 15,0-2-49-15,3 1 26 0,0-2-44 0,1 1 15 0,2-3-11 0,0 0-17 0,2-1-20 0,-1 0 13 0,0-1-13 16,1 0 23-16,-1 0 0 0,0-1-6 0,1 2-14 0,-1-1 18 16,1 0-14-16,-1 4 23 0,0-1-11 0,-1 0-12 0,0 0 4 15,0-2-3-15,-1 1 7 0,0 1 0 0,-1 0-1 0,-1 2-2 0,0 1-10 16,0 1 17-16,0 0-13 0,-1 0 25 0,0 2-5 16,-2-1-11-16,0 0 1 15,0 0 17-15,0 2-12 0,-1-1 9 0,1 1 2 0,-2 1-11 0,1 0-24 0,-2 2 32 0,2-1-30 0,0-1 32 31,0 3-7-31,1 0-13 0,-2 1 3 0,1 2-4 0,0 0 7 0,0 4 17 16,-1-2-5-16,2 0 1 0,-1-1-16 0,2-1 20 0,1-1-14 16,-1-1 25-16,2 4-9 0,0 2-16 0,0-1-5 0,2 3 6 15,0-1-3-15,1 0 9 0,0-1-2 0,0 0-4 0,-2-2-20 0,4 1 16 16,-1-2-16-16,0-1 21 0,0 0 0 0,1-2-7 0,-1-3-16 16,1 1 1-16,0-3-8 0,1 1-19 0,-2-2-12 0,1-2-17 0,1 0-83 15,-1-5-13-15,1 0-26 0,-1-1-143 0,1-1 4 0,2 0-27 16</inkml:trace>
  <inkml:trace contextRef="#ctx0" brushRef="#br0" timeOffset="-174173.79">1461 11394 983 0,'4'14'249'16,"1"0"-175"-16,1 1 74 0,-2-4-77 0,2-3 10 0,-2-1-33 15,2-3-24-15,-2 1-14 0,0 0-15 0,-1-3-69 0,0-2-28 16,0 0-10-16,-1-2-140 0,-1 1 8 0,0 0-19 0</inkml:trace>
  <inkml:trace contextRef="#ctx0" brushRef="#br0" timeOffset="-174064.47">1434 11227 850 0,'-9'-2'-143'0,"5"1"241"0,0 1-37 0,1-1-51 15,1 1-53-15,-1 0-83 0,3 0 39 0,4-2-85 16</inkml:trace>
  <inkml:trace contextRef="#ctx0" brushRef="#br0" timeOffset="-173704.96">1706 11180 989 0,'-10'7'236'0,"2"2"-148"0,1 1 64 0,-3 2-33 16,2-3 26-16,0 0-50 0,1-1-13 0,2 1-19 0,-1 0-24 15,1 0-7-15,0-1-4 0,2-3 0 0,-1 2-8 0,1-2-2 16,1-1-6-16,1 1-2 0,0-2 5 0,1 0-4 0,1 1 4 16,1-2 2-16,1-2-3 0,1 0-5 15,1 0 8-15,2 0-8 0,0 0 7 0,1-2 4 0,1-2 0 0,1 1-4 0,0-2 11 16,1 2-10-16,-1 0 6 0,0-1-4 0,3 0-6 0,-1 0-13 0,0 1 7 16,0 0-6-16,-1-1 9 0,-2 2-3 0,-1 0-3 0,1 2-11 15,0 0 8-15,0 3-5 0,-2 1 15 0,1 0-3 0,0-1-7 0,0 3-16 16,-1 1 23-16,1 1-17 0,-3 1 25 15,2 0-4-15,-1 1-15 0,-3 2-3 0,1-1 8 0,-1 3-4 0,0-2 11 0,-1 1-4 16,2 1-5-16,0-3-2 0,0 2 4 0,0-3-2 0,0-2 8 0,0-2-3 16,-1-1-6-16,-1-1-5 0,0 3 1 0,-1 0-1 0,0 0-1 15,-1-2 0-15,0 0-4 0,-1-1-13 0,1 0 10 0,-1-1-12 16,-2-1-6-16,2-1-2 0,-1 0-12 0,-1-1-44 0,0-2 7 0,1-3-21 16,0-3-38-16,1-2-34 0,0-3-33 0,1 0-134 0,0-1-31 15,1-1-22-15</inkml:trace>
  <inkml:trace contextRef="#ctx0" brushRef="#br0" timeOffset="-173560.37">1938 11259 1256 0,'0'3'139'0,"0"0"-50"16,0 2 12-16,0-1-56 0,0 1 21 0,1 0-18 0,0 0-31 16,1 0-85-16,-1-1-62 0,0-1 11 0,0 1-254 0,-1-1 47 15,2 1-1-15</inkml:trace>
  <inkml:trace contextRef="#ctx0" brushRef="#br0" timeOffset="-172960">1909 10763 664 0,'-6'5'164'16,"1"3"363"-16,0 1-342 0,1 0-35 0,0 0-31 0,2 4-71 0,1-3 0 0,0 6-25 16,1 2-8-16,1 2-4 0,1-1 0 0,1 5-12 0,1-3 8 15,-1-3-9-15,3-1 6 0,0-1 2 0,-1-1-4 0,2 3-10 16,-3-1 20-16,2-2-13 0,0-3 40 0,-1-1 0 0,0-2-11 0,-1 0-5 15,1-1 11-15,-1-2-9 0,1-1 15 0,-3 0-4 16,0-3-7-16,-1 0-12 0,1-2 8 0,-2 2-7 0,0-2 16 16,1 0-5-16,-1-2 1 0,0 0-17 0,0-1 14 0,0-2-11 0,-1 0 29 15,-1-2-7-15,0-1-8 0,1-1-22 0,1-2 18 0,0 0-15 16,0 1 23-16,0-3-7 0,2 1-13 0,2-3-3 0,1 2 6 16,1 0-4-16,2 3 3 0,-2 2 1 0,2 1-5 0,2 2-10 15,1 2 15-15,-1 0-11 0,2 2 16 0,0-1-4 0,1 2-9 0,0 0-11 16,2 1 7-16,-1 3-6 0,1 1 7 0,0 0 0 0,0-1-5 0,1 2-14 15,0 2 19-15,-3 3-14 0,2 1 24 0,-2 3-4 0,1-1-12 16,-2 0-14-16,-1 2 11 0,-1-3-11 0,-1-4 18 0,0 1-5 16,0-1-8-16,1 0-16 0,1-2 2 0,-2 1-4 0,-2-3-7 15,0-1-7-15,0-1-9 0,-1-3-32 0,-2 1-6 0,-1-1-7 0,0 0-35 16,-2-1-6-16,0-2-9 0,0-1-117 0,0 0-26 0,0 1-19 16,0-4-124-16,2-1 242 0,-1 1-3 0</inkml:trace>
  <inkml:trace contextRef="#ctx0" brushRef="#br0" timeOffset="-172833.75">2311 10836 1263 0,'-4'-19'-113'0,"2"14"281"16,1 3-11-16,0 1-18 0,1 2-37 0,0 2 17 0,0 0-41 16,2 6 14-16,0 0-1 0,2 5-15 0,0 2-17 0,1 0 7 15,3 3-25-15,-1 0-10 0,2 2-3 0,0-4-4 0,0 0-27 16,-2 0 12-16,2 1-13 0,-2 0 15 0,0-2-14 0,1-2-16 0,-2-1-60 16,1-3-17-16,0-1-10 0,-1-1-130 0,-1-2-72 0,0 1-59 15</inkml:trace>
  <inkml:trace contextRef="#ctx0" brushRef="#br0" timeOffset="-172643.08">2287 10969 1645 0,'4'-1'363'16,"4"2"-262"-16,1 1 69 0,5-5-37 0,4 0 19 15,4-2-52-15,6-6-12 0,0-5-23 0,3-4-26 0,4-4-39 16,0-1 10-16,2 2-18 0,2-1-13 0,0 2-19 0,4-3-25 0,3 0-86 15,2 0-16-15,1 0-24 0,-3 1-261 16,-5 3-96-16,0 1-136 0</inkml:trace>
  <inkml:trace contextRef="#ctx0" brushRef="#br0" timeOffset="-165186.39">11516 11449 217 0,'-6'-2'162'0,"0"0"-70"0,3 1 91 0,-1-4-96 0,-1 1-3 0,2-2-43 0,-3 1 28 0,2-3-10 0,-1 2-11 0,1-3-9 0,-2 2 15 0,0 1-11 0,1-1 44 0,-1 2-6 0,1 0-10 15,-2-2-5-15,1 1 18 0,1 0-17 0,-2 0 10 0,1-2-1 16,0 2-4-16,-1 0-22 0,1 0 11 0,1 1-16 0,-1-2 0 16,1 5-6-16,0-3-13 0,-1 2 0 0,1-1 4 0,-1 1-3 15,-1 0 0-15,1 0-4 0,0 1-7 0,-2 1-22 0,1-1 19 0,-1 1-17 16,2 1 29-16,-1 0-8 0,1 0-9 0,0 1-13 0,-1 1 7 16,0 0-5-16,-1 1 15 15,-1-1-3-15,3 1-6 0,-3 1-9 0,2 0 7 0,-1 2-5 0,1-1 12 16,1 1-2-16,-1 3-3 0,0 0-19 0,-1 3 15 0,0 2-12 0,2-1 27 15,-2 3-8-15,4 1-9 0,2 2-9 0,-1 0 13 0,2-1-6 0,-5 2 16 0,2-2-4 16,-1 2-9-16,1 6-15 0,0-3 18 16,1 1-12-16,1 0 23 0,0-3-4 0,2-1-11 0,0-1-14 15,2-1 13-15,0 2-12 0,0-1 16 0,0-1-5 0,2-3-8 0,1 0-6 0,0 0 3 16,0-1-1-16,1 1 2 0,1-1-3 0,-6 0-7 0,2-2-22 16,1 0-4-16,-1 1-4 0,6-2-22 0,-2-1-1 0,1 0-9 0,1 0-54 15,-2-2-6-15,2 0-18 0,-1-3-97 0,-1-3-40 0,1 0-39 0</inkml:trace>
  <inkml:trace contextRef="#ctx0" brushRef="#br0" timeOffset="-164728.39">11071 11879 493 0,'0'0'128'0,"0"0"244"0,0 0-280 0,0-1-25 0,0 0-43 0,2 0 5 0,2-2 17 0,-1-2-11 0,3 1 45 16,-1-1-11-1,1 0-16-15,2-2-32 0,-2 1 28 0,3 0-30 0,2 1 45 0,0-2-12 0,0 2-13 0,2-1-14 0,-4 1 4 16,0-1-4-16,2 0-3 0,-1 2-2 16,7-1-8-16,3 1-23 0,0-1 24 0,1 0-19 0,-2-1 26 0,0-2 1 0,2-1-13 0,0-1-13 15,1-1 13-15,0 1-15 0,0-1 12 0,1 0-1 0,-2 1-6 16,2-1-16-16,-2 0 22 0,-2 1-16 0,0-1 27 0,-1-2 0 16,-1 1-11-16,2 0-6 0,-2-3 3 15,0 4-5-15,-3-1 2 0,-1 2 2 0,-7 0-5 0,-1 0-13 0,0-1 22 16,-1 2-17-16,1 2 30 0,0 0-9 0,-2 2-10 0,-1 0-5 0,-2 1 8 0,2 2-1 15,-2-1 11-15,-3 1 0 0,0 0-7 0,0 1-10 0,-2 0 13 16,-2 1-11-16,1 0 20 0,-3 0-6 0,4 1-9 0,-2 2-11 16,-2 2 10-16,0-1-5 0,-5 3 28 0,0 0-7 0,2 2-6 0,-3 2-12 15,3-1 5-15,0 3-5 0,1 1 9 0,2 0 2 0,0 0-2 16,0 4-16-16,2 0 16 0,0-1-13 0,1 0 19 0,2-3 3 31,0 0-11-31,1-1-6 0,2 1 22 0,1-2-17 0,1 1 31 0,2 0-12 0,0-3-16 0,1-2-3 0,1 0 2 0,0-2 1 0,3 0 7 31,-1 0-6-31,2-1-3 0,0 0-8 0,1-1 3 0,2 1-3 16,1-3 6-16,-1 1 3 0,3-1-4 0,1 0-40 0,-1 0 19 16,1 0-23-16,-6-2 40 0,-2 0-10 0,0 0-2 0,0-3-80 15,3-1 6-15,0 2-23 0,-1-5-49 0,-1 2-37 0,0-3-42 0,-1 1-78 16,3-2 167-16</inkml:trace>
  <inkml:trace contextRef="#ctx0" brushRef="#br0" timeOffset="-164172.22">11821 11667 424 0,'-7'8'210'0,"5"1"-95"0,-1-2 129 0,2 1-142 0,-2-2 13 0,3 1-52 0,0 0 10 0,0 0-16 0,2-2-14 0,-1 1-18 0,0-2-4 0,0 0-2 0,0-1 2 0,1 0-2 0,-1 0-3 0,-1 0-18 16,2-2 27-16,-2 0-21 0,0 0 35 0,0 1-12 15,1-2-18-15,-1 0 11 0,1 1 8 0,-1-1 1 0,0 0 25 0,0 0-2 16,0 0-4-16,1-4-20 0,-1 2 7 0,-1-2-11 0,0-1 3 16,-2 1-9-16,1-1-7 0,0 0-11 0,0-1 18 0,-2 3-10 15,2-1 40-15,0 1-8 0,1-2-7 0,0 2-14 0,-1-2 7 0,1 2-7 16,0-1 10-16,1-1-4 0,0 1-4 0,0-1-17 0,1-2 16 16,0 2-13-16,2-3 26 0,-1 2-6 0,1-2-9 0,1-1-12 15,0 0 10-15,1-1-8 0,0 0 15 0,0 1-6 0,0 0-9 0,2 0-12 16,-1 1 8-16,0 2-7 0,2 0 17 0,-1 0-8 15,1 3-4-15,0 3-15 0,0-2 9 0,1 2-5 0,0 0 20 0,0 3-3 16,0 1-8-16,1 1-12 0,-1 3 13 0,1-1-10 0,-1 1 20 16,-1-2-3-16,1 2-5 0,-2 0-15 0,0 1 11 0,-1-3-9 0,-1 0 20 15,0 0-4-15,-2-1-6 0,2-2-9 0,-3 1 13 0,-1-1-8 16,1-2 10-16,-2 0-1 0,2-1-7 0,-2 0-9 16,1 0 14-16,0 0-10 0,1 0 20 0,1-2-4 0,1-1-9 0,0-1-1 15,2-1 3-15,1-1-1 0,-1-2 17 0,2 1-7 0,1-2-3 0,1 0-14 16,-1 1 10-16,0 0-7 0,0 2 17 0,1 1-2 0,0 2-9 0,2 2-17 15,-3 0 20-15,0 2-17 0,-1 2 27 0,-5-1-5 0,-2 4-12 16,2 2-4-16,2 2 8 0,3 2-3 0,1 1 12 0,0 0-5 16,-1-1-6-16,2 2-7 0,0-2 8 0,2-1-4 0,0 1 12 15,0-1-3-15,-2 0-7 0,0 0-6 0,-1 1 1 0,0-1-5 0,0-2-6 16,-1-2 8-16,-2-1 2 0,0-1-15 0,0-1 5 0,-2 2-11 16,1-3-1-16,-2 2-2 0,-1-4-2 15,2 3-14-15,-2-1-7 0,1-2-1 0,1 0-34 0,-1 1-4 16,0-2-7-16,1-3-50 0,0-1-20 0,2-2-6 0,-1-2-108 0,2-2-22 15,3-4-31-15</inkml:trace>
  <inkml:trace contextRef="#ctx0" brushRef="#br0" timeOffset="-163809.06">12645 11588 1411 0,'-5'3'-301'0,"-2"-3"574"0,0 0-81 0,-1 0-104 0,-1 2-31 0,2-2 14 0,-2 1-18 0,-1-1 6 0,-3 1-7 0,1 2-24 0,-2-1-23 15,3 4 19-15,-1-1-25 0,1 2 17 0,-2 1 1 0,2 1-4 0,-1 0-29 0,1 0 27 0,1 1-25 16,3-1 37-16,0 1-4 0,2-1-11 0,1 2-14 0,2-1 12 16,2 1-9-16,0 2 20 0,2-1-1 0,1-3-10 0,3 0-11 15,-1 0 16-15,3-4-12 0,1 0 18 0,0-1 3 0,1-2-7 16,2-1-7-16,0-1 13 0,0-2-12 16,1-3 14-16,0 1-4 0,2-2-7 0,-1-1-11 0,1-2 12 0,2-1-10 0,-3-2 20 15,0 2-5-15,0 0-8 0,-3 0-8 0,-1-1 3 0,-7 2-1 0,-1 2 18 16,-2-1-1-16,0 0-2 0,4 2-23 0,0 2 17 0,-1-1-16 0,1 2 21 15,-2 0-5-15,0 1-11 0,-1 1 0 0,1 0 2 0,-1 1-1 16,0 0 5-16,-1 0-7 16,0 1-7-16,1-1-3 0,-1 3 11 0,2-2-3 0,-1 1 16 15,-1 1-4-15,1 1-9 0,1-2-9 0,-1 1 8 0,0 1-7 0,1-2 11 0,-1 2-4 0,0 0-8 0,0-1-28 16,2 0 11 0,-2 0-15-16,1 0-6 0,0-1-8 0,-1-1-18 0,1 1-61 0,-1-1-6 0,0-1-20 15,0 0-88-15,1 0-15 0,0-3-25 0</inkml:trace>
  <inkml:trace contextRef="#ctx0" brushRef="#br0" timeOffset="-163302.39">12862 11332 1534 0,'-2'1'171'0,"0"-1"42"16,-1 1-92-16,1-1 6 0,0 0-17 0,2 1-26 0,-1-1-38 15,1 0 9-15,0 2-26 0,0 2-8 0,0 1-5 0,0 2-9 0,0 4-2 16,0 3 5-16,1 1-3 0,1 3 7 0,0 2-3 16,2 1-3-16,-1-2-12 0,2 0 7 0,0 0-6 0,1 1 11 0,1 1-2 15,-1 0-6-15,3-3-4 0,-1 0 4 0,1-3-3 0,0 1-3 16,0-4-20-16,0 0-14 0,0-1 13 0,-1 0-2 0,2-2 16 16,-1-2 20-16,1 1 1 0,0 0-6 0,0 1-41 0,0 0 12 15,1-1-19-15,0 0 36 0,0-1 6 0,0-4 5 0,-1 0-19 16,2 0 16-16,-2-3-15 0,1 0 22 0,-1-4-3 0,0-1-6 0,0-4-14 15,-1 0 18-15,0-2-10 0,-4-1 29 0,-2-1-4 0,0 0-9 0,2-1-8 16,4-1 2-16,1-1-2 0,-1-2 5 0,0 2 1 0,2-4-1 16,-1 4-14-16,-1-1 14 0,1 2-11 0,-2-1 19 15,-1 1-1-15,-1 2-10 0,-3-1-4 0,-1 3 4 0,-2 2-2 0,0 2 12 16,-1 0-3-16,-2 1-6 0,-2-2-13 0,-3 0 16 0,1 3-10 16,-1 0 23-16,0 2-3 0,-1 0-7 0,1 3-6 0,0 0 10 0,0 4-8 15,0 0 12-15,1 3-5 0,0 3-7 0,0 0-6 0,0 0 6 16,2 1-5-16,4 1 5 0,-1 1 0 0,2 5-6 0,2 0 1 15,-5 0 6-15,1-1-4 0,1-1 6 0,1 0 0 0,0-2-4 0,1 1-6 16,0-2 4-16,1 0-4 0,2-1 8 0,-2-3 2 0,1 2-1 16,-3-2-12-16,0 0 9 0,0-1-8 0,2-1 13 0,3-1-1 15,1 1-3-15,1-1-16 0,0-1 12 0,2 0-11 16,1-1 26-16,2-1-4 0,0-1-7 0,2-2-9 0,0 0 9 0,0-1-7 16,-1-2 10-16,-1 1-1 0,0-2-5 0,-1-1-19 0,-1 1 6 0,0-2-10 15,0 1-3-15,0-1-7 0,0 0-6 0,2 1-47 16,-2-1-19-16,-1-1-11 0,0 2-182 0,-3 0-35 0,1 2-68 0</inkml:trace>
  <inkml:trace contextRef="#ctx0" brushRef="#br0" timeOffset="-160872.67">13804 11445 217 0,'-8'0'261'0,"4"3"-108"0,2-3 164 0,-2 0-193 0,3-1-25 0,0 1-59 0,0-2 25 0,1 2-5 0,0 0-14 16,0 0-20-16,0 0 31 0,0 0-33 0,0 0 40 0,1-2-9 16,1-1-15-16,1 1-36 0,0 1 19 0,1-2-19 0,1-1 28 15,1 2-2-15,0-1-12 0,1 0-29 0,1 0 27 0,-1 0-26 16,0-1 29-16,2 2-3 0,-1-2-10 0,1 0-14 0,0 1 8 0,0 0-9 15,1-3 17-15,-1 5-5 0,1-3-6 0,-1 0-24 0,-1 3 20 16,1-1-17-16,-2 0 16 0,0 0-7 0,-2 1-16 0,1 1-24 16,-2-2-23-16,2 2 2 0,-1 0-116 0,-2 2-17 0,-1-2-29 0</inkml:trace>
  <inkml:trace contextRef="#ctx0" brushRef="#br0" timeOffset="-160666.6">13753 11613 992 0,'6'3'199'0,"1"-2"64"0,0-1-183 0,1-1-44 16,-2-2-17-16,2 2-16 0,1 0-12 0,0-1 9 0,0 0-6 0,-1 1 25 0,-1-1-6 0,1 2-12 0,-2-1-18 16,1 1 11-16,0 0-15 0,-1 0-2 0,-1 0 1 0,0 1-7 0,0-1-31 15,1 2 4-15,-1-1-12 0,2 0-28 0,-1-1-12 0,-1 1-25 31,0-1-85-31,1 0-26 0,4 0-26 0</inkml:trace>
  <inkml:trace contextRef="#ctx0" brushRef="#br0" timeOffset="-159441.12">14640 11003 335 0,'0'0'99'0,"-1"-3"186"0,-1 2-180 0,0-1-19 0,0 1-32 0,-1 0-30 0,-1-2 36 0,0 3-39 0,-1-1 52 0,0 0-1 0,-1 1-13 0,0 0-11 0,1 0 23 0,-1 0-29 0,1 0 30 0,-2 0-15 0,0 1-24 16,-2-1-7-16,0 1 5 0,0 1-9 0,-1 0-2 0,0 1 0 15,0 1-3-15,-3 1-16 0,1 0 1 0,0 1-5 16,-3 3 10-16,1 1-1 0,-1-1 0 0,-3 3-8 16,3-3 5-16,1-2-5 0,0 5 4 15,2-2 3-15,2 0-3 0,-1 1-15 0,1-1 15 0,-1-1-16 0,1 1 28 0,0-2-3 16,2 0-9-16,1 1-15 0,1-4 19 0,-1 1-15 0,2-1 25 0,-1 0-7 15,1-1-13-15,2 0-3 0,1 0 12 0,1 0-5 0,1-2 10 16,0 1 2-16,1-1-8 0,2 1-3 0,2-1 13 0,0 1-9 0,1 0 19 16,1-1-6-16,-1 1-5 0,2 1-2 15,1-4 7-15,1 2-4 0,0 1 5 0,1-1-5 0,-1-1-4 0,0 2-12 0,1 0 7 16,0-1-5-16,2 1 9 0,-2 1 0 0,2-1-6 0,0 0-20 0,-1 1 23 16,-1-2-18-16,-2 2 29 15,-1 0-2-15,-2-1-13 0,-1-1-10 0,-2 1 13 0,-1-1-9 0,-1 0 18 16,-1-1-4-16,0 0-8 0,0 0-6 0,0 3 9 0,-3-1-5 0,-1 1 19 0,0-1-6 0,-3 3-5 15,-1 0-14-15,-1 0 8 0,0 2-7 0,-1-1 12 0,0 0 0 16,0 2-6-16,0 1-14 16,0 1 13-16,1 1-10 0,1 0 23 0,1 1-5 0,1 1-8 0,1 0-19 0,1-3 24 0,1 0-18 15,0-2 29-15,2 0 3 0,-1 0-12 0,2 3-9 0,0 1 10 0,3-3-13 32,-1 1 4-32,1-2 4 0,1 0-3 0,-1-3-7 0,2 2 11 0,-2-3-9 0,1 2 14 15,0-1-3-15,-1-3-8 0,0 3-4 0,0-3 6 0,-2 4-4 0,-1-1 11 0,0 1 0 0,0 2-2 0,-2 1-12 16,-2 0 9-16,0 3-9 0,-2-2 14 0,-1 2 0 15,0 3 0-15,-2 1-10 0,1 1 3 0,-1 4-2 0,0 0 3 0,0-2 4 16,1 5-5-16,1 2-3 0,3 2 12 0,1 0-8 0,3-3 30 16,5-2-8-16,3-1 1 0,2 3-11 15,2 0 23-15,2-2-14 0,0-1 16 16,2-2-8-16,0-4-26 0,3 1-10 0,1-2 0 0,0-2-10 0,0-1-36 16,0-2 3-16,-1-2-7 0,0-1-33 0,1-2-10 0,-1-1-11 0,0-3-110 0,0-2-14 15,-2-3-45-15</inkml:trace>
  <inkml:trace contextRef="#ctx0" brushRef="#br0" timeOffset="-158657.08">15010 11138 341 0,'-5'0'136'0,"-1"-1"-26"0,2 0-7 0,-1-1-53 0,1 1 11 0,-1 0-5 0,2 0-7 0,-1-1-17 0,2 2 17 0,0 0-20 0,-1 0 46 0,0 0-9 0,1 0-7 0,-1 0-34 16,0 0 29-16,0 2-29 0,0-1 26 0,-1 1-15 15,1 0-20-15,-2 2-5 0,1-1 1 0,-1 0 0 0,1 1 2 0,1 0-4 16,-2 1-6-16,2 1-17 0,-2 1 17 0,2 1-15 0,-2 1 25 0,1 2-8 0,1 1-7 16,-2 0 3-16,1 1-5 0,0 2 9 15,2-1 17-15,1 0 0 0,1-2 3 0,1-1-14 0,2 0 20 0,1-2-14 16,0-2 34-16,2 0-4 0,2-1-11 0,1-1-14 15,1-1 13-15,2-1-13 0,3-3 10 0,0 0-1 0,1-4-7 0,1-1-15 0,0 1 13 0,1-3-14 16,0-2 8-16,-1 2-7 0,2-2-8 16,-1 0-3-16,-3-1 8 0,1-1-5 0,-4 0 11 0,-7-1 2 15,-2 1-6-15,0 1-12 0,-2-1 22 0,3 1-19 0,-2 0 27 16,0 1-5-16,-2-1-12 0,-2 2-19 0,-1-1 20 0,-3 1-17 0,-1-1 27 0,2 0-4 0,-4-1-14 0,-1 1-11 16,-4-1 15-16,-3 0-10 15,-4 1 19-15,3 1-6 0,2 2-10 0,-2-2-10 0,2 3 10 0,0 0-10 0,1 2-24 0,3 1-10 16,2-1-25-16,0 2-36 0,2-1 10 15,1 2-18-15,3 0-38 0,0 0-31 0,3 0-33 0,1-2-116 16,8 1 181-16</inkml:trace>
  <inkml:trace contextRef="#ctx0" brushRef="#br0" timeOffset="-157491.39">15781 11099 783 0,'-13'-6'282'0,"8"6"-170"0,2 0 154 0,-1-1-215 0,2 1 24 0,-2 0-52 0,2 0 6 0,1 0-8 0,-1 3-13 0,1-1-11 0,-2 1 7 0,1 2-6 0,1-1 22 0,1 1-2 0,0 0-2 0,0 1-10 16,0 1 3-16,0 1-5 0,0-2 3 0,1 2 1 0,1-3-3 15,-1 1-9-15,1 1 10 0,0-2-9 0,-2 0 2 0,1 0 3 16,-1-1-5-16,0 2-14 0,0-3 22 0,0 2-17 0,0-1 28 15,-2-2-8-15,-1 1-11 0,1 1-1 0,0-3 0 0,1 0 4 0,-1 2 12 16,-2-1-7-16,1 0-3 0,-1 0-13 0,1-1 8 0,-1 2-5 16,0 0 12-16,0-3-1 0,0 1-4 0,0 0-9 0,2 0 12 15,-1 1-6-15,1-2 14 0,1 1 0 0,0-1-13 0,1 0-8 16,-1 0 19-16,1-1-14 0,-1-2 19 0,1 1-4 0,-1-1-10 0,1-2-2 16,0 1 12-16,0-1-6 0,0 1 19 0,0-1 1 0,1 1-9 0,0-1 5 15,1 1 12-15,0-2-9 0,2 2 2 0,-2-1-5 16,1 0-8-16,1 0-13 0,-1 1 13 0,0-1-9 0,1 1 34 0,0-1-11 15,0 2-5-15,-1-2-7 0,1 1 6 0,0-1-1 0,0 2 15 16,2 0-11-16,-2-1-9 0,1 1-3 0,-1-1 5 0,1 2 0 16,-2 0 3-16,2 1-4 0,-1 0-8 0,0 0-16 0,1-1 16 15,0 2-14-15,-1 0 19 0,1 3-2 0,-1-1-7 0,0 1-5 16,0 1 6-16,-1 0-5 0,3 1 10 0,-1 0-1 0,-1 0-5 0,2-1-9 16,-1 0 7-16,1 0-6 0,0 1 15 0,-2-1 0 0,0-3-3 0,1 1-9 15,-1 1 0-15,1-2-3 0,-1 1 9 0,1-2-2 0,-2 0 5 16,2 0-16-16,-3 0 9 0,1 0-7 0,0 0 20 0,-2-2-1 15,1 1-6-15,0 0-17 0,-1-2 15 0,2 1-13 0,-2 0 27 16,2-2-4-16,-1 2-7 0,3-1-23 0,-1-1 21 0,1 1-17 0,-1-1 37 16,1 0-7-16,0 1-12 0,1 1-10 0,0-1 9 0,-1 3-6 15,0 0 9-15,0 0 0 0,0 2-8 0,-1 0-12 0,1 1 20 16,-1 2-14-16,0-1 24 0,0 1-4 0,1-1-12 0,-1 2-11 0,1-1 14 16,0 2-11-16,1-4 22 0,-2 2-5 0,2 1-6 0,1-3-13 15,0 1 9-15,-1-1-8 0,0-1 17 0,-2 0-3 0,1-1-8 0,-2 0-8 16,1 1 6-16,-2-1-4 0,-1 0 6 0,0-1-10 0,0 1-8 15,0 1-22-15,0 0 1 0,1 1-3 0,-1 1-5 0,1-2-13 16,-1 2-12-16,1 0-28 0,1 0-13 0,-2 0 4 0,2-3-45 16,2 1-10-16,-1-2-16 0,3 0-20 0,1-2-5 0,2-2-2 0,1-2 91 15</inkml:trace>
  <inkml:trace contextRef="#ctx0" brushRef="#br0" timeOffset="-157227.39">16315 11134 406 0,'-8'-3'-253'0,"3"3"514"0,-2-2-55 0,0 2-74 0,-1 0-34 0,0 0 17 0,1 3-31 0,-3-1 16 0,-2 2-18 0,1 0-27 0,-4-1-29 16,4 0 26-16,-1 3-31 0,1-3 34 0,-1 3-11 0,3-1-16 0,-1 1 7 15,8 0 6-15,1 2-4 0,0 0 11 0,1 0-3 16,-2-1-11-16,0 2-9 0,2-1 28 0,2 0-27 0,0 0 45 16,2-1-12-16,1 1-18 0,-4-2-27 0,1 0 24 0,0 1-28 15,3-3 42 1,4-2-12-16,2 1-12 0,3-1-23 0,0 0 20 0,3-2-19 15,0-2 33-15,-1 1-5 0,0-2-15 0,0 0-12 16,-1 1 21-16,1-3-19 0,-2 1 24 0,1 1-7 0,0-1-13 0,2 0-13 0,0-1 4 0,-1 2-5 0,0-1-5 0,-5 2-23 16,-1-2-17-16,-2 0-113 0,-3 2-31 0,-1-4-19 0,-3 3-184 15,2-4-27 1,-2 5-42-16</inkml:trace>
  <inkml:trace contextRef="#ctx0" brushRef="#br0" timeOffset="-156800.56">16624 11090 1311 0,'1'1'99'0,"0"4"59"0,0-1-79 0,-1 2-5 16,0 1-27-16,-1 2 14 0,0 1 28 0,0 0-27 0,0 2 31 15,0 0-25-15,1 1-29 0,-1 3-38 0,-1-1 18 0,1 2-21 16,-1-1 20-16,-1 0-5 0,2-4-10 0,-2 2-19 15,3-3 0-15,-1-4-7 0,1 1-22 0,2-2-5 0,0 2-9 0,1-3-31 0,-1-1-18 0,2-1 11 0,-1-2-62 0,0 0 20 16,1-1 18-16,1-1 25 16,2-2-8-16,-5 2 27 0,3-5 16 15,-2 1 18-15,3-1 14 0,6-1 15 0,2 0 28 0,-1 1-15 16,4-2 43-16,0 1 5 0,-3-2-3 0,1 0 0 16,-4 1 3-16,-2 0-6 0,2 2 24 0,-2 0-4 0,-1-2-3 0,-1 1-26 15,0 1 30-15,-2 0-26 0,1-1 29 0,0 2-14 0,-2-1-16 16,1 1-6-16,-2-1 2 0,0 0 1 0,0 0 3 0,-1 1 0 15,-2-2-5-15,1 2-13 0,-1 0 21 0,0 0-17 0,-1 1 40 16,-1 1-11-16,-1 1-8 0,0-1-18 0,0 3-2 0,-1 0-1 0,0 2-4 16,-2 0-8-16,2 2-5 0,-1 1-9 0,1 0 10 0,-1 2-5 15,3 2 15-15,0-2-4 0,-1 1-8 0,3 1 0 0,0 1 7 16,0-1-2-16,3 1 12 0,0-2-6 0,1 0-8 0,3-1-17 0,1 0 11 16,1 0-9-16,2-1 12 0,2-3-6 0,0 3-11 0,3-3-12 15,0-1 11-15,0-1-9 0,1 0 1 0,-2-1-1 0,1 0-13 16,-1-1-35-16,2 0 4 0,0-1-22 0,0 0-103 0,-1-3-32 15,-1 1-54-15</inkml:trace>
  <inkml:trace contextRef="#ctx0" brushRef="#br0" timeOffset="-156123.89">14998 11667 738 0,'-3'0'229'15,"0"0"-137"-15,2 0 100 0,0 0-113 0,0 0 23 0,1 0-47 0,0 0 28 0,0 0-14 0,0 0-14 0,0 0 4 0,1 1 4 0,0 1-4 16,0 1 5-16,0 0-7 0,2 2-8 0,-2 0-18 0,0 2 12 0,2 2-12 0,0-1 12 16,-1 4-3-16,1 1-8 0,-1 1-24 0,2 1 19 0,0-2-20 15,1 2 11-15,-2 0-6 0,2 0-11 0,-1 2-11 0,0 0 12 0,-1 3-9 16,1-2 12-16,1-1-1 0,-1 1-10 0,1-1-39 0,-1-5 13 15,1-1-22-15,-1-2-14 0,0 0-11 0,0 3-15 0,1-1-50 16,-1-1-32-16,2-2 1 0,1-3-146 0,1-1 185 0,4 2-14 0</inkml:trace>
  <inkml:trace contextRef="#ctx0" brushRef="#br0" timeOffset="-155473.62">16000 11687 1130 0,'-21'-11'-617'0,"9"8"1095"0,2-2-143 0,-1-1-228 0,-2-1-57 0,1-2 13 0,0 1-29 0,-3-1 22 0,4 1 4 0,-2 0-7 0,0-1-15 0,-2 2 40 0,2-2-40 0,-4 0 65 0,4 2-30 0,-1 0-32 0,-2 4-36 0,2 0 22 16,0 3-23-16,-3 2 37 0,3 0-12 0,0 2-14 0,1 4-15 15,3-1 13-15,0 4-13 0,-1 3 10 0,7-1-1 16,1 3-11-16,-1 1-3 0,3 0 7 0,-5-1-6 0,-1 6 6 15,3 0-1-15,0 2-4 0,2 3-9 0,2-1 12 16,0 0-8-16,2 4 8 0,1-2-16 0,2-2-11 0,-1-2-39 0,2-5-2 16,1-2-2-16,-1-1-15 0,-3-1 4 0,-1 0-1 0,1 0-64 15,-1-5-5-15,5 2-15 0,0-3-22 0,0-1-5 0,-2-2-3 0,1-2-65 16,2 1 144-16</inkml:trace>
  <inkml:trace contextRef="#ctx0" brushRef="#br0" timeOffset="-155092.28">15613 11956 627 0,'-1'0'130'0,"0"0"-41"16,1 0 8-16,0 0-69 0,2 2-10 0,1-1-4 0,0 3-10 16,1 0 11-16,0 3 13 0,-1-2-6 0,2 3 37 0,-2-3-7 15,2 0-10-15,0 0-24 0,2-2 23 0,-5 1-25 0,1-2 28 16,2 0-3-16,2-2-1 0,6-2 0 16,3-1 1-16,4-1-1 0,0 0-8 0,1-3 2 0,1 0-8 0,-1-1-16 15,3 0 21-15,-2 1-23 0,1-2 9 0,0 1 1 0,2 0-7 0,0-2-27 0,1 0 27 16,-4-5-25-16,-1 0 26 0,1 1 1 0,-3 0-14 0,1 1-13 15,-1-1 22-15,-2 2-17 0,-1 0 22 0,-4 3-3 0,-2 0-7 0,-6 1-2 16,-2 1 9-16,-2 0-7 0,-1 1 6 0,2 0 3 0,0-1-8 16,-1 2 1-16,0-1 21 0,-2 1-14 0,-2-1 29 0,1 4-6 15,2-1-10-15,-1 1-23 0,-2 0 8 0,-3 2-8 16,-5 0 17-16,-2 2-4 0,-1 2-5 0,-1-1-18 16,-1 6 19-16,3-1-14 0,-2 1 27 0,3 0-8 0,1 0-13 0,1 1-9 0,2 0 15 0,1 3-9 15,2 3 15-15,-1-2-1 0,2 1-13 0,0 2 0 0,0 1 19 16,3 0-11-16,0-1 33 0,1-1-5 0,1-6-5 0,1 0-33 15,2-1 14-15,3-1-17 0,-1 2 18 0,3 0-4 0,0-1-7 0,1-1-17 16,1-2 11-16,1 0-11 0,2-3 9 0,-1 0-13 0,3-3-15 0,-1 0-18 16,3-4-11-16,-1 0 4 0,1-3-29 15,0-4-13-15,-2 2-9 0,-5-3-88 0,0-1-1 0,1 0-22 16,-2 0-55-16,6 0 159 0,7-3-15 0</inkml:trace>
  <inkml:trace contextRef="#ctx0" brushRef="#br0" timeOffset="-154423.72">16315 11854 805 0,'-7'13'142'0,"2"-3"281"0,-1 0-346 0,2-1-24 0,-1-1-44 0,2-1 10 0,-1 0 8 0,1-3-2 0,1 0 14 0,0-2-4 0,0-1-12 16,1-1-10-16,1 0 11 0,0 0-13 0,0 0 19 0,-1 0-15 15,1-1-7-15,-1-1-8 16,1-1 3-16,0 2 1 0,1-2 19 0,-1 1-6 0,0-2-7 0,0 0 0 0,0 0 3 15,0 0-2-15,0-1 6 0,0 1-2 0,0 0-6 0,0 1-20 16,0-1 19-16,0 0-19 16,0 1 37-16,1 1-3 0,0-2-11 0,-1 1 2 15,2 0 10-15,-1-1-10 0,1 1 17 0,-1-2-2 0,2 2-5 16,0 0-5-16,0-2 6 0,0 2-6 0,1-1 18 0,0 2-8 16,1-1-8-16,-1-1-12 0,1 2 2 0,-1-2-3 0,3-1 2 0,-1 2-3 0,0-1-4 0,1 2-13 0,0-1 17 15,0 1-12-15,-1 0 15 0,1 1 2 16,-1 0-12-16,0 1-11 0,1 0 17 0,0 0-14 0,-2 2 17 0,1 1 1 0,0-1-8 0,-1 4-9 15,1-1 9-15,0 0-8 16,-1-1 13-16,0-1-2 0,-2 1-5 0,2 0-4 0,-2 0 6 16,-1-1-3-16,2-1 4 0,-3 1-1 0,0-2-5 0,0 0-4 0,0-1 10 0,-1 0-7 0,1 0 8 0,0 0 4 15,0 0-7-15,1 0-13 16,-1-1 17-16,1 0-13 0,0-2 20 0,1 2-3 16,1 0-9-16,1-1-5 0,2 0 10 0,1 0-7 0,0 2 4 15,1-1 1-15,1 1-6 0,1 3-9 0,0-1 15 0,2 1-10 16,-1 1 19-16,1-1-5 0,0 3-11 0,3-3 2 0,-2 3 0 0,0-3 2 15,-7 1 5-15,-3 0-3 0,1-1-2 0,-2-2-2 0,5 0 2 0,-2 0 0 0,1-1 5 0,0 2-4 16,1-2-2-16,-1-2-9 0,0 1 13 16,0-1-6-16,2-2 15 0,1 0-4 0,0 0-12 15,0-1 1-15,-1 0 6 0,2-2-3 0,-1 4 7 0,-1-2-4 16,0-1-6-16,-2 3-9 0,0-1 11 0,0-1-7 0,-1 2 19 16,-2-1-4-16,-1 2-7 0,0-2-5 0,-1 1 3 0,-1 2-3 15,-1-2 2-15,0 3-1 0,0 0-4 0,-2-1-9 0,-2 0 5 0,0 0-5 16,-2 1 9-16,0 0-1 0,-2 0 0 0,-3 2-11 0,-1 1 19 15,-1 2-13-15,-1-1 30 0,1 2-6 0,-1-1-9 0,1 2 0 16,-1-1 7-16,5 0-2 0,2 2 12 0,1-2-3 0,3 1-6 0,1-1-9 16,2 1 12-16,2-1-8 0,2 2 22 0,2-2-5 0,2 2-6 15,2 1-9-15,3-2 11 0,1 2-9 0,-1-1 11 0,1 0-4 16,-1-2-7-16,2-2-14 0,-2-1 6 0,1-3-6 0,-2 1 11 0,0 0-6 16,1 0-7-16,-1-1-33 0,0-1 2 0,0-1-10 0,-1-2-16 15,-2 0-14-15,0 0-12 0,0-2-76 0,-1 1-20 0,-1-3-10 16,0-5-87-16,2 0-13 0,2-2-14 0</inkml:trace>
  <inkml:trace contextRef="#ctx0" brushRef="#br0" timeOffset="-154017.81">17134 11522 1202 0,'0'9'158'0,"-5"1"-30"0,3-1 16 0,1 0-72 0,-2 6 42 0,0-4-6 0,1 4-18 0,1 3-7 0,0-2 12 0,0 0-26 0,0 2-15 0,-1-1-13 15,2 1-19-15,0 4-14 0,0-3 7 0,2 0-10 16,1 1 7-16,-1-4-3 0,2-2-8 0,1 3-15 0,1-3 11 16,-1-2-13-16,2 0 8 0,1-4-6 0,-6 1-7 0,2-2-61 15,-1 0 33-15,0-2-31 0,9-1 87 0,-1-3 0 0,1-1-6 16,4 0-20-16,0-3 20 0,-1 1-19 0,2-2 23 16,-2-1 4-16,0 1-12 0,3-2-7 0,-2 2 17 0,1-1-17 15,0-3 17-15,-1 2-4 0,0-2-8 0,0-2-4 0,0-1 11 16,-2 1-4-16,0 0 18 0,-1 1-7 0,-1-1-7 0,-1 1-3 15,0 1-4-15,-1-2 4 0,-1 1 8 0,0-1 1 0,-1-1 1 0,-2 2-16 16,-2 0 12-16,-2 0-10 0,-2 2 33 0,-1-1-3 16,-2 2-3-16,0 1-12 0,-4-2 11 0,-1 3-10 0,-1 2 15 0,0 1-10 0,0 1-9 15,-1 2-14-15,-1 2 7 0,-2 2-3 16,1 3 17-16,1 2-5 0,-1-1-8 0,1 5-12 0,1 2 15 0,0-2-10 16,2 2 20-16,1-2-5 0,2-1-11 0,1 2 6 0,3-4 3 0,1 2 1 15,4-3 0-15,0-1-2 0,2-2-6 0,3 1-5 0,1-2 5 0,1 0-4 16,1-2 0-16,2-3-9 0,2 0-12 0,1-2-27 15,0-2 6-15,3 1-10 0,-1-1-18 0,-1 0-20 0,-2-2-23 16,-2 1-120-16,-2 0-14 0,2-3-30 0,-1 2 86 0</inkml:trace>
  <inkml:trace contextRef="#ctx0" brushRef="#br0" timeOffset="-153558.14">16825 11800 310 0,'-5'0'180'0,"2"1"-71"0,1 1 118 0,0 0-117 0,-1 1 7 0,2-1-43 0,0 1 6 0,0 2-2 0,0-1-13 0,1 2-15 0,0-2 30 16,0 4-38-16,0 1 31 15,2 1-3-15,0 0-16 0,2 4-11 0,0 0 1 0,1 0-14 0,0 4-13 0,2-5-5 0,-1-3-6 16,3 1-16-16,-1-2 5 0,2 1-9 0,1 3-11 0,0-3-18 16,0 1-11-16,3 0-54 15,-3-4-39-15,0 1 25 0,0-2-111 0,-2-3-32 0,3 3 9 16</inkml:trace>
  <inkml:trace contextRef="#ctx0" brushRef="#br0" timeOffset="-151910.39">16336 11152 256 0,'-3'-1'5'0,"2"1"97"0,1 0-19 0,0 0 15 0,0 0-57 0,0 0 6 0,1 0-22 0,1 0-2 0,1 0 1 0,-2 0-4 0,1-1-1 0,0 1 27 0,-1 0-21 0,2 0 54 16,-2 0-5-16,0 0-22 0,0 0 4 0,-1 0 18 16,1 0-24-16,0 2 10 0,0 0-10 0,-1 0-11 15,0 3-22-15,0-1 14 0,0 3-19 0,-1-1 23 0,-1 2-3 0,1-1-15 0,-1 4-7 16,0-3 14-16,0 1-16 0,1 3 21 16,-1-3-9-16,1 1-10 0,1 0-17 0,-1-1 15 0,1 0-15 0,0-1 15 15,1-4 0-15,1 1-10 0,0-2-41 0,2-2 1 0,0 1-20 16,1 0-59-16,0-2-19 0,1 1-24 0,-1-1-37 0,3 0-77 15,6 0 15-15</inkml:trace>
  <inkml:trace contextRef="#ctx0" brushRef="#br0" timeOffset="-112708.68">20655 11543 657 0,'-1'0'230'0,"0"0"313"0,0-2-372 0,0 1-66 0,1 1-28 0,0 0 25 0,0-1-20 0,0 1-18 0,0 0-29 0,0 0 10 0,2-1-19 0,0 1 14 0,1 0-4 15,0 0-6-15,1 2-12 0,2 1 21 0,0 1-17 0,2 1 26 0,0 0-5 16,3 3-11-16,-1 1-19 0,0 3 17 0,0 1-15 0,2 0 16 15,-1 1-4-15,2-1-11 0,-2 2-26 0,1-2 19 0,1 1-17 16,-1-2 25-16,2 0-5 0,-2-1-12 0,1-4-14 0,1 2 18 16,1-2-11-16,-2 0 18 0,-1 0-16 0,1-3-22 0,-2-1-41 15,0 0 2-15,-2-2-12 0,1-1-48 0,-2 0-32 0,0-2-32 0,-1-2-183 16,-1-3-68-16,5 0-31 0</inkml:trace>
  <inkml:trace contextRef="#ctx0" brushRef="#br0" timeOffset="-112479.1">21103 11469 1299 0,'0'5'194'0,"-1"0"56"0,0 6-116 0,-4 2 13 0,-1 2-30 16,1 3-35-16,0 2-32 0,0-1 12 0,0 1-24 0,0 2 8 0,0-1-12 0,-2-1-12 0,1 0-12 15,1 4 6 1,-1-1-4-16,0 1 7 0,0 2-2 0,0 0-5 0,-1 1-12 0,3 4 14 0,-1 1-13 15,2-1 18-15,2-4-4 0,0-3-7 0,1 0-7 0,2 1 7 0,1 1-6 0,3 0-2 0,0-5-1 0,-1-2-9 16,1-3-10-16,-2-3 4 0,1-1-9 0,-1-2-23 0,1-2-6 31,-2-3-10-31,2 1-38 0,-1-3-6 0,1 1-8 0,-2-2-65 16,0-1-36-16,0-1-37 0,-2 0-84 0,1 0 177 0</inkml:trace>
  <inkml:trace contextRef="#ctx0" brushRef="#br0" timeOffset="-112112.39">21364 11766 1263 0,'-11'3'120'0,"2"-1"120"0,-1-1-124 15,2 0-12-15,1-1-29 0,2 0-4 0,3 0 8 0,0-1-20 0,2 1 0 16,0-1-15-16,0-1-15 0,3 0-13 0,1 1 21 16,1-3-14-16,3 0 44 0,0 0-11 0,3-1-13 0,1 1-17 0,1-1 15 15,2 0-12-15,0 0 16 0,1 2-8 0,2-2-12 0,0 2-19 16,1 0 4-16,1-3-7 0,-1 4 4 0,0-2 0 0,2 2-4 0,-2-2-13 15,-1-1 14-15,-7 2-12 0,-2-2 21 0,-1 2-7 0,0-1-12 16,4 2-23-16,0-1 0 0,-2 2-6 16,-1-1-14-16,-1 2-5 0,-3 0-5 0,-1 0-43 0,-3 1-5 0,1 0-7 0,-2 2-38 15,-3 0-29-15,0 3-25 0,-3 0-110 0,1 0-41 0,-1 2-16 0</inkml:trace>
  <inkml:trace contextRef="#ctx0" brushRef="#br0" timeOffset="-111946.1">21371 12015 1191 0,'2'5'247'0,"0"-3"64"16,1-1-164-16,3-1 1 0,1-1-17 15,2-2-21-15,4-3-31 0,2-3-1 0,2-2-22 0,2 1-32 0,0 0-8 0,1-3-9 0,4 4-14 16,-1-2 2-16,0 0-7 0,-5-3-25 0,-5 0-8 16,0-1-13-16,-2 1-56 0,4 0-35 0,0 1-11 0,2-1-243 0,0 1-71 15,5 3-79-15</inkml:trace>
  <inkml:trace contextRef="#ctx0" brushRef="#br0" timeOffset="-111194.64">22081 12253 593 0,'-4'0'135'0,"-1"-2"150"0,2-1-107 0,0-1-29 0,-1 1-46 0,2-4-54 15,0 2 32-15,0-1-48 0,-1-2 48 0,2 2-8 0,-1-2-21 0,0 0-1 0,1 0 13 0,-2-1-18 16,1 1 14-16,0 0-5 0,0-1-4 0,-1-1-20 0,2-1 17 16,0-1-14-1,-1-2 31-15,1-2-9 0,0 0-9 0,0-4-10 0,-1-1 1 16,2-4-3-16,0 2-3 0,0 3-2 0,3-2-6 0,-2-1-8 15,1-3 9-15,-1-2-10 0,0 0 8 0,2 1-5 0,0 1-4 0,4-2-15 16,-1 1 14-16,3 2-12 0,1 0 21 0,-1 2-2 0,2 0-11 0,-1-1-3 16,-4-2 3-16,1 3-4 0,0 0 4 0,1 4-3 15,5 0-1-15,3 1-16 0,0 1 13 0,0 7-10 0,0 1 22 0,-3 0-4 0,-1 2-9 0,-2-2-19 0,0 2 18 0,-2 3-14 32,-1 2 24-32,-3 2-2 0,1 1-10 0,-2 3-12 0,-1 4 14 0,1 1-11 15,-3 1 23-15,0 5-4 0,-3-3-9 0,-1 6-23 0,-2 0 16 0,-2 1-16 16,0 4 24-16,-2-1 0 0,0-2-5 0,-1 1-15 0,0-1 15 0,0-3-12 0,-1-3 20 0,2-1 5 0,2-3-5 15,3 0-12 1,-1-2 9-16,4 1-11 0,1-3 10 0,2 0 1 0,1-2-2 0,2 1-12 0,1-2 13 0,3 1-10 0,1-2 18 0,1 0-2 16,0 0-7-1,1-1-11-15,1 2 15 0,-1 0-10 0,0-2 18 0,-1 3 1 0,1 0-10 0,-2-2-6 0,2 2 5 0,-2-1-5 16,0 0 8 0,-2 1 2-16,0-1-3 0,0 1-13 0,0-1 14 0,-2 4-11 15,-1-1 23-15,-2 1-4 0,-1 2-7 0,-1-2-11 0,-3 4 8 16,-1 0-6-16,-1 1 18 0,-2 0 0 0,-2 4-4 0,-2 0-9 15,-1 1 10-15,-2 1-10 0,0-1 14 0,-1-7-3 0,0 3-6 0,-2-1-7 16,-2 1 9-16,1 3-7 0,0-4 15 0,1 0-5 0,4-4-7 16,2-3-9-16,0-1 9 0,3-2-5 0,1-1 11 0,6-1-1 15,1-1-8-15,0-1-5 0,1-4 4 0,-2-1-5 0,-2-3 1 0,3-2-9 16,0-2-8-16,3-3-37 0,1 3-11 0,-3-2-3 0,2 4-52 16,0 1-12-16,1-2-15 0,6 1-127 0,3-3-20 0,1 1-28 15,7-2 109-15</inkml:trace>
  <inkml:trace contextRef="#ctx0" brushRef="#br0" timeOffset="-110909.65">22486 11895 1153 0,'-13'34'-322'0,"9"-20"613"0,2-6-72 0,-1-1-112 0,3-2-14 0,3-1 15 0,0 1-26 0,3-1 3 0,0-3-20 0,3 1-19 0,1-2-5 0,2-2-4 0,-2-2 1 16,1-1 5-16,0-2-4 0,2 1-1 0,0 1-5 0,-1-2 13 16,-4 1-6-16,-1-2 35 0,0-2-9 0,-1-1-6 0,5-1-25 15,-1 1 14-15,-2 2-14 0,-2 0 19 0,-2 1-11 0,-2 2-10 0,-2-1-14 16,0 0 10-16,-2 1-8 0,-3 3 8 0,0-1-4 0,-3 0-9 16,-1 3-14-16,-1-2 6 0,-2 2-8 0,1 1 2 0,2 1-8 15,0 2-5-15,-4-2-27 0,0 3-1 0,-4 0-2 0,1-3-9 16,3 1-10-16,1 1-14 0,3-2-60 0,2 1-18 0,4-2-14 0,1-3-177 15,2-2-26-15,5-4-62 0</inkml:trace>
  <inkml:trace contextRef="#ctx0" brushRef="#br0" timeOffset="-110213.68">23085 11390 1568 0,'1'3'140'0,"1"1"-27"16,-5 0 23-16,1 1-68 0,-1 2 26 0,3 2-20 0,0 2-22 0,1 1-37 0,2-3 14 0,1 2-22 0,-1 1 17 0,1 3-11 0,-5 1-13 0,1 3-13 0,-1 1 15 0,1-2-12 0,2-1 10 0,2 1-12 0,-2-2-14 0,1-1-22 15,0 0-10 1,-1-3 0-16,-1 0-34 0,1-2-13 0,-1-1-11 0,1 0-113 0,-1-2-9 16,1 0-27-16,1-1 99 0</inkml:trace>
  <inkml:trace contextRef="#ctx0" brushRef="#br0" timeOffset="-110038.49">22914 11716 1124 0,'9'1'391'0,"2"-1"127"0,1-3-372 0,4-1-56 16,2 1-7-16,0-2-12 0,6-3-32 0,1 1 11 0,-1 0-25 15,-4-1 1-15,-3 0-7 0,2-1-12 0,2 0-45 0,6-1 18 16,-1-1-25-16,-2-1 10 0,-3 1-7 0,-1 0-11 0,0 1-34 15,-1 0-2-15,-1 1-9 0,0 1-61 0,-2 1-37 0,1-2-37 16,2-2-114-16,2 2 188 0</inkml:trace>
  <inkml:trace contextRef="#ctx0" brushRef="#br0" timeOffset="-109294.74">23622 12098 960 0,'-13'-3'-205'0,"7"1"412"15,2-2-28-15,-1 1-61 0,1-5-21 0,1 2 28 16,3-2-44-16,4-1 27 0,-1 0-15 0,2-1-20 0,-5-4-4 0,0 0 13 0,0-2-17 0,0 0 7 15,0 0-9-15,0 2-17 0,0-4-18 0,0 0 14 0,0-5-12 16,0 1 24-16,0 4-6 0,1-1-8 0,-5 0-14 16,1 2 11-16,3 1-11 0,-6 0 14 0,12 0-6 0,-6-1-6 0,-3 0-12 15,3 1 7-15,-6-1-7 0,6 1 10 0,1-2-4 0,0-2-6 0,0-3-9 16,0 0 15-16,1-1-12 0,0-3 16 0,-1 2-3 0,2-4-11 0,1 2-3 16,1 2 9-16,2 1-7 0,0-1 8 0,1 1-6 0,-2 3-7 15,4 3-11-15,1 2 10 0,2 2-7 0,2 0 15 0,-2 3-3 16,-1 1-7-16,-1 1-6 15,-1 2 3-15,0 0-1 0,-2 5 5 0,-2-2-1 0,-1 4-3 0,-3 0-14 0,0 1 13 0,1 2-10 16,-2 3 18-16,-1 0-4 0,0 5-7 0,0 1-16 0,-3 4 13 16,0 2-10-16,-1 1 14 0,-2 0-3 15,-2 2-11-15,0 2-5 0,-1 0 11 0,1 2-8 0,2-3 15 0,-1-4 1 0,1-3-4 0,1 1-5 16,0-2 9-16,3 2-7 0,2-3 10 0,3-1 0 16,2-3-3-16,2 0 0 0,-1-2 3 0,2 1-3 0,1-2 1 15,2 0 0-15,0-3-2 0,-1 3-9 16,1-3 13-16,-1 1-8 0,-1 0 20 0,-1 0-2 0,0 1-9 0,-3-1-21 0,0 2 19 0,-2-1-17 0,-1 1 30 15,1 0-5-15,-3 2-6 16,0-1-5-16,-4 2 3 0,0-1-3 0,-2 2 9 0,1 0 0 0,-3 1-1 0,0 1-5 16,0 0 3-16,-1 1-2 0,-1 0 10 0,0-3-2 0,0-1-2 0,-2 0-6 0,1-2 8 15,-1 1-6-15,-2-1 10 0,1-2-4 0,-1 0-8 0,2-3-13 16,0 0 8-16,0-2-9 0,1-3-3 0,2 0-8 16,-1 0-11-16,7-2-33 0,1-1 6 0,-1 0-12 0,3 1-26 0,-4-2-17 0,3 1-23 15,1 0-96 1,2-1-31-16,2-2-9 0,3-4-174 0,2 5 263 0,0 0-19 0</inkml:trace>
  <inkml:trace contextRef="#ctx0" brushRef="#br0" timeOffset="-109104.95">24002 11695 1833 0,'-6'23'-127'0,"3"-11"253"0,2 0-41 0,-2 1-47 0,2-1-38 0,0-2 12 0,1-1-15 0,-1 1 9 0,0 1-2 0,1-1-3 0,-2-1-46 0,0 0-4 0,1-3-9 15,0 0-20-15,0 0-4 0,1-3-8 0,0 1-121 0,0-1 6 16,0-2-49-16,5 0 74 0</inkml:trace>
  <inkml:trace contextRef="#ctx0" brushRef="#br0" timeOffset="-107726.49">24602 11197 353 0,'-4'0'150'0,"-1"-1"-59"0,2 0 83 0,-1-1-51 0,0 1 19 0,0-2-43 0,4 2 12 0,0-1-12 0,0-1-20 0,-1 0-20 0,-5 1 22 0,-1-1-28 15,1 0 33-15,-2 0-15 0,0-1-13 0,-1 2-15 0,1-4 12 16,-1 3-11-16,1 0 10 0,0-1-2 0,-2 2-10 0,1-2-18 16,-2-1 14-16,1 2-17 0,0-2 7 15,-2 2-7-15,1 1-8 0,0-1-13 16,1 2 15-16,1 1-11 0,0 0 25 0,1 3-8 0,-1-1-12 0,0 2-17 16,-1 2 15-16,0 1-11 0,0 0 19 0,0 2-4 0,1 2-10 0,1 0-7 0,0 2 15 0,1 1-9 0,2 1 19 15,0 1-3-15,1 2-10 0,1 0-13 0,1 1 12 0,0 1-8 16,1 0 21-16,1 0-1 0,0 1-7 0,0 2-19 0,2 0 10 0,1-3-10 15,1-2 16-15,-1-1-2 0,2-1-6 0,0 1-7 0,0 0 3 32,0-2-4-32,1 0-7 0,0-4-8 0,0 0-7 0,0-1-44 15,1-1 4-15,-1 0-13 0,1-2-22 0,0 0-22 0,-1-2-22 0,-1 1-93 16,-2-4-13-16,1 1-20 0,1 1 90 0</inkml:trace>
  <inkml:trace contextRef="#ctx0" brushRef="#br0" timeOffset="-107332.7">24129 11591 1061 0,'1'3'144'0,"1"-2"-38"0,2 1 12 0,3-2-63 0,3 0 45 16,1-2-16-16,4 0-16 0,1-2-46 0,1-3 8 16,-2 2-23-16,4-2 6 0,-1-1-2 0,2 2-8 0,3-3-3 15,-2 1 7-15,2-1-7 0,2 0 0 0,-4-1 4 16,0 0 1-16,2 1-12 0,-2 0 14 0,0-2-15 0,2 2 24 15,-3 0-6-15,-1 2-7 0,0-1-12 0,-6-1 9 0,-4-2-8 0,1 0 21 16,-5 0-8-16,4 2-7 0,0 0-8 0,-2 1 15 16,-2 1-8-16,-3-1 12 0,-1 1 4 0,-1 4-12 0,-1-2-4 15,0 1 17-15,-3 1-17 0,1 1 29 0,-3-2-3 16,2 1-8-16,-3 1 0 0,0-2 15 0,1 2-8 0,-2 0 22 0,5 1-9 16,1 1-8-16,-1 0-22 0,-1 1 22 0,-3 1-17 0,-2 1 23 0,0 2-8 15,0 0-18-15,0 2-9 0,0 2 9 0,2 2-7 0,0 1 18 16,3 0-5-16,-2 1-5 0,2 3-5 0,0-2 14 0,1 0-8 0,1 1 27 15,2-6-10-15,0 0-9 0,1 0-19 0,1 0 19 0,3 3-14 16,-1-4 33-16,2 1-7 0,-1 0-13 0,2-1-13 0,1-2 9 16,1 0-8-16,1-3 7 0,1 0-3 0,-1 0-7 0,3-3-13 15,-2 0 13-15,-4 0-12 0,-1-3 11 0,2 0-4 0,-1 0-9 16,6-3-16-16,2 0 2 0,1-3-5 0,-1 0-18 0,-1 0-14 16,-3-1-17-16,-1 0-70 0,-1-1-45 0,-1 3 2 0,-1-3-175 0,-2 4-12 0,4 1-21 15</inkml:trace>
  <inkml:trace contextRef="#ctx0" brushRef="#br0" timeOffset="-106576.7">24839 11454 698 0,'-13'8'-381'0,"7"-1"760"0,2-4-110 0,-1 2-135 0,1 1-78 0,2 0 16 0,-2 0-35 0,2 1 5 0,1 0 0 0,0 0-9 0,0-1-2 0,1-1 18 0,0 2-15 0,1-3 24 0,0 1-7 0,0-1-15 15,0-1-14-15,0 1 18 0,0-1-16 0,0 1 18 0,1-2-11 16,-2 0-12-16,1 0-6 0,-1-1-4 0,0 1 4 0,0-2-2 16,0 0 1-16,-1 1-2 0,-1-1-9 0,2 0 9 0,-2-1-10 0,0-2 15 15,1 1 4-15,-1-1 2 0,-1-1-11 0,1 0 21 0,1-1-16 16,-1 0 31-16,-1-3-3 0,2 2-11 0,0-3 1 0,1 1 11 16,0 1-8-16,0-2 4 0,1 1-3 0,2-1-6 0,-1 0-23 0,0 0 8 15,1 3-11-15,2 1 11 0,-1-1-1 0,1 1-5 0,1-2 1 16,0-2 3-16,0 1-2 0,1-1 1 0,-1 1 0 0,1-1-3 0,1 3-14 15,-1 1 19-15,2-1-17 0,-1 0 16 0,-1 3-1 0,1-3-9 16,0 3-9-16,0-3 11 0,0 4-9 0,-1 1 16 0,-1 1-5 16,1 0-8-16,1 2-2 0,-1 3 3 0,1 0-1 0,-2 3 1 15,2 0 0-15,-1-1-3 0,0 2 2 0,-1 0-1 0,0 2 1 16,0-2-2-16,-2-2-2 0,2 0-1 0,-1-1-1 0,1 0 2 0,0-3-2 16,-1 1 6-16,-1-3-1 0,-1 0-1 0,0-1-6 0,-1 0 11 15,0 0-7-15,0 0 11 0,-1 0-1 16,2 0-6-16,0-1-3 0,-1-1 5 0,1-2-3 0,1 1 5 0,-1-2 2 15,1 1-5-15,1-2-5 0,-5 1 6 16,1 0-5-16,1-3 6 0,1 3-2 0,3 0-4 0,2 2-6 0,2 2 10 16,-1 1-6-16,1 1 11 0,-1 3-2 0,-1 4-4 0,2 1-7 0,-1 1 7 15,1 1-6-15,-1-2 10 0,-1-1-1 0,-1-2-3 0,1 2-8 0,1 1 0 16,-1-3-1-16,1 0-5 0,-3-1 5 0,1-1-2 0,0-2-17 0,0-1 23 16,-2 1-19-16,2-2 27 0,-1 0 0 0,0-3-6 0,2-1-3 0,0-1 9 15,0 0-6-15,1-1 9 0,-2 0-1 0,-1 0-5 0,1-2-11 16,0 2 13-16,-3 1-9 0,1-2 21 15,-1 2-4-15,-1-1-9 0,-1-6-9 0,-1 0 9 0,-1 0-6 0,0-2 16 0,0 1-3 0,-2-2-7 0,-1 1-7 16,1 0 6-16,-2 2-5 0,-1 2 13 0,1 2-2 0,-1 1-6 16,0 4-7-16,-1 0 6 0,-1 3-5 0,-1 2 6 0,1 2 1 15,-1 3-6 1,0 2-4-16,0 3 8 0,1 2-5 0,0 2 15 0,2 0-4 0,0 0-4 0,1 2-3 0,0-2 13 0,2-1-7 0,1-1 30 16,1-5-6-16,1-4-5 0,1 0-4 0,2 1 2 0,0 0-2 15,1-1-2 1,-1-1-1-16,3-2-2 0,1 1-13 0,1-3 14 0,2 0-10 15,3-1 16-15,-1-2-2 0,2 1-7 0,-1-4-13 0,2 3 15 16,0-1-14-16,3 0 16 0,-1 1-2 0,2 2-8 0,-1-1-7 16,0 0 4-16,-1 1-5 0,0 1 4 0,-2-3 0 0,-2 3-3 0,0 0-19 15,-8 0 13-15,-2 2-13 0,1-1 4 0,-3-2-8 0,4-1-14 16,1 1-38-16,-1-1 10 0,-2-1-17 0,2 0-21 0,-2-2-16 16,2 0-24-16,-1-2-136 0,0-2-20 0,3-3-30 0,6 1 116 15</inkml:trace>
  <inkml:trace contextRef="#ctx0" brushRef="#br0" timeOffset="-106163.96">25744 11075 1716 0,'-29'-1'-1078'0,"19"5"1878"0,6 0-249 0,-1 1-396 0,2 0-66 0,-1 2 15 0,1 0-32 0,1 1 27 0,0 0-17 0,2 2-21 15,-2 0-37-15,2 2 4 0,-1-2-17 0,1 3 1 0,0-1-2 0,0 0-4 0,0 2-18 16,1 0 16-16,2 1-12 0,1 1 22 0,0-3-2 0,-1 1-10 15,1-1-14-15,1-1 16 0,1 0-12 0,0-2 17 0,1 0-7 0,1-1-11 0,0 0-19 0,0-1 11 16,1-3-10 0,0 0 14-16,0-4-4 0,1 2-8 0,0-2 1 0,-1 1 3 0,0-1 2 15,1-1-24-15,1 1-9 0,0-1-25 0,2 0 55 16,-2 0 13-16,0-2 8 0,0-2 10 0,-2 1-2 0,0-2-7 0,0 0-15 16,0-1 21-16,0-3-16 0,-1 0 25 0,1 1-5 0,1-2-10 15,0 1-8-15,0 0 9 0,-1-1-4 0,0 1 12 0,0-2 1 16,-1 0-4-16,1-1-11 0,-2 1 7 0,-1 1-7 0,-3-1 7 15,-1 0 3-15,-2 1-2 0,-2 2 1 0,-3 0 6 0,0 2-3 0,-2 3 12 16,-1 1 2-16,1 0 0 0,-2 2-29 0,2 3 18 0,-1 1-19 16,-2 2 27-16,1 2-5 0,0 1-10 0,0 2-15 0,2 1 17 15,0 3-12-15,1-1 24 0,1 2-2 0,2-1-11 0,0 0-2 0,2-1 15 16,1 3-11-16,3-3 14 0,1 2-5 0,3-4-9 0,1 1-1 16,2-1 2-16,3-1-2 0,2 1 1 0,2-5-2 0,1-1-3 15,1-1-18-15,1-2 6 0,0-3-11 0,-5-1-16 0,-1-3-6 0,2 1-15 16,3-6-79-16,5 0-52 0,-2-2-10 0,-1-3-244 15,2 0 256-15,-1-2-24 0</inkml:trace>
  <inkml:trace contextRef="#ctx0" brushRef="#br0" timeOffset="-105543.62">26848 10994 1672 0,'-8'0'-136'0,"5"0"312"0,-1 1-43 0,0 1-37 0,1 0-39 0,-1 2 18 0,2 1-25 0,-1 4 29 0,1 0-8 0,0 1-16 0,1 3-22 0,1-1 10 0,0 1-19 0,3 1 6 16,0 0-6-16,0 0-12 0,2 2-5 16,-1-2-1-16,2 1-1 0,0-3-4 0,-1 1 0 0,2-2 1 15,-1 1-30-15,0-3 5 0,0 1-14 0,-2-2-19 0,2 0-14 0,-2-1-18 0,0-1-88 0,0-1-46 16,-1 2-4-16,-1-5-162 0,1 2 216 0,-1 1 1 0</inkml:trace>
  <inkml:trace contextRef="#ctx0" brushRef="#br0" timeOffset="-105397.17">26692 11248 1232 0,'0'0'285'15,"2"0"-213"-15,2 0 66 0,3 0-65 0,2-2 16 16,1-1-34-16,3-2 1 0,3-1-19 0,1-2-21 0,3-1-59 15,2-1-5-15,2-2-18 0,0 2-67 0,-1-1-4 16,1 2-24-16,2-3-71 0,-1 1 0 0,5-2-30 0,2 1 86 0</inkml:trace>
  <inkml:trace contextRef="#ctx0" brushRef="#br0" timeOffset="-104847.2">27688 10808 1435 0,'-5'-1'-160'16,"2"-1"353"-16,0 0-33 0,0 1-40 0,-1-2-45 0,0 2 23 15,-1-1-38-15,2 2 26 0,-3 0-19 0,2 0-25 0,-2 0-21 16,1 0 14-16,0 0-17 0,0 0 18 0,-1 2-7 0,-1 2-8 15,0-1-4-15,0 1 4 0,-1 3-3 0,0 0 12 0,0 2-5 16,-1 1-2-16,6 1-25 0,-2 4 17 0,0 0-17 0,-2 2 21 16,-6 0-6-16,0-1-13 0,-1 4-4 0,2-8 5 0,1 1-3 0,1-3 8 15,1-1 0-15,1 3-6 0,1-1 1 0,2-2-1 0,1 0 1 16,2-2 2-16,1-1-1 0,1-2 0 0,0 1-6 0,0-2 4 16,1-1-3-16,1 1 12 0,2-1-1 0,0-2-2 0,2 2 0 0,3-2 5 15,1 0-3-15,1 0 10 0,0 0-5 0,4-2-3 0,2 2-20 16,1-2 15-16,0 1-11 0,-6-1 28 0,1 1-5 0,1-2-11 0,2 3-15 15,6-1 13-15,1-1-10 0,-2 0 16 0,-3 0 0 16,-2 0-8-16,-2 1-9 0,0-1 8 0,-4 0-8 0,-2 0 15 16,-3 2-1-16,-3 0-6 0,0 0-7 0,-2 0 8 0,-2 1-6 0,-1 2 13 15,-2 0-3-15,-3 4-6 0,-4-1-15 0,0 4 10 0,-4 2-9 16,1 0 15-16,-4-2-1 0,-2 1-6 0,-2 3-6 0,-1-2 5 16,2 1-3-16,1 0 11 0,8-1-1 0,1 2-1 0,-1-1-15 0,1 0 14 15,-2-1-11-15,3-2 23 0,6 0 1 0,1-2-6 16,4 1-21-16,1-2 24 0,3 0-20 0,2-1 41 0,6 1-5 0,1-4-9 15,4 1-2-15,2-1 3 0,-4-1-2 0,4 1 3 0,2-2-5 0,5 0-4 16,8-1-6-16,2 2 3 0,-3-2-2 0,1 0-2 0,-3 0-1 16,0-2-1-16,0-1-30 0,-2-3 3 0,2 3-13 0,-4-2-17 0,-3-1-7 15,-1 3-11-15,-3-4-82 0,-3 2-44 0,-5-1-14 0,1-2-267 16,-9 4 284-16,-1-4-39 0</inkml:trace>
  <inkml:trace contextRef="#ctx0" brushRef="#br0" timeOffset="-100351.08">5737 17318 411 0,'0'-4'116'0,"0"2"129"0,-1-6-156 0,0 4-27 0,1-2-24 0,0 2-20 0,0 0-6 0,2 1-3 0,3-2-1 0,0-1 4 0,1-2-3 0,1 0-8 0,-3 1-1 0,1-2-6 0,-4 1-10 0,0-1 19 0,-1 0-11 0,0 2 24 0,3-2 3 16,2 0-15-16,-2 0-10 0,0 0 21 0,-2-2-19 0,-1 3 21 15,0 0-6-15,-1-1-10 0,-1 2-17 0,-2-1 16 0,-1 0-12 0,0 1 13 16,-1 0 1-16,5-2-15 0,-4 0-19 0,0 0 36 0,-3 0-27 31,-7 0 74-31,1 1-2 0,-3 1 3 0,-1-1-46 0,-1 3 0 16,0 0-7-16,2 3 15 0,0 0 2 0,3 1-4 0,1 1-25 15,0 1 25-15,0 1-23 0,0 3 26 0,0 1-6 0,2 1-10 0,-2 2-15 16,0 0 12-16,1 1-6 0,0 3 27 0,1 0 0 0,1-1-9 0,0 0-11 16,1 1 20-16,0 1-17 0,1 2 31 0,2 2-2 0,-1 2-1 15,0 4 17-15,2 5-6 0,0-1 8 0,1 2-15 0,0 1-1 16,1-1-7-16,0 3-24 0,0-2 28 0,0-2-23 0,-2-1 48 15,2-2-14-15,-1 1-19 0,0 2-9 0,2 1 3 0,0 0-3 0,-1 0-5 16,3 1 3-16,0-1-4 0,3-2-12 0,1 1 12 0,2-5-12 16,-2-4-2-16,1 0-20 0,-1-5-18 0,1-2-24 0,0 0 1 15,0-3 2-15,0 0 2 0,0-4-5 0,-1 0-13 0,1 0-54 16,-2-3 2-16,0-2-22 0,-2-1-104 0,1 0 159 0,-1-1-30 0</inkml:trace>
  <inkml:trace contextRef="#ctx0" brushRef="#br0" timeOffset="-99904.48">5073 17747 865 0,'2'5'240'16,"-1"-4"-163"-16,0 2 80 0,2-2-105 0,3 0 15 0,2 1-37 16,3-2 34-16,3 1-1 0,4-1-8 0,7 0-32 0,4 0 19 15,2-1-26-15,2-3 4 0,-6-3-2 0,2 1-9 0,2-3-21 0,-2-1 9 16,4 0-11-16,-4 1 23 0,-3-3-2 0,-1 1-7 0,2-2-1 15,0 1 4-15,0 1-2 0,1-2 5 0,-1 3-4 0,1-1-5 0,3 1-2 16,-1 0 8-16,-3 0-3 0,-1 1 5 0,-10 1-3 0,-3 0-6 16,0-1-14-16,0 0 14 0,4 2-11 0,-3-1 21 0,-3 3-2 15,0 0-8-15,-4 0 6 0,-2 0-1 0,1-2 6 0,-3 2 6 16,0-1-4-16,0 1-1 0,-1-2-7 0,-1-1 6 0,-1 3-4 16,0-1 12-16,0 0-4 0,-2-1-5 0,1 1-12 0,-2 1-1 0,0 2-2 15,0-1 7-15,-1 3 0 0,0 0-2 0,-1 1-23 0,-2 1 24 16,-2 0-20-16,-1 2 35 0,-3 1-7 0,-2 1-8 0,1 1 1 15,-1 3-2-15,2 0 4 0,-1 1 12 0,7 1 3 0,3 1 3 16,-3 1 4-16,2 1 17 0,-8-1-11 0,2 1 17 16,0-1-9-16,1 0-10 0,0 0-12 0,1-1 8 0,3 1-6 0,1 0 12 0,3 0-2 15,0 0-6-15,2-2-18 0,0 2 21 0,2-2-17 0,2 2 27 16,1 0-6-16,2-1-10 0,3 2-17 16,4-3 14-16,0 1-12 0,4-3 15 0,-1-2-6 0,-4-2-11 0,3 1-13 0,3-3 5 15,3 0-4-15,6-3 3 0,-3 0-8 0,0-4-10 0,-1 2-18 0,-2-4 4 16,0 1-5-16,-2-1-10 0,-1-1-5 0,-2 1-13 0,0-2-24 15,-2-1-2-15,-1 0-9 0,-1 1-45 0,-3 0-24 0,-1 0-20 0,0-1-173 16,-4 0 215-16</inkml:trace>
  <inkml:trace contextRef="#ctx0" brushRef="#br0" timeOffset="-99162.17">6141 17557 1066 0,'8'7'286'0,"-6"-2"-199"0,-2-1 92 0,0 0-142 0,0 1 17 0,0 0-50 0,0 2 16 0,0 1-5 0,3 0-13 0,-1 2-15 0,1 0 20 0,0-1-17 0,-1 2 23 0,0-3-6 0,-1 3-11 0,1 0 3 16,0-2-1-16,-1-1 3 0,0 0 9 0,-1-3-2 0,1 0-5 15,-1 0-1-15,0-1 7 0,0 1-5 0,0-3 14 0,0 2-6 16,-1-1-2-16,0-1-13 15,0-2 8-15,-1 2-5 0,2-1 18 0,-1-1-4 0,1 0-6 0,0 0 7 0,1-3 24 0,1 3-11 16,0-5 35-16,0 1-15 16,1-3-17-16,3-1-13 0,1-2 11 0,2 1-5 0,1-3 10 15,1 1-7-15,1-2-14 0,1 0-20 0,0 0 14 0,0-1-12 16,-7 2 18-16,1-3-7 0,1 4-7 0,1-1-15 0,8 1 10 16,0 1-6-16,1 1 13 0,-3 2-1 0,0 2-5 0,-3-1-1 0,-1 3 5 0,0-2-2 0,-2 3 6 0,-3 0 3 0,1 1-6 15,-1 1-18-15,-1 1 18 0,1 1-16 0,0 1 33 0,-2 3-7 16,0-1-7-1,0 2-11-15,0 4 8 0,0 0-4 0,0 1 15 0,1 2-3 16,-1-2-8-16,2 3-16 0,1-3 22 0,-1 1-16 0,2-3 25 0,1-1-1 16,-1-1-14-16,1 0 3 0,1-1 10 0,-1-3-6 0,0 1 11 15,1-3 1-15,0-2-2 0,0 0-17 0,3 0 15 0,-1-2-15 16,2 1 21-16,0-1-7 0,2-1-8 0,2-1-9 0,2 0 9 0,-1 0-6 0,0 1 14 0,-9-1-4 0,2 1-7 0,-2 1-4 31,0-1 1-31,5 2 0 0,0 0 9 0,-3 1-4 0,0 0-4 0,-3 0 3 16,-1 0-4-16,-3 0 4 0,2 1-4 0,-2-1-2 0,2 1-2 15,-1 0-9-15,1 2 15 0,-1-2-7 0,0 0 24 0,2 1-4 16,0-1-7-16,1 0-6 0,1 2 0 0,1-2-1 0,0 2 3 16,-1-1-1-16,0 1 1 0,1-2-5 0,0 0 1 0,1-1-2 15,2 0 2-15,0 0 0 0,4-3-4 0,1-3-5 0,4 1 4 0,0 0-6 16,3-2-2-16,2-2 2 0,-1 1-3 0,0-1-14 0,-10 0 15 16,-2 1-14-16,-4 2 18 0,-3-1 4 0,1 2-8 0,-3 2-1 15,-3-3 15-15,-3 4-9 0,-2-1 26 0,-2 1 2 0,-4 0-4 0,-3 0-14 16,-3 2 17-16,5 0-16 0,-1 0 16 0,-1 2-2 0,-1 4-8 15,-8-3-18-15,-3 3 17 0,1 1-14 0,-1 0 21 0,3-1 1 16,2 2-11-16,-1-1-10 0,3 2 8 0,0-1-9 0,2-2 7 16,3 2 0-16,2 0-1 0,1-1 4 0,3 1 11 0,2-1-4 0,2-1 16 15,1 2-6-15,2-1-10 0,2 4-19 0,1-1 16 0,1 3-13 16,0-2 24-16,1-2-7 0,2-1-11 0,1-2-9 0,3-1 3 16,1-2-4-16,3-1-2 0,3 0-8 0,5-2-8 0,6-2-19 0,3-1 7 15,1-3-8-15,-4 1 4 0,0-2-3 0,-4-2-11 0,1 0-24 16,1-2-4-16,-6 1-4 0,-2-1-24 0,-5-1-13 0,-2 2-12 0,-2-2-88 15,-2 2-31-15,-2 0-9 0,-2-3 79 0</inkml:trace>
  <inkml:trace contextRef="#ctx0" brushRef="#br0" timeOffset="-98702.25">7631 17134 1858 0,'-3'12'-145'0,"-5"-5"319"0,0-1-63 0,-2 6-46 0,1 3-73 0,0 7 14 0,1 5-14 0,2 5 35 0,2 1 0 0,1 0-6 16,1 2-15-16,-1-1 12 0,2-3-13 0,1-3 12 0,-1-3-4 0,1 0-12 0,1 0-8 15,-1-2 7-15,1 1-7 0,1-1 15 0,1-1 1 0,0 0-1 16,2 1-20-16,0 0 12 0,0 2-11 0,1-3 24 16,0-2-6-16,2-3-7 0,1-2-34 0,1-2 13 0,1-1-16 0,1-6 9 15,1-1 1-15,2-3-12 0,4-2 8 0,0 0 5 0,1-6 1 0,-1 1 17 16,-4-4 2-16,-1 0 2 0,4-1 2 0,2-1 8 0,2-2-2 0,2 0 19 15,-5-1 2-15,-1 0-2 0,0 0-2 16,-2 1 7-16,0 0-6 0,1 0 3 0,-2 3-1 0,-1-1-4 0,2-1-29 0,-1 1 17 0,0 0-18 16,0 0 23-16,-2-1-2 0,1 2-8 0,0 0-6 0,0 1 2 15,-2 0-3-15,-2 3 6 0,-3-1-2 16,-2 1-5-16,-2 2 0 0,-2 0 10 0,-1 1-2 0,0 1 24 0,-3-1 0 0,-3 1-3 0,-4 1-20 16,-1-1 12-16,-3 2-15 15,0 2 10-15,0-1 1 0,1 4-6 0,-1 3 5 0,1 1 8 0,0 1-5 0,3 3 16 0,1-2 0 16,3 4 3-16,1 3-7 0,2 0 10 0,3 3-9 0,0 2 13 0,5 4-9 15,4 3-6-15,5 2-9 0,4 3 9 0,4-2-6 0,4-2 9 16,4-5-7-16,6-3-9 0,5-5-19 16,-1-4 8-16,-4-3-9 0,-1-3 7 0,-3 0-5 0,-1-5-11 0,2 1-14 15,-2-2 6-15,-3 0-7 0,1-2 2 0,-2 0-12 0,-2-2-12 0,2-2-44 0,-2-3-18 16,0 0-7-16,1-4-149 16,-2 1-90-16,-6-3-75 0</inkml:trace>
  <inkml:trace contextRef="#ctx0" brushRef="#br0" timeOffset="-97363.61">3504 16230 256 0,'0'-2'26'0,"0"-1"366"0,0 1-180 0,0-1 1 0,1 0-227 0,0 0 17 0,0 0-13 0,1-3 30 0,0 4-3 0,0-2-8 0,-1 1-12 0,-1 2 13 0,0-1-10 0,0-2 25 16,-3 0 6-16,1 0 1 0,-1 0 5 0,-2 0 10 0,2 2-5 16,-3 1 15-16,2-2-4 0,-1 3-9 0,0 0-22 15,-1 0 14-15,-1 3-18 0,0 0 0 0,-1 4-4 0,-1 0-10 0,-1 6-2 16,-2 1-1-16,0 3-1 0,0 5 9 0,-1 2-6 0,1 2 0 0,-2 4-4 15,3 1 10-15,4 1-1 0,2 3 60 0,5-7 6 16,3-2 12-16,6-3-16 0,6 0 10 0,1-3-15 0,4 1-14 0,0-4-14 16,0-1-18-16,4-5-24 0,0 0 5 0,3-2-6 15,3 0 11-15,3-4-5 0,5-3-7 0,9-2-2 0,3-1 3 0,-6-4 0 16,-1-2 6-16,-8 0 0 0,-3-2-4 0,2-4 0 0,-7 1 4 0,-6-2-2 16,-4 2 7-16,-5-1 1 0,-3 1-6 0,-3-1 2 15,-4 3 8-15,-2-3-7 0,-6 1 8 0,-3-2 0 0,-3-2-3 0,-6-3-21 16,-6-2 17-16,-4 0-15 0,-4-4 26 0,-3 1-8 0,-1-2-11 0,1 2 4 15,3 1 0-15,0 1 2 0,3 2-14 0,0 1-5 16,3 3-14-16,2 3-25 0,4 4 14 0,1 3-16 0,3 2-8 16,3 3-14-16,3 1-18 0,1 1-57 0,2 2-26 0,4 1-7 0,-1-1-180 0,4 1 219 15,4-4-33-15</inkml:trace>
  <inkml:trace contextRef="#ctx0" brushRef="#br0" timeOffset="-96395.08">7341 15711 1312 0,'-5'-1'88'0,"1"0"-17"0,-2-1 6 0,0 2-19 0,2 0-40 0,1 2-4 0,-1 0 8 0,2 1-10 0,0 1 2 0,-1 1-9 0,1 1-3 0,0 3-1 0,0 0 4 0,-1 1 1 0,0 1 2 0,1-2 1 0,-2 2-8 0,3 3-4 16,0-2 10-16,0 0-9 0,1-3 9 0,0 0-2 16,0 0-5-16,1 4 2 0,0 3 6 0,0 0 1 0,1 0 18 0,0-1-8 15,-1-2-5-15,1 2-31 0,-1-1 22 0,0 0-19 0,-1-1 29 16,2 0-5-16,-2 0-14 0,0 1-10 0,0-1 2 0,0-2-5 15,0 2-19-15,-2 0-6 0,1-2-12 0,1 5-24 0,-1-1-9 0,1 0-6 16,1 1-82-16,0-1-49 0,3-1-40 0</inkml:trace>
  <inkml:trace contextRef="#ctx0" brushRef="#br0" timeOffset="-95874.14">7368 16531 1649 0,'-8'-2'179'0,"-2"2"-120"0,3 0-37 0,0 0-5 0,2 3 2 0,5-1-6 0,0 1-8 0,0 3-8 0,1 0 2 0,0-1-3 0,-1 2 7 15,1 1 2-15,-1-2 2 0,1 2-17 0,-1 0 10 0,0-1-8 0,0 1 22 0,-1 0-7 0,0 0-7 0,-3 2-13 16,0 1 11-16,1 2-9 0,-3 2 12 0,0 0-10 16,-2 0-12-16,-1 2-46 0,0 0-30 0,-1 1 3 0,1 2-126 0,5-3-50 15,-1-1-43-15</inkml:trace>
  <inkml:trace contextRef="#ctx0" brushRef="#br0" timeOffset="-82184.3">14474 14167 217 0,'-12'-13'421'0,"2"2"-212"0,-2-3 273 0,-2-4-342 0,2-1-78 0,0-3-43 0,0-5 41 0,5-1 1 0,-1-3-7 0,1-6-18 0,2 3 23 0,1-4-29 16,1-3 43-16,0 4-7 0,2-1-16 0,1-1-10 0,3 4 37 15,0-3-36-15,5-4 31 0,1 3-23 0,2-5-35 0,5-7-15 16,-1 2 11-16,2 1-11 0,2-1 16 0,0 7-3 0,2 2-8 16,2-4-14-16,3 6 16 15,0 0-15-15,6-5 24 0,-1 2-5 0,-3-1-9 0,6-5-3 0,-3 6 5 0,3 6-4 16,6 2 12-16,-4 9-1 0,-1 4-3 0,0 2 4 0,-3 8-2 16,0 3 2-16,-1 0-2 0,-4 5-2 0,-2 2-5 0,-2 2-7 15,0 5 10-15,-3 0-7 0,-1 3 10 0,-4 3-2 0,-9 4-7 0,-3 2 2 16,-4 8-4-16,-6 4 2 0,-1-1-10 0,1 2-1 15,-5 2 1-15,-5-1-12 0,-3 3 14 0,-6-5-9 0,0-1 21 0,0-3-3 16,0 0-10-16,0-3-5 0,2 1 14 0,3-3-9 0,2-5 20 0,4-2-3 16,1-3-7-16,3-1-3 0,3-5 6 0,4-2-3 0,0-2 5 15,4-2-5-15,3 0-8 0,1-3-5 0,4-4 14 0,1-1-4 16,2 0 26-16,2-3-3 0,0 0-10 0,3 1-24 0,2-1 24 0,1 1-21 16,2 0 28-16,1 2-3 0,-2 0-14 0,1 3-11 0,-1 1 11 15,2 3-8-15,-1 1 19 0,-3 1-4 0,-1 3-7 0,-5 1-5 16,-6 2 4-16,-4 0-1 0,-2 1 10 0,-2 0 0 0,2 1 1 0,-4 1-16 15,1 2 13-15,-3 2-10 0,-5 2 16 0,-1 1-4 0,-8 3-8 16,-3 3-9-16,0 2 13 0,-1-3-8 0,-2 1 15 0,0-2-1 16,1 1-8-16,-2 0-5 15,0 1 6-15,0-6-5 0,2-2 11 0,-1-2 2 0,3-3-3 0,-3-2-25 16,1-4 19-16,1-2-18 0,2-1 30 0,4-2-5 0,3-3-9 16,2-3-36-16,6-4 13 0,0-3-17 0,2 0-16 0,2-1-19 15,-4-2-28-15,2 1-98 0,5-1-29 0,0 1-19 0,6 5-218 0,0 3 275 0,1 3-35 0</inkml:trace>
  <inkml:trace contextRef="#ctx0" brushRef="#br0" timeOffset="-81805.28">15467 13444 1314 0,'-4'-1'83'0,"-1"-2"49"0,-3 1-81 0,0 2-8 0,-1-2-18 0,-2 2 8 0,1 0 19 0,1 2-14 0,0-1 24 0,0 3-17 0,-1-1-23 0,-1 4-18 15,1 2 12-15,-1 1-14 0,-1 4 15 0,3 0-4 0,2 2-6 0,0 0 4 16,2 1 11-16,2 0-6 15,3 0 31-15,2-2-11 0,3-3-9 16,3 1-11-16,2-4 11 0,1-1-12 0,4-1 17 16,0-4-5-16,2 0-12 0,4-3 2 0,2-2 8 0,0-2-8 15,4-1 7-15,-4-1-3 0,-1-2-3 0,2-1-7 0,-4 0 12 16,0 0-12-16,2-2 14 0,-4-1-7 0,-1 0-9 0,-7 0-15 16,-4-2 20-16,-2 1-16 0,-2-1 21 0,1 0-4 0,-2-4-15 15,-1-2-10-15,-1-2 6 0,-2 0-8 0,-2 3-9 0,1 1-18 16,-2 1-18-16,1 3-100 0,5 0-42 0,0 3-15 0,2 3-287 15,1 0 300-15,-3-1-47 0</inkml:trace>
  <inkml:trace contextRef="#ctx0" brushRef="#br0" timeOffset="-81537">16024 12795 1333 0,'-1'2'487'0,"-2"0"-197"16,-1-1-176-16,0 2-40 0,-1-2-62 0,2 1 2 15,0 0-5-15,-2 0-11 0,3-1 7 0,-2 1-11 0,0-2 4 16,2-2-18-16,-1 1-11 0,0-3-42 0,1 4-24 0,-1-2 14 15,0-1-95-15,2 3-57 0,0 0-12 0,0 3-212 0,1 2 227 16</inkml:trace>
  <inkml:trace contextRef="#ctx0" brushRef="#br0" timeOffset="-81378.61">16129 13208 1785 0,'0'3'136'0,"-1"-1"-57"0,0-2 17 0,-1-2-77 0,1-1-21 16,-1 0-1-16,0-3-7 0,-3-3-44 0,0 2-28 16,-1-2 0-16,-2 1-181 0,1 2-62 0,1 1-25 0</inkml:trace>
  <inkml:trace contextRef="#ctx0" brushRef="#br0" timeOffset="-80873.68">15594 13453 865 0,'-8'-5'77'0,"-1"0"36"0,-1-4-3 0,0 1-8 0,1-1-20 0,0 0-11 0,1 1 33 0,2 1-39 0,-2-2 29 0,2 2-14 0,1-3-27 0,-1 0-15 16,1 3 6-16,0 1-14 0,0-2 11 0,1 5-10 0,-1-1-5 0,1 0-13 0,-1 1-1 0,1-1-2 15,-2 3-2-15,3 0-3 0,-1 0-1 0,1-1-15 16,1 2-5-16,0 0-4 0,1 2-75 16,-1-1-45-16,1 1-25 0,1 4-176 0,-1 3 182 0</inkml:trace>
  <inkml:trace contextRef="#ctx0" brushRef="#br0" timeOffset="-54845.09">17691 10561 465 0,'-22'-17'108'0,"0"1"156"0,-3 0-223 0,-2 2-40 0,-6 3-6 0,-2 2 25 0,2 1-1 0,3 4-8 0,0-1-18 0,-1 0 29 0,1-2-24 0,1-2 34 0,0-2-10 0,-3-1-14 0,-3 1-4 15,1-1 12-15,-2 0-4 0,4-2 22 0,1 2 0 0,-4-2-13 0,-3 2-24 16,-5 1 28-16,0-1-27 0,2 1 32 0,0 1-14 0,1-1-13 16,-7 1-9-16,0 0 0 0,-2 1 4 0,0 1 15 15,1 1 1-15,-2 1-7 0,-4 1-23 0,-1-1 24 0,1 2-22 16,-2-2 26-16,0 2-5 0,0-1-9 0,-4-2-3 0,-4 1 0 0,0-1 3 16,-1-1 12-16,0 1 0 0,0 1-1 0,-3-2-14 0,-2 2 11 15,-3-3-11-15,-2 4 10 0,3-1 0 0,-2 6-4 0,-5-1-5 16,2 1 8-16,-4-1-4 0,-3 1 14 0,5 0 0 0,-2 2-9 0,-5 0-5 15,-1 2 12-15,-4-2-12 0,-1 1 9 0,5 1 1 0,-2 1 0 0,-3 0-10 16,-4-1 0-16,-3 1 0 0,3-1 10 0,3 2 1 0,-1-1-3 16,-3 1-21-16,-3 1 19 0,1-2-17 0,0 0 26 0,4 0-9 15,2 0-10-15,-5 0-13 0,0 1 15 0,5 0-7 0,-1 0 25 0,5 2 0 16,0 0-8-16,-6 2-6 0,4 3 5 0,-2 1-5 0,3 3 4 16,2-2-1-16,-5 3 1 0,-1 4-6 0,-2-1 4 0,2 5 0 15,0 1 17-15,1 0-3 0,-1-2-3 0,-2 4-13 0,0-3 14 16,2 3-11-16,-1 0 19 0,7-2-9 0,5 0-7 0,-5 0-1 0,5 2-5 15,3 1 6-15,2-1-3 0,5-1 3 16,3-1-1-16,2 0-8 0,2 0 14 0,5 1-14 0,1 0 10 16,3-5-5-16,3 2-9 0,1 0-2 0,3 1 5 0,1 3-2 15,3-1 15-15,5-1 1 0,1 0-4 0,-1 1-18 0,4 0 12 16,0 4-14-16,1 2 14 0,10-1-2 0,-2 0-2 0,-2 2 1 0,2 1 1 16,-4 0 1-16,6-1 0 0,4-1 1 0,2-2-6 0,2 5-5 15,1-3 11-15,3-2-8 0,3 0 8 0,3-2-2 0,3 1-9 0,1-1 3 16,4-2-2-16,0 2 5 0,4-1 6 0,1 0-2 0,2-1-2 0,2-1-17 15,3-2 13-15,3 2-12 0,2-1 10 0,2 1-6 0,1-1-9 0,5 0 2 16,3-3 3-16,3 1 3 0,2-4 16 0,-7-1-2 0,1 0-2 16,3-2-29-16,0 1 33 0,7-3-25 15,-2-1 39-15,-1 1-9 0,2-3-19 0,3 1 11 0,4-2-9 0,1-1 12 0,0 2-2 0,1-2 0 16,-4-1 3-16,1 1-20 0,1 1 22 0,-1 0-20 0,5-1 25 16,-3-1 1-16,2 2-9 0,4-1-5 0,3-2 3 0,3-1-4 15,-2 0 4-15,-5-1 5 0,3 2-2 0,0-1-10 0,1 1 13 0,6-1-13 16,1 0 11-16,1 0-1 0,3 0-3 0,1-3-6 0,3 1 6 15,-1-3-4-15,4-1 8 0,3 0 2 0,4-1-10 0,4 0-2 16,-3-1 12-16,1 0-9 0,-3-1 4 0,0 0 2 0,6-1-4 0,5 3-7 16,-4 0 9-16,0 1-6 15,-3 1 11-15,-5-1 2 0,7 2-3 0,4 2-14 0,-3-2 14 0,-3 4-12 0,-3-2 11 0,-2 1-3 16,0 1-7-16,7-1 6 0,-4 2-2 0,-1 0 5 0,1-3 0 16,-5 1 2-16,6 0-2 0,5 0-18 0,-1 0 5 0,2 0 7 0,-1-2 25 15,-4 1-4-15,10-1-6 0,4 3-17 0,1-4 5 0,-2 3-1 16,2-1 19-1,0-1-3-15,4 1-9 0,8-1-23 0,-3-2 25 0,2 2-21 0,4-2 25 16,-4 0-3-16,2 0-9 0,2 0-2 0,-1-2 1 0,1 0 0 16,-2-2 3-16,-6 0 3 0,0 0-5 0,7-3-20 0,-4 2 29 15,1-3-25-15,-5 3 30 0,-9-3-5 0,6 1-11 0,5-1-1 0,-3 1 2 16,-1-2 1-16,-5 1 15 0,-2 1-3 0,3-2-2 0,1 0-2 16,0-1 6-16,-4-1-5 0,3 0 7 0,-2 0-6 15,-1-1-4-15,1-2 0 0,-5 0-3 0,0-1 5 0,3 0-3 0,-3-2 2 16,-3 1-6-16,1-2-17 0,-5 0 25 0,-2 3-20 0,5-1 26 0,-3 2-4 15,-5-2-13-15,2-3 2 0,-5 1 0 0,-1-1 0 16,3 1-1-16,-2-2 3 0,-1 0-2 0,-1-2 1 0,-6 1 9 0,-4-1-10 16,-1-2 0-16,-5 2 0 0,2-2 0 0,2-3-2 0,-3 1 1 15,-7-3 1-15,-4-2 8 0,-8-2 0 0,-6-2-5 0,3-6-7 16,-7 5 10-16,-5-2-9 0,-4-1 10 0,-6 4 1 0,-3-5-4 0,-2 1 1 16,-7 1-1-16,-2-1 1 0,-7 1 3 0,-3 2 0 0,-5-6 1 0,-3-2-12 15,-7 0 13-15,-4-1-12 0,-6 3 12 0,-3 2 2 16,-5 0-4-16,-4-2-8 0,-4 4 0 0,-3 1 0 0,-1 1 8 15,0 4 0-15,0-1-2 0,-5-1-24 0,-2-1 19 0,-4-2-18 0,-4 4 25 16,4 2-8-16,-2 2-9 0,-3 0 4 0,0-2-10 0,2 4 10 16,-3-2-20-16,0 6-1 0,1-2-5 0,-1 1-26 0,1 1 18 15,-1 5-19-15,1 0 5 0,-1 1-6 0,-2 2-14 0,2-1-37 16,2 3-6-16,2 2-6 0,2 0-65 0,3 2 112 0,-3 3-16 0</inkml:trace>
  <inkml:trace contextRef="#ctx0" brushRef="#br0" timeOffset="52809.41">17238 13087 1024 0,'5'-2'130'0,"-2"0"23"0,0 1-42 0,1-3-45 0,4-3-54 0,2 2 11 0,1 0-23 0,0-1 10 0,-2 1-4 0,-1 0-3 0,-1-2 7 0,-3 1 8 0,1-1 1 0,-1 0 11 0,1-2-3 0,0 2-12 16,2-2-7-16,0 2 21 0,1-4-14 0,-2 2 28 0,0 3-8 15,-1 0-12-15,-2-1 1 0,-1 3 14 0,-1 1-7 0,-1-1 20 0,0 2-3 16,0 0-5-16,-1 1-10 0,0-1 5 0,0 2-10 0,-2 0-8 15,0 0 1-15,-1 2-4 0,-1-1-27 0,1 1 21 0,-1-2-21 16,1 3 26-16,-1 0-3 0,0-1-11 0,0-1-4 0,1 2 4 0,-2-2-2 16,2 0 7-16,0 1 1 0,1-1-2 0,0-1-20 0,0 0 19 15,1 0-16-15,1 0 24 0,1 0-4 0,-1 0-11 0,1-1-17 16,0-1 19-16,0 2-14 0,0 0 22 0,1 0-9 0,-1 0-14 0,1 0-42 16,0 0-13-16,1-3-6 0,0 3-94 0,-1 0-56 0,0 1-49 15</inkml:trace>
  <inkml:trace contextRef="#ctx0" brushRef="#br0" timeOffset="54062.36">16618 13007 675 0,'-5'-6'218'0,"1"3"-148"0,0 0 108 0,-1-1-163 0,1 2 24 0,2 0-37 0,-1-1 33 0,2 2 11 0,1 1-8 0,-1 0 26 0,1 0 15 0,-1 0-18 0,0 0-2 0,0 3-10 16,0-1-13-16,-2 1-2 0,2 1 17 0,0-1-9 0,-1 1 17 15,2 1-12-15,-1 2-18 0,1-1-14 0,0 2 13 0,0 0-12 16,0-2 7-16,0 0 0 0,1-1-6 0,0 2-8 0,1-1-2 0,1 1-1 15,-1 2 5-15,-1-3-6 0,2 0 0 0,0 2-7 0,-1-1 2 16,-1 1 0-16,1 0 10 0,-1-1-3 0,0 0-4 0,1 1-7 16,-1 1 4-16,-1 0-4 0,-1 0 7 0,-1-2 3 0,1 1-1 0,-1 0-2 15,0-2 0-15,-2-1-2 0,0 3 0 0,1-5-1 0,-2 2 1 16,2-1-4-16,-1-3 16 0,1 1-12 0,0 0 11 0,-1-1 2 16,1 0-13-16,-1-1-9 0,2 0 17 0,0 0-14 0,0-2 32 0,-1-1-5 15,1 1-6-15,1-5-15 0,0 2 17 0,1-3-11 0,-1 1 23 16,1-1-5-16,1 0-13 0,0 1-14 0,1-2 15 0,-1 1-13 15,2-1 21-15,-1 0-5 0,0 1-10 0,2-1-3 16,-2 2 6-16,-1 0-3 0,1 1 15 0,-1 0-4 0,2-1-4 0,-2 1-16 0,1-1 9 16,-1-2-7-16,0 3 17 0,0 0-1 0,2-1-10 0,0 0-5 15,0-1 14-15,3 0-11 0,1 0 18 0,1 1-7 0,0 0-6 0,1-2-7 16,2 3 0-16,-7-2 0 0,1 2 3 0,-2-2-1 0,1 1-3 16,7 0-5-16,-2 1 5 0,1-1-4 0,-1 4 11 0,0 0-3 15,-2 0-4-15,2 3-9 0,0 2 10 0,0 2-5 0,0-1 17 0,-1 4-2 16,-1-2-9-16,0 4-12 0,-1 0 13 0,1 0-12 0,1 1 16 15,-1-1 1-15,-2 0-7 0,0 2-5 0,-1 0 7 0,0-1-6 16,-1-1 12-16,0 0-2 0,0-3-5 0,0 2-7 0,0 0 12 0,0-3-9 16,-1 0 8-16,-1 0-1 0,0-1-7 0,0-2-5 0,-1 1 9 15,0 0-6-15,0-3 14 0,0 1 1 0,0-1-4 0,0 0-14 16,0 0 16-16,0 0-14 0,0 0 19 0,-2-1-2 16,2-2-8-16,-1 0-5 0,1 0 2 0,0 0-2 0,0-2 6 0,0 1 1 0,1-2-2 15,0 1-3-15,1-1 10 0,1 0-8 0,-1 0 12 0,1 0-1 16,1 3-6-16,-2-2-1 0,1 1 7 0,1 0-6 0,0 3 5 0,0-2-3 15,-1 3-6-15,0 0-13 0,1 3 16 0,-1-1-11 0,0 3 25 16,0-1-4-16,-1 2-7 0,1 1-12 0,-1 1 4 0,2-1-3 16,-2 1 10-16,1 0 1 0,1-2-5 15,-2 0-17-15,1 0 17 0,1 0-14 0,0-1 19 0,0 0-3 0,-1 0-8 16,0 0-5-16,1-2-8 0,-1 2 3 0,1-2-29 0,-2 0 1 0,1 0-2 0,1 0-24 16,0-3-4-16,-1 0-8 0,3 0-59 0,0-2-37 0,0 0-32 0,2 0-269 15,2 0 290-15</inkml:trace>
  <inkml:trace contextRef="#ctx0" brushRef="#br0" timeOffset="54617.64">17316 13087 828 0,'-1'-4'-196'0,"1"3"416"0,0-2-45 0,1 1-60 0,0-2-55 0,1 1 33 0,0-1-48 0,3 0 35 0,-2-1-10 0,1 1-20 0,0-1-14 0,1 0 5 0,-1-2-14 0,1-1 0 0,0 0-9 16,2 0-11-16,-2 1-12 0,2-3 13 0,-1-1-9 0,-1 0 17 0,1 1-1 15,-1-1-9-15,-1 0-3 0,-2 1 17 0,1 1-7 0,-3 1 44 16,0 2-6-16,0-3-4 0,-4 6-15 0,1-1 20 0,-2 2-17 15,0 0 9-15,-1-2-10 0,-1 1-16 0,-1 3-12 0,1-2 7 16,-2 2-3-16,1 0 21 0,1 2-10 0,-1 0-3 0,-1 2-25 0,1 1 14 16,2 2-10-16,-2-4 23 0,1 3-1 0,-1-3-11 0,0 2-12 15,0 4 13-15,2 2-10 0,0 1 20 0,2 1-1 0,-1-1-5 0,2 2-11 16,-2-1 21-16,1 1-14 0,1-1 30 0,0-1-7 16,2 1-12-16,1 0-20 0,0 0 10 0,0 0-10 0,1-3 13 0,1 1-4 15,1 0-4-15,1-1-8 0,1 1 5 0,0 0-3 0,0-2 7 16,0-3-1-16,1 0-5 0,2-1-7 0,2-1-2 0,0 0-3 15,1-3-14-15,0-1-4 0,2-3-4 0,3-3-29 0,1 1 4 0,4-1-10 16,0-3-16-16,0-1-16 0,1 0-18 0,0-2-75 0,2 2-15 16,-2 0-15-16,0 1-128 0,-1 0 207 0,1 0-26 0</inkml:trace>
  <inkml:trace contextRef="#ctx0" brushRef="#br0" timeOffset="54896.32">17818 12874 513 0,'1'-1'138'16,"-2"0"213"-16,-2-1-164 0,-1 2-28 0,-2 0-40 0,0 0-27 15,-3 4 20-15,0 0-37 0,-4 2 20 0,1 1-10 16,-2-1-14-16,-1-1-24 0,0 2 6 0,-1 0-19 0,2 4-7 0,0 0 1 16,3 1-9-16,0-1 5 0,5 0 19 0,2-1-12 0,0-3 24 0,3 2-10 15,-3-5-15-15,0 1-10 0,2 0 6 0,2-1-6 0,1-2-1 16,0-1-3-16,3-1-6 0,0 1 0 0,0-1 4 0,2-1-2 16,-3 0 6-16,0-2-3 0,1-1-3 0,2 0-11 0,5 1 7 15,2-1-8-15,-1 1 12 0,-1 2-5 0,2 1-4 0,-1 0-10 0,-1 1 4 16,2 0-3-16,-2 2 15 0,-1 1-2 0,0-2-3 0,1 1-14 15,-1-1 12-15,-1 1-10 0,1 0 18 16,-2-3-2-16,1 0-7 0,0 0-2 0,-1 0 1 0,0-2-2 0,-1 0-8 0,-2 0-6 0,-1 0-7 0,-2-1-29 0,-1 2 7 0,-1 0-12 31,1-2-17-31,-1-1-7 0,0 2-17 0,0-2-40 0,1 1-22 16,0 0-4-16,1-3-154 0,0 4-55 0,2-3-65 0</inkml:trace>
  <inkml:trace contextRef="#ctx0" brushRef="#br0" timeOffset="55149.48">17959 12945 1263 0,'-8'1'-792'0,"5"0"1448"0,1 2-189 15,-1-3-279-15,2 1-68 0,1-1 10 0,-1-1-33 0,1-2 3 0,1-1-10 16,2-2-20-16,0-2-22 0,1 1 2 0,3-4-19 0,0 1-6 16,1 2-3-16,1 1-3 0,1-2-19 0,0-1 10 0,2-2-10 15,1 2 20-15,0 1-3 0,-1 4-6 0,3 0-7 0,-1-1 10 16,-2 5-7-16,2 1 16 0,-1 0-5 0,-6 5-4 0,-1-1-10 0,1 3 6 15,0-2-4-15,4 2 14 0,0 4-5 0,0-1-7 0,1 3-17 16,-1-2 16-16,-2-1-13 0,1 1 23 0,-3-2-5 0,-2 1-12 0,-1 0-4 16,-1 0-4-16,-2-1 0 0,-1 2-18 0,0-4-2 15,-1 1-5-15,1-3-30 0,-3 1 2 0,-1-2-14 0,0 1-84 0,-2-1-58 16,1 3-58-16,0-1-336 0,6 2 369 0</inkml:trace>
  <inkml:trace contextRef="#ctx0" brushRef="#br0" timeOffset="55750.18">18979 12585 1247 0,'-9'-5'308'0,"2"3"-229"0,0 1 79 0,2 1-63 0,0-1 7 0,1 1-28 0,0 0 9 0,2 2-15 0,0 0-20 0,1 2-22 0,-2-1 13 0,2 4-19 0,0 2 15 0,0 1-7 16,0 2-11-16,-1 3-3 0,1 3 2 0,-1 1 0 0,2 2 1 16,-1-4-5-16,0 1-6 0,1 2-11 0,0-4 8 0,-1 1-5 15,1-2 12-15,0-1 0 0,0-2-3 0,0 2-15 16,0-3 13-16,1 0-12 0,-1-1 19 0,1-2-3 0,-1-1-6 0,0-2-14 0,0 1 12 16,0-5-8-16,-1 1 23 0,1 0-2 0,0-2-8 0,-1 0-7 15,1-2 10-15,0 2-8 0,0-2 22 0,-1-1-3 0,0-2-4 0,1-1-11 16,0-3 12-16,0-1-9 0,0-2 17 0,1 2-7 0,1 0-11 15,3 1-7-15,-1-2 10 0,4 2-7 0,0 0 15 0,2 0-1 16,0 2-4-16,3-2-6 0,0 1 3 0,2 0-4 0,0 2 5 16,1 0-4-16,0 2-2 0,1 0-8 15,-2 1 7-15,2 2-4 0,-1 1 12 0,-3 0-4 0,-6 0-7 0,1 1-3 16,1 2 6-16,-1 1-4 0,6 1 4 0,2 1 1 0,1 1-4 0,0 2-4 0,0 0 5 16,-2 1-4-16,0 1 5 0,-2 2 1 0,1 0-2 0,-2 1-2 15,1 0 1-15,-2 0-1 0,-1 2 2 0,-1-6 1 16,1 0-3-16,-1 0-3 0,-1-2 2 0,0 5-4 0,0-2-7 0,-3 0 2 15,0-2-7-15,-1 0-9 0,0-4 10 16,-1 0-14-16,0-1-27 0,1-2-13 0,-1-1-19 0,-1-1-72 16,2-3-18-16,-1-1-19 0,0 1-201 0,2-2-41 0,1 1-83 15</inkml:trace>
  <inkml:trace contextRef="#ctx0" brushRef="#br0" timeOffset="56099.54">19565 12877 840 0,'-5'0'256'0,"4"0"-165"0,0 0 106 0,1-1-135 0,0 1 18 0,1-3-47 0,3 0 14 0,1 2-11 0,1-4-19 15,2 0-14-15,0-2 0 0,0 0-3 16,-1 0 7-16,1 2 0 0,1-2 1 0,-4-2-9 0,-1 1 9 0,1-1-8 0,-2 0 17 16,6 1-6-16,0 1-3 0,0-4 3 0,0 2 3 0,0 0 1 0,-1 1 2 15,0-1 4-15,-2 1-6 0,0 0-9 0,-1-1 17 0,-3 2-16 16,0-2 22-16,-2 0-2 0,-1 2-4 0,-1 2-16 0,-3 0 16 15,0 2-12 1,-1 0 26-16,-1 1-5 0,-2 2-7 0,0 0-16 0,-2 2 4 0,1 1-7 0,-1 1 5 0,-1 1 1 0,2 3 2 0,5 1-6 16,-2 0 17-16,1 0-9 0,0 0 29 15,-4 1-3-15,-2 0-10 0,2 2-12 0,2 3 20 16,3-2-16-16,0 2 22 0,3-2-7 0,0 0-11 0,1 0-19 0,1 0 8 0,1-1-10 0,1 0 6 0,1 0-3 16,3-2-4-16,2-1-16 0,2-4 12 0,1-1-9 0,3-2 19 15,-2-2-5-15,-3 2-10 0,1-2-13 0,1 0 8 0,2-2-9 31,6-2-11-31,1 1-7 0,-1 3-14 0,0-4-33 0,-1 0-16 16,-2-1-5-16,-2-4-107 0,1 0-67 0,0-1-52 0</inkml:trace>
  <inkml:trace contextRef="#ctx0" brushRef="#br0" timeOffset="56249.02">19896 12769 1276 0,'-2'14'-697'0,"2"-3"1246"0,1-1-173 0,0 1-258 0,1 1-66 15,2 1 9-15,0-1-25 0,1 3-4 0,-2-3-13 0,1-1-15 16,-1-1-30-16,0-6-27 0,1 0-1 0,-2-4-126 0,1 0-30 16,0 2-34-16,0-1-108 0,0 1 193 0</inkml:trace>
  <inkml:trace contextRef="#ctx0" brushRef="#br0" timeOffset="56385.13">19948 12644 1769 0,'-7'0'138'0,"-1"0"-65"0,0 0 11 0,1-1-65 16,-2 1 6-16,0 1-7 0,0 0-14 0,1-1-15 0,1 1 12 16,1-1-11-16,2 0 10 0,1-1-9 0,0 1-13 0,3-1-68 15,0 1-6-15,1 0-17 0,3 2-81 0,1 1-20 0,2-1-33 0,2 1-116 16,2 2 208-16</inkml:trace>
  <inkml:trace contextRef="#ctx0" brushRef="#br0" timeOffset="56798.08">20204 12698 1425 0,'-24'0'-187'15,"11"1"368"-15,0 3-55 0,0 0-65 0,-4 3-47 0,6 1 9 0,0 2-17 16,-6 2 15-16,3 3-7 0,-4-1-9 0,-1 3 3 0,5-1 2 0,1 2 1 16,2-1 13-16,3-2 0 0,3-1 0 0,2-1-20 0,3-3 20 15,2-4-18-15,3-3 22 0,2 0-9 0,3-3-11 0,3 0-11 16,2-3 13-16,3 1-10 0,1-2 16 15,1-2-4-15,1-3-12 0,-7-5-7 0,1-1 12 0,-4 1-9 0,1 2 19 0,2-3-9 0,-2 3-8 16,-2 1 6-16,-1 0-1 0,-3-1 7 0,-1 1 17 0,-2 1 5 16,-2 1 10-16,0 1 3 0,-1 2 15 0,-1-1-10 0,1 2 10 0,0 1-8 15,-1 0-16-15,1 3-13 0,-1 0 3 0,1 1-8 0,0 0 1 16,0 1-3-16,0 2-2 0,1 1-1 0,0 1 9 0,1 0-5 16,0 2 16-16,1 2-4 0,0 0-5 0,1 4-25 0,1 1 13 15,1 2-14-15,0 2 16 0,1 1-2 0,0 3-9 0,0 2-3 16,-2-2 0-16,0 3 0 0,0-2-6 0,0-1 2 15,-2 0-1-15,0 0-4 0,2-3 7 0,-3-3-7 0,0 1 1 16,-2-2 2-16,0-1-5 0,-2-1 0 0,-1-2 6 0,-2 0-5 0,0 1 2 0,-1-1 0 16,-1 1-7-16,-2-1-15 0,0 2 17 0,-1-2-15 0,0-2 20 0,-2 0-8 15,-1 0-10-15,-1-1 0 0,-1-3-6 0,1 2 4 0,-1-5-20 16,2 2-12-16,0-3-9 0,0-1-74 0,4-1-5 0,1-2-16 16,-1 0-60-16,2-5-29 0,-4-2-29 0</inkml:trace>
  <inkml:trace contextRef="#ctx0" brushRef="#br0" timeOffset="57129.76">20563 12623 946 0,'10'-2'105'0,"-2"-1"134"0,-1 3-116 0,-3 0-4 0,0 0-20 0,-2 4-10 0,-1 1 27 16,-1 2-40-16,-2 3 20 0,-3 3-16 0,0 2-22 0,-2 3-27 0,0 0-1 0,-2 0-13 0,1-2-1 0,0 1-4 0,1-2-3 0,-2 2-10 0,1-2 3 0,-1 1-3 15,1-2 9-15,2-1-3 0,2-2-3 0,1-1-6 0,0 1 4 16,1-4-1-16,1-2 11 0,1 1 1 0,0-5-6 0,0 0-14 0,0 0 18 16,0-1-13-16,1-1 40 0,2-1-4 15,3-1-7-15,2-3-13 0,2-1 11 16,1-2-11-16,2-1 13 0,1 0-5 0,2 1-7 0,3 0-6 16,-1 0 4-16,-5 0-2 0,1 1 8 0,1 1-5 0,0 0-5 0,9 3-11 15,-3 2 10-15,-1 0-6 0,-2 4 14 0,-3 2-2 16,-3 2-9-16,0 4 0 0,-2 2 3 0,0 2-3 0,-1 1 2 0,-1 2-3 15,-2 1-2-15,2-4-4 0,-1 1 2 0,1-3-4 0,-1 1-16 16,0 1-12-16,1-4-12 0,1-1-55 0,-1-2-18 0,-1-1-9 16,-2-3-91-16,0-3-8 0,-1 2-18 0,0-2-146 0,-1-2 231 0</inkml:trace>
  <inkml:trace contextRef="#ctx0" brushRef="#br0" timeOffset="57311.91">21230 12631 954 0,'-2'5'361'16,"-2"5"-98"-16,-1 1-88 0,1 1-70 0,-2 8-29 0,4-2-6 15,-1 1-16-15,3 1-18 0,0-1 6 0,-1 1-18 0,1-1-14 16,-1-1-1-16,1 0-8 0,0 1-11 0,0-1 8 0,0-3-11 16,0-1-7-16,0-2-31 0,0-2-25 0,1 4-100 0,0-2-6 15,-2 0-27-15,1 0-156 0,1-1 223 0,6-2-52 0</inkml:trace>
  <inkml:trace contextRef="#ctx0" brushRef="#br0" timeOffset="57462.55">21002 12806 1870 0,'18'3'124'0,"1"-2"17"0,4-1-70 15,5 0-33-15,-6 3 9 0,3-1-5 0,8 0 3 0,-1 0 5 0,9 1-15 0,-3-3-22 16,-3 0-16-16,-3-2-16 0,2 0-51 0,1-2-13 0,-2-2-7 15,2 1-80-15,1-1-36 0,1 1-30 0,0 1-239 0,-1-2 281 16</inkml:trace>
  <inkml:trace contextRef="#ctx0" brushRef="#br0" timeOffset="58115.55">22020 12721 1930 0,'0'5'-194'0,"-3"1"381"0,0-1-45 0,1 2-66 0,0 2-20 0,-1 0 20 0,2 1-26 0,1 0 14 0,0-1-18 0,0 0-21 0,1 0-22 0,-1-1 13 0,1 1-14 0,-1-3 11 0,0 0-5 16,0 0-8-16,0-1-13 0,0 0 12 0,-1-1-8 0,0-1 13 15,0-1-3-15,0-1-9 16,-1-1-29-16,1 1-3 0,-2-1-9 0,2-1-45 0,0-2-35 0,0 1-27 16,0-2-216-16,1 0-83 0,2-2-38 0</inkml:trace>
  <inkml:trace contextRef="#ctx0" brushRef="#br0" timeOffset="58285.32">22029 12535 2040 0,'-22'-1'-163'0,"10"-1"292"16,1 2-33-16,2-1-60 0,-1 0-17 0,2 1 16 0,1-3-21 0,0 1 9 0,2 0-10 16,-1-1-13-16,2-3-29 0,1 4-5 0,1-3-7 15,2 0-39-15,0 0-10 0,2-1-12 0,2 0-25 16,0 1-25-16,2 1 4 0,-2-1-125 0,3 2-33 0,0 2-41 0</inkml:trace>
  <inkml:trace contextRef="#ctx0" brushRef="#br0" timeOffset="58578.33">22158 12645 724 0,'-1'21'-452'15,"1"-7"855"-15,0-2-112 0,1 0-157 0,0-2-97 0,0-1 44 16,-1-1-60-16,1-2 88 0,0-1-30 0,2 0-25 0,-2 1-33 16,0-4-1-16,0-1-5 0,-1 1 15 0,-1-2 7 0,-1 0 4 15,-1 0-4-15,0-2 17 0,0 0-15 0,-1-1 16 0,0 1-9 16,0-2-13-16,1 0 15 0,1-2 14 0,-2 1-5 0,2-2 15 15,0-1-10-15,0 1-11 0,2-3-26 0,0 1 18 0,0-4-16 16,2 3 18-16,0 2-6 0,3 0-13 0,0 1-13 0,3 1 17 0,1 1-15 16,2-1 18-16,3 2-3 0,0-1-10 0,2 1-16 0,1 0 15 15,-1 3-15-15,-2 0 20 0,2 1-1 0,0 1-8 0,-2 3-10 16,0 0 11-16,-1 1-11 0,0 1 11 0,0 1-3 0,1 0-9 16,-1 1-11-16,-1 1 7 0,-2 2-5 0,-1 0 10 0,0 0-5 0,-1-1-8 15,0 1-30-15,0-4 11 0,-2 1-14 0,-1 0 8 0,0-1-6 16,-3-2-11-16,-1 1-60 0,0-1-13 0,-1-1-16 0,0-3-141 15,-1 1-85-15,1 1-74 0</inkml:trace>
  <inkml:trace contextRef="#ctx0" brushRef="#br0" timeOffset="59471.29">23179 12599 1007 0,'-5'0'273'0,"3"0"-189"0,0 1 90 0,-1 2-123 0,0-1 17 0,0 4-47 0,-2-1 22 0,2 0-16 0,-1 0-17 0,1 3-3 0,2-2 3 0,-1-1 0 16,0 1 11-16,1 2-8 0,0 1-6 0,1 1-17 0,0 1 13 15,-1-2-11-15,1-2 16 0,0-2 0 0,0 0-4 0,1 1-5 16,0-3-1-16,0 1-1 0,2 0 13 0,-2-1-5 0,-1-2 0 0,1 0-12 16,-1 1 13-16,0-2-8 0,0 0 29 0,0-2-4 0,0 1-8 15,-1-2 7-15,0 3 0 0,0-3 3 16,-1 0-3-16,1 0-4 0,1 1-2 0,-1-2-7 0,0 0 9 0,0-1-5 0,0 0 11 0,1-1 3 15,0-2-5-15,0 0-13 0,0 1 10 0,0 0-11 0,1-1 12 16,0 5-1-16,2-3-5 0,0 1-7 0,-1 2 14 0,-1-3-10 16,1 3 18-16,1-3-4 0,-2 3-8 0,1-1-15 0,1-1 17 15,1 1-13-15,-2-1 26 0,2 2-6 0,0-2-12 0,0 2-5 0,2-2 9 16,1 1-7-16,-2 1 8 0,1-3-5 0,0 1-5 16,-2 2-4-16,2-3 4 0,0 1-3 0,2-1 9 0,0-1-5 0,1 2-3 0,-1 0-21 15,0 1 18-15,0 2-14 0,-2-1 25 0,2 3-4 16,-1 0-9-16,0 4-2 0,-2 0 0 0,2 2 0 0,-2 3 2 0,0 0 1 15,-1 0-3-15,-1 1-3 0,0-1 6 0,0 3-4 16,-2 0 7-16,1-4 0 0,-1 3-4 0,0-4-11 0,0 1 15 0,-1 0-12 0,1-1 15 16,-1 0 1-16,1-2-10 0,-1 0-8 0,2-1 11 0,-2-2-9 15,0 0 20-15,1-2-4 0,0 0-7 0,0-2 0 16,1 0 14-16,0-2-8 0,2-1 17 0,-1-1-4 0,3 0-10 0,-1-3-1 0,3 3 5 16,0-2-5-16,3-1-1 0,1 2-1 0,-1-3-5 0,1 1-5 15,1-2 10-15,-1 2-8 0,4-1 17 0,0 2-3 0,1 3-7 0,4 0-10 16,-3 4 7-16,-1 1-6 0,0 1 15 0,-3 3 0 0,-6 1-4 15,-2 3-10-15,0 1 15 0,0 1-12 0,4 3 23 0,-1 0-7 16,0-1-7-16,0 3-16 0,0 2 11 0,0 0-8 0,1 1 15 16,2-3-2-16,-3-1-8 0,1-1-15 0,-2 0 14 0,0-1-10 0,1-2 18 15,-1-1-4-15,-2 0-8 0,1-2-9 0,-1 1 7 0,-1-2-6 16,2 0 2-16,-1-1-5 0,1-3-8 0,-1 0-5 0,2-2 2 16,1 0-2-16,0 0 2 15,1-2-3-15,0 0-3 0,0-2-6 0,2 1-4 0,-2-2 2 0,1 1-16 0,-1 2-7 0,0-2-6 0,0 1-43 16,-1 1-11-16,0-1-6 0,0-1-58 0,0 3-6 0,-1-3-16 0,0 2-46 15,1 0-9-15,-1-1-4 0,0 0-2 0,-2 1 144 16,0-1 11-16</inkml:trace>
  <inkml:trace contextRef="#ctx0" brushRef="#br0" timeOffset="59693.45">24020 12745 192 0,'1'-5'140'0,"-1"-2"104"0,-2 2 32 0,-1 0-50 0,1 0-87 0,-1 2-12 0,-1-2-19 0,0 2-9 0,-2-1 11 0,1-1-10 0,-3 2 2 0,0-1-20 0,0 2-19 0,-1 2-36 0,0 0 6 0,-1 0-9 15,0 1 3-15,1 3-5 0,0 0-7 0,-1 2-13 0,1 0 15 0,1-1-10 0,0 4 24 0,1-2-8 0,3 2-8 0,-1-2 5 16,2 2-2-16,2-1 6 0,0-1 1 0,2-1-2 0,1-1-1 15,1 0-17-15,2-2 12 0,-1 1-11 0,2-1 14 0,1-1-4 16,-1 0-6-16,2 0-8 0,1-1 6 0,0-1-6 0,3 0 4 0,-2-1 2 31,1-2-1-31,1 2-9 0,2-1 6 0,-2 2-8 0,-1-1 8 0,1 0 0 0,0 0 0 0,0-2-11 0,1 2 7 0,0-1-7 32,-2 0 8-32,-1-1-9 0,-5-1-12 0,-2 1-46 0,1-2 2 15,-1 1-12-15,4-1-21 0,1-2-16 0,-2 2-19 0,2-3-70 0,1 1-34 16,-1 2-8-16,1-1-205 0,3 1 264 0,3-1-35 0</inkml:trace>
  <inkml:trace contextRef="#ctx0" brushRef="#br0" timeOffset="59965.34">24330 12371 1489 0,'-2'-2'108'0,"2"-1"61"0,-1 3-34 16,1 0-19-16,-1 1-22 0,0 2-17 0,1 3 7 0,-1 1-19 15,0 2 0-15,0 2-13 0,0 1-14 0,-1-2-11 0,1 1 1 16,0 2-6-16,1 3 2 0,-1 3-2 0,1 0-3 0,0 1-15 16,0-2 5-16,0 2-8 0,0-3 6 0,1-1-2 0,0-1 0 0,2 1-6 15,-2-4 2-15,1 1-2 0,1-3-7 0,0 2-4 0,0-2-8 16,1 0-28-16,1-2 14 0,-1-1-15 0,0-2 14 0,0-2-4 16,1 1-8-16,0-1-68 0,0-1 32 0,-1 0-30 0,1-1 84 0,0-1-10 15,2-1-5-15,1-1-111 0,1 0-12 0,1-1-23 0,1-1-70 16,1 2 10-16,-1-3-11 0,5 1 59 0,-1-2 17 15,2 0 7-15</inkml:trace>
  <inkml:trace contextRef="#ctx0" brushRef="#br0" timeOffset="60174.54">24616 12643 243 0,'10'-6'148'16,"-2"3"50"-16,-1-4-66 0,-2 1 73 0,0 1-37 0,-3-2-19 15,-1 1-22-15,0-1-2 0,-1 1-1 0,0 0-7 0,-1-1-12 16,-1 0-13-16,0-2-30 0,-2 0 13 0,0 0-17 0,-1-2 6 16,1 2-9-16,-3 0-7 0,1 1-20 0,0-1 4 0,0 0-6 15,0 5-3-15,1 0 1 0,-1 4-6 0,-1 0-20 0,6 4 19 0,0 0-17 16,-1 3 23-16,1 1-6 0,-7 1-11 0,0 2-5 0,-1 1 5 15,-1 1-2-15,0 0 15 0,1-2-2 0,2 2-3 0,3-2-6 16,0 2 7-16,2-1-6 0,2-2 6 0,0 0-3 0,1 0-6 16,3 1-11-16,0 0 10 0,4 1-7 0,1-1 14 15,2-3-4-15,3 0-7 0,-1-5-13 0,3 3 8 0,-4-4-7 0,2-1 11 0,1 1-8 16,4-2-11-16,7 0-19 0,3-2-2 0,0 0-4 0,-4-3-29 0,-1 1-9 16,0-1-16-16,-1-2-44 0,2 1-12 0,-2-2-10 0,0 1-121 15,-4-1-58-15,-1 2-55 0</inkml:trace>
  <inkml:trace contextRef="#ctx0" brushRef="#br0" timeOffset="60436.72">25248 12353 1438 0,'-12'-13'127'0,"-2"3"10"0,-3 1-42 16,-3 1-4-16,-1 6-10 0,-2-1-8 0,1 3-14 16,1 0 15-16,4 2-24 0,-2 0 8 0,1 1-12 0,0 3-14 0,-6 1-23 15,3 0 17-15,2 1-13 0,1 0 29 0,4-1-5 0,4 0-9 16,2-1-18-16,4 0 7 0,1 2-9 0,3 0 3 0,0 1 0 15,2 0-5-15,1-3 3 0,3 2 3 0,0 0-1 0,1 1 7 0,2-1-5 16,0 4-4-16,0-2-9 0,1 2 1 0,-1-1-1 16,0 0 4-16,0-3-1 0,-3 1-2 0,-1 0-5 0,-2-1 6 0,-2 0-4 15,-1-2 9-15,-2 1 1 0,-2-2-3 0,-3 1-6 0,-3 0 5 0,0 1-5 16,-2-1 8-16,1-1-1 0,-1-1-3 0,1 1-28 0,-1-2-3 16,1 0-8-16,-1-1-38 15,1-1-19-15,-1 1-21 0,-2-2-179 0,0 3-143 0,4 1-18 0</inkml:trace>
  <inkml:trace contextRef="#ctx0" brushRef="#br0" timeOffset="66124.31">14764 15430 845 0,'-4'3'227'0,"-2"3"-46"0,-2-4-62 0,2-1-25 0,-1-1-21 0,0 0-11 0,2-1-18 0,-1-1-3 0,0 0 14 0,2-2-16 0,-2-1 17 0,2-2-8 0,-1-2-16 0,0-2-22 16,0 1 15-16,1-1-22 15,-2-2 11-15,3 3 1 0,-1-4-7 0,0 2-9 0,-1 0 9 16,1-2-11-16,4 0 31 0,0-2-6 0,2 0 0 0,-2 1-26 16,-3 0 16-16,-1-2-16 0,0 0 28 0,0 2-11 0,1 0-12 0,-1-5 1 0,0 5 3 0,2 0 2 15,-1-5 15-15,0 1-7 16,1 0-1-16,-1-4-16 0,1-1 5 0,-1-1-5 0,1-3 19 15,-1 0 3-15,0-1-4 0,0-6 10 0,1 0 5 0,0 1-5 0,0-1-12 16,2 3-5-16,0 3-7 16,2 1-7-16,1 2 7 0,0 2-4 0,1 1 10 0,1 4 2 15,2-1-3-15,1 1-7 0,0 1 6 0,0 0-7 0,-1 2 5 0,1 0-2 16,-4 3-2-16,-1 1-10 0,3-1 12 0,-3 1-7 0,7 2 18 16,-1 1-2-16,1 0-8 0,1 1-3 0,2 0 8 0,0 2-5 15,1 1 3-15,-2 0 0 0,2 1-6 0,-1-3 3 0,1 3 0 16,0-1 1-16,0 3-4 0,0 2 3 0,1 3 0 0,1 2-15 0,-1 1 16 15,0 3-15-15,1 2 17 0,-3-2 1 0,1 1-7 0,-2 1-9 16,-2 1 1-16,0 6-6 0,-3 0-1 0,-4 0 2 0,-1 0 0 16,-2-2 0-16,-1 0 8 0,-3-1-5 0,-2 0 0 0,-2-2 6 0,-1 0-6 15,-2-2-4-15,-1 1 19 0,-1 1-14 0,1-2 21 0,1 0-3 16,0-2-9-16,-1-1 0 0,0 1 1 0,2-2 0 0,0-1 3 16,2-1 2-16,1-1-3 0,2 0-4 0,1-1 8 0,2-3-7 15,1 0 10-15,1 0-3 0,0 0-4 0,1-2-4 0,2 0 4 0,2-2-3 16,0 0 6-16,1 0-3 0,1 0-4 0,1 1 1 0,1-1 2 15,1 1 0-15,0 1 2 0,0 0 0 0,1 2-2 0,2 0-8 16,-1 4 6-16,1-1-6 0,1 2 8 0,-1-1 1 0,0 2-1 0,-2 0-11 16,-1 1 10-16,-2 1-9 0,-1 1 15 0,-2-2 2 0,-1 1-5 15,-2 1-11-15,-1 1 11 0,0 0-10 0,-1 1 19 0,0 0 0 16,-1 1-8-16,-1-2-10 0,-2 1 11 0,1 0-8 0,-1 0 19 0,-2 1 3 16,-1-2-4-16,0-1-10 0,0-3 7 0,-1-1-8 0,-2 2 11 15,0-3 0-15,-1 5 1 0,0-3-14 0,-1 0 4 16,-1 0-5-16,2-3 7 0,-1 1-4 0,1-3-4 0,-2 2-8 0,1-3 4 15,0 0-5-15,0 0-8 0,3-1-9 0,2-1-11 0,-1 2-14 0,1-2-13 16,1 1 4-16,2-2-48 0,2 2-16 0,2 0-15 0,0 1-116 16,3 0-57-16,3 1 4 0,1 1 89 0</inkml:trace>
  <inkml:trace contextRef="#ctx0" brushRef="#br0" timeOffset="68272.22">15351 14706 137 0,'-2'-1'87'0,"1"0"46"0,-1-2 38 0,1 3-25 0,0-1-34 0,-1 0-42 0,0 1 24 0,1-2-38 0,0 1 34 0,0 1-15 0,1 0-22 0,-1-1-20 16,1 1 16-16,0 0-24 16,0 0 11-16,0 0-3 0,0 0-10 0,0 0 10 0,0-2 10 0,2-1-8 0,-1 3 27 15,0 0-12-15,1 0-7 0,-2 0-9 0,0-2 6 0,1 2-9 16,-1 0 6-1,0 0-6-15,0 0-8 0,0 2-11 0,1-1 6 16,0 0-8-16,-1 3 13 0,0-1-8 0,1-1-8 0,-1 3-17 16,0-1 16-16,0 0-14 0,0 1 30 0,0 0-9 0,0 0-10 0,0 2-11 0,0-1 15 0,-1 1-10 0,1 0 16 15,0 2 0 1,0 1-13-16,0-1-11 0,0 3 15 0,-1-1-14 0,1 1 21 0,0 2-3 0,-1-1-8 16,-2 1-12-16,2-4 9 0,-1-1-7 0,0 0 22 0,1 0-2 15,-2 3-5-15,1-1-9 0,1 1 6 16,-1-2-5-16,1 0 7 0,0-4 3 0,1 2-4 0,0-1-7 0,0 0 2 15,0-2-5-15,1 0 12 0,1 1-4 0,-1-3 5 0,1 3-12 16,1-3 3-16,-1 0-2 0,0 0 9 0,0 0-3 0,-1-1-4 0,2-1-19 16,-2 0 11-16,1 0-9 0,-1 1 11 0,0-2-11 0,2 0-11 15,-1 0-34-15,0-2 1 0,-1 0-10 0,1 1-41 0,0-1-18 16,0 0-23-16,0-2-107 0,1 1-7 0,1 0-27 0</inkml:trace>
  <inkml:trace contextRef="#ctx0" brushRef="#br0" timeOffset="68998.66">15832 14248 738 0,'-10'0'-462'0,"7"-4"864"0,-1 2-114 0,0-2-161 0,1 0-74 0,-1 1 17 0,2 1-35 0,-1 0 25 0,0 1-9 0,1 0-15 0,0 0 6 0,0 1 9 16,0-2-9-16,1 1 22 15,0 0-14-15,0-1-12 0,1 1-16 0,0 0 12 0,0 1-13 0,0 0 20 0,0 0-1 0,0 0-5 16,0-1-27-16,0 1 22 0,1-2-26 0,0 2 34 0,-1 0-12 16,1-1-14-16,1 1-12 0,-1 0 10 0,0-1-11 0,0 1 15 15,0 0-2 1,0 0-6-16,0 0-11 0,0 0 9 0,-1 0-10 0,2 0 12 0,-1 0-5 0,0 0-5 0,1 1-20 15,-2 0-16-15,1-1 1 16,0 2-64-16,0 0-18 0,1 1-15 0,0-1-156 0,-1 2-12 16,2 1-42-16</inkml:trace>
  <inkml:trace contextRef="#ctx0" brushRef="#br0" timeOffset="69539.29">15784 14691 730 0,'-3'0'91'0,"-1"0"97"0,1 0-108 0,0-1-21 0,0 1-31 0,1 0-6 0,1 0 21 0,0-2-17 0,1 1 47 0,0-2-4 0,0 1-15 0,1-1 3 0,-1 1 17 0,2-1-22 0,-1-1 24 0,0 4-9 0,1-2-8 16,0 1-24-16,-1-2 18 0,-1 2-26 0,1-1 17 0,-1 2-6 15,1 0-16-15,-1 0-3 0,0-1 9 0,0 1-12 0,0 0 3 16,0 0-3-16,0 0-6 0,0 0-15 0,0-1 12 16,0 0-13-16,-2-5 17 0,2 5-3 0,0-1-6 0,1-2-14 31,0 3 10-31,1-2-9 0,0-1 24 0,0 3-8 0,-1 0-6 15,0 1-12-15,0 0 16 0,-1 0-9 0,1 0 14 0,-1 0 0 16,0 2-11-16,0 1-8 0,1-1 11 0,-1 0-7 0,0 1 14 16,0 1-6-16,-1-1-6 0,1 1-10 0,-1-1 7 0,1 1-2 0,-1 0 13 15,0-1-9-15,0-1-13 0,0 2-29 0,1-1 21 0,-1-1-17 16,1 1 22-16,0-2-18 0,0-1-21 0,0 0-67 0,0 0-32 16,1-1-2-16,2-2-148 0,3-1-6 0,0 1-34 0</inkml:trace>
  <inkml:trace contextRef="#ctx0" brushRef="#br0" timeOffset="69948.45">15868 14222 733 0,'-3'0'272'0,"-2"0"-91"0,1 0-41 0,-1 0-78 0,0 0 6 0,0 2-9 0,0-2-17 0,0 2-5 0,0 1 14 16,0-1-15-16,-1 1 30 0,2-1-7 0,1 1-13 0,-2 0-17 16,2-2 17-16,-1 1-24 0,0 0 8 0,2-2-8 15,-1 1-14-15,1-1-17 0,2 0 15 0,-1 0-15 0,1 0 25 16,0 0-11-16,0 0-10 0,1 0-22 0,1-1 1 0,1 1-4 16,-1 0-23-16,1 0-22 0,1 1-11 0,-1 1-42 0,-1 1-64 15,2 1 50-15,-2 1-174 0,0 1-5 0,3 3 20 16</inkml:trace>
  <inkml:trace contextRef="#ctx0" brushRef="#br0" timeOffset="70213.6">15822 14710 1238 0,'-14'0'-599'0,"8"0"1081"16,0 0-158-16,0-1-220 0,-1 1-90 0,1 0 9 0,1 0-23 15,0 0 32-15,2 0-2 0,-1 0-3 0,1 0-18 0,-1 1 18 0,-1-1-22 16,1 0 19-16,-1 1-13 0,2-1-11 0,-1 0-4 0,2 0 2 16,1-1 0-16,0 1-20 0,0-1-49 0,1 1-26 0,0 0-175 15,0 0-56-15,4 0-26 0</inkml:trace>
  <inkml:trace contextRef="#ctx0" brushRef="#br0" timeOffset="72819.59">3277 13953 552 0,'1'-1'121'0,"-1"0"-29"0,0 0-23 0,-1-1-25 0,-2 1 1 0,0 0-4 0,0 0-9 0,-1 1-3 0,1-2 8 16,0 2-12-16,0-1 3 0,1 1-1 0,0 0-3 0,1-1 14 0,0 1 7 15,1 0 2-15,-1 0 20 0,-1 0-6 0,2 0-8 0,0 0-11 16,0 0 7-16,3-2-9 0,1 2 3 0,0 0-10 0,-2 0-6 0,-2 0-19 16,-4 3 6-16,1 1-5 0,-1 0 10 0,-2-1-4 0,-1 3-8 15,-2-1-6-15,-1 1 10 0,-1 1-8 0,0 1 10 0,-2 0 6 16,0 0 1-16,-1 1-14 0,1-2 13 16,-1 1-15-16,1 1 11 0,1-1-1 0,-1 1-9 0,2 0-3 0,-1 1 4 0,-1 0-5 0,1 2 2 15,-2-2 3-15,2 2-1 0,0-1-8 0,-1 2 5 0,1 0-5 16,0-1 11-16,0 0-3 15,2-1-2-15,0 0-10 0,1-1 10 0,0 1-8 0,1 1 12 0,2-2-3 0,0 0-7 0,0-1 0 0,3 0 3 16,0 0-2-16,2-1 2 0,1-2-1 0,0 0-2 0,0 0 0 16,0-1 4-16,2 2-2 15,1-2-2-15,1-2 3 0,-1 3 0 0,1-3-10 0,2 0 15 0,-1 1-12 16,0-2 12-16,1 1 3 0,2 0-8 0,-1-1-4 0,1 1 24 16,1-3-20-16,3 1 25 0,-1-1-3 0,1 1-10 0,0-1-8 0,2 3 1 15,-2-2-2-15,2 2 7 0,-3-2 0 0,0 3 0 0,-1 0-22 16,-1-4 20-16,0 2-18 0,-2 1 28 0,-1-1-2 0,-1 3-8 0,0 3-11 15,-2 1 6-15,-1 1-5 0,0 3 11 0,-2-1-1 0,-2 2-4 0,0 0-4 16,-2 0 3-16,-1 0-2 0,-2 0 7 0,0 0-4 0,-1-1-4 0,0-2-1 16,-1 2 1-16,0-3 1 0,0 1 13 0,0-2-7 0,0 0-1 0,1 0-14 15,0-2 8-15,3 1-7 0,-1 1 14 0,1-1 0 0,2-2-4 16,1-1-8-16,0 1 6 0,1-3-5 0,-1 0 8 0,2-1 0 16,-1-1-4-16,1-1-6 0,0 2 3 0,0-1-2 0,1-1 8 15,-1 1 0-15,0-1-1 0,2 0-11 0,-1 0 5 0,0 2-6 0,0-2 15 16,0 1-1-16,1 0-1 0,-1-1-16 0,0 1 19 0,1-1-14 15,0 2 20 1,0 0 1-16,-1 1-10 0,0-1-6 0,0 3 4 0,-1 1-4 16,2-3 7-16,-2 3 2 0,0 1-3 0,-2 0-4 0,0 0 5 0,0 2-4 15,-1 2 9-15,-2 0-4 0,2 1-1 0,-3 0-11 0,-1 5 13 16,1 0-9-16,-2 2 18 0,0 0 0 0,1-2-11 0,0 1-6 0,0 0 14 16,0-1-10-16,0 3 25 0,0-2-4 0,2-2-6 0,-2 1-18 0,0-2 8 15,1 1-8-15,0 2 14 0,1-3-4 0,1 2-7 0,-1 0-2 16,2 1 0-16,-1 3 1 0,0-1 3 0,1 1-4 0,0 1-7 0,0 1-3 15,1 1 12-15,1 2-5 0,0 0 16 0,1 3-6 0,0-4-8 0,3 3-9 16,-1-2 12-16,3-2-5 0,-1-2 23 0,1-3-10 0,2-1-9 16,0-1-7-16,4 0 7 0,-1-3-1 0,1 0 17 0,0-3-3 0,0 1-10 15,3-2-10-15,0 0 7 16,1 0-5-16,1-1 12 0,-2 2-1 0,1-2-6 0,0-3-16 0,-1 0 18 0,-2 0-16 0,-1-4 8 0,-2-1-20 16,-2 1-26-16,1-4-47 0,-1 0 1 0,0-2-8 0,-2-2-5 15,2-2-6-15,0-2-9 0,2-3-175 0,0-2-86 0,-2 0-38 0</inkml:trace>
  <inkml:trace contextRef="#ctx0" brushRef="#br0" timeOffset="74464.24">1961 15587 991 0,'-10'-4'227'0,"3"-1"-179"0,-1 1 49 0,0-3-57 0,-1 0-1 0,1 1-15 0,-1-2 12 0,3 0 3 0,-1-1 3 0,1 2-7 16,-1-2 5-16,0-1-14 0,-2 1-1 16,1-4-7-16,1-1-3 0,-1 0 17 0,3-3-6 0,-2-2 10 0,0-2-8 0,1 1-3 15,2-1-5-15,-1 3-8 0,2-1 9 0,1 1-8 16,0 0 13-16,-1-1-4 16,2 1-5-16,-1-1-24 0,0 1 10 0,1 0-10 0,-2 0 18 0,0-1 7 0,1 0-4 0,-1-3-6 0,1 0 16 15,0-1-16-15,1 2 7 0,-1 1-6 0,1 1-10 0,-1 0-9 0,2 1 13 16,0 0-7-16,3 0 17 0,-1 1-3 0,0 2-8 0,1 1-2 15,1 1-2-15,-2 2 1 0,1 2 5 0,1 1-2 0,-2 0-1 0,1 1-3 32,1-5 5-32,0 2-3 0,0-2 5 0,0 3 2 0,2 1-8 15,-1-3-13-15,3 1 19 0,0 0-16 0,1 1 19 0,0 0 4 16,1 0-7-16,-1 0-18 0,1-1 16 0,-1 1-16 0,0 0 25 0,1 0-7 16,0 2-5-16,3-2-17 0,-2 3 14 0,3 2-10 0,-1-1 22 15,0 4-2-15,0 1-8 0,1 1-17 0,-1 4 18 0,0 2-14 16,2 3 19-16,-4 1 1 0,-1 1-11 0,-1 3 1 0,-3 2 7 15,-2 2-5-15,-1 2 5 0,-3-1 1 0,-2 2-2 0,-1 0-14 0,0-4 12 16,-3-1-10-16,0 0 19 0,1-4 0 0,-1 4-7 0,-1-1-12 16,2-3 14-16,-1 0-11 0,2-2 19 0,0-3-6 0,2-2-10 0,-1 0 4 15,2-1 1-15,0-3 3 0,-1-1 1 0,2-1-1 0,0 0-4 16,0 0 0-16,0 0 0 0,0 0 0 0,0-1 7 0,2-1 2 16,-1-2 0-16,1 0-7 0,0-1 0 0,0 1-1 0,2-1 9 15,-1 2-5-15,0 1 2 0,0-1-7 0,-1 2 1 0,0 0 0 16,0 1 4-16,0 0 1 0,-1 1-2 0,0 0-8 0,-1-1 9 0,1 1-6 15,-1 2 15-15,1 0-3 0,-1-1-5 0,0 3-6 16,-1 0 7-16,0 1-5 0,-1 0 4 0,-1-1 0 0,1 1-6 0,-1 0-9 16,-1 0 16-16,1 0-12 0,-1-2 21 0,0 1-4 0,0-3-9 15,0 1-3-15,0 0 4 0,-1 0-1 0,0-2 6 0,-2 1-1 16,-1 2-4-16,0-2-4 0,-2 0 7 0,1-1-7 0,-1 2 2 0,0-2 1 16,1 0-4-16,0 1-14 0,0-1 15 0,1 2-13 0,-1-2 13 15,2 0-9-15,2 0-15 0,-1 1-84 0,2-1-1 0,0 0-24 16,1 1-85-16,-2-1-63 0,3 0-57 0,3 0-38 0,3 2 176 15</inkml:trace>
  <inkml:trace contextRef="#ctx0" brushRef="#br0" timeOffset="75095.45">2106 15012 13 0,'-4'3'14'0,"1"1"-4"0,-2-2-1 0,1 2-5 0,0-1-8 0,0-2-3 0,-2 3-8 0,1-2 5 0,-1 1-3 0</inkml:trace>
  <inkml:trace contextRef="#ctx0" brushRef="#br0" timeOffset="75463.51">1973 15046 16 0,'-7'-2'5'0,"-1"2"41"15,3 2-1-15,-1-2 0 0,-1 1 1 0,3 0 2 16,1 0-4-16,-2 2 17 0,3-2 3 16,0 0-8-16,-2 1-15 0,1 0 32 0,1 0-36 0,-3 0 25 0,2-1-8 15,1 1-17-15,-2 0 4 0,1 0 14 0,1-1-5 0,-1 0 28 0,2-1-7 0,0 0-13 0,0 1-11 16,0-1 12-16,1 0-12 15,-1 0 12-15,1 0-15 0,0 0-11 0,0 0-4 0,0 0-2 16,0 0 4-16,2-3 2 0,-1 0-1 0,1 0-5 0,1 1-5 0,0-1 8 16,0-1-8-16,2 3 5 0,0-1-1 0,0-2-2 0,0 3-19 15,1-3 11-15,1 1-10 0,1 1 21 0,0-1-9 0,2 2-7 16,1-2-22-16,1 1 17 0,1 2-13 0,1-2 24 0,2 1-2 0,1 1-10 0,1 0-5 0,1 0-3 0,-1 1 2 16,0 1-2-16,0-1 3 0,-1 3 4 0,1 0-16 0,1 2 17 15,-3 0-15 1,1 2 23-16,-1 1-4 0,-3 1-9 0,0 2-8 0,-3-2 15 0,-1 0-9 15,-2 0 16-15,-2-1 1 0,0 0-13 0,-2 2-2 0,-2-1 11 16,-1 1-10-16,-1 1 11 0,-2-1-5 0,-3 0-6 0,-2 2 2 16,-1-1 6-16,-2 0-1 0,-4 1 9 0,0-2-4 0,-3-1-6 0,-4 1 1 15,2-1 6-15,-2-1-4 0,0-1 9 0,2-2-1 0,0-1-3 0,0-1-13 0,0-2 9 0,2-2-9 0,2 2 7 0,2-2-1 32,2 0-7-32,2 0-1 0,1-2 2 0,0 2-2 0,2 0 0 15,3 0 0-15,-1 0-2 0,2 0-8 0,1-1-1 0,1 0-5 16,-1 0-53-16,1-1-19 0,1 0-27 0,0-1-85 0,3-2-39 15,0 0-12-15,0-4 37 0</inkml:trace>
  <inkml:trace contextRef="#ctx0" brushRef="#br0" timeOffset="75880.73">2476 15103 1172 0,'-7'5'131'0,"1"0"44"0,-1 3-109 0,-1 2-17 0,2 1 0 0,1-1-17 0,0 1-5 0,3 0 18 0,0-4-21 0,1 0 35 15,1-2-14-15,0 1-9 0,2-3-26 0,1 1 10 0,2-1-10 16,-1-3 24-16,3 2-2 0,1-2-1 0,1-2-10 0,1 1 9 16,0-4-8-16,2 0 12 0,0-2-8 0,-1 1-10 0,0-3-25 15,0 1 19-15,1-1-16 0,-1 1 25 0,-1 0-3 0,-1-1-13 0,-1 1-10 16,-3 0 17-16,0 3-11 0,-3 2 26 0,-2-3-2 0,-1 3-9 0,-4 0 0 15,1-1 3-15,-4 2-4 0,-1-2 0 16,-2 0-7-16,-1 3-5 0,-2 1 0 0,-1 0 0 0,1 3 2 0,-1 1-7 0,1-1-10 16,0 1-9-16,2 0-57 0,2-3-23 0,1 0-11 0,2-1-153 15,3 0-92-15,2-2-69 0</inkml:trace>
  <inkml:trace contextRef="#ctx0" brushRef="#br0" timeOffset="77707.96">3743 13893 217 0,'-4'-1'195'0,"4"0"-101"0,-1-1 114 0,-2 1-112 0,1 0-21 0,-6 1-23 0,-2-1 32 0,0 1-12 0,-3 0-14 0,1 0-29 0,-2 0 4 0,1-2-14 16,-2 1 11-16,0 0-4 0,0-2-5 0,-1 2-23 0,1-2 24 0,-1 3-22 16,0 0 26-16,0 2-5 0,2-1-14 15,0-1 6-15,2-1 11 0,2 1-3 0,0 0 31 0,2 0-5 0,-1 0-5 0,2 0-26 0,2 0 21 16,0 0-21-16,1 0 13 0,1 0-2 16,1 0-14-16,1 0-14 0,1 1 4 0,-1-1-7 0,1 0 2 0,0 0-1 15,0 0-1-15,0 0-5 0,1 0 5 0,1 0-4 0,0 0 8 0,3 0 5 0,-1 0 4 16,3 0-14-16,0 0 8 0,1 0-10 0,1 0 6 15,1-1 5-15,1-1-4 0,3 1-2 0,0-1 9 0,2 0-10 0,0-2 5 16,-1 2 2-16,2-2-4 0,0 1 0 0,1-2-3 0,1 1 3 16,-1 1 8-16,-1-2-1 0,1 1 0 0,-2 0-18 0,-1 1 15 0,-2-1-13 15,-3 3 23-15,-7 0-3 16,-2 1-8-16,-1 0-12 0,-2 0 10 0,3 1-7 0,-1 0 30 0,0 2 1 0,0 0-1 0,-3 0-14 16,-2 3 12-16,5 0-12 0,-4 0 14 15,-1 1-9-15,-1 0-10 0,-9 1-8 0,-1-4 7 0,-2 1-4 0,0 0 14 0,-1 0 1 0,0 2-7 0,1 0-11 16,-1 0 15-1,2 0-13-15,1 0 16 0,2-1-1 0,2-1-6 0,-1 1-6 16,4-3 8-16,1 0-6 0,3-2 13 0,1 2-1 0,1-3-5 0,2 1-3 16,0-1 6-16,1 0-6 0,-1 0 0 0,1 0-2 0,0 0-4 15,0-3-7-15,1 1 3 0,1-2-5 0,1-2 8 0,2-1 0 0,0 0-1 0,3-1-7 16,1 0 5-16,0 1-5 0,1-2 12 0,-1 2-3 16,0 2-1-16,0 1-15 0,0 2 12 0,0 0-9 0,-1 2 17 0,-1-2-1 0,-1 1-7 0,-2-1-25 15,-2 2-10-15,1 2-7 0,-1 0-65 0,-1 1-23 0,1-1-17 0,-1 1-161 16,0 1-89-16,-1 5-21 0</inkml:trace>
  <inkml:trace contextRef="#ctx0" brushRef="#br0" timeOffset="78797.34">3624 13834 690 0,'0'0'192'0,"-5"-3"-128"0,1-3 70 0,-1 3-64 0,2 0 20 0,0-1-31 0,0 0 33 0,1 2-16 0,1-2-19 0,-1 0-26 0,1-1 20 0,-1 1-24 0,0-1 16 0,1 2-9 15,-1 0-15-15,0-1-6 0,-2 1 5 0,1 1-5 0,-2-1 7 16,1 2 0-16,-1 0-3 0,0 1-18 0,-2 0 16 0,1 0-17 16,0 1 15-16,0 1 1 0,0 4-8 0,0-3-11 0,0 4 7 15,2-1-8-15,-1 2 8 0,3-2-1 0,0 2-5 0,-1 2-11 0,2 0 15 16,1 1-10-16,0-1 18 0,0-2 2 0,2-3-9 0,1 0-14 16,1-3 14-16,1 1-13 0,1 0 12 0,2-5 4 0,1 2-8 0,1-2-6 15,2 0 15-15,0 1-10 0,1-4 15 0,1 0-1 0,-1-2-8 16,1 1-13-16,0 0 10 0,0-2-9 15,-1 2 21-15,0-2-4 0,-2 1-3 0,0 1-3 0,0 0 3 0,0-1-3 16,-2 0 0-16,-3 1 2 0,-2-1 3 0,-1 3-15 0,-3-1 19 0,0 1-15 16,0 0 28-16,-3 0-5 0,-1-1-14 0,0 0-17 15,-3 0 20-15,-2 1-15 0,-3 0 27 0,-1 2-6 0,-1 0-12 0,-2 2-1 16,-1 0-4-16,0 3 5 0,-1 3 1 0,3 1 2 0,-1-1-1 16,-1 4-7-16,1 1 10 0,0 0-9 0,1 1 9 0,1 2-7 15,2 0-8-15,1 3 3 0,1-1 3 0,1-2 3 0,1-2 12 0,1-3-3 0,3-3-6 16,-1 1-13-16,2 2 13 0,2-4-9 15,0-2 16-15,1 0-7 0,1-2-11 0,0 1 4 0,2-1 0 0,1-1 4 0,0-3 4 0,3-1 1 16,0 1 0-16,0-4-3 0,3 0 4 0,-1-1-3 0,4-1 3 16,-1 4-6-16,1-2-2 0,0-2-6 0,-1 2 4 0,1-4 1 15,-3 0 13-15,-1 1 1 0,-1 1-4 0,-2 1-11 0,-2 0 12 16,-1 2-10-16,-3 0 19 0,0 0-5 16,0 0-5-16,-1 1 2 0,-1 0-1 0,0 2 4 0,-2 1 4 0,0-1-2 15,0 2-1-15,0 1-21 0,-1 1 10 0,1 2-10 0,-2 1 13 16,1 2 1-16,-1 0-7 0,0 5-7 0,0-2 11 0,0 1-9 0,0 1 12 0,2 0-4 0,-1 0-1 15,2-1-9-15,1-1 5 16,1-2-3-16,1-1 8 0,1-3-1 0,1-1-3 0,1 0-8 0,3-1 9 16,0-1-5-16,0 0 21 0,2-1-5 0,0-2-6 0,2 0-6 15,0-2 3-15,2 1-4 0,-1-2 4 0,0 1-1 0,0-2-2 0,0 1-8 16,1 0 11-16,-1-1-5 0,-1 0 20 0,-1 1-7 0,-1 1-9 16,0-1-7-16,-3 1 6 0,2-2-3 0,-2 0 12 0,-3 2-3 0,0 0-2 0,-1-2-9 15,-1 2 9-15,0-1-4 0,-1 0 17 0,-1 3-2 0,0-4-10 16,-1 3-6-16,0 2 7 0,0-2-7 0,-1 1 8 0,1 3 0 0,-1 0 0 15,2 0-14-15,-1 0 9 0,-1 2-8 0,0 2 15 0,0-1-3 16,-2 5-6-16,0 0-13 0,0-1 15 0,-1 2-11 0,1 3 23 16,1-3-6-16,0 2-8 0,1-2-2 15,-1 0 5-15,2-1-1 0,-2 1 3 0,3-3-1 0,0 1-6 0,1 0-5 0,0-3 8 16,1 0-11-16,0-1-57 0,0-1-51 16,2 0-47-16,0-1-321 0,-1-1 304 0</inkml:trace>
  <inkml:trace contextRef="#ctx0" brushRef="#br0" timeOffset="80952.18">2843 17166 524 0,'-4'-2'146'0,"-2"1"204"0,2-2-281 0,-2 1-61 0,0 1-8 0,2 1 3 0,-1 0 1 0,1 0 0 0,1 1-7 0,-1 0 20 0,1-1-13 0,-1 1 44 16,3-1-3-16,-1 2 1 0,0-2-6 0,2 1-3 0,-1-1 1 15,0 1-14-15,1 1-1 0,0-1-10 0,1 3-6 0,1 0 15 0,0 2-15 16,3 2 19-16,0 1-6 0,1 0-4 0,2 1-10 0,2 3 1 16,-1-2 0-16,3 3 4 0,-2-2 0 0,0 1-8 0,1-3-4 15,-2-1 8-15,0 0-8 0,-2 0 3 0,1 2-2 0,-2-1 0 0,0-1-7 16,-1 2 8-16,1-2-3 0,-2-2 11 0,0-2 1 0,-2 1-9 16,-1-1-12-16,0-2 17 0,0 0-14 0,-1 1 25 0,0-2-3 15,-1 0-7-15,1-1-8 0,0-1 3 0,-1 1-2 0,1-1 11 16,0 0 0-16,0 0-8 0,-1-2-14 0,1 0 22 0,0-3-19 0,0 0 24 15,-1-2 0-15,1-1-6 0,-1-2-11 16,-1-1 4-16,2-1-6 0,-2-3 4 0,1 4 0 0,-1-1-3 0,1 0-2 16,0 4 3-16,1 0-2 0,0 1 5 0,1-1-3 0,0-2-3 0,0-1-13 15,0 1 19-15,0 1-12 0,0 2 25 0,2 0-4 0,-2-1-11 0,2-1-4 16,-1 1 2-16,1-1-1 0,0 0 3 0,-1 2 1 0,0 0-2 16,1 0-8-16,0 1 9 0,-1 1-5 0,1-1 15 0,-1 3 0 15,1-1-8-15,-1 1-15 0,1 1 19 0,0-1-16 0,-1 2 27 0,1 0-1 16,-1 1-8-16,1 0-19 0,-1 0 13 0,2 2-12 0,-1 1 20 15,2 1 1-15,-2 1-4 0,1 0-11 0,0 2 15 0,0 1-12 16,1 1 16-16,-2 0-3 0,-1-1-8 0,1 1-10 0,-1 0 8 0,-1-2-4 16,0 1 15-16,0-2-1 0,-1 1-8 0,1-1 2 15,-1-1 7-15,0 0-4 0,0 1 7 0,0-4 7 0,0 1 2 0,0-2-15 16,0-1 13-16,0 1-14 0,0-1 12 0,2 0-6 16,-1-1-10-16,2-2-2 0,0 0 4 0,1-3-2 0,1 0 11 15,0 0-2-15,0-1-4 0,2 1-10 0,-1-1 9 0,2 0-9 0,0-1 9 0,-1 3 0 16,1-1-6-16,0 0-1 0,1 3 5 0,-2-1-6 0,1 1 9 15,-2 1 1-15,1 2 4 0,0 0-10 0,0 0 6 0,-1 0-3 0,1 3 21 16,0 3 1-16,1 0-4 0,1 2-13 0,1 1 23 0,0 1-21 16,0 0 20-16,-2-1-6 0,-1 3-14 0,1-2-12 15,-3 1 6-15,-1 1-7 0,-3-2 9 0,1-1-4 0,0-4-2 0,5 2-13 16,2-2 8-16,-1 0-7 0,0 3 11 0,-2-1 0 16,1-2-6-16,0 0-53 0,0 2 9 0,-1-3-21 0,0 1-13 0,1 0-8 0,-2-1-13 0,0 0-51 15,-1-1 0-15,0 1-15 16,-1-2-64-16,0 0-27 0,0 1-34 0</inkml:trace>
  <inkml:trace contextRef="#ctx0" brushRef="#br0" timeOffset="81442.83">3643 17176 1176 0,'-14'-9'-146'0,"6"4"264"0,1 0-43 0,-1-3-53 0,1 0-14 0,-1 2-4 0,3-1 5 0,-1 2 3 0,1 0 0 0,1-1-1 0,-1 2-13 16,1-2 20-16,-2 2-15 0,2-1 26 0,-3 1-7 0,0-1-12 0,1 2-13 15,-3 1 9-15,0 0-6 16,-1 0 16-16,1 2 1 0,2 0-7 0,-1 0-12 0,1 1 24 0,-1 2-20 0,2 0 39 0,-1 1-5 15,0 1-10-15,2-1-14 0,0 1 6 0,1 0-8 0,0 1 2 16,2 1 0-16,0-2-6 0,-1 3-19 0,2-2 23 0,1 2-19 0,0-1 28 16,0-2-6-16,1 1-10 0,2-3 0 15,-1-2 4-15,1 0 1 0,1-1 15 0,0 0-2 0,2-1-4 0,-1 0-5 0,1-1 14 16,1-2-11-16,1 1 13 0,-2 0-4 0,2-2-6 0,0 1-8 16,2-2 7-16,-1 2-6 0,1-1 7 0,2 0 0 15,-2 0-9-15,0 1-16 0,2-1 20 0,-1 2-18 0,1-1 22 0,-1 2-1 0,0-1-8 0,0 2-15 16,2-2 13-16,-1 2-13 0,-1 1 17 0,-1 0 1 15,0 0-9-15,2 0-14 0,-1 2 14 0,0 0-13 0,0 2 21 16,-2-3-5-16,-1 3-5 0,0 0-15 0,-6-1 15 0,-1 3-8 0,0-1 26 16,-1-2-6-16,5 4-11 0,-1-2-11 0,0 1 10 0,-1 2-8 15,2-2 18-15,-3 1-4 0,1 1-10 0,0-3 0 0,0 0 5 0,-1 2-2 16,2-3-11-16,-1 1-2 0,-1-1-14 0,2 0-24 0,0-1 10 16,-1-1-15-16,3 1-13 0,-2-1-2 0,1-2-12 0,2 2-25 15,-2-2-23-15,2 0-3 0,0-2-180 0,0 2 191 0,0-6-35 0</inkml:trace>
  <inkml:trace contextRef="#ctx0" brushRef="#br0" timeOffset="81914.28">4010 16863 1605 0,'0'15'-276'0,"0"-8"493"0,-3 0-73 0,-1-1-99 0,0 0-45 0,0 5 2 0,2-1-6 0,0 3 14 0,1 0-2 0,1-2-2 0,0 1-20 0,2-2 14 0,0-1-12 0,2 1 22 0,0-4-4 0,1 2-7 0,0-4-4 16,2 1 2-16,-1-2-1 0,0-2 6 0,1 1 0 0,1 0-3 15,0-2-12-15,1 1 16 0,0-1-13 0,0-1 19 16,0-1-1-16,0 1-6 0,0-1-3 0,1 0-1 0,0 1 0 0,1-2 2 0,-2 2 3 16,-1 0-2-16,2 0-3 0,-2-1 1 0,0 2-5 0,1-1-4 31,-4 0 6-31,1-2 4 0,-3 1-6 0,0 0 4 0,-2-1-4 15,1-1 23-15,-2 1-8 0,0-1 1 0,0 0-10 0,0-1 3 16,0 2-1-16,-2-4 11 0,1 3-8 0,-2-2-6 0,1-1-6 0,0 1 9 16,-1-2-3-16,-1 1 6 0,2 0 1 0,-3 0-8 0,3-2-1 15,-2 0 6-15,-1 1-5 0,2 0 3 0,-2-1-3 0,2 2-5 0,-2-1-3 16,1 3 10-16,1 0-5 0,-2 3 14 0,2 1-5 0,1 1-8 16,-2 3-15-16,2 1 19 0,1 1-12 0,-1 2 30 0,0 2-10 15,1 0-11-15,-1 2 9 0,1-1-7 0,0 1 10 0,0 2-4 16,1-3 0-16,-1 2-1 0,1-1 5 0,2 1 7 0,0-2-6 0,1-1 5 15,2 0 3-15,1-1-1 0,-1-1-6 0,1 0 3 0,-1 1-6 16,3-1 1-16,1 0-1 0,1-1-6 0,2 0-17 0,-1 3 21 16,-1-3-17-16,0-3 27 0,0 1-5 0,-4-1-11 0,-1-3-16 15,2 0 1-15,0 0-8 0,7 0-24 0,1-1-10 0,2-1-12 0,1 0-62 16,0 0-27-16,-1-1-14 0,-1-1-247 0,0 1 256 0,0-2-53 16</inkml:trace>
  <inkml:trace contextRef="#ctx0" brushRef="#br0" timeOffset="138426.07">16723 14037 256 0,'-9'-13'41'0,"4"6"596"0,2 1-268 0,0-2 18 0,-1-1-348 0,1 2 15 0,1 0-25 0,0 1 36 15,1 0-5-15,1-2-9 0,1 1-22 0,1 4 18 0,0-1-22 0,0 0 17 16,0 3-6-16,2-1-14 0,-1 2-10 0,2 4 9 0,-1 1-8 15,2 2 14-15,-2 0-4 0,2 2-5 0,-2 2-12 0,2 1 14 16,-2 1-12-16,1 3 12 0,-1-4-4 0,0 2-12 0,0 3-13 0,1-2 17 16,-1 1-12-16,0 2 21 0,0-2-4 0,-1 2-14 0,2-1-14 15,-1-3 21-15,1 1-15 16,-1-2 24-16,1 0-5 0,-1-1-12 0,2-1 2 0,0 1-2 0,-1-2 2 16,1-1 3-16,-2 0-3 0,2-3-3 0,-2 1-9 0,0-4 12 15,-2 1-7-15,0-1 18 0,-1-1-3 0,1 0-7 0,-2-1-3 0,-2 0 1 0,1-1 0 0,0 2 5 16,-1-2-2-16,0 0-2 0,-1 0-16 0,0-2 14 15,-1 0-10-15,-1 0 27 0,-1-1-6 0,0 1-7 0,-2-3-12 0,-1 1 7 0,1-2-6 16,-2-1 15-16,0 2-1 0,-1-4-5 0,-1 3-6 0,0 0 5 16,-1-1-4-16,0 1 8 0,0 1 2 0,-1 1-5 0,3 3-9 15,0-1 7-15,0 2-8 0,0 2 10 0,0 3-1 0,6 0-5 16,-1 1-2-16,0 2 6 0,2-2-3 0,-7 2 3 0,2 1 5 0,1-1-3 16,2 1-6-16,2 0 10 0,0-2-9 0,1 1 7 0,1 0 2 15,-2 1-4-15,3 1-4 0,-1 0 6 16,-1 2-6-16,1-3 7 0,-1-2 0 0,2 2-3 0,-1 1-12 15,-1 6 15-15,2-1-10 0,-1 0 18 0,2-2-4 16,0 0-9-16,1-1-9 0,3-1 11 0,-1-1-7 0,4-2 16 0,-1-2-1 16,3 1-4-16,3-5-5 0,2 1 3 0,1-3-4 0,2-1 5 0,-5-2-1 0,-1-2-2 0,5-1-4 0,0-2 4 15,5-2-2 1,0-1 3-16,-2 0-10 0,-1-1-6 0,-3 0-66 0,-1-2-12 0,-3-1-12 0,-1 0-58 0,-1 1-14 0,-2 0-13 0,0 0-180 16,-1 4-29-16,1-2-47 15</inkml:trace>
  <inkml:trace contextRef="#ctx0" brushRef="#br0" timeOffset="138597.52">16955 14188 963 0,'7'10'-276'0,"-3"-2"503"0,0-1-77 0,-2 4-105 0,3-1-41 0,-1 0 6 0,2 0-10 0,0 1 13 0,0-4-3 0,1 0-6 0,-2-1-23 0,1-3 16 0,-2-1-25 0,2 1-74 0,0-2-37 0,-1-1-57 0</inkml:trace>
  <inkml:trace contextRef="#ctx0" brushRef="#br0" timeOffset="138771.86">17173 14055 1224 0,'0'-2'133'16,"-3"-2"-76"-16,-2-1-21 0,1 0-41 0,-1-2-65 0,2-2 0 0,1 0-2 0,0-2 11 16,2 2-1-16,0-2 14 0,2 1-15 0,-1-1 4 0,-1 1-8 15,1 0 14-15,-1 1 30 0,1 1-13 0,0 2 43 0,0 0-6 16,0-1-11-16,2 3-73 0,-1-2-18 0,1 2-13 0,1 0 29 16</inkml:trace>
  <inkml:trace contextRef="#ctx0" brushRef="#br0" timeOffset="138966.3">17208 13864 414 0,'-2'0'-202'0,"-4"0"454"0,-1 0-34 0,1 2-50 0,-2 1-55 15,1 3 40-15,-1-4-60 0,0 2 37 0,1 1-20 0,-1-3-30 0,0 7-39 16,3-1 15-16,1 2-18 0,0 2 20 0,0 0-5 0,-5 0-10 16,0 2-14-16,-1-1 20 0,2 1-17 0,1 0 24 0,3 3-11 15,-1-1-13-15,2 1 1 0,-1 2 12 0,2 2-4 0,2-2 10 16,-1 3-11-16,1-2-15 0,0 1-20 0,1-4 5 16,0 1-7-16,2 2 6 0,0-3-4 0,0 1-5 0,1-2-9 0,0-2 5 0,2 0-5 15,-1-3 2-15,2 0-5 0,1-4-9 0,0 2-22 0,1-1 12 16,1-3-13-16,-2 0-3 0,-4-3-27 0,1-1-21 0,0 0-68 15,0-1 19-15,3 1-21 0,-2-1-86 0,0 2-85 0,1-1-113 0</inkml:trace>
  <inkml:trace contextRef="#ctx0" brushRef="#br0" timeOffset="139309.98">17454 13701 1020 0,'-14'3'97'0,"-3"5"19"15,1-2 22-15,0 2-52 16,0 4-2-16,3-1-15 0,2 4-20 0,-1 3 2 0,3 1 12 0,3 3-11 0,-1 2 12 16,1-2-18-16,2 4-22 0,-1 0-14 0,2 5 2 0,-1 2-3 15,2-2 1-15,0-3-4 0,0-1-2 0,-1 0-13 0,1 0 10 0,1-1-6 16,1-3 18-16,0-4-3 0,2-1-8 0,1-2-25 0,-1 1-17 16,0-2-5-16,1-3-79 0,2-2-40 0,-1 0-22 0,3-2-231 15,-1 0 78-15,-1-2-77 0</inkml:trace>
  <inkml:trace contextRef="#ctx0" brushRef="#br0" timeOffset="139468.58">17171 14211 1037 0,'1'-1'296'16,"2"-1"-197"-16,2 1 101 0,0-2-101 0,1 3 20 16,2-1-49-16,5 0 41 0,0-2-8 0,2 2-18 0,1-2-23 0,-1 1 5 15,2-1-22-15,-1-1-6 0,1 1-8 0,2-2-11 0,4-1-17 0,0 0 4 0,3 0-6 16,0-2 7-16,0 2-6 0,0-2-5 0,1 1-1 0,-1-2-13 0,0 2 6 15,-1 0-75-15,-2 1-30 0,-9 0-31 0,-1-1-147 16,-3 2-113-16,0 1-10 0</inkml:trace>
  <inkml:trace contextRef="#ctx0" brushRef="#br0" timeOffset="139959.68">18106 14131 1066 0,'-2'7'255'0,"-1"-1"-200"0,-5 1 62 0,0 0-88 0,2 0 18 0,3 0-30 0,1 1 47 0,2-2-19 0,1 0-17 0,1 0-32 0,0-1 10 0,-1 0-12 0,1 0 21 16,0-2-6-16,0 1-7 0,0-2-44 0,1 0-24 0,-1-2-10 15,1 0-177-15,-1 0-68 0,2 0-71 0</inkml:trace>
  <inkml:trace contextRef="#ctx0" brushRef="#br0" timeOffset="140104.48">18070 13968 1803 0,'-1'-4'-268'0,"-6"5"556"0,1 0-97 0,-1 1-94 0,-2-1-69 16,2 1 1-16,1 1-7 0,0 0 9 0,1-1-9 0,1 1-11 15,-1-2-16-15,1 0 8 0,-1-1-8 0,2 0-4 0,1 0-24 16,0 0-22-16,2-2-93 0,0-1-48 0,2 1-12 0,1 0-304 16,2 1 306-16,0 4-51 0</inkml:trace>
  <inkml:trace contextRef="#ctx0" brushRef="#br0" timeOffset="140590.83">18198 14093 1182 0,'-3'0'119'0,"1"3"149"0,1-1-175 0,-1 3-27 0,1 0-37 0,2 2 6 16,1 0 4-16,0 2-3 0,-1 0 1 0,1 0-7 0,-1-1-9 16,2 1-11-16,-2-3 4 0,0 1-7 0,0-1 0 0,0-2-5 15,0 0-3-15,0-2 1 0,-1 1 4 16,0 1 1-16,0-2 4 0,-1 0-1 0,-1 0-6 0,-1 0-6 0,0 0 10 0,-1-1-6 15,0-1 18-15,2 0-1 0,-1 0-7 0,-1 0 26 0,2-1 4 16,1-1 3-16,0-2 3 0,1-1-7 0,2-2-9 0,2-1-21 0,0-2 12 16,3-1-12-16,2-3 12 0,2 1-1 0,3-3-5 0,-1 2-15 15,4 0 13-15,-3 1-12 0,3 1 27 0,0 3-7 0,0 0-6 0,0 2-5 16,1 2 6-16,0 1-4 0,0 3 10 16,0 1-3-16,-1 3-4 0,-1 2-21 0,-1 2 16 0,-2 2-15 0,0 0 20 0,-1 4-4 15,0 0-10-15,1 1-4 0,-3 1 3 0,1 1-3 0,-2-2 12 16,1 0-4-16,0-2-3 0,0 0-34 15,-2 0-6-15,1-2-9 0,-1 0-45 0,-1-1-24 0,0-1-19 0,-6-2-166 16,-1-1-141-16,2 2-11 0</inkml:trace>
  <inkml:trace contextRef="#ctx0" brushRef="#br0" timeOffset="141461.11">19239 14007 756 0,'-4'0'211'0,"0"0"-160"0,1 3 68 0,-3-1-92 0,1-2 10 0,-1 4-22 0,2-1 48 0,-1 1 3 0,3-3-11 0,0 3-1 0,-1-2 6 0,1 1-19 0,1 1-12 0,0 0-5 0,1-2-2 15,0 2-3-15,0 0-5 0,0 0 4 16,1-1-3-16,0 3-2 0,0-1-4 0,0 0-14 0,-1 0 16 0,2 1-14 0,-2-1 17 0,0 1-3 16,0-3-8-16,-2 3-5 0,2-3 1 0,-2 1-1 0,0-1 9 15,0 1 2 1,0-2-4-16,-1-1-4 0,2-1 12 0,-1 2-12 0,1-2 14 16,1 0 5-16,-1 0 5 0,1 0 4 0,-1-2 0 0,1 1 2 0,-2-1 11 15,1-2-2-15,1 1 3 0,-1-2-20 0,1 0 12 0,-1 0-13 0,1 0 10 0,-1 0-7 16,1-2-11-16,0 3-6 0,1-2 10 15,0 2-9-15,0-1 3 0,2 1 4 0,-1 0-7 0,0 0-3 0,1 1 9 0,1-1-11 0,-1 3 2 0,-1-1 1 0,2 2 0 16,-2 0-15-16,0 0 17 0,2 0-13 0,-2 2 16 0,1-2 0 16,2 1-13-16,-2 1-3 0,3 0 9 0,-2-1-7 0,1-1 10 15,-1 1-5-15,2-1-4 0,1 0-10 0,0 0 11 0,2-1-4 16,0 0 20-16,1-2-4 0,-1 1-11 0,2-2-9 0,0 1 8 0,0 1-7 16,0 2 15-1,-1 1-4-15,2 1-5 0,-2 4-10 0,1-1 12 0,-1 0-7 0,0 2 13 0,0 0 1 0,1-1-8 0,0-1-13 16,0 3 18-16,0-3-15 0,-1 0 23 0,0-1-3 0,-1 1-8 0,1-3-15 31,2 0 16-31,-1-1-12 0,0 1 19 0,0-2-2 0,2-2-10 16,0 0 1-16,2 1 3 0,0-3-2 0,0 0 2 0,-8 1-2 15,2-1-3-15,-3 2-4 0,2-1 8 0,5 1-3 0,-1-1 9 16,1-1-1-16,0 4-5 0,0-2-14 0,-1 1 13 0,-2-1-14 0,-1 2 19 16,-4-1 1-16,1 1-6 0,-2 0-10 0,0-1 16 0,-1 1-12 15,0 0 16-15,0 0 0 0,-1-2-11 0,-1 2-8 0,0 0 14 16,0-1-10-16,-1 0 14 0,0-2-2 0,-1-1-9 0,0 2-7 0,-1-2 12 15,-2-1-8-15,2-1 13 0,-1 0-3 0,-1 0-6 0,0 0-8 16,-1-2 9-16,1 0-4 0,-1 2 18 0,1 1-2 0,0 0-6 16,-2 1-8-16,0 2 3 0,0 1-3 0,0 0 2 0,1 1 0 15,1 2-3-15,-1 4-11 0,0 1 14 0,0 2-10 0,1 4 17 0,0-1 0 16,3 2-7-16,1 0-1 0,1 1 12 0,3-1-8 0,3 2 18 16,2-1-4-16,4-1-11 0,3 0-11 0,-1-2 7 0,3-3-6 15,-1 0 12-15,1-2 0 0,1-3-8 0,3 0-16 0,0-2 6 16,2-2-12-16,-1 0-23 0,-1 0-10 0,0-2-17 0,2-2-69 0,-1-1-2 15,1-1-22-15,2 0-95 0,-3 0-58 0,0 0-55 0</inkml:trace>
  <inkml:trace contextRef="#ctx0" brushRef="#br0" timeOffset="141729.98">20225 14002 540 0,'-15'3'341'0,"-1"2"89"0,-2-1-270 0,1 1-79 0,3-1-10 0,2-2-12 0,1 2-4 0,6-1 4 0,2 0-11 16,0 0 1-16,2 0-5 0,-5-3-11 0,3 1-15 0,-1-1 19 0,2 1-19 16,1-1 16-16,0 0-9 0,0 0-12 0,1 0-8 0,0 0 6 15,1 0-3-15,0 0 19 0,1 1-4 0,0-1-1 0,1 2 0 16,1-2 6-16,2 0-1 0,-1 1 15 0,-1-1-7 0,0 0-6 0,2 0-22 16,3 0 16-16,6 0-15 0,3 0 18 0,4 0-6 0,-1 0-9 15,2 0-9-15,-1 0 2 0,0 0-2 0,2 0 2 0,0 0 2 16,-2 0-1-16,3 0-10 0,0 0 5 0,-2 1-8 0,1 0 5 15,-4-1-14-15,-1 2-7 0,-2-1-65 0,-3-1-9 0,-1 1-14 0,-3-1-88 16,-2 0-44-16,-3 0-40 0,-1 2-228 0,-2 0 292 0</inkml:trace>
  <inkml:trace contextRef="#ctx0" brushRef="#br0" timeOffset="142030.45">20710 14014 1452 0,'-10'-7'-225'0,"5"5"425"0,-1-1-67 0,2 1-81 0,-1-1-18 0,2 2 30 0,0-1-12 0,1 1 69 16,1 0-21-16,1 0-18 0,0-1-37 0,0 1 10 0,2 0-13 16,2-2 15-16,1-1-3 0,2 1-6 0,3-1-34 0,0 0 19 15,1 1-22-15,3-1 14 0,-2 2-5 0,1 1-13 0,0 1-6 16,-1-2 15-16,1 2-11 0,0 2 20 0,0-1-3 0,-1 3-9 0,3 0-15 15,-1 2 7-15,1-1-8 0,0 3 3 0,0 1 2 0,-1 1-5 16,0 0 2-16,1 0 1 0,-1 1 0 0,1-2-2 0,-2 0-6 16,1-2-4-16,-2 1-40 0,1 0-1 0,-1-1-11 0,0-2-60 0,2 1-42 15,-2-4-40-15,2 2-425 16,-1-1 411-16</inkml:trace>
  <inkml:trace contextRef="#ctx0" brushRef="#br0" timeOffset="142633.66">21759 13639 1010 0,'-8'0'123'0,"-2"0"-24"0,2 0 14 0,2 0-54 0,-1 0 56 0,1 0-10 0,3 3-12 0,-2 1-14 0,3 1 8 0,1 0-21 0,0 4-3 0,1 0-18 16,1 0-14 0,1 2-13-16,3 0 5 0,-2 3-5 0,3 0 8 0,-1 2-5 0,2 0-4 0,3 0-26 0,0-1 18 0,2 0-16 0,-1-2 19 15,-1 0 2-15,0-2-11 0,0-2-12 0,-1 0 17 0,0-3-15 16,-1-3 21-16,0 0-7 0,-4-4-7 0,1 1 2 0,-3 0 3 15,-1-2 2-15,0 4 12 0,-1-4 4 0,0-1 1 16,-1-3-6-16,1 0 22 0,-1-2-17 0,0-1 27 0,1-1-9 0,0 1-11 0,0 0-17 31,2-1 8-31,1 0-9 0,1-1 12 0,0 1-5 0,1 0-7 0,2 0-8 16,-2 1 0-16,3 1-2 0,-1 0 2 0,0 5 3 0,-1-1 1 16,1 2-14-16,-3 2 9 0,1 0-9 0,-2 0 16 0,1 2 0 15,-2 2-3-15,0-1-15 0,0 5 17 0,2 0-14 0,-2 1 23 16,0 0-3-16,1 1-10 0,0 1-5 0,-1-2 2 0,2 0-2 15,0-1 5-15,1-3-1 0,-1 2-3 0,2 0-7 0,0-2 6 0,1 1-4 16,2-1 7-16,0-2-4 0,1 0-10 0,0 1-23 0,0-2-8 16,2-2-1-16,0 2-24 0,0-2-5 0,0 0-3 0,-1 0-41 15,-1 0-22-15,-6 0-1 0,1-2-117 0,-1 1-79 0,1-3-55 16</inkml:trace>
  <inkml:trace contextRef="#ctx0" brushRef="#br0" timeOffset="142926.59">22263 13769 861 0,'-1'0'98'0,"1"-1"-39"0,0 0-13 16,0-2-27-16,2-1-5 0,1 0 3 0,0-1-2 0,2 0-10 16,-1-3 13-16,2 3-17 0,-2-2 3 0,1-1 1 0,-1 0-2 0,1 1-6 15,-2 1 25-15,0 1-18 0,1-1 79 0,-1 3-4 16,-1 0-10-16,0-1-10 0,-2 2 24 0,0 2-29 0,0 0 31 15,-3 0-22-15,2 2-18 0,-2 3-11 0,-1 0 6 0,1 1-6 16,0 3 9-16,-1 2-3 0,1-1-12 0,1 3-14 16,1-1 19-16,-1 0-22 0,2 1 23 0,0-2-8 15,2-1-15-15,1-1-21 0,0-1 14 0,2-3-16 0,-1 2 15 16,1-5-10-16,-1 3-13 0,1-2-34 0,0-1-8 0,0 2-5 0,-2-2-41 0,2 0-13 16,-1 1-14-16,0-1-65 0,-1-1-55 15,0 3 9-15,0 0 41 0</inkml:trace>
  <inkml:trace contextRef="#ctx0" brushRef="#br0" timeOffset="143408.74">22289 13799 598 0,'0'-2'236'0,"0"0"-63"0,0 0-40 0,2 0-77 0,2-3-29 0,-1 1-2 0,2-2-4 0,0-1-21 0,0 2 16 0,-1-3-16 0,2 1 18 16,-2-2 2-16,1 1-12 0,0-1-23 0,0 0 35 0,-1 1-29 15,2 1 56-15,-3 0 2 0,2 0-5 0,-3 2-18 16,2-1 26-16,-2 1-21 0,-2 1 40 0,0 2-2 0,0 1-11 0,-2-2-21 0,-2 2 19 16,1 1-22-16,-2 0-1 0,0 0-5 0,-2 0-14 0,0 2-21 15,-1 1 15-15,1-1-13 0,-1 2 27 0,-1 1-3 0,1-1-6 0,-1 3-4 16,1-1 19-16,1 0-11 0,0 2 28 0,2 0-6 0,0 2-10 15,1 3-4-15,-1 0 16 0,3 3-10 0,0 0 17 0,2-1-11 16,0 0-14-16,1 2-15 0,2-2 4 0,2 1-4 0,0-2 0 16,2-6-1-16,0-1-7 0,2-2-2 0,1 0-2 15,1 2-1-15,1-1-13 0,0-3-6 0,-1-1-6 0,3-2-38 0,1 0 0 0,1-1-10 16,-1-1-39-16,-3-2-29 0,-1-1-27 16,2 1-269-16,-2 0 280 0</inkml:trace>
  <inkml:trace contextRef="#ctx0" brushRef="#br0" timeOffset="143612.04">22704 13855 1540 0,'0'6'-105'16,"1"-4"188"-16,-1-2-29 0,1 0-41 0,-1 0-26 0,0 0 15 0,0-3-14 0,1 0 8 15,-1-2-17-15,0 0-19 0,1-2-8 0,-1-1 3 0,1 0 4 16,0-1 12-16,-1 0-19 15,0-1-16-15,1-2-91 0,-3-2 15 0,1 2-23 0,-1-4 61 0,0 3 9 0,-2 1 14 0,-1 0-41 16,-1 3 70-16</inkml:trace>
  <inkml:trace contextRef="#ctx0" brushRef="#br0" timeOffset="144185.13">23052 13656 506 0,'-9'-1'130'0,"-1"0"205"0,-2-2-211 0,1 1-11 15,-1 0-40-15,-2 0 15 0,0 1 25 0,-1 1-30 0,-2 0 14 16,2 1-16-16,0 1-30 0,-1 2-13 0,0 1 10 0,1 4-19 0,0-1 3 16,2 1-4-16,0 0-5 0,2 1-9 0,1 1 4 0,1 1-5 15,1 1 1-15,3-1-2 0,0-3-6 0,3 0-9 0,1 0 1 16,2-3-4-16,2-1 6 0,3 0 5 0,2-4 5 0,2 1-11 15,1-2-1-15,1 0-3 0,3-4 11 0,1 0-3 0,0-2 2 0,2-1-15 16,-1 0 14-16,0-1-12 0,1 0 17 0,-1 1 1 16,0-2-7-16,-1 1-3 0,-4 0 2 0,0 1-2 0,-3-2 17 0,-1 2 0 15,0 1 2-15,0-1 8 0,-3 0 3 0,0-1-1 0,-2 2 3 0,-2-1-4 16,1 2-4-16,-2 1-11 0,0 0 5 0,0 3-6 0,0 0 15 0,-2 1-5 16,1 0-1-16,-1 2-12 0,0 3 1 0,0 1-1 0,-2 0 8 15,2 3 1-15,1-1-3 0,1 1 6 0,1 1 5 0,2 0-3 16,2 2 3-16,0 0-6 0,3 1-3 0,1 3-16 15,1-1 7-15,0 3-7 0,-5 0 7 0,-2 0-1 0,2 1-4 0,-2 1-10 0,5-3 10 16,1 1-9-16,-2 0 14 0,2 1-18 0,-4 2-12 0,2-1-34 16,0-1 22-16,-3-3-12 0,0-1 57 0,-3-3-1 0,-3-1-9 0,-4 2-31 15,-2-3 17-15,-2 2-19 0,0-3 34 0,-1 0-1 0,-1 0-3 16,0-2-38-16,5 1 7 0,-1 0-16 16,1-5-14-16,-1 3-28 0,-6-4-22 0,1-1-155 0,-1 1-105 15,4-2 12-15,1-3 39 0</inkml:trace>
  <inkml:trace contextRef="#ctx0" brushRef="#br0" timeOffset="144508.88">23365 13569 801 0,'-1'-1'163'0,"0"1"266"0,-3 1-282 0,1 2-32 0,0 1-53 0,-2 3-30 0,2 0 5 0,-3 2-17 0,1 2 7 0,-2 1-6 0,0 2-5 0,-1 0-16 0,3 1 19 0,-2-3-17 16,2-1 23-16,1 0-2 0,0-2-7 0,2 0-2 0,0 0 4 0,1-2-5 16,0 0 2-16,1-2 2 0,0-1-4 0,-1-3 9 15,1 0 10-15,0-1-6 0,0 0 10 16,0-2-3-16,0 0-3 0,1-1-14 0,1-3 8 0,1 1-8 16,1 0 24-16,0-1-1 0,1 2 2 0,0-1-28 0,2 1 16 0,1 0-19 0,0 2 12 15,0 2-4-15,-2 0-13 0,1 0 1 0,-1 2 9 0,-1 2-7 0,2 1 2 0,0 1-3 16,0 2-7-16,2 2 0 0,0 1 0 0,0-1 2 15,-1 1 4-15,0 1-4 0,-1-1-3 0,1 1-10 16,0-2-3-16,1-1-2 0,-1-2-27 0,2-1-14 0,-1-1-16 0,2-1-78 0,0-3-14 0,-2-1-22 16,-1-1-194-16,1-3-74 0,0 2-95 0</inkml:trace>
  <inkml:trace contextRef="#ctx0" brushRef="#br0" timeOffset="144727.63">23829 13495 1235 0,'-4'1'112'0,"1"2"64"0,0 0-51 0,-1-1-25 0,2 5-32 0,0 0 3 0,2 2 21 0,0 1-11 0,0 4 30 16,3 1-19-16,3 1-17 0,0 2-28 0,3 3-1 0,2 3-7 16,0-2-20-16,0-1-8 15,0-1-8-15,2-2-33 0,-1-2-1 0,0 0-9 0,0-2-30 16,-2-3-16-16,0-1-17 0,-1-1-105 0,-3 0-69 0,-1-1-8 15,-3 1-2-15</inkml:trace>
  <inkml:trace contextRef="#ctx0" brushRef="#br0" timeOffset="144870.75">23706 13720 1524 0,'9'3'155'0,"4"1"1"0,1 0-82 0,4 2 6 0,4 1 16 0,-1-1-23 0,6 2-18 16,-1-3-12-16,2-1-24 0,2 1-19 0,2-1 8 0,-1-3-14 15,4-1-20 1,-2-1-22-16,0-1-24 0,-6-2-58 0,0 1-16 0,-1-3-6 0,-3 1-124 0,3-1-59 0,-5 0-61 0</inkml:trace>
  <inkml:trace contextRef="#ctx0" brushRef="#br0" timeOffset="145212.06">22618 13452 1528 0,'1'0'333'16,"-1"1"-279"-16,-1-1 53 0,0 2-88 0,-1 1 5 0,-2 2-26 15,1 2 12-15,-3-2-1 0,1 1-8 0,4-2-9 0,-2 0-6 16,0 0-4-16,1 1-35 0,-5-1-18 0,2 2-14 0,0-1-140 15,3 1-148-15,2 0-2 0</inkml:trace>
  <inkml:trace contextRef="#ctx0" brushRef="#br0" timeOffset="148399.91">25185 13491 773 0,'-8'0'205'0,"-2"2"-64"0,0-2-37 0,-1 1-48 0,0 3 18 0,1-3-3 0,-1 0-10 0,1 1-16 0,-1-1 8 0,2-1-21 0,-1 1-9 16,2-1-6-16,4-1-8 0,-1 0-15 0,-2 1 14 0,2 0-10 0,-6-2 23 0,1 2-3 0,1 0-7 0,-2 0-6 15,2 2 12-15,0-1-9 0,-1 1 13 0,3 2-2 0,-1 0-5 0,0 2 0 0,1 0 5 16,-1 0-2-16,1 0 4 0,1 3-3 0,1-2-10 0,1 0-14 31,-1 2 14-31,3 0-13 0,0 2 14 0,2-2-5 0,0 1-8 0,0 0-4 16,2 2 7-16,2-2-2 0,1 1 14 0,-1 0-3 0,2-1-5 16,2 0-7-16,0-4 6 0,0 0-6 0,2-1 3 0,1-1 4 15,0-3 0-15,3 1-15 0,-1 0 12 0,3-2-11 0,1 0 18 16,-2-2 0-16,-4 0-8 0,-2 1-4 0,1-3 8 0,0-1-6 0,7 1 1 15,1-3-3-15,1-2-6 0,0 0-27 0,-1 0 10 0,-1 0-14 16,-2 3-11-16,-1 0-5 0,-3 1-14 0,-2 1-53 0,0 0 1 16,-2 3-16-16,-2 1-13 0,0 0 11 0,-2 2 2 0,-2 1 13 0,-1 1 12 15,0-3 4-15,0 1 78 0,0 2 16 0,0-2 14 0,3 1 15 16,-2 2 15-16,1-2-7 0,1 1 13 0,1 0-10 0,-1 0-5 0,2-2-9 16,-1 1-6-16,0-2 9 0,1 2 8 0,-1-3 4 0,0 1-2 15,0-1 9-15,1 0 21 0,-2-1-13 0,1-1 36 0,-1-2 2 16,0 2 1-16,0-3 28 0,-1 0 23 0,-2-1-9 0,1-1 22 15,-1 0-18-15,0 0-23 0,0-1-34 0,0-1 12 0,0-1-18 0,-1 1 0 16,0 0-8-16,-2 0-10 0,0 1-25 0,-1 1 10 0,-2 3-14 16,-1-1 3-16,-1 5-3 0,-2-2-7 0,0 2-5 0,-1 2-2 15,0 0 0-15,1 2-6 0,1-1-17 0,1 2-8 0,1-1-58 16,0-3-24-16,3 1-2 0,0-2-118 0,4 0-47 0,0-1-44 16</inkml:trace>
  <inkml:trace contextRef="#ctx0" brushRef="#br0" timeOffset="148985.7">25527 13504 916 0,'-13'0'-95'0,"8"0"192"0,0 3-17 0,1-1-33 0,0 0 11 0,0 1 35 0,-1 1-30 0,1 0 53 0,0 2-24 0,3-2-26 0,0 1-3 0,1 1-4 15,0-1-2-15,2-2-8 0,1 3-6 0,1-1-8 0,0 0-5 16,0 1 6-16,2-2-11 0,-1 1 0 0,3-1-7 0,0 0-5 0,1-2-15 15,-1 1 9-15,-3-2-10 0,2 2 7 0,-2-2 2 0,-1-1-8 0,0 0-9 16,-3 0 20-16,0 0-18 0,-1 0 30 16,0-1-1-16,0 0-11 0,-2-2-23 0,0 2 22 0,0-1-22 0,0 0 38 15,0-1-7-15,-1-1-11 0,1 2-6 0,0-2 7 0,1 2-5 16,0-2 18-16,0 0-2 0,-1-1-1 0,2 0-3 0,0-1 4 16,3 3-3-16,-1-2-1 0,2-1 1 0,0 3-7 0,-1-3-11 15,1 4 16-15,-1-1-14 0,0 1 15 0,1 2-5 0,-5 0-11 0,-2 0-5 16,2 1 11-16,0 3-5 0,3-2 18 0,3 4-7 0,-2-3-7 0,2 3-9 15,0-1 6-15,1 0-4 0,-1-1 8 0,1-1 2 0,0 1-4 16,0-2-8-16,1 0 6 0,-1-1-6 0,-1-1 15 0,0 0-3 16,-1 0-5-16,1 0-6 15,-3-1 8-15,2-1-4 0,-2 0 13 0,0 0-4 0,1-1-7 0,0 1-7 0,-1-1 6 0,1 0-3 0,1 1 18 16,-1 1-3 0,0-1-3-16,0 1-9 0,0 0 5 0,0 0-5 0,2 1 6 0,-1 0-4 15,1 2-4-15,0 1-10 0,1 2 15 0,0-1-10 0,-1 1 20 0,0 0-5 0,0-1-10 16,1 0-6-16,0-1 7 0,0 1-4 0,1-3 8 15,0 2 4-15,0-2-5 0,0-1-36 0,1 0 9 0,0-2-21 0,0-1-27 16,-1-2-11-16,1 0-21 0,1-1-35 0,-2-2-29 0,0 1-2 16,-1 1-203-16,-2-2 224 0,1 2-37 0</inkml:trace>
  <inkml:trace contextRef="#ctx0" brushRef="#br0" timeOffset="149461.51">26079 13458 894 0,'0'3'1107'0,"11"22"-1169"0,-4-9 137 0,-1-4 3 0,2 2-11 0,1 4 5 0,1-4 0 0,1 1-14 16,3-1-34-16,-1-2-7 0,-1 4-11 0,-1-2-6 0,-1 2 7 16,2 0-6-16,-2-2 15 0,0 1-5 0,-1-3-5 0,2 2-18 15,-1-1 13 1,1 2-11-16,0-3 21 0,-2-1-2 0,-2 1-9 0,0-1-28 0,-2-2 18 0,-3 0-18 0,-1-1 34 0,-1-3-5 0,-2 3-4 16,-2-3-20-1,0-1-2-15,-1 1-1 0,0-3 9 0,-1-1 6 0,1-1 4 0,-2 0-4 16,0-2 8-16,-1-3-6 0,-1 0 9 0,0-3 0 0,0-2 0 15,-2-2-9-15,-1-1 7 0,-1 1-5 0,-1-2 13 0,-3 1-2 0,0-1-1 16,-2 1-16-16,1-1 13 0,1 2-11 0,3 1 24 0,1-2-3 16,2 1-6-16,8 1-7 0,2-1 3 0,1 2-3 0,3 2 12 0,-2 2 3 0,1-2 3 0,4 3-11 15,-4-1 21-15,1-1-17 0,3 1 22 0,1 0-3 16,5-1-15-16,4 0 0 16,0-1 8-16,2 1-8 0,0 2 3 0,-2-2-2 0,-1 2-7 0,0-3-13 15,-2 0 14-15,-1 1-12 0,1-2 17 0,-1 2-2 16,2-1-10-16,0 0 2 0,1-1 0 0,-2 0 0 0,0 1 0 0,-2 1 0 15,0 1-1-15,1 4-14 0,0 0 13 0,-3 2-11 0,-1 2 23 16,-3 3-8-16,1 0-4 0,-3 2-16 0,0 4 7 0,0 0-5 16,-2 2 16-16,-1-1 0 0,-1 0-2 0,-3 1-8 0,0-1 11 0,-1-1-8 15,1-1 13-15,-3-1 0 0,0 2-7 0,0-2-3 0,-2 0 4 16,0-2-4-16,1 1 6 0,0-2 0 0,0-2-3 0,-1 1-18 16,0-3 15-16,0-1-16 0,-1-1 10 0,0 0-7 0,1-1-13 0,1-3-17 15,1-1-2-15,1-3-6 0,1 0-32 0,2 1-6 0,-1-4-9 16,2 0-49-16,2-1-10 0,0-1-4 0,3-1-69 0,3 4-29 15,2-1-41-15</inkml:trace>
  <inkml:trace contextRef="#ctx0" brushRef="#br0" timeOffset="149792.01">26680 13382 488 0,'-6'0'-43'0,"0"4"79"0,-1 0-14 0,-1-1-16 0,-2 2-14 0,0 0 8 0,0-2-7 0,-3 0 21 0,1 4 11 0,2-2-5 0,-1 6 46 0,2-2 32 0,4 2-19 0,3-2 30 15,0 0-16-15,0-3-17 0,-2 2-27 0,2-5 12 0,1 1-11 16,1-2 13-16,0-1-7 0,3 0-18 0,0-2-18 16,3 0 22-16,-3-3-21 0,0-3 11 0,0-2-2 0,1 0-13 0,7 0 6 15,0 0 18-15,-1 1-8 0,-1-3 26 0,-2 4-4 0,-1-2-13 0,0 2 7 16,-3 5 8-16,0 0-5 0,-1 2 7 0,-1 3-5 15,0-3-5-15,0 0-34 0,-1 1 18 0,1-2-20 0,0 0 22 0,1-1-9 16,-1 2-8-16,-1 2-18 0,0 2 16 0,2-1-11 0,-1 4 27 0,1-3-12 16,1 1-11-16,-1 0-9 0,2 0 11 0,0 0-8 0,0 0 15 15,1-2-6-15,-1-1-12 0,1 1-8 0,1-3 2 0,1-3-6 16,0-1-25-16,1-2-15 0,-2 0-21 0,1-2-70 0,0 0-30 0,1 1-7 16,0-1-181-16,1 4-31 0,0 0-61 0</inkml:trace>
  <inkml:trace contextRef="#ctx0" brushRef="#br0" timeOffset="150058.83">27071 13249 1317 0,'-16'17'-224'0,"9"-4"444"0,-2 0-46 16,0-1-73-16,-6 4-4 0,1 0 27 0,3 1-32 0,-2 4 17 15,3-7-22-15,0-2-30 0,1 4-27 0,3-6 8 0,0 2-19 16,1-1-3-16,3-3-5 0,1-2-10 0,0-3-26 0,1-2-13 16,1-1-3-16,1 0-41 0,3-3-6 0,-1-2-1 0,2-2-105 15,2-1-58-15,0 0-6 0,1-2 29 0</inkml:trace>
  <inkml:trace contextRef="#ctx0" brushRef="#br0" timeOffset="150235.57">27240 13281 1387 0,'-1'11'180'0,"0"0"40"15,-2 1-125-15,-1-1-41 0,0-1-3 0,-1 3-6 0,0-1 0 0,-2-1-4 16,0-2-1-16,-1-2-23 0,3-4-6 0,0 0-8 0,2-2-26 0,1-1 7 0,2 0-12 15,0-1 6-15,1-2 1 0,2 0-3 0,0-3-43 0,2-2 1 16,1-1-18-16,0-2-45 0,0 1-21 0,1 0-21 0,-2 0-195 16,2-2 222-16</inkml:trace>
  <inkml:trace contextRef="#ctx0" brushRef="#br0" timeOffset="150343.83">27255 13116 683 0,'-7'1'-73'0,"0"1"-49"0,-1 0-84 0</inkml:trace>
  <inkml:trace contextRef="#ctx0" brushRef="#br0" timeOffset="150772.2">27324 13267 227 0,'-5'3'158'16,"1"-1"-58"0,0 2 123-16,-1 1-157 0,2-1 31 0,-1 1-59 15,-1 0 19-15,1 2-13 0,-1-2-19 0,1 0-21 0,-1 0 18 0,3-1-15 0,0 1 33 0,-1-2-9 0,3 1-13 0,0-2-34 16,0 1 30-16,2-1-26 0,1 1 38 0,1-2 3 0,1-1-9 0,2-1 6 15,-2-3 10-15,2 0-7 0,1-1 5 0,-1 0-4 16,-1-2-11-16,2 1 19 0,-1 0 11 0,-1-2-3 0,-1 2 19 0,0-1 0 16,0 1-1-16,0-1-1 15,-1 1 11-15,0 0-12 0,-1 0-2 0,1 1-10 16,0 0-12-16,0 1-12 0,1 1 14 0,0-1-9 0,1 1 28 0,1 2-6 0,1 0-10 0,1 1-11 0,0 0 9 0,3 0-10 16,-1 1 3-16,2 1-4 0,0 2-7 0,0 0-5 0,3 1 8 31,-1 0-5-31,1 2 8 0,-3 0-7 0,-5 1-8 0,1 1-6 0,-1 0 6 15,0 1-4-15,6 1 7 0,1-3-5 0,-2 1-6 0,2 0-6 0,-3 2 0 0,-1-2 0 16,0 0-3-16,-5-3-9 0,1-1-10 0,1-1-37 16,-3-2 15-16,1-2-17 0,-1 0 15 0,-2-1-4 0,1-1-13 15,2-3-28-15,0-1-9 0,-1 0-5 0,3-3-38 0,-1 0-6 16,2 0-8-16,1 0-85 0,0 0-58 0,2 2 8 0,2-2 80 16</inkml:trace>
  <inkml:trace contextRef="#ctx0" brushRef="#br0" timeOffset="151105.25">27883 13302 352 0,'-13'8'136'0,"-1"2"-40"0,1-3-4 15,2 0-57-15,2-1 31 0,2-1-1 0,3-2-5 0,0-1 1 16,4-2-2-16,0 0-6 0,0 0 8 0,2 0 0 0,1-3 6 0,1 0-16 16,1-2 12-16,1 1-16 0,0 2 12 0,0-1 0 0,1 0-2 15,0 3-36-15,1 0 27 0,0 3-24 0,0 3 56 0,0 2-4 16,0 4-3-16,2 4-45 0,2 3 19 0,2-1-28 0,3 2 5 15,-1 1-6-15,5 4-11 0,2 2-140 0,3-2 53 0,-5-2-61 0,1-2 142 16,-1-5-24-16,1 1-6 0,5 0-145 0,-1 1 22 0,-4-1-36 16,-6 0 100-16,-1-3-42 0,-6 0 6 0,-3-2 166 0,-7 2 16 15,-8-3 75-15,-6 2 98 0,-4-1-45 0,-7-1-60 0,-5-1-58 16,-4 2 27-16,0-3-25 0,-1-1 42 0,0-2-17 0,0-3-18 0,-4-2-24 16,4-2 3-16,2-2-7 0,4-3-2 0,3-1-9 0,3-2-6 15,5-4-9-15,5 2 8 0,3-4-5 0,7 2 13 0,4 0-2 16,3 0-6-16,7 0-5 0,5 1 8 0,3-1-8 0,3-1-9 15,4 1-3-15,2 3-8 0,2 1-16 0,4 4 14 0,-1-1-13 0,3 3 15 16,0-1-22-16,-1-1-19 0,-4 0-168 0,-3-1-96 0,2 4-26 16,4-1-65-16</inkml:trace>
  <inkml:trace contextRef="#ctx0" brushRef="#br0" timeOffset="152121.7">17089 14869 622 0,'-11'-5'197'0,"-3"2"280"0,0-2-368 0,-3 0-62 0,0 0-26 0,-3-2 34 0,1 0-6 0,-4-1-14 0,-3-1-25 0,0 0 25 0,0 0-29 0,-1 0 61 0,3 2-13 0,2-2-2 0,0 2-35 16,1 3-5-16,0 2-3 0,-1 0 2 0,4 2 5 0,1 3 4 0,3 0-3 0,1 0 22 15,2 3-16 1,2-4 26-16,2 3-6 0,6 0-9 0,0 0-15 0,2 3 1 0,2 1-4 0,-3 1 2 16,0 2-8-16,0 3-4 0,2 1-11 0,0-2 5 0,3 4-4 0,-4 0 14 0,0 1-3 0,2 5-7 0,3 2-14 15,6-3 21-15,3 4-16 0,2-3 16 0,2-1 4 31,1 3-14-31,2-1-2 0,2 1-9 0,-2 2-1 0,3-1-24 0,-1-2 8 16,2 1 13-16,0 1-40 0,0-1 4 0,-1-3-13 0,-3-5 0 16,-2-4-5-16,-4 0-10 0,-1-2-51 0,-2 3-1 0,-4-1-24 15,-2-3-158-15,-3-1 194 0,-4 2-47 0</inkml:trace>
  <inkml:trace contextRef="#ctx0" brushRef="#br0" timeOffset="152511.9">16640 15408 1123 0,'2'4'223'0,"-1"1"-79"16,5-1-57-16,-1-3-40 0,2 1-32 0,2 0-7 0,0-2-8 15,3-3 8-15,3-1 15 0,1-5-6 0,1-2 16 0,-2-2-9 16,1-1-16-16,0-3-11 0,2 1 10 0,0-1-7 0,2-1 9 16,1 1 0-16,4-3-8 0,3 2-8 0,-1 0 11 0,2 2-7 0,0-1 11 15,-2 0 5-15,1 2-7 0,1 0-20 0,-2 0 23 0,-6 1-22 16,-5 2 26-16,0-1-3 0,-2 1-7 0,5 1-17 0,-1 0 16 15,-3 1-11-15,-2 1 28 0,-4 2-3 0,-4-2-14 0,0 2 3 16,-2 1 1-16,-2-1-1 0,-1 0-1 0,-1 3 2 0,-2-3 3 0,0 2-18 16,-3 0 16-16,-1 0-13 0,-1 1 28 0,-2 2-8 0,-1 2-11 15,-1 1-13-15,-1 2 13 0,2 3-8 0,1 2 30 0,0 1-5 16,0 3-6-16,0 1 1 0,-2 3 6 0,7 1-2 0,-1 3 9 0,2-2 0 16,0 1-7-16,-5 3-6 0,4-1 18 0,1 0-11 0,4 1 30 15,0-3-11-15,6 0-12 0,2-2-27 0,2-3 13 16,1-1-13-16,-2-3 13 0,0-3-5 0,2-1-7 0,4-4-16 0,6-1 14 15,2-3-10-15,0-2 20 0,0-2-3 0,-2-3-7 0,2 1-26 16,-2-1-11-16,3-1-2 0,-2 0-16 0,0 1 11 0,1-3 12 16,-3 1-54-16,0 0-9 0,-3-2-19 0,-1 3-113 0,-3-1-68 15,0-1-55-15</inkml:trace>
  <inkml:trace contextRef="#ctx0" brushRef="#br0" timeOffset="153227.08">17633 15092 473 0,'-1'2'106'0,"-1"1"194"0,0 1-201 0,1-2-16 0,0 2-29 0,4-1-3 0,-3-1 5 0,1 1-12 0,4-2-9 0,-9 0-8 0,4 0-12 0,0-1-15 16,-3 0 16-16,3 0-15 0,0 0 27 0,-1 0-4 0,0 0-3 0,3 0-20 15,-1-1 14-15,1 0-8 0,-2 0 61 0,-4-2-3 0,-3 1 7 0,-1 0-17 16,-1 0 16-16,0-1-16 0,0 1 2 0,0 0-12 0,1 0-17 0,0-1-2 0,2 1 4 16,-1-1-2-16,1 0 3 15,1 0-7-15,1 0-3 0,0-2-11 0,2 2 4 0,-1 0-4 0,2-3 7 0,0 4-4 0,0-3-5 16,0 2-14-16,1-1 14 0,-1 2-11 16,1-1 17-16,0 1-1 0,0 0-10 0,1 0-16 0,1 1 21 15,0-2-18-15,3 0 26 0,-1 2-1 0,3-1-11 0,0 2-7 16,1 0 5-16,0 0-6 0,3 0 5 0,1 0 0 0,2 3 0 0,3 3-5 15,-2-1 4-15,-5 0-4 0,2 2 84 0,-3 0-75 0,2-1 25 0,7 1-45 16,1-1-74-16,0-1 84 0,-2 0 9 0,0-2-2 16,-4-1-2-16,-1 1-9 0,1-3 9 0,-3 0-7 0,-2-1 22 15,0-2-7-15,-3 1-8 0,1 0-8 0,-2-2 13 0,0 1-7 16,-2-1 18-16,0-1-3 0,-1 0-8 0,-1-2-7 0,0-1 3 0,0 1-2 16,-1-1 10-16,1 3-2 0,-1-1-1 0,0-1 0 0,0 1 2 15,1-1 0-15,0 1 2 0,0 2-3 0,1-1-4 0,1 2-6 16,2 1 1-16,0 1-1 0,2 1 5 0,-1 0-1 0,2 2-1 0,0 2-4 15,1 2 4-15,1 2-1 0,1 2 4 0,1 1-1 0,-1-1-2 16,4 1-10-16,-1 1 11 0,2-2-6 0,0-2 11 0,1-1-1 16,1-1-5-16,2-1-7 0,2-1 9 0,2-3-6 0,-1 1-15 15,-6 0-12-15,-1-2-23 0,-2 0 36 0,-1-2 4 0,4 0 10 0,-2 1 5 16,-4-2-1-16,-2 0-2 0,-4 0-3 0,-2 0-3 0,-2-1 4 16,-1-1 9-16,-2 0-2 0,-3 0 2 0,1-2-5 0,-2 0 1 15,-1 0 0-15,0 1 3 0,1 0-5 0,0-2-3 0,-2-1-5 0,0 1 4 0,0 1 1 16,0 0 16-16,6 1-6 0,1 3-4 0,0 1-12 15,2 0 8-15,-5 2-5 0,0 0 11 0,1 3-1 16,0-1-7-16,1 1-2 0,-1 2 5 0,1 3-5 0,1 0 8 0,-2 0 1 0,3 1-3 0,-1 0-3 0,2-1 3 16,0 1-3-16,1-1 10 15,2-1-6-15,2 0-3 0,-1-1-5 0,2 1 14 0,1-4-5 16,0 1 22-16,1-1-6 0,0-1-11 0,-4-2-3 0,-2 0 2 16,2 0-2-16,1 0-1 0,5-2-3 0,2 1-2 0,3-3-6 0,2-1 8 15,0-1-5-15,-1 0 13 0,0-2-3 0,-1-1-5 0,0 0-24 16,2 2 2-16,0-1-7 0,-1 0-6 0,0 1-17 0,-1-1-12 0,1 0-82 15,1-1-31-15,0 0-11 0,-2-2-224 0,-1 1 247 0,-2-1-41 0</inkml:trace>
  <inkml:trace contextRef="#ctx0" brushRef="#br0" timeOffset="153447.33">18552 14548 1363 0,'1'1'-136'0,"1"3"286"0,2-1-38 0,1 4-49 0,3 3 0 0,1 2 32 0,2 0-27 0,1 6 41 0,-2 0-22 0,-3 1-29 16,-1 5-27-16,1-3 5 0,0 2-15 0,5 3 6 0,-1 1-5 15,1 1-6-15,-1 1-22 0,0 0 15 0,-1-1-13 0,0 0 15 16,-1-2 1-16,-3-1-10 0,-1-1-7 0,0-3 8 0,-2-2-9 0,1-2-8 16,-2-2-13-16,-1-2-16 0,0-2-37 0,0 0 13 0,-1-5-12 15,1 1 17-15,-1-4-20 0,0 0-19 0,2-2-63 0,-2-1-7 16,1-2-9-16,0-3-68 0,1-1-25 0,3-1-37 0</inkml:trace>
  <inkml:trace contextRef="#ctx0" brushRef="#br0" timeOffset="153760.81">18977 14974 907 0,'7'-1'216'0,"-1"1"-182"0,-2-4 50 0,3 0-82 15,-3 0 4-15,1-2-13 0,0-2 28 0,0-2-3 16,1-1-10-16,0 0-10 0,-2-1 12 0,-1 2-14 15,2 0 13-15,-3 1 0 0,2 0-1 0,-3 5 8 0,0-2 8 0,-1 1 0 16,0 0 34-16,-1-3-2 0,-3 0 0 0,1-1-19 0,-2 0 19 0,0 0-18 16,-2 2 13-16,0-1-9 0,1 2-16 0,-1-1-18 0,0 2 13 15,1 0-11-15,1 4 27 0,-1-2-10 0,2 3-7 0,-2 1-24 16,2 2 11-16,-1 2-9 0,1 1 21 0,-1 1 0 0,1 2-3 0,0 2 1 16,0 2 0-16,0 2 2 0,1 1 6 0,2 0 4 0,-1 0 2 15,2 2-1-15,0 2 6 0,1 1-8 0,1 2-9 16,1-4-2-16,2 0-2 0,1-2-15 0,-1-2 8 0,2-1-8 0,0-4 5 15,1 1 0-15,-1-4-6 0,2 0-17 0,1-3 6 16,2-2-10-16,-2-1-13 0,1-1-4 0,-2-2-9 0,2-2-25 0,0-2-1 16,1-2-8-16,0-1-31 0,-2-1-20 0,0 0-20 0,0 1-165 0,0-4-58 15,-3 3-35-15</inkml:trace>
  <inkml:trace contextRef="#ctx0" brushRef="#br0" timeOffset="154043.49">19436 14699 885 0,'-25'7'-133'0,"7"1"257"0,0 2-25 0,-1 0-46 16,-2 8 6-16,1-2 40 0,-1 2-34 0,-2 3 44 0,0 0-22 15,1-2-32-15,-2-2 4 0,5-3 0 0,3-1-3 16,4-2 12-16,3 3-3 0,5-2 1 0,0-1-23 0,5-2 20 0,3-1-16 0,2 0 24 16,5 1-11-16,3-2-18 0,6 1-13 15,1 0 14-15,3-2-11 0,0 2 6 0,-2-2-7 0,1 0-13 0,0 0-15 0,0 1 5 16,0 1-7-16,-1 0 5 0,-2-1-2 0,-3 1-3 0,-3 0-3 15,-2-1 3-15,-3 2-1 0,-4-2 9 0,-3-2-1 0,-2 3-2 0,-4-2-6 16,-3 0 5-16,-3 1-5 16,-2 0 11-16,-3 1-4 0,-2-1-5 0,-3-1-3 0,-1 0-5 0,-1-2 1 0,2-1-24 0,1-2-12 15,-1-2-8-15,2-3-86 0,-1-1-14 0,1 0-15 16,3-4-65-16,4 2-17 0,5 1-13 0,6-2-126 0,9 0 213 16</inkml:trace>
  <inkml:trace contextRef="#ctx0" brushRef="#br0" timeOffset="154443.8">20253 14516 729 0,'-1'2'334'0,"0"2"120"0,0 0-333 0,-1 3-49 0,1 1-5 0,1 1-12 0,0 1 7 0,1 1-2 0,1-1-7 0,1 3-27 0,2 1-6 0,2 2-12 0,-1 4-1 0,4 0 21 0,2 0-14 16,1 4 21-16,2-1-4 0,0 2-13 0,2 6-34 0,1 1 21 31,0-3-20-31,1-2 36 0,-1-2-7 0,-1-5-9 0,1 2-29 0,-2-2-2 16,-3-4-9-16,0-2-44 0,-3-1-21 0,-4-4-25 0,0-1-63 15,-4-1-37-15,-2 1 4 0,0-3-127 0,-2-1 195 0,-1 2-1 0</inkml:trace>
  <inkml:trace contextRef="#ctx0" brushRef="#br0" timeOffset="154794.12">20230 14974 815 0,'0'0'263'16,"1"0"81"-16,0-1-249 0,1-1-56 0,3-3 8 0,1 0-1 0,3-4 13 0,2-1 12 15,1-3-16-15,1-2 15 0,2-1-17 0,1 1-14 0,3 0-14 16,0 0 14-16,2 5-12 0,3 0 14 0,-1 2-1 0,2-1-7 16,1 0-1-16,0 6 14 0,0 0-11 0,-1 3 3 0,-1 3-7 15,-2 0-14-15,-6 4-11 0,-2-1 4 0,-1 2-5 0,-1 0 2 0,4-1-1 16,0 0-2-16,-2-1-14 0,-1 0 15 0,-4-4-12 0,-1-1 21 16,-3-1-5-16,0 0-11 0,-1 0-5 0,0 0 10 0,-1 0-6 15,-1 0 17-15,0-3 2 0,0 3-7 0,0-2-20 0,0-1 17 0,-1-1-16 16,1-2 25-16,-2 0-4 0,2-2-8 0,-1-1-8 0,0 0 9 15,0 0-4-15,0 0 18 0,-1-1 1 0,-1-2-7 0,-1 0-4 16,-4-1 13-16,-1-3-10 0,-3 1 13 0,0 1-8 0,-2-1-8 0,-3 2-8 16,-1-1-1-16,0 2 1 0,1 1 4 0,2 3-2 0,-1 2-2 15,1 0-12-15,-1 3 2 0,3 3-5 0,0 0-14 0,-3 2-8 16,-2 3-9-16,-6 3-17 0,1 1-10 0,0 1 1 0,2 0-52 16,5-1-21-16,0 3-21 0,3-2-193 0,3-2-29 15,6 0-50-15</inkml:trace>
  <inkml:trace contextRef="#ctx0" brushRef="#br0" timeOffset="155759.83">21538 14682 934 0,'-2'2'106'0,"-2"2"-14"0,1-2 20 0,1 1-57 0,-1 3 40 0,1-3-3 0,2 1-7 0,0 0-32 0,0 1 33 0,1 0-43 0,2 2 40 0,0 0-18 15,0 1-23-15,3 2-17 0,2 1 13 0,1 3-15 0,2 0 1 0,0 1 1 16,-1 2-13-16,2 1-7 0,-7-4 8 0,1 0-11 0,-1-3 4 16,-2-3-7-16,6 2-6 0,-3-1 8 0,1-1-7 0,1-2 10 15,-2-1-4-15,-2 1-3 0,-1-3 2 0,0 0-17 16,-3 0 14-16,0-2-10 0,-3 0 24 0,1-1-1 0,-1 0-4 0,-2 0-12 0,0-2 10 16,-2-1-6-16,1-1 14 0,1-4 1 0,-1 1-10 0,1-1-2 31,-1-2 6-31,-1 0-6 0,2-1 1 0,3-1 0 0,2 3 0 0,2-2-1 0,0-1 10 0,-3-1-5 0,-2-4 12 0,3 0-1 0,0 0-7 15,3-1-10 1,-1-2 12-16,1 2-9 0,1 1 27 0,-5 1-5 16,1 2-7-16,0-3-12 0,1 3 11 0,7 0-9 0,1 2 10 0,1 3-1 15,1 2-9-15,1 1 6 0,3 3 8 0,-1 1-4 0,0 0 14 16,-1 2-5-16,0 0-6 0,-1 4-13 0,0 0 4 0,2 2-4 16,0 3 5-16,-1 2-3 0,1 1-2 0,2 3-3 0,0 0-1 0,-2-2 1 15,2 2-2-15,-2-3 5 0,-2 0-1 0,2 1-19 0,-1-3 18 16,-2-1-18-16,-1 0 27 0,-2-2-6 0,-2-1-7 0,-1-1-13 15,-1-2 12-15,-2-2-9 0,-1 0 28 0,-1 1-1 0,0-2-7 0,0-2-5 16,0 0 9-16,0-1-8 0,0-4 5 0,0 0 2 0,0-3-6 16,1-2-4-16,2 2 6 0,0-1-6 0,0-2 9 0,3 1 0 15,-1 1-2-15,3-2-6 0,1 1 13 0,-1 2-9 0,1-1 15 16,0 2-4-16,0 1-8 0,2 0-12 0,3 5 6 0,-3-1-5 0,0 2 8 16,-1 2-3-16,-1 2-6 0,-1 3-3 0,-4 0 8 0,-2 4-5 15,1 2 13-15,1 2-5 0,6 0-4 0,1 2-8 0,1-1 3 16,1 1-3-16,0 1 9 0,-1-3 0 0,0 1-5 0,0-1-4 15,-1 1 4-15,-1-2-4 0,0-2 4 0,-1-1-3 0,0-2-4 0,-1 0-25 16,1-3 2-16,-1-2-11 0,0-2-31 0,0-2-7 0,-1-2-11 16,-1-3-46-16,1 0-19 0,-1-2-4 0,0 0-102 15,1 0-51-15,1-1-44 0</inkml:trace>
  <inkml:trace contextRef="#ctx0" brushRef="#br0" timeOffset="156092.55">22633 14583 942 0,'-2'-6'-195'0,"-2"2"388"0,0 3-62 0,-3 0-71 0,-3-1 2 0,1 2 11 0,2 0-5 0,-3 3 12 0,0 2-20 0,-4 0-18 0,-5 3-9 0,0 1-4 0,1 2 0 0,1 1-11 0,1 1-4 0,1-2-7 16,2 4-7-16,0 0 19 0,5-1-11 15,2 2 47-15,2-3-3 0,2 0-4 0,2-2-11 0,0 1 1 0,3-3-5 0,1-1-8 0,1-3-6 16,2-3-3-16,3 0-15 0,3-4 7 0,0-2-6 0,3-1 6 15,1-4 0-15,-1 0-3 0,3-2-6 0,1-1 7 16,-1 1-6-16,-1 1 7 0,-9-2 0 0,-2 0-5 0,1 2 9 0,-2 0 6 16,5 1-1-16,-1 1 12 0,-1 2 3 0,0 0 0 0,-1-1-30 0,0 5 18 15,-1-2-19-15,-3 2 18 0,1 1-4 0,-1 0-9 0,0 1-6 16,-1 1 4-16,-1 2-3 0,-1-1 5 0,0 2-5 0,1 0-7 16,-1 1-2-16,0 0 7 0,0-1-5 0,-1 1-3 15,1-4-4-15,0 2-11 0,1-2-30 0,2-1-9 0,0 0-5 0,3-2-33 0,1-2-12 16,2-1-4-16,0-3-66 0,2 0-48 0,-1-1 2 0,0-1 28 15</inkml:trace>
  <inkml:trace contextRef="#ctx0" brushRef="#br0" timeOffset="156519.12">22899 14151 1204 0,'-3'6'177'0,"-2"2"41"16,1 1-115-16,-1 2-32 0,2 2 17 0,0 2-11 0,2 3 12 15,1 0 27-15,0 1-37 0,3 4 8 0,-1 1-18 0,1 2-26 0,2 0-16 16,-1 2 14-16,1 2-14 0,0-1 9 0,0 2-8 16,-1-2-7-16,2-2-20 0,1-1 9 0,-1-3-8 0,2-1 13 0,0-3-4 15,0-3-9-15,1-2-20 0,1-1 15 16,1-4-16-16,2-1 9 0,-2 0-7 0,2-5-11 16,2 1-3-16,1-2 5 0,-1-2 0 0,0 0 11 0,0-4 1 15,-8-1-4-15,2-1-25 0,-1 0 15 0,1-2-14 0,5 1 42 16,1 0-1-16,1 0 1 0,1-1-13 0,-1 0 14 0,-2-1-10 15,1 0 21-15,-2 0-1 0,1 0-7 0,-2 2-12 0,1-2 6 0,-2 0-7 16,-1 0 16-16,-1 1-2 0,0 0 1 0,-2 0-12 0,-2-3 12 16,0 1-9-16,-3 1 16 0,-1-1-4 0,0 0-7 0,0 1-6 15,-3-3 13-15,0-1-9 0,-2 0 18 0,0 3-2 0,0-1-9 16,-2 2-1-16,-1 4 9 0,2 1-7 0,-1 3 9 0,0 1-5 0,0 3-4 0,1 2-9 0,-1 6 8 16,1 2-6-16,-1 1 17 0,1 1-7 15,0 3-6-15,1 1 2 0,0 2-1 0,1-2 4 0,1 0 3 16,-1-2-2-16,3-1-4 0,0 0-16 0,2-1 14 0,0-2-12 0,1-3 15 0,2-2-2 0,-1-3-6 0,3-3-12 15,1-2-6-15,2 0-1 0,1-2-34 0,4-5-12 0,-1 0-13 0,3-3-44 16,1-2-12-16,2-1-3 16,1 0-63-16,-1 4-7 0,-1-2-17 0,0-1-53 15,0 0-21-15,0 1-13 0</inkml:trace>
  <inkml:trace contextRef="#ctx0" brushRef="#br0" timeOffset="156727.96">23730 14288 363 0,'9'-7'152'0,"-2"3"42"0,-2 3 2 0,0 1-56 0,-3 3 17 0,-2 4-1 0,0 4-15 16,0 5-17-16,-3 3 48 0,-3 3-61 0,0 0 58 0,-1-2-35 15,-1 2-33 1,0 3-17-16,-2 0 4 0,0 1-6 0,-2-4-4 0,2 1-9 0,0-3-8 0,3 2-18 0,2 1 3 0,3-1-5 16,2 2-1-16,2-2-6 0,2-1-8 0,1 1-25 15,-2-1 11-15,2-1-12 0,-1-2 10 0,0-3-2 0,-1-2-4 0,0 0-4 0,-3-1 0 16,0-3-1-16,-1-4 0 0,-3-1-5 0,-1-4-3 0,-2 0-15 16,0-6-5-1,-1 1-2-15,-1-4-33 0,-1-2-8 0,-2-3-10 0,0-3-61 16,4-1-48-16,-3-2-10 0,-1 0-418 0,-6 0 385 0,-13-1-90 0</inkml:trace>
  <inkml:trace contextRef="#ctx0" brushRef="#br0" timeOffset="163088.7">7307 14596 434 0,'0'-5'79'0,"0"0"-38"0,0-1 7 0,0 2-39 0,0-1 41 0,0 2-3 0,-1 0-1 0,0 0 3 0,0 1-1 0,-1 0 3 0,0-1-3 0,1 1-8 0,-1 2-9 16,0-2-15-16,-1 1 8 0,1 0-9 0,0 1 3 0,0-1-9 0,-1 1-4 0,0 0 9 15,0-2-13-15,0 2 14 0,0 0-14 0,1 0 3 16,0 0 2-16,-2 2-2 0,2-2 6 0,0 1-5 0,-1 0 3 0,1 0-1 15,0 1-3-15,0-2-4 0,1 3 14 0,-2 0-10 0,1 0 12 16,0 2-4-16,0-1-12 0,-1 1-13 0,2 0 21 0,0 1-16 16,0 1 20-16,1-2-6 15,0 2-10-15,0 2-10 0,1 0 11 0,1-1-4 0,2-2 26 0,-1 1-2 0,0-1-9 0,1-1-16 0,0 0 20 16,1 1-18-16,2-3 16 16,-1 1-5-16,1 0-8 0,0-3-1 0,2 2 5 0,-1-2 0 15,1 0 10-15,0-1-2 0,0 0-8 0,-2 0-13 0,0 0 23 0,-1-2-18 0,-1 1 29 0,1-1-9 0,-2-1-13 16,1 0-1-16,-2 0 3 0,1-2 3 0,-2 1 24 0,0 1 3 15,-1-3-1-15,0 0-17 0,1-2 19 0,-1-1-19 0,0-1 23 16,-1 0-9-16,1 0-9 0,0-1-10 0,-1 3 3 0,1-1-2 0,0 1 6 16,-1 1 0-16,0 1-5 0,-1-2-15 0,0 3 19 15,-1 1-18-15,0-1 20 0,-3 1-5 0,1 2-9 0,-2-2 3 0,-2 2-6 16,-1 2 7-16,-1 0-1 0,-1 0 1 0,-4 0-3 16,-1 2-17-16,0 2 18 15,-1 0-17-15,1 1 26 0,1-1-2 0,6 2-7 0,-2-1-16 0,0 2 11 16,1 0-11-16,-7 0 16 0,4-1-1 0,0 1-7 0,4 1-13 0,3 1 20 0,1 0-14 0,2 2 23 0,0-2-2 15,2 1-8-15,1-2-15 0,0 0 11 0,4 0-9 0,0-3 21 16,1 2 0 0,1-1-8-16,3 0-3 0,3 0 10 0,1-1-10 0,3 0 12 0,-2-1-4 15,0 0 0-15,-4-3-14 0,-1 1 9 0,0 0-6 0,-1-1 20 0,4-1-3 0,0-3-6 0,1 2-9 0,-3-1 9 16,0-1-8-16,-2-1 14 0,-2 2-6 0,-2-1-4 0,-1-2-5 0,0 1 16 31,-1-2-9-31,-1-1 21 0,0 1-2 0,-1-1-17 0,0-2-12 16,-1 2 17-16,0-2-16 0,-1 0 16 0,-1 1-5 0,0 1-9 0,-1 0-1 15,-1-1 8-15,1 5-3 0,-1-3 4 0,2 5-1 0,-1-1-10 0,1-1-1 0,0 3 6 0,0 0-3 0,1 0 4 0,-1 1-2 32,0 1-7-32,0 1-8 0,1 1 16 0,0 0-10 0,2 1 15 15,-2 0 2-15,2-1-12 0,0 3-12 0,2-4 23 0,0 3-18 0,1-1 25 16,1-1-8-16,0-2-12 0,2 2-4 0,0-1 6 0,1-2-1 16,1 0 16-16,0 0-4 0,-1 1-5 0,-1-2-10 0,-1 0 8 15,0-2-4-15,1 1 14 0,0-1-7 0,-1-1-5 0,1-3-1 0,0 0 2 16,-2 0 3-16,-1 0 13 0,0-3-7 0,-1 1-4 0,0 0-10 15,-1 1 7-15,-1-2-4 0,0 1 13 0,0 0 1 0,-1-1-4 16,-1 0-13-16,-1 0 5 0,-1 0-7 0,0 1 12 0,-1 1 0 16,1 1-1-16,-2 1-16 0,-1 2 16 0,2 0-13 0,-1 1 20 0,1 2-7 15,-2 0-9-15,-1 2-5 0,-1 2 8 0,-1 0-4 16,-3 1 16-16,2 2-5 0,0-1-7 0,0 2-12 0,1 1 7 16,1-2-6-16,1 1 14 0,2-2 2 0,2 0-2 0,0-4-6 0,3 1 10 15,6-2-9-15,-1 0 9 0,-3-1 1 0,2 2-7 0,-6-2 0 0,2 0 9 16,6 0-5-16,-1-2 13 0,1 1-6 0,0-2-7 0,1 1-5 15,0-1 12-15,-1-1-8 0,0 1 18 0,0-1-7 0,2 0-7 0,-1 0-9 16,0-1 5-16,0 2-3 0,0-2 8 0,-1 1 3 0,0-1-7 16,0 2-12-16,0 0 11 0,-2 0-11 0,-2 1 21 0,-1 2-4 15,1 0-6-15,-1 0-3 0,0 1-1 0,0 2 0 0,-1 1 3 16,-2 2-1-16,0 2-2 0,-3-1-9 0,-1 2 8 0,2-1-3 16,-2 1 24-16,0-1-6 0,1-1-7 0,1 1-18 0,0-2 16 0,1-1-13 15,2 1 21-15,1-3 0 0,1 1-6 0,0-1-18 0,3 1 9 16,0-4-12-16,2 2 2 0,0-2-28 0,3 0-22 0,2-1-175 15,2 0-101-15,1-2-21 0</inkml:trace>
  <inkml:trace contextRef="#ctx0" brushRef="#br0" timeOffset="166089.86">6995 13674 217 0,'0'-3'142'0,"-4"-3"-83"0,2-1 75 0,-1 0-90 0,1 2-15 0,-1 0-16 0,2 1 23 0,1 0-5 0,-1 1-2 0,1 0-12 0,0 0-4 0,1 0 2 0,0 1-2 0,0 0-3 0,1-1-4 16,0 2-6-16,-1-2 6 0,1 3-7 0,-1-1 3 0,2 0-1 0,-2 0-3 0,0-2-13 16,1 2 15-16,-1-1-8 0,0 2 23 0,-1 0 0 0,0 0-14 15,1-1-1-15,-1 1 17 0,0 0-14 0,0 0 28 16,0 0-8-16,0 0-5 0,0 0 0 0,0 0 1 0,-3 1 2 0,0 1-3 0,-1 0-3 16,-1 2-8-16,0-1-15 0,0 3 19 15,-3-1-15-15,-1 2 22 0,-3 2-10 0,0-1-11 0,0 1 7 0,-1 0-9 0,1 0 12 0,-1 2-2 16,0-4 1-16,0 1 1 0,-2 1-21 15,-1 0 30-15,1 0-24 0,-1 1 39 0,1-1-1 0,2 0-11 16,2 0-19-16,-1 0 17 0,1 0-14 0,8 0 32 0,0-3-5 16,-1 1-12-16,3 0-22 0,-6 1 24 0,2-3-22 0,1 2 27 15,2 0-10-15,0-2-12 0,2 0 1 0,-1 1-8 0,1-3 7 16,0 1 4-16,0 1-3 0,1-5 1 0,0 2-6 0,0-1 6 0,1 0-6 16,1 3 2-16,0 0 0 0,-1 0-1 0,2 0 0 0,-2-2-1 15,1 1 1-15,1 1 14 0,-1-3-5 0,-1 1-1 0,3 1-21 0,-6 0 14 16,-1-2-11-16,2 1 22 0,-2 0 1 0,4-1-6 0,3 2-16 15,-2-3 15-15,2 2-14 0,-2-1 23 0,0 1-3 0,2 0-6 0,-2-1-20 16,1 1 18-16,0-1-14 0,0 2 28 0,-1-2-7 16,1 1-11-16,1 0-5 0,-1 2 4 0,1-1-2 0,-2 0 12 0,2 1 0 15,-1 0-2-15,0-1-13 0,-1 1 10 0,0-2-11 0,1 1 14 16,-3 0-4-16,0 0-2 0,-1-2 4 0,0 1-5 0,0 2 8 16,0-1 2-16,0 1 2 0,-2-1 1 0,-1 3-15 15,1-3 12-15,-1 3-12 0,1-1 11 0,-1 0-3 0,0-1-6 0,0 2-6 0,-2-1 11 16,2 0-6-16,-2 0 6 0,2 1 5 0,-2-4-10 15,2 3-11-15,0-1 19 0,0 1-18 0,0-2 18 0,0 2-1 0,0-1-4 0,1 0-3 16,0-1-3-16,1 1 1 0,-1 0 5 0,0-1 0 0,1 0 0 16,1 1-15-16,0-1 18 0,-1 1-16 15,0-2 16-15,1 0 2 0,0 0-8 0,0 1-12 0,1-2 12 0,0 0-9 16,2 1 21-16,0-2-2 0,1 0-10 0,3 0-8 0,2-2 15 16,5 0-12-16,4-1 13 0,0 1-3 0,3-2-7 0,-1 0-1 0,1 3-3 15,1-2 6-15,-1 2 5 0,0 1 1 0,0 0-4 0,-2 1-10 0,-1 2 14 16,-3 3-13-16,0-1 7 0,-3 2 0 0,-3 0-3 15,-2 0 3-15,-3 0-2 0,-1 2 2 0,-3 0 6 0,-1 0 0 16,-3 1-3-16,0 1-4 0,-4 0 11 0,-1-1-7 0,-1 3 20 0,-2 1-6 0,-1-1-6 16,0 2 5-16,-1 1 11 0,1-1-3 0,-2 1 15 0,2-1-4 15,-1 2-10-15,1-2-22 0,0-1 20 0,3-2-18 16,1 2 27-16,1-2-11 0,3 4-14 16,0-1 9-16,2-1-6 0,2-1 8 0,1 0-5 0,1 0-6 0,2-3 1 0,2 3-19 0,0-2 12 0,2 1-8 15,0 1 10-15,-1-1 6 0,1-1-7 0,1 0-12 16,2-1 11-16,1-1-16 0,1 2-35 0,-2-3-10 0,0 1-28 15,0 0-57-15,0-1-1 0,0 0-25 0,0-1-112 0,1 1-3 0,-2-1-38 16</inkml:trace>
  <inkml:trace contextRef="#ctx0" brushRef="#br0" timeOffset="167093.39">5835 14732 525 0,'-15'2'313'0,"7"-5"-193"0,-3-3 237 0,1-1-337 0,0 0 6 0,2 4-21 0,1-3 18 0,2 3 2 0,2 0-5 0,1-1-7 0,1 0 17 0,0 0-15 15,1-1 9-15,0 2-7 0,1-3-12 0,0 0-16 0,1 0 11 0,1-2-10 0,-2 0 19 0,1-1 1 16,0 0-4-16,1-1-6 15,-2-1 6-15,0-1-6 0,0 1 5 0,-1 0 3 16,-1-2 0-16,0-1-16 0,-2-1 15 0,1 0-11 0,-1-2 35 0,1 0-2 0,-1-1-8 0,-1-1-24 0,0-3 22 16,1-1-19-16,-1 0 30 0,1 3-7 15,0-1-12-15,1-3 5 0,1 2 1 16,3-5 1-16,1 2 4 0,2 2-6 0,-1 1-5 0,-2 2-13 16,-4-3 15-16,1 1-12 0,0 3 24 0,1-1-8 0,4 4-15 0,3 0-10 15,2 4 8-15,1-3-5 0,3 4 15 0,-1 1 0 0,4-1-7 16,-2 2-16-16,2 1 18 0,-1 0-15 0,-3 1 17 0,1 1-3 15,0 0-9-15,-2 2-5 0,0 0 13 0,0 3-7 0,0 1 12 0,-1 0 0 16,-1 2-10-16,0 3-14 0,-3 0 20 0,2 2-16 0,-2 1 24 16,-2 1-6-16,-1 1-10 0,-2 1-4 0,-1 2 8 0,-1-1-3 15,-4 0 22-15,0 1-7 0,-3-1-7 0,-2 2-10 0,-2-1 6 16,1-1-4-16,0 1 8 0,0-1 6 0,1-1-3 0,-2 1-23 0,1-2 22 16,2-1-20-16,0-1 25 0,2-3-1 0,3 0-12 0,2-1-7 15,-1 0 11-15,3-1-9 0,0-1 10 0,1 2-2 0,2-1-6 16,0 1-10-16,0 0 15 0,2-3-9 0,-1 3 22 0,1-1-5 15,1 1-9-15,-2-2-7 0,1 3 7 0,-1-2-4 0,1 2 12 16,-1-2-7-16,1 0-4 0,-1 1-4 0,0-1 6 0,2 1 1 0,-1-1 9 16,-1 1 0-16,1 0-11 0,-3 0-11 0,0 0 23 0,-1-2-18 15,-1 2 27-15,-1-1-2 0,-2 1-11 0,-3-1 4 0,-2 3 8 16,-2 0-3-16,-1 2 14 0,-4-1-6 0,0 2-8 0,-3-1-18 16,-4 0 12-16,0 1-11 0,-1-3 13 0,2-3-2 0,3-1-9 0,6-1 6 15,2-1-8-15,1 3 4 0,1-2-5 0,-2 1-3 0,2-2 7 16,2 0-30-16,3 0-1 0,1-2-9 0,2-2-27 0,0 2-20 15,3-2-20-15,3 0-165 0,1 2-102 0,2-3-22 0</inkml:trace>
  <inkml:trace contextRef="#ctx0" brushRef="#br0" timeOffset="167403.5">6263 14294 1069 0,'6'-3'290'0,"-9"2"-231"0,0 0-32 0,-1 1-9 0,-5 0 31 0,4 1 2 0,6 2-6 0,0 1-8 0,0-3 14 0,2 4-16 0,-5-1-6 0,-1 2-14 0,-1 2-13 0,1 1-12 16,1 1 12-16,1 0-5 0,1-2 26 0,0 0-6 0,2 1-8 15,1 2-27-15,1 6 18 0,0-1-16 0,2 2 22 16,-4-1-5-16,-1 1-9 0,4-1-119 0,-1 1-60 0,7-1-28 0,5 3-49 0</inkml:trace>
  <inkml:trace contextRef="#ctx0" brushRef="#br0" timeOffset="170756.28">3482 13795 947 0,'-7'-13'251'15,"-3"-2"-137"-15,3 6-100 0,-1 0 1 0,1 2 23 0,2 3-7 0,2 1-3 0,1 0-13 0,0 0 9 0,-1 3-9 0,2-1-3 0,1 0-5 0,0 1-8 0,-1 0-1 0,1 0-2 0,0 0 2 0,0 0 2 16,1 0-1-16,0 2 0 0,2 0-23 0,-1 3 16 0,1-1-17 16,1 2-4-16,0-1-17 0,1 2-25 0,0-1-46 0,1 0-22 15,1 2 1-15,0 0-69 0,1-1 4 0,1 1-8 0</inkml:trace>
  <inkml:trace contextRef="#ctx0" brushRef="#br0" timeOffset="170946.08">3871 13866 967 0,'-2'-9'31'16,"-2"0"5"-16,1 2-26 0,1 6-1 0,2-2-1 0,0 2-16 0,0-1 6 15,0 2-10-15,2-1-20 0,0 1-22 0,4 0-22 0,0 0-79 16,3 3-12-16,1-1-10 0,1 1 66 0</inkml:trace>
  <inkml:trace contextRef="#ctx0" brushRef="#br0" timeOffset="171107.76">4109 13804 980 0,'0'-21'14'0,"-5"8"-22"16,2 2 10-16,0 4 7 0,0 4-17 0,2 0 21 0,1 1-23 15,0 2 10-15,0 0-27 0,4 0-20 0,0 3-76 0,4 1-37 0,2 1 7 16,4 3 36-16</inkml:trace>
  <inkml:trace contextRef="#ctx0" brushRef="#br0" timeOffset="171262.39">4578 13770 1534 0,'6'-3'-220'0,"-10"-14"330"0,-2 0-30 0,0 4-85 16,3 5 1-16,-1 4 16 0,3 0-15 0,1 3 2 0,0 1 0 16,2 0-8-16,2 0-26 0,3 0-6 0,3 1-5 0,3 3-28 15,4 0-3-15,3 1-8 0,5 0-43 0,2 1-13 0,2-1-8 0,0 0-58 16,-6 1 116-16,0-1-2 0</inkml:trace>
  <inkml:trace contextRef="#ctx0" brushRef="#br0" timeOffset="171424.09">5268 13767 585 0,'8'0'300'0,"-4"-9"-198"0,-5-5 228 0,0 1-325 0,0 8 9 15,0 1-9-15,1 2-8 0,2 2-5 0,2 0-8 0,5 0-45 16,6 0-4-16,4 2-15 0,2 0-88 0,2 2-34 0,-1 0-47 0</inkml:trace>
  <inkml:trace contextRef="#ctx0" brushRef="#br0" timeOffset="171582.8">5767 13704 1552 0,'-10'-17'44'0,"0"2"-37"0,6 1 9 0,3 6-3 0,1 3-3 16,1 1-23-16,-1 2 24 0,0 0-22 0,2 1 22 0,0 0-8 0,4 1-16 0,-2 0-6 0,3 2-14 15,5 1 6-15,4 2-44 0,9 1-6 0,0 1-7 0,1 0-35 16,0-1-1-16,-2 0-9 0,2 0-36 0,0-1-4 0,-1 1-15 0</inkml:trace>
  <inkml:trace contextRef="#ctx0" brushRef="#br0" timeOffset="171722.23">6351 13713 803 0,'4'-5'86'16,"-2"-3"-8"-16,-2 2 71 0,0 2-32 16,1 1-27-16,0 1-42 0,0 0 3 0,0 0-11 0,2 1-8 15,-1-1-8-15,0 1-13 0,3-2-15 0,3 3 8 0,1 0-11 0,3 0 0 16,1 3-2-16,3 0-4 0,1 0-49 0,1 0 7 0,1 1-18 0,1 1-19 0,-1 0-13 15,0 0-23-15,2 2-65 0,-1 0 10 0,1-2-23 0,-1 2 101 0</inkml:trace>
  <inkml:trace contextRef="#ctx0" brushRef="#br0" timeOffset="171960.2">6809 13744 84 0,'13'-6'73'0,"-5"3"-4"16,-3-3 61-16,0 1-8 0,-3 1 4 0,-2 2-19 0,0-2-32 0,0 2-17 16,0 2-22-16,1-2-35 0,-1 2 11 0,0-1-14 0,0 1 0 0,0 0-19 0,0 0-10 15,0 0-52 1,0 1 4-16,1 1-5 0,2-1 25 0,-2 1 7 0,1 1-8 0,0-2 9 0,2 0 39 0,0-1-24 0,3 0 47 15,1 0-3 1,1 0-13-16,1 0 1 0,0 0 5 0,0 0 0 0,1 0 16 16,0 0 0-16,2-1-8 0,-1 0 4 0,0 1 8 0,0-1-8 15,-2-1-5-15,0 1-2 0,0 0-6 0,0 0 9 0,-1-1 2 16,1 0 6-16,-1-1 24 0,-1 1-2 0,-1-1 3 0,-2-2-27 0,2 2 30 16,-1-1-25-16,-2 1 38 0,1 1-7 0,-2-1-13 0,3-1-16 15,-2 0 16-15,2-1-14 0,1 1 14 0,-2-1-9 0,2 2-18 0,0 1-29 16,2 0 22-16,2 2-21 0,1 2 19 0,4 0-13 0,1 1-16 15,0 2-122-15,2 0-24 0,-4 1-28 0</inkml:trace>
  <inkml:trace contextRef="#ctx0" brushRef="#br0" timeOffset="172107.67">7865 13665 1547 0,'-20'-12'263'0,"3"-11"-259"0,-4-4-6 0,-3 6 5 0,2 7 4 15,8 5 0-15,6 5-1 0,4 0-4 0,4 3-3 0,0 1-50 0,0 3-8 16,7 1-12-16,2 3-70 0,2 4-24 0,7 1-22 0,9 4-173 16,3 3 212-16</inkml:trace>
  <inkml:trace contextRef="#ctx0" brushRef="#br0" timeOffset="172276.37">8239 13699 2080 0,'-13'-30'53'0,"-2"5"-120"0,1 7 70 16,0 11-9-16,7 5-16 0,7 4-99 0,10 2 38 0,9 5-47 15,8 4 31-15,6 1-36 0,7 1-39 0,7 5-199 0,3 3 222 16</inkml:trace>
  <inkml:trace contextRef="#ctx0" brushRef="#br0" timeOffset="196088.04">2542 13592 217 0,'-11'-12'213'0,"2"-1"-123"0,1 1 123 0,3 1-157 0,4 3-31 0,-1 2-16 0,2 1 35 0,0-1-4 0,3 5-11 0,-1-4-29 0,0 3 26 0,0-1-24 0,2-1 45 0,-2 2-13 15,0 0-12-15,0 1-17 0,1 0 2 0,-1 1-2 0,0 0 13 0,0 1 0 16,1 2 0-16,-1-2 1 0,0 3 14 0,0 0-10 0,2-1 12 15,-1 2-3-15,1 1-5 0,0 0-13 0,1 3 4 0,0 0-6 16,2 1 6-16,1 2-4 0,0-1-7 0,2 2-14 0,2 2 12 16,0 1-10-16,4 0 11 0,0 0 3 0,1 0-5 0,4-2-5 0,-1 1 0 15,3-4-2-15,0 2 8 0,-2-2 1 0,1 1 0 0,3-1-7 16,1 0 7-16,0-1-7 0,1 0 5 0,-3-2-1 16,2 1-4-16,0-2-6 0,3 1 17 0,1 1-10 0,4 0 21 0,4 0-2 0,2-1-16 15,5-2-15-15,-1-1 24 16,-8 0-20-16,1 2 31 0,-4 0-6 0,2 1-12 0,4 1-1 0,-3 1-4 15,0 1 2-15,2 0 4 0,0 1-1 0,4-3 2 0,3 1-19 16,1 1 16-16,-5 0-14 0,0 0 17 0,-3-2-4 0,1 0-8 0,7 0-2 0,-2 0 7 0,0 0-2 16,-1 0 13-16,3 1-1 0,3 0-8 0,0 1-11 15,-5 1 15-15,0-1-13 0,-3 0 15 0,-2-1-3 0,3 2-8 0,1-1 3 16,-4 1-2-16,2-2 3 0,0 0-1 0,3-1 0 0,2 3 0 16,2-1-11-16,-4 2 17 0,-2-1-15 0,-2-1 18 0,-3 2 0 0,6-3-9 15,1 3-7-15,-1 1 6 0,2-1-5 0,5 1 11 0,1 0 2 16,3-4-6-16,-2 2-16 0,1 0 22 0,-5-4-20 0,0 8 26 15,3-3-7-15,-3 2-8 0,6-1-10 16,5 1 7-16,2 1-1 0,2-1 21 0,-6-1-5 0,-2-1-9 0,1 2-6 16,1-2 10-16,2 3-7 0,3-1 7 0,4 2-5 0,-1 1-5 0,1-1 9 0,-5 3-7 15,-5-4 9-15,0 1-6 0,-2 0 1 0,5 0 2 0,6 1-5 16,0 0 2-16,-2-1-3 0,-1 2 3 16,-7-2 2-16,0-1 0 0,4-1-12 0,4 0 7 0,4 0-6 0,3 2 23 0,-1 1-3 0,-1-2-3 15,-1 2-29-15,2-1 25 0,4 1-22 0,4-1 33 0,1-2-3 16,-1 2-10-16,2 1-6 0,-6-2 3 0,0 2-3 0,6 1 6 15,-2 1 5-15,-1-1-5 0,3 1-17 0,-8 2 24 0,-2-2-22 0,2 1 32 16,1-2-9-16,0 3-10 16,2-2-2-16,-1 3 15 0,-6-3-5 0,1-1 12 0,-4 0 2 15,2 0-15-15,7 3-8 0,-5 1 15 0,3-4-14 0,-6-1 16 0,-5-2-6 0,1-1-9 16,0 3-11-16,3 0 19 0,0 0-13 16,-5 1 16-16,-2-2 0 0,-5 2-16 0,-3 1 3 0,3-1 1 0,-7 2-2 0,-2-1-9 0,-1 2-17 0,-2 1-7 0,5 2-120 15,-4 0-81 1,-6 1 0-16,-1 2-16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15:38.78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15595 3800 1245 0</inkml:trace>
  <inkml:trace contextRef="#ctx0" brushRef="#br0" timeOffset="-162595.68">24111 9101 985 0,'-4'-18'261'0,"-3"-3"-156"0,4 1-100 15,-5 5 0-15,4 2 18 0,3 3-6 0,1 0-11 0,3-3-3 0,0-1-2 0,3-4 4 0,0-2 16 16,-1-1 4-16,1 2 3 0,-6-2-11 0,0-2 23 0,0 2-19 16,-1-2 25-16,4-1-9 0,-2 0-10 0,1 0-16 0,-2-2 10 0,2-2-7 15,-1-3 17-15,0-2-10 0,-1-2-11 0,1-4-28 0,0 0 22 16,0 0-16-16,0 2 31 0,0 1-5 0,-1-1-14 0,0-1-19 16,0 1 23-16,-2 0-17 0,-2 1 26 0,-2-1 0 0,-1-5-13 0,3-5-13 15,-3-1 18-15,-2 1-15 0,-4 1 28 0,-9 5-7 0,-4 2-6 16,-2 0-6-16,-3 3 13 0,0 1-7 0,-2 1 21 0,-1 0-8 15,-2-3-14-15,-4-2-9 0,-7-4 8 0,-4 1-6 0,1 0 11 16,-5 3-7-16,-1 4-7 0,-6-2-2 0,-4 1 0 0,3 2 4 0,-1 2 16 16,1 2 1-16,-78-42-12 0,140 73 8 15,-135-81-18-15,71 40 10 0,2 7 2 16,-4-2-6-16,-6 0-1 0,-2 1 4 0,1 1-3 16,2 3 6-16,86 19-38 0,-402-88 51 0,305 82-7 0,4 1-1 0,-2 2-8 0,-3 0-13 31,-5 0 10-31,-3-1-8 0,2 3 29 0,4 4-8 0,-2 2-5 0,-6 3-9 0,-4 0 2 0,0 3-2 0,2 0 10 0,3 4-7 0,1 1-4 15,-8 2-9-15,-2 0 16 0,4 5-2 0,-97 15 36 16,-8 6-36-16,102-12 3 0,0 4-4 0,5 1 4 31,0 2-3-31,2 3-1 0,2 5 5 0,3 2-2 0,5 3 5 0,0 3-3 16,3-1-1-16,2 3-2 0,-67 57 1 0,143-103-15 16,-123 105 23-16,68-54-6 0,0 3 3 0,0 3-17 0,4 2 15 15,3 0-15-15,3-1 14 0,8-3 4 0,1-2-10 0,-32 64 9 16,69-117-11-16,-63 124 8 0,34-63-4 0,10 3 0 0,2 1-13 15,0 2 19-15,1 1-13 0,-5 1 19 0,5 0-3 0,3 1-13 16,3 4 8-16,2-1 0 0,5-1 2 0,2-2-4 0,6-1-4 16,4-1-1-16,8 2 3 0,5 2 0 0,5-4 3 0,4 0 4 15,4-4-5-15,-1-3 2 0,7 4-21 0,3 1 17 0,4 0-13 0,8-2 26 16,-1-2 2-16,9-3-9 0,8 0-14 0,5-2 11 0,2 1-11 16,-1-2 14-16,-4-1 0 0,7-1-8 0,8-2-12 0,4 0 23 15,4-4-18-15,-3-4 26 0,-3-4-2 0,8 1-9 0,7-1-13 0,-3-1 8 16,-4-5-7-16,-4 1 27 0,1-6-5 0,6 0-3 0,2 1-17 15,1-1 11-15,-4-3-9 0,3 0 23 0,-2-2-4 0,5-3-6 16,106 19 35-16,-214-39 21 0,227 26-81 0,-115-17 36 0,-5-5-1 16,8-1-16-16,4-4 6 0,-1-4-7 0,0-2 13 15,-7-6-3-15,1-1-1 0,7-5-13 0,-3-2-2 0,-4-3-8 0,0-3 30 16,-5-2-8-16,0-5-8 0,0-9-10 0,-6-7 6 0,0-4-5 0,0-2 10 16,-6 3 2-16,-3 1-4 0,-7-6-13 0,-3 1 12 15,2-7-10-15,1-5 15 0,-7 2 0 0,-6-5-8 0,-5 5-7 0,-7 3 8 16,-3 0-6-16,-4 2 12 0,-3-1-3 0,0-5-5 0,-1 0-13 15,-11-1 19-15,-3 7-12 0,-4 6 25 0,-7 4-4 0,3 2-13 0,-6-5 0 16,-7-4 0-16,-2 1 0 0,-6 1 7 16,-3 3-3-16,-4 7-2 0,-5 0-7 0,-4 2 7 0,-5 3-5 0,-5-1 6 0,-4 1-1 15,-5-4-4-15,1-3-15 0,-6 3 4 0,-3 0-7 0,-4 4-14 0,-1 5-8 16,1 2-14-16,1 0-40 0,0 4-10 0,-4-1-9 0,0 4-119 16,0 1-60-16,1 2-62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30:53.41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19392 4714 2118 0,'16'27'-2'0,"1"1"6"0,4 3 0 16,-1-3 16-16,7 1-4 0,3 1-5 0,-12-7 2 0,18 13 14 0,-2 0-9 0,-3 5 0 0,-3-4-4 0,3-2-11 0,0-5-13 0,-2-4 14 0,0 0-13 0,-1-1 18 0,-1 0-19 0,-1-2-19 0,3-3-38 15,-5-2-30-15,0-2 22 0,1 0-28 0,-6-4-54 16,0-1 12-16,-6-5-269 0,-3 3 222 0</inkml:trace>
  <inkml:trace contextRef="#ctx0" brushRef="#br0" timeOffset="843.04">20143 4710 496 0,'6'-13'131'0,"-3"2"183"0,2 1-252 15,0 1-49-15,0 1-13 0,2 2 12 16,-3 0 2-16,2 4 0 0,-1-3-1 0,-1 3 9 0,-2 1-11 0,0 0 1 0,-2 1-3 0,0 0-5 0,-1 2 6 15,-1 1 14-15,-2 3-7 0,-1 1 49 0,-1 0-5 16,-1 2-9-16,-2 4-1 0,2 0 18 0,-2 0-20 0,-1 1 13 16,1 1-12-16,-2-2-14 0,1 5-15 0,6 0 6 0,0 2-11 15,-1 3 10-15,1 3 3 0,-5 2-4 0,-1 7-24 16,3 1 26 0,-1 2-28-16,1 6 33 0,0-2-9 0,0 1-16 0,0 7-13 0,-2-4 9 0,1-1-9 0,-2 1 29 0,1-3-10 15,0-3-5-15,1 3-11 0,2 0 1 0,1-2-1 0,0-2 8 0,1-9-5 16,-1-3-3-16,3 0-7 0,0-4-6 0,2 3 0 0,0-1-45 31,0-5-20-31,1 0-22 0,1 1-129 0,0-1-57 0,0 1-24 0</inkml:trace>
  <inkml:trace contextRef="#ctx0" brushRef="#br0" timeOffset="1758.54">28390 9068 256 0,'-10'-8'24'0,"4"3"367"16,1 3-133-16,-2 0 25 0,1 2-218 0,0 2 14 15,-1 3-38-15,0 0 4 0,-2 4-4 16,0 2-10-16,-2 4 0 0,-1 1 1 0,-1 2-4 0,-2 4 9 0,0 0-10 0,0-1-5 0,0 6-14 16,1-1 7-16,1-1-8 0,-1 5 15 0,4-3-10 15,0 0-4-15,-1 2-13 0,1-2 9 0,0 1-5 0,-1 2 16 16,4-6-2-16,0 0-13 0,-1 1-11 0,4-4 18 0,0 2-16 15,1-1 20-15,2-4-25 0,0 1-14 0,-1 1-35 16,2-3-20-16,-1 0 18 0,0 0-55 0,-1-3-28 0,0-1-2 0,-3-3-114 16,1 0-21-1,-3-2-3-15</inkml:trace>
  <inkml:trace contextRef="#ctx0" brushRef="#br0" timeOffset="1977.06">27930 9128 1126 0,'1'-14'-49'0,"-1"10"126"0,1 2 23 0,1 2 6 15,3 4-17-15,1 1 19 0,3 4-42 16,4 5 13-16,-1 2-15 0,2 5-16 0,2 4-42 0,0 0 30 0,0 0-33 0,-3 1 53 0,1-4-2 16,2 1-13-16,6 1-23 0,5-1 19 0,1-1-26 0,6 1 16 15,-3-2-4-15,5 0-16 0,5 1-11 0,-2-7 15 16,-2-1-16-16,2 1 18 15,-3-3-9-15,-1 2-8 0,3 2-45 0,-8-1-16 0,3-1 3 0,2 0-54 0,-5-3-21 0,4 0-2 0,1 1-214 16,-5 0 206-16</inkml:trace>
  <inkml:trace contextRef="#ctx0" brushRef="#br0" timeOffset="17717.77">3013 9811 217 0,'1'1'269'0,"-1"-2"-158"0,1-2 163 0,0 3-215 0,3 0-43 0,-1 1-15 0,3 2 54 0,1-1-5 0,2 2-7 0,3 0-23 15,0 1 18-15,3-1-19 0,3 1 11 0,1-1-4 0,3 0-9 16,5-2-20-16,1 2 13 0,2-1-10 0,0-2 31 0,-9 0-2 15,1-1-10-15,3 0-8 0,0 0 8 0,5-1-11 0,-1 0 9 0,-4-2-1 16,1 1 3-16,2 0-7 0,1 0-2 0,3 1 1 0,1-2 1 16,2 2 4-1,2-1-3-15,4 2-11 0,-1-1 21 0,-4 0-19 0,0 0 18 16,-1-1-6-16,2 0-13 0,7 1-8 0,-1-2 8 0,5-1-3 0,2 2 25 0,3-1-3 0,3-1-6 0,-2 0-27 0,1-2 27 16,-1 1-23-1,-4-2 32-15,4 2-1 0,-2 1-11 0,5-1 11 0,5 1-1 0,0 1 3 0,-5 0 3 0,-3 1-4 0,-4-1 2 0,-1 0-15 31,5 0 10-31,-3 3-10 0,5-3 9 0,2 2 1 0,1 1-6 0,0-2-20 0,1 2 13 0,-3 0-12 0,2 0 29 0,1 0-8 32,2 3-8-32,8-2-20 0,4-1 17 0,-3 0-13 0,1 0 31 0,-8-1-5 15,-2-2-8-15,10 2-24 0,4-1 12 0,1 0-10 0,-4 0 25 0,-2-1-3 0,-5 1-10 0,1 2-11 0,8 0 11 0,0 0-8 32,2 2 18-32,-3 1-2 0,0-2-8 0,1-1-16 0,1-3 16 15,4 2-12-15,3 1 26 0,-8 0-3 0,3 1-10 0,0-1-15 0,-4 3 15 0,6 0-13 16,-1 3 22-16,-5 0 1 0,-1 3-9 0,2-4-13 0,-3 1 15 0,3-3-13 0,4 1 20 15,-2 0-4-15,-1-1-9 0,2 2-7 0,-5-3 7 0,-3 1-5 0,-1-1 16 16,1 0-7 0,1 2-4-16,-1 1 0 0,-3 0 0 0,-5 0 4 0,-3-2 5 0,-2-3-4 15,1 0-2-15,4-3-6 0,0 0 12 0,-2 1-6 0,-5-1 25 16,-6-2-6-16,-3 0-9 0,1-1-12 0,1-1 11 0,-4 1-10 16,-1-1 3-16,-4 0 4 0,1 0-7 0,1 0-16 0,-3-1 26 0,-4-1-21 15,-8 0 30-15,-7 0 2 0,-1 0-11 0,0-1-4 0,2 0 15 16,-3-2-13-16,-6 1 19 0,-4-1-2 0,-3-1-5 0,0 0-11 15,-4-2 8-15,-3-2-10 0,-3-2 4 0,-6-2-2 0,-6-5-6 0,-3-4-15 16,-6 4 10-16,-1-4-10 0,-6-1 15 0,-4 1-1 0,-6-4-4 16,-8 0-9-16,-1-1 10 0,0 2-6 0,-2 4 9 0,-1 3 1 15,0 2-5-15,-5-1-8 0,-3-2 9 0,1 2-7 0,-1-1 14 16,4 3-4-16,-1 0-7 0,-3 0-14 0,-5 1 18 0,-1 2-10 0,-4-1 26 16,3 2-5-16,-3-3-12 0,-7 1-21 0,-4 1 21 0,-10 0-17 15,-5 1 27-15,4-2-1 0,-9 3-10 0,-2-1-18 0,-7 2 25 16,-3 2-19-16,-3 0 26 0,-1 2-2 0,-5 0-14 0,-6 2-7 15,-2-1 13-15,3 1-9 0,-1 0 15 0,10 2-4 0,2 2-7 0,-4 2-6 16,2 3 8-16,0 1-5 0,5 1 14 0,9 3-2 0,1 0-7 16,-3 3-12-16,4 1 15 0,2 2-12 0,4 1 11 0,2 1 5 15,0-2-9-15,-2 3-4 0,-1 2 12 0,-1 3-10 0,-4 1 8 16,0 0 2-16,2 2-4 0,-4 4-20 0,-3-1 18 0,0 2-16 16,0 1 29-16,6-2-7 0,7 3-8 0,-4 2-8 0,0-3 10 0,5 1-6 15,6 0 16-15,11-2-2 0,0 5-8 0,-3-1-20 0,2-1 24 16,7 1-19-16,9 1 28 0,11 0-6 0,6 3-16 0,-1 4-15 0,4 0 15 15,-1 0-12-15,2 2 22 0,4-2-1 0,1-2-8 0,3 2-8 16,4-1 16-16,5-2-12 0,5 1 22 0,4-5-4 0,3 1-8 0,4 1-20 16,4-1 21-16,5 1-16 0,3-1 28 0,6-5-5 0,5 1-14 15,5 0 5-15,7 0 6 0,7-3-1 0,10-1 9 16,7-5 0-16,6 2-4 0,9-2-7 0,3-1 9 0,0-2-9 16,5-1 8-16,5-4 0 0,10 1-3 0,5 0-23 0,3-2 23 15,-2-2-19-15,2 0 28 0,4 0-2 0,3 1-12 0,2 1-18 16,-3 0 23-16,-2 1-17 0,5 0 29 0,-3-2-1 0,-1-3-11 0,3-1-16 0,2-3 12 15,3 1-11-15,1 0 10 0,-6-2-3 0,-5 0-13 0,7 0-58 16,4 0-21-16,0-1-21 0,0-2-215 0,-7 1 202 0,6 1-42 0</inkml:trace>
  <inkml:trace contextRef="#ctx0" brushRef="#br0" timeOffset="18658.75">14877 9937 256 0,'22'-18'14'15,"-11"11"218"-15,1 2-79 0,0 0 20 0,3 2-109 0,3 0 0 0,3 0-5 16,5 1-5-16,4-2-7 0,7 2-5 0,6-1-28 0,-1-2 25 16,7 1-22-16,3-1 26 0,1 1-6 0,9-2-11 0,6 0-12 15,7-1 7-15,3-1-3 0,2 1 23 0,-3-1-4 0,0 0-8 0,9 1-27 16,9 0 26-16,-2 2-23 0,2 1 31 0,-7 2-10 0,-3-2-8 0,13 1 6 15,0 2-7-15,1 1 9 0,-1-1-15 0,-8 1 3 16,2 1-8-16,5 0-6 0,-2 2 15 0,-3 0-15 0,-4-1 12 0,-5-1-5 16,3 3-11-16,2 0-8 0,-6-1 10 0,-3 0-6 15,-11 0 20-15,-4 0-1 0,0-3-5 0,5 2-28 0,-4 1 23 0,-2-1-21 16,-8 0 4-16,-9 0-30 0,-5 2-34 0,0-1-72 0,-7-2-40 16,-3 1-3-16,-5 0 14 0</inkml:trace>
  <inkml:trace contextRef="#ctx0" brushRef="#br0" timeOffset="19275.45">3755 10785 1406 0,'7'-12'75'0,"2"1"-117"0,1 4 16 0,3 4 26 0,5 0-17 0,5 3 28 16,5 0-21-16,3 3 46 0,1-1-4 0,3 1-9 0,6 1-1 0,6-3 12 16,8 1-5-16,6 1 34 15,-4 0-13-15,7-3-7 0,3 0-16 0,2-4 4 0,13 0-3 16,7 0 5-16,2-1-6 0,1 0-6 0,6-2 0 0,4 0 6 0,6-1-4 15,4 0-2-15,-1 1-5 0,0 0-8 0,9 0-14 0,3 1 6 16,-3 3-4-16,0-4 15 0,-5 2 1 0,0-3-6 0,4 2-17 0,-2 0 10 0,-5 0-11 0,1 1 26 16,-6 1-3-16,0 2-2 15,105-3-12-15,-213 4-5 0,213 3 6 0,-113 1-45 16,-4 0-10-16,3 4-104 0,0 1-67 0,-4 4-13 0,-1 2-53 0</inkml:trace>
  <inkml:trace contextRef="#ctx0" brushRef="#br0" timeOffset="23793.92">1666 9526 256 0,'-20'-18'27'0,"0"6"390"0,-1-1-164 15,4 3 20-15,3 2-238 0,5 2 17 0,4-3-27 0,0 2 3 0,3 0-6 16,1 0-7-16,1-1-24 0,2-2 10 0,0-1-7 0,3-5 30 0,2-2-2 15,-1-2-8-15,3-3-27 0,1-3 29 16,2 1-26-16,-1-1 36 0,0 3-5 0,1 0-12 0,0 0-9 0,0-1 1 0,0 1-1 16,-1-3 10-16,-2-1-2 0,-3 0-5 0,0-4-19 0,-2 5 26 0,0 0-22 15,-2-1 31-15,0 3-6 0,-1-2-15 0,2 1-7 0,0-1 7 16,0 0-4-16,1-1 13 0,0 3 2 0,2 2-5 0,1-1-14 16,-1 2 14-16,3 1-13 0,0 0 16 0,-1 1-6 0,1 1-8 0,1 0 7 15,-1 1-3 1,1 0 5-16,0 3 0 0,-2 4 1 0,2 1-3 0,-2 4-16 0,1 1 16 0,-1 2-15 0,0 2 20 0,-2 2-2 15,-1 3-7-15,0 2-7 0,1 3 9 16,3 2-7-16,0 4 13 0,1 2 2 0,1 1-6 0,2 2-7 16,2 2 10-16,1 0-9 0,4 2 11 0,0-1-3 15,3 1-4-15,3 3-15 0,2-1 18 0,1 0-11 0,2 1 25 0,-3 0-2 0,0 2-14 0,-1-1-1 0,-1-1 7 16,-2-5-6-16,1 1 4 0,0-1-2 0,-2-2 0 0,1 4-17 16,-2-4 16-16,0 0-10 15,-2-2 30-15,-1-1-5 0,0-1-12 0,-1-1-10 0,1 0 13 0,-1-1-11 0,-1-1 17 0,0-2-1 16,-1-2-5-16,-2-1-7 0,-1-1 7 0,-3-2-4 0,-4-2 29 0,0 0-11 15,-4-2-6-15,1-1-11 0,-3-1 17 0,0 0-9 0,0 0 38 16,-4 0-13-16,-4 2-12 0,-5-1-21 0,-6 0 1 0,-7 1-3 0,-4-2 0 31,-5 1-6-31,-3-1-9 0,-10 0-30 0,-2-1 18 0,-4-2-17 0,-6 0 26 16,0-2 0-16,-6 0-8 0,-4-1 10 0,3-1 13 0,0 0-4 0,4-1 19 0,4-2-2 0,-3-2-12 0,0 0-6 16,2 0 14-1,1 2-12-15,5 1 9 0,11 2 0 0,-2 1-4 0,1 3-3 16,2 1 3-16,-1 1-1 0,2 1 3 0,2 2 4 0,0-1-7 0,-1 5-11 15,3-3 19-15,5 2-15 0,4 1 21 0,2-1 2 0,4-1-4 16,2 1-12-16,3-1 11 0,4-2-10 0,3 1 20 0,3-2-1 16,3 0-6-16,4-1-14 0,0 0 17 0,1-1-15 0,4-2 21 15,7 0-5-15,4-6-8 0,11-2-20 0,8-3 17 0,11 0-13 16,11-4 18-16,6-1 3 0,6-4-14 0,5-3-6 0,-3-4 10 0,2 0-12 16,3 1 8-16,2 1 0 0,-1 1-6 0,2-3 6 0,-6 1-3 15,-9-1 4-15,-5 4 1 0,-6 0 1 0,-4 3 1 0,0 0-11 16,-5 4 12-16,-4 1-11 0,-7 4 11 0,-4 1-1 0,-7 3-3 0,-2 1 5 15,-2 2-6-15,-3 2 6 0,-4 1 16 0,-3 3-1 0,-5 1 9 16,0 0-30-16,-2 0 24 0,0 3-21 0,0 0 38 0,-1 2-7 16,-1 4-11-16,-4 4-9 0,-1 3 8 0,-6 3-6 0,-2 4 15 15,-2 4-7-15,-1 3-7 0,-3 2-17 0,-4 6 7 0,-4-3-6 0,-5 4 16 16,-4-3-5-16,-4 1-9 0,-2 3-9 0,1-2 5 16,0 3-5-16,3 1 16 0,0-1-10 0,-1 3 0 0,1 4-88 0,-1 3-18 15,0-1-22-15,-1 0-219 0,-4 2 215 0,1 0-47 0</inkml:trace>
  <inkml:trace contextRef="#ctx0" brushRef="#br0" timeOffset="36440.71">30464 3777 256 0,'18'-16'-2'0,"-12"9"-15"0,0-1 16 0,1 0 7 16,-1 2 19-16,2-2 20 0,-3 2-12 0,2 2 18 0,-1-1-13 15,-1 2-18-15,1 2-27 0,-2 1 10 0,2-1-8 0,-2 1 22 0,0 1 2 0,-1 0-11 16,1 1-36-16,-6 0 37 0,0 2-35 0,0-3 49 0,1 3-2 15,2-1-13-15,0-1 14 0,1 0 9 0,-1 0 1 0,2 1 27 16,-2-1-7-16,-1 0-5 0,2 1-16 0,-1 3 11 0,3-1-13 16,-1 1-3-16,-1 2-6 0,3 3-9 0,-2 1-5 0,3 1-5 15,-2-2 5-15,2 3-3 0,-1 0 2 0,-1 3-4 0,0 2-1 0,0 2 8 16,0 0-8-16,1 1 1 0,-1-1 1 0,-1-1-2 0,0 1-18 16,-1-3 18-16,0 1-13 0,0 0 27 0,0-2 0 15,-2 0-14-15,0 0-26 0,0-3 25 0,-3 2-31 0,0-1-21 0,1-1-18 0,-2 3-29 16,2 1-45-16,0-2-23 0,1-2-1 0</inkml:trace>
  <inkml:trace contextRef="#ctx0" brushRef="#br0" timeOffset="36957.39">30624 4490 688 0,'4'4'45'16,"2"-8"-64"-16,-1-2-66 0,3-1 72 0,0 5 33 0,-1-1-23 0,0 2 14 15,-2-1-1-15,3 2-6 0,0 0-20 0,1-1 20 0,0 0-16 16,0-2 36-16,0-1 2 0,1-1-8 0,1-4-6 0,0 2 7 16,2-4-8-16,-2 1 14 0,0-1-2 0,2-2 5 0,-1-1-18 15,2-2 9-15,0 2-8 0,1 0 12 0,-2-1-5 0,2 2-12 0,1-4-22 16,4 2 26-16,1-3-23 0,1-2 33 0,3-2-11 0,-1-2-14 0,-1-5 5 15,-6 3-7-15,-2-3 11 0,-3 3 5 16,-1-3-4-16,5 2-1 0,-3-5-21 0,2 2 23 0,-4-1-18 0,-2 0 30 0,-2 4-8 16,-4 3-9-16,0 0-2 0,-3 1 2 0,-2-2 1 0,-2 1 5 15,0-2 2-15,-3 1-9 0,-3-2-9 0,-2 1 18 0,-2-1-17 16,-2 3 13-16,0 1-2 0,2-2-7 0,-3 0 6 16,6 2-2-16,-2 1 4 0,-1 2 2 0,-3 3-1 15,-7 2 0-15,-1 1-31 0,0 4 35 0,2 1-30 0,-2 0 38 0,1 4-9 0,-2 1-17 16,-3 2 6-16,-3 2-8 0,1 4 11 0,-3 3 2 0,1 0 2 0,-2 4 0 0,0-1-13 15,5 5 15-15,-3 2-14 0,-1 3 11 16,-1 1 3-16,-6 2-5 0,3 2-18 0,4 2 20 0,3 1-16 0,3 2 32 16,2-4 1-16,1 0-9 0,2 1-18 0,0 1 20 0,1 3-20 0,-1-3 21 0,2-3 2 15,3-2-4-15,1 1-9 0,5 0 17 0,3 2-12 16,0 3 25-16,3 0-4 0,1-3-14 0,5 1-8 0,3-2 28 0,3-2-20 16,-3 0 26-16,-3-1-11 0,2-2-18 0,4 3-5 0,8 3-4 15,5 1 6-15,6 1 13 0,3-3-5 0,4 1-1 0,1 1-34 0,3 4 25 16,0 4-23-16,2 6 25 0,4-1-46 0,2 0-29 0,5 3-205 15,-1-2 161-15</inkml:trace>
  <inkml:trace contextRef="#ctx0" brushRef="#br0" timeOffset="37923.24">30398 11419 256 0,'3'-17'26'0,"0"3"365"0,1 2-177 16,1 2 5-16,0 4-220 0,2-1 7 0,2 0-7 0,1 0 8 0,1 1-4 0,2-1-5 0,2 2-1 15,2 0 2-15,1-1 1 0,0 1 12 0,-1-2 2 0,-5 1-1 0,1-1 4 16,1 1 7-16,1 0-7 0,6 2-1 0,-2-1-3 0,-2 3-2 15,-1 0-3-15,-1-1 6 0,3 2-1 0,2 0 15 0,1 1-5 16,0 0-9-16,3 4-15 0,-2-1 8 0,0 4-9 0,-4-1 8 16,-3 1-5-16,0 0-4 0,-3 2-6 15,-1 0 7-15,0 0-2 0,-4 1 16 0,-2-1-2 0,-3 3-6 0,-2 1-17 0,-4 0 16 0,-3 2-13 16,-2 2 25-16,-3-3-11 0,-2 0-7 0,-3 0 2 0,-1 2-4 16,-3 4 9-16,-1-2 8 0,-1-1-5 0,-2 0-5 0,2-2-21 15,-3 3 21-15,2-1-17 0,-3 0 30 0,0-1-6 16,1-3-9-16,-3 2-5 0,10 0-2 0,3-3 3 0,-2 5 17 0,1 0-4 0,-6-1-1 15,3 0-24-15,3-2 19 0,5-3-16 0,2-3 24 0,3 0-2 16,4-2-11-16,1 2-12 0,2-1 14 0,0 0-8 0,2-1 23 16,0 1 1-16,2-1-7 0,5-1-4 15,4 0 13-15,1-1-13 0,5 1 10 0,2-1-1 0,1 0-5 0,4-2-22 0,-6 2 20 0,4 0-17 16,0-1 24-16,3 1-2 0,4 1-17 0,1 0-13 0,1 0 5 16,-2 1-14-16,1 1-40 0,-3-2-22 0,-3 2-22 0,0-1-65 15,0-4-88-15,-3-1 13 0</inkml:trace>
  <inkml:trace contextRef="#ctx0" brushRef="#br0" timeOffset="38425.58">30828 12399 698 0,'16'-18'-37'0,"-4"7"86"0,2 1-3 0,4-2-5 0,3-2-25 0,2 0 21 0,6-1-24 0,0 0 8 0,-1 0-7 16,0-2-14-16,-7 1-12 0,1-2 14 0,1-1-7 15,1-1 18-15,5 3 2 0,-3-4-12 0,-3-1-16 0,0 1 24 0,-3 0-22 0,-3-2 30 16,-1 3-9-16,-2-5-8 0,-2-2 2 0,0 0-6 0,-3-2 8 16,-1 1 4-16,-3 1 0 0,0-1 0 0,-1 0-18 0,-2-2 22 0,1-2-18 15,-2 1 32-15,0 2-5 0,-1 0-11 0,-1 2 4 0,-1-2 5 16,-3 1 1-16,1-1 15 0,-2-2-3 0,-1-3-4 0,-1-2-27 15,-1-1 26-15,-1-1-25 0,-2 3 27 16,-2 3-13-16,0-3-14 0,-3 0-3 0,-2 3-3 0,-1 2 5 0,-4 3 5 0,-2 5-1 0,-5 0-6 0,-3 1-20 16,-4 1 24-1,1 2-22-15,-6 1 29 0,-1 2-4 0,1 4-7 0,-8 2-4 0,1 5 0 0,-2 3 2 0,-3 1 5 0,0 2 0 16,2 4-4-16,-10 1-6 16,0 5 10-16,0 3-8 0,1 3 4 0,7 4-2 0,1 1-6 0,-5 1-1 0,1 2 11 0,2 1-3 15,0 5 14-15,6 1 2 0,4 1-11 0,0 6 2 0,7 1 10 0,1 3-8 16,1 3 3-1,1 0-4-15,-1 1-6 0,-3 0-7 0,3 4 7 0,8-2-1 0,4-1 32 0,6 0 0 16,3-1-4-16,2-2-21 0,6-3 18 0,7-2-19 0,2-2 11 0,7-5-7 0,5 1-9 0,6-2 0 16,5 0 15-16,-3 0-5 15,3 1 29-15,4-2-4 0,6 2-10 0,7 2-27 0,3 0 28 0,1 1-27 0,2-2 28 0,5-2-9 16,7 2-16-16,5 0-2 0,-1 0 1 0,-1-4 0 0,-7-1 4 16,-3 0-3-16,1-3-5 0,3-2-22 0,2-3-8 15,3-5-9-15,-3-3-102 16,-8-3-62-16,-5-2-48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32:15.59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10713 5473 353 0,'-6'-11'67'0,"1"0"76"0,0 2-86 0,1 0-11 0,-1 1-7 16,3 1 23-16,-1 3-3 0,1 0-5 0,1 2-38 0,4 1 32 0,-3 1-33 16,2 0 23-16,2-2-7 0,-4 2-19 0,0 0-13 0,0 0 7 15,0 2-6-15,0-2 14 0,4 0-2 0,-4 2-8 0,-3 2-12 16,1-1 14-16,1 2-13 0,-1-1 14 0,4 1 4 0,4-2-2 0,0 3 7 15,3-3 9-15,3 0-4 0,1 0 14 0,3-1-5 0,2-1-10 16,2-1-15-16,2 0 10 0,2 2-12 0,2-2 8 0,0 0-3 16,2 1-1-16,4-1-17 0,1 0 10 0,1 0-7 0,-1 0 24 0,-1 0-6 15,0 1-10-15,0-1-6 0,-1 2 15 0,-5-2-10 0,1 0 28 16,0-2-5-16,1 1-7 0,9 0-10 0,1-1 21 16,3 1-13-16,2 0 26 0,2 1-7 0,1 0-18 0,3 1-11 15,-3 3 5-15,-7 1-5 0,-1-2 13 0,-1-1-5 0,-1-2 0 0,10 0-4 16,1-1 1-16,0 0 0 0,3-2 3 0,-2-1 2 0,0 0-3 0,3-1-22 15,-4 1 24-15,-6-2-21 0,0 0 29 0,-3 1-5 0,2-2-11 16,6 1-5-16,-1 1-3 0,2-1 3 0,-1 3 13 0,-2 1-4 16,-3 1 2-16,-2 1-7 0,-3 1 5 0,-8 1-2 0,-2 1 6 0,-1 3-3 15,-3-4-6-15,5 5 3 0,-2-2-1 0,-4 0 3 0,-1 2 0 16,-3 1-2-16,1 0-2 0,0 1-17 0,0 0 20 0,-1 0-14 0,-1 0 21 16,-1 1-7-16,-3 1-13 0,1 0-8 0,0 0 21 0,0 2-12 15,1-1 17-15,0-4-2 0,2 3-14 0,2-1-40 0,2-2-16 16,2-3-10-16,1-1-123 0,-6-4-87 0,4 1-62 0</inkml:trace>
  <inkml:trace contextRef="#ctx0" brushRef="#br0" timeOffset="2047.74">3694 6776 217 0,'4'-7'103'0,"-6"0"-71"0,0 1 46 0,2 0-78 15,5 3 6-15,-1-1-18 16,3 2 45-16,0 0 3 0,1 1-11 0,0 2-20 0,0-1 28 0,-4 2-27 0,0 0 32 16,0 1-7-16,0 1-9 0,6-2-18 15,2 2 22-15,0-1-15 0,2 0 37 0,0 0-4 0,0-1-17 0,0 1-16 16,1-2 15-16,-2 1-18 0,4-1 16 0,-1-1-6 0,3 0-1 0,2 1-8 15,4-2-3-15,2 0 4 0,4-1-3 0,0 1 3 0,0 0-5 0,3-1-16 16,2 2 29-16,0 0-26 0,-6 0 24 0,-1 2-4 0,-2-1-12 0,2 2-2 0,5-1 4 0,-3-1 1 16,1-1 22-16,-1 0-1 0,5 0-5 0,4-1-2 15,2 0 19-15,1 0-13 0,3-2 21 0,-2 0-7 0,-4 0-9 0,3-2-8 0,-3-2 16 16,1 1-10-16,6 1 8 16,-1-2-5-16,3 3-19 0,9-2-6 0,1 1 16 0,1-3-13 0,-5-1 18 15,-5 0-9-15,-2-1-11 0,4-2 5 0,3 1-2 0,2-1 5 0,4 3-9 0,-1-1 0 0,-4 0-6 16,-5 1 2-16,-1 0 8 0,-4 0-7 15,-2 0 10-15,3 1-6 0,-1-1-5 16,3 6-17-16,1-2 19 0,-1 1-10 0,-2 0 27 0,-4 0-3 16,-6-2-16-16,-1 0-74 0,-1 1 5 0,-1-1-40 15,7 2-148-15,-2-1 160 0,3-3-43 0</inkml:trace>
  <inkml:trace contextRef="#ctx0" brushRef="#br0" timeOffset="3197.58">8871 6476 642 0,'-28'6'47'0,"7"-7"-70"0,1-1-45 0,2 2 37 0,3 3 43 0,4 0-19 0,3 3 19 0,2-1-3 0,4 1-11 0,0 3-9 15,2 0 10-15,2 0-4 0,3 2 30 0,0-1 3 0,3-2-4 0,3 0-26 16,0 1 36-16,3 0-33 0,-1 2 42 0,2 0-10 0,0 2-13 15,1-2-11-15,4 4 1 0,0-1-1 0,2 1 5 0,2-1 0 16,4 0-5-16,3 0-23 0,4 2 31 0,2-1-25 0,3 2 36 16,-1-2-8-16,-4 2-18 0,5 1 0 0,-1-1-3 0,4 3 4 0,10-2 3 15,2 0 2-15,5-2-3 0,9-2-16 0,1 0 22 0,-5-3-20 16,1-4 28-16,-3-2-6 0,4-2-6 0,12-3 13 16,3 0 4-16,0-5 4 0,-6-2 13 0,-5-4-2 0,1-3-4 0,9-7-11 15,4-2 4-15,0-4-9 16,-5 1-6-16,-7-3 0 0,-2 4-2 0,5-2-26 0,2 1 18 15,-3 1-15-15,-4-1 30 0,-13-2 2 0,-3-4-11 0,-1-3-16 0,-1 2 17 16,2-3-17-16,-3-1 23 0,-2-1-6 0,-5-5-6 0,-1-1-16 0,-5 0 14 16,-4 4-7-16,-11-2 28 0,-3 2-4 0,-7-2-13 0,-1-1-6 0,0-2 7 0,-2-1-7 0,-5 0 10 15,-4 0-6-15,-2 0-4 0,-3 2-9 16,-4 0 9-16,-4 1-5 0,-3 1 18 0,-4-1-2 0,3 0-8 0,-9 1-12 16,-5-1 13-16,-5 0-11 0,-7 1 14 0,-4 2-1 0,-2 4-6 0,-4 4-13 15,-3 1 9-15,-2 3-8 0,-4 1 19 0,3-2-2 0,-3-1-8 0,-6 0-12 16,0-1 20-16,-5 7-14 0,-2 1 22 0,4 3-8 15,-1 1-11-15,-5-1 1 0,-1 1-3 0,-3 2 5 0,-1 1 3 0,3 5 3 16,3 2-2-16,-5 1-14 16,-2 3 19-16,-1 1-16 0,-1 3 20 0,-1 1-5 0,0 1-8 0,-4 3-13 0,-5 3 11 0,1 5-6 0,0 4 25 0,4 2-3 15,1 2-7-15,-7 5-37 0,3 3 32 0,0 5-29 0,3 3 41 16,6 2-6-16,-1 1-13 0,-3 5-12 0,3 4 15 0,5 7-8 16,3 8 15-1,9 1 10-15,2 3-14 0,0 3-12 0,2-1 22 0,4 0-21 16,8 4 19-16,8 0-6 0,9 2-9 0,9 1 4 0,8-6 0 15,7-2-1-15,7-4 10 0,5-4-2 0,11-1-2 0,10-2-27 0,12-8 21 16,10-1-19-16,9-7 27 0,8-3 1 0,0 1-5 0,8-4-11 0,2 1 11 0,4-1-7 0,12-1 18 0,2 2 0 16,1 1-9-16,1 4-83 15,3-2-2-15,1 0-39 0,3-1-167 0,-5 0 178 0,-5 4-39 0</inkml:trace>
  <inkml:trace contextRef="#ctx0" brushRef="#br0" timeOffset="42543.51">4100 10496 290 0,'-11'-9'35'0,"1"1"27"15,1 3-31-15,2-2-2 0,1 4-4 0,2-1 20 0,1 4 2 0,2 0-1 0,1 0-35 16,1 0 25-16,3-3-29 0,-1-1 16 0,2 0-5 0,1 2-7 16,1-2 10-16,1 1 3 0,1-2 4 0,1 2 6 15,1 0 2-15,2-2-7 0,1 2 3 16,1-2 7-16,1 3-5 0,2-2 4 0,0 1-6 0,-1-1-3 0,3 3-12 0,-8-1 13 0,1-2-9 0,2 2 18 16,2 0-2-16,6-1-10 0,2-1-20 15,1 4 22-15,-1-2-23 0,2 1 17 0,0 1-4 0,3 0-9 0,4 1 15 16,3 0-8-16,2 0 11 0,2 1-1 0,1 0-1 0,-2 0 1 0,-5 0-1 0,0-1 10 15,-1 3-8 1,-2-1 8-16,5-1 3 0,-1 1 1 0,3 2-28 0,1-1 20 16,1 1-21-16,2 0 23 0,1 2-9 0,0-2-13 0,0-2-13 15,-6 3 4-15,0-3-4 0,0-1 5 0,-1-1 1 0,5-1-5 0,1-1-1 0,2-1 2 0,4-3-1 0,1 0 11 0,1-2-4 16,-3 0-4 0,-4-2-7-16,-2 0 6 0,-2 0-4 0,-1 2 9 15,3-1-6-15,-4 1-4 0,0 0-3 0,0 2 8 0,-1 1-3 0,-1 3 6 16,-3-1 1-16,-4 1-6 0,-2 1-7 0,-6 3 8 0,-3-2-5 15,-4 3 6-15,-6 0-4 0,-3-1-6 0,-1 2 2 0,-1 1-12 16,-2 0 9-16,-1 2-32 0,-1 1-4 0,-2 2-3 0,-3 5-63 0,0-1-22 16,0-2-14-16,-2 3-179 0,-1 2 195 0,-3 4-30 0</inkml:trace>
  <inkml:trace contextRef="#ctx0" brushRef="#br0" timeOffset="48864.4">5066 11766 542 0,'-3'-8'158'0,"-1"0"221"0,2 2-299 16,0-1-50-16,2 4-20 0,0-3 26 0,3 3-6 0,1-3-9 16,3 1-24-16,2 0 15 0,3 0-15 0,2 0 12 0,1-1-5 15,2 2-5-15,2-1-16 0,3-2 18 0,-2 2-10 0,1 0 27 0,-6 2-1 16,-1-2-17-16,3 3-3 0,4 0 10 0,4 0-9 0,2 1 17 16,-1-1-2-16,0 2 0 0,1 0 6 0,0 0 0 15,2 2 5-15,4-1 7 0,-2 1-1 0,3 2-3 0,3 0-22 0,2 0 27 0,0 2-25 0,0-2 26 16,-7 3-2-16,0-2-10 0,4 1-16 0,-1 1 19 0,9-4-18 0,1 2 21 15,1-2-3-15,6 1-13 0,7-2-10 0,2-2 14 0,-4 0-12 16,1-3 13-16,-7-4-2 0,1 0-7 0,9-4-5 0,-2 2 1 16,2 0-2-16,2 2 4 0,-5 0-1 0,-4 1-1 0,1-1-15 0,-6-1 17 15,1 0-13-15,0 0 21 0,-5 2-1 0,1 1-11 16,-1 0 2-16,1 1-5 0,-2 1 2 0,-4 1 4 0,-8 0-8 0,-3 1 3 0,-1 1-47 16,-2 1-16-16,2 2-5 0,-4-1-85 15,-3 1-50-15,-4 2-37 0</inkml:trace>
  <inkml:trace contextRef="#ctx0" brushRef="#br0" timeOffset="68932.53">20786 7344 416 0,'-11'-9'87'0,"2"0"121"15,0 2-162-15,2 3-32 0,2 2-5 0,2 2 10 0,2-1-3 0,0 1-5 16,1 0-11-16,0 0 13 0,0 1-12 16,0 0 28-16,0 0-3 0,0 3 1 0,0 1-4 0,-2 2 15 15,2-1-7-15,-1 2 24 0,1 0-5 0,-1 1-15 0,0 1-3 0,1 1 14 0,0 1-13 0,0-1 9 16,0 0-5-16,1 0-4 0,0 2-6 0,2 0 4 0,-1 1-4 16,0-1 4-16,0 1-5 0,2 1-9 0,0 0-12 0,-1 1 14 15,2-1-13-15,1 0 10 0,-2 3 0 0,1 2-6 0,-1 4-15 0,1-2 10 16,0 2-9-16,1 0 22 0,-2-1-3 0,1 6-7 0,-1 4-10 15,0 5 6-15,-1 2-4 0,2 2 17 16,-3-2-6-16,0 0-3 0,0-2-14 0,-2 0 7 0,1-1-3 0,-1-1 20 0,0-1-2 0,0-2-7 16,0 3-15-16,0 2 23 15,-1 2-20-15,1 0 25 0,0 1-8 0,2 2-12 0,-2 6 3 0,2 0 3 16,-2-3 1-16,0-1-6 0,0-6 6 0,-2 2-5 0,1 5-6 16,0 2 18-16,0 4-16 0,0 2 16 0,0-4-4 0,-1-3-8 0,-2-2 3 0,2-1 5 0,-1-5-1 15,-1 2 9-15,1-2-4 0,0 0-8 0,1 4-11 0,1 3 8 16,1 2-6-16,0 1 11 0,1-7-7 0,2 0-8 0,-1-3-5 15,1-1 13-15,1 2-5 0,-1-3 24 0,0 0-5 0,0 3-9 0,0 3-15 16,0 3 7-16,0 2-6 0,-1-3 15 0,-1-10-1 16,0 3-4-16,-1-5-19 0,1-1 22 15,-1 1-17-15,0-3 25 0,-1-3-1 0,0-1-14 0,0 3-15 0,0-1 21 0,0-1-17 0,-1 0 30 16,2-6-11-16,-1 1-11 0,1-1-10 0,0-4 11 0,0 3-5 0,0-2 25 16,1-2-6-16,2 0-6 0,-1-4-11 15,0-1 3-15,0 0-2 0,1 2 11 0,0 0 1 0,0 1-3 0,2-1-18 0,-1-2 19 16,1 2-15-16,1-2 18 0,0-2 2 0,1 2-13 0,2 0-7 0,0-2 18 15,1 3-14-15,0-1 17 0,1 1-8 0,2 1-8 0,0 1-7 16,2-4 17-16,-1-1-6 0,2-1 19 0,2 0-4 0,0-1-15 0,5 1-18 16,-1-1 24-16,0 1-18 0,-4 0 27 0,-1 1-6 0,2 0-10 15,7-1-8-15,7 0 10 16,2-1-4-16,1-2 10 0,-3 2 1 0,2 1-9 0,2 1-15 16,1 1 20-16,3-1-15 0,2-2 28 0,2-4-7 0,-2 1-10 15,5-2-12-15,3-1 15 0,-1-1-10 0,8 0 20 0,-3-3-3 0,2 1-10 0,7-1-11 0,3 1 17 0,2-1-13 16,2 2 24-16,-4 1-1 15,3 0-10-15,6 6-16 0,1 1 1 0,4 2 9 16,2-1 17-16,-3-2 1 0,0-4-13 0,6 1-19 0,2-1 19 0,0 0-14 0,1 0 29 0,-4-2-11 16,-2 3-11-16,5-1-8 0,-1 1 13 0,-3 3-6 0,-2-2 13 0,-4 1-1 15,-4-4-11-15,3-1 2 0,1 0 4 0,-2-2-2 0,-2-1 5 16,-3 1-1-16,-5-1-6 0,1-1-20 0,-1 1 23 0,-1 0-16 0,-1 0 44 0,-9 0-12 16,0 1-7-16,-1-2-21 0,-6 2 9 15,1-1-5-15,-6 1 21 0,-6-1-2 0,-3 2-7 0,-3 0-25 0,-3-1 18 0,-3 2-18 16,-4 0 33-1,-3 0-6-15,-3 0-9 0,-2 0-25 0,-4 0 13 0,-2 2-16 16,-2-1-9-16,-3 1-17 0,0 1-25 0,3 1-95 0,-1 4-26 16,4 1-12-16,-2 1-214 0,7 5 257 0,3-2-34 0</inkml:trace>
  <inkml:trace contextRef="#ctx0" brushRef="#br0" timeOffset="72597.45">27552 7237 661 0,'-1'-1'96'0,"-4"0"228"0,2 1-320 0,1 2 7 0,1 2-9 15,1 0 19-15,1 2 1 0,3 3 1 0,0 3-19 0,2 1 13 16,0 2-14-16,1 2 17 0,0 1-3 0,0 1-4 0,-6 3-10 15,-1 1 5-15,0 2-2 0,0 2 17 0,4 1-2 0,0 0-4 0,1 2-13 16,-1 3 16-16,0-2-15 0,-1 2 16 0,1 0-8 0,-2-1-7 16,0 2-17-16,2 2 15 0,-2 2-10 0,2 4 30 0,1 1-7 15,2 0-14-15,-1 3-12 0,1-1 11 0,1 0-9 0,-1-2 16 16,1-2-2-16,-3-1-2 0,0 3-19 0,-2 4 14 0,-1-1-10 0,1 5 31 16,-1-4-7-16,-1 1-13 0,-1-1-8 0,0-4 12 15,0 1-8-15,-1-4 15 0,0-1-4 0,-2 1-8 0,1 4-14 0,0 2 16 16,1 4-9-16,0 2 25 0,1-2-2 0,0 3-19 0,-1-2 8 15,1-3 8-15,0-2-5 0,0 1 7 0,0-3-5 0,0 2-1 0,2 4-10 16,0-1 15-16,0-2-9 0,1 0 27 0,0-7-7 16,-1 0-13-16,1-1-12 0,-1-2 14 0,0 0-12 0,0 1 14 15,-2-1-3-15,1 3-7 0,0 1 0 0,0 3 0 0,-1-3 1 0,0-2 0 16,0-3 4-16,0-1-1 0,0-3-16 0,-1 2 19 0,1-4-17 0,-1-2 17 16,0-3 4-16,1 4-8 0,-1-1-20 0,1-1 15 0,1 0-15 15,1-1 24-15,1-1-2 0,0-1-10 0,1 3-9 0,2 1 19 16,-1-4-14-16,0 3 25 0,2-2 0 0,0-2-7 0,1 5-17 0,-1-3 9 15,2-2-9-15,0 2 22 0,-1 0-8 0,-1 0-8 0,1 3-4 16,0-2 1-16,1-3 1 0,1-2 4 0,-1-1 2 0,1-3 2 0,0 3-14 16,-1-2 3-16,1-1-6 0,-1 1 15 0,0-1-3 0,0-2 1 15,1 1-12-15,0-3 6 0,3-4-6 0,0 0 7 0,1-1-1 16,0 3-7-16,3 0-4 0,1-2 7 0,2 1-4 0,3-1 10 16,-8-1 0-16,2 1-4 0,3-1-14 0,1 1 21 0,4-2-16 0,1 2 23 15,-4-2 0-15,-2-2-8 0,0 1-23 16,-2-1 21-16,0 0-18 0,-1 2 34 0,0-3-6 0,-1 0-12 0,1 1-15 15,1-1 17-15,-1-1-11 0,3 1 27 0,1-1-7 0,1-1-12 16,7 0-6-16,3-1 15 0,1-1-8 0,-1 0 16 0,1 0-3 0,3 0-13 0,6 0-9 16,4-1 15-16,0 1-13 0,0-2 19 0,1 2 0 0,5 0-5 15,5 0-9-15,2 0 3 0,6 0-2 0,1 2 17 16,-3-2-3-16,4 0-3 0,1 2-16 0,3 3 8 0,4-1-7 16,0 1 14-16,-3-1-4 0,-3 0-5 0,2-1-1 0,4-3 3 0,3 0 0 15,-1 0 3-15,3-2 3 0,-5 0-4 0,0-2-11 0,2 3 22 0,0-3-16 16,3 2 36-16,-3 0-8 0,1 1-13 0,1 1 4 0,-4 3 6 15,2 4-2-15,0 2 5 0,-10 2 0 0,7 2-5 0,-1-1-26 0,-2 0 31 16,1 3-26-16,-5-4 43 0,-3 1-13 0,-2-2-20 0,4-3-16 16,-3 1 11-16,-5 0-9 0,-1 0 10 0,-8-1 1 0,-5 0-7 0,0 0-12 15,-1-2 14-15,0 3-12 0,-3-1 14 0,-2-1-8 0,-6 0-12 16,-4 1-41-16,-3-1-6 0,-5 1-9 0,-5 1-59 0,-5 0-33 16,-2 2-28-16,-4 1-158 0,-1 3 203 0</inkml:trace>
  <inkml:trace contextRef="#ctx0" brushRef="#br0" timeOffset="77498.75">23876 6304 256 0,'-6'-6'25'0,"4"1"373"0,0 1-133 16,0-1 25-16,0-2-226 0,1 2 30 0,0-1-54 0,1-2 30 16,0 3-10-16,0-2-16 0,0-2-11 0,1 3 12 0,-1 0-15 15,1-2 35-15,1 2-13 0,-2-3-11 0,0 3-13 0,0 1 14 16,-2 2-16-16,0-1 22 0,0 1-1 0,-1 1-12 0,-3-2-11 15,1 2 14-15,-1 2-19 0,-2 0 14 0,0 0-8 0,-1 3-9 16,0 2-15-16,0-1 12 0,-1 2-12 0,1 3 19 0,0 2-6 0,0-2-10 0,1 6-7 16,1-2 5-16,1 3-5 0,-2 2 8 0,0 1-1 15,1 2-4-15,0 5-14 0,3-2 17 0,1 0-13 0,-1 1 25 16,2-8-2-16,1 1-8 0,1 2-22 16,1-1 19-16,1-1-15 0,0 0 30 0,1-6-7 0,0 1-10 0,2-3-16 0,-1-3 14 0,1-2-9 15,-1 1 26-15,2-2-3 0,-3 1-7 0,0-1-9 0,1-3 8 16,-3 1-6-16,1-2 11 0,-2-2 4 0,1 0-4 0,-1-1-17 15,0-3 16-15,-1 0-14 0,-1-2 20 0,-1-1 0 0,-1-3-11 0,-1 0-7 16,-2-6 10 0,0 1-9-16,0 0 9 0,3 2-2 0,-2 0-6 0,1 3-3 0,-1 1 6 15,-1 0-3-15,1 1 10 0,-1 2-8 0,0 1-3 0,1 0 2 16,1 1 1-16,-1 1 3 0,2 0 5 0,0 2-4 0,0-1-5 0,0 0-7 16,2 1 5-16,0-2-3 0,1 2 10 0,1 0-13 0,1 1-12 15,0 1-50-15,0-1 7 0,3 0-10 0,0-1 2 0,3 1-40 0,3-1-33 0,1 0-110 0,4 0-82 16,-1-1-2-16</inkml:trace>
  <inkml:trace contextRef="#ctx0" brushRef="#br0" timeOffset="77839.72">24107 6244 1154 0,'-7'0'-176'0,"4"-1"380"0,2 1-23 0,0-2-48 0,0 2-63 0,1-1 30 0,0 0-57 0,2-1 17 0,0-1-19 0,3-1-18 0,0 1-9 31,3-2 1-31,0 1-2 0,3-2 7 0,3 1-4 0,-1 0-6 16,2-2-16-16,-1 2 19 0,1 0-17 0,0 0 24 16,-2-2-6-16,2 2-13 0,-1-1-9 0,0 0 11 0,-1 2-9 0,1-1 13 15,-3 2 2-15,-1-1-12 0,-1 3-33 0,-1 0 10 16,-1 1-20-16,-1 0-33 0,-1 0-16 0,-1 0-9 0,0 0-70 16,-2 0-19-16,-1 1 12 0,-1 1-155 0,0 1 207 0,0 1-30 15</inkml:trace>
  <inkml:trace contextRef="#ctx0" brushRef="#br0" timeOffset="78013.6">24142 6368 1279 0,'-9'6'-225'0,"6"-4"513"16,2-1-48-16,-1-1-52 0,2 0-104 0,4-3 3 0,1 2-44 16,4-4-16-16,4 1-6 0,-1-1-12 0,3 0-20 0,-2-1 20 15,2 2-21-15,-2-1 21 0,1-1-24 0,-1 3-15 0,1-1-67 16,-1 1-29-16,2 1 12 0,0 0-134 0,-1 0-130 0,3-1-29 15</inkml:trace>
  <inkml:trace contextRef="#ctx0" brushRef="#br0" timeOffset="79048.58">24590 6163 508 0,'-12'3'-316'0,"6"-2"642"16,6-1-61-16,2 0-92 0,-1 0-70 0,3 0 28 0,-5 0-55 0,0-1 15 0,-1 1-17 0,2-2-25 0,0 1-22 31,3 0-1-31,-1-2-9 0,0 1 5 0,-2-1-4 0,-1 1-1 0,1-2-15 16,2 0 12-16,5-1-14 0,1 0 19 0,1-2 3 0,1 1-3 15,1-2-4-15,3 1 8 0,1-1-11 0,0 0 22 0,0 1-9 16,-2 1-7-16,1 1-22 0,-2 1 13 0,-2 1-14 15,1-2 12-15,-3-1-1 0,-1 3-7 0,0 0-2 16,-2 0-18-16,0 3 9 0,-2 0-84 0,-1 3-22 0,1 0-13 0,-2 0-74 0,0 3-66 0,0-1 15 0</inkml:trace>
  <inkml:trace contextRef="#ctx0" brushRef="#br0" timeOffset="79349.81">24936 6254 1039 0,'1'0'-612'0,"-1"3"1046"0,1-2-68 16,0 0-204-16,0-1-47 0,2 2 20 0,-1-1-71 0,1 0-30 16,1 0-7-16,0 1-11 0,0-1-20 0,-1-1 7 0,0 2-10 15,1 0 10-15,-2-1 2 0,0 0-5 0,0 1-16 0,-1-1 16 16,1 1-17-16,-1 1 5 0,-1-2-30 0,1 2-19 0,1-1-73 16,-1 0-44-16,0 0 26 0,2-2-221 0,2 0 227 15,0 2-22-15</inkml:trace>
  <inkml:trace contextRef="#ctx0" brushRef="#br0" timeOffset="79731.88">25181 5793 556 0,'-11'-4'312'0,"5"4"-138"0,1-1 223 0,2-1-230 0,1-1 19 16,1 0-62-16,1 3-38 0,0-2-25 0,2-1-36 0,2 1-25 0,3-2 21 15,-1-1-21-15,0 0 38 0,1 0-11 0,0-1-15 0,1 0-5 16,1 0 10-16,-1-1-8 0,1 0 19 16,-3 0-8-16,1 1-9 0,1-1-9 0,-1 2 4 0,-1-1-6 15,1 1 6-15,0 0-5 0,-1-1 0 0,0 1-8 16,0 0 6-16,0 3-6 0,-1-3-5 0,0 1-14 0,-1 0-15 0,1-1-40 16,-1 2-21-16,1-2 9 0,-1 0-106 0,2 0-21 15,-1 1-3-15,1-2-221 0,1 0 256 0</inkml:trace>
  <inkml:trace contextRef="#ctx0" brushRef="#br0" timeOffset="80099.81">25211 5736 260 0,'-19'10'199'0,"2"3"-87"0,1-3 152 0,-3 1-140 0,2 2 0 0,3-1-24 15,-1 1-20-15,5-3-17 0,1 0-21 0,1 0-13 16,7-1 18-16,1 0-21 0,1-2 18 0,3 0-6 0,-4-3-10 0,0 1-4 15,2-2 17-15,-1-1-14 0,2 1 42 0,-3-3-7 0,2 0-16 16,1-1-6-16,1-2 12 16,7 1-17-16,2-2 7 0,2-1-13 0,1 2-10 0,4 0-6 15,-3 0 1-15,0 3-1 0,0-2 6 0,-1 2-6 0,-3 2-6 0,2 1-15 0,-2 3 12 0,1-1-13 16,3 1 19-16,-2 0 0 0,2 2-5 16,-1 0-6-16,-2 0 1 0,-2 0-4 0,-1 1 8 15,1 2-2-15,0-2-2 0,-1 1-1 0,0 0 2 0,-1 0-1 0,-2 1 3 0,-1-2 0 0,-3 0-3 0,-1-1-8 16,-2 1 8-1,-1 2-4-15,-3-1 19 0,0 0-2 0,-1 2-6 0,-3-5-12 0,-2 1 15 0,0-2-11 0,-1 3 25 16,-1 0-6-16,-2 0-12 0,1 2-10 16,-2-2 10-16,1 0-8 0,-3-1 15 0,-1 0-6 0,-1 0-6 0,0-3-12 0,0 0 11 0,3-1-8 15,-1 1 15-15,3-2-15 0,-2 0-16 0,3 0-52 0,-1 0-1 16,4-3-14-16,4 0-74 0,1-3-38 0,5-3-47 16,6-5-177-16,10-1 247 0</inkml:trace>
  <inkml:trace contextRef="#ctx0" brushRef="#br0" timeOffset="81158.35">29409 6109 256 0,'-22'0'3'0,"11"0"78"0,2 0 20 0,-1 0 29 0,1 0 0 16,0 0-12-16,0 3-13 0,0-2-54 0,1 3-7 16,1-1-7-16,0 2-19 0,1 0 11 0,0 3-16 0,0 1 11 0,0 2-5 15,0 1-6-15,0 0 13 0,-1 1-1 0,2 1 2 0,0 0 2 16,0 0-8-16,2-1-7 0,0 3-20 15,0-4 19-15,1 3-19 0,2-3 24 0,0 1-5 0,0-1-11 0,5-2-17 16,-2 1 9-16,1 0-9 0,2 0 26 0,-1-4-1 16,-1-1-7-16,-1-1-12 0,0-2 16 0,-1-2-14 0,-1 0 32 15,-1 0 17-15,0-1 1 0,0 0 26 0,-1-1 13 0,-1-1-17 16,-2-1-9-16,1-2-3 0,-2-1-16 0,0-2-9 0,-1-2 12 16,1-1-14-16,-1 0 8 0,0 1-5 0,2-3-5 0,0 0-21 0,0 2 18 15,2 2-16-15,-2 0 16 0,2 0-4 0,0 1-14 0,0 3-16 0,0-2 24 16,0 5-19-16,0-2 24 0,1 1-3 0,0 3-13 15,1-1-17-15,0 1 6 0,-1 0-11 0,1-1-26 0,0 1-26 0,0 0-27 0,0 0-106 16,3 1-18-16,0-1-34 0,4-2 28 0</inkml:trace>
  <inkml:trace contextRef="#ctx0" brushRef="#br0" timeOffset="81565.6">29756 5985 308 0,'-11'0'208'0,"6"0"-104"0,2-4 160 0,-2 3-142 0,4-3 15 0,0 3-22 0,1-2 3 15,1 0-41-15,2-1-36 0,4 0-28 0,1-1 6 0,1 0-5 0,3 0 20 0,-1-2-10 16,3 3-12-16,0-1-8 0,-1 1 4 0,0-1-5 0,0 1 3 15,-2 3-5 1,-2-1-2-16,0-1-8 0,-4 2 3 0,0-1 0 0,-2 2 17 0,-2 0-11 16,2 0-3-16,-2 0-38 0,-1 0-18 0,1 3 6 0,-1 0-68 0,0 0-11 15,0-1 4-15,0 3-104 0,-2-1 120 16</inkml:trace>
  <inkml:trace contextRef="#ctx0" brushRef="#br0" timeOffset="81727.4">29715 6198 1263 0,'-10'-9'-798'0,"11"5"1347"16,5 0-163-1,1-2-295-15,4-2-34 0,3 0-5 0,2-1-14 0,4 0-24 0,2 2-4 0,0-2-5 0,4 1-25 16,-4 0-13-16,2-1-5 16,2 2-163-16,0-1-131 0,5 0-50 0</inkml:trace>
  <inkml:trace contextRef="#ctx0" brushRef="#br0" timeOffset="82612.52">30317 6094 869 0,'-4'-1'198'0,"-1"0"13"0,1 1 7 0,-1 0-88 0,2 0-45 0,-2 1-20 0,2 1-34 15,-1 1-20-15,1-1 13 0,0 1-16 0,-1-2 21 0,3 2-5 16,-1-1-11-16,1 0-10 0,0 0 7 0,1 0-10 0,-1-2 7 16,1 1 3-16,0-1 0 0,0 1-12 0,0-1 2 15,0 0-7-15,0 0 18 0,0 0-8 0,0 0 2 0,0 0-15 16,0 0 8-16,0 1-6 0,0-1 21 0,1 2-8 0,-1-2-7 0,1 1-16 16,0 2-26-16,0-1 11 0,0-1-145 0,2 1-58 15,-1-2-30-15</inkml:trace>
  <inkml:trace contextRef="#ctx0" brushRef="#br0" timeOffset="83130.78">30565 5672 425 0,'-8'-6'243'0,"4"5"-107"0,-1-1 159 0,0 0-154 0,0 0 18 0,0 1-55 0,5-1 7 0,0 2-19 0,1-1-33 0,1 1-11 15,-3 0 17-15,0-1-23 0,0 1 8 0,1 0-9 0,0-2-15 0,0 2-3 0,1 0 7 16,1-1-8-16,0-3 9 0,3 0-7 0,-5 2-9 0,1-3-16 16,1 0 8-1,0 0-10-15,7 1 15 0,0-1-3 0,0-1-4 0,4 3-12 0,-2-3 11 0,0 4-10 0,3 1 18 16,-3 1-1 0,-1-2-10-16,2-2-19 0,-2-1 13 0,1 3-17 0,-1-3 1 15,0 2-23-15,1-2-16 0,0 2-52 0,0-2-4 0,2 1-1 16,-2-1-65-16,0 2-7 0,-1-1-27 0</inkml:trace>
  <inkml:trace contextRef="#ctx0" brushRef="#br0" timeOffset="83479.83">30587 5677 953 0,'-17'6'191'15,"4"1"-9"-15,1-1-58 0,4 2-44 0,1-2 12 0,2 2-32 0,0-1 7 16,-3 0-10-16,2-3-16 0,1 2-23 0,2-2 16 16,2 0-21-16,1-2 18 0,0 0-3 0,2 0-10 0,1 1-2 15,3-2 14-15,1-1-14 0,2 0 17 0,0 0-5 0,-4 0-14 16,2-1-11-16,0 1 11 0,-1-2-13 0,9 2 16 0,-1 0-7 16,0 3-6-16,3-1-8 0,-2 4 6 0,-2-3-4 0,2 4 15 15,-3-2-5-15,0 3-7 0,2 1-6 16,-3 0 5-16,1 0-5 0,1 2 10 0,-1-1-1 0,-1 2-3 15,1 1-1-15,-3-2-6 0,-3 2 5 0,1-2 6 0,-2-2-1 0,-3 2 2 0,-2-2-11 16,-1 1 13-16,-3-1-9 0,-2 2 31 0,-3 0-1 16,-4 0-2-16,0-1-19 0,-4 2 13 0,0-1-14 0,0 0 14 0,2-1-7 15,-1 0-9-15,-1 0-16 0,0 2 15 0,-1-3-11 0,0-1 23 16,2-3-4-16,2 0-12 0,0 0-12 0,2 1-7 0,6-1-1 16,0 2-47-16,1-5-22 0,2 4-22 0,-3-4-190 0,3-1-86 15,3 2-39-15</inkml:trace>
  <inkml:trace contextRef="#ctx0" brushRef="#br0" timeOffset="86454.25">21626 8486 624 0,'-7'-11'186'15,"-1"4"278"-15,5 0-372 0,-1 3-77 0,3 3-5 0,0-1 46 16,-5 2-6-16,2-2-1 0,-2 1-21 0,1-2 7 0,0 2-11 0,3-1-6 16,0-1-10-16,2 0-8 0,0 2-8 15,3-3-1-15,3 1-1 0,0-3-5 0,4 1-7 0,1-1-6 0,-4-1-53 16,2 1-18-16,3-2-15 0,2-1-170 0,11 0 174 0,4-1-36 0</inkml:trace>
  <inkml:trace contextRef="#ctx0" brushRef="#br0" timeOffset="86649.15">22127 7772 1945 0,'-19'-25'50'0,"5"15"-82"0,1 3 7 0,-3 7 18 0,3 2-31 15,4 1 4-15,4 1-11 0,2 3 7 0,3-4 8 0,0 1 5 0,4 0 3 0,1 1 3 0,3-2-3 16,3 1-14-16,0-2-3 0,2 1-12 0,1 2-43 0,-1-1 12 15,-5 1-23-15,1-1-54 0,0 3-50 0,1 0-46 16</inkml:trace>
  <inkml:trace contextRef="#ctx0" brushRef="#br0" timeOffset="86803.31">22257 8468 1770 0,'-19'20'85'15,"16"-19"-133"-15,0 2-7 0,3 2 41 0,0 4-52 0,4 0 12 0,5 3-11 16,4-1 30-16,1-2 5 0,2 1-1 0,2-1-24 0,0 1 6 0,0-1-18 0,3 0-70 16,0 0-32-16,-2-2-39 0</inkml:trace>
  <inkml:trace contextRef="#ctx0" brushRef="#br0" timeOffset="86979.16">22405 9004 1963 0,'-19'-6'48'15,"0"4"-96"-15,4 4 45 0,7 3-33 0,4-1-26 0,4 1-55 0,2 0 5 0,5 0-5 0,2 1 22 16,3 0-4-16,4-5-3 0,1-1-11 0,2-1-9 16,2-5 8-16,4 0-21 0,4-4 4 15,3-1-8-15</inkml:trace>
  <inkml:trace contextRef="#ctx0" brushRef="#br0" timeOffset="87135.89">23065 8413 1807 0,'-16'-16'58'0,"-11"-4"-34"16,2 6 4-16,2 3-2 16,2 4 16-16,4 3-7 0,2 3-13 0,3-1-32 0,2 2 20 0,0 2-20 0,3 0 25 0,3 1-11 0,1-1-12 0,3 0-39 31,3 1 0-31,1 1-9 0,3 0-21 0,2 1-11 0,1-1-16 15,2 0-71-15,5 0-30 0,1 0-13 0,3-2 32 0</inkml:trace>
  <inkml:trace contextRef="#ctx0" brushRef="#br0" timeOffset="87299.08">23130 9099 2047 0,'-44'1'8'0,"20"3"-17"0,4 4-7 0,-2 3 1 0,6 3-61 16,6 2 2-16,5 0-11 0,5-3 25 0,4-1 3 0,4-1 3 0,3 1-45 16,4-3-5-16,2 2-18 0,3 2-131 0,0-3-65 0,-2 2-67 15</inkml:trace>
  <inkml:trace contextRef="#ctx0" brushRef="#br0" timeOffset="87500.75">23069 9711 2036 0,'-79'-4'59'0,"45"-1"-115"0,8 5-8 0,7 4 9 0,5 5-42 0,6 2 5 16,3 1-2-16,5-1 44 0,5-1 3 0,2-1 6 0,4-1-8 0,2 0 0 16,4-2-1-16,7-3-15 0,3-1-15 0,6-2-16 0,4 0-79 15,-4-4 12-15,3 1-22 0,0-3-3 0,0-3 109 16,4 1-10-16</inkml:trace>
  <inkml:trace contextRef="#ctx0" brushRef="#br0" timeOffset="87628.51">23893 9626 1181 0,'11'-16'308'15,"-10"2"0"-15,-4-2-89 16,-11 3-87-16,-1 3-77 16,6 5-52-16,7-1-22 0,1 4-30 15,4-2 6-15,4 1-34 0,7 0-14 0,5-2-14 16,8-1-127-16,9-3-62 0,10-2-12 0,7 2 38 0</inkml:trace>
  <inkml:trace contextRef="#ctx0" brushRef="#br0" timeOffset="87754.52">24368 9500 2318 0,'-64'-9'-4'15,"30"9"9"-15,3 3-4 0,1 5-1 0,2 7-67 0,8 5 10 0,7 1-24 0,7 2 1 16,8-3-8-16,7-2-9 0,8-1-25 0,4 1-31 0,4 0 3 0,0-1-193 0,0-2 206 15,0 3-35-15</inkml:trace>
  <inkml:trace contextRef="#ctx0" brushRef="#br0" timeOffset="87913.89">24277 10449 2421 0,'-38'0'29'16,"16"0"-46"-16,4 0-9 0,3 7 6 0,4-1-82 15,7 2-5-15,5 0-17 0,7 1-48 0,3 2-4 0,2 1-16 0,1 0-112 16,0 0-60-16,-1-1-27 0</inkml:trace>
  <inkml:trace contextRef="#ctx0" brushRef="#br0" timeOffset="88055.39">24117 10572 1956 0,'-3'2'346'15,"-7"-7"-329"-15,2-2 1 0,-3 1-18 0,1 2 11 0,2 4-12 0,-2 0-4 16,3 1-16-16,6 0-17 0,2 2-85 0,8 0-8 0,4 3-23 0,8-1-165 16,1 1-149-16,12 5-121 0</inkml:trace>
  <inkml:trace contextRef="#ctx0" brushRef="#br0" timeOffset="90008.4">21153 7533 256 0,'-10'-8'19'0,"4"6"269"0,0 1-130 0,3 1 5 0,0 1-168 16,0 1 6-16,2 1-7 0,1 1 31 0,1-2 9 0,2 0 9 16,1 0 5-16,2-1 6 0,2 2-4 0,2-2 14 0,1 1-4 15,4-2-8-15,1 1-25 0,1 0 23 0,1 0-23 0,0 1 19 16,-2-1-5-16,1 0-10 0,0 1-11 0,-1-2-1 0,2 0-3 0,-1 0-12 16,-1 2 6-16,0 3-4 0,-1 0-6 0,0 0 13 0,0 3-15 15,0-1 5-15,-1 0 3 0,0 1-2 0,2 2-9 0,0 0 13 16,0-1-9-16,2 2 24 0,-2-1-4 0,4 0-11 0,-1 0-9 0,0 1 16 15,-7-1-13-15,0 0 19 0,2 0-6 0,-1 1-9 0,11-1-10 16,-2 0 17-16,0 2-11 0,-2-2 24 16,-3 3-6-16,1-1-13 0,0 1-6 0,1 1 10 0,2-1-9 15,0 2 10-15,3-2-1 0,0 3-5 0,3-1-7 0,2 2 9 16,1-2-8-16,4 3 12 0,1-1 0 0,1 3-10 0,-3 6-3 0,2-5 9 16,0 4-8-16,0-1 6 0,2-3-3 0,-5 2-3 0,3-2-5 15,-1-1 6-15,-1-1-3 0,3 0 1 0,-2-2 6 0,2 2-7 0,2 0-5 16,-1 1 15-16,-4 4-12 0,-2-3 11 0,0 4-5 0,-1-4-7 0,6 4-6 15,-4 2 11-15,0-1-5 0,-1 4 19 0,0 1-3 0,1-6-6 0,6 5-19 16,3-3 14-16,4 1-11 0,2 0 21 0,-6-4-2 16,2 1-8-16,1-4-18 0,-1 4 20 0,1 2-15 15,-1-1 29-15,-1 1-4 0,3 0-11 0,7 3-7 0,2-2 10 0,-3 5-8 0,3 2 9 0,-6-3 0 16,-4 4-4-16,3-3-16 0,-5-1 13 0,-2 2-10 0,0-5 29 16,1-3-3-16,3 0-6 0,2 0-16 0,-6 2 10 0,2 0-9 0,-2 1 14 15,-2 0-2-15,4-1-2 16,-2 4-14-16,-1 0 8 0,-3 0-7 0,1-2 25 0,-1 1-4 15,3-3-3-15,5 4-6 0,3-3 12 0,-6-3-6 0,4 1 19 0,-6-1-11 0,-1 0-10 0,5 2-9 0,-4 1 15 16,1-1-9-16,-1 0 20 16,-1 1-4-16,2 0-14 0,0 3-14 0,0-2 15 0,0-2-11 15,-9 1 19-15,-4-5-8 0,-1 5-12 0,-1-6 2 0,2-2 4 0,-3-3 0 16,-4-2 10-16,-3-2-3 0,-2 1-2 0,0-2-6 16,-1 2-1-16,0-2-1 0,-1 1-16 0,-3 0-16 0,-1 2-15 0,-2 0-82 0,-1 1-26 0,-2-3-13 0,-1 0-194 15,3-2 219-15,-3 0-33 16</inkml:trace>
  <inkml:trace contextRef="#ctx0" brushRef="#br0" timeOffset="91387.23">23477 11589 1188 0,'-18'-9'336'0,"-3"1"-209"0,0 3-119 16,0 4-17-16,2 2 26 0,4 2-5 15,1-1-12-15,2 1-3 0,-2 1 12 0,2-1-6 0,0 0 28 16,1 1-3-16,1-2-6 0,0 2-16 0,1-1 15 0,1-1-13 16,2 2 18-16,-1-1-1 0,1 1-6 0,1-1-24 0,0 3 17 0,2-1-16 15,-1 1 18-15,1 1 0 0,-2 1-11 0,-1 3-3 0,-1 2 5 16,-1 1-5-16,2 2 2 0,-2 2 0 0,2 1-5 0,-2 1 0 16,0 0-2-16,-1 1 1 0,0 2-1 0,0-2-1 0,-1 4 2 0,5 2-15 15,-2-3 12-15,1-4-9 0,1 1 12 0,-4-4-12 0,1 0-11 16,2 3-46-16,2-2 5 0,2-3-14 0,0 0-47 0,4 1-48 15,0 0-47-15,3 0-60 0,2-1 141 0</inkml:trace>
  <inkml:trace contextRef="#ctx0" brushRef="#br0" timeOffset="91673.42">22982 11631 1812 0,'-1'-2'47'0,"1"2"-59"16,2 1 13-16,4 3-17 0,2 2 24 0,3 2-5 0,5 1-3 0,3 2-5 0,2 5 6 15,-1 2-2-15,-1 1 15 0,-7 1-3 0,0 1-7 16,4-1 1-16,3-1 9 0,4 4-5 0,2 0 8 0,-1 3-4 0,-3 0-9 0,0-2-10 15,1 0 7-15,-1-3-4 0,0 1 15 0,-2-2-6 0,4-1-5 16,-1-1-23-16,1-2-4 0,-1 0-6 0,0 0-46 0,-2-4-24 16,0 1-25-16,4-1-92 0,-2-1-22 0,-1-1-10 0,0-1 87 15</inkml:trace>
  <inkml:trace contextRef="#ctx0" brushRef="#br0" timeOffset="92401.47">19392 8815 256 0,'-1'-7'33'0,"-1"3"454"0,2 2-226 0,0 2 1 0,2 0-269 15,3 0 8 1,1 0-5-16,2 0 16 0,1 0 4 0,-1-1-5 0,2 1-15 0,0-2 24 16,-1 2-22-16,1 0 24 0,-1 0-5 0,0 2-10 0,0-1 20 0,1 1-4 15,1 0 11-15,1 0 14 0,0 1-5 0,1 1 2 0,3-2-25 0,1 3 16 16,1 0-16-16,-1 1 12 0,-3 1-13 0,-3 0-15 0,-1 3-13 16,0 0 7-16,1 2-4 0,6-2 21 0,1 0-4 0,0-1-9 0,-1 1-12 15,-3 1 13-15,0-1-11 0,-1 1 11 0,0 1-3 0,-2 2-11 16,1-3-1-1,0 1 12-15,1-3-8 0,0-4-1 0,1-1-11 0,0 1-21 0,1-1-49 16,1 5-30-16,-3 0-2 0,3-2-88 0,0 1 9 0,0-5 13 16</inkml:trace>
  <inkml:trace contextRef="#ctx0" brushRef="#br0" timeOffset="92654.96">20184 8436 1540 0,'-19'-5'37'0,"-1"-1"-45"15,9 6 24-15,1 6-20 0,2 0 45 0,3 3-4 0,-5 1-2 0,2 2-3 16,1 3-12-16,-1 2 9 0,1 3-4 0,0-1-4 0,0 2 3 16,0 4-22-16,0 4 22 0,1-1-17 0,-3 2 26 0,1 0-5 15,-1 1-11-15,1 4-18 0,0 3 9 0,1 0-10 0,1 6 6 0,1-1 1 16,-1 4-7-16,2 1-9 0,-1 2-2 0,1-4-4 0,-1-4-19 15,2-1-11-15,0-3-9 0,0 1-23 0,-1 2-6 0,2-1-1 16,-2-3-46-16,1-1-10 0,0-1-21 0,-1-1-135 0,1-2 184 0</inkml:trace>
  <inkml:trace contextRef="#ctx0" brushRef="#br0" timeOffset="97667.17">30822 11614 1179 0,'-16'-3'331'0,"-2"1"-201"16,2 2-138-16,0 0-3 0,2 3 14 16,1 2-3-16,3 0 2 0,1 2-15 15,0-1 11-15,2-1-10 0,1 1 23 0,0 1-3 0,0-2-4 0,0 1 0 0,-1 3-2 0,-2-1 2 16,-1 2-3-16,-3 1 3 0,0 1-1 0,-2 4-10 0,2 2 12 16,-2 0-12-16,0-1 10 15,5 4 0-15,-5 3-3 0,-3 2 0 0,-1 2 0 0,-7 1-1 16,0-3-10-16,1 0-6 0,1-2-7 0,0 2-34 0,0-1 19 0,0 0-18 15,0-4 22-15,2-3 5 0,1-1-7 0,-1-3 5 0,1 0 8 16,1-2-3-16,1-3 20 0,1-2-6 0,2-2-9 0,0 0-51 16,4-1 8-16,3 0-23 0,2-3-49 0,5 2-38 0,0-2-36 0</inkml:trace>
  <inkml:trace contextRef="#ctx0" brushRef="#br0" timeOffset="97904.73">30197 11678 1276 0,'-23'-23'-529'0,"14"14"840"16,5 4-112-16,-1 0-211 0,2 1 9 0,2 1 2 0,0 3 1 15,1-2 4-15,1 2-2 0,1 0-5 0,3 2-14 0,-1-2 27 0,2 3-19 16,-2 3 32-16,2-3 0 0,1 4-12 0,2 0 3 0,0 2 19 16,2 4-10-16,1 0 25 0,2 2-7 0,3 3-16 0,3 3-18 15,2-1 15-15,3 2-15 0,2 2 10 0,0-1-10 0,4 3-7 0,5 2-12 16,2-1 5-16,2-3-3 0,-8 2-3 0,0-4-7 0,-2-2-12 15,-1 2-4-15,2-2 16 0,-5-4-11 0,-2-2 8 0,-4-3-7 16,-1 0-12-16,-1-2-22 0,-2-2-13 0,0 0 4 0,-3-2-29 0,1-1-30 16,-1-2-13-16</inkml:trace>
  <inkml:trace contextRef="#ctx0" brushRef="#br0" timeOffset="98523.06">26608 8583 858 0,'3'-1'222'0,"4"2"-127"0,0 0-84 0,2 0-11 0,1 3 2 0,1 0-2 16,2 0 0-16,-1 2 0 15,0-2-3-15,2 1 6 0,-2-2 6 0,2 1 4 0,-1 0-1 0,0-3-8 0,1 3 15 0,2 0-13 16,-1-2 22-16,3 2-9 16,0-2-7-16,1 5-12 0,1-2 2 0,-1 1 0 0,0 2 10 0,1-2-3 15,2 2-4-15,1 0-8 0,0 0 6 0,1-2-5 0,-2 0 4 0,-7-1-3 16,-1 2-8-16,-1-2-2 0,-1 1-12 0,4-1 6 0,0 1-39 0,-2-3-3 0,-1 3-7 0,-1-4-18 15,-2 1-17-15,-2-2-3 0,0-1-103 0,0 0 0 0,1-1-14 16</inkml:trace>
  <inkml:trace contextRef="#ctx0" brushRef="#br0" timeOffset="98760.11">27338 8359 1401 0,'-29'-7'-6'0,"15"5"8"0,3 2 2 0,2 1-1 0,1 4-16 0,1-1 19 0,0 4-16 0,0 1 30 0,1 2 0 0,1 2-7 0,-2 4-8 15,-1 1 8-15,0 3-6 0,-1 4 17 0,1-1-9 16,-2 0-7-16,-1 5-20 16,-3-1 17-16,1 4-13 0,1 1 22 0,-1-1-3 0,2-1-9 15,0 2-17-15,2 2 7 0,0-1-8 0,1 2 1 0,0 0-12 0,6 2-17 0,-1 4-44 0,-2-3-2 0,1 1-15 0,-5-2-97 16,-2-5-60-16,1 2-55 0</inkml:trace>
  <inkml:trace contextRef="#ctx0" brushRef="#br0" timeOffset="100393.57">28574 10202 256 0,'-17'-18'52'0,"10"8"669"15,0 5-382-15,5 1-41 0,-3 2-358 0,5 2-38 0,0 0 33 0,6 1-99 0,0 2 12 16,5 2 12-16,-4-2-72 0,5 0 22 0,2-2-30 0,6-1 136 15</inkml:trace>
  <inkml:trace contextRef="#ctx0" brushRef="#br0" timeOffset="100566.03">28536 10490 1614 0,'-17'-1'229'0,"-1"-1"-298"0,5-1-53 0,6 2 52 0,6-2-39 15,2 1 63-15,6-1-93 0,5 0 17 0,5-2 2 0,4-2-26 0,0-4-27 16,3-8-4-16,5-8 38 0</inkml:trace>
  <inkml:trace contextRef="#ctx0" brushRef="#br0" timeOffset="100742.96">29148 9114 2003 0,'-40'-36'131'0,"27"22"-301"0,7 4 56 0,0 1 42 0,4 3-21 0,-1 1-1 15,2 2-27-15,4 2-95 0,3 1-32 0,9-2-30 16</inkml:trace>
  <inkml:trace contextRef="#ctx0" brushRef="#br0" timeOffset="100913.79">29392 9379 2147 0,'-16'23'-102'0,"1"-23"60"16,5 1 7-16,2 3-58 0,4 4 3 0,2 2 0 0,2 6-17 0,2 4-49 15,5 3 7-15,3-1-2 0,3-2-69 0,2 0 24 16,2-2-26-16,2-3 69 0,0-4 84 0,1-2 6 0</inkml:trace>
  <inkml:trace contextRef="#ctx0" brushRef="#br0" timeOffset="101040.98">29537 9666 1692 0,'-16'-8'-18'16,"-1"2"-49"-16,4-1-45 0,2 6 49 0,6 0-312 0,0 1 242 16,0 2-73-16</inkml:trace>
  <inkml:trace contextRef="#ctx0" brushRef="#br0" timeOffset="101232.28">30187 8550 2175 0,'-9'-38'263'0,"7"1"-414"16,4 3-120-16,9 6 121 0,5 6-90 0,4 4 134 0,2 3-217 15,3 4 182-15,1 4 2 0</inkml:trace>
  <inkml:trace contextRef="#ctx0" brushRef="#br0" timeOffset="101347.59">30496 8163 420 0,'-18'-8'-23'0</inkml:trace>
  <inkml:trace contextRef="#ctx0" brushRef="#br0" timeOffset="101495.95">30793 8530 2010 0,'-10'4'209'16,"4"-5"-333"-16,4 1-131 0,3 8 54 0,4 2-11 0,0 5 39 15,2 8-162-15,2 5 200 0,-1 4-28 0</inkml:trace>
  <inkml:trace contextRef="#ctx0" brushRef="#br0" timeOffset="101721.89">31215 7884 2733 0,'15'-65'-349'16,"-6"36"205"-16,0 4 113 0,-1 6-56 0,-4 3-86 0,3 3-57 0,2 4-271 0,3 2 303 15</inkml:trace>
  <inkml:trace contextRef="#ctx0" brushRef="#br0" timeOffset="101864.43">31331 7341 2297 0,'-3'-23'-34'0,"2"5"-209"0,3 7 124 0,5 4-39 0,3 5 4 0,3 2-201 0,4 3 201 0</inkml:trace>
  <inkml:trace contextRef="#ctx0" brushRef="#br0" timeOffset="102625.34">28398 10101 1455 0,'-28'2'-262'0,"10"-1"398"0,3 1-52 0,4 1-106 0,1-1 22 16,4-2 0-16,2 2 5 0,2-1-1 0,2-1-1 0,0 0-4 0,0 0-22 16,2 0 23-16,2 0-18 0,1-1 34 0,0-1-2 0,1-1-6 15,1-1-7-15,0 1 1 0,0-1-1 0,0 1 12 0,1-1-3 16,0 0-1-16,1 3-27 0,2-3 27 0,0-1-21 0,2 0 34 0,1-1-9 15,3-1-16-15,2-4-20 0,6 2 22 0,2-5-16 16,1 2 32-16,-3-5-1 0,-1 3-12 0,3-1-17 0,3-5 21 0,4 0-18 16,0-4 26-16,-5 2-7 0,-1-3-7 0,1 1 8 0,2-2-2 15,0 2 8-15,2 0 16 0,-2 1-3 0,6-2-1 0,4-1-22 0,-1-6 11 16,6-3-13-16,0-5 9 0,0-2-3 0,3-1-4 0,-3-4-12 16,-1-1 6-16,3 2-5 0,2-3 14 0,5 3 1 15,0 0-4-15,11-9-7 0,-1-7 5 0,0-4-6 0,3-3 4 0,-5 6 1 16,5 4 2-16,6 4-5 0,1 0 1 0,1-1-3 0,-3-5 8 15,-8 1 1-15,2-2-2 0,4 1-17 0,1 6 22 0,1 5-17 0,-2 6 33 16,-8 1-2-16,-2 4-8 0,-1-6 7 0,-1-3 10 16,1 2-5-16,1-1 4 0,-6 5-5 0,0 2-12 0,-3 0-7 0,-4 5 0 15,-2 3-2-15,-6 1-2 0,-5 5-2 0,-3 1 0 0,0-1-3 0,0-2 1 16,0-3 2-16,0-2 12 0,-3 0-3 0,-1 1-5 0,1 1-4 16,0 0 3-16,2 3 0 0,-1 0 10 0,-3 3-5 15,0 4-4-15,0 1-12 0,0 3 9 0,0-1-8 0,-1 2-4 16,-3 3-12-16,-2 3-17 0,1 0-61 0,-1 1-37 0,3 0 1 0,0 1-181 0,-2 3 185 15,-5 0-12-15</inkml:trace>
  <inkml:trace contextRef="#ctx0" brushRef="#br0" timeOffset="103164.25">30797 8724 1854 0,'-8'-14'269'0,"1"1"-253"0,2 3-107 0,4 2 18 0,1 1 83 0,0 4-6 0,0 3-6 0,1-2-93 0,2 2 23 15,1 0-36-15,2 2 53 0,1-2 6 0,0 0 9 0,2-2-16 0,0 0-3 0,1-5-5 16,1 2-36-1,0 0-8-15,3-3-19 0,4 0-214 0,6-3 228 0</inkml:trace>
  <inkml:trace contextRef="#ctx0" brushRef="#br0" timeOffset="103307.42">31724 7994 1642 0,'-21'-21'126'0,"12"13"-264"0,4 4 51 0,2 0 51 0,1 3-14 0,2 1-31 0,2 2 5 0,1 2-56 16,2 0 23-16,0 1 21 0,2-3-5 0,-1 1 21 0,-1-3-21 0,1 0-9 16,-2-1-50-16,-1-1-38 15</inkml:trace>
  <inkml:trace contextRef="#ctx0" brushRef="#br0" timeOffset="103530.07">30140 7289 2249 0,'-15'-13'-86'15,"7"5"-28"-15,7 3-28 0,1 4 47 0,0 1 121 16,0-2-27-16,-1 2 2 0,0 0-2 0,1 3-1 0,0 1-21 0,4 0-14 0,5 5-46 15,6 0-20-15,2 3 2 0,2 2-110 0,0 1-91 0,2 1-61 0</inkml:trace>
  <inkml:trace contextRef="#ctx0" brushRef="#br0" timeOffset="103800.43">30207 9273 256 0,'-21'-1'54'0,"14"-1"751"0,0 0-368 0,-1-1 1 0,-3 3-465 16,0-1-22-16,1 1-11 0,0 1-128 0,2 3 5 0,0-1-19 0,2-1 28 16,2 1 44-16,0-3-16 0,2 0 81 0,0-3-36 15,0-1-23-15</inkml:trace>
  <inkml:trace contextRef="#ctx0" brushRef="#br0" timeOffset="103973.86">29479 8331 2167 0,'-18'-14'-40'0,"5"-1"-100"0,4 7 18 0,2 0 26 0,0 5-16 0,2 3-67 15,0 5-55-15</inkml:trace>
  <inkml:trace contextRef="#ctx0" brushRef="#br0" timeOffset="112975.18">6939 10400 695 0,'-36'-6'220'0,"2"1"333"0,5 4-455 0,3 2-92 0,6 3-14 16,3 0 17-16,8 0-3 0,4-2-6 0,4 1-26 0,1-1 25 0,5 1-20 16,0 1 31-16,6 1 4 0,1-1-14 0,2 2-15 0,1-2 28 15,0 2-24-15,0-2 33 0,0 1-5 0,2-1-12 0,4 0 8 0,2-1 1 16,1 1 4-16,4-2 17 0,2-1-5 0,2-1-2 0,4 0-21 15,5-1 17-15,0-1-16 0,-2 3 17 0,5-1-2 0,2 0-10 0,6 0-20 16,9-7 13-16,0 2-12 0,2-1 27 0,0-1-9 0,-1-1-8 16,-2 0-16-16,1-1 13 0,0 1-8 0,0 1 19 0,1 1 0 15,-1-1-9-15,2 0-16 16,-3 1 20-16,-8 0-17 0,-1-1 20 0,-6 5 1 0,-2-1-14 0,7 2-6 16,-4 2 5-16,0 2-14 0,1 0-53 0,-3 3-36 0,2 1-32 0,0-2-181 0,0-1 192 0</inkml:trace>
  <inkml:trace contextRef="#ctx0" brushRef="#br0" timeOffset="115414.35">20928 12740 633 0,'-5'-7'139'0,"0"2"-90"0,2 1-37 0,2 3-11 0,-1 1 28 0,2 0-6 0,0 0-15 0,2 0-16 16,-1 1 17-16,1 1-14 0,1 0 24 0,1 3 0 0,1-1-3 16,0 3 2-16,0 0-2 0,1 1 4 0,0 1 3 0,0 1 1 15,0 0-4-15,1 5 4 0,-2 0 4 0,2 4-4 0,0 4 3 16,0 0 0-16,-1-1-1 0,2 2-24 0,1 2 20 0,1-1-18 0,-1 5 22 15,-1-4-5-15,0-1-14 0,2 1-13 0,1-2 11 0,1 3-11 16,-2 1 17-16,0 2-5 0,-1 2-3 0,1 2-7 0,-5 3-1 16,1 2 2-16,-1 0 10 0,-2 2 1 15,6-1-5-15,-1 2-4 0,-3 1 7 0,2-1-7 0,0 3 2 0,0 2-2 0,0 4-4 0,1 4 5 16,-2 2 5-16,0 0 1 0,-2-2 20 16,-1-4-2-16,0-3 0 0,0 2-20 0,0-2 13 0,-2 1-15 0,3 3 13 15,-3-3-7-15,1 0-9 0,0-1 1 0,1-1 3 0,-1-4 1 16,-1-2 0-16,0-3-1 0,0 0-3 0,-1 1-2 0,0 1 7 0,0 1-5 15,-1 0 10-15,-1 0-4 0,0-1-2 0,-1-2-14 0,0 0 16 0,1-1-9 16,-2 2 35-16,0-5-6 0,1 2-13 0,-2 1-16 16,1 2 16-16,1-1-14 0,0 1 22 0,1-4-6 0,-2 1-13 0,1 0-10 0,-1 0 9 15,0-3-6-15,0-1 21 0,0-4-3 0,0-2-7 0,-1-2-9 16,1-1 10-16,-1-2-10 0,1-1 15 16,-1 1-3-16,2-3-2 0,0 1 1 0,0-2 5 0,1 1 1 0,-1 0 6 0,1 1-4 0,0 1-9 15,2 1 3-15,0 2 10 0,3-1-5 0,0 2 6 0,0-2-7 16,1 3-11-16,0 1 3 0,2-2-6 15,-1 0 7-15,3-3 1 0,1-4-5 0,3-3 3 0,2 0-9 16,0-1 2-16,2-1-1 0,1-1 3 0,0-2 4 0,0 0 0 0,2-1-30 0,0 1 30 0,1 0-26 16,3-2 36-16,0-3 0 0,3-4-16 0,3 1-16 0,3-4 29 15,5-2-24-15,5 1 28 0,-5-2-8 0,7 2-16 0,4-1-4 16,0 1 9-16,7-1-4 0,-2 3 20 0,-4-1-5 0,4 0-5 0,6 2-11 16,5 0 11-16,4 0-9 0,-1 1 11 15,-5 0 2-15,-3 0-4 0,1 2-19 0,0 2 21 16,4-1-18-16,3-1 28 0,1-1-2 0,2-1-11 0,1 0-12 0,-2-1 17 15,3-1-11-15,3 2 19 0,-3-2 6 0,6-2-12 0,2 1-12 0,-4-1 20 0,1 0-17 0,0 0 18 16,-1-1-2-16,0 1-13 0,4-1 1 16,-5 1 0-16,-3-1-1 0,-1 2-2 0,-1 2-2 0,0 0-3 0,5 0 6 0,-4-1 9 15,-4 1 1-15,-7 1 20 16,-4 0-5-16,-3 0-6 0,3 4-23 0,-2 0 19 0,-4 1-16 0,-1-1 34 0,-3-2-6 0,-4 1-9 0,3 1-17 16,-8-3 9-1,-4 1-10-15,-1 2 6 0,-5-2-2 0,-5 1-5 0,0 0-10 0,-3 0 9 16,-4-3-10-16,-1 1 9 0,-3 0-10 0,-3 0-8 0,0-1-21 15,-1 0 7-15,-3 2-5 0,1-2 18 0,-3 0-7 0,1 0-5 0,0 0-41 0,2 0 0 0,3 0-16 0,1 0-75 16,3-2-20-16,1 1-33 0,11-1-152 0,12-6 216 0</inkml:trace>
  <inkml:trace contextRef="#ctx0" brushRef="#br0" timeOffset="117095">27540 12637 256 0,'-22'-10'29'0,"10"4"412"0,2 1-207 0,1 2-1 16,1 2-241-16,2 1 8 0,-1 2-3 0,0 0 14 0,0 3 1 0,2 0-9 0,0 3-10 0,0-2 15 0,0 2-13 15,1 2 15-15,0 1-5 0,1 2-5 0,0 3 1 32,-1-1 4-32,1 2 0 0,0 2 11 0,0 3 0 0,1 4-4 0,1 5-13 0,0 2 26 0,0 2-22 15,1 2 25-15,-1-1-9 0,1 0-17 0,0 4-6 0,1-5 3 16,1 2-2-16,1 6 12 0,1-2-3 0,0 4-4 0,0 2-20 0,-1 2 19 0,1 0-15 0,0-1 31 0,0-2-6 16,-2-3-10-16,1 2-12 0,-1 0 10 0,-1 1-6 0,-1 3 26 15,-1-1-5-15,0 2-7 0,-3 0-15 0,2 0 21 0,-1-2-14 16,-1-4 34-16,2-1-1 15,-1-2-10-15,1 3-19 0,-1 5 19 0,1 2-17 0,0 2 22 0,1-3-5 16,-1 3-17-16,2 0-10 0,0-4 16 16,0 1-14-16,0-2 10 0,1-2-5 0,1 3-8 0,-1 3 3 0,1 3-6 0,1-2 6 15,-1-3 2-15,0-4-5 0,1-4 2 0,1-1-24 0,-1 0 16 16,2-2-12-16,-2 0 23 0,0-3-9 0,0 1-13 0,-1 2 4 0,-1-1-2 0,0-2 6 0,-1 1-2 0,0-5 4 16,-2-1-3-16,-2-1-4 15,0-3 14-15,-2-1-11 0,1-3 19 0,0-1 1 0,1-2-2 16,-2-1-1-16,2-1 2 0,-2-2-2 0,3-2 3 0,-1-3 3 0,2 0-1 0,1-4-12 0,1 0 16 0,0-2-15 15,0-1 16-15,2-2-3 16,0 1-7-16,3-1-13 0,-1 0 12 0,3-2-8 0,1 0 25 0,2-2-2 0,0 0-11 0,4 0-6 16,-1 0 10-16,3 1-9 0,1 1 13 0,1 0-2 0,1 2 1 0,2 1 9 15,0 1-2-15,-6-1 6 0,2 1 0 0,1-1 0 16,3 1-2-16,8 0-14 0,1-1 10 0,-1 1-11 0,-1-3 6 0,0 2-2 0,0-3-5 16,2 0 7-16,4-1 1 0,2-1 3 0,4-3-2 0,3 2-3 15,3-1-5-15,-1-1-4 0,2 1 8 0,0-1-7 0,-1 1 6 31,2 0 0-31,-5 3 0 0,5 1-6 0,2 0 11 0,4 1-6 0,2 4 22 0,-1 1-8 0,0 3-7 16,0 2 1-16,0-1 12 0,1 0-6 0,0-1 10 0,3-1-6 0,3-1-7 0,7 2-14 0,5-2-1 31,-3 1-1-31,0-1 18 0,-6-3-8 0,0 2 0 0,7-2-20 16,-2 1 7-16,3 1-7 0,-5-1 21 0,-7-2-2 0,-2-1-3 0,-3-2-19 16,2 0 21-16,-1 0-17 0,2 2 28 0,-5 0 3 0,-3 0-13 15,-4 1-11-15,-5-2 16 0,-3-1-17 0,-5 1 14 0,-4-1 1 16,-2 2-6-16,2-2-17 0,3 2 7 0,2 1-9 0,3 1 20 0,-1-1-3 15,-2 4-2-15,3 0-17 0,0 2 17 0,-1 2-13 0,5 1 22 16,-6 0-2-16,-3-1-10 0,2 1-20 0,-2 0 22 0,-2-1-18 16,2 1 23-16,-2-3-4 0,3-1-12 0,-3 1-22 0,-6 0 0 15,-4-3-9-15,-2-1-22 0,-1 0-3 0,4-1-7 0,-3-2-38 0,-3 1 14 16,-6-1-14-16,-1 0 20 0,-3-2-6 0,1 0-13 0,-1-2-40 16,-1-2 28-16,-1 1-25 0,-1-2 25 0,-1-2-14 0,2-1-22 0</inkml:trace>
  <inkml:trace contextRef="#ctx0" brushRef="#br0" timeOffset="119525.45">19623 13875 604 0,'-1'-5'73'0,"1"3"214"0,-5 0-285 0,0 2 9 0,4 0-12 15,0 0 12-15,1 0 2 0,0 0-5 0,0 0-7 0,0 0 9 0,1 0-10 0,-1 0 0 0,1 0-4 16,0 2-3-16,0-1-8 16,2 0 14-16,-1 2-6 0,0-3 28 0,-1 0-4 0,1 0-9 0,2 2-13 0,-1 4 24 15,2-1-18-15,-5 2 32 0,0 0-5 16,3-1-14-16,0 1-17 0,8 0 17 0,0 1-14 0,2-2 25 16,4 1-6-16,0 0-12 0,2 0-9 0,0-2 6 0,-1 1-7 0,1-2 3 15,-1 3 2-15,1-2-2 0,0 1-13 0,0 0 15 0,-1 2-12 16,0-1 19-16,-2-2 3 0,-1 1-12 0,-2-1-10 0,1 2 16 0,0 0-15 15,1-2 8-15,-2 0-7 0,1 2-8 0,-1-3-56 0,0 2 3 16,-2-1-16-16,1 0-26 0,-1 0-42 0,1 1-31 0</inkml:trace>
  <inkml:trace contextRef="#ctx0" brushRef="#br0" timeOffset="119840.19">20223 13662 571 0,'-7'-9'112'0,"2"1"350"0,0 0-431 0,4 3-6 0,0 3-11 0,1 2-23 0,1 0 18 16,1 0-16-16,2 1 20 15,1 1 0-15,2 4-14 0,-1-1-18 0,-1 2 26 0,1 4-22 16,-2 0 28-16,1 1-1 0,-1 0-10 0,0 6-8 0,-1 3 7 15,0 4-4-15,0 5 19 0,-3 2 2 0,0 1-5 0,-4 6-18 16,-1-1 24-16,-1 2-22 0,-2-1 23 0,-3-2-6 0,-3 3-10 0,0 1-15 16,-2 0 14-16,2 1-9 0,1-3 21 0,2 0-1 0,0 0-13 15,-2-3-14-15,7 1 17 0,-1-3-18 0,-1-2 1 0,1 0-21 16,-4-1-21-16,-2-1-67 0,1-2-25 0,3 1-4 0,2 1-106 0,4-5 149 16,1 1-14-16</inkml:trace>
  <inkml:trace contextRef="#ctx0" brushRef="#br0" timeOffset="120426.7">23405 16549 1068 0,'-15'0'82'0,"-2"0"189"0,-1 1-263 0,2 4-5 0,2 3-6 0,-2 3-11 0,-1 3 14 16,1-1-7-16,-1 2 22 0,-1 1-5 0,-1 2-10 0,-3 2-2 0,-3 3 5 15,0 3-4-15,-1 2 4 0,5 1 1 0,1 0-3 0,-2 1-12 16,-1-2 11-16,-4 1-10 0,3-2 17 15,1-6 1-15,4 0-6 0,1-1-10 0,3-2 13 0,2 0-11 0,1-1 17 0,-1-1-7 0,3 1-10 16,0-2-20-16,2-2 3 0,1-1-9 0,2-3-38 0,-2-2-10 16,1 1-24-16,1 0-84 0,-1-1-18 0,2-1-26 0</inkml:trace>
  <inkml:trace contextRef="#ctx0" brushRef="#br0" timeOffset="120662">22894 16792 1429 0,'2'10'267'0,"-4"-10"-247"0,0 0 9 15,0 1-28-15,2 4 9 0,1 6-13 16,2 3 7-16,4 0 10 0,2 4-6 0,4-2 3 0,3 4 12 0,5-4-12 0,2 0 1 0,3-1-4 16,4 2-5-16,2 1-8 0,-4-1 3 0,3 4-3 0,1 3 12 0,1-1-2 15,7 2-4-15,-2-1-16 0,-2 0 15 0,0 1-14 0,1 1 15 16,-2 1-1-16,3 2-9 0,2-3-27 0,2-4 4 15,3-1-12-15,-3-2-43 0,2-4-23 16,-1 2-33-16,-1-2-150 0,2-5-13 0,-1 2-42 0</inkml:trace>
  <inkml:trace contextRef="#ctx0" brushRef="#br0" timeOffset="121263.74">26633 13865 1463 0,'-13'-8'-5'0,"8"3"15"0,1 4-3 0,1 1-4 0,3 0-12 0,2 4 13 0,3-2-14 0,1 6 11 0,2-1 1 0,1-2-2 15,4 1 10-15,-1 0-9 0,0 1 10 0,1 3-5 0,-2 0-1 16,0 3-1-16,0 0-8 0,1 1 9 0,-1 0-9 0,-1 1 9 16,1 1-6-16,0-3-4 0,3 2-5 0,-1-3 8 0,3 0 0 0,-1 0 14 15,0-1-1-15,1 0-11 0,-1 1-16 0,0 1 13 0,2 0-16 16,2-1-3-16,-1-2-13 0,3-1-16 0,0 0-33 0,-2-3-21 15,1 1 7-15,-1-4-46 0,-5 1-45 0,-6-1-20 0</inkml:trace>
  <inkml:trace contextRef="#ctx0" brushRef="#br0" timeOffset="121515.15">27158 13682 864 0,'-17'-2'120'16,"1"0"422"-16,-1 2-522 0,3 3-5 0,2 1-2 0,2 5-8 0,5 0 26 15,2 2-16-15,1 4 46 0,-1 5-11 0,-4-1-12 0,0 4-21 16,0 5 8-16,-1 3-10 0,0 1 2 0,2 1-1 0,-3 0-8 0,1 2-18 16,0-2 18-16,-1-1-16 0,0 0 20 0,-2 2 0 0,-1-1-7 15,0 5-15-15,0 1 2 0,1-1-8 0,-1 3-17 0,2-3-10 16,-1 0-12-16,1 0-49 0,-1-1 1 0,-2-2-21 0,1-1-80 15,1-3 0-15,1 0-23 0,1 1-50 0,3-4 150 0</inkml:trace>
  <inkml:trace contextRef="#ctx0" brushRef="#br0" timeOffset="122061.86">29370 16319 1694 0,'-14'-7'44'0,"-3"3"-80"0,0 1 39 0,4 3 2 0,0 5-9 0,1 1-5 0,0 6 13 0,-2 2-12 0,1 6 13 0,0-1 1 15,-4 1 0-15,-1 2-13 0,-5 1 12 16,-4 1-6-16,-2 1 29 0,-2 2-4 0,2 3-10 0,1 4-5 0,0 4 9 0,-1 3-6 15,-1 4 8-15,-1 3-9 0,1-1-8 0,-1-1-14 0,1-5 6 0,2-6-6 16,2-3-10-16,5-6-23 0,0-2-24 16,2 1-67-16,0-3-5 0,2-2-12 0,1-1-64 0,4-5-9 0,3-3-24 0</inkml:trace>
  <inkml:trace contextRef="#ctx0" brushRef="#br0" timeOffset="122314">28685 16422 1653 0,'0'16'287'15,"4"0"-277"-15,3-1-5 0,3 6-10 0,3 0 16 16,4 9-14-16,2 2 16 0,1 4 2 0,5 2-8 0,4 6-11 0,1 0 21 16,4-1-18-16,2-1 22 15,2-4-6-15,4-3-13 0,-2-1-8 0,5-3 6 0,0-3-6 0,-2-1 5 0,1 0-3 0,-5 3-8 0,-1-1-17 16,0 0 15-16,2 2-11 0,0 1 22 0,0 1-8 0,3-1-11 15,0-2-40-15,2-2 10 0,1-4-19 0,-1-4-30 0,1-1-27 16,-5-3-31-16,-2 0-50 16,1-5-101-16,0 0 22 0</inkml:trace>
  <inkml:trace contextRef="#ctx0" brushRef="#br0" timeOffset="127124.1">22250 12945 236 0,'-2'2'18'0,"1"1"59"0,-1-1 81 15,0 0-74-15,1-1 67 0,1-1-29 0,-1 1-38 16,1-1-45-16,0 0 18 0,0 0-29 0,0 0 26 0,0 0-12 16,0 0-15-16,0 0-13 0,0 0 12 0,0 0-13 0,0 0 31 0,0 0-1 0,0 0-1 31,0 0-8-31,0 0-4 0,0-1-4 0,-1 0-1 15,1 1 2-15,-2-4-2 0,0 1-2 0,2 1 24 0,-1 0-22 0,1-1 29 16,-1 0-5-16,1 0-12 0,-1 2-19 0,0-3 21 16,1 2-25-16,-1-2 32 0,1 0-6 0,-1-1-16 0,1-1-10 15,0 3 12-15,-1-2-14 0,1-2 17 0,0 2-14 0,-2-5-13 0,2 0 0 16,-1 1 2-16,1 0 2 0,-1 0 6 0,1 3-2 16,0-3-2-16,-1 0-8 0,1 1 9 0,0-1-7 0,0 1 17 0,1 2-1 15,0-2-3-15,2 1-14 0,-1-2 15 0,1 0-11 0,1-2 22 16,0 2-6-16,1 0-11 0,-1 0-17 0,2-3 15 0,0-2-12 15,1 1 24-15,1-1-3 0,0 3-6 0,0 0-12 0,1 1 9 0,-1 1-8 16,1 0 4-16,-2 2 0 0,1 0-4 0,1 2-9 0,0-1 12 16,-1 4-7-16,0-2 14 0,0 1 0 0,-1 3-5 0,-1-1-12 15,1 0 10-15,-1 1-9 0,-1 0 15 0,-1 1-1 0,-1 0-3 0,-1 2-5 16,0 1 9-16,1-2-6 0,-1 1 18 0,-1 1-2 0,1-2-7 16,-1 2-16-16,1 0 15 0,-1-1-13 0,0-1 19 0,0 2-2 15,0-3-11-15,0 1-32 0,1-1 8 0,2-1-16 0,-1 0-20 0,1 0-25 16,1 0-24-16,0-1-129 0,0 1-44 0,2 0-22 0,0 0 41 15</inkml:trace>
  <inkml:trace contextRef="#ctx0" brushRef="#br0" timeOffset="127903.77">22208 12660 42 0,'-1'0'34'0,"1"-1"8"0,0 0 17 16,-1 0-5-16,1 1-11 0,0 0 18 0,0-2 0 0,1-2 0 0,1 3 21 15,-2-1 11-15,3 0-1 0,-2 1-9 0,0 0 37 16,0 0-47-16,1-1 39 0,1 1-10 0,-1 0-22 0,0-1-14 15,0 0 5-15,1 1-19 0,0 1-1 0,0-2-3 16,0 1-10-16,-1 1-7 0,-1 0 17 0,0-1-20 0,0 1 18 16,-1 0-5-16,0 0-8 0,0 0-5 0,0 0 14 0,0 1-15 0,-1 0 16 0,-1 1-9 0,0 0-14 0,-1 2-18 15,1 1 10-15,0 1-12 0,-2 2 9 16,1 2-2-16,1 2-7 0,0 1-8 0,0 0 15 0,1-2-11 16,0 1 12-16,0-1 1 15,1 1-10-15,0 0-6 0,0 2 12 0,0-2-9 0,0 2 8 0,0-2 0 16,0 0-5-16,-1 1-20 0,1-3 10 0,-1 3-12 0,1-1-5 0,0-3 1 15,0 0-13-15,1-3-29 0,1-2-7 0,0-1-14 0,2-2-103 0,-2 0-20 0,0 2-34 0</inkml:trace>
  <inkml:trace contextRef="#ctx0" brushRef="#br0" timeOffset="128325.66">22687 12704 239 0,'-1'0'113'0,"-1"1"85"0,2-1 19 0,0 0-63 0,0 0-34 0,2 0-7 0,1 0-15 0,1 0-8 15,1 0 12-15,1-1-25 0,-1-2 10 0,3 2-22 0,1-1-23 16,0 0-28-16,0 1 17 0,0-2-20 0,0 1 21 0,1 1-3 15,0-3-9-15,3 1-7 0,-1 1-5 0,-1 0-1 0,3 0 0 16,-4 1-4-16,1-1 4 0,1 2-10 0,-2 0 3 16,-1-1-2-16,0 1 4 0,-3 0-7 0,0 1-9 0,-2-1-46 15,1 2-13-15,-2-1-1 0,0 0-106 0,0 0-33 0,-2 1-22 16</inkml:trace>
  <inkml:trace contextRef="#ctx0" brushRef="#br0" timeOffset="128481.09">22765 12844 860 0,'1'0'228'0,"2"1"62"15,-1-1-163-15,1 0-22 0,2 0-20 0,-1 0-21 0,3 0-43 0,0 0 4 0,1 0-19 16,1 0 0-16,0 0-9 0,1-1-4 0,0 1-51 16,0 0-28-16,1-2 7 0,1 1-134 0,-1 0-51 15,0-2-24-15</inkml:trace>
  <inkml:trace contextRef="#ctx0" brushRef="#br0" timeOffset="129339.15">23336 12899 738 0,'-1'1'205'0,"-3"0"-22"15,0 0-2-15,-1 1-85 0,1-1 24 0,0 2-14 0,0-2-16 0,-2 1-58 0,2 1 33 0,-2-1-47 0,1 0 55 16,1-1-19-16,2 0-17 0,-1 1-20 0,0 0-7 0,1-1 0 16,1 2 1-1,-1 0-1-15,1-1 0 0,0-1-10 0,1-1 6 0,0 3-9 0,1-2 3 0,1 1-11 0,0-1-4 0,3-1-42 16,0-1-27-16,2-3 10 0,2-1-163 0,0-1-76 0,1-1-36 31</inkml:trace>
  <inkml:trace contextRef="#ctx0" brushRef="#br0" timeOffset="129922.71">23841 12546 552 0,'-4'-6'141'15,"-3"0"309"-15,-1-2-337 0,0 2-18 0,-1-1-34 0,0 0-28 16,2-2 14-16,1 0-24 0,-1 0 25 0,1 1-1 0,1 2-8 16,-1-1-5-16,2-1 16 0,0 2-19 0,2 1 18 0,0 0-5 15,1 0-10-15,0 0-13 0,1 2 5 0,0-1-10 0,-2 2 8 16,2 0-4-16,-1 2-4 0,0 0-7 15,0 3 1-15,-1 3-4 0,-4 2-6 0,-1 4 3 0,-2 0-3 0,-1 6-12 16,-2 3 20-16,0-1-17 0,-4 2 18 0,0-2 1 16,0 0-12-16,2-1-14 0,2-4 25 0,1 1-22 0,5-2 29 15,0-2-2-15,5-1-12 0,1 2-18 0,0-2 15 16,2-1-14-16,0-1 24 0,3-4-2 0,-1 0-7 0,3 1-12 0,-1-4 15 0,2 1-11 16,-2-2 21-16,2-1-2 0,1 0-11 0,0-1-13 15,2-2 16-15,2-1-14 0,-2 0 23 0,0-3-2 0,0 0-8 0,1-3-4 16,0-1 4-16,0-1-2 0,1 1 9 0,-2-2-4 0,1 3-5 15,1-2-6-15,-2-1 7 0,0 0-4 0,0 1 8 0,-3 0-3 0,0 1-4 16,-1-1-10-16,0 1 12 0,-3-1-6 0,-1 4 19 0,1 2 1 0,-2 0-7 16,-1 0-10-16,0 3 10 0,-1 1-9 0,0 1 25 0,0 1 7 15,0 0 3-15,-1 0-4 0,1 3 10 0,-1-1-12 0,-1 3 6 16,1 2 1-16,-2-1-1 0,1 3-10 0,1 0 16 0,1 1-13 16,0 2 28-16,0-1-9 0,2 1-8 0,2 3-32 15,0 1 16-15,1-1-18 0,-1 2 15 0,3-2-3 0,1 0-9 0,2 3-7 0,1-1 2 16,0-1-2-16,2 0 8 0,-3-2-4 0,0 0-3 15,-1-3-17-15,1-2 5 0,-1 0-7 0,2 2 1 0,-2-1-9 0,2 0-10 0,1 0-38 16,-2 1 4-16,1-1-14 0,0-1-63 16,-3 0-60-16,-5-3-53 0,0 1-316 0,2 2 344 0</inkml:trace>
  <inkml:trace contextRef="#ctx0" brushRef="#br0" timeOffset="131311.56">28754 12986 461 0,'-2'-8'135'0,"-2"-2"163"0,0-2-176 0,0 1-21 0,1 0-26 15,0 1 20-15,-1 1-12 0,2 0-16 0,1 2-16 16,-1 1 14-16,2 3-20 0,-1 0 24 0,-1 2-11 15,1-3-17-15,0 1-22 0,0 1 19 0,0 1-23 0,-1-1 25 0,0 2-8 16,-2 3-11-16,0 1-16 0,0 1 4 0,-1 1-8 0,-3 1 5 16,0 2-5-16,0-1 3 0,-1 7-16 0,0 1 10 15,-1 1-8-15,0 2 26 0,-1-2-9 16,1-1-11-16,2-2 1 0,1 1 4 0,1-3 0 0,3 1 5 16,2-3-5-16,0-1-4 0,1 0-11 0,1-2 13 0,1 0-9 0,0-2 28 0,1 1-13 15,-1-3-11-15,0 1-3 0,0 0 7 0,1-3-1 16,-2 1 17-16,0-2-5 0,-1 1-7 0,0-1-10 0,0 0 13 0,0 0-8 15,0-3 20-15,1 2-2 0,-1-1-11 0,0-2-9 0,0 0 5 0,-1 0-6 16,0 1 10-16,1 0-4 0,-1-1 1 0,-1 1-22 0,2 1 0 16,0-1-6-16,0 1-26 0,2-1-21 0,0-2-21 0,1 1-119 15,2-1-24-15,0 1-29 0,4 0 50 0</inkml:trace>
  <inkml:trace contextRef="#ctx0" brushRef="#br0" timeOffset="131648.13">29031 12910 488 0,'-2'1'198'0,"0"1"-34"0,0-1 10 0,-4 0-102 0,0 0 24 15,3-1-11-15,1-1-17 0,2 1-22 0,0-1 8 0,0 0-20 16,2-1-1-16,2 0-1 0,1 1-8 0,1-3-2 16,0 0 2-16,-2 1-6 0,-1-2 10 0,2 5-5 0,-1-1-3 15,6 0-15-15,2-1 12 0,1-3-14 0,3 1 22 0,-1 1-15 16,1-1-10-16,0 0-2 0,-3 0 9 0,1 1-3 0,-1-2 2 16,-1 1-1-16,1 2-10 0,-1-2-7 0,-1 2 17 0,1-1-13 15,-1 0 21-15,-2 2-17 0,0 0-13 0,-2 0-44 0,-3 1-16 16,1 0 6-16,-3 0-52 0,-1 0-5 15,-1 0-11-15,0 2-71 0,-2 1-51 0,-1-1-8 0</inkml:trace>
  <inkml:trace contextRef="#ctx0" brushRef="#br0" timeOffset="131804.18">29026 13082 1074 0,'3'0'224'15,"-3"0"61"-15,0 0-185 0,0 0-30 0,0 0-13 0,2-2-10 0,1 2-50 0,1 0 19 16,-2 0-27-16,1-1 31 0,0 0-7 0,1-2-13 16,9 1-26-16,-1 0-11 0,3 0-4 0,4-2-103 0,-2 1-76 0,-1 0-27 15</inkml:trace>
  <inkml:trace contextRef="#ctx0" brushRef="#br0" timeOffset="132420.65">29551 13111 1429 0,'-5'-5'-753'0,"1"2"1334"0,1 1-179 0,-2 1-279 0,2 1-53 15,0-2 12-15,4 1-25 0,1 1-4 0,1 0-19 0,2-1-21 16,-6 1-13-16,0 0 2 0,1 1-2 0,-2-1 3 0,1 1-5 15,1 1-5-15,0-2-33 0,0 2-9 0,0 1 1 16,1 1-48-16,1-2-42 0,0 2-12 0,-1-2-132 0,-3 2-124 16,1 1 11-16</inkml:trace>
  <inkml:trace contextRef="#ctx0" brushRef="#br0" timeOffset="132880.22">29920 12631 666 0,'1'-1'88'0,"0"-2"105"0,-1 1-49 0,0 2 1 0,-1-2-13 0,0 1-49 0,1 1 34 0,-2-1-59 0,1 1 19 16,-1 1-23-16,0 2-28 0,0-1-5 0,-2 5 14 15,1-1-10-15,-2 5 43 0,1 2-27 16,0 3 0-16,1 3-15 0,0-1-10 0,-2 1-7 16,2 1 13-16,0-2-4 0,1-1-7 0,1 1-11 0,1-1 5 0,3 1-6 15,-1-1 15-15,2-1-4 0,1-3-6 0,-1 1-44 16,2-3-9-16,-1-1-9 0,3 6-94 0,-1-3-78 0,-1 1-26 15</inkml:trace>
  <inkml:trace contextRef="#ctx0" brushRef="#br0" timeOffset="133442.43">28967 13069 693 0,'0'0'-139'0,"-1"0"271"0,1 0-21 16,0 0-46-16,0 0-7 0,1 0 34 0,0 0-38 0,2 0 21 15,-2 0-16-15,1 0-24 0,0 0-12 0,1-1 0 0,-1 1-6 16,2-2 0-16,1 2-4 0,0 0-6 0,3-1-16 15,0 1 14-15,-1 0-13 0,2 0 31 0,-1 1-9 0,-5-1-7 0,2 0-6 16,0 0 8-16,2 0-4 0,4-1 15 0,3 0-5 16,-1-1-8-16,4 2-14 0,-1-2 10 0,-1-1-10 15,3 2 9-15,-3-2-14 0,0 3-10 0,0-2-75 0,-1-1-52 16,-2 2 15-16,0 1-65 0</inkml:trace>
  <inkml:trace contextRef="#ctx0" brushRef="#br0" timeOffset="142775.68">21797 15574 256 0,'-19'-10'22'0,"10"4"319"0,3 0-148 16,-1 1 8-16,0 2-203 0,1 0 16 0,3 0-17 0,0 3 17 0,0-2-4 0,1 1-11 0,1-1 1 15,0 1-1-15,0 1 3 0,1-1-1 0,0 1 3 0,0 0 0 16,0 0-24-16,0 0 20 0,1 1-20 0,1 0 25 0,0 1-1 16,1 0-6-16,1-1-30 0,1-1 19 0,0 2-19 0,1-1 20 15,1-1-2-15,-1 0-17 0,2 0-11 16,0-1 26-16,1-1-23 0,0 0 13 0,-1 1-12 0,0-2-22 0,0 0-20 15,0 3-23-15,0-1 12 0,-1 0-30 0,0 0 64 0,-3 1 13 16</inkml:trace>
  <inkml:trace contextRef="#ctx0" brushRef="#br0" timeOffset="143009.15">22159 15275 1608 0,'-11'-11'15'0,"-2"11"-28"0,3-2-44 16,5 2 14-16,-3 2-16 15,6 0 19-15,2-1 13 0,0-1-4 0,0 0 22 0,1 0-22 0,1 1 1 0,1 1-6 0,3-1-9 0,2-1-27 0,0 1-16 16,1-1 1-16,1 1-83 15,0-1-27-15,2-1-37 0</inkml:trace>
  <inkml:trace contextRef="#ctx0" brushRef="#br0" timeOffset="143198.81">22485 15037 1563 0,'-11'-7'67'0,"-1"2"-58"0,1 1-9 0,0 3-8 16,1 1-2-16,1 2-6 0,1 0-8 0,2 0-21 0,0 0 14 15,3-2-13-15,1 1-5 0,1-1-22 0,1 0-22 0,2-1-37 16,2 1 3-16,1-3-3 0,2 0-56 0,1 1-13 0,1-1-50 0</inkml:trace>
  <inkml:trace contextRef="#ctx0" brushRef="#br0" timeOffset="143373.6">22816 14910 1692 0,'-30'-13'-42'16,"15"5"75"-16,1 3-16 0,2 3-15 0,1 2-21 0,2 1-1 15,3-1-1-15,3 1-13 0,3-1-23 0,1 0-23 0,5 0-33 0,3-2-18 16,3 0 3-16,3-3-85 0,1 0-41 0,2-1-31 0</inkml:trace>
  <inkml:trace contextRef="#ctx0" brushRef="#br0" timeOffset="143531.79">23432 14605 2009 0,'-24'-13'-14'15,"3"6"22"-15,1 2-2 0,0 1-6 0,3 4-52 0,1 2-21 0,3 1-8 16,3 1-82-16,4-1-18 0,4-3-9 0,1 2-146 0,2-2 193 16</inkml:trace>
  <inkml:trace contextRef="#ctx0" brushRef="#br0" timeOffset="143722.84">23431 14216 1807 0,'-14'-3'293'15,"-9"-12"-292"-15,1 2-23 0,1 2-2 0,8 6 3 0,2 5-15 16,3 0-81-16,3 0-13 0,4 1-29 0,1 0-55 0,3 2-18 16,3-2-13-16,2-1 66 0</inkml:trace>
  <inkml:trace contextRef="#ctx0" brushRef="#br0" timeOffset="143910.69">23252 14667 1436 0,'-26'6'248'0,"2"-1"-239"16,2 0-8-16,-1 4-14 0,6 0 12 0,3 1-20 0,3 1 1 0,2-2 0 0,3-2-8 0,3 0-14 15,0-2-12-15,2-1-1 0,1-3-63 0,0 0 7 0,2 2-16 0,4-2-44 16,2-1-45-16,2 0-14 0</inkml:trace>
  <inkml:trace contextRef="#ctx0" brushRef="#br0" timeOffset="144085.7">22619 15020 1454 0,'-27'0'292'15,"3"-1"-265"-15,2 1 47 0,0 0-101 16,1 6 15-16,3 0-20 0,2 2-33 0,5 1-9 0,3-1-24 0,1-1-19 0,4 1-4 0,0-1-4 0,2-2-62 0,1 0-27 0,1-1-35 16</inkml:trace>
  <inkml:trace contextRef="#ctx0" brushRef="#br0" timeOffset="144259.04">22307 15247 2040 0,'-39'1'-8'0,"20"3"0"0,1-1-45 0,1 4-16 0,7-2-24 0,1-1-9 15,2-2 6-15,4 0-1 0,2-1-3 0,1-1-42 0,0 0-13 16,3 0-22-16,4-3-100 0,1 0 161 0</inkml:trace>
  <inkml:trace contextRef="#ctx0" brushRef="#br0" timeOffset="144402.31">22494 15144 658 0,'-11'0'147'0,"1"-1"394"16,-2 1-460-16,2 0-24 0,0 1-33 0,2 0-33 0,1 1 24 0,2 0-21 15,1 0 22-15,2-2-6 0,1 1-13 0,2-1-29 0,2-3 7 16,4-1-13-16,5-1-25 0,5-2-27 0,7-5-30 0,7-1-65 16,5-3-74-16,0-1 6 0</inkml:trace>
  <inkml:trace contextRef="#ctx0" brushRef="#br0" timeOffset="144576.31">23373 14514 1917 0,'-81'-16'10'0,"43"7"-10"16,4 1-7-16,4 4 6 0,4 0-21 0,5 3-24 0,6 0 9 15,6-1-71-15,7 1-3 0,3-3-11 0,8 0-38 0,7-5 4 16,5-1-19-16,7-4-103 0,1-4 168 0,6 4-31 0</inkml:trace>
  <inkml:trace contextRef="#ctx0" brushRef="#br0" timeOffset="144719.19">23704 14207 1997 0,'-21'-6'57'0,"-1"-1"-61"0,3 2 10 0,7 2-3 0,3 3-5 16,4 0-68-16,3 0 1 0,2-1-17 16,6-1 4-16,5-3 7 0,6-3 4 0,8-1-17 0,4-3-11 0,0 0-5 0,1-3-76 15,0 3-48-15,0-2-30 0</inkml:trace>
  <inkml:trace contextRef="#ctx0" brushRef="#br0" timeOffset="144862.21">24342 13881 612 0,'-63'0'703'16,"30"2"-611"-16,0-2 9 0,2 3-13 0,5-1-51 0,4 2-13 0,6 0-18 0,6 0-28 16,6-2-23-16,3 0 0 0,4-2-75 0,7 0 1 0,8-3 3 15,7-1-42-15,6-2-79 0,3-4 9 0</inkml:trace>
  <inkml:trace contextRef="#ctx0" brushRef="#br0" timeOffset="145034.68">24345 13902 1717 0,'-26'-5'260'0,"0"-4"-163"0,2 4-97 15,1 3-4-15,3 3-6 0,3 3-20 0,2 5-14 0,2 0-51 16,2 0-2-16,2-1-7 0,2 3-19 0,4-1-13 15,1-1-14-15,2-1-34 0,-1-1-69 0,1 0 15 16</inkml:trace>
  <inkml:trace contextRef="#ctx0" brushRef="#br0" timeOffset="145192.94">23688 14250 1805 0,'-23'0'87'0,"-1"0"-63"0,4 2 43 0,4 2-24 0,7 1-32 0,3 2-18 0,1 1 6 0,4-3-10 16,-2 0-24-16,3-2-15 16,2-1-24-16,3-2-13 0,4 0 1 0,0-1-3 0,4-1-41 0,2-5-15 0,7 0-31 0,5-4-155 15,3-2 209-15</inkml:trace>
  <inkml:trace contextRef="#ctx0" brushRef="#br0" timeOffset="145359.37">24652 13505 1536 0,'-5'-15'155'0,"-6"-2"434"0,-1 3-564 0,4 5-17 16,0 5-14-16,-1 2-10 0,1-1 14 0,4 1-7 0,0-1-5 0,3 2-15 0,1 0-27 0,-1 1-93 0,1-2-15 0,3 2-23 16,4-2-106-16,0-2-76 0,11-1-40 0</inkml:trace>
  <inkml:trace contextRef="#ctx0" brushRef="#br0" timeOffset="145511.14">24872 13269 2343 0,'-36'6'10'0,"12"-15"-13"0,4-1 3 0,3 2 5 0,3 4-18 15,1 2-1-15,3 2-9 0,2 1-43 0,5 2-16 0,1-1-21 0,4 4-79 0,5 0-5 0,3 1-16 0,3 2-61 16,3 0-122-16,3 3-61 0</inkml:trace>
  <inkml:trace contextRef="#ctx0" brushRef="#br0" timeOffset="145637.29">24502 13630 2116 0,'-51'-4'352'0,"-6"-8"-349"0,3 2-21 0,4 5-10 0,11 5-6 16,3 2-8-16,5 5-59 0,8-1-21 0,6 1-20 0,9-1-133 0,8 0-17 15,8 1-37-15,16 2 78 0</inkml:trace>
  <inkml:trace contextRef="#ctx0" brushRef="#br0" timeOffset="145875.71">22839 15121 2344 0,'-28'-11'62'0,"-3"-1"-92"0,-5 3 33 0,3 8-12 0,2 2-16 0,1 4-61 16,4 2 15-16,9 2-23 0,3-1 10 0,3 1-5 0,1 0-15 15,-2 2-70-15,2-2-3 0,3 0-23 0,4-3-138 16,3-2 205-16,1 1-35 0</inkml:trace>
  <inkml:trace contextRef="#ctx0" brushRef="#br0" timeOffset="146033.19">22151 15533 2275 0,'-50'0'-47'0,"21"0"92"15,5 0-17-15,1 5-19 0,-1-1-41 0,4 1-7 0,5 0-8 0,2-1-34 16,6-2-5-16,1-1-3 0,3 0-69 0,1-1-35 0,1 0-3 0,1 0-196 0,3 1 231 16,0 2-22-16</inkml:trace>
  <inkml:trace contextRef="#ctx0" brushRef="#br0" timeOffset="146207.26">21962 15491 2315 0,'-11'-13'5'16,"6"2"-37"-1,2 9 16-15,2 0-142 0,2-1 10 0,4 3 6 0,2-2-2 0,4 0-17 0,3-1 2 16,4-2-12-16,1-2-92 0,5-1 160 0,3 5-29 0</inkml:trace>
  <inkml:trace contextRef="#ctx0" brushRef="#br0" timeOffset="146380.41">22569 14983 2140 0,'-31'-28'-44'0,"12"11"72"0,5 5-8 0,-1 5-16 0,3 2-42 0,3 2-11 0,2 1-10 0,4 2-50 16,3-3-13-16,2 0-15 0,6-2-42 0,5-2 5 0,6-5-15 15,5-3-104-15,6 1 179 0,5-2-35 0</inkml:trace>
  <inkml:trace contextRef="#ctx0" brushRef="#br0" timeOffset="146512.37">23128 14574 1859 0,'-16'-5'327'0,"5"0"-310"0,-6 0-2 0,-3 1-18 16,3 4 4-16,-4 3-16 0,3 1-42 0,4-1-14 0,5 0-22 15,4 0-79-15,6-3-4 0,8 0-17 0,7-3-52 0,11-5-76 0,11-1-43 16</inkml:trace>
  <inkml:trace contextRef="#ctx0" brushRef="#br0" timeOffset="146669.62">24470 13685 2464 0,'-2'-18'28'0,"-2"2"-130"15,2 4 39-15,1 6-26 0,0 3 60 0,0 3-48 0,-2-2-41 16,3 2-185 0,0 0-20-16,3 2-48 0,5 3 87 0</inkml:trace>
  <inkml:trace contextRef="#ctx0" brushRef="#br0" timeOffset="150245.57">28094 14784 745 0,'-13'-19'246'0,"-1"3"371"0,5 1-486 16,0 5-117-16,-1 1-3 0,1 2-13 0,-3 0-1 0,5 2-10 0,1 1-23 31,3 2 9-31,1 0-16 0,4 1-7 0,3 0 10 0,2-1-2 0,4 0 20 16,0-1-8-16,2 2 4 0,0 0-40 0,-6 0-4 15,0 1-11-15,-1 1-24 0,-1 1-9 0,5 1-6 0,-1 2-74 16,0 0 2-16,-2 2-16 0</inkml:trace>
  <inkml:trace contextRef="#ctx0" brushRef="#br0" timeOffset="150391.22">27938 15245 495 0,'-4'10'66'0,"1"-2"29"0,1-1-26 0,-1 2 15 0,0 1-33 16,0 3-14-16,-1 1-22 0,1 0-26 0,-1 1 33 0,0-1-21 15,-1 2 76-15,3-2-9 0,0-2-7 0,0-1-41 0,1-2 13 16,0-4-17-16,1 0 7 0,0 0-11 0,2-1-15 0,2 2-54 15,3-2 10-15,3 1-23 0,5-1-26 0,2-1-20 0,3-3-21 0</inkml:trace>
  <inkml:trace contextRef="#ctx0" brushRef="#br0" timeOffset="150563.1">29249 14787 2040 0,'5'-19'-3'16,"-5"11"10"-16,0 3-7 0,-1 4-2 0,-3 1-96 16,0 0 9-16,-1 5-32 0,0-1-19 0,0 3-11 0,2-2-16 0,2 2-28 0,1-1-92 15,2-1 22-15</inkml:trace>
  <inkml:trace contextRef="#ctx0" brushRef="#br0" timeOffset="150745.9">28718 14315 1973 0,'-26'-27'63'16,"-2"1"-95"-16,3 6 68 0,6 5-14 0,5 4-17 0,2 3-15 0,6 2-4 0,1 1-5 16,3 2-47-16,2 1-1 0,3-1-15 0,6 0-10 0,5 1-4 31,5-1-3-31,3 1-45 0,3 2-5 0,1-1-14 0,0 1-165 0,2 1 207 0</inkml:trace>
  <inkml:trace contextRef="#ctx0" brushRef="#br0" timeOffset="150912.7">29025 15202 1660 0,'-37'19'55'0,"19"-10"-97"0,3 2-10 16,1 3 14-16,0 6-112 0,3-1-9 0,2 0-17 0,2-4-43 16,2-3-28-16,3-2-29 0</inkml:trace>
  <inkml:trace contextRef="#ctx0" brushRef="#br0" timeOffset="151084.78">28581 15340 1861 0,'-25'-9'319'0,"3"-1"-314"0,-1 1-10 0,2 2-28 0,0 1-4 0,3 0-10 15,4 2-45-15,5-3-2 0,6 0-13 0,3-4-97 16,4-1-10-16,8-5-26 0,7-3-132 0,9-5 218 0,5-4-22 0</inkml:trace>
  <inkml:trace contextRef="#ctx0" brushRef="#br0" timeOffset="151258.53">30037 14320 2044 0,'3'0'45'0,"-2"0"-52"0,0 3-6 0,-1 3 3 0,0 4-23 0,1 3-1 0,0 2-10 0,3 4-27 0,1 2 1 0,1 2-11 15,-4 1-41-15,1 0-37 0,1 1-30 0,0 0-146 0,7 0 189 16</inkml:trace>
  <inkml:trace contextRef="#ctx0" brushRef="#br0" timeOffset="151417.75">29859 14612 2214 0,'-27'-59'-1099'0,"3"24"1742"0,0 6-234 15,0 0-436-15,-3 3 12 0,0-3-10 0,-2 3 11 0,0-1-32 0,4 4-12 16,5-2-16-16,5-2-17 0,6-2 5 0,6-2-6 0,3 2-33 16,4 2-13-16,7 3-25 0,4-1-109 0,9 2 165 0</inkml:trace>
  <inkml:trace contextRef="#ctx0" brushRef="#br0" timeOffset="151560.31">29966 14046 1828 0,'-17'0'18'0,"9"0"-23"0,2 2-1 0,1 1 6 0,-1 3-40 16,0 3 6-16,3 3-19 0,2 6-58 0,3 0-15 0,7 5-30 0,4 1-49 15,4 3-58-15,7 5 2 0</inkml:trace>
  <inkml:trace contextRef="#ctx0" brushRef="#br0" timeOffset="151718.14">30445 15118 1857 0,'12'-15'279'0,"-13"-3"-293"0,-2 3-47 0,1 1-57 16,-1 5-17-16,2 2-24 0,0 4-122 0,5-3-92 0,0 1-50 0</inkml:trace>
  <inkml:trace contextRef="#ctx0" brushRef="#br0" timeOffset="151894.01">30797 13655 2087 0,'-44'-57'28'0,"22"34"-43"0,2 5 7 0,2 2 17 0,0 3-10 0,1 1-4 16,4 1-2-16,4 2-32 0,4 3-22 0,5 0-23 15,8-3-59-15,5 1-10 0,5-2-5 0,3-2-48 16,4-1-47-16,4-1-28 0</inkml:trace>
  <inkml:trace contextRef="#ctx0" brushRef="#br0" timeOffset="152035.25">31053 14020 784 0,'6'63'-516'16</inkml:trace>
  <inkml:trace contextRef="#ctx0" brushRef="#br0" timeOffset="152193.99">30514 14926 1444 0,'-34'-12'128'0,"-2"-2"408"0,-3 5-551 16,6 6-48-16,3 4-29 0,1 7-152 15,3 4-52-15,2-1-10 0,3 4 61 0</inkml:trace>
  <inkml:trace contextRef="#ctx0" brushRef="#br0" timeOffset="152321.17">29625 15145 764 0,'40'-41'3'16,"-15"21"-58"-16,4 2-45 0,2 1-30 0</inkml:trace>
  <inkml:trace contextRef="#ctx0" brushRef="#br0" timeOffset="152469.29">30964 14486 1992 0,'-8'-11'-3'0,"-2"3"-15"0,-1 4-43 0,-2 1-113 0,2 3-34 16,3 3-3-16,1 0-143 0,4 0 202 0,2 4-9 0</inkml:trace>
  <inkml:trace contextRef="#ctx0" brushRef="#br0" timeOffset="152630.7">31056 13866 1797 0,'-38'-56'-14'0,"16"30"31"0,1 3 0 16,-6 4-2-16,0 4-15 0,1 1 5 0,3 4-7 0,3 1 1 0,3 0-6 15,3 2-3-15,5 0-31 0,4-4-19 0,5 1 1 0,1-1-86 16,6 2-8-16,2-2-18 0,6 0-182 0,2 3 228 0</inkml:trace>
  <inkml:trace contextRef="#ctx0" brushRef="#br0" timeOffset="152748.6">31042 13566 1939 0,'0'-13'285'0,"-2"0"-298"0,-3 0-52 0,1 3 41 16,2 5-12-16,2 4-6 0,2 1-137 0,6 3-18 0,6 2-30 15,0 4-103-15,15 4 187 0</inkml:trace>
  <inkml:trace contextRef="#ctx0" brushRef="#br0" timeOffset="152937.37">31004 14702 1720 0,'-11'-3'247'15,"2"-6"-285"-15,-2 2-62 0,6 5-193 0,6 3-44 16,10 4-62-16</inkml:trace>
  <inkml:trace contextRef="#ctx0" brushRef="#br0" timeOffset="153113.26">30959 14606 2397 0,'-18'-11'58'0,"0"1"-92"0,4 2 22 0,5 4-27 16,2 4-20-16,0 0-93 0,3 4-37 0,1 1-7 0,3 1-162 0,4 2-80 15,4 4-47-15</inkml:trace>
  <inkml:trace contextRef="#ctx0" brushRef="#br0" timeOffset="153255.78">31449 13709 1746 0,'-3'-31'-63'16,"-3"6"-34"-16,4 7-45 0,0 4 69 0,0 3-211 0,2 2-60 15,0 3-57-15</inkml:trace>
  <inkml:trace contextRef="#ctx0" brushRef="#br0" timeOffset="153365.59">31404 13496 549 0,'-4'-14'-71'15,"-4"7"83"-15,-1 2-98 0</inkml:trace>
  <inkml:trace contextRef="#ctx0" brushRef="#br0" timeOffset="155481.1">28932 14422 256 0,'-20'-15'49'0,"9"4"673"0,2 5-337 0,2 1-1 16,2 1-389-16,1 3 3 0,2 0-7 0,2 1-40 0,1 0 1 16,3 0-19-16,1 1-4 0,2 1 10 0,2 2-12 0,1-1-14 15,0 1-10-15,1-2-15 0,2 1-47 0,-1 1-60 0,2-1 21 0,-1 1 35 16</inkml:trace>
  <inkml:trace contextRef="#ctx0" brushRef="#br0" timeOffset="155686.75">29906 15099 2002 0,'-10'-14'-3'0,"3"1"-182"0,4 4-60 15,3 4-2-15,2 1-2 0</inkml:trace>
  <inkml:trace contextRef="#ctx0" brushRef="#br0" timeOffset="155860.41">30505 14093 1214 0,'6'-15'487'0,"-23"-5"-353"15,5 3 306 1,-9-1-440-16,-1 4 1 0,0 1 0 0,-2 2 8 0,1 4-6 0,2 2-4 0,0 0-12 0,3 1 1 0,3 0-7 16,2 1-49-16,7 3-19 0,1 0-29 0,4 2-139 0,3-1 16 15,5 3-54-15,6 0 112 0</inkml:trace>
  <inkml:trace contextRef="#ctx0" brushRef="#br0" timeOffset="163220.94">15455 16150 1136 0,'-13'-9'320'0,"-7"0"-173"16,4 2-129-16,0 5-5 0,2 2-5 0,2 3-6 0,1 3-2 15,1 0-5-15,1 0 1 0,3 0 0 0,2-1 2 0,2 1 2 16,1-1 0-16,1 1-14 0,4 1 7 0,-1 1-9 0,4 3 16 16,1 2 3-16,2 1-2 0,0 4-3 0,2 2 7 0,-1 2-8 15,0 0 4-15,-1-2-1 0,0 4-3 0,0 3 3 0,1 1-1 0,1 1 3 16,0-5 8-16,-2 2-4 0,0 2-2 0,0 5-13 0,-1 3 10 15,-1 2-8-15,-1-1 16 0,-1-5 0 0,0 3-3 0,-2 1-3 16,-1 1-1-16,-1 3-1 0,-2-1-3 0,0-2 3 0,0 2-1 0,-1 2-3 16,0 4 10-16,0-2-9 0,-1 1 8 0,1-3-4 0,1 1-5 15,0 0-4-15,0-1 7 0,0-3-2 0,1 0 13 0,1-6-1 16,0 0-5-16,0 1-13 0,3-1 9 0,0 1-9 0,2-1 12 16,0-2 1-16,1-2-3 0,-1 0-12 0,1 0 11 15,1 0-7-15,0 0 19 0,0-2-2 0,1-2-11 0,0 1-10 0,1-1 10 16,-1-2-8-16,1-2 16 0,-7 1-3 0,1-2-5 0,-1 1-9 15,1 0 16-15,6-1-10 0,1-2 16 0,1-1-1 0,1-2-14 0,2 0-11 16,0-1 18-16,-2 0-13 0,0-2 26 0,-1 0-12 0,1-1-14 0,2 1 6 16,-2 1-4-16,1-1 8 0,-1 2 8 0,4-1 10 0,3-4 3 15,3-2-8-15,5 0 19 0,2-2-20 0,2 1 3 0,4-2-8 16,3 2-14-16,1-2-9 0,2-2 16 0,0 0-8 0,0-1 31 0,2 0-6 16,4 0-10-16,2 1-17 0,4 1 12 0,7 0-9 0,3-1 16 15,-1-1 1-15,0 2-7 0,-2 2 2 0,1-1 9 0,2 0-5 16,6 1 18-16,1-2-1 0,0-2-1 0,5 0-8 0,-5 0 2 15,-3 0-6-15,3-1-5 0,2-4-3 0,4 0-6 0,2-5-2 0,-3-1 4 16,-6-1-3-16,0 0 0 0,1-1 4 0,5 0-4 0,8-1-7 16,-2 2 13-16,-4-3-11 0,-4 1 12 0,-6 2-6 0,6-1-4 0,4 4-12 15,-3 2 5-15,-2 4-1 0,-4-1 17 16,-9 0-6-16,1 1-6 0,3 1-26 0,-2 2 7 0,-4 0-8 16,-11 0 0-16,-8 0-16 0,-6 2-11 0,-5 1-108 0,-2 2-76 15,-11-1-5-15,-6 4-27 0</inkml:trace>
  <inkml:trace contextRef="#ctx0" brushRef="#br0" timeOffset="163933.79">16012 16853 1846 0,'-10'-19'50'0,"-1"2"-38"16,1 6-18-16,2 6-11 0,1 3-10 0,2 2-52 0,1 0 12 16,1 0-18-16,0 2 11 0,3 2 3 0,0-2 1 0,1 2-40 15,3 2-15-15,0 2-10 0,1 1-116 0,-1 3 149 0,1 2-21 0</inkml:trace>
  <inkml:trace contextRef="#ctx0" brushRef="#br0" timeOffset="164155.57">16073 17570 1971 0,'-4'-11'-33'16,"-10"-1"61"-16,0 2-8 0,2 3-10 0,3 5-51 0,1 1-12 0,2 1-8 0,2 0-31 0,3 0 6 15,1 1 4-15,1 1-53 0,4 0-11 0,3 3-21 0,4 0-149 16,3 1 188-16,-1-3-31 0</inkml:trace>
  <inkml:trace contextRef="#ctx0" brushRef="#br0" timeOffset="164313.97">16563 16610 1720 0,'-2'-18'306'0,"-16"-4"-298"16,-1 2-1-16,0 6-42 0,4 10-19 0,0 3-3 0,0 3-74 0,0 2 0 15,1 2-11-15,0 3 20 0,4 2 9 0,2-2 2 0,3 0-12 16,0-1-9-16,2 0-25 0</inkml:trace>
  <inkml:trace contextRef="#ctx0" brushRef="#br0" timeOffset="164487.54">16759 17331 1249 0,'-17'9'225'0,"1"-5"-215"0,0-2 1 0,1 3-12 0,5 2-2 0,2 2-6 0,2-3-53 0,4 0-27 15,2 0-37-15,2 0-69 0,6 0-20 16,4-1-10-16,7 3 61 0</inkml:trace>
  <inkml:trace contextRef="#ctx0" brushRef="#br0" timeOffset="164662.78">16968 17404 2164 0,'-53'-11'35'0,"-2"11"-30"0,35 0-23 15,2 2-64-15,4 2 16 0,7-1-82 0,4 0-13 0,3-2-13 0,6 1-114 16,3-2-29-16,4-4-27 0</inkml:trace>
  <inkml:trace contextRef="#ctx0" brushRef="#br0" timeOffset="164851.6">17616 16554 2183 0</inkml:trace>
  <inkml:trace contextRef="#ctx0" brushRef="#br0" timeOffset="165008.88">17804 17324 1938 0,'-21'3'337'0,"2"-6"-324"15,-3 2-6-15,0 6-78 0,4 4-23 0,2 4-23 0,4 0-141 0,6 0-24 0,5-3-35 0,3 1-80 16,9 1 216-16</inkml:trace>
  <inkml:trace contextRef="#ctx0" brushRef="#br0" timeOffset="165119">17768 17367 1004 0,'-49'-48'124'0,"22"23"-328"0</inkml:trace>
  <inkml:trace contextRef="#ctx0" brushRef="#br0" timeOffset="165310.75">17017 16655 2244 0,'-30'-19'65'0,"4"2"-67"0,5 7-29 0,7 8-48 0,8 2-45 16,6 6-220-16,7 3-12 0,8 3-43 0,6 6 172 0</inkml:trace>
  <inkml:trace contextRef="#ctx0" brushRef="#br0" timeOffset="165467.31">17916 17146 2377 0,'-12'-7'52'16,"-4"-1"-60"-16,2 5-9 0,0 5-8 0,2 3-112 0,3 1-29 0,2 2-46 16,5 1-116-16,2 0-17 0,8 1-16 0,4 2 153 0</inkml:trace>
  <inkml:trace contextRef="#ctx0" brushRef="#br0" timeOffset="165625.47">18496 16723 1516 0,'-16'0'246'0,"-11"-14"-259"15,-4 1-26-15,-4 4-79 0,4 5-37 0,1 4-17 0,3 3-252 0,3 0 253 0,2 0-40 0</inkml:trace>
  <inkml:trace contextRef="#ctx0" brushRef="#br0" timeOffset="165761">18375 16552 2069 0,'-31'-20'-11'0,"11"7"25"0,0 4-5 15,1 5-4-15,1 2-54 0,2 2-20 0,3 1-13 0,3 2-131 16,7 3-35-16,6 0-39 0,9 5-96 0,7 1 200 0</inkml:trace>
  <inkml:trace contextRef="#ctx0" brushRef="#br0" timeOffset="165944.15">18751 17356 2336 0,'-11'-10'70'0,"-11"-7"-80"16,-1 6-19-16,-2 6-6 0,8 4-97 0,0 2-47 0,3 4-47 15,2-1-188-15,1 2-42 0,7 1-35 0</inkml:trace>
  <inkml:trace contextRef="#ctx0" brushRef="#br0" timeOffset="166101.31">18678 17265 2209 0,'-15'-10'65'0,"-4"-3"-72"0,-6 3 8 0,1 8-18 16,-9 2-19-16,4 1-133 0,5 4-31 0,6 0-28 0,7 2-192 16,6-2 244-16,2 0-25 0</inkml:trace>
  <inkml:trace contextRef="#ctx0" brushRef="#br0" timeOffset="166276.03">18024 16990 2091 0,'-13'-15'365'0,"-14"-2"-353"0,3 4-5 0,1 3-25 16,4 6-19-16,1 4-6 0,2 2-109 0,6 1-17 15,4 3-26-15,6 0-99 0,4 2-43 0,3 2-7 0,6 1 91 16</inkml:trace>
  <inkml:trace contextRef="#ctx0" brushRef="#br0" timeOffset="166434.18">17258 16976 2211 0,'-25'-10'115'0,"-3"-2"-82"16,2 2-23-16,8 2-6 0,0 7 0 0,1 1-19 16,3 1-13-16,-1 3-95 0,3 1-10 0,6 1-16 0,6 0-56 0,3 2-7 15,7 1-15-15,7 2-129 0,1 2 210 0</inkml:trace>
  <inkml:trace contextRef="#ctx0" brushRef="#br0" timeOffset="166610.75">16968 17146 2163 0,'-39'-9'-32'0,"12"0"62"0,2 4-9 0,-2 3-12 0,-3 3-26 16,-2 5 13-16,-1 3-18 0,3 2-14 0,3 0-22 0,5 3-27 0,8 0-84 16,4 0-25-16,3 1-16 0,3-1-190 0,-3 0 236 15,-1-2-32-15</inkml:trace>
  <inkml:trace contextRef="#ctx0" brushRef="#br0" timeOffset="166777.25">16292 16820 1910 0,'-31'-21'331'0,"2"0"-319"16,2 4-5-16,4 7-24 0,10 10-18 0,6 2-10 0,2 7-141 0,4 4-18 15,-2 2-36-15,5 6-65 0,5 5-42 0,5 0-7 0</inkml:trace>
  <inkml:trace contextRef="#ctx0" brushRef="#br0" timeOffset="166943.01">16532 17634 2286 0</inkml:trace>
  <inkml:trace contextRef="#ctx0" brushRef="#br0" timeOffset="167077.46">17062 17085 2383 0,'-23'-21'62'16,"1"0"-120"-16,1 3 42 15,6 10-55-15,5 6-43 0,4 2-361 0,5 2 307 0</inkml:trace>
  <inkml:trace contextRef="#ctx0" brushRef="#br0" timeOffset="168126.18">14179 16773 938 0,'-2'-7'249'0,"2"5"-146"15,-1-1-90-15,0 3-13 0,1-1-3 0,0 1-4 0,2 2-14 0,-1 1-10 16,3 2 25-16,0 0-17 0,1 0 34 0,-5 0-5 0,0 0-8 15,1-5 2-15,1 3-6 0,5-2 7 0,1 1 0 0,-1 1 2 16,2 1 2-16,3 1-7 0,0-1 7 0,1 1-9 0,1-1 7 16,0 3-4-16,1 0-1 0,0 1-5 0,0 0 2 15,0-2 3-15,0 0 11 0,-2 0 1 0,2-1-5 0,-1 2-8 0,3 1 8 16,-1 0-8-16,0-1 3 0,-3 1-1 0,-2-1-4 0,2-1 3 16,-1-1-9-16,1 1 5 0,1 2-51 0,1 0 2 0,-1-2-16 0,2 1 13 15,1-4 6-15,1 1-7 0,-1-2-37 0,0-1-11 0,-1 1-16 0,0 0-34 16,-9-1 82-16</inkml:trace>
  <inkml:trace contextRef="#ctx0" brushRef="#br0" timeOffset="168364.41">14673 16668 764 0,'-2'-25'-71'0,"-1"14"145"0,2 3-15 0,-6 0-18 0,0 2-53 0,3 1 34 0,-1 0-34 15,2 1 40-15,1 1-8 0,0-1-15 0,2 4-11 16,-1-1 4-16,1 1-3 0,-1 0 8 0,1 0-1 16,0 1-9-16,1 1-20 0,0 3 36 0,1 0-27 0,1 5 37 15,0 2-7-15,2 2-18 0,0 4-3 0,1 5 10 0,0 1-3 0,-1 2 16 0,1 1 1 0,-2-3-10 0,-4 2-17 16,0 0 30-16,-2 3-24 16,1 1 30-16,3-1-4 0,2-3-20 0,-1 4-6 0,2 1 3 0,0 2-4 0,1 0 10 0,-1-1 0 15,2 0-3-15,0-2-32 0,1 3 27 0,0-2-31 0,1-2-18 16,-2-2-30-16,4-1-36 0</inkml:trace>
  <inkml:trace contextRef="#ctx0" brushRef="#br0" timeOffset="169077.79">18044 18415 1705 0,'-68'5'63'0,"26"4"-79"0,2 4-65 16,2 0 7-16,0 5-73 0,1 2 12 0,-3 1-9 0,3 0 88 0,6 0 8 15,3-1 21-15,1 2 39 0,2-1 5 0,-5-2-6 0,4 0-11 0,5-1 21 16,3-1-20-16,4-2 16 0,5-3-3 0,1-4-12 16,3 0-10-16,2-1 8 0,1-4-8 0,1 0 15 0,1-2 0 0,0 1-7 0,0-2-38 15,2 0 18-15,-1-2-30 0,2 0-55 16,-1-1-53-16,0-1-53 0</inkml:trace>
  <inkml:trace contextRef="#ctx0" brushRef="#br0" timeOffset="169291.91">17395 18456 1121 0,'9'-2'-120'15,"-6"-1"258"-15,-2 2-51 0,0 1-42 0,-1 0-35 16,1 0-5-16,0 0 4 0,1 1 6 0,2 2 0 0,0-1 0 16,3 3-6-16,1-1 8 0,1 2-8 0,1 3-4 0,3 2-3 15,2 1-7-15,3 3-1 0,4-4-4 0,4 1 4 0,2-2 1 16,3-1 4-16,-3 1 1 0,-2 0-28 0,-2 1 32 0,3-1-28 0,2-1 30 0,5 0-20 0,-1 0-23 15,0 0-84-15,2 0-58 0,-1 0 2 16,3 1-8-16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35:16.89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6275 9124 217 0,'-12'-6'-20'0,"2"1"8"0,5 0-40 0,-2 3 71 0,3 1 58 0,-2 0-26 15,-4 0 48-15,1-1-12 0,0 2-21 0,0-1-41 0,1 1 20 16,2 0-22-16,0 0 19 0,3 0-9 0,0 1-19 0,2-1-23 16,0 2 25-16,1-2-22 0,1 0 27 0,0 0-9 0,2 0-14 0,0 0-1 15,4 0 3-15,1 0 1 0,2 0 11 0,-1 0-2 0,0 0-9 16,0 0-6-16,0 1 23 0,1 0-15 0,-6 0 45 0,2 2-3 15,-2-2-4-15,4 2 1 0,7-1 10 0,2 0-4 0,2 0 23 16,0 0-7-16,2 0-8 0,0-1-43 0,3-1 32 0,2 3-31 0,2 0 33 16,2-1-11-16,3-1-18 0,5 2-18 0,4-1 14 0,2 1-11 15,1-2 21-15,-3-1-6 0,2 0-11 0,2-1 4 0,1-2 1 16,3 0-1-16,-2 1-10 0,-2-1 5 0,-1 0-1 0,2 0-4 16,1-2 5-16,-2 0-5 0,-4-1 7 0,-3-1 0 0,-1 1-3 0,1-2-6 15,3-1 12-15,-3 2-10 0,-3-4 20 0,-3 2-7 0,-2 0-5 16,1 2-10-16,-2-1 13 0,-2 2-9 0,-1 1 11 0,-5-2-2 15,-3 3-12-15,-1 0-12 0,-7 1 18 0,-5 1-15 0,-1 2 15 16,-3 0 0-16,3 0-6 0,-2 3-6 0,-2 1-14 0,0 0 5 0,-1 3-45 16,-1 2-1-16,-1 2-6 0,-2 3-57 0,0 0-29 0,-1 2-12 15,2 1 10-15</inkml:trace>
  <inkml:trace contextRef="#ctx0" brushRef="#br0" timeOffset="9377.24">9370 9555 217 0,'-5'0'-48'0,"2"-2"8"0,1 1-62 0,1 1 83 16,-1 0 27-16,2 0-1 0,0 0-2 0,0 0-9 0,0 0-4 0,0 0 14 16,0 0-7-16,4-1 15 0,-3-1 9 0,1 0-4 0,2 1-4 0,-2-1-12 0,1 0 26 0,-1-1-19 0,2 1 28 15,-2-2-6-15,0 0-12 0,2 1-6 0,0 0 7 0,-1-3-4 16,2 4 19-16,-1-2-7 0,1 0-8 0,-1 0-19 16,2 1 22-16,0-3-18 0,0 3 25 0,0-3-6 15,1 4-10-15,1-1-26 0,2-3 15 0,0 2-12 0,3-6 31 0,1 0-2 16,0-2-13-16,3 1-12 0,1-1 15 0,0-1-14 0,2 0 16 0,1-2-4 15,1 1-5-15,2-1 3 0,-1-3-8 0,-5 1 10 0,-2 0 10 0,0 1-3 16,3 0 4-16,7 0-18 0,2-1 15 0,-3 3-12 0,0-3 23 16,-2 2-4-16,-1 0-8 0,4-2-14 0,0-1 14 0,1 1-10 15,-1 0 19-15,-1-3 3 0,-1 1-11 0,2-1-29 0,0-1 37 0,-1 2-35 16,2-2 39-16,-6 4-6 0,-1-5-14 16,1-4-16-16,3 1 11 0,5-1-9 15,2 0 19-15,1 1-1 0,-2-1-12 0,4-2-6 0,-1 1 12 16,3 1-11-16,0 0 9 0,-2 0 0 0,0-1-4 0,2-2 6 15,-2-1-7-15,-3-1 6 0,-2-1 1 0,-1-2 0 0,1-1 2 0,8-3-25 16,3 0 33-16,-2 0-26 0,1 3 46 0,-1-1-6 0,-1 5-11 0,2-1 2 16,-2 3-6-16,-2-6 6 0,1 2-5 0,-3-2-3 0,-5 1-3 15,2-4-2-15,1 3 2 0,1-1-3 0,5-1-2 0,0-1-6 0,0 3-2 0,3-2 2 0,1 3-4 0,-1 1 6 16,1-3 2-16,-2-2 2 16,2-2 1-16,-3-2-14 0,0-3 14 15,0-1-13-15,2 0 14 0,4 1-3 0,-1 1-7 0,2 1 0 0,0 2 2 0,1-1 1 0,-1-1 4 0,-2 0 3 16,-2-2-3-16,-6-2-9 0,0-2 14 15,1 0-14-15,1 2 15 0,2 2-5 0,-1 3-3 0,1 2-3 16,-2-3 1-16,1-1 3 0,-2-3 15 0,0 1 0 0,0 0-2 0,0 0-25 0,0 0 34 0,-6-2-28 16,2 5 36-16,1 4-10 15,2 2-20-15,5-3-6 0,-1-1 3 0,3 0-1 0,2-1 11 16,-1-1-2-16,-1 0-6 0,3-1-3 0,0-2 5 0,-3 1-5 16,4 2-1-16,-3 6 0 0,2 2 0 0,6-6-2 0,-4-2 3 15,-1-3 0-15,1 1 5 0,-4 1 0 0,-2-1-6 0,0 1-22 0,-9 2 26 16,-2 1-21-16,-3 5 32 0,-3 5-6 0,3 3-8 0,-3-1-14 15,-4-4 2-15,-5-1-1 0,-3 1 20 0,-3 1-7 0,-1 3-6 0,-3-2-15 16,-1 0 21-16,-3 0-14 0,-1 1 27 0,-1 1-3 0,-3 3-12 16,1 1-8-16,-3 2 11 0,-1 3-6 0,-2 2 12 0,-2 0 1 15,0 3-9-15,-2-2-12 0,-2 0 18 0,-1 1-16 0,-1-1 20 16,-3 3-5-16,1-1-5 0,0 0-13 0,4 3 8 0,-5 1-4 0,-1 4 22 16,-1 0-2-16,-8 3-5 0,-1 4-22 0,0 0 17 0,-3 6-17 15,-2-1 23-15,1 4-5 0,-2 2-5 0,-6 5-3 0,-3 0-5 16,-2 2 8-16,1 1 9 0,1-1-3 0,0 1-1 0,-5 2-16 0,-6 3 18 15,0 3-15-15,-1 4 17 0,-1 3-1 0,1 4-8 0,-2 3-15 16,-3 0 19-16,3 1-12 0,-6-3 29 0,2 2-7 0,-68 43-20 16,-6 3 10-16,67-41 9 0,6 4-3 0,-2 2-6 15,-5 6-8-15,-2-3 6 0,-2 0-2 0,1-4 12 0,2-2 0 16,1 2-7-16,-2 7-12 0,-3 3 14 0,-1 7-12 0,2-2 17 16,5-3-3-16,3-4-6 0,-4 3-4 0,-1-1 2 0,-1 6 1 15,1 2 9-15,3 0-1 0,5-3-5 0,-4 0-12 0,2-2 16 0,2-2-14 16,-1 4 17-16,3-1-5 0,3 2-6 0,2 0-3 15,2-4 5-15,2-1 0 0,1-6 10 0,1-2-3 0,-45 65-11 16,93-119 14-16,-86 125-17 0,45-66 13 0,2-5-3 0,2-2-2 0,0-2-19 16,1 3 21-16,3 2-12 0,-1 1 33 0,6 1-6 0,-29 50-9 15,61-106 29-15,-51 97-54 0,29-54 30 0,3-4-4 16,1 0-2-16,1 1 2 0,4 1-7 0,1-2 8 0,3-3-3 16,5-1 0-16,0-2-2 0,2-4-18 0,2-3 17 0,0-1-15 0,2-1 23 15,3-2-6-15,2 0-7 0,-1-3-16 0,5 0 13 0,-1-2-10 16,0-1 20-16,1-1-6 0,-2 0-13 0,2 1-6 0,0 1-1 15,3 1-1-15,1-2-6 0,-1 0-6 0,4-5-2 0,1 1 2 0,4-1-16 16,0-1 10-16,3-2-56 0,1-1-6 16,2-1-14-16,4-1-70 0,3-3 112 0</inkml:trace>
  <inkml:trace contextRef="#ctx0" brushRef="#br0" timeOffset="24473.64">33117 6474 256 0,'-32'-32'3'0,"13"12"79"0,2 1-12 0,3-1 22 0,-1-1-72 0,0 0 28 0,0 2-29 0,-4 1 42 0,1 3-8 0,1-1-16 0,-2 0-2 0,2 0-2 0,0 2 1 0,0-2-6 0,1 1-3 0,0 1-9 0,-5-2-14 0,1 0 15 16,-1 1-16-16,-2-2 8 0,2 3-5 0,-4 0-7 0,-2 1-6 15,-2 1 9-15,-2-1-3 0,-3 0 15 0,0-1 0 0,-3 0-9 0,-4 0-9 16,-4-2 8-16,-1 4-8 0,2-2 6 0,0 2 1 0,0 2-1 16,-2 0-19-16,-2 1 19 0,-1 0-16 0,-1 1 26 0,-1 2 0 15,-2-1-12-15,-6 2-28 0,0 1 23 0,-1 3-25 0,0 1 26 16,-2 1-4-16,-2 2-4 0,-9 1-14 0,-1-1 17 0,-1 3-9 0,-3 1 34 15,1 0-3-15,-1 0-11 0,-4 1-17 16,-1 0 25-16,-1 1-19 0,-3 1 27 0,-1 3-4 0,-1-2-12 16,-3 1-20-16,0 0 20 0,1 3-13 0,-5-3 39 0,4 2-4 0,-1 2-12 15,-3-1-23-15,1 1 28 0,-2 0-22 0,-2 1 32 0,3 1-5 0,-1 2-17 0,-2 2-17 16,-6 4 20-16,1-1-14 0,1 2 28 0,3 1 0 0,5 4-14 0,-5 7-14 16,3 0 14-16,2 4-15 0,3-2 16 0,9-2-7 15,3 0-3-15,-3 0 2 0,3 2-3 0,3-1 5 0,0 0 2 16,4 1 1-16,1 5-4 0,-2 9-8 0,0 2 15 0,3 4-13 0,5-5 8 15,2-5 1-15,4 0-2 0,1-2 3 16,0 5 4-16,7 3 1 0,-36 65 45 0,10-7-10 16,42-60-15-16,6-2-12 0,2-1 12 0,3 1-10 0,2 4-17 15,-4 7 0-15,4 3-1 0,3-4 4 0,2-3 10 0,2-6-6 0,1-2-5 0,-1 10-18 16,1 0 20-16,4 6-17 0,1 3 24 0,2-7-4 0,1 0-7 0,0 0-4 16,0 3 0-16,1 6 1 0,2 6 7 0,0 1-2 0,1-3-3 15,-2 2-4-15,1-2 7 0,-1 4-5 0,1 5 12 0,1-2-3 16,0-2-3-16,0-3 0 0,1-1-1 0,0 4 3 0,2 3 4 0,0-1 0 15,0-3-6 1,2-2-1-16,0 0 8 0,1 2-8 0,2 5 1 0,-1 0-5 16,2-1-3-16,-2-4-10 0,0 5 13 0,-1 1-5 0,-1 5 22 0,1-2 1 0,-1-5-11 0,-1 2-23 0,-1 0 25 15,2 4-23-15,1 0 24 0,0-7 2 16,1-5-10-16,0 3-9 0,3 0 9 0,0 1-7 0,3 3 27 16,3-8-2-16,1-6-4 0,1 4-15 0,2-2 2 15,0 4 2-15,1 3 6 0,1-10-2 0,0-2-11 0,2 1-2 0,4-4 6 0,-1 5-1 0,0-4 7 16,-2 2-5-16,167 253-3 15,-145-277-3 1,7-1-10-16,6 1 16 0,4-5-7 0,0 0 25 0,0-6 1 16,0-3-15-16,6 0-6 0,6-3 18 0,8 0-18 0,3 1 9 0,-5-4-4 0,0-1-6 0,7-1 0 0,1-1 0 15,10 0 1-15,-5 2 6 0,-6-4-2 0,0 1-5 0,4-2-5 0,3-1 8 16,-1 0-7-16,-1 1 4 0,-8-2 2 0,-1-1-2 0,7 0-11 16,0-2 10-16,2 0-9 0,-3 0 19 15,-4-2-1-15,0-7-7 0,4 2-12 0,3-4 16 0,-3-2-13 0,-4 3 20 0,-3-4-6 0,-2-1-7 16,6-3-8-1,0 0 9-15,-1-1-4 0,-4-1 14 0,-5-6 0 0,0-2-7 16,4-6-9-16,1-4 10 0,-1 1-10 0,-6-2 8 0,0-1-2 16,-1-3-6-16,4-1 11 0,3 0-7 0,-2-1 9 0,-4 1-6 15,-3 2 0-15,-1-2-1 0,0-6-14 0,0-1 23 0,-5-4-18 16,-1 0 23-16,-4 0-5 0,-2-2-12 0,2-1 0 0,-1 0 7 0,-4 1-2 16,-1 2 23-16,-8 0 4 0,-2-2-1 0,-1-3-6 0,-1-4 14 15,0 0-14-15,-2-1 14 0,-6 4-6 0,-1-2-11 0,-3 1-16 16,-1 0 4-16,-2 1-7 0,0-1 7 0,-3-4-1 0,-3-4 2 0,2-8-12 15,-2 0 10-15,0 0-8 0,-2 0 9 0,1 6-6 0,0-3-7 16,-1-10 1-16,0-2 3 0,-2-4 2 0,-3 2 2 0,0 7 2 16,-1 3-5-16,0-7-7 0,1-4 8 0,-2-6-7 0,-1 1 6 15,-2 4-5-15,1 2-4 0,-1-5-6 0,1-5-1 0,0-3 2 16,-4-3-2-16,0 9-1 0,-2 3-2 0,-2-6-28 0,1-4 24 16,-1-5-23-16,0 2 23 0,-1 11 0 0,0 3-8 0,-1-4 2 0,0-2 3 15,1-2 2-15,-2 5 19 0,0 12 0 0,-3 3-3 0,-4-6-7 16,0-4 18-16,-3-5-13 0,-1-1 21 0,-1 10 0 0,-1 7-6 15,-3-6-21-15,-1-2 17 0,-2-4-13 0,-2-3 38 0,2 6-5 16,-2 8-8-16,1 1-14 0,1-3 5 0,0-6-5 0,-3-4 11 0,4-3-4 16,2 6-5-16,-1 4-12 0,2-1 11 0,-1-4-8 0,0-9 24 15,3-5-5-15,2 6-10 0,2 2-17 0,1-2 1 0,1-2 11 16,-2-5 18-16,-2 1-1 0,-1 10-17 0,-2 4 5 0,0-2-6 0,3-4 6 16,-2-4-6-16,2 2-4 0,-2 10-2 0,0 4-6 0,-2 5 13 15,-1-4-9-15,-1-4 17 0,0 1-5 0,-2 3-5 0,-1 6-12 16,-2 10 1-16,-2 7-2 0,-2 3-14 0,-3 2-14 0,-4-1-17 15,-3-1-91-15,-2 4-35 0,-4 7-21 0</inkml:trace>
  <inkml:trace contextRef="#ctx0" brushRef="#br0" timeOffset="50004.43">26948 14629 459 0,'-4'-2'120'0,"-1"-1"158"0,1 1-194 0,-1-2-39 0,3 1-10 0,-1-2 9 0,0 1-7 0,2 2-8 0,0-3-19 0,1 2 28 0,-1-2-27 0,1 2 41 0,0 0-17 0,0 0-16 0,0 1-5 16,0-1 12-16,0 0-3 0,0 2 42 0,0 0-8 15,1 1-6-15,-1 0-13 0,0 0 4 0,1 0-6 0,-1 1 3 0,0 2 1 16,1 1 0-16,1 1-28 0,-1 2 7 16,0 2-12-16,0 4 5 0,-1 1 2 0,1 2-6 0,-1 0-15 0,0 1 18 15,-1-1-18-15,0 4 16 0,0-4 7 0,0 4-3 0,-2-1-23 16,2 1 10-16,-1-1-14 0,0 1 21 0,1-2-1 0,-1-3-2 0,2-6-5 0,0 0 4 16,0-3-3-16,0 2 3 0,0 0-1 0,2-1-3 0,-2-2-17 15,0 0 25-15,0-2-17 0,0 1 25 0,-2-2-2 16,1-2-13-16,-1 0-12 0,1-2 19 0,-1-3-13 0,-1-2 31 15,1-3-8-15,0-1-12 0,0-2-11 0,1 0-1 0,-2 1 1 16,2-3 10-16,0 1-1 0,1-3-1 0,0 1-16 0,0-1 20 16,2 4-15-16,-1-1 25 0,2 3-6 0,0 0-12 0,2 2 2 15,-1 1 16-15,2-1-7 0,-1 0 19 0,2 1-3 0,0 3-13 0,1-2-6 16,-1 4 16-16,1-1-13 0,0 2 21 0,0 0-6 0,-1 1-9 0,0 1-18 0,0 0 18 16,2 0-15-16,2 0 36 0,-3 1-10 0,3 1-10 0,-2-2-17 15,0 2 12-15,-6-1-11 0,0 0 20 0,0 1-3 0,-1-2-7 0,5 0-7 16,0 0 3-16,1 0-3 0,-1-3 10 15,-1 2-3-15,-1-1-1 0,1 1-9 0,-3 0 7 0,1-2-6 16,-2 1 13-16,-1 0-3 0,-1 2-5 0,1-1-6 16,-1 0 5-16,1 1-3 0,0-1 10 0,-1 1-3 0,1 0-5 0,2 1-4 0,-1 1 11 0,1 1-6 0,2 1 26 15,-2 1-7-15,3 0-9 0,-2 2-15 16,2-2 22-16,-1 2-15 0,0 0 32 0,-1-2-9 0,0 1-14 0,-1-2-5 16,1 1 6-16,0-1-5 0,1 0 7 0,1-2-6 0,1 1-5 0,0 0-15 15,2-2 16-15,-1 0-12 0,-1-1 16 0,2 0-3 0,2 0-11 0,-1-1-23 16,1-2 9-16,0 2-14 15,0-2-13-15,1 0-6 0,-2-3-14 0,2 3-57 0,-1-2-5 0,2-2-14 16,-1 1-83-16,0-2-95 0,1-2-71 0</inkml:trace>
  <inkml:trace contextRef="#ctx0" brushRef="#br0" timeOffset="50227.15">27557 14710 1442 0,'3'17'-292'0,"-2"-12"543"0,-1-4-82 0,1-1-104 0,1 0-31 0,-1 0 18 0,0-1-16 0,1-3 21 0,1 0-8 0,1-1-28 0,-2 0-6 0,1-1 18 0,1-1-18 0,-1 2 33 0,2-1-2 16,-2-1 1-16,0 2 10 0,1-1-3 0,-2 1 4 0,0-1-5 0,-1 1-8 15,1 1-3-15,-1-2-25 0,0 2 11 0,-1-1-11 0,0 3 16 0,-1-1-5 0,-2 0-8 16,1 2-20-16,-2 0 7 0,-1 2-8 0,-2 0 10 0,0 3-4 16,-2-2-4-16,-2 1-11 0,7 1-7 0,0-2 1 0,0 1-28 0,2 0-23 15,-4-3-17-15,2 1-110 16,3-1-62-16,3-2-6 0,4-3-318 0,3 1 340 15,2-1-40-15</inkml:trace>
  <inkml:trace contextRef="#ctx0" brushRef="#br0" timeOffset="50625.15">28128 14288 1612 0,'-15'10'359'0,"4"-5"-286"0,-2 1 73 0,0 5-83 16,1 3 17-16,7 2-35 0,-2 0 18 0,3-2-14 0,0 2-16 0,-4 4-19 16,2-1 9-16,0 1-12 0,0 0 13 0,4-4-4 0,1 0-7 15,1-1-6-15,0-4 3 0,3 2-4 0,1-3 7 0,0-1-5 16,2 0-1-16,0-1-12 0,0 0 6 0,1-1-4 0,-1 1 9 0,-2-3-3 15,1 0-4-15,-8-1-9 0,1 0 9 0,-4-1-8 16,1-1 7-16,7 1 1 0,0-1-4 0,-2 1-10 0,-2 2 10 0,-10-2-9 16,-4 0 13-16,-2 0 1 0,-2-1-1 0,-3 1-8 0,2 0 10 0,-1 0-7 15,2-1 8-15,3 0-1 0,1 1-5 0,1-1-11 0,2 0 16 16,2 0-9-16,2 2 20 0,3-1-3 0,1 0-11 0,2 3-3 16,1-3 6-16,0 3-3 0,0 0 9 0,1-1-6 0,1 1-2 15,-1 3-16-15,1-1 18 0,0 1-10 0,1 1 28 0,0-2-5 16,2 1-15-16,0-1-6 0,0-3 5 0,3 1-7 0,0-2-8 0,2 0-7 15,0-2-10-15,4-2-38 0,1 2-17 0,2-2-3 16,1-3-71-16,-1-1-19 0,4-1-17 0,4-4-178 0,3-1-54 16,3-3-41-16</inkml:trace>
  <inkml:trace contextRef="#ctx0" brushRef="#br0" timeOffset="50759.91">28290 14679 1661 0,'-4'20'-255'0,"1"-14"494"0,1-3-69 0,0 2-88 0,0-2-54 15,-1 0 8-15,2 1-22 0,-1-2-2 0,2-2-10 0,0 0-8 0,1-2-105 16,1-3-26-16,3 0-20 0,3-3-197 0,1-2-50 16,2-2-73-16</inkml:trace>
  <inkml:trace contextRef="#ctx0" brushRef="#br0" timeOffset="51426.4">29212 14381 1258 0,'-21'3'-147'0,"7"-3"330"0,1 1-37 0,-3 0-38 0,-1 2-32 0,0 3 9 0,2 2-23 0,-1 2-2 0,4 2-7 0,-1 3-14 0,1 2-4 0,6 1 11 0,2-1-16 0,-2 3 9 0,2-2-4 16,-5-2-9-16,1 1-14 0,2-2 22 0,4-2-22 15,2 1 30-15,2-2-8 0,4-1-17 0,2-1-13 0,1-1 13 16,1-4-15-1,-2 2 13-15,0-5-2 0,0-2-10 0,7-1-11 0,4-4 8 0,4 0-10 0,0-4 10 0,-1-1-3 0,-2-1-9 16,-2 1-10 0,-3 1 12-16,-2 0-9 0,-2 0 8 0,-2 2 1 15,-1 2-3-15,-1-1-4 0,-4 5 10 0,0 0-7 0,-2 2 10 0,1 2 4 0,-2 1-4 0,0-1-8 0,0 3 6 16,0 1-6 0,0 0 12-16,0-1 0 0,0 0 0 0,1 0-19 0,1-1 22 0,0 0-14 15,0-1 28-15,1-3-3 0,0 1-12 0,0-2-14 0,2 0 17 16,-2-1-13-16,2-1 29 0,-1 0-3 0,1-2-6 0,-1 1-4 15,0-1 11-15,0 0-6 0,-2 0 26 0,0-1 0 0,-2 2-2 0,-3 0-4 16,0-3 6-16,-2 3-5 0,0-2 5 0,-1-1-4 0,1 1-5 16,-2-2-24-16,0 1 13 0,0 1-15 0,-1-1 11 0,3 2-3 15,0-1-10-15,1 1-15 0,2-1 15 0,1 1-13 0,-1 0 16 16,2 1-13-16,3 0-15 0,-1-3-39 0,1 0-2 0,2 1-9 16,0-2-49-16,2 0-34 0,0 3-33 0,0-2-219 0,2 0-76 15,2 0-43-15</inkml:trace>
  <inkml:trace contextRef="#ctx0" brushRef="#br0" timeOffset="51642.61">29512 14405 1063 0,'-6'0'132'0,"0"0"187"0,-2 2-200 15,1 2-9-15,0 1-31 0,2 1 4 0,0 2 29 0,1 2-34 0,-1 1 28 16,2 0-19-16,-1 2-25 0,2 1-15 0,0-3 8 15,1 2-17-15,1-2-4 0,0-2-8 0,0 2-12 0,3-1-21 16,1-2 10-16,1 1-11 0,2-4-1 0,2 0-11 0,2-1-18 0,3-1-45 16,0-1-7-16,2-2-11 0,-6 0-65 0,1 0-37 0,-1-2-32 15,5-1-261-15,11 0 299 0</inkml:trace>
  <inkml:trace contextRef="#ctx0" brushRef="#br0" timeOffset="51820.34">30026 14405 1699 0,'-7'0'73'0,"-3"2"36"0,-4 0-68 0,-5 3 69 16,-3 2-16-16,2 2-11 0,-2 1-28 0,1 0 5 0,2 0-19 15,-1 1-7-15,1 0-8 0,0 1-11 0,1-1-17 0,0 0 13 0,3 0-12 16,2-1 20-16,3 1-5 0,2-3-9 0,2 0-9 0,2 0 4 16,2 0-4-16,2-2-5 0,3-2-16 0,2 1-11 15,1-3-146-15,3 1-91 0,2-3-17 0,4-1-50 0</inkml:trace>
  <inkml:trace contextRef="#ctx0" brushRef="#br0" timeOffset="52395.68">31010 14035 884 0,'-6'-3'252'0,"0"0"-172"0,-1-1 93 0,0 2-68 0,-1 2 16 0,1-2-26 0,0 2 12 0,0-1-16 0,-3 1-23 0,0-1-23 0,-3 1 11 0,1 0-12 0,1 0 10 15,-2 0-15-15,1 1-11 0,-1 2-7 0,-2-1 2 0,0 3 1 16,0 2 10-16,0-1-7 16,0 3-6-16,0 3-21 0,-1 0 12 0,0 2-11 0,2 3 19 0,1 1-5 0,1 3-10 0,1-1-11 15,1 4 11-15,1 2-8 16,0 2 12-16,1 4 0 0,0 0-8 0,-1 1-8 0,2-1 10 0,-1-1-9 15,4-3 15-15,-1-2-1 0,3-1-6 0,2-1-6 0,0-3 3 0,5 0-4 16,0-1-3-16,3-2-2 0,2 0-11 0,1 0 0 0,3-1 7 0,-1-1-10 0,3 0-64 0,1-2-18 16,2-1-37-16,4-2-90 0,1-2-73 0,3-3-14 0,-1-2-29 15</inkml:trace>
  <inkml:trace contextRef="#ctx0" brushRef="#br0" timeOffset="53341.47">31159 14505 918 0,'-4'-2'335'0,"2"-2"-137"0,-2 1-100 0,2-1-34 0,-1 2 52 0,1 1-19 0,0-1-4 0,1 2-53 0,-1-1-2 0,0 1-10 0,-1 0-8 0,1 0 1 0,0-1 0 0,2 1-17 0,-1 0 10 0,1 0-11 0,0 0 7 0,0 0-2 16,0 1-8-16,2 0-1 15,0 1 3-15,-1 0-3 0,3 1-5 0,-2 1-10 0,1-2-8 0,1 2-80 0,-1-1-21 0,2-1-15 16,-1 2-145-16,3-3-46 15,4 1-55-15</inkml:trace>
  <inkml:trace contextRef="#ctx0" brushRef="#br0" timeOffset="53891.94">31510 14148 1494 0,'-10'3'-102'0,"6"-3"192"0,1 0-25 0,-2 0-36 0,2 1-15 16,0 1 34-16,-2 0-23 0,2 2 41 0,-1-3-13 0,0 1-20 0,-1 4-19 15,2-3 6-15,1 3-4 0,-2-1 24 0,1 0-3 16,0 1-2-16,-2 1-10 0,2-1 14 0,1 2-12 0,-1 1 12 15,2 0-4-15,1 1-11 0,0 1-20 0,1 2 11 0,2-3-11 16,0 3 19-16,0-1-5 0,1-3-10 0,1 2-13 0,0-2 8 0,1 0-8 16,2-1 13-16,2-2 1 0,1 1-1 0,0-4-11 0,1-1 4 15,-1-2-3-15,2 0 11 0,-1-2-1 0,0 2-7 0,3-1-12 16,0-1 21-16,-1 2-15 0,0 0 23 0,-2 0-2 0,-1-4-13 0,-1-1-16 16,2-3 17-16,-2-1-13 0,0 0 24 0,-1-1-4 0,0 1-8 15,-1-1-8-15,-1 1 5 0,1-3-3 0,-1 1 11 0,0 0-4 16,-2 1-4-16,2 0-13 0,-1 1 11 0,-2 1-8 0,0 1 25 15,-1 0-6-15,-1 1-6 0,1 1-12 0,-2-1 10 0,0 4-6 0,-1-3 15 16,0 4-2-16,-1-2-8 0,0-1-7 0,-2 2 3 0,1 2-3 16,0-3 16-16,-2 2-2 0,1-1 0 0,0 1-13 0,-1 0 8 15,2 1-6-15,1-1 6 0,0 1 3 0,1 0-4 0,0 0-10 0,0 1 10 16,0 1-9-16,0 1 19 0,0 1-1 0,0 0-4 0,0 1-14 16,0 1 20-16,0 1-15 0,0 0 23 0,0 1-3 0,0 2-14 15,0 0-10-15,0 3 11 0,0 0-8 0,1 2 17 0,-1-1-1 16,1 2-10-16,1 3-3 0,1 0 6 0,-1 0-5 0,1-4 5 15,1-3 2-15,0 0-4 0,1 1-12 0,0 3 10 0,2-2-11 0,1 0-4 0,0-1-1 16,1-2-8-16,1-1-39 0,-1-1-2 0,1-2-13 16,0 0-38-16,-2 1-14 0,1-3-15 0,1-2-110 0,-1 3-43 0,3-3-18 15,-1 1 53-15</inkml:trace>
  <inkml:trace contextRef="#ctx0" brushRef="#br0" timeOffset="54441.05">32036 14230 962 0,'-2'0'103'0,"1"-3"123"0,1 1-108 0,0 1-14 0,3 1-17 0,2-2-17 0,2 1 20 0,0 0-19 0,2-1 3 0,0 1-12 0,1 1-18 0,3-1-28 0,-1 1 16 16,-2 1-16-16,1 0 15 0,-2 1-9 0,-1-1-13 0,1 2-19 16,-1 0 13-16,-2 1-10 0,-1 1 16 0,-1 1-2 0,-2 0-8 0,-1 3-12 0,-1 0 10 0,0 2-6 15,-1 0 23-15,-2 1-2 0,-1 3-6 0,-1-1-7 0,-2 1 3 0,-1 0-3 16,1-3 4-16,-1-1 0 0,2 2 0 0,-1-1-1 15,1 3 2-15,2-2 0 0,1-2 8 16,1-2-5-16,2-1-6 0,2 0-6 0,0-1 13 0,2 0-7 16,2-1 29-16,-1-1-6 0,2-2-8 0,2-1-13 0,2 1 13 0,1-2-11 0,-1-1 6 0,1 0 2 0,-1 0-13 15,2 0-12-15,-1-2 2 0,2-2-10 0,1 1-24 0,-1-2-8 16,0 0-12-16,0-1-48 16,-1-1-16-16,2 2-5 0,-2-3-69 0,0 2-13 0,-2-2-14 0,-1-2-83 15,1 0 177-15</inkml:trace>
  <inkml:trace contextRef="#ctx0" brushRef="#br0" timeOffset="54560.59">32370 14032 1122 0,'-1'6'432'16</inkml:trace>
  <inkml:trace contextRef="#ctx0" brushRef="#br0" timeOffset="54642.24">32379 14058 2278 0,'14'18'-85'0,"-4"-4"189"0,2 1-15 0,0 4-17 0,0 4-57 0,1 1 33 15,-1 2-33-15,-1 1 40 0,2 1-13 0,-3 1-22 0,1 5-15 16,-2-4 7-16,0 2-8 0,0-1 5 0,-2-3-1 0,-1 2-4 0,1-4-6 15,0-2 4-15,-1 0-3 0,-4-2 2 0,0-3-3 16,-4 1-7-16,-4-2-35 0,-2 0-13 0,-3-1-7 0,-2-1-79 0,-3-4-28 0,-2-1-23 16,-2 0-232-16,-2-2 260 0</inkml:trace>
  <inkml:trace contextRef="#ctx0" brushRef="#br0" timeOffset="55290.32">31356 14153 664 0,'-1'1'142'0,"0"-1"-27"0,-1 0 10 0,2 0-67 0,0 0 29 0,0 2-17 0,0 0-20 0,0 0-25 0,-1 1-1 0,1 1-3 0,-1 0 6 0,0 1-4 0,1 0-1 0,-1 3-27 16,0 0 15-16,0 2-14 0,-2 0 19 0,2 3-3 0,-1-1-5 0,1 2-9 16,1 0 18-16,0 0-9 0,0 0 34 0,1 1-7 0,1-3-15 15,2 2-8-15,0-3 4 0,3-2-7 0,0-4 5 16,1-1 1-16,-1-1 1 0,3-1 9 0,-1 2 0 0,3-2 3 0,-1-2 9 16,0 1-5-16,0-1-2 0,2-1-10 0,-2 1 18 0,0-3-13 0,2-1 20 15,-2 2-6-15,-1 0-11 0,1-2-6 0,-1 4 9 0,-1 0-7 16,0 0 6-16,0 0-8 0,-1-2-9 0,0 1-20 0,0-2 11 15,-2 0-9-15,1 1 17 0,0 1 1 0,0 1-7 0,2-3-12 0,-1 2 9 16,-1-2-8-16,1 2 10 0,0-2 0 0,1 3-2 0,0-1-17 16,-1 0 19-16,0-2-16 0,-1 1 6 0,-2 0-8 0,1-3-22 0,-1 1-10 15,0-1-3-15,-1 0-4 0,0-2-49 16,0 1-22-16,2 0-25 0,-2-2-127 0,2-2-18 0,0 1-31 0</inkml:trace>
  <inkml:trace contextRef="#ctx0" brushRef="#br0" timeOffset="55511.81">31785 14092 946 0,'-1'4'682'31,"-1"-3"-127"-31,2 12-580 0,-1-8 58 16,1 4-9-16,0 2-2 0,-1 3-15 0,1-1 10 0,-1 3-9 0,-1-1 12 0,1 0-7 0,0 3-9 15,0 5-4-15,-1-2 3 0,1 6-1 0,0-1 5 0,0 1-1 16,-1-2-5-16,2-2-7 0,-1 0 6 0,1-1-4 0,2-1 7 15,-1 0 1-15,2-2-4 0,0-2-8 0,1-2 11 0,1 0-8 0,-1-3 8 16,3-1-7-16,0 0-12 0,0 0-24 0,1-1 13 0,0 1-13 16,0-2-5-16,-1-2-28 0,0-2-28 0,0-1-93 0,0-2-52 15,0-2 0-15,1 0 31 0</inkml:trace>
  <inkml:trace contextRef="#ctx0" brushRef="#br0" timeOffset="58431.24">30739 14203 217 0,'3'0'158'0,"-1"1"-52"0,-1-1 91 0,0 0-52 0,-1 2-1 0,0-1-41 0,1 0 10 0,-1 1-13 0,0 0-20 0,0-1-32 0,0 3 6 0,0 0-16 0,0 0-7 0,-1 4-8 16,1-2-3-16,-1 4-8 0,1 0-1 0,-1 3 2 0,0 0 1 16,0-1-1-16,-1 2-4 0,1-2-16 0,0 4 13 0,0-1-11 0,0-2 17 15,1-1-4-15,0-1-8 0,-1 3 0 0,0 3 0 0,0-3 1 16,-1-1 4-16,1-2-3 0,1-1-1 0,0 1-13 0,0-1 12 16,1 0-9-16,1-1 19 0,-1-2-10 0,0 0-13 0,-1-2-19 15,1 0 2-15,-1-2-2 0,1 1 8 0,-1-3 4 0,0 0-5 0,0-1-5 16,0 0 24-16,0 0-18 0,0-2 28 0,0-1 0 0,0-1-7 15,-1-1 1-15,-1-1-3 0,-1 0 3 0,1-3 2 0,0 0 4 16,-1 0-1-16,-1-4-19 0,1 0 21 0,-2 0-20 16,2-3 24-16,-2-2 3 0,2-2-8 0,1 0-5 0,0 2 12 15,2-1-10-15,0 2 19 0,1 3-2 0,0 0-9 0,0 1-3 0,1 2 23 0,-1 0-17 16,3 0 19-16,0 2-7 0,0-1-11 0,0-1-5 0,1 4 8 16,-1-1-3-16,1 0 17 0,0 1 3 0,0 2-4 0,0-2-3 15,2 1 19-15,-1-1-14 0,-1 1 27 0,1 0-9 0,-2 2-10 0,2 0-11 16,-2 1 2-16,0 1-4 0,0-1-5 0,0 3-4 0,-1-1-6 15,-1 1-10-15,2 1 6 0,-3 2-6 0,2-1 8 16,-1 4-3-16,0-1-4 0,0 1-6 0,-1 0 9 0,-1 1-5 16,1 1 8-16,-1-1 1 0,0 0-9 0,0 2-9 0,0 0 14 0,-1 1-11 0,1 1 17 15,0 0-2-15,0-3-9 0,0 4-11 0,0-2 16 0,0 0-12 16,1 1 16-16,0-4 0 0,-1 1-10 0,1 1-9 0,0-1 9 0,1-1-9 16,-2 1 11-16,1-1 1 0,-1-2-1 0,0 2-11 0,0-3 6 15,0 0-7-15,0-3 17 0,0 1-5 0,0 0-1 16,1 2-5-16,-1 1 5 0,1 0-2 0,0 0 7 0,1 0-4 0,-1-2-7 0,3 2 4 15,0-4 4-15,1 2-1 16,0-2 4-16,2-1 3 0,-1 2-5 0,0-2-5 0,1 0 9 0,0 0-8 16,0 0 11-16,-1 0 0 0,0 0-4 0,1 0-13 0,-3 1 7 0,1 0-8 0,-2 2 21 15,-1-2-4-15,1 0-2 0,-1 2-9 0,-1-1 3 0,0 0-2 16,0 0 5-16,-1 2 2 0,0-1-3 0,0-2-17 0,1 0-8 0,-1 0-5 16,1 1-57-16,2-2-16 0,-2 0-20 0,1-3-111 0,1 1-16 15,0-1-30-15,-1 0 72 0</inkml:trace>
  <inkml:trace contextRef="#ctx0" brushRef="#br0" timeOffset="58704.58">31007 14185 956 0,'0'-1'-526'0,"-4"0"1037"0,2-1-133 0,1 1-163 0,1 0-114 0,0 0 24 0,2 1-43 0,1-3 1 0,3-1-13 0,0 2-19 0,-1-1-41 0,-2-1 16 16,-2 2-21-16,1-4 8 0,1 3-3 16,4 0-12-16,2-1-12 0,-1 0 19 0,1 1-13 0,0-3 27 0,1 5-7 0,-1-3-11 0,0 2-5 15,0 0-4-15,-1 1 1 0,-3 0-8 0,0 1-8 0,-3 0-7 16,-2 1-12-16,0 0-4 0,-1 2 0 0,-1 1-25 0,-3-2-10 16,-2 5-10-16,1-2-39 0,-2 3-5 0,0-3 0 0,1 0-12 15,1 1-13-15,-1-1-17 0,0 1-16 16,0 0 20-16,2 0-11 0</inkml:trace>
  <inkml:trace contextRef="#ctx0" brushRef="#br0" timeOffset="58825.57">31030 14233 7 0,'-1'5'7'0,"1"-1"58"0,0 1 19 16,0-2 1-16,1 0 37 0,0 1-8 0,-1-2-5 0,1 1-6 0,0 0 35 0,-1-1-21 0,3-1 40 0,-2 1-21 0,0-1-35 15,2-1-35-15,0 1-2 0,-1 1-9 0,1-2-3 0,-1 0-2 16,3-2 6-16,1-2-41 0,0 3 9 0,2-3-18 0,0 0 4 16,0 1-2-16,2-1-7 0,-1 1-42 0,0-2 2 0,0 1-26 15,-2-1-130-15,-2 1-67 0,2-1-68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36:38.80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3834 9962 256 0,'-16'-9'7'0,"9"4"105"0,2-1-49 0,0 3 4 0,2 1-59 0,1 0 8 15,0-1-4-15,1 1 17 0,1 0-5 0,0 2-12 0,1-2-30 16,2 1 29-16,-1-2-25 0,1 0 40 0,2 1-13 0,-1-1-13 0,2 1 3 16,-1 0-10-16,0 1 11 0,1-1 0 0,-1-1 0 0,1 2 0 15,2 0-16-15,0-3 20 0,1 0-18 0,1 0 18 0,0-2-3 16,2-1-7-16,4 1-5 0,1-3 7 0,2-1-1 0,3-3 15 16,2-1 3-16,2-2-8 0,3-2-18 0,0 0 21 0,1 1-21 0,-2-1 27 15,0-3-2-15,1 1-4 0,-6-3-15 0,2 0 6 0,0-2-4 16,-1-2 15-16,4 2 1 0,-1-3-7 0,-1-3-20 15,2 4 23-15,1 0-22 0,5 0 26 0,0 3-5 0,1-2-7 0,-1 1-3 16,1-2 5-16,-2 1 0 0,-1 1 15 0,-1 0 4 0,-8 2-8 0,2-1-16 16,0 0 24-16,-1-1-24 0,4-2 24 0,-1-3-10 15,1-2-10-15,6-3-7 0,3 0 3 0,5 1 0 0,3-2 13 0,-2 2 3 16,2-4-8-16,0 1-23 0,-5-1 27 0,0-1-25 0,0 1 29 0,-3 0-6 16,6-5-10-16,1-1-14 0,4 0 12 0,4 1-7 0,2 2 25 15,-4 2 1-15,-4-1-9 0,-4 2-36 0,-2 1 40 0,-2 0-36 16,0 1 49-16,1 3-8 0,1-2-16 0,5-5-13 0,2 2 6 15,2-2-3-15,0 2 24 0,-5 2-2 0,-1 0-7 0,-9-2-11 0,0-1 8 16,0 1-7-16,-1 1 11 0,4 1-5 0,2 0-4 0,2-5-19 16,4-1 21-16,1-3-12 0,0 2 38 0,-2 3-8 0,-2-2-18 0,-8 1-13 15,0-3 20-15,1 1-15 0,-1 3 22 0,3 0-7 0,0-1-13 16,1-5 0-16,1-2 4 0,3 0 1 0,-1 1 15 0,-1 6-3 16,-2 0-7-16,0-3-16 0,-2 2 19 0,-5 1-17 0,1 4 18 0,-4 1 0 15,1-1-6-15,5-4 1 0,-1-2-1 0,2 2 2 0,2 0 3 16,3 4 0-16,0-1-3 0,3-1-10 0,-1-2 19 0,1 1-14 15,-7 2 23-15,0 1-1 0,0-2-10 0,1-3-34 0,3-2 27 16,2 0-24-16,0 0 42 0,2 4 0 0,2-2-14 16,3-3-17-16,-1 3 20 0,-1-2-19 0,-4 5 22 0,-5 0-5 0,0-2-6 0,-1-5-5 15,5-1 0-15,0 0 1 0,2 0 9 16,2 3-2-16,0-1-4 0,3 1-7 0,-3 0 11 0,-3 5-9 0,-4 1 13 16,-2-2-5-16,-3-1-6 0,3-4 3 0,3 3-4 0,0 2 5 0,2 2 1 0,2 2 0 15,-1-1 2-15,2-1-10 0,1 2 10 0,-3 2-10 16,-5 4 5-16,-2 2 0 0,-2-2-2 0,1-2-11 0,4-1 10 0,-1-2-5 15,1 4 21-15,1 3-3 0,0 1-10 0,-2 2-16 0,0 0 24 0,-2 2-20 16,-2 0 25-16,-4 3-7 0,-7 2-12 0,-1 0-11 0,0 3 11 16,0 1-6-16,5 0 17 0,-2 2-26 0,-2 2-24 0,3 0-96 15,2-3-53-15,1 0-8 0</inkml:trace>
  <inkml:trace contextRef="#ctx0" brushRef="#br0" timeOffset="12448.8">11120 9875 304 0,'-4'0'53'0,"1"0"43"0,-2 0 2 16,1 0 25-16,0 0-22 0,1 0 31 0,-1-3-21 0,1 1-33 0,0-4-47 0,1 4 28 0,-1-3-40 0,2 2 35 31,0-1-13-31,1 0-21 0,-1 1-23 0,1-1 20 0,0 1-23 16,0-2 22-16,0 1-1 0,1 0-9 0,0-1-14 0,0 1 8 15,-1 1-11-15,1-1 24 0,1 1-2 0,-2 1-3 0,1 0-26 16,-1 1 24-16,1-1-23 0,-1 0 41 0,1 1-10 0,-1 0-13 16,0-1-2-16,0 2-1 0,0-2 1 0,1 1 7 15,0-2 0-15,0 0-4 0,0 2-22 0,0-1 27 0,1-2-25 16,-1 1 40-16,0-1-7 0,0 1-13 0,0-3-1 0,1 1 1 0,1-1 0 16,-1 1 4-16,0 0-2 0,0-2-4 0,1 1-11 0,-1-1 18 15,-1 1-13-15,1 0 24 0,0 1-8 0,1-3-10 0,-1 3-8 16,1 0 6-16,0-2 0 0,0 2 22 0,-1-1-5 0,0 1-9 0,2-1-20 15,-1 0 19-15,-1 0-16 0,2 0 24 0,-2-1-3 0,0 0-9 16,1 2-11-16,-2-2 7 0,1 1-4 0,-1-1 20 16,0 0 1-16,0-2-6 0,1 0-19 0,-2 1 19 0,2 0-17 0,-5 1 19 0,0 0-4 15,1 0-7-15,-3 1-7 0,5 1 11 0,0 0-6 16,0 1 15-16,0 0-1 0,0 1-7 0,0 0-1 0,0 0 2 0,0 2-1 16,0 0-1-16,0 1-4 0,4 0-4 0,-4 0-2 0,0-2 3 15,0 2 1-15,-4 0 14 0,4 0-5 0,0-2-1 0,1-1-7 16,1 1 2-16,-1-2-2 0,2-1 3 0,-1 1-1 0,2-1-4 0,-1 1-5 15,0-3 6-15,1 2-1 0,-1-1 12 0,0-1 3 0,1 1-8 16,-1 1-29-16,-1-1 40 0,2-2-35 0,-1 1 40 0,-1 2-4 16,2-1-15-16,-2 1-23 0,1-2 23 0,0 2-17 0,-1 0 39 0,1-1-5 15,-2 1-14-15,2 0-22 0,-1-3 26 16,0 3-22-16,1 0 33 0,0-3-7 0,0 3-13 0,0-3-15 0,1 0 17 0,0 2-10 16,2-2 30-16,-3 2-7 0,3 0-9 0,-3-3-13 0,2 0 7 15,-1 1-7-15,1 0 15 0,-1 1-4 0,1 0-4 0,-1 0-2 0,2-1-2 16,-3 0 4-16,2 0 16 0,-2 2-10 0,0-2-1 0,1 1-10 15,-1 0 5-15,1 1-2 0,-2-1 8 0,1 2 3 0,-1 0-5 0,1-1-16 16,-1 1 16-16,-1 0-12 0,1 2 23 16,-1-1-3-16,2 0-11 0,-2 3 0 0,1-3 7 0,-1 0-6 15,0 2-1-15,0-2 0 0,1 1-3 0,-1-2-12 0,0 0 17 16,0-1-10-16,1-1 22 0,-1 1-1 0,2-2-13 0,-1-2-9 0,0 1 14 16,1 1-11-16,0-1 15 0,0 1-2 0,0-1-6 0,1-2 2 15,0 4-9-15,0-1 7 0,0 0 0 0,-1 2 0 0,2-4 4 16,-1 2-17-16,0-1 18 0,0 1-15 0,0 1 25 0,0-2-7 0,0 1-10 15,-1-1-8-15,1 3 6 0,1-1-2 0,-2 0 15 0,2-1-1 16,-1 1-3-16,0 1-17 0,0 0 17 0,1-2-15 0,-1 2 17 16,1 0-5-16,-1-1-9 0,1-2-5 0,-1 1 11 0,1 0-3 15,0-1 20-15,0 1-3 0,0-1-11 0,1 0-22 0,1 1 26 0,-2-1-22 16,2 0 29-16,-1 0-1 0,-1 0-10 0,1 0-4 0,-1 0 2 16,1 0-2-16,0 0 5 0,-1 0 4 0,0 0-4 0,0 0-16 15,1-1 19-15,-2 1-19 0,2-1 22 0,-1 2-5 0,-1-1-6 0,-1-2-7 16,1 2 6-16,-1-1 0 0,2-1 24 0,-1 4-11 15,1-2-6-15,-1 0-12 0,2 0 4 0,-1 0-2 0,1-2 9 0,0 5 0 16,-2-2-2-16,2 2-9 0,-5-3 4 0,0-1-3 0,0 0 14 16,0-1-1-16,5 1-5 0,-2 0-8 0,1-2 12 0,-1 2-10 15,0 0 10-15,-1 0 3 0,0 1-4 0,1-2-15 0,0 2 11 16,1 2-11-16,-3-2 19 0,1 1 1 0,0-1-7 0,0 0-13 16,0 0 21-16,1 0-19 0,-1 0 21 0,0 0-5 0,0 0-10 0,0 2-14 15,0 0 15-15,1 1-9 0,-2-1 27 0,1 2-1 0,0-2-9 16,0 0-14-16,0 0 15 0,0 0-16 0,-1 0 9 0,-1-2 2 15,1 1-3-15,2-1-8 0,-2 0 9 0,1-1-6 0,1-1 11 16,0 1 4-16,-1-1-7 0,2-1-7 0,-2 1 9 0,2-1-10 0,-2-1 12 16,-1 2-2-16,2 2-3 0,-1-1-5 0,1 1-3 0,-2 2 3 15,0 1 8-15,0-1-2 0,1 4 1 0,-1-1-8 0,0 0 9 16,-1-1-6-16,1-3 8 0,1 2-3 0,-1-2-5 0,0 0-13 16,-1-1 15-16,1 2-10 0,1-1 29 0,-1 0-6 0,0 1-12 0,-1-2-12 15,2 0 15-15,-2 1-13 0,1 0 14 0,-1-1 3 0,0 0-5 16,0 0-21-16,0 1 18 0,2-1-17 0,-2 0 33 0,-1 1-1 15,1 0-10-15,-1 2-13 0,1-2 15 0,-1 0-15 0,1 2 16 0,0-2-2 16,-1 3-3-16,1-2-3 0,1-1-1 0,-1 2 3 0,1-1 6 16,-1-1 0-16,2 2-5 0,0-2-8 0,0 1 14 0,0-1-13 15,1-1 13-15,0 0-6 0,1 0-5 0,-1-1-3 0,2-2-1 16,-2 1 4-16,1 1 12 0,0-1-7 0,1 0 1 0,-1 1-13 16,0-3 8-16,0 1-5 0,-1-1 10 0,1 2 2 0,-1 1-6 0,0-1 0 15,0 2 4-15,-1 1-4 0,2 4-3 0,-1-1 4 0,0-2-1 16,0 2-17-16,0-4 28 0,-1 0-25 0,1 0 27 0,0 1-3 15,-1-1-11-15,1 1-14 0,-1 0 15 0,1-1-9 0,0 0 25 16,0 0-1-16,1 0-12 0,0-1-22 0,2 0 25 0,0 1-22 16,0-2 33-16,-1 2-7 0,2 0-12 0,0-1-11 0,0 1 11 15,0 0-6-15,-1 0 18 0,-1 2 0 0,2-2-10 0,-1-2-13 16,1 2 19-16,0 2-16 0,-1-1 22 0,-1 0-5 0,0 2-9 0,-1-2-14 16,0 1 16-16,-4 0-10 0,-1 1 26 0,0-1-1 0,0 2-13 0,3 0-17 15,1-3 22-15,0 2-19 0,0 1 22 0,-1-1-4 0,0-2-8 16,2 1-5-16,-2 1 3 0,0-2 0 0,2-1 13 0,-2 3-1 15,1-2-3-15,1 1-14 0,0-2 9 0,-1-2-8 16,1 3 17-16,-1-1-3 0,1-2-4 0,0 2-6 0,0 0 2 0,0 0-1 16,0 3 8-16,-1 0 0 0,0-2-3 0,0-1-24 0,1-3 26 15,0 2-19-15,1-1 33 0,0-1-5 0,-1 2-15 0,2-2-2 16,-1 2 4-16,0-1-3 0,1-2 4 0,0 3 2 0,0-2-1 0,0-2-5 16,1 1 5-16,0 0-6 0,1 1 5 0,-1 1-1 0,2 1 0 0,0-1-10 15,-1 2 11-15,1-2-5 0,-1 2 13 0,-1 2 1 16,0-2-12-16,0 1-12 0,-1 0 20 0,-1 1-16 0,1 0 23 15,-1 1-3-15,-2 0-8 0,2-2-20 0,-2 0 15 0,1 2-11 0,-2 1 30 16,1-3-3-16,-1 2-13 0,-1-2-9 0,2-1 17 0,-1 1-14 16,-1 1 12-16,2-2-2 0,0 0-7 0,0-3 1 0,1 1 2 15,1 0 1-15,-1 0 1 0,1 1 3 0,-1 1-6 0,1-2-7 16,1 5 12-16,0-2-9 0,-1 1 12 0,0 0-5 0,-1-3-2 0,1 1-19 16,0-1 16-16,-2 2-10 0,1 0 30 0,-1 1-3 0,1 0-13 0,-1 1-13 15,0 0 17-15,-1-2-14 0,0 3 21 0,1 0-6 16,-2-1-6-16,1 0-18 0,1-2 17 0,-2 2-11 0,0 0 29 15,0-1-1-15,2-1-12 0,-4 0-23 0,-1 0 28 0,1-1-24 16,-1-1 31-16,3 1-6 0,0 0-14 0,1-2-4 0,2 3 6 0,-2-1-2 16,2-2 13-16,-2 1-3 0,2 1-5 0,-1 0-3 15,-1 1 5-15,2 1-4 0,-2-1 1 0,0 3-1 0,0-1-3 0,0-3 5 16,1 4-4-16,-1-2 5 0,2-1 1 0,-2 2 1 0,1-2 1 0,1 2-16 16,-1-2 14-16,1-1-13 0,0 2 18 0,0-1-3 0,-1-1-6 15,0 0-9-15,0-1 10 0,0 0-5 0,0 1 11 0,1-2 3 16,-1 2-11-16,1 0-5 0,-1 0 11 0,1 0-9 0,-1 2 14 15,-1 0-4-15,2 1-5 0,-1 0-16 0,1-5 14 0,1 1-10 16,-2 1 23-16,1 0 1 0,-1 1-8 0,1 0-13 0,-1-1 16 16,1 1-15-16,-1-1 15 0,1 1-2 0,0 1-5 0,1-2-18 0,-1 0 17 15,3 0-12-15,-1 1 29 0,0-1-3 0,1 1-10 0,-1-1-16 16,1 0 20-16,0 0-17 0,1 1 18 0,-1-1-1 0,0 0-11 0,0 0-8 16,0-2 19-16,-1 4-14 0,0-1 17 0,1 2 1 15,-2-1-15-15,0 0 4 0,0 0 2 0,0 1-3 0,-2-1-5 0,1 1 6 16,-1 1 3-16,-1 0-18 0,1 1 17 0,-1-3-15 0,1 4 31 15,-1-1-7-15,0 0-8 0,1-1-14 0,-1 1 11 0,0 0-9 16,1-1 16-16,-1 0-1 0,0 0-4 0,2-2-19 0,1 0 16 16,-2-1-12-16,2 0 27 0,-2-1-1 0,2 0-12 0,-2-1-13 0,3-1 18 15,-1 0-15-15,0 1 18 0,1-1-3 0,-2 0-8 0,1 4-12 16,-1-2 13-16,0 0-9 0,-5 1 28 0,0-3-7 0,0 0-4 16,2 1-15-16,1 1 8 0,0 0-8 0,1 0 11 0,-1 0-2 0,-1 0-2 15,3 0-4-15,-2 0 0 0,1 2 3 0,-1-2 8 16,1 0 1-16,0 0-5 0,0 0-21 0,1-1 28 0,-1-1-23 0,2 1 26 15,-1 1-2-15,2 1-11 0,0-1-5 0,1 2 6 0,0-1-3 16,0-1 8-16,-2 1 2 0,1 0-7 0,0-1-14 0,-1 1 22 16,2-1-19-16,-1 1 23 0,-1 1-5 0,-1-1-8 0,1 1-13 0,0 0 14 15,-1 0-8-15,0 2 23 0,-2 0-5 0,0 1-12 0,2-1-7 16,-2 1 12-16,1-1-8 0,-2 0 11 0,1 0 0 0,-2 1-6 16,2-1-10-16,-1 0 9 0,1 0-7 0,-1 0 19 0,2 0-2 15,-1-1-8-15,2-3-12 0,-1 2 15 0,2-1-12 0,-1-1 16 16,2 0-4-16,-1 0-5 0,2 0-9 0,-2 0 8 0,2 0-3 15,1 0 13-15,-1 3 1 0,1 1-7 0,0-2-19 0,-1 1 24 0,1-3-20 16,-1 0 30-16,-2 1-9 0,1 2-13 0,-1 0-11 0,-1-1 14 16,1 2-7-16,-3-3 28 0,2 2-5 0,-2 1-10 0,1-1-7 15,-2-1 3-15,1 2-5 0,1-1 5 0,-1-1-2 0,0 2 0 0,2-3-11 16,-2 2 13-16,1 1-6 0,0-2 20 0,1 1-1 16,0 0-12-16,0-1-13 0,0 0 18 0,2 1-16 0,-2 0 20 0,0 0-6 15,2-1-6-15,0 1-3 0,0-1 4 0,1 0 0 0,0 0 7 16,-1 2-1-16,0-1-5 0,-1-1-15 0,-3 2 21 0,0-1-18 15,-1 0 23-15,1 0-3 0,3 0-11 0,1 1-14 0,1-2 16 16,-1 1-10-16,-1 1 30 0,1-1-5 0,0 0-10 0,0-1-18 0,0 2 16 16,0-3-14-16,0 2 22 0,0 0 0 0,-2 0-5 0,1 0-7 15,-1-2-2-15,1 0-2 0,1 1 3 0,0-1 5 0,-1 0 2 0,1-1-9 16,1 0 8-16,0 0-8 0,0 0 7 0,-1 2 4 16,1-2 0-16,1 1-24 0,0 0 16 0,1-1-15 0,-1 3 33 0,2 0-4 15,-3 0-9-15,1 3-19 0,2-2 22 0,-2 1-17 0,0-3 24 16,-2 0-6-16,0 1-13 0,0-1 3 0,0 0 3 0,-1 4 0 15,1-3 5-15,0 3-1 0,0-3 0 0,0 3-8 0,-1-3 4 0,1 1-5 16,-2 2 8-16,1-1 2 0,-1 0-3 0,-1 3-20 0,0-3 15 16,0 2-13-16,0 0 31 0,0 1-5 0,-1-1-9 0,-1 1-1 15,1-2 5-15,-1 2-5 0,0 0 3 0,0 0-5 0,1-1-4 0,0 0 1 16,0-1 1-16,2-1 4 0,-1 2 5 0,2-2 3 16,-2 1-6-16,1-2-11 0,-1 1 16 0,1 1-14 0,-1-2 18 15,2 2-9-15,0-2-11 0,-1 1-4 0,1 0 14 0,-1 0-4 0,1 0 12 16,0 1 5-16,-2 0-13 0,2-1-13 0,-2 0 21 0,-3 2-21 15,-1-2 17-15,0 1 4 0,2 1-8 0,3-2-12 0,1 1 13 16,-2 1-11-16,2-2 19 0,-1 2-3 0,0-1-5 0,1 0-10 0,0 0 13 16,0 0-10-16,1-1 18 0,-1 2-11 0,1-2-7 0,1 1-4 15,-1 1 5-15,1-2 2 0,-2 0 17 0,1 1-1 0,0 0-9 0,1-1-22 16,-2 1 26-16,2-1-21 0,0 0 32 0,-1 2-10 16,0-2-15-16,-1 2 8 0,1-1-2 0,0 0 6 0,0 0-4 0,-2 1 0 15,2 0 0-15,0-1-10 0,-1 1 7 0,2 2-6 0,-1-2 16 16,0 1-4-16,-1 0-5 0,2-1-11 0,0 2 14 0,0-1-10 15,1 0 18-15,1 0 1 0,1-1-12 0,1 1-5 0,1-2 24 16,-1 1-18-16,2-1 36 0,-2 2-11 0,3-1-15 0,-1-2-5 16,2 2 6-16,-1 0-4 0,0-2 1 0,0 1 1 0,0 1-3 0,0-1-9 15,0-1 10-15,-6 3-10 0,-1 0 7 0,1-2-4 0,-1 1-6 16,4 1 5-16,1-2-3 0,2 2 5 0,-1-1 5 0,-3 1-3 16,0 1 0-16,-1-1-22 0,0 0 22 0,-1 1-19 0,0 0 30 15,0-2 1-15,0 2-9 0,1-1-28 0,2 0 25 0,-1-1-22 16,1 0 31-16,-1 1-1 0,1-1-14 0,1 0-6 0,1-1 16 0,0-1-10 15,1 3 24-15,0-3-8 0,1 2-10 0,1-1-11 0,0 1 8 16,-3-2-4-16,1 2 20 0,-3 1-4 0,0 0-7 0,0-2-14 16,-1 2 12-16,-1 0-9 0,0 1 14 0,-1 0-4 0,-1-2-6 0,2 2-2 15,-2 0 8-15,-1 0-6 0,-1 0 4 0,-4 2 1 0,-1-2-5 16,0 1-20-16,0 0 27 0,5-1-20 0,-1 0 36 16,2 2-11-16,0-2-17 0,1 0-12 0,0 0 19 0,1 0-10 0,0-2 25 15,1 2-2-15,0 0-12 0,-1-1-24 0,0 1 23 0,0 0-20 16,-3 0 37-16,1 1-6 0,1 2-12 0,-2-2-21 0,0 2 19 15,0-1-15-15,-1 2 33 0,-1-1-4 0,1 1-8 0,-1-1-17 16,0 1 12-16,0 1-10 0,-1-1 23 0,1 1-3 0,-1-2-6 0,0 1-23 16,2-2 20-16,-2 0-16 0,3 1 29 0,-1 0 0 0,1-2-13 15,2 0-8-15,1 2 15 0,-1 0-13 0,1-2 13 0,0 0-7 16,1 0-7-16,0-1 0 0,1 2 9 0,0 0-3 0,2 0 8 0,-2 0-2 16,-1-1-8-16,0-1-12 0,1 3 14 0,-2-2-11 0,2 2 23 15,-3-1-5-15,1 0-7 0,2 0-1 0,-2 1 1 0,0-1 0 16,-2 0 9-16,0 0-2 0,0 1-2 0,1-1-26 0,-2 0 20 15,1 0-16-15,0 1 37 0,-1-1-10 0,-1 0-14 0,0 0-4 16,-2 2 10-16,0-1-2 0,1-1 9 0,-2 1-2 0,1 0-10 0,-3 0-19 16,0 2 24-16,-1-2-17 0,1 1 36 0,6-1-11 0,0 0-14 0,2 2-11 15,0-2 20-15,2 0-10 0,2 0 18 0,0 0-1 16,2-1-14-16,0 1-12 0,0-2 20 0,0 2-14 0,-1-3 24 16,0 1-7-16,0 0-13 0,2 0-2 0,0 1 6 0,-2 0-1 15,2 0 11-15,-1 0-4 0,0 1-3 0,2 0-15 0,-2 1 14 0,0 0-10 16,-2 1 15-16,-1 0 3 0,-1 1-6 0,0-1-10 0,1 1 13 15,-4 0-12-15,1 1 7 0,-1-1 1 0,1 1-8 0,0-2-5 16,1 2 12-16,0 0-7 0,2-1 16 0,-1-1-5 0,0 2-7 0,0-2-5 16,1 0 7-16,0 0-2 0,1 2 5 0,-1-1 2 0,-1-1-8 15,-3 0-17-15,-1 0 26 0,-1 0-20 0,1 2 28 16,3-2-6-16,0 3-13 0,1-2-8 0,0 0 15 0,1 1-8 0,0 1 17 16,-2-2-3-16,2-4-11 0,-4 4-16 0,1-3 21 0,0 0-13 0,-1 3 32 15,0 0-7-15,-1-1-13 0,1 1-6 0,-1-1 0 0,0 2 0 16,1-4 9-16,0 3-2 0,-1-3-1 0,0 2-20 0,1-1 21 15,0 0-17-15,-1 0 29 0,1 0-1 0,1-2-8 0,-1 2-28 16,1-1 22-16,-2-1-19 0,2 1 43 0,-2-1-9 0,1 2-11 0,-1-2-21 16,1 1 17-16,-1 0-12 0,0 0 27 0,0-1-4 15,0 2-9-15,-1-1-19 0,1 2 16 0,1-2-13 0,-2 0 27 0,1 1 1 16,-2-2-11-16,2 2-8 0,-3 1 12 0,2-2-11 0,-1 2 10 16,0-1-4-16,-2 1-4 0,1-2-7 0,0 2 12 0,-1-1-6 15,1-1 13-15,-2 3-2 0,2-1-9 0,-2-1-10 0,0 1 15 0,0 0-10 16,0 0 19-16,0-1-8 0,0 2-8 0,2-2 3 15,-2 4-1-15,1-3 3 0,0 0 5 0,0 3-5 0,2-2-2 0,-1 4-18 16,0 0 19-16,0 5-11 0,-1-1 30 0,0 0-13 0,0-3-14 0,2-1-7 16,0-1 14-16,0 2-4 0,-1 0 21 0,0 1-8 15,-1 1-9-15,1 3-7 0,-2 0 6 0,0-2-3 0,1 0 6 16,1-2 6-16,0 1-2 0,2 1-29 0,-2 0 27 0,3 2-24 0,-1 0 38 16,2 1-3-16,0-3-12 0,-1 2-19 0,1 0 18 0,-2 0-14 15,-1-2 29-15,-4-4-10 0,-1 0-11 0,1 0 1 0,-1 1 3 16,3 0 2-16,-1 1 7 0,0 2-1 0,0 1-4 0,-1 0-15 0,0 0 5 15,2-1-8-15,-2-3-15 0,1 2-23 0,-1 0-19 0,0 1-78 16,0-1-45-16,1-1-7 0,3 1-5 0</inkml:trace>
  <inkml:trace contextRef="#ctx0" brushRef="#br0" timeOffset="29047.9">3806 16927 217 0,'-5'2'-37'0,"1"-1"17"0,1 2-52 0,0-2 77 15,0 0 42-15,0 0-21 0,0 1 12 0,2-1-4 0,-1 0-8 0,1-1-23 16,1 2 27-16,0-2-20 0,0 0 34 0,0 0-11 0,1-2-25 16,0 0-22-16,2 0 28 0,1-1-24 0,0-3 21 0,1 1-6 15,0 0-13-15,1-2-10 0,0 3 15 0,1-1-7 0,-1-2 31 16,1 3-2-16,-3-1-14 0,3 0-15 0,-2-1 19 0,1 1-19 15,1 1 16-15,-3 0-2 0,1 0-5 0,-1 1-17 0,-1 2 14 0,0 0-8 16,-1-2 29-16,-1 1 0 0,1 1-12 0,0 1-10 0,-1 0 29 16,0 0-20-16,-1-2 58 0,1 2-13 0,-1 0-8 15,0 0-25-15,0 0 3 0,0 0-4 0,0 0 9 0,0 0-5 0,1 0-6 0,1-2-22 16,1 2 20-16,-2 0-18 0,1-2 22 0,0 2-6 0,0-1-9 16,2 0-6-16,-2 1 2 0,1-1 2 0,2 1 16 0,-2 0 0 15,1 0-9-15,0 0-6 0,0 0 10 0,0 1-9 0,1-1 12 0,-1 0-7 16,0 0-3-16,2-1-11 0,1-1 15 0,-2 1-6 0,3-2 39 15,-1 1 0-15,1-1-3 0,1-1-20 0,0-1 15 0,0 0-17 16,1 1 13-16,-1 1-6 0,0 0-5 0,1-1-32 0,1-1 24 16,-1-1-20-16,2-3 39 0,-2 0-5 0,0 0-18 0,1-1-7 0,0 1 12 15,-1 0-11-15,2 0 12 0,-2 0-4 0,-1 0-8 0,3 0 4 16,-1 1-2-16,1 0 5 0,-2 1 3 0,-6 0 1 0,1 1-1 0,-1 0-16 16,2-1 19-16,3 3-16 0,2-2 17 0,0 1-1 0,0 0-9 15,3 1-6-15,0-3 10 0,1 4-5 0,-1-3 29 0,-1-1-2 16,-1 0-6-16,2 0-26 0,-1-2 30 0,2 1-27 0,1 0 31 15,0-1-13-15,2 2-17 0,3-1-8 16,-1-1 11-16,1 0-4 0,1 0 22 0,-2-1-4 0,0 1-13 0,0-1-18 0,0-1 21 0,1 0-16 16,-1-2 27-16,0 2-6 0,0-1-12 0,-1 1-14 0,-5-1 12 15,-2 2-7-15,1 0 19 0,-1 1 2 0,4 0-8 0,0 2-23 16,1 2 27-16,-1-1-24 0,0 1 33 0,-3-1-8 0,2 4-11 0,1-3-14 16,0 1 18-16,2 0-7 0,4-1 34 15,-2 2-5-15,2 0-16 0,2-3-6 0,1 1 8 16,2-5-8-16,-2-3 7 0,1 0 1 0,-1 1 0 0,1-4-21 0,-2 1 8 0,-3 0-7 0,-3 0 22 15,-3 1 0-15,2 0-7 0,6-1-19 0,0 1 22 0,-1-1-19 0,-2 2 23 16,-2 1-4-16,-1 2-8 0,1 1-20 0,1 1 22 0,-1 1-14 16,0 2 35-16,0-2-8 0,-3 2-15 15,1-1-17-15,1 0 22 0,-3 1-16 0,2 0 29 0,-2 0-2 0,0 0-10 0,2 1-9 0,-1-2 21 16,-1 1-15-16,1-2 29 0,0 0-4 0,1-1-14 0,0-2-7 16,2-1 7-16,-6 0-8 0,1-2 6 0,0 0-1 0,1-2-1 15,7-2-10-15,-1 1 2 0,1-1-2 0,-1 4 9 16,-4 2-2-16,2 0-2 0,0 2-12 0,0-3 10 0,1 0-9 0,0 2 11 0,-1 3-2 15,-1 2-5-15,1-1-10 0,-1 2 11 0,-1-1-7 0,1 1 20 16,-2-1 0-16,1 1-9 0,1-2-17 0,0-1 25 0,0 1-21 0,1-2 21 16,0 1 5-1,0-4-10-15,1 1-19 0,-6-1 13 0,-1-2-15 0,2 1 26 0,0-2 2 0,8 1-4 0,0-1-24 0,2 0 22 16,-2 0-21-16,0 3 22 0,-2-2-4 0,0 1-5 0,3 1-10 16,0 1 10-16,1-1-6 15,-2 2 18-15,-2 0 0 0,1 3-8 0,-1-2-6 0,-2 1 6 16,1 0-7-16,0 0 8 0,-2 0-1 0,1 1-1 0,0-2-14 0,0 0 11 0,-4-1-9 0,0-2 22 0,-2 1-3 15,3-3-8-15,6 0-10 0,2 0 11 0,-1 0-8 16,0 2 15-16,-1-2-4 0,-1 0-6 0,3-5-10 0,2 2 12 0,0-1-5 0,1 3 14 16,-2 1 1-16,2 0-12 0,1 4-2 0,-1-1 6 0,-2 3-6 15,-2-2 3 1,0 3 1-16,1 3 1 0,-1-1 0 0,-5 0-2 0,-1 0 1 0,-3-1 0 16,1 0 4-16,5 0-1 0,2 0-19 0,-2-1 24 0,1 0-21 15,-2 0 29-15,-2-1-4 0,2 0-11 0,1-2-11 0,3-2 9 16,0 1-8-16,1-1 24 0,-1-2-8 0,-1 1-6 0,2-1-9 0,-1 1 10 0,2-1-7 0,-2 0 11 0,0 2-5 0,-2-2-8 15,0 0 6 1,0 1 3-16,-5 1 2 0,-2-1-4 0,0 1 4 0,-1 2-6 0,6 0-8 16,0 0 16-16,-1 1-14 0,-1 2 12 0,-3 1 0 0,-1 2-5 0,1-1-8 0,-3 1 12 0,1-3-8 15,0 0 21-15,0 0-6 0,0-3-11 0,2 0-9 0,1-2 14 0,0 1-9 16,1-1 17 0,-1-2-7-16,2 1-8 0,2-2-6 0,0 1 9 0,0 1-2 15,0-1 14-15,0 3-4 0,0-2-10 0,0 3-3 0,0 0 7 16,1 1-3-16,-1 5 4 0,-1-1 3 0,-6 3-3 0,-1-2-10 15,-2 2 4-15,0-3-7 0,4 3 16 0,1-1-3 0,-1 0 0 0,3 0-13 16,-1 2 9-16,0 0-8 0,-1 2 15 0,-1 0-2 0,0 0-4 16,1-2-6-16,0-3 5 0,-1 0-5 0,1 0 10 0,1-1 3 15,0-1-4-15,1 0-16 0,0-1 18 0,-1 0-16 0,2 1 21 16,0-2-4-16,-1 1-8 0,1 0-13 0,-1-1 20 0,-2 0-13 16,2 1 22-16,-1 0-4 0,1 0-15 0,0 1-16 0,-2-1 26 15,1-1-19-15,-1 2 33 0,-1 0-5 0,2-1-13 0,-2 1-7 16,-4-2 6-16,-2 1-5 0,0 0 9 0,1-2 5 0,3 2-6 0,3-2-17 15,0-1 27-15,2 0-24 0,0-1 30 0,0 0-7 0,-2 0-10 0,2-3-11 16,0 0 6-16,-1 2-3 0,1 2 20 0,-1 0-3 16,1 1-9-16,2-1-18 0,-1-4 23 0,2 0-18 0,0 2 29 0,-1 1-3 15,3-1-10-15,-1 0-4 0,0 1-1 0,-1-2 0 0,1 2-1 16,-2 1 6-16,0-1-2 0,2-1-12 0,-3 4 17 0,1-1-17 16,-1 0 15-16,-7 2-1 0,-1-2-5 0,0 1-3 0,0-1 8 15,4 0-6-15,0 1 1 0,2-1 6 0,0 0-8 0,1 0-11 16,0 1 23-16,-2 0-20 0,-1 1 23 0,-2 0-4 0,2 2-12 0,-2-1-14 15,0-1 15-15,-1 1-11 0,2 2 27 0,-1-3-4 0,0 3-7 0,2-3-11 16,-1 1 15-16,0 1-11 0,0-1 22 0,1 2-4 16,-2-1-9-16,1-1-10 0,-1 2 8 0,0-1-4 0,-2 2 12 0,0-1-2 15,-3 2-9-15,1-2-20 0,-2 2 22 0,0 0-18 16,-2 1 33-16,0-2-7 0,-1 2-8 0,2 0-2 0,-3 0 1 0,0 0 2 16,0 0 4-16,0 0 0 0,0 0-6 0,0 0-16 0,0 0 19 15,0 0-15-15,0 0 26 0,0 0-7 0,0 0-10 0,0 0-8 16,0 0 6-16,1 0-3 0,1 0 10 0,1 0 2 0,1 0-7 0,0 0-3 15,1 0 12-15,-1 2-9 0,1-2 6 0,-1 0-4 0,0 0-5 0,1 0-8 16,1 1 11-16,-2-1-7 0,1 0 19 0,-2 0 0 16,-1 0-6-16,1 0-22 0,-3 0 20 0,1 0-16 0,-1 0 30 15,0 0-4-15,0 0-13 0,0 0-3 0,0 0 4 0,0 0-2 16,0 0 5-16,0 0 2 0,0 0-4 0,0 0-10 0,0 0 13 0,0 0-11 16,-1 0 13-16,0-1-5 0,1 1-7 0,-2-2-4 0,2 2 1 15,0 0 0-15,0 0-10 0,-2-3-11 0,4 1-9 0,1 1-54 16,1 0-7-16,2-1-14 0,2 2-81 0,3-2-59 0,5-2-43 0</inkml:trace>
  <inkml:trace contextRef="#ctx0" brushRef="#br0" timeOffset="29780.58">9097 11690 417 0,'-9'1'74'0,"-1"-1"-70"0,3 0-4 0,3-1 32 0,2 1 2 0,4-1 3 0,1-1-11 16,1-1-3-16,3-4-17 0,3-3-20 0,3-2 38 0,0 0-32 15,4-4 38-15,0-2-6 0,1-2-19 0,1-4-9 0,-5-2 10 16,0-2-4-16,-1-2 28 0,2 1-3 0,5-2-9 0,-1-2-35 0,3-3 32 15,-3-4-30-15,0-1 37 0,0 2-6 0,0 0-14 0,1 1-21 16,-1 1 19-16,-2 1-15 0,-3-1 32 0,-5 0-2 0,-3-2-11 0,-2 2-4 16,-4 3 6-16,-4-1-5 0,-1 6 17 0,-4-2 6 15,-2 4 4-15,-3 1 11 0,-2 2 26 0,1 5-13 0,-3 3 41 0,0 4-13 16,-3 3-19-16,-2 4-38 0,-4 1 15 16,-2 4-20-16,-2 2 2 0,4 6-1 0,-2 2-9 0,-6 6-19 0,-2 3 16 0,-8 8-13 15,1 0 22-15,-1 5-3 0,1 2-13 0,1 6-6 0,1 1 8 0,-1 0-7 16,1 0 12-16,5-2-3 0,5 1-2 0,0 1-8 0,3 3 3 15,2 2-2-15,0 2 9 0,4 2-2 16,2 3-2-16,2-2-8 0,2 0 13 0,5-4-9 0,3 0 11 0,3-8-1 16,4 1-6-16,2 0-6 0,6 1 7 0,4-3-4 0,5-1 19 15,2-6-2-15,5-3-6 0,4-2-19 0,3-3 13 0,2-5-12 0,5-6 21 0,-4-5-3 16,2-5-5-16,5 1-21 0,3-2 0 0,8-1-7 0,4-4-22 16,3-3-18-16,5-1-23 0,4-4-139 0,1-5-57 0,2 0-30 0</inkml:trace>
  <inkml:trace contextRef="#ctx0" brushRef="#br0" timeOffset="36157.14">3889 16874 80 0,'-4'-2'-53'0,"2"2"29"15,-1 0 56-15,1 0-15 0,0 0 49 16,0 0-13-16,0 2-20 0,0-1 1 0,1 2 10 0,-1-2-2 0,1 0 23 0,1-1-8 0,-1 1-10 0,1-1-26 16,0 0 12-16,0 0-16 0,2 0 5 0,0 0-3 0,0 0-3 0,0-1 6 31,3-1 2-31,-1-1 3 0,2-1 7 0,0-2-2 0,1-1-4 0,3-3-35 0,0-1 30 0,2 0-30 0,1 1 34 0,0-3-4 15,3 0-12 1,1-4-11-16,0-3 3 0,1 1-3 0,0-1 12 0,0 3-1 0,0-1-6 0,0 1 0 0,1 2 7 0,-1 2-7 0,-1-1 4 31,1 3 0-31,-2-2 1 0,2-1-6 0,-5 1 13 0,-1-1-8 0,-1 1 26 16,3 2-3-16,5-1-8 0,2 1-19 0,1-2 16 0,-1-3-18 16,-1 1 11-16,-2-2-2 0,1 1-5 0,3-5-12 0,1 1 10 15,4-2-7-15,2-4 17 0,-1 7-3 0,3-5-12 0,0 0-12 16,1-5 20-16,0-1-17 0,1 1 22 0,-9 1-5 0,2 0-11 0,0 0-8 15,1 0 11-15,6 0-5 0,-2 0 22 0,-2-1-4 0,1 0-11 16,3-2-16-16,1-3 17 0,2-1-14 0,-2 0 23 0,0 3-3 16,-1 2-6-16,2-4-8 0,-4 2 0 0,-6 2 1 0,-2 3 15 15,-1 3-2-15,2 0 2 0,6 0-11 0,-1 1 15 0,-2-1-11 0,-3-1 16 16,1 2-2-16,2-2-6 0,2-3 5 0,3-1-3 0,-1-1 2 16,2 0-11-16,-1 3 5 0,1-2-4 0,0-2-26 0,0-2 32 15,-5 1-30-15,1 0 36 0,2 2-6 0,0 0-12 0,8-1-10 0,1-1 6 16,0-3-2-16,4-5 23 0,1-3-2 0,1-2-6 0,2-3-29 15,0-2 24-15,-7 2-21 0,0 2 32 0,-1 4-7 16,-1 2-11-16,7 2-14 0,0-2 13 0,1-1-6 0,2 0 28 0,-3 3-4 16,-1 0-11-16,-2-2-20 0,-6 3 25 0,-4 0-21 0,1 3 25 15,-3 4-5-15,5 0-9 0,2 0-10 0,0 1 11 0,2 0-6 16,1-1 21-16,0-2-2 0,-4 0-10 0,3-3-21 0,-2 0 28 16,-2 0-23-16,-4 0 33 0,-3 0-9 0,0 0-11 0,1 3-15 0,6 0 10 0,0 2-5 15,0 2 30-15,0 1-3 0,2 1-10 0,2-1-26 0,-2-1 30 16,0 0-26-16,0-2 33 0,-2 1-1 0,-7 1-14 0,3-2 4 15,0 1-8-15,1-1 4 0,4-2-4 0,-1 4 7 16,-1 0 6-16,5-1-37 0,3 1 38 0,2-2-36 0,0 2 47 0,-2 1-9 16,1-2-14-16,-3-6-13 0,0-2 13 0,0-5-8 0,-1 2 18 15,5-1 0-15,0 3-12 0,5-1-11 0,3-1 19 0,0 3-15 16,1 3 17-16,-6 2-2 0,-3 4-5 0,2-1-17 0,-3 0 15 16,1-3-11-16,3 1 30 0,-2 3-1 0,-1 3-10 0,1-2-23 0,-2-2 26 15,-4 1-24-15,-1-4 29 0,-10 4-1 0,-2 0-11 0,1 1-2 16,0 1 3-16,4 2-1 0,1-1 11 0,-4 1 1 0,3-1-2 15,0-3-21-15,3-2 28 0,1 0-23 0,-1-5 28 0,1 3-7 16,0-3-18-16,1 0 2 0,-3-3-2 0,1 1 4 0,2-2-1 0,2 1-1 16,3 5-2-16,6-1-16 0,0 2 21 0,1 0-16 0,2-2 26 0,-6 2-5 0,-2-1-10 15,0 0-7-15,-7 3 3 0,0 3-1 0,-4 3 15 0,-1 2-4 16,1 1-4-16,0 0-25 0,-2 2 9 0,-1 2-15 0,-1 1-17 16,-1 2-8-16,-1-1-16 0,0 0-28 15,-2 4-27-15,-2-2 2 0,-1 1-138 0,0 2 155 0,3 0-22 0</inkml:trace>
  <inkml:trace contextRef="#ctx0" brushRef="#br0" timeOffset="42864.86">11376 17039 217 0,'-6'-1'-30'0,"3"-3"19"0,1-1-46 0,1 2 41 0,1-1 41 0,1 0-30 16,0 2 12-1,2-2 3-15,-1 0-6 0,0-2-17 0,0-1 22 0,1 1-20 0,0-3 27 0,-1-1-10 0,0-1-12 0,2-1-12 16,-2 0 16-16,0-2-7 0,2 0 37 0,-2 0-5 0,1 0-11 16,0-2-17-1,-1 0 38-15,-1 0-29 0,1 2 49 0,0 2-13 0,1-3-19 16,-1-2-8-16,1-3-1 0,2-1 4 0,-2-1 12 0,2 3-2 16,0-1-4-16,1 1-21 0,1 1 20 0,-1-2-20 0,1-1 21 0,1 2-9 15,1-1-10-15,0-1 0 0,-1-2-4 0,1 0 6 0,-1-4 10 16,-1-2-2-16,1-5-1 0,0-5-29 0,1-3 30 0,-1-2-26 15,1 2 35-15,0-1-10 0,0 1-13 0,1 3-15 0,0-1 12 16,0-1-5-16,2 1 27 0,-1-3-2 0,0-3-16 0,-1-2-14 0,-5-3 27 16,-2 2-24-16,-1 3 20 0,0 3-3 0,5 6-10 0,1 0 5 15,-1-1-9-15,0 3 9 0,-2-4 5 0,1-1-3 0,-2-1 0 0,-2-1-23 16,1 0 29-16,-2 0-23 0,-1 5 36 0,0-1-8 0,0 4-13 16,0 2-1-16,0 0-2 0,-1 2 3 0,1 0 7 0,0-1 0 15,-1 0-3-15,-1-5-8 0,1-3 11 0,0-4-12 0,-1-1 4 16,-1-2 0-16,-1 1-3 0,2-3-17 0,1 4 20 0,1 3-15 15,0-2 36-15,0 2-8 0,-1-2-15 0,1-4 0 0,-1 3 7 0,-2 0-5 16,1 2 7-16,0 8-5 0,-1 0-2 0,0 2-1 16,0 5 3-16,0 2 4 0,-2 1 16 0,-1 2-2 0,1 1-11 0,0 0-11 15,0-1 23-15,-3-3-21 0,-1 1 16 0,-3 4-4 0,-1-2-9 0,-1 0-17 16,0 4 10-16,1-1-6 0,-3-2 32 0,1 4-1 0,0-6-9 16,-1-1-39-16,-1 7 40 0,0-3-35 0,-1 2 43 0,1 4-9 15,1 2-19-15,-1-4 7 0,1 2-3 0,0 0 4 0,3 2 3 16,0 2-1-16,1 1 0 0,1 0-25 0,-2 0 23 0,1 2-20 0,1 2 35 15,-1-1-7-15,0 4-9 0,-1-3-8 0,-1 3 4 0,0 2-1 16,0 0 13-16,1 0 1 0,0 4-6 0,-1 1-25 16,3 2 28-16,-4-1-25 0,0 3 33 0,1 1-3 0,-6 3-9 0,-2 3-8 0,1 3-2 15,0 1 1-15,-3 1 8 0,2 2 4 0,-3 4-2 0,0 3-14 16,0 5 17-16,2 0-17 0,0-1 17 0,3 3-2 0,1 2-3 0,1 0-6 16,-1 5 1-16,0-1 0 0,0 4 15 0,2 2-2 15,0 6-3-15,3 8-33 0,-1 3 33 0,0 3-28 0,6-1 46 0,0-4-11 16,3 5-16-16,0 7-4 0,-3 8-1 0,1-2 4 0,3 0 13 15,0-11-1-15,2-2 0 0,-1 4-30 0,3 3 26 16,1-3-22-16,0-4 37 0,3-6-7 0,-2-4-14 0,1 0-13 0,2-3 12 16,1 5-6-16,4 1 27 0,0-2-4 0,2 1-8 0,0-4-32 15,-5-2 31-15,1-1-26 0,-1-5 43 0,1 0-11 0,5 1-14 0,1 4-3 16,0-2 0-16,1 1 6 0,-1-5 14 0,-2-4-6 0,0-4-7 0,-1-2-11 16,1-1 13-16,-1-2-10 0,1-2 11 0,-1-4-4 0,0 0-6 15,1-4-10-15,-1 1 17 0,-1-3-9 0,0-3 23 0,0-2 0 16,0-6-17-16,1-3-8 0,0 0 17 0,0-3-14 15,2 3 17-15,3 0-8 0,1 0-6 0,2-1-16 0,0-1 12 0,-2-1-4 16,1-4 29-16,-1-2-3 0,2 0-14 0,1-1-16 0,1 1 11 16,2 0-14-16,-1 2 4 0,-5-2-13 0,0 2-5 0,2-2-65 0,2 0-40 15,4 0-4-15</inkml:trace>
  <inkml:trace contextRef="#ctx0" brushRef="#br0" timeOffset="47629.74">16691 11914 237 0,'-5'-3'6'31,"0"1"-13"-31,5-1 9 0,0 2 10 0,2 0-10 0,3 0 4 0,3-3 5 16,2-3 2-16,2-2 4 0,4-2 13 0,1-6-7 0,2-1 21 16,2-4-6-16,5-1-12 0,6-3-9 0,5-1 20 0,2-2-17 0,-1 3 13 15,-2 1-5-15,-3 1-11 0,-2-4-16 0,-2-2 11 0,-5 0-9 16,-3-6 17-16,-3 0-2 0,1 0-8 0,4-2-16 0,-3 1 21 15,-1 2-21-15,-3-2 10 0,-5 5 2 0,-1 1-6 0,-2 0-6 16,-5 5 6-16,-3 1-3 0,-3 3 21 0,-5-1-4 0,-3 2-9 0,-3-2-4 16,-5 0 17-16,-2-1-10 0,-4 1 23 0,-2 6-11 0,3-1-10 15,-2-2 10-15,-7 5-8 0,-3-2 11 0,-8 3-9 0,-5 1-1 16,-3 5-6-16,-3 2-20 0,0 3 24 0,1 3-20 0,0 3 29 16,3 5-7-16,-3 4-13 0,-8 4 5 0,-4 7-1 0,-4 5 4 0,0 7-1 15,4 1-1-15,6 5-5 0,-2 0-22 0,1 5 27 0,0 4-23 16,-1 1 33-16,6 3-3 0,5 2-12 0,7 2-11 0,5-4 7 15,7-5-5-15,2-2 29 0,10-9 1 0,6-3-1 0,6-2-13 0,5-1 26 16,6-3-23-16,5-1 22 0,5-2-6 0,7-4-14 0,8 0-5 16,5-5 0-16,7-2 0 0,7-5 4 0,7-3-1 0,8-1-4 0,7-6-22 15,-1 0 28-15,-3-3-24 0,3-3 34 0,1-3-11 16,8-2-12-16,8 0-13 0,1-2 7 0,-4 2-2 0,-4 0-11 16,-2 1-46-16,6 0-43 0</inkml:trace>
  <inkml:trace contextRef="#ctx0" brushRef="#br0" timeOffset="81499.87">4648 10342 256 0,'-16'-1'18'0,"0"-3"260"0,6 3-123 0,4 1 6 0,4 0-169 0,4 2 8 0,4 1-10 15,6 0 20-15,3 3 0 0,4-4-5 0,5 1-15 0,3-3 23 16,-5-2-20-16,5-1 33 0,1-4-5 0,4 0-9 0,9-2-20 15,10-2 15-15,8-1-9 0,9-3 31 0,1-3-4 0,-2-2-11 0,-4-3-15 16,-2-3 24-16,4-1-19 0,11-1 30 0,7-1-6 0,4-4-12 16,-2-3-15-16,-6-4 21 0,2-1-15 0,8 0 24 0,7-4-5 15,2-3-20-15,0-9-16 0,2-3 26 0,5-1-22 0,9-5 29 16,-2 2-18-16,0-2-5 0,11-14-5 0,1-1-8 0,5-4 16 0,4-6 11 16,-5 3 3-16,-1-6-17 0,8-7-14 0,1-3 21 0,-3 0-16 15,0-1 20-15,-11 0-5 0,-2 3-10 0,2-4-33 0,-6 1 6 16,-3 1-9-16,-9-2 4 0,-10 6 6 0,2-1-7 0,3-2 7 15,-15-2 12-15,-6-2-8 0,-8 1 21 0,-6-2 1 0,6 5 2 0,-6-9-17 16,-4 2 22-16,-6 0-11 0,-7-1 29 0,-13 3 9 0,-2-1-16 16,-6-2-4-16,-2 0 38 0,1 1-30 0,-5-2 47 0,-5 7-7 15,-3 2-20-15,-2-2-10 0,-7-2 7 0,0 1-6 0,-4 7 9 0,-2 5-3 16,-3 4-9-16,-5-3-31 0,-1 0 31 0,-4 8-29 16,-2 1 32-16,-3 6-10 0,-5 2-16 0,-3-6-16 0,-1 4 18 15,-3 5-10-15,-4 1 27 0,-3 8-1 0,-7 4-16 0,-6-2-29 0,-6 1 33 16,-1 4-30-16,-1 2 40 0,-1 5-5 0,-1 7-13 0,-7 5-10 15,-6 4 1-15,-2 4-1 0,-6 0 19 0,3 4-4 0,-5 3-1 0,-7 0-26 16,-1 5 21-16,-5 7-17 0,0 5 30 0,3 0-2 0,-7 6-11 16,-4 0-11-16,-6 4-4 0,-1 3 13 0,-4 4 12 15,2 7 2-15,-2 5-16 0,-7 7-5 0,-3 5 12 0,-4 6-8 0,0 4 10 16,1 6-3-16,1 10-9 0,-5 6-12 0,0 6 19 0,-5 2-12 0,0 5 29 16,4 4-5-16,-2 6-12 0,-5 12-8 0,3 4 10 0,0 3-8 0,-2 6 12 15,10-1-5-15,0 5-6 0,-1 9-4 0,1 2 0 0,6 5 3 16,2 2 9-16,14-4 4 0,8 1-2 0,-2 6-21 0,10 5 25 15,4-3-22-15,8-1 25 0,12-3-9 0,10-2-9 0,-3 3-4 16,5-1 6-16,1 5 0 0,5-8 13 0,8-5 2 0,6-1-6 0,8 3-14 16,6-3 15-16,6-2-15 0,4-2 19 0,8-7-4 0,4-2-5 15,6 2-1-15,6-3 5 0,5-1-2 0,4-3 7 0,4-10-3 16,5-1-6-16,7-7-18 0,6 0 2 0,2-2 10 16,3-5 23-16,3-8-3 0,-6-7-10 0,5-7-18 0,-1-3 11 0,0-5-9 0,7-2 21 15,5-6 1-15,5-5-9 0,12-5-6 16,-2-2 12-16,-2-7-12 0,-4-6 6 0,1-6 1 0,7-2-4 0,14-6-12 15,4-6 16-15,-4-3-12 0,0-6 23 0,-3-8 1 0,9-4-11 0,8-4-15 16,1-6 19-16,-3-7-18 0,3-7 23 0,1-1-10 0,2-5-8 0,1-2 8 16,-4-3-11-16,2-2 13 0,3 0-2 0,-7 3-10 0,-6 2-1 15,2-3-35-15,1-2 1 0,4 2-8 0,-3 2-22 0,-11 3-11 16,-4 0-15-16,5-3-69 0,5 1-7 0,-3 2-14 0,-9 0 78 0</inkml:trace>
  <inkml:trace contextRef="#ctx0" brushRef="#br0" timeOffset="83197.48">5224 4719 187 0,'2'4'-15'0,"3"0"-50"0,-1 0 49 0,3 3 31 0,-2 2-14 0,3 1 18 0,1-1 1 0,0 4-10 0,3 0-15 31,-2-1 27-31,0 0-25 0,0 0 32 0,-1-3-10 0,0-1-10 0,0-3-14 0,0 0 23 0,1-4-12 0,-1 0 62 0,0-2-2 16,1-4-11-16,0 0-16 0,0-3 18 0,0-1-19 0,2-1 16 15,-3-2-9-15,-1 0-5 0,0-2-1 0,0-3-8 0,-1-1 9 16,-1-3 1-16,-2-2-1 0,-1-2-1 0,1-5-21 0,-1 1 16 0,-1-4-18 31,1-2 12-31,-1-5-4 0,-1-4-6 0,1-6-10 0,1-3 0 16,0-1 0-16,-1 3 6 0,0 1 1 0,-1-1-5 0,-1-5-22 16,0-2 26-16,-1-5-23 0,0-1 26 0,0 5-3 0,0 2-12 0,-1-2-2 15,-3 1 2-15,0-2-2 0,-2-1 7 0,1 3 1 0,1-2-5 16,1 2-21-16,1 3 32 0,0 2-27 0,0 0 34 0,1 4-8 15,1-1-18-15,1 1 2 0,2 1-1 0,6-3 2 0,4 4-20 16,8 1-50-16,4 2-32 0</inkml:trace>
  <inkml:trace contextRef="#ctx0" brushRef="#br0" timeOffset="83953.65">4986 4554 256 0,'-36'-17'-9'0,"15"8"-109"0,3 3 54 0,2 1 0 0,0 0 64 0,0 1 0 0,3 0 0 0,-3 1 1 16,3 1-1-16,-2-1 1 0,1 1-1 0,1-2-2 0,3-1 2 0,1 0 3 15,4-3-2-15,0-1 0 0,3-4-3 0,1 0 5 0,1-2-4 16,2-2 1-16,1 1 2 0,3-2-2 0,2 1-1 0,0 1 5 15,2 0 0-15,1 2 23 0,0 1 2 0,0 2-6 0,0 1-5 16,-3 1 28-16,1-2-24 0,-1 4 19 0,-1 0-6 0,-1 2-8 0,-2 0-2 16,0 2 6-16,-3 2 0 0,1 1 14 0,-2 0-3 0,0 0-8 0,0 0-22 15,0 1 19-15,1 2-19 0,-1 1 19 0,0 1-7 0,1 1-5 16,-1 3-8-16,1 2-2 0,0 1 3 0,1 2 5 0,1-1-4 16,0 3-3-16,3 2-12 0,1 0 5 0,2-1-5 0,2 3 13 15,2 0-5-15,5 2-3 0,1-2-17 16,4 2 14-16,0-3-8 0,2 2 27 0,1-3-4 0,1-2-12 0,1 5-11 0,1 1 19 15,0-3-17-15,2 3 14 0,-5-2-4 0,3 2-8 0,6 1-15 0,2 1 1 16,9 1-12-16,5-4-126 0,7 2 106 0,4 0-45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41:36.82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13645 9369 217 0,'-2'2'371'0,"-11"-8"-210"0,3 1 235 0,3 1-311 16,4 2-77-16,2 2-17 0,1 0 16 0,2-2-4 0,3 1-14 0,4 1 8 15,1-1 7-15,3-1-4 0,2-1-1 0,-4-3 4 0,2-1-1 16,7-3-20-16,1-2 21 0,9-1-18 0,2-3 33 0,-1 0-2 16,3-2-13-16,3-1-15 0,3-1 23 0,3 0-21 0,0 2 17 15,-4-1-1-15,-1 0-6 0,-1-4 3 0,-5-3-3 0,-1 0 4 16,-1-3-5-16,1 2 4 0,1 1-1 0,-1-4-21 0,-3 1 27 0,-3-1-23 16,-2-3 30-16,-2 1-10 0,-4-1-15 0,-3-2-36 0,-5 3 14 15,-6 0-14-15,-3 1 32 0,-8-1 2 0,-4 0-4 0,-7-2 3 16,-4-1 16-16,-4 1-12 0,-1-2 12 0,-1 1 1 0,-5-3-5 0,-1-3 4 15,2 1-3-15,1 2 6 0,0 1 20 0,-2 3-4 0,-2 4 6 16,-8-4-5-16,1 2 5 16,0 2-3-16,1 1 0 0,5 6-6 0,1 0-3 0,-2 5-18 0,0-1 16 15,1 3-9-15,0 4 30 0,3 2-10 0,0 2-18 0,-5 2-27 0,-1 3 28 0,-5 3-23 0,0 1 30 16,0 3-10-16,1 4-15 0,-2 5 6 0,0 1 1 0,0 3 4 16,5 6 3-16,1 1-1 0,1 2-8 15,-1 4 0-15,-3 2 8 0,2 2-6 0,3 1 5 0,3 3-3 0,3 1-1 0,2 9 2 16,3 3-4-16,1 4 6 0,0 2 1 0,2 1 0 0,2 2-3 15,1 3-16-15,8 2 21 0,3 2-18 0,2 2 25 0,5-1-1 0,-3-2-8 16,5 1-11-16,5-7 8 0,2-4-7 0,7-4 17 0,-2-5-3 16,5-3-6-16,9-6-24 0,5-3 25 0,9-9-20 0,6-5 31 15,3-4-1-15,7-6-11 0,10 1-15 0,5-2 1 0,-5-2-6 0,5-2-33 16,-6 0-5-16,4-1-10 0,10 1-96 0,1-3-11 0,2 3-24 16,-6 1 52-16</inkml:trace>
  <inkml:trace contextRef="#ctx0" brushRef="#br0" timeOffset="917.26">16828 9327 599 0,'-4'-2'128'0,"-1"-1"-82"0,4-1-22 0,1 0-19 0,4-3 33 0,0 1-12 15,4-3-22-15,2-2-5 0,4-5 15 0,1 0-6 0,3-4 48 16,2-1-12-16,2-2-11 0,2-4-34 0,1-1 25 0,1-3-23 15,1-2 30-15,0-1-8 0,0 0-15 0,-1-3 0 0,-8-3-5 0,-2 0 6 16,-1-3 2-16,1 0-2 0,5 0 0 0,-1 1-23 0,-1-1 23 16,-5-1-18-16,-3-4 32 0,-4 3-8 0,-3-3-10 0,-4-3-21 15,0-1 16-15,-2 0-10 0,-1 1 28 0,-2 5-3 0,-3 3-15 0,-3 0-12 16,-5-2 26-16,-1-2-21 0,-4 3 26 0,0 4-3 0,0 2-10 16,2 1-19-16,-4 0 17 0,-4 1-14 0,-1 5 23 0,-6 6-3 15,2 1-11-15,-3 5-4 0,-1 4 11 0,0 1-8 16,0 4 6-16,1 2-3 0,-3 3-4 0,-3 2-10 0,-4 3 8 0,0 7-4 0,-2 2 16 15,1 5 1-15,-2 4-9 0,-4 6-12 0,1 7 18 16,2 6-14-16,-1 6 14 0,4 3-2 0,4 7-9 0,0 2-2 16,-1 5 8-16,0 2-4 0,-1 3 17 0,0 3 0 0,1 5-7 0,5 9-14 15,4 0 12-15,4-1-12 0,4 3 11 0,5-2-2 0,5 1-2 0,5 3-2 16,7-7 1-16,4-5 1 0,4-5 3 0,6-7 2 16,8-3-1-16,6 0-12 0,6-6 9 0,7-4-10 0,6-5 13 0,5-7 1 15,6-3-4-15,1 0-4 0,-1-6 3 0,2-1-3 0,1-3 7 0,6-4-1 16,9 0-5-16,12-1-86 0,3 0-68 0,0-2-13 0,6-2-64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39:09.06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6728 7137 217 0,'0'-5'106'0,"-4"3"-59"0,2 1 49 15,0 1-43-15,1 0-23 0,1 0-5 0,2 1-21 0,1-1 5 16,3 0 6-16,1 2-8 0,-1 0-1 0,1-1-1 0,-1 3 3 16,-1 0 2-16,2-2-4 0,0 2-14 0,2-1 20 0,0-1-19 15,1 2 19-15,0-3-5 0,0 1-7 0,1-2 8 0,0 0-3 16,1-2 8-16,0 1 8 0,0 0-7 0,1-2-2 0,1 2-15 0,1 0 11 15,0 1-9-15,-1 0 15 0,0 0-5 0,-2 0-6 0,0 0-14 16,1 0 15-16,-1 2-6 0,0-1 35 0,0 2 0 0,-1 0-11 0,-1 0-13 16,0 2 18-16,0 1-19 0,0-3 15 0,-1 4-1 0,1-2-3 15,0 0-22-15,-1 1 17 0,2 1-13 0,-1 1 39 0,-1-2-8 16,2 0-11-16,1 1-24 0,1 0 22 0,-1 0-18 0,-1-1 37 16,-4-1-12-16,2 2-15 0,1-3-1 0,2 1 1 0,7-1 2 0,2-2 5 15,-1-1-2-15,1 1-4 0,3-2-12 0,-2-2 14 0,2 1-12 16,0-1 13-16,2 0-3 0,0 1-7 0,2-2-12 15,0 2 8-15,-2 1-7 0,0 0 14 0,-4 0 3 0,1 0-5 0,0 1-20 16,-1 1 29-16,-2 0-26 0,-7 0 25 0,-2 1-4 0,0 0-10 0,1 0-3 16,6 2 3-16,2-2-3 0,1 3 10 0,-1-1 2 0,0 0-5 15,1-1-23-15,3 0 26 0,2-1-23 0,2 3 32 0,3-3-7 16,2 1-12-16,2-3-2 0,1-1 2 0,1-2 3 0,0-2 11 0,-3 0 0 16,-5 0-7-16,-1 2-5 0,-1 1 6 0,0 1-8 0,2 0 3 15,-2-2 4-15,0-2 5 0,0 2-25 0,2-2 20 0,0 1-17 16,2 2 34-16,0 0-3 0,1-2-13 0,2 3-12 0,3 3 23 15,1-1-19-15,-5-2 25 0,-3 0-11 0,0 0-11 0,2-2-9 0,2-1 8 16,-2 2-2-16,-2 0 21 0,0 1-5 16,-1 2-11-16,3 3-11 0,3-1 16 0,0 0-14 0,-1-4 15 0,0 0 0 15,0 0-9-15,-1-1-5 0,-6 0 5 0,-3-3-3 0,2 2 18 16,1 0-7-16,4-1-5 0,-1-1-7 0,1-2 7 0,1-3-3 16,1-2 12-16,1-1-7 0,-2-1-7 0,-1 2-4 0,0 1 5 15,1-2 1-15,-2 2 13 0,-3-2 1 0,-2 2-9 0,-6-2-17 16,-2 1 23-16,-2-2-21 0,1 0 25 0,2 1-5 0,-2-3-9 0,-2 3-5 15,-3-2 5-15,-2 2-1 0,-3-1 15 0,-1 4 3 0,-2-1-6 16,-2-1-11-16,-1-2 14 0,-1-3-15 0,-1-2 8 0,-3 1-4 16,2-1-5-16,-1-4-4 0,-1-2 4 0,2 0-1 0,-1 0 13 0,2 1-1 15,1 0-1-15,-1-1-21 0,-1 1 13 0,2 0-13 0,-2-2 25 16,-1 2 0-16,-3-2-4 0,-2-4-20 0,-1 1 12 16,-3 1-11-16,0 1 23 0,-2 0-2 0,0 2-6 0,-3-5-22 0,1 3 26 15,-5-1-21-15,-1-1 29 0,-3 3-5 0,-5-2-14 0,-2 0-8 16,-3 2 9-16,-2 2-5 0,-4 2 19 0,0 3-5 0,-4 3-8 0,-5-2-19 15,-3 3 23-15,-1 1-19 0,-2-1 21 0,0 3-3 0,-1 2-7 16,-1 1-2-16,0 3 5 0,1-1-2 0,1 2 8 16,4-1 4-16,-2 0-8 0,1 0-18 0,-1 1 26 0,1 1-24 0,4 1 26 15,4 2-5-15,3 0-10 0,0 1-9 0,3 1 14 0,0 2-6 16,0-1 18-16,0 1 0 0,-4 1-12 0,-6 2-7 0,-5 4 9 16,2 1-10-16,-3 4 10 0,4-1 0 0,-2-2-1 0,-2 1-5 0,0-2-3 15,-1 3 3-15,0 3 8 0,1 1 1 0,0 3 0 0,1 3-19 16,1 0 20-16,3 2-18 0,4-2 20 0,5 0-2 0,0-1-6 0,-3 0-11 15,-2-1 14-15,-1 0-10 0,0 2 16 0,6 2 0 0,1-4-12 16,2 2-3-16,1 1 7 0,0-1-6 0,2 4 10 0,5-3-4 16,2 1-2-16,-3 2-16 0,0 1 17 0,-4 4-10 0,3 4 28 15,1 0-7-15,4 1-10 0,0 0-23 0,4 0 22 0,3-1-18 0,2 1 33 0,6-2-7 0,0-1-11 0,3 1-10 16,2-1 7-16,3 1-3 0,1 2 20 0,4-1-3 0,2 0-7 16,5-1-8-16,2-2 8 0,2-2-6 0,4-6 11 0,2-3-6 15,5-1-9-15,5-1 9 16,6 0-3-16,2-2 6 0,4-3-2 0,0-3 3 0,4-1 1 0,2-2-27 15,-4-1 29-15,3-3-24 0,-1-5 39 0,2 0-7 16,6-4-14-16,7-3-3 0,2 0-1 0,3-2 1 0,0-1 10 16,-9 0-1-16,0-2-2 0,1-2-22 0,1 2 25 0,6-3-21 0,2 2 26 15,-2-1-3-15,0 1-10 0,-2-2-26 0,-2 3-35 0,1 1 1 16,-2 1-209-16,4 6 165 0,-3-1-34 0</inkml:trace>
  <inkml:trace contextRef="#ctx0" brushRef="#br0" timeOffset="94227.15">11444 6067 256 0,'-15'-9'-2'0,"9"9"-15"0,0-1 29 0,0 0 7 16,1 1 0-16,0 1 41 0,0 2-43 0,-1-1 71 0,1 1-7 0,0-2-16 0,-1 1-14 15,1 2 4-15,-2-1-13 0,0 1 8 0,2-3-4 16,-2 2-10-16,1 0-21 15,-1 1 20-15,1 4-20 0,-2 1 14 0,-1 1-6 0,0 2-11 0,0 0-12 0,0 1 14 0,-2 0-10 0,2 1 27 16,-1-4-4-16,2 3-12 0,2 0-19 0,0-2 14 0,4 0-16 16,0-1 13-16,2 0-7 0,-1 2-3 0,2-1 5 0,0 1-2 15,2-1 7-15,1 2 6 16,0-1 3-16,1-2-5 0,0 1-19 0,1 1 26 0,2-1-24 0,0 0 28 0,0-2-2 0,0 0-9 0,-1 0-14 16,0-2 17-16,2 0-13 0,0-1 26 0,0 2-1 0,0-1-15 0,1 2-20 15,0-1 24-15,0 0-24 0,2 1 27 0,-1-2 0 0,1 1-7 16,2 0-19-16,-1-1 18 15,3 2-14-15,0 2 29 0,2-4-2 0,1 1-11 0,0 0-26 0,1-3 30 0,-1 0-26 0,1-3 36 16,-1 0-4 0,2 0-11-16,0 3-4 0,0-2-6 0,-2 1 4 0,-1-2 0 15,-1 2-1-15,1-1 1 0,6-1-12 0,0 0 12 0,0 0-10 16,-2 1 12-16,1-1-6 0,0 0-5 0,2-1 3 0,1 0-3 0,0-1 6 16,1 0 10-16,-1 0-5 0,1 0-5 0,3 0-9 0,-2 0 10 15,2-1-6-15,-1 1 13 0,-5-1-7 0,1-1-5 0,2 1-2 16,2 0 5-16,5-1 0 0,-1 1 13 0,-2 1-4 0,-1 1-5 15,2 2-19-15,2 0 19 0,1 0-15 0,-1 3 30 0,-2-3-8 0,-1 3-12 0,1-3-9 0,2 2 7 0,-5-1-4 0,1 1 20 16,1-2-4 0,0 1-5-16,5-3-10 0,1 0 6 0,1 1-5 0,2-2 6 15,0 1 2-15,2 0-5 0,-2-1-17 0,-1 2 18 0,1-1-14 16,-6-1 34-16,0 0-4 0,4 0-11 0,4-1-14 0,4-2 12 16,2 0-10-16,-1 1 17 0,2-2-4 0,-1 1-5 0,1 1-14 0,1-1 9 15,-7 1-6-15,3 0 25 0,-1 0-2 0,0-1-10 0,7 1-14 16,-1 1 19-16,-2 1-17 0,-1 0 21 0,-2 2-6 0,-4 2-9 0,0-2-16 15,-6 4 20-15,0-3-12 0,0 0 27 0,0 0-1 0,3-1-12 16,3 1-18-16,0-1 20 0,0 0-17 0,3 0 26 0,-1-1-6 16,0-1-8-16,1 2-6 0,-3-1 2 0,4-1 1 0,2 0 5 15,-1 0 5-15,4 0-6 0,2-1-9 0,1-1 19 0,0 2-19 16,0 0 16-16,-4-1-1 0,-5 0-7 0,5 0-5 0,0-3 5 16,0 1-3-16,4-1 7 0,-3 0 1 0,-1 1-4 0,1 0-13 0,1 0 21 15,-3 1-17-15,-5-2 24 0,0 2-5 0,1-4-11 0,2 3 0 16,6-1 4-16,-2-1-1 0,0 1 6 0,-3 0-1 0,-2 1-2 0,1 0-7 15,-2-3 6-15,-5 3-5 0,1-3 6 0,-3 1 1 0,1-1-3 16,6 1-7-16,-2 1 9 0,0-1-6 0,0 1 25 0,-2-2-10 16,-1-2-2-16,2 2-23 0,0-1 14 0,-5-1-9 0,4 3 25 0,-4-1-7 15,0 0-10-15,6-3-5 0,-4 1 2 0,0 0 0 0,-1 2 8 16,-5-1-1-16,-1-2-6 0,-2 3-12 0,-3-2 16 0,-2 1-12 16,-3-2 19-16,-3 1-5 0,-1-1-8 0,-5 0-3 0,-5-1 3 0,-1 0 1 15,0 1 9-15,4 0-2 0,1 1-4 0,0 0-13 0,3-1 17 16,-2 0-14-16,2 2 15 0,-2 0 1 0,0 1-8 0,-1 0-7 15,1-1 5-15,1 3-7 0,0-2 12 0,0 3-4 0,1-1-2 0,1 2-45 16,1 1 17-16,1-2-24 0,-1 3-1 0,-1 0-11 0,-1 1-20 16,2 1-53-16,-2 0-26 0,-1 2-6 0,-1-1-155 0,0 2 192 15,-1 4-25-15</inkml:trace>
  <inkml:trace contextRef="#ctx0" brushRef="#br0" timeOffset="108308.43">4757 6341 225 0,'-1'-1'6'0,"1"0"-19"0,-1 1 23 16,1 0 26-16,0 0-17 0,2 2 42 0,0 1 4 0,1-1-1 16,1 1-25-16,0-1 23 0,2 2-35 0,1-1 26 0,-1 1-15 15,1-1-9-15,3 0 2 0,1 1-8 0,1 0 11 0,0 0-7 16,0-1-1-16,3 0-3 0,3 0-18 0,4-1 15 0,4-1-18 15,3 1 11-15,3-1-4 0,3 0-2 0,1 2-14 0,1-2 12 0,-3-1-8 16,0 0 14-16,-2-1 1 0,-7-3-14 0,5-1 1 0,-1-3 10 16,3-1-9-16,5-1 2 0,-2 0-3 0,2-2-5 0,0 2 2 15,3-2-1-15,-3 3 5 0,-2 0 14 0,-6 1 2 0,-3 0-6 0,-3 0-10 16,0 3 30-16,-3-1-24 0,-1 1 28 0,-6-1-10 0,0 1-16 16,1 0-13-16,3 0 12 15,6 2-8-15,1-2 20 0,0 1-2 0,-1-1-14 0,4 2-14 0,3-1 19 0,1 0-18 0,3 1 18 0,-2 1-6 16,1 0-6-16,1 1-46 15,-2 0-12-15,0 0-11 0,-2 1-121 0,-2-3-36 0,-4 2-57 0</inkml:trace>
  <inkml:trace contextRef="#ctx0" brushRef="#br0" timeOffset="116675.42">7742 8512 258 0,'4'-1'26'0,"1"-3"5"0,0 0 26 0,0 2 10 15,0-3-7-15,2 2 1 0,1 2-11 0,0 0-16 0,1 1-27 0,0 2 33 0,-1 0-35 0,3-1 54 16,0 1-8-16,1 2-11 0,4-3 1 0,0 3 2 0,2-1-4 16,5-1 4-1,2 1-10-15,1 0-12 0,4-3-13 0,-1 0 14 16,3-2-16-16,4 0 19 0,-3 0-2 0,2 2-4 0,-2-2-17 16,-2-2 11-16,0 1-13 0,2-4 28 0,0 0-10 0,-2 2-11 15,1-2-5-15,-4 3 2 0,-1-1-2 0,0 1-3 16,-4-1-1-16,-1 2 0 0,-1-1-9 0,-3 0 8 0,-5 2-7 15,1-1-10-15,-3-1-19 0,-1 3-28 0,-1-1-110 0,0-2-26 0,-2 0-29 16</inkml:trace>
  <inkml:trace contextRef="#ctx0" brushRef="#br0" timeOffset="117562.34">11089 8512 80 0,'-6'-1'16'16,"2"-1"2"-16,-1-1 47 0,3 2 4 0,1-1-2 0,1 2-45 15,-1 0 30-15,1 0-45 0,1-1 21 0,1-1-10 0,2-1-16 0,1 1-2 16,1-1 9-16,1 0-5 15,-1 1 34-15,0 1-1 0,1-1-8 0,2 0-15 0,-1 0 31 0,3 0-30 0,0 1 57 0,0-1-18 16,0 1-17-16,-3-2-12 0,0 2 8 0,2 0-9 0,5 0 18 16,7 1-7-16,2 0-10 15,5-2-13-15,1 2 21 0,1-1-22 0,7 1 23 0,0 0-13 0,1 1-11 0,4 1-18 16,-1-2 9-16,-1 0-6 0,4 0 29 0,-7 0-1 0,2-4-13 0,0 0-7 16,-4 1 15-1,6-2-16-15,-3 1 16 0,-3-1-6 0,-4 1-7 0,0 1-14 16,-3 0 10-16,-3 1-5 0,-2-1 19 0,-3 0-4 0,-4 1-11 0,-3 1 0 0,-2 1 0 0,0 0-5 0,-2 0-56 15,-2 0-51-15,1 0-42 16</inkml:trace>
  <inkml:trace contextRef="#ctx0" brushRef="#br0" timeOffset="167300.37">7320 9638 217 0,'-10'-4'11'0,"5"1"-13"0,-3 2-20 0,2 0 45 0,1 1 24 0,1 0-11 0,0 0 13 15,2 0-12-15,-1 1-13 0,2-1-7 0,-1 1 5 0,1 1-2 16,-1-1 16-16,0-1-4 0,2 1-7 0,-1 0-39 0,1 1 29 0,0 0-29 16,-1 2 34-16,1-1-9 0,0 2-14 0,1-1 5 0,-1 3-2 15,0 0 4-15,1-1 7 0,1 2-5 0,-2 0-1 0,1 1-18 16,0-1 15-16,0 1-11 0,1 0 18 0,-1 2-2 0,2-1-7 0,0 3-3 16,0-2-2-16,1 1 3 0,-1 2 8 0,0 0 4 0,2 1 0 15,-2 1-32-15,1-2 33 0,-2 2-30 0,0 1 37 0,-2-3-7 16,1 3-15-16,-1 2 6 0,0 0-2 0,-1-1 5 0,0 0-1 0,0 0 2 15,-1 1-1-15,0 3-20 0,0 0 27 0,1-2-22 0,-1-1 34 16,1 1-9-16,-2-3-14 0,2 4-1 16,0-2-3-16,0 0 4 0,1 1 9 0,1-3-4 0,3 1-2 0,-1 0-20 15,0-2 20-15,2-4-16 0,-1 0 26 0,1-2-6 0,-2 0-11 16,-1-1 1-16,2-1 2 0,-2-1 0 0,3 0 5 0,-2-2 1 16,0 0-6-16,2-1-23 0,-2 0 36 0,2 0-31 0,-1 0 34 0,-1-2-3 0,3 1-14 0,-1-1-11 15,0 0 8-15,2-2-5 0,0 0 23 0,-1 0 0 0,2 0-5 16,1-2-18-16,1 1 18 0,2 0-17 0,0 0 22 0,1-1-5 15,1 1-8-15,1 0-4 0,-1 0 15 0,2-1-7 16,0 1 31-16,-2 0-4 0,2 1-12 0,-2-2-28 0,2 2 24 0,-1 0-23 16,-1 0 27-16,0 2-4 0,0-1-12 0,1 0 3 0,-1 1-9 15,0-1 8-15,-2 0 0 0,-5 0 0 0,-1-1 1 0,1 0-7 16,0 2 5-16,6-1-6 0,-1 0 3 0,2 0-2 0,0 1-1 0,1-2-2 16,-1 1-1-16,1-1 2 0,0 0 9 0,-1 0-1 15,1 0 0-15,2 0-6 0,-1 0 5 0,4 0-5 0,0-1 0 0,1 1 0 0,2 0-5 16,0 0-9-16,2 1 15 0,-2 2-8 0,0-2 19 0,-1 3 1 15,0 0-10-15,0-2-15 0,1 3 19 0,-2-1-19 0,-5 1 23 0,-3 0-8 16,-1 0-3-16,2-1 0 0,4 1-5 0,1-2 6 0,-1 0-1 16,-2-1 3-16,-1-1-2 0,0 4-12 0,2 1 24 0,1-3-22 15,0 1 18-15,1-1-4 0,0-1-8 16,3 1-12-16,2-2 16 0,1 1-9 0,-1-2 22 0,1 1-3 16,1-1-11-16,1 1-1 0,0 0 12 0,1 1-9 0,-3-1 11 15,-7 2-4-15,0-2-4 0,0 1-1 0,3 1 2 0,1-1 0 0,3 2 8 16,-5 0 1-16,0 0-5 0,2 1-19 0,-2-1 24 0,1 2-23 15,1-2 20-15,0 1-2 0,2-1-12 0,0 1 1 0,2-2 1 0,-1 2 3 16,1-1 4-16,0 0 3 0,1-1-5 0,1 1-22 16,-5-1 27-16,0-2-24 0,-1 0 30 0,2-1-10 0,4 0-8 0,0-1-8 0,0-1 3 15,-1-1 2-15,2 0 23 0,-1 2-4 0,1-1-5 0,3 0-22 16,-3 1 16-16,-1 1-15 0,0 0 23 16,-3 3-1-16,0-1-9 0,2 1-10 0,-5 1 9 0,-4-1-6 0,-2 1 16 0,-4 0 1 0,0-1-9 0,7 1-20 15,2-1 24-15,-3 0-22 0,2 1 31 0,-4-2-6 0,-1 0-9 0,2 0-11 16,1-1 9-16,1 1-5 0,3-2 17 0,1 0 1 0,0 0-6 0,1-2-4 15,1 1 6-15,0 1-7 0,-1-1 6 0,-1 1-4 0,0-1 0 16,3 1-16 0,-2 0 15-16,-5 0-9 0,0 0 26 0,-3 0-1 15,1 0-12-15,7 0-19 0,-1-2 20 0,-1 2-20 0,0-1 27 16,-2 0-3-16,-1-1-8 0,1 1-12 0,1 0 6 0,2 0-5 0,-1 1 18 16,2-2 0-16,-1 2-6 0,3 0-23 0,-1 0 31 0,1 0-27 15,0 0 32-15,-1 2-4 0,2 0-13 0,-1 2-12 0,-4-1 17 16,-2-1-11-16,2 1 19 0,0-1 1 0,3 1-15 0,1-1-17 15,0 1 23-15,1 0-19 0,1-2 27 0,-1 1-2 0,3 1-10 0,2-1-10 16,0 0 11-16,3 0-6 0,-2 0 17 0,2 0-2 0,-2-1-9 16,-2-1-21-16,0 0 27 0,0 0-23 0,1-1 32 0,4-3-2 15,-1 2-8-15,-1-2-20 0,4 0 13 0,0 2-12 0,1-2 28 16,-1 2-5-16,0 0-10 0,3 1-13 0,-3-2 20 0,-4 0-16 0,-2 1 18 16,-3 1-4-16,3-2-10 0,3 0 9 0,-1 0-6 0,1 0 9 15,0-1-2-15,1 2-2 0,1 0 1 0,4 0-18 0,0 1 21 16,2-2-15-16,-2 0 28 0,-6 2-7 0,1-3-12 0,1 0-9 15,-1 2 8-15,3-3-2 0,1 1 19 0,0 0-1 0,2 2-7 0,1-1-23 16,2 2 22-16,0-1-20 0,-1 1 24 0,-9 1-6 0,0 0-7 16,-3 0-11-16,0 0 5 0,2 0 0 0,-1 0 20 0,-4 0 1 15,2 0-7-15,2 0-15 0,1 0 19 0,0 0-19 0,-2 1 12 16,-1 1-2-16,0 0-4 0,3 0 1 0,-6-1-4 0,0 0 5 0,2-1 8 16,-1 0 1-16,6 0-1 0,1 0-20 0,0-1 18 0,0 0-17 15,2-1 18-15,1 0-2 0,1-1-5 0,2 1-1 0,3 2 1 0,-2-3 0 16,-5 0 3-16,-3 0 2 0,-1 0-5 0,-1-1-7 0,3 0 13 15,-2 1-11-15,0 0 10 0,-2 0 0 0,2 3-5 0,1 0-21 16,-3 0 18-16,2 2-15 0,0 2 36 0,-3-2-1 0,-1 1-9 0,-5 2-14 16,-2-1 12-16,-2-2-13 0,1 3 12 0,4-2-1 0,-1 1-1 15,0-2-15-15,-4 1 11 0,0 2-10 0,-1-2 21 0,1 2 0 16,-1-2-10-16,2 3-8 0,1-1 17 0,-2 0-15 0,1 0 8 0,-1 0 1 16,-1 0-4-16,3 2-16 0,-1-1 18 0,0 0-12 0,0 0 27 15,-1-1-1-15,-7-2-14 0,-2 1-22 0,0 1 30 0,2-1-27 16,5 0 36-16,-1-1-5 0,0-1-12 0,-1 2-13 0,-4-3 10 15,1 3-7-15,-2-3 20 0,-2 2 0 0,0-2-11 16,-2 1-16-16,0-2 25 0,-1 0-20 0,-1 0 26 0,0 0-5 16,0 0-10-16,-2 0-15 0,1 0 17 0,-2-2-10 0,0 0 28 15,1-1-1-15,-1 1-10 0,0-1-14 0,2-2 12 0,-2 2-13 0,1-2 14 16,-1 1-5-16,1-1-3 0,1 0-13 0,-1-1 13 0,1 1-7 0,1-2 26 16,-1 0-4-16,1-1-12 0,-1 0-22 0,1-2 22 0,0 0-16 0,-2 0 33 15,1-2-6-15,-1 0-13 0,1-2-8 0,-2-2 7 0,0-1-4 16,1-1 9-16,-2 0 1 0,0 3-6 0,0-3-4 0,0 0 7 0,-2-2-6 15,0-1 4-15,-2 1-1 0,1 0-2 0,-1-1 2 16,-1-1-2-16,-2 0 2 0,1-1 3 0,-1 3 3 0,0 0-2 16,0 2-14-16,0-1 19 0,-1 0-18 0,0 1 18 0,2 0-5 0,0 0-7 0,1-2-2 15,0-3 2-15,0 0 2 0,1-2 12 16,1 1 0-16,0 4-5 0,1-3-14 0,0-1 12 0,-1 3-11 0,1-4 13 0,0 1-3 0,0 0-4 16,0-1 0-16,0 1-2 0,1 2 4 0,0 2 8 0,0-1-3 15,-1 3-1-15,0 1-16 0,0-1 13 0,-1 2-10 0,0 1 21 16,-2 2-5-16,-1-1-7 0,1 0 0 15,-3-1-1-15,1-1 2 0,-2 1 0 0,-1 1-1 16,-2 2-1-16,-2-1-9 0,-1 6 11 0,-1-2-9 0,-3 1 10 0,0 0 1 0,-1-1-5 0,-6 2-4 0,0 0 4 16,-2 4-3-16,-1-3 9 0,3 4 2 0,-2 1-4 0,-4-2-17 15,-5 3 21-15,-6 0-18 0,0 0 23 0,1 3-3 0,0-2-8 0,-4 3 0 16,-1 0-3-16,-2 1 2 0,-2 0 3 16,3 1-2-16,-4 2-1 0,-5 0-15 0,-4-1 22 0,-1 1-17 15,0 0 25-15,5-1-5 0,-3 1-12 0,-2 1-7 0,-1 0 9 0,-2-1-4 16,0 0 19-16,3 0-1 0,1 1-8 0,0 0-4 0,0-1 11 15,0-2-9-15,2-2 8 0,1 0-4 0,2-2-1 0,-2 1-8 0,-1 1 5 0,2 0-1 16,3-1 27-16,1 1-10 0,2-2-7 16,-3-1-12-16,-4-1 9 0,2-1-7 0,-2-1 12 0,1 1-5 0,4 0-4 0,-2-1-6 15,-1 0 5-15,1-1-2 0,-4 2 17 0,2-3-2 0,-1 0-6 0,-5 3-17 16,0-1 12-16,0 2-13 0,-1 0 18 0,2 0-6 0,0 0-5 16,-5 0-10-16,-1-2 11 0,0 1-7 0,0 0 20 0,3 1-6 15,-1 0-9-15,0 0-14 0,-1-2 15 16,0 1-10-16,1-1 19 0,1 0 0 0,-1 1-10 0,0 0-1 0,-2-1 1 0,2 1-2 15,1-3 11-15,2 1-5 0,0-4 1 0,-3 2-8 0,2 0 0 0,1 0-1 16,1 0 9-16,4-3-5 0,0 2-4 0,-2-3-7 0,0 0 7 16,-1 1-2-16,-1 0 24 15,5 3-6-15,1 1-6 0,-3-1-7 0,1 1 0 0,-1-3-1 16,-3 0-1-16,3 1 3 0,0-1 2 0,-3 0-17 0,2 2 17 0,2 1-13 0,1 0 31 0,3 0-8 16,0 2-12-16,-3-2-13 0,-2 1 14 0,0 1-10 15,-2 2 19-15,5 0 0 0,3 0-6 0,-3 1-24 0,1 3 20 0,3-2-19 0,-4 0 36 0,3 1-6 16,-2 0-11-16,-2 0-14 0,4 0 19 15,1 1-14-15,3-1 21 0,3 2-2 0,2-1-10 0,-1 0-16 16,0-1 18-16,2 1-12 0,-1 0 29 0,1 0-6 0,1 1-12 16,2-1-13-16,1 2 13 0,3-1-9 0,3 1 15 0,1-4-2 0,-3 3-9 0,1 0-2 0,-2 3 3 15,6 0-1-15,0 1 12 0,1 0-3 0,0 0-2 16,-6 0-16-16,4 0 14 16,0-2-12-16,0 2 21 0,4 0-4 0,0-1-7 0,1 1-9 15,0 0 10-15,3 1-6 0,-1-1 11 0,4 0 2 0,-1 0-11 0,-2 1-17 16,2 0 27-16,0 1-23 0,1-1 24 0,4 0-14 0,1 2-16 15,3-1-69-15,5 1-10 0,4 0-11 0,0 3-76 0,2 0-24 16,-1 3-34-16</inkml:trace>
  <inkml:trace contextRef="#ctx0" brushRef="#br0" timeOffset="185517">9555 10342 256 0,'-11'0'-7'0,"1"0"-85"0,1 0 60 0,0 1 11 0,0 2 33 0,1-1 25 0,-1 0-24 15,1 1 25-15,0 0-3 0,1 0-14 0,1-1-16 0,-1 1 19 16,1-1-19-16,2 0 12 0,-1-1-6 0,3 0-10 0,0-1 10 16,1 1-5-16,1-1 9 0,-1 0-2 0,1 0-4 0,0 0-6 0,0 0-18 15,0 0 22-15,0 0-19 0,0 0 17 16,0 0 1-16,0 3-7 0,0-1 4 0,0 0-3 0,-1 0 5 0,-1 2 17 0,0-1 1 16,1-1 3-16,0 2-35 0,0-3 31 0,0 2-29 0,0 0 30 0,1-1-5 15,1-1-18-15,0 2-1 0,0-1 1 0,2 2 0 0,0-2 10 16,1 1-3-16,2 0-3 0,-1 0-29 0,3-2 36 0,2 1-28 15,3-2 41-15,1 0-9 0,1 0-16 0,2-2-10 0,-1 1 12 16,2-3-3-16,0 0 26 0,0 3-4 0,0-2-13 0,3 0-17 16,-3 2 18-16,1 0-17 0,-3-2 13 0,-5 3 2 0,-2 0-6 0,0-1-15 15,-2 0 15-15,7 0-11 0,0-1 29 0,1 1-2 0,0 0-11 0,-2-1-24 16,1 1 26 0,-1-1-23-16,1-1 29 0,-2 0-4 0,0 1-11 0,2-1-15 0,0-1 18 15,2 1-10-15,1-1 31 0,-1 3 0 0,-1-2-17 0,2 0-35 16,-1 2 42-16,1 0-37 0,0 0 53 0,-2 1-12 0,1 0-18 0,0 0 1 15,-1 0-2-15,2 1 5 0,0 0 5 0,1 0 2 16,-1 1-3-16,1 0-24 0,-5 0 27 0,-1 0-25 0,-1 1 37 0,1-1-8 0,7-1-12 0,3 3-13 0,0-1 11 16,2-1-7-16,-2-2 25 0,1 0 2 0,-1-2-11 0,2-1-30 15,1-1 32 1,1 3-30-16,1-1 36 0,-1 0-6 0,1 2-13 0,1-1-18 0,-1-1 21 0,0 0-11 0,0-2 40 0,-3 3-9 0,-2-1-18 16,-5 0-21-16,0 1 28 0,-2 0-21 0,3-1 29 15,4 2-7-15,-1 0-13 0,3 3 0 16,-2-2-4-16,2 1 6 0,0-2 10 0,0 0 1 0,3-2 1 0,2 2-33 0,0-1 33 15,2 0-30-15,-1 1 34 0,-1 0-5 0,1 2-12 0,2 1-17 0,-7-1 19 0,0 2-12 16,-1-2 27-16,0 0 1 0,5 2-12 0,0 1-22 16,-1 1 32-16,0 0-29 15,0-3 30-15,-1 1-5 0,0 0-15 0,1-1-8 0,1 0 14 16,-1 1-7-16,3 0 26 0,-3 0-6 0,2 0-13 0,2 1-20 16,-7-2 28-16,1-2-22 0,-1-1 33 0,-1 0-3 0,5-1-16 0,1-2-1 15,-1 0 0-15,0 1 0 0,2 1 7 0,-3-1-4 0,1 2 2 16,1 0-12-16,0-1 13 0,1 0-9 0,-1-2 18 0,0 1-3 15,-2 0-7-15,-1 0-14 0,-6-1 14 0,-1 1-8 0,1 0 25 0,2-1-5 16,5-3-13-16,1 3-28 0,-1-3 33 0,-1 0-26 0,2 0 41 16,1 1-4-16,0-2-18 0,2 3-19 0,1 0 15 0,0 3-13 15,-3 1 31-15,0 0-3 0,1 1-9 0,-2-1-13 0,-8 0 19 16,-1 0-17-16,-1 0 16 0,2 0-7 0,3 0-8 0,2 0 3 16,-2 0 5-16,-1 2 5 0,1-2 21 0,-1 1-1 0,3-1-7 0,2 3-33 15,2-2 28-15,-1 3-28 0,-1-2 33 0,-1 0-3 0,1-1-11 16,0-1-9-16,-1 1 2 0,-1-1-3 0,-7 0 11 0,-1 0 1 0,2 0 0 15,4 0-17-15,3-1 10 0,-2 1-11 0,-1-1 17 0,-3 1-1 16,2 0 1-16,0 0-17 0,1 1 20 0,1-1-12 0,0 1 36 16,-1 2-6-16,2-2-15 0,0 0-17 0,1 0 23 0,1 2-19 15,2 0 30-15,-2 0-9 0,-5 0-15 0,-2 1-6 0,0-2 0 16,1 0 0-16,3-1 5 0,-1 0 2 0,0 1-2 0,-1-1-15 0,0-1 19 16,0 0-15-16,2 0 18 0,-2 0-6 0,1 0-9 0,3 1-15 15,-1-1 16-15,1 0-9 0,0 0 35 0,-1 0-6 0,-1 0-11 0,1-1-20 16,-2 0 19-16,-6-1-16 0,-3 0 22 0,1 0-3 0,0 2-8 15,5-2-1-15,-2-1 0 0,2 2 1 0,-4 0 10 16,-2-1-6-16,0 2-2 0,-3-1-22 0,-3 1 21 0,0 0-16 0,-3 0 28 0,-1 0-5 16,-1 0-9-16,-2 0-7 0,0 0 3 0,-1 0-1 0,-1 0 13 15,0 0-1-15,1 0-7 0,-1 0-9 0,1-1 13 16,2 1-11-16,0 0 10 0,0 0-4 0,3 1-7 0,1-1-9 0,3 1-18 0,0-1 8 16,2 3-62-16,2-2-10 0,-1 1-14 15,3-1-132-15,-1 1 155 0</inkml:trace>
  <inkml:trace contextRef="#ctx0" brushRef="#br0" timeOffset="195870.96">7736 15674 311 0,'2'-6'35'0,"2"2"41"0,-1 0-76 0,3 3 6 0,-1-1-16 0,3 4 26 0,0-1-7 0,1 3-10 0,0-2-19 0,-1 0 15 0,-2 0-9 16,1 1 35-16,0-2-5 0,0 0-9 0,2-1-26 0,0 2 21 0,-2 0-18 0,4 1 30 0,-4-1-5 15,4 0-5-15,-1-1-20 0,1 1 23 0,1 0-11 0,3-1 62 16,-2 0-8-16,3-1-13 0,0 0-18 0,1 0 13 0,1 0-15 15,1-1 1-15,0 0-4 0,-1-1-8 0,1 0 8 0,1 1-10 0,0-2 11 16,0-1-3-16,0 0-3 0,-1 1-1 0,-6-3-31 0,-2-1 38 16,-2-1-29-1,1-2 48-15,2 0-9 0,-1-1-17 0,2-3 8 0,-1 0-3 16,1-2 7-16,-1 0 5 0,-3 0 2 0,-1-2-5 0,-2-2-18 16,1-1 18-16,-1-1-19 0,0-2 14 0,-2 1-4 0,1-3-7 0,-3-1 0 15,0 3-6-15,1 1 6 0,-3 0 6 0,0 1-4 0,-1-2 2 0,-3-1-17 16,-1 2 11-16,-2-2-9 0,-1-1 21 0,-1 3-7 0,0-1-8 0,-2-2-4 0,-4 2 7 0,-2-1-3 0,-1 1 14 15,-1 4 0-15,0-2-8 16,0 0-13-16,-5 1 30 0,-2 2-23 0,-4 1 35 16,-6 4-8-16,-1 1-20 0,-4 6-11 0,-2-1 8 0,0 3-5 0,1 0 18 0,-1-3-5 15,0 2-10-15,-1-2-5 0,-1 0 5 0,0 2-5 0,-4-2 0 0,-1 1 0 16,-4-4-2-16,1 1-4 0,0-3 3 0,1 2 0 0,1-1 15 16,2 2-2-16,0-1-5 0,-2 2-12 0,-5-2 18 0,-3 4-16 0,-3-1 11 15,6 3 2 1,-1 0-6-16,2 2-7 0,0 1 3 0,0-1-2 0,1 3 16 0,-3 1-3 15,0 2-6-15,-2-1-11 0,4 2 14 0,1 1-11 0,5-2 15 16,1 1-7-16,-2 0-7 0,-3 0-4 0,-3-1 6 0,-3 1-1 16,-1 1 16-16,4-2-1 0,2 1-4 0,-1 0-24 0,0-1 23 0,-1 3-18 15,-2-1 27-15,-3 1-3 0,0 0-12 0,-2 3-17 0,2 0 19 16,2 3-12-16,2 1 28 0,2 1-1 0,-3 2-12 0,-5 0-8 16,-1 0 14-16,1-1-14 0,5 1 4 0,8 1 0 0,2 1-2 0,-2 3-3 15,2 4-3-15,0-2 4 0,-1 2 8 0,3 0 4 0,-1 0 0 16,2 5-17-16,4 1 13 0,5 1-14 0,4 0 10 0,4 1-1 15,0-2-5-15,1 4 4 0,1 1-4 0,5-1 6 0,2 1 5 0,7-3-1 16,2 0-3-16,3 2-24 0,3-2 27 0,1 0-23 0,3 1 32 16,6-2-4-16,3 0-9 0,3 0-12 0,-2 0 7 0,4-2-4 15,0 4 18-15,6-5 0 0,6-3-8 0,5 2-29 0,1-2 34 16,3-2-28-16,4 3 43 0,6-3-2 0,5-2-16 0,7 3-13 0,2-1 10 16,-6-1-9-16,2 1 17 0,-5-4 0 0,0 1-5 15,14-1-13-15,5-2 17 0,6-1-16 0,0-3 17 0,-5-3-2 0,-4 0-8 0,4-2-1 16,7-3 1-16,8-3 2 0,5-3 9 0,-8-2-1 0,-3-4-3 15,3-3-15-15,5-3 21 0,11 0-18 0,1-5 24 0,-8-3-5 16,-4-5-9-16,8-4-11 0,5-3 13 0,3-1-8 16,0-1 20-16,-9-2 0 0,0-2-13 0,8-3-9 0,4 3 11 15,-5 0-11-15,-4 1 9 0,-2 4-5 0,3 4-6 0,7 0-21 16,-3 9-31-16,-2 3 4 0,2 5-182 0,2 6 145 0,-1 6-28 0</inkml:trace>
  <inkml:trace contextRef="#ctx0" brushRef="#br0" timeOffset="205569.83">5024 16853 80 0,'-19'5'-53'0,"2"2"27"0,4-1 26 0,-1-2 0 0,3 0 0 0,0-2 2 0,1-2 1 0,1 0 4 0,1 0 16 0,2 0-9 0,0-1 26 0,2-1-3 0,0-1-3 0,0 0-42 15,1 1 26-15,-1-1-22 0,2 1 47 0,-1 0-7 0,1 1-20 16,-1-1-28-16,1 0 36 0,0 1-31 0,-2 1 31 0,1-1-9 16,0 1-15-16,-2 0-4 0,2 1 1 0,-1 0 3 0,0 1 4 0,1-1 6 15,-1 0-6-15,0 0-16 0,-1 1 24 0,0-1-25 0,-2 0 24 16,-1 1-3-16,1-2-4 0,1 0 7 0,-1 0-12 0,0-2 13 15,0 2 15-15,2 0-3 0,-2 0 5 0,-1 0-20 0,1 0 13 16,1 0-14-16,-1 0 15 0,0 0-4 0,6 0-3 0,-1 2-28 16,1-2 24-16,-2 0-17 0,-2 0 33 0,0-2-3 0,1 1-21 0,-1 1-22 15,2-1 26-15,0-1-24 0,0 2 26 0,1-2 0 0,0 1-10 0,1-2-13 16,0 2 16-16,1-1-11 0,-1 1 23 0,1-1 2 16,0 0-16-16,1 0-17 0,1 1 28 0,-1-1-26 0,2 0 27 0,1 0-5 15,0 2-7-15,2 0-3 0,-1 0-7 0,1 0 7 0,0 2 6 16,0 0 6-16,-3 0 1 0,-1 0-39 0,1 2 39 0,0-2-36 15,6 1 48-15,-2 1-9 0,1-2-14 0,1 2-15 0,2-1 9 16,1-1-4-16,2-2 29 0,0 2-5 0,-1-2-13 0,2 0-20 0,-2-2 29 16,2 1-25-16,1-1 28 0,0-1-6 0,2 0-13 0,4 1-9 15,-1 1 9-15,0-1-3 0,2 2 29 0,-2 0-6 0,1 0-11 0,1 0-15 16,-1 3 19-16,-1-1-17 0,-1 2 17 0,0 1-5 0,-1-1-6 16,0 1-5-16,-4 2 8 0,-3-2-1 0,0 1 15 0,-2-1 0 15,5 2-10-15,2 1-27 0,-1 0 36 0,0 0-31 0,-2 0 40 16,-1 0-9-16,-2-1-15 0,1 1-5 0,0 1 2 0,-2 0 1 0,0 0 14 15,1 0-4-15,1-2-5 0,4 2-23 0,1 0 9 0,1-2-16 16,3-2-51-16,0 0-12 0,4-2-30 0,4-3 32 0,6-2 38 16</inkml:trace>
  <inkml:trace contextRef="#ctx0" brushRef="#br0" timeOffset="-204935.49">23914 10414 256 0,'-12'-8'6'0,"3"2"101"0,2 0-31 0,1 3 14 0,3 1-37 0,2 1-15 0,0 1 7 0,1 1-34 0,-1 3 2 0,0 1 3 0,-1 3-10 0,1 1 21 15,0 5-17-15,1 0 27 0,-1 1-6 0,1 1-7 0,0 2 5 16,0 2-8-16,-1 1 8 0,0 2-3 0,-1-3-4 0,-1-1-2 0,1 2-13 16,0 2 16-16,-2-1-13 15,2 2 18-15,0 2-2 0,1 1-8 0,1 2 1 0,0 0 1 0,2 1 0 0,1-2 8 0,2 1 6 16,1 2 1-16,0-1-8 16,1-1 15-16,0 1-17 0,1-1-1 0,-2 2-8 0,2 1-9 0,-1 2-7 0,0 3 7 0,-2 6-3 15,1 3 18-15,0 2-8 0,-3 2-6 0,0 0-11 0,1 0 8 16,-3-2-6-16,0-2 13 0,-1-4-3 0,0 0-5 0,-2 5-10 0,1 2 6 15,-1 1-3-15,0 1 18 0,1-5-1 0,0-2-9 0,0 1-19 16,0-4 25-16,0 1-21 0,1 1 27 0,0-2 1 0,0 2-8 0,2 3 8 16,0 1 3-16,-1 0-1 0,3 1 6 0,-1-6-1 0,0-2-4 15,1 2-15-15,-1-4 11 0,1 2-12 0,0-1 10 0,-1-1-7 16,2 0-6-16,-1 3-12 16,1 2 17-16,-1-4-10 0,1 2 16 0,-3-5 0 0,1 1-17 0,0 0-10 15,-1-2 25-15,0-1-21 0,-1-2 21 0,0-3 3 0,2 1-9 16,-3 2-23-16,1 2 16 0,0-2-16 0,-1 1 37 0,0-4-5 0,-1 1-5 15,1 2-23-15,0-1 14 0,1-3-13 0,1 0 24 0,1-3-3 0,2 0-5 0,3 0-30 16,2 0 21-16,1-2-18 0,1-1 39 16,1-1-3-16,0 2-12 0,-3 2-24 0,0-2 23 0,4 1-20 0,1-3 38 0,8-2-15 0,0 0-14 15,2 1-3-15,0 0 4 0,-1-2 4 0,0 1 21 16,0-3-2-16,1 2-4 0,-1-4-21 16,2 2 16-16,-1-1-12 0,1 1 21 0,2 1-6 0,0 1-10 0,3-2-14 0,3-1 17 0,-6-1-11 15,4-2 26-15,-1-1-1 0,4-2-11 0,7 0-8 0,0-1 8 0,0-1-6 16,0 2 13-16,2-1-8 0,3-1-5 0,7-1-5 15,3 2 9-15,3-2 0 0,2 0 23 0,-3 0-5 0,2 1-5 0,4 0-22 16,5 2 13 0,-1-2-12-16,-1 4 17 0,1-3-4 0,-3 1-5 0,3 0-4 0,4-1 2 0,-1 2-6 0,2-1 23 0,-3-1-3 0,2 2-1 15,3-1-3 1,0 0 14-16,6 1-11 0,1 1 23 0,-1-4-5 0,4 2-11 0,2-2-26 0,1-1 21 0,2-1-19 0,3 2 24 0,-1-2-4 16,0 0-14-16,0 1-14 0,0-1 19 0,1 0-15 0,-3 2 25 15,-2-3-3 1,-5 1-12-16,-1-1-18 0,-1 0 27 0,2-1-21 0,-6-1 30 0,0 0-1 15,-2-1-17-15,-3-1 0 0,0 2 11 0,-2-2-6 0,-1 0 26 0,-6-2-10 16,4 1-1-16,-3-1-3 0,-3 0 4 0,-2 0 0 0,-6-1 1 0,-3-1-4 0,-1 3-10 0,1-1-7 16,-6-2 9-16,2 0-7 0,-2-1 9 0,-5 0 1 0,4-2-8 0,-6 0-12 15,-4-2 12 1,-3 0-11-16,0 0 8 0,-3 1 3 0,0-1-7 0,-2 0-7 16,0 0 14-16,-2 1-11 0,-2 2 13 0,-3 0-1 15,-5-1-5-15,-1 2-27 0,-10 0 1 0,-2 2-10 0,-1 1-15 0,-1 1-17 16,2-1-11-16,-1 2-81 0,1 0-16 0,-1 0-8 0,1 3-84 15,-1 2-52-15,1 4-45 0</inkml:trace>
  <inkml:trace contextRef="#ctx0" brushRef="#br0" timeOffset="-202631.84">25093 12596 942 0,'-12'-12'246'0,"-3"-5"-147"0,4 4-93 0,-4 3-4 0,3 4 16 0,3 0-8 0,1 1-10 0,4 3-4 0,0 0 1 0,2 2 2 0,1 0 4 0,0 0-3 16,1 0-5-16,0 0-45 0,0 4 5 0,0 1-17 0,1 3 0 15,1 0 5-15,2 2 6 0,-1 2-47 0,1-1-8 0,3 3-10 16,1 2-47-16,3-1 94 0,2 3-5 0</inkml:trace>
  <inkml:trace contextRef="#ctx0" brushRef="#br0" timeOffset="-202386.36">24930 13455 1736 0,'-42'-23'-123'15,"24"12"110"-15,5 4 5 16,3 5-1-16,6-1-2 0,1 6-8 0,2 1-10 0,1 0-27 0,1 2 8 0,4 0-11 16,1 2-5-16,3-2-4 0,1 3-12 0,2-1-22 0,3-1-23 15,-1-2 6-15,3 0-68 0,1-1-6 0,3-4-8 16</inkml:trace>
  <inkml:trace contextRef="#ctx0" brushRef="#br0" timeOffset="-202201.16">26287 12570 1657 0,'-9'-58'216'16,"1"25"-355"-16,0-2 51 0,3 8 86 0,-1 5-21 15,0 4 27-15,3 7-25 0,-2 2 10 0,3 4-12 0,0 4-25 0,1 1-38 16,0-2-25-16,1 2 4 0,2 2-69 0,1 0-12 0,3 3-11 0</inkml:trace>
  <inkml:trace contextRef="#ctx0" brushRef="#br0" timeOffset="-202031.52">26716 13225 1477 0,'-6'-8'-19'0,"2"-3"-11"16,3 4-6-16,1 5 42 0,1 2-22 16,0 2-17-16,3 4-21 0,4 0-19 0,2 4-1 0,3 2-2 0,-1 1-42 0,0-1-44 15,1 2-31-15</inkml:trace>
  <inkml:trace contextRef="#ctx0" brushRef="#br0" timeOffset="-201803.92">25622 13106 1541 0,'-53'-58'49'0,"27"29"-80"0,8 3 16 0,-1 5 17 15,5 4-17-15,3 4 26 0,0 4-25 0,4 3 24 0,2 2-3 16,2 0-13-16,0 3-44 15,2-1-44-15,2 2 9 0,2 0-109 0,6-1-10 0,4 0-4 0,11-2-35 16,7 1 132-16</inkml:trace>
  <inkml:trace contextRef="#ctx0" brushRef="#br0" timeOffset="-201633.99">26988 12484 1760 0,'0'-59'76'0,"-8"23"-117"31,2 4 12-31,4 5 31 0,3 8-1 0,-1 4-1 0,0 6 0 0,0 5-13 0,0 2-35 16,1 2-22-16,4 3-45 0,4 1-17 0,6 4 11 0,7 1-51 16,2-1-40-16,1 5-41 0</inkml:trace>
  <inkml:trace contextRef="#ctx0" brushRef="#br0" timeOffset="-201443.13">27867 12735 1221 0,'-1'-22'415'0,"-3"-9"-265"0,3 9-187 0,0 8 25 0,1 9-20 16,-1 7-37-16,1 3-56 0,1 7-18 0,2 6 3 0,3 2-4 0,2 4-63 15,1-1-12-15,1 3-29 0</inkml:trace>
  <inkml:trace contextRef="#ctx0" brushRef="#br0" timeOffset="-201279.89">27784 13866 1537 0,'-19'-18'226'0,"1"-20"-246"16,1-5-28-16,1 2 18 0,6 10 22 0,2 8 2 0,3 5-24 0,2 3-30 16,3 4-31-16,4 1-97 0,5 1-14 0,3 0-18 0,5-1 69 15</inkml:trace>
  <inkml:trace contextRef="#ctx0" brushRef="#br0" timeOffset="-201079.16">27912 12065 2053 0,'-5'-45'4'0,"4"-2"-374"0,1 2 407 16,3 11-9-16,-1 5-14 0,-2 5-18 15,0 6 7-15,-2 4-8 0,1 5 3 0,1 4-16 0,3 2-10 0,6 3-149 16,9 3 5-16,7 3-46 0,11 3-110 0,8 3 199 0,4 5-39 0</inkml:trace>
  <inkml:trace contextRef="#ctx0" brushRef="#br0" timeOffset="-200905.31">28758 12214 1837 0,'-9'-18'28'16,"5"9"-201"-16,2 10 94 0,1 13-10 0,1 9-46 0,3 14-73 0,6 11-41 16,7 9-6-16,7 6 61 0</inkml:trace>
  <inkml:trace contextRef="#ctx0" brushRef="#br0" timeOffset="-200729.63">29067 13810 2328 0,'13'-159'-391'0,"6"20"331"0,-11 36-97 16,-15 62 41-16,3 7-93 0,-3 10-47 0,-1 12-113 0,5 2-56 0</inkml:trace>
  <inkml:trace contextRef="#ctx0" brushRef="#br0" timeOffset="-200524.51">28368 13548 2037 0,'-19'-64'242'0,"11"20"-391"0,1 6 43 0,2 13 92 0,2 11-13 31,0 7-16-31,2 7 5 0,1-3-68 0,1-1-9 0,3-1-19 0,5-3-58 16,5-2 12-16,4-1-28 0,5-3-66 0,5-1 165 0,8 0-33 15</inkml:trace>
  <inkml:trace contextRef="#ctx0" brushRef="#br0" timeOffset="-200366.04">29330 11216 1848 0,'-7'-76'66'0,"6"31"-90"0,2 4 8 0,2 4 27 0,1 5-17 16,-2 7 11-16,0 11-10 0,-2 8 9 0,0 5-15 0,0 3-16 16,0 2-118-16,0 2-13 0,3 5-22 0,2 5-69 0,4 3-56 0,4 10-37 15</inkml:trace>
  <inkml:trace contextRef="#ctx0" brushRef="#br0" timeOffset="-200176.07">29328 12293 1837 0,'-2'1'156'0,"2"-28"-227"0,3 1-152 0,1 8 201 16,0 11 16-16,-2 7 12 0,-2 7-16 0,0 3-21 15,0 6-7-15,3 5-119 0,4 5 17 0,2 4-34 0,3 4-2 0,2 0-19 16,-1 2-30-16</inkml:trace>
  <inkml:trace contextRef="#ctx0" brushRef="#br0" timeOffset="-199921.84">27054 13084 1728 0,'-119'-20'275'0,"72"-1"-519"0,12-2 103 0,3 5 113 0,-1 5 16 0,-1 4 26 16,-4 8-27-16,-3 1 13 15,1 1-28-15,9 1-25 0,5 2-57 0,5-1 5 0,8 0-4 0,1 0 23 0,6-2 4 0,4-1-12 0,3 1-81 16,3 0 22-16,3 1-43 0</inkml:trace>
  <inkml:trace contextRef="#ctx0" brushRef="#br0" timeOffset="-199685.47">25846 11685 1767 0,'-45'-45'598'0,"26"8"-950"0,6 2 128 0,3 3 235 0,2 5-16 15,1 4 15-15,2 8-15 0,0 5 12 0,2 3-6 0,2 7-9 0,1 0-81 16,3 6 10-16,5 1-27 15,3 7-11-15,5 2 1 0,4 3-12 0,-1 1-112 0,7 5-6 16,2 0-42-16</inkml:trace>
  <inkml:trace contextRef="#ctx0" brushRef="#br0" timeOffset="-199511.13">25846 13560 1824 0,'-15'-24'38'0,"4"-5"-94"0,1 3 65 0,2 9-11 0,1 7-3 15,1 4-74-15,3 4-53 0,1 2 4 0,2 3-187 0,1 1-43 16,5 2-36-16</inkml:trace>
  <inkml:trace contextRef="#ctx0" brushRef="#br0" timeOffset="-199321.62">25788 13610 1719 0,'-14'-15'177'0,"4"-9"-232"0,-1-1-113 0,4 5 131 15,2 7 23-15,4 7-7 0,3 2-116 0,5 3 4 0,4 1-47 16,5 1-32-16,2 1 43 0,4 1-40 0,3 0 36 0,2-1 102 15,2 2-14-15</inkml:trace>
  <inkml:trace contextRef="#ctx0" brushRef="#br0" timeOffset="-189560.89">16642 8856 256 0,'6'-7'28'0,"-6"1"419"0,-3 2-157 0,1 1 24 0,1 1-226 0,0 1 19 0,0 1-39 0,0 0 0 0,-1 0-8 0,1 0-24 0,1 0-33 0,0 0 29 15,0 1-36-15,1 1 30 0,1 2-5 0,0-1-11 0,0 2 13 16,3 0 11-16,0 1-4 0,4 5 36 16,2 0-13-16,2 5-10 0,4 7-23 0,-2 0-2 0,0 3-7 0,2 1 1 15,-3-1-4-15,2 0 0 0,1 6-12 16,0-6 12-16,0 6-10 0,2-1 26 0,-2-5-8 0,-1-2-9 0,2 2-19 0,-1-4 14 16,-2-2-12-16,0 0 28 0,-2-4-6 15,-3-1-10-15,-1 1-8 0,-2-5 7 0,-2 1-4 0,0-2 10 0,-2-2 2 16,-2-3-7-16,-1 1-4 0,-1-3 9 0,-1 0-8 0,-1 0 12 0,-2-2-4 0,-1-1-6 15,-1-2-27-15,-4-3 17 0,-2-3-17 16,-3-2 21-16,-1-2-7 0,-1-3-13 0,-1-3-12 0,-1-3 8 0,2-2-5 0,2-1 15 16,3-4 5-16,3-3-4 0,1-1-2 0,3-1 14 0,2 3-11 0,0 4 24 15,2 1-2-15,0 3-3 0,-3 2-13 16,2 1 11-16,-1 0-9 0,0-1 16 0,1 2 1 0,1-1-5 0,-1 3-15 0,1 0 14 16,1 1-11-16,1-1 17 0,-1 1-2 0,1-2-8 0,3 0-15 0,2-1 17 15,0 4-11-15,3-1 26 0,0 4-4 0,0-1-11 0,1 2-8 16,0 1 17-16,1 3-12 0,1-1 19 0,0 4 1 0,2 0-9 0,0 0-3 15,2 2 2-15,-1 0-3 0,1 1 2 0,0 0-1 0,-1 1 1 16,1 0-18-16,-1 3 19 0,-1 1-14 0,-3 2 21 16,0-1 2-16,-1 4-13 0,-2 5 9 0,-2 0 5 0,-2 0-4 15,-1 1-1-15,-2-4-6 0,0 1-4 0,-1 0-3 0,-2 1 10 0,0 1-2 16,-3 0 28-16,1 0-7 0,-3-1-8 0,-1 1-20 0,0-2 14 16,-1 0-11-16,-1-2 16 0,-1 1-6 0,1-2-12 0,1-1-11 0,-1-2 16 15,2-2-11-15,2-4 18 0,0-1-4 0,3-4-10 0,-1-4-54 16,2-3-1-16,1-4-19 0,1-5-88 0,1-1-45 0,0-2-52 0,2-6 35 15,2-3-34-15,2-5 40 0</inkml:trace>
  <inkml:trace contextRef="#ctx0" brushRef="#br0" timeOffset="-189370.35">17142 8219 384 0,'3'-9'260'0,"4"4"-100"0,-5 1 205 0,0 1-201 0,-1 1 18 0,-1 2-54 0,1 4-24 0,-1 0-15 0,2 4-20 0,-1 2-26 0,-1 4 15 0,0 0-24 15,-1 6 18-15,1 2-17 0,1 3-15 0,-1 5-20 0,0-2 12 16,0-1-11-16,-1 2 25 16,1-8-16-16,0 2-13 0,0 2 3 0,0-6 0 0,0 1 5 15,1 0-1-15,2-3 2 0,0 1-6 0,1 0-4 16,3-5 0-16,-2-1-8 0,4-2-82 0,0-5-49 0,1-2-28 0,3-3-225 0,0-6 215 16</inkml:trace>
  <inkml:trace contextRef="#ctx0" brushRef="#br0" timeOffset="-189164.75">17504 8548 933 0,'1'9'143'0,"-1"-2"86"16,0-2-156-16,2 1 53 0,0-2-29 0,1-1-37 0,2-2-33 16,-1 0 17-16,0-2-24 0,2-3 27 0,-1-2-14 0,-1-1-16 15,1-2-12-15,-3 0 4 0,-1 2-4 0,-1-4 8 16,-1 4 1-16,-2 0-5 0,-2 0-5 0,1 0 4 0,-2-3-7 15,2 0 10-15,-1 2-2 0,2 2-2 0,-2-1-12 0,2 2 12 16,-1-1-12-16,1 2 15 0,1-3-6 0,0 4-9 0,-1-2-48 16,3-2-34-16,-1 3 6 0,1-1-206 0,2 1-147 0,2-3-45 15</inkml:trace>
  <inkml:trace contextRef="#ctx0" brushRef="#br0" timeOffset="-188956.91">17824 8099 1099 0,'-1'8'115'15,"1"2"78"-15,0 4-18 0,0 3-27 0,1 1-28 0,3 2-54 16,-2 2-2-16,2 0-24 0,1 3-12 0,1-2-10 0,1-2-7 16,2-3-12-16,3-6 7 0,1-1-7 0,4 1 6 0,-1 0-22 15,2-2-11-15,0 0-7 0,-4-2-37 0,-1-1 34 16,-3 1-110-16,-4 0-15 0,-1 0-3 0,-3 1-182 0,-2-2 192 15</inkml:trace>
  <inkml:trace contextRef="#ctx0" brushRef="#br0" timeOffset="-188817.11">17802 8329 513 0,'1'-1'304'15,"1"-3"105"-15,-1 0-274 0,3 1-49 0,-1-3-32 0,2 1-33 16,1-1-18-16,2-2-2 0,3-1 0 0,2-1-19 15,1 0-52-15,1-2-18 0,3-1-242 0,-1-1 185 0</inkml:trace>
  <inkml:trace contextRef="#ctx0" brushRef="#br0" timeOffset="-188369.77">18682 7443 1065 0,'-26'4'-57'0,"12"-1"156"0,-2-1 23 16,5 2-22-16,-4 3 4 0,1 2 12 0,-1 0-52 0,-7 3 4 16,4 2-15-16,0 3-23 0,-1 1-11 15,3 3 6-15,0 2-9 0,-3 6 1 0,2 3 2 0,-1 3-2 16,1 0-17-16,3 3 31 0,0 0-29 0,4 5 65 0,4 0-13 0,2-1-15 15,4 8-21-15,0-7 4 0,1 4-11 0,3 0 7 0,1-11-9 16,3-3-9-16,5 2-2 0,0-5 6 0,3 4-3 0,4 0 2 16,-1-4-2-16,0-4-6 0,1-2-29 0,2-7-10 15,-1-1-3-15,6 0-75 0,-1 1-132 0,0-2-29 0,-5 0-205 16,0-5 206-16</inkml:trace>
  <inkml:trace contextRef="#ctx0" brushRef="#br0" timeOffset="-184456.56">12931 7679 738 0,'-22'-8'110'0,"1"3"274"0,-2 1-384 0,1 4 19 0,-2 0-18 0,-1 0 30 0,-1 0-5 0,0 0-10 0,-3-1-12 0,4-1 13 16,-4 0-12-16,-4 0 13 0,2 0-5 0,-7 0-2 0,1-1-10 0,1 1 5 15,0 0-3-15,0 1 17 0,1-1-3 0,-2 0-3 0,-7 0-12 0,-3 0 11 16,0 0-11-16,-4-1 5 0,2 1 4 0,-2 1-3 0,-3-1-25 15,2 1 19-15,-2 1-19 0,-6 0 31 0,-1 0-2 0,-4 0-9 0,-4-4-16 16,1 2 19-16,4 0-15 0,-1 0 21 0,2-1-6 0,-3 2-8 16,-7-2-7-16,-2-2 9 15,4 0-4-15,3-3 22 0,88 10-20 16,-403-38 4-16,302 27-4 0,5 2 1 0,-2 2 1 0,-7-2-10 16,-4-1 10-16,-4-2-6 0,0-1 18 0,8 3 1 15,-3-1-8-15,-7 1-7 0,-2-1 27 0,-1 1-21 0,4 2 35 0,6-1-9 0,-2 5-12 0,-7-2-20 0,-3 1 8 16,6 1-6-16,-1-2 21 0,8 2-9 0,-2-4-8 0,-9 3-22 15,4 3 17-15,1-2-14 16,-1 1 29-16,4 0-5 0,-5-2-10 0,-3-1-15 0,4-1 12 0,-1 1-8 16,-3 1 29-16,0 3-10 0,-2 0-7 0,2 0-25 0,-4 1 18 0,-1-1-14 0,-1 0 31 15,2-1 0-15,115-5-7 16,-552 24 1-16,440-15 2 0,3 2 0 0,-8 0-28 0,-1 2 27 0,-1 0-22 0,5 0 44 16,8 0-11-16,-3 2-15 0,-5-1-9 0,3 1 9 0,3 0-5 15,3 1 7-15,6 0 5 0,-3 1-7 0,-1-1-15 0,5-1 28 16,8 1-24-16,3-4 37 0,3 0-7 0,-5 1-13 0,-1 1-19 0,4 2 19 15,5 0-15-15,10 4 25 0,4 1-4 16,-1-4-13-16,-2 3 1 0,0-1 2 0,-1 0-2 16,7 0 4-16,6-1 0 0,2 1-1 0,7 1-7 15,4 2 3-15,2-1-1 0,2 3 9 0,4 1-2 0,-2 2-5 0,-2 4-13 0,4 1 14 0,2 1-11 0,0 1 18 0,4 0-4 16,7 1-6 0,-3 6-12-16,1-3 7 0,0 3-3 0,-3-3 20 0,2-4-2 0,4 1-3 15,3-1-15-15,0 1 10 0,2 0-8 0,3 2 13 0,2-1-4 0,1 1-4 0,3 1-14 0,2 0 11 0,3 1-7 16,1 2 31-16,4-6-9 15,2 1-6-15,4 1-15 0,-5-2 10 16,5 1-6-16,1-2 19 0,2-3-1 0,8-2-5 0,3 0-19 0,-1 3 24 16,0 0-17-16,4-2 23 0,3 2 2 0,7-5-19 0,11 2-5 0,5-2 13 0,2-1-13 0,1 0 13 0,-7-4-8 0,3 0-8 15,6-4-5-15,9 1 11 0,8-4-2 16,3-4 22-16,-4-1-5 0,-3-3-8 16,8-2-11-16,10-3 9 0,3 0-8 0,2-1 12 0,-5 0-2 15,2-3 0-15,11 2-17 0,3 0 11 0,1-2-8 0,0 2 25 16,-2-2-7-16,4 3-6 0,3-2-7 0,-1 2 6 0,1 0-3 0,3-3 7 0,-3 2-4 15,1 2-5-15,4 3-2 0,2-2 7 16,3 2-1-16,5-3 25 0,-2-3 2 0,2 0-1 0,12 2-19 0,10 2 14 16,-6 3-16-16,6 2 12 0,1-1-5 0,-3-1-9 0,11 3-4 15,10 2 3-15,-5 1-2 0,-3 2 12 0,1-2-7 0,-10-2-3 0,8 2-6 16,0 1 1-16,-9 1 0 0,-4-2 5 0,-6 0-3 0,-8-4-5 16,1-2 5-16,-4-7 4 0,-6 1 0 0,-1-3 3 0,-11-1 1 15,-5-3-6-15,4-1-4 0,-2 0 11 0,-3-2-9 0,-6 1 13 16,-9 0-5-16,0-3-8 0,4-2-6 0,-3 0 17 0,-5-2-9 15,-8 0 40-15,-4 1-8 0,2-2-6 0,0-6-10 0,-4-1 8 0,-9-6-6 16,-6-4 6-16,-7 0 0 0,-1 2-7 0,3-5-16 0,-3 2 19 16,-8-3-16-16,0 3 26 0,-11 3-8 0,-5 2-8 0,-2-1-7 0,-7-3 11 15,-4-4-5-15,-2-2 30 0,-2 0-7 0,-1 2-10 0,1-1-7 16,-3 5 3-16,-1 0-5 0,-1 4-1 0,-1 7-5 0,-1 5-6 0,2 1-19 16,-4 3 12-16,-2 3-9 0,-1-1 22 0,-3 2-4 0,-1 3-9 15,-1 1-9-15,-1 0-13 0,-2 1 1 0,-3 2-63 0,-2-2-22 16,-1 4-20-16,-1-4-74 0,-2 1-250 0,-4-3 51 0</inkml:trace>
  <inkml:trace contextRef="#ctx0" brushRef="#br0" timeOffset="-182272.36">4083 7931 416 0,'-6'-2'113'0,"2"-1"129"0,-1 1-92 0,0-1-10 0,0 0-19 0,1 3-9 0,-1-2-26 0,2 1-31 0,0 1-25 15,0-2 9-15,1 2-16 0,-1 0 22 0,0 0-8 0,2 2-12 0,-1-1-23 16,0 1 28-16,1-2-26 0,0 2 45 0,-1 0-14 0,2 1-17 16,0 1-6-1,0-1 13-15,2 3-10 0,0 1 18 0,2 0-8 0,1 0-13 0,3 2-17 0,0 2 16 0,1 1-16 0,2 4 28 16,-1-2-2-16,1 2-6 0,0 0-26 0,-2-3 15 0,0 2-18 31,4 0 31-31,-3-1-3 0,1 3-11 0,-1 0-2 0,-2-4 8 0,-1-1-9 16,-1-3 3-16,0-2 2 0,2-1-2 0,-2-1-18 15,-2 0 21-15,1-2-17 0,-2 1 28 0,0-2-3 0,-1 0-12 16,1-2-4-16,-2 1 8 0,0-1-5 0,-1 0 17 0,0-1-8 16,0-2-9-16,-1-1 6 0,-1-1-3 0,-1-3 6 0,-1 1-1 0,1-2-3 15,-3-1-2-15,0-1-16 0,0-2 13 0,-2-1-10 0,1 2 22 16,0-3-2-16,2-1-8 0,0-1-11 0,1 2 7 0,0-1-7 16,1 4 15-16,-1-2-3 0,1 1-2 0,1-1-5 0,-1 0 3 0,1 0-1 15,0 2 7-15,1 0-6 0,1 1-8 0,0-1 4 0,0 1-1 16,0-1 4-16,2 1 6 0,1-1 0 0,-1 3 0 0,1-1-25 15,2 0 24-15,-2 1-19 0,3-1 35 0,-1 2-6 0,2-1-15 0,1 1-7 16,1 2 6-16,-1 1-3 0,1 0 9 0,-3 3 0 0,1 0-4 16,0 1-13-16,-5 1 23 0,-1 0-18 0,1 1 22 0,-2 1-3 15,7 1-9-15,-2 2-15 0,1 0 17 0,-1 0-13 0,1 3 26 16,-2-2-5-16,1 1-12 0,-1 1-12 0,-2 1 16 0,2-2-11 16,-2 1 25-16,-1 0-1 0,1-2-11 0,0 2-14 0,0 1 11 15,-2 0-10-15,0-2 16 0,0 1-2 0,-3 0-5 0,1-1 2 0,-2 1 4 16,-1 1-1-16,1-1 11 0,-2 1-3 0,2-2-4 0,-2 1-21 15,-1-3 18-15,2 1-14 0,-2-3 26 0,1 0-6 0,1-3-10 0,5 0-9 16,0-4 9-16,0 1-10 0,2-3-20 0,-2-1-14 0,0 0-23 16,0-5-63-16,2 1-10 0,-2-1-17 0,0-1-172 0,0 1-103 15,1-5-105-15</inkml:trace>
  <inkml:trace contextRef="#ctx0" brushRef="#br0" timeOffset="-182079.99">4353 7500 704 0,'-2'2'235'0,"1"-2"-119"0,1 2 99 0,-1 0-70 0,1 2 11 0,-1 2-53 0,1 3 0 0,0 2-13 0,1-2-21 0,1 5-29 0,1-2 12 0,0 6-25 0,1 2 9 0,0-2-10 0,0-2-8 0,1 0-10 16,0-2 6-16,1 1-5 0,0-1 4 0,-2-2-2 16,2-2-7-16,-1-4-10 0,2 1 16 0,-1-1-15 0,-1-2 21 15,0 1-17-15,0-2-15 0,1-1-42 16,0-1-19-16,0 1 8 0,3-2-88 0,-1-2-65 0,2-1-24 0</inkml:trace>
  <inkml:trace contextRef="#ctx0" brushRef="#br0" timeOffset="-181844.03">4720 7693 290 0,'-1'9'144'16,"-1"0"38"-16,0-1-44 0,1-1 28 15,0-1-27-15,1-1-32 0,0-3-34 0,0-1 10 0,1 1-24 0,0-1 17 0,1-1-1 16,1 0-11-16,-1-3-25 0,1 1 36 15,1-2-43-15,1-2 40 0,-4 1-14 0,3-4-25 0,0 0-16 0,2-2 23 0,3 0-24 16,1-1 29-16,-1 1-5 0,-1-1-16 0,0 1-8 16,-4 1 12-16,1 1-16 0,-4 1 17 0,-1 1 0 0,-1 2-3 0,-4 0-19 15,1 1 18-15,-1 4-22 0,-2-1 19 0,-2 1-10 16,2 3-10-16,-2 2-18 0,0-1 16 16,0 3-13-16,4-2 36 0,1 1-17 0,0-1-13 0,2-1-57 15,-4-2 0-15,2-1-18 0,2-1-79 0,2 0-50 0,1-3-47 0</inkml:trace>
  <inkml:trace contextRef="#ctx0" brushRef="#br0" timeOffset="-181655.55">5022 7362 1012 0,'2'7'108'0,"-1"3"22"16,3 2-15-16,-1 5 8 0,0-1-23 0,2 0-33 0,-1 0-55 0,2 0 18 0,-1 2-31 15,2-1 25-15,0-2-3 0,0-3-12 0,2-4-9 0,1-3 12 16,1 0-13-16,0 0-17 0,-2 1-21 0,0 1-16 0,-1-2-79 16,-1 2-103-1,-3-1 50-15,-1 1-123 0</inkml:trace>
  <inkml:trace contextRef="#ctx0" brushRef="#br0" timeOffset="-181509.76">4996 7528 834 0,'11'-12'-145'0,"-4"1"334"0,0 2-29 0,-1 0-29 0,3 0-84 0,-1 1-3 0,1-1-29 0,1 0-5 16,-1 0-10-16,3 0-3 0,0 1-111 0,-1-1-74 0,1-2 13 15,0 0-91-15</inkml:trace>
  <inkml:trace contextRef="#ctx0" brushRef="#br0" timeOffset="-177526.25">22118 6568 256 0,'0'-10'39'0,"-1"3"496"0,1 5-55 0,1 0-387 0,3 1-93 0,0 1-1 0,2 1-3 0,3 1-2 0,2 0-2 0,3 3 8 0,3-1 1 0,0 2 4 0,4-2 6 16,-1 1 0-16,3 4-2 0,4 3-10 0,3 6 10 0,2 2-10 16,3 2 14-16,0 0-6 0,2 3-4 0,0 2 0 0,1 2 3 15,-2 4 1 1,-3 1 13-16,1 3-6 0,3 3-6 0,5 0-10 0,7 0 5 15,-3-2-4-15,-3-2 7 0,-4-2 0 0,-4 0-5 0,-4 0-5 0,-6 1 4 0,-4-2-3 0,-7 2 12 0,-6 0-5 0,-3 1-4 16,-5 1-23 0,-6 1 12-16,-6-3-13 0,-5 1-15 0,-6-4-27 0,-4-1-25 0,-7 1-116 15,-6 1-112-15,0 4 5 0</inkml:trace>
  <inkml:trace contextRef="#ctx0" brushRef="#br0" timeOffset="-176385.59">19024 7889 719 0,'-10'-3'-40'0,"4"0"64"0,3 3-7 0,0 2-12 0,3 3-4 0,1 0-6 0,3 0 5 0,0 3 0 0,2-1 5 0,0-1 1 0,1 2-13 0,2 1 32 0,2 0-27 15,1 0 19-15,-1 1-4 0,1 0-15 0,3-1-14 16,0-1 19-16,-4-1-12 0,0 1 26 0,0-2 1 0,2 0-16 0,7 1-21 0,0-4 12 0,-1-1-19 16,-1 1-11-1,-2-1-19-15,0 1-16 0,-1 2-27 0,-1-2-34 0,0-1 10 0</inkml:trace>
  <inkml:trace contextRef="#ctx0" brushRef="#br0" timeOffset="-176148.1">19537 7719 1270 0,'-11'-4'-241'0,"-1"4"397"0,1 2-52 0,0 4-97 0,0 3-13 0,2 2 10 16,0 2-9-16,0 2 12 0,1 3-2 0,-1 1-5 0,0 2-10 15,0 3 17-15,0 0-10 0,2 2 20 0,-1 0-1 0,2 3-15 0,-1 2-18 16,1-3 24-16,3 1-21 0,0 1 28 0,0-1-8 0,2 2-11 16,1-1-4-16,0-1 1 0,1 2-1 0,2-1-18 0,0 2-7 15,0 0-16-15,2 2-58 0,0-2-11 0,0-3-11 0,-1 1-42 16,0-5-22-16,-1 0-10 0</inkml:trace>
  <inkml:trace contextRef="#ctx0" brushRef="#br0" timeOffset="-175369.55">19290 8076 652 0,'4'-1'68'0,"1"-2"-65"0,-1 3 12 0,2 3-34 0,1 2 33 0,-1 0-6 0,1 1-11 0,2 1-10 0,0-2 19 0,0 1-7 0,3-3 45 0,1 1-6 0,1-1-11 0,3-1-27 15,1 0 22-15,1 2-22 0,1 1 24 0,1 2-11 0,-1-2-13 16,1 1 1-16,3-1-5 0,-1-3 7 0,1 0 2 0,-6-1 0 0,0 1-2 16,1 0-16-16,2 0 19 0,4 0-17 0,0-1 25 0,-2 1-5 15,-1-2-7-15,0 0-33 0,1 0 2 0,-1 1-10 0,-1 0-28 16,0 0-30-16,-3 3-35 0,0 0-58 0,-2-1 104 16</inkml:trace>
  <inkml:trace contextRef="#ctx0" brushRef="#br0" timeOffset="-175104.91">20844 8039 1090 0,'0'5'191'0,"-2"-3"-197"0,-1 5-3 0,1 4-8 0,-2 9 3 0,0 0 9 0,-1 4 14 0,-2-1-3 15,0 0-4-15,-2-3-23 0,1 0 22 0,-1-1-18 16,0 1 9-16,-1 0-20 16,1 2-25-16,-2 1-25 0,1-1-28 0,0-2 12 15,0-1-98-15,0-1-6 0,0 0-22 0</inkml:trace>
  <inkml:trace contextRef="#ctx0" brushRef="#br0" timeOffset="-174815.92">21089 7408 1381 0,'0'-9'-8'0,"-4"2"15"0,3 6-8 16,1 1-3-16,5 4-15 0,2 0 17 0,1 2-7 0,-1-1 43 16,2 2 3-16,2-1-9 0,6 0-20 0,8 3 14 0,3 2-19 15,1 0 7-15,0-1-4 0,3-1-4 0,3 2-13 0,1-3 11 0,0 3-9 16,1-1 18-16,-4 0-10 0,-1-1-12 0,1-4-46 0,-1-1 11 15,-6-1-18-15,-2 1-13 0,-1-2-8 0,0 1-17 0,4-2-132 0,0-1-16 16,-4-1-40-16</inkml:trace>
  <inkml:trace contextRef="#ctx0" brushRef="#br0" timeOffset="-174612.81">21685 7232 1010 0,'-16'4'52'0,"1"2"-31"0,-1 5 82 0,1 4-15 16,3 2-6-16,0 4-28 0,5 8 17 0,-1 3-19 0,-2 3 22 16,0 1-5-16,-6 0-3 0,3 3-44 0,1-4 11 0,3 3-19 15,4 0 7-15,0-3-7 0,4 0-9 0,1 0-7 0,2 1 4 0,4 2-4 16,2 2 2-16,0-3 0 0,3 1-3 0,1 0-48 0,4 0-6 16,0-2-15-16,-1 1-76 0,-4-3-7 0,-1-3-29 0,3 1-249 15,8 0 288-15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44:44.48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3205 7079 256 0,'0'-3'-6'0,"0"2"-72"0,0-1 54 0,1 2 9 0,1 0 30 0,-1 0 34 0,2 2-34 0,0 0 53 16,-2 1-9-16,1 1-16 0,1 0 11 0,-2 1 4 0,0-2-5 0,-1 5 12 16,0-1-7-16,-1 0-9 0,-2 4-12 15,2-3 9-15,0 3-16 0,-1 0 3 0,-1 1-2 0,-1 1-7 0,1 2-4 16,-2 0 2-16,1 1-5 0,-1 3 1 0,1 0-4 0,-1 2-6 0,2 5-8 15,0 0 11-15,-1 1-12 0,1 4 7 0,1-4-4 16,-1-1-3-16,2 4-9 16,0-5 9-16,0 1-7 0,-1-3 19 0,2-2 0 0,-1-2-8 0,0 1-21 15,-1-1 31-15,2-1-28 0,0 0 30 0,0-4-3 0,0 0-13 16,2-1-2-16,0 0-2 0,1-1 4 0,1-2 10 0,0 0 2 16,1 2-1-16,1-1-26 0,1 1 28 0,0-1-25 0,1 1 29 15,-2-3 1-15,2-2-15 0,1 1-22 0,-1 0 25 0,-5-2-20 0,2 1 40 0,-2-2-9 0,2 1-12 0,4 0-7 16,0 1 2-16,1 1-2 0,0 0 5 15,1 0-3-15,0-3-1 0,3 0-6 0,-2 1 9 0,1-3-2 0,0 1 12 0,-1-1-1 16,2-1-10-16,0 0-3 0,2 1 8 0,3 1-7 0,2-1 7 16,0-1-6-16,2-2-2 0,4 0-9 0,1-2 12 0,2 1-4 15,-1-5 26-15,-3 3-2 0,2-1-11 16,0 1-18-16,-5 1 18 0,1 0-18 0,-2 1 23 0,3-1-1 0,4-1-3 0,3-1-9 0,-1-1 5 16,1 2-3-16,1 0 10 15,2-1 0-15,1 2-8 0,5-1-4 0,-2-2 10 0,-1 1-10 0,1-3 5 0,-9 0-5 0,0 0-3 0,4 1 7 16,-2-1-6-16,5 4 8 0,0-3-5 0,-1 0 0 0,2 0-1 15,6-1-7-15,2 0 15 0,-1 1-13 0,1 1 9 0,-4 1 0 16,-5 1-6-16,4 3-18 0,1 0 19 0,-1 1-12 0,10 1 27 0,-1 0 2 16,3-2-13-16,6 0-14 0,-2 2 18 0,-5 0-17 0,-10-1 12 15,-2 1 0-15,-3 1-4 0,2-2-15 0,1-1 17 0,1 2-10 16,-3-2 30 0,-1 0-8-16,0 0-13 0,-1 0-11 0,-2 0 12 0,-4 0-9 0,-3 0 20 0,-4 0-5 0,-1 0-6 0,-2 0 1 0,-6 0-6 15,-4 0 6-15,-3 0 1 16,-1 0-2-16,3-2 1 0,-1 1-3 0,-1 0 6 0,-3-2-5 0,1 1 11 15,-3-1 2-15,0 0-1 0,-2 0-3 16,1-2 1-16,-1-1 0 0,-1 0 6 0,0-2 0 0,-2 2-5 0,-1-3-20 0,1-1 26 0,1-1-23 0,-1-1 29 0,2-1-8 16,1-3-14-16,0 0-7 0,0-3 7 0,3-1-2 0,0-4 15 31,0 1-1-31,3-3-8 0,1 2-13 0,-1 0 12 0,2-2-12 0,1 1 13 0,-1-4 1 0,1 3-5 0,-1-1-4 0,0 2 2 0,0 1-3 31,0 1 5-31,-2 2 2 0,2 1-3 0,0 1-17 0,-1 1-19 16,-1 0-5-16,1 0-108 0,1-1-50 0,1-3-28 0</inkml:trace>
  <inkml:trace contextRef="#ctx0" brushRef="#br0" timeOffset="29099.74">15344 3356 217 0,'-5'-2'-17'0,"2"1"18"0,0 1-32 0,0-1 91 0,2 1 45 0,0 0-25 0,0 0 31 0,1-1-16 0,0 1-23 0,0 0-27 0,0 0 23 0,0 0-33 15,0 0 25-15,0 0-7 0,0 0-10 0,0 0-26 16,0 0 18-16,0-2-22 0,0 2 41 15,0-1-3-15,0 1-14 0,0 0-26 0,0-1 33 0,0 1-36 0,0 0 35 0,0 0-12 16,0 0-20 0,0 0-14-16,0 0 8 0,1 0-8 0,0 2 16 0,-1 1 1 0,1 1-7 0,-1 1-4 0,1 1 1 0,1 1-4 15,-1 2 2-15,-1-1 1 16,1 3 4-16,0 0-4 0,-1-1-3 0,1 1 3 0,-1 2 7 0,0-1-3 0,1 1 1 0,0 2-12 16,2 1 10-16,-2 1-9 0,0-1 15 0,0 0-6 0,0-2-6 31,0-2 2-31,1 1-8 0,1 0 8 0,-1 0 6 0,1 2-4 15,1-3 2-15,-1 2-9 0,0-1 3 0,0-4-2 0,0 2 8 0,0-1-4 16,1 1-2-16,-1 0-4 0,2 1 0 0,-2 0 3 0,0 2 8 16,1-3-2-16,-1-1-1 0,-1-1-10 0,2-1 12 0,0-3-10 15,0 0 13-15,-2 1-4 0,1-2-7 0,-1 0-11 0,1-2 13 16,-1 0-7-16,0-1 24 0,0 0-4 0,0 1-8 0,0-2-7 0,-1 0 5 16,0 0-4-16,-1-2 12 0,0 1 1 0,0-2 0 0,0 0-18 15,0-2 7-15,-1-1-7 0,-1 0 21 0,-1 0-5 0,1-1-5 0,0 0-7 16,0 0 6-16,1-2-5 0,-2 1 4 0,2 0 2 0,0 0-3 15,1-2-18-15,-1 1 16 0,0-3-15 0,0 1 28 0,0-1-1 16,1 2-8-16,-2-2-16 0,1-1 19 0,0 2-16 0,0-1 22 16,0 1 0-16,0-2-9 0,1-2-26 0,-1-1 23 0,1 0-20 0,0-1 38 15,1 2-7-15,0-2-13 0,1 0-1 0,2 0 4 0,0-1-2 16,2 2 0-16,0 1-2 0,2 0-3 0,-1-1-10 0,1 1 13 16,0-1-8-16,0 1 27 0,-1 2-5 0,1-1-9 0,0 1-5 0,0-1 2 15,-1 1-3-15,2-1 3 0,-1 2 3 0,-2 0 0 0,2-1-20 16,-1 0 16-16,1 3-14 0,0 0 27 0,0 1-4 15,-2 1-8-15,1 1-21 0,1-1 25 0,1 2-18 0,0-1 32 0,0 3-7 16,0 1-13-16,-1 1-5 0,-4 0 7 0,1-2-1 0,-1 1 16 0,0-1-3 16,4 2-7-16,4 1-14 0,-2 1 15 0,1 0-14 15,1 0 15-15,0 1-3 0,0 0-7 0,-1 3 1 0,-1-1 3 0,-1 0 1 16,0 3 7-16,-1 0-2 0,-2-4-7 0,-1 1-12 0,0 1 21 0,-1-2-16 16,-1 7 21-16,-1 0 4 0,0 2-10 0,-1-2-14 0,-1 2 14 15,0 2-17-15,0-2-23 0,0 0-11 0,-1-1-26 0,1 1-78 16,-1 1-38-16,1-2-22 0,3-1-12 0</inkml:trace>
  <inkml:trace contextRef="#ctx0" brushRef="#br0" timeOffset="31568.05">16567 3013 401 0,'-6'-8'-44'0,"3"5"139"0,-1-1 4 0,2 2 10 0,1 1-39 0,0-1 24 0,0 2-39 0,1 0 18 0,0 0-22 0,1 3-33 0,1 3 15 0,0 3 19 16,2 1-11-16,1 8 12 0,1 3-16 0,0 5-24 0,-2 9-13 15,1-4 11-15,-1 1-11 0,1 1 15 0,0-3-2 0,1 1-9 16,-2-1-16-16,1-2 24 0,-2 1-23 0,0 1 33 0,0-4-9 16,0-2-13-16,0 2-2 0,1-3 6 15,-2-3-2-15,0 0 3 0,1-4-19 0,-5-2-19 0,-1 2-49 16,0-5 10-16,-1-1-10 0,4-1-13 0,-1-3-29 0,1-3-10 0</inkml:trace>
  <inkml:trace contextRef="#ctx0" brushRef="#br0" timeOffset="31978.16">16507 3030 404 0,'6'-15'113'0,"-2"1"91"0,3 1-146 16,4-1 90-16,0 3-26 0,3-2-38 0,3 1-38 0,0 3 18 15,-1 0-32-15,2 0 7 0,-6 3-13 0,-2 1-14 0,2 1-14 16,-1 1 7-16,5 3-6 0,0 0 16 0,-2 0-4 15,-2 3-9-15,-2 2-7 0,-4-1 9 0,0 2-8 0,-3 2 8 16,0 4 0-16,-3 2-5 0,-1 5-7 0,-3 0 15 0,0 2-11 16,-4 0 28-16,-1 0-7 0,-2 1-12 15,-4 2-13-15,0-2 16 0,2-1-15 0,1-1 19 0,0-6-2 0,5-1-10 0,-1-3-17 16,4 0 17-16,2-1-16 0,2 0 29 0,1-3-1 0,1 1-12 16,3 0-9-16,-1 0 17 0,3-1-16 0,0 1 31 0,0 0-4 15,2 2-1-15,2 1-9 0,0 3 4 0,3 1-3 16,-2-2 6-16,-1-2 8 0,0 0-1 0,2 2-20 15,-2-1 22-15,0 0-24 0,2 1 18 0,-2-3-1 0,2-1-7 0,5-3 24 16,2-1-12-16,3-1 14 0,4 0-5 0,-1-3-1 0,1 2 3 16,0-2-26-16,-1 0 14 0,0 0-16 0,-1 1 10 0,-1 0 1 0,-4 1-5 0,-1-1-25 15,-10 0 23-15,-2 0-21 0,-3 1 29 0,-3 0 0 0,5 1-14 0,-2-1-7 16,0 4 11-16,-1-3-14 0,0 5-12 0,-1-2-9 0,0 2-16 16,-1 1-56-16,0-1-14 0,0 1-11 0,0-2-122 0,-1 1-84 15,3-1-65-15</inkml:trace>
  <inkml:trace contextRef="#ctx0" brushRef="#br0" timeOffset="57660.56">24751 2416 256 0,'-1'2'6'0,"1"-2"111"0,0 0-29 0,0 0 19 0,0 0-62 0,1 0 12 0,0 0-18 0,1 0 30 0,0 3-12 0,-1 0-22 0,1-1 5 16,-1-1 14-16,-1 1-15 0,1 0 4 0,0 1 4 0,-1-1-6 0,1-2-16 15,-1 2 11-15,0-1-19 0,1 0 26 0,-1 1-3 0,1-2-8 0,2 1-13 16,-2-1 28-16,2 0-28 16,0-1 32-16,1 1-22 0,1-2-20 0,1-2-6 0,2 2 9 0,0-3-3 0,1 0 10 15,-1-1-5-15,-1-1-12 0,2-1-2 0,-1-1 9 16,0 0-9-16,1-2 11 0,-2 0-6 15,0 1-4-15,-1-4-6 0,-1 3 2 0,0-2 0 0,-1 0 8 0,0 1 4 0,-1 0-6 0,-1-2-4 16,-1 1 9-16,0 0-9 0,0 1 5 0,-1 0 3 0,0 1-2 0,-1 0-22 16,0-2 20-16,0 2-17 0,0-5 30 0,1 2-6 0,0 0-11 15,0-1-2-15,0 1 5 0,0 1-3 0,0 3 1 0,1-1-1 16,0 4-2-16,0-2-3 0,1 1-4 0,-1 2 5 0,0-1 5 31,1 1 0-31,-2 3-1 0,1-1-5 0,-1 3 12 0,0 0-8 0,0 0 6 16,0 1-3-16,0 0-6 0,0 1-6 0,-1 3 0 0,-1 0 2 15,1 1 11-15,1 2 1 0,-1 2-1 0,0 2-19 0,1-1 22 16,0 3-18-16,0-1 27 0,0 4-7 0,1 2-8 0,1 1 0 16,2 0-4-16,-1 0 5 0,3 0 3 0,-1-4 1 0,1-4 0 0,2 1-3 15,0-3 4-15,0 1-5 0,1-1 4 0,1-2 0 0,0 1-2 0,2-1-12 16,-1 0 10-16,3-3-9 0,-2-1 21 0,1-3 1 16,-1-3-7-16,-5-1-21 0,-1 0 20 0,2 1-17 0,-1-1 24 0,4 0-3 15,2-1-8-15,-1-3-1 0,0 0 1 0,0-1-1 0,-1 0 4 16,-2 0 2-16,-3 2 0 0,1-3-7 0,0 1 7 0,-1-3-6 15,-1-3 5-15,1 3-5 0,-3-4-6 0,-1-2 7 0,1 0-4 16,-2 0 7-16,-1 2 0 0,0 2-1 0,0-2-2 0,0 0-12 0,-1 0 14 16,0-2-11-16,-1 2 15 0,1 1-2 0,0 3-6 0,1 1 2 15,-1 2-1-15,1 1 3 0,0-1-1 0,1 6 0 0,-1-3-2 0,0 4-21 16,1-1 26-16,-1 2-20 0,0 0 32 0,1 1-9 0,-1 0-12 16,0 1-8-16,2 3 11 0,-1 0-6 0,1 3 26 0,-1 2-2 15,2 0-7-15,0 2 0 0,1 0 4 0,0 2-4 0,0-2 0 16,2 3-4-16,-1 1-3 0,3 1-18 0,0-2 14 0,1 0-11 15,1-2 29-15,0-1-3 0,1 2-8 0,1 3-5 0,-1 0 3 16,-1 1-4-16,-1-1-6 0,-1 1-28 0,-1-2-9 0,0-3-187 16,1 0-164-16,3 5-5 0</inkml:trace>
  <inkml:trace contextRef="#ctx0" brushRef="#br0" timeOffset="66359.73">25509 3115 216 0,'-3'1'11'0,"1"-1"-24"0,0 2 71 0,0-1 48 0,-1-1-27 0,1 1 30 0,0 2-21 0,-1-3-29 0,0 3-20 0,0 1 3 15,0 0-10-15,-1 3 0 0,1-1-5 0,1 3-12 0,-2 2-13 16,2 0 12-16,-1-1-14 0,-1 4 12 0,0 0-5 0,-1 7-5 0,0 2-15 15,-1 0 19-15,-2-2-15 0,0 5 39 0,0-5-9 0,-1 3-19 0,-1-1-11 16,1 1 16-16,-1-2-15 0,0 4 16 0,2-5-2 16,0 2-5-16,-1 3-5 0,2-4-1 0,-1 0 1 15,0 1 16-15,2-6 0 0,1 1-7 0,-1 0-19 0,2-7 21 0,0-2-21 16,1-2 26 0,1-2-3-16,-1 4-9 0,1-2-15 0,1-1-1 0,-1-2-6 0,-1 1-34 0,2-1-33 0,-1-2-25 0,0 1-104 15,1-3 120 1</inkml:trace>
  <inkml:trace contextRef="#ctx0" brushRef="#br0" timeOffset="66614.63">25209 3333 557 0,'-4'-7'-86'15,"3"5"208"-15,1 0-7 0,-1 0-15 0,1 2-34 16,0 0 16-16,1 0-36 0,0 0 7 0,3 1-10 0,-2 2-8 0,3-1-31 16,0 5 9-16,1-1-13 0,1 3 24 0,0-1-7 15,2-2-11-15,1 4-11 0,3-1 13 0,-1 0-12 0,4 3 13 16,-2-3-2-16,1 0-7 0,2 1-11 0,-2-2 13 0,-1 1-11 16,2-1 21-16,-2 1 0 0,1 0-11 0,1 2-21 15,-2-2 14-15,0 1-19 0,2 0-1 0,-4 0-15 0,-1-1-10 16,3 2-83-16,-3-2-33 0,1-2 13 0,1 2 23 0</inkml:trace>
  <inkml:trace contextRef="#ctx0" brushRef="#br0" timeOffset="67440.63">25049 3056 83 0,'-4'0'55'0,"1"0"51"0,-2 0-65 0,1 0 55 0,-1 0-13 0,2 1-24 0,-1-1-2 0,2 0-1 0,0 0-8 0,1 0 16 0,1 0-19 15,0 0 3-15,1-1-33 0,2-2-6 0,1 1-16 0,2-1 44 16,1 0-7-16,1-1-14 0,2 0-10 15,-4-1 12-15,-1 2-11 0,3-1 20 0,0 0-6 0,4 2-12 0,4-2-27 16,0 0 24-16,1-2-23 0,2-1 41 0,-3 2-11 0,1-2-13 0,0 0-6 16,0 3 3-16,-1 1-1 0,3 0 16 0,-1 0 1 15,1 2-8-15,1-1-9 0,-2-1 9 0,-2 0-12 0,-2 2 7 16,-2 0-1-16,-2 1-4 0,-1-1-5 0,-3 1 10 0,-1 0-3 16,-2 0 20-16,-2 0-3 0,-1 0-9 0,0 0-14 0,0 0 16 15,-2 0-11-15,0 1 25 0,-1 0-11 0,-1-1-14 0,-1 1-13 16,-1-1 22-16,0 2-13 0,-1 0 25 0,0 0-4 0,-1 0-17 0,-2 1-6 15,-3-1 12-15,0 2-8 0,-3-1 12 0,-1 2 2 0,1-3-5 0,-2 3-17 16,2 1 15-16,0-4-12 0,0 3 24 0,2-2 2 0,-2 1-11 16,-1-2 3-16,-1-2 16 0,1 0-12 0,2 0 14 0,2 2-10 15,2-2-12-15,1 2-2 16,1 2-3-16,0-2 3 0,6 2 4 0,-1 0-4 0,1-1-1 16,1 1-12-16,-5-1 15 0,0 0-11 0,2 1 23 0,1-2-4 0,2 1-9 0,0-1-11 0,2 0 7 0,0 0-6 15,0-2 14-15,2 2 0 0,0-2-6 0,2 0-18 0,0-2 26 16,2 0-23-16,-1-2 32 0,1 1-3 0,2-2-13 0,-5 0 0 15,1-1-4-15,1 2 3 0,2-1 2 0,4 2 3 0,0-1 0 0,4 1-13 16,0 1 15-16,-1 0-15 0,2-2 15 0,-3 3-3 0,0-1-4 16,0 0 0-16,0-1-11 0,0 2 7 15,1 0-15-15,0-2-7 0,3 0 1 0,4 0-108 16,2 1-8-16,-1 0-28 0,1-2 56 0</inkml:trace>
  <inkml:trace contextRef="#ctx0" brushRef="#br0" timeOffset="69981.69">26030 2178 217 0,'-6'1'-27'0,"4"0"22"0,1-1-42 0,-2 0 74 0,3 0 68 0,0 0-44 0,0 0 40 0,0 0-30 0,0 0-35 0,2 0-28 0,-1 0 12 0,1-1-11 0,1 0 36 0,0-2-9 0,-1 2-16 0,1-2-23 0,-1 1 31 16,2-1-30-16,-1-1 32 15,1 2-5-15,-1-3-13 0,0 2-6 0,1-2 6 0,-1 3-3 0,-3-2 23 0,-1-1-1 16,1 1-11-16,0-1-17 0,2-1 29 0,1 1-28 0,2-4 39 16,-1 3-9-16,1 0-10 0,-1-2-17 0,1-1 3 0,1 1-4 15,-2-1 22-15,2 2-2 16,-2-2-9-16,2-2-15 0,-2 0 20 0,1-3-20 0,-1 2 17 16,1 1-2-16,-1 1-6 0,1-1-10 0,-1 1 9 0,1 0-6 0,-3 0 19 0,0 1-1 0,0-2-11 0,-2 1-18 15,0 1 26-15,0 0-20 16,-3-1 32-16,1 1-8 0,-2 1-12 0,0-2 6 0,1 1-9 0,-1-1 9 0,1 1 1 15,0 1 14-15,1 1 8 0,0-1-35 0,0 1 35 0,1 2-37 0,0 0 36 16,0 3-5-16,-1 0-11 0,2 2-21 0,-1-1 12 0,1 1-9 16,0 0 24-16,0 1-4 0,0 1-10 0,0 1-19 0,0 4 18 15,0 1-15-15,0-1 25 0,0 2-7 16,0 0-7-16,0 1 5 0,1 3-6 0,1 0 8 0,-1-1-1 0,1 0 1 0,0 0 0 0,2-1-9 16,0 0 6-16,0 0-7 0,3 2 9 0,0-3-3 0,-1 0-1 0,0 2-4 15,0-2 7-15,1 0-1 0,-1-2 17 0,2 0-2 0,1 0-10 16,0-3-15-16,0 0 11 0,0 0-11 0,0-3 12 0,1 1-3 15,2-2-3-15,1-1-5 0,2 0 8 0,-1-2-2 0,0 0 21 16,-2-1-3-16,-1-3-14 0,2 0-15 0,-1 0 22 0,-1-2-19 0,-1-1 22 16,-2 1-4-1,-1-1-8-15,-1-1-10 0,-2 0 9 0,0-2-5 0,0 1 21 0,-2-1-5 16,0 0-8-16,2-3-10 0,-2 0 10 0,0-2-8 0,0 0 11 16,1-4-4-16,-2 1-5 0,1-5-5 0,0 3 1 0,2 3 2 0,-1 3 17 15,-1 5-6-15,1 2-5 0,-2 2-8 0,0 3 5 0,-1 0-4 0,0 1 10 0,0 3-1 0,-1-1-1 0,0 1 2 31,-1 0 6-31,0 0-2 0,0 1 7 0,1 3-1 0,-1 0-7 0,-1 1-12 16,2 2 15-16,0 0-14 0,1 4 17 0,0-2-1 0,0 1-4 0,2 1 1 16,2 3 11-16,-1-1-6 0,2 3 15 0,0-2-7 15,2 1-10-15,0 0-15 0,0 3 4 0,0-2-4 0,1-2 11 0,0 0-6 0,2-1-4 0,0 1-2 16,1-1 2-16,1-3-1 0,-3 1 5 0,-5 1-7 0,1 1-10 0,-1-2-73 16,1 2 0-16,2-2-26 0,1 0-105 0,0-4-33 0,1-1-51 15</inkml:trace>
  <inkml:trace contextRef="#ctx0" brushRef="#br0" timeOffset="70440.35">26080 1588 86 0,'-1'1'55'0,"-1"-1"25"0,0 0 34 0,0-1-14 0,0 1-27 0,2-3-26 0,0 0 21 0,0 0-32 0,0-1 6 0,1-3-4 0,2 2-12 0,0-1-11 0,0-2 8 0,1 1-13 0,0-2 15 0,0-2-2 16,1 2-6-16,1-3-5 0,-2 0 18 0,2 1-18 0,0-4 23 16,-1 3-4-16,1 0-11 0,-1-1 2 0,0 2-6 0,-2-1 2 15,2-2-1-15,-2 3-1 0,-1-1 0 0,2-2-13 16,-2 3 10-16,0 0-13 0,0 1 4 0,1 2 2 0,-2 1 0 0,1 3-1 15,-1 0 13-15,0 1-10 0,0 3 21 0,1 0-9 16,-1 2-12-16,0 2-8 0,2 1 13 0,-1 2-10 0,2 1 18 0,-1 2-5 16,2 1-7-16,-1 0-5 0,2 3-3 0,-3 0 3 0,2 2 10 15,-1-1 0-15,2 0-1 0,-1-1-24 0,3 2 17 0,2-2-18 16,2 0-12-16,2-3-50 0,2 2-41 0,3-1-303 0,8 1 268 16</inkml:trace>
  <inkml:trace contextRef="#ctx0" brushRef="#br0" timeOffset="83663.7">14945 4420 256 0,'-19'-6'-5'0,"10"6"-45"0,1 0 32 0,0 3 8 0,2 1 32 0,0 0 4 0,0-1 1 0,2 0 17 0,2 0-6 0,1-1-4 0,1-1-30 0,0 2 29 0,2 0-27 0,0-1 25 15,3-1-4-15,-1 2-11 0,1 0 1 0,1 0-2 0,2 0 2 16,0 1 0-16,1 0 0 0,0-2-3 0,2 2-31 0,2-1 28 0,0-1-27 16,2 2 37-16,-1-1-7 0,2-3-12 0,-1 2 7 0,1-1-11 15,1-1 12-15,1 0-4 0,0 0 0 0,1 0 3 0,1-1-19 16,-4-1 25-16,1 0-20 0,3-2 28 0,2 2-8 0,6-1-14 0,2-1 10 16,1 1 3-16,4-1 5 0,3-1 15 0,3 0-3 0,1-1-5 15,2 0-11-15,-3-2 19 0,-3 1-16 0,-2-1 26 0,-7-2-8 16,4-1-10-16,5 0 6 0,4-1 2 0,11 0 3 0,6-2 1 15,0-1-5-15,2 3-11 0,1-1-12 0,-5-1 5 0,-3 1-7 0,-2-2 6 16,2-2-6-16,7 0-2 0,5-1-7 0,3 0 2 0,-3-1 1 16,-5-1 8-16,-6 1 2 0,-1-3-4 0,6-4-11 0,9-1 12 15,5-3-12-15,3-2 9 0,-5-2-4 0,-6 1-5 0,5-2 5 16,4 1-2-16,6 2 6 0,7 0 3 0,-6 1-5 0,-8-3-2 0,-3-4-2 16,-5 0 3-16,2-4-2 0,2 0 2 0,-4-1-2 0,-4-2-4 15,-7 2 4-15,-7 2-3 0,-8 3 4 0,-3 0-2 0,-7 3 1 16,-3-5 0-16,-1-4-22 0,-9 0 23 0,-4-2-20 0,-7 1 22 15,-6 2-8-15,-4-1-14 0,-6 4-21 0,-4 3 9 0,-9 4-5 0,-5 3 28 16,-4 1-1-16,-7-2-6 0,1-1-11 0,-4-1 21 0,-7-1-17 16,-5 4 22-16,-6-1-1 0,-2-1-7 0,-4 0-2 0,1-1 8 15,1 1-3-15,-4 2 15 0,1 6-3 0,-6 2-8 0,-9 3-19 0,0 1 26 16,2 1-20-16,3 1 25 0,-2 0 1 0,-1 3-13 16,-6 2 0-16,-5 1 5 0,2 3-4 0,2 1 7 0,-1 2 0 0,-1 4-4 0,-9 3-17 15,-1 3 21-15,1 3-18 0,-5 4 24 0,3 2-8 0,-6 7-11 16,-4 4-12-16,-1 6 17 0,-2 7-8 0,-3 10 22 0,2 6-1 15,4 5-14-15,-5 5-16 0,1 1 24 0,0 0-20 16,0 7 28-16,11 3-6 0,3 4-9 0,1 10-11 0,3-4 5 0,9 0-1 0,8 2 20 16,9-2-2-16,5 2-9 0,3 0-2 0,7-4 8 0,8-5-8 15,10 0 0-15,10-2 1 0,7-3 0 0,7-1-10 0,9-7 9 16,6-5-6-16,9-2 20 0,7-1-6 0,6-1-8 0,9 0-16 16,8-4 20-16,8-7-14 0,7-5 28 0,2-5-4 15,4-4-14-15,-2-4 0 0,4-2 1 0,6-7 1 0,6-3 5 0,7-4 0 0,4-1-5 16,5-4-15-16,-5-2 27 0,4-1-24 0,7-2 26 15,-1-2-5-15,0 0-12 0,2-3-8 0,-1-1 7 0,3 0-2 16,3-2 17-16,-7 2 1 0,-5-2-8 0,1-3-51 0,5 0 20 0,0-2-32 0,-3 1-23 16,-11 0-30-16,-5-2-32 0,4-2-53 0,2 0 99 0</inkml:trace>
  <inkml:trace contextRef="#ctx0" brushRef="#br0" timeOffset="125573.9">24434 8209 276 0,'-2'-6'25'0,"1"3"17"0,0-1-28 0,-1 3-5 0,2-2-3 0,0 3 2 0,-1-1 2 0,1-1 1 0,0-1 9 0,1 0 8 15,-1 1-4-15,2-2 5 0,-1 1-10 0,0 0-6 0,0-1-8 16,0 1 9-16,-1 1-4 0,1-2 12 0,-1 1 1 0,0 1-8 0,-1-2-14 15,-1 3 19-15,0-1-20 0,-1 0 21 0,0 0-10 0,-2 0-5 16,0 1-6-16,-1 1-5 0,-2-2 6 0,0 2 6 0,-1 0-2 16,-2 0-6-16,-3 0-15 0,-2 0 19 0,-1 0-16 0,-2 2 22 15,0-2-4-15,0 2-6 0,-4-1 1 0,0 2-8 0,-3-3 8 16,-2 0 1-16,1 0 1 0,0-1 0 0,4-2-5 0,-1 1 7 0,-1-4-7 16,-3 1 9-16,-3 0-4 0,-1-1-1 0,-2-1-15 0,1-2 12 15,-2 3-5-15,0-2 30 0,0 2-2 0,-1-2-13 0,-3-1-16 16,-1-1 16-16,0 0-14 0,3 0 20 0,2 5-1 0,-2-2-4 0,-3 1-20 15,-5 1 20-15,1-4-13 0,2-2 32 0,1 2-4 0,1-1-16 16,-4 1-17-16,-1-1 22 0,2 1-17 0,3-1 25 0,2 0-5 16,0 1-13-16,-3-2-5 0,-4 0 4 0,3 1-2 0,0 1 10 0,0 0-4 15,1 1-5-15,-6 2-23 0,1 0 25 0,0 0-20 0,4 1 34 16,3-1-6-16,-3 0-12 0,-2 1-18 0,-3 0 16 0,0 1-12 16,1 0 20-16,-1 1 2 0,-2 1-12 0,-2 0-18 15,4 1 27-15,-1-1-23 0,-1 2 29 0,0 0-8 0,-5 0-10 0,-2 3 9 0,-1 1-8 16,-2-2 12-16,1 3 2 0,1 0-3 15,1 1-2-15,1 0-8 0,-1 2 11 0,0-1-11 0,-2 4 8 16,1 0-1-16,-2 2-4 0,3 2-9 0,1-1 11 0,1 2-7 0,1 0 20 16,2-2-4-16,-3 3-8 0,1 4-6 0,1 0 12 0,-1-1-9 0,3 0 13 15,2-1-5-15,4 0-6 0,0 3-11 0,1-1 9 0,1-2-3 0,-2 0 23 16,6-1 0-16,1 1-13 0,2 0-12 0,3 2 23 0,3-1-20 16,2 1 24-16,4 1-6 0,1-2-11 0,4 1-15 0,3-2 20 0,3 1-12 15,3 1 20-15,3 1 3 0,0-1-18 0,3 4-7 0,1-4 15 16,0 0-15-16,4-1 10 0,0-2-3 0,3 1-4 0,2 1 1 15,1-1-3-15,3-1 6 0,3-2 3 0,1 0 1 0,5-3-3 0,-1-1-1 16,2 1 4-16,0-1-5 0,2-1-3 0,1-1 0 0,3 1 3 16,4-1-17-16,2 1 16 0,3-2-10 0,3 2 35 0,-1 0-5 15,2 1-13-15,-3-1-12 0,2 0 16 0,3-3-14 0,3 1 23 0,5-2-5 16,3-2-3-16,2 3-10 0,5-5 1 0,0 3 1 0,0-1 17 16,-6-1-7-16,1-3-5 0,2 0-12 15,5-1 11-15,8-1-7 0,-1 0 8 0,0-3-3 0,-1-1-6 16,2-3-10-16,-1 2 15 0,3-2-8 0,3-1 19 0,2 0-5 15,72-12-21-15,-147 20 38 0,143-22-50 0,-69 9 39 0,1 2-6 16,-3 1-7-16,2-2-1 0,-3 2-1 0,-1-1 2 0,-2-2 1 16,0 3 3-16,0-4-3 0,74-8-2 0,-142 22-11 0,130-24 15 15,-71 10-5-15,1 1 1 0,4-2-9 0,0 2 5 0,-2 0-2 16,-1-1 15-16,-11 1-4 0,1 5-6 0,0-2-6 0,0-1 10 0,3 0-8 16,-2-4 10-16,-3 1-2 0,0-1-4 0,1 0-6 0,-9-1 1 15,-1 1 1-15,-1 1 14 0,-1 0-3 0,3 2-5 0,1 0-9 0,-3-1 9 16,-4 4-8-16,0-3 12 0,-3 3-4 0,-1 1 0 0,3 0-15 0,0 0 13 15,0 0-8-15,-7 0 22 0,-2 2-3 0,2-2-12 0,3 0-21 16,3 0 28-16,-4 0-22 0,-4-1 34 0,-3 2-9 0,-3-1-15 0,0 0 6 16,-2 0-9-16,-3 0 9 0,-2 0-16 0,-4 1 5 0,-4-1-3 15,0-1-52-15,-3-4 21 0,0 0-36 0,-2-3-59 0,-1-1-21 16,0 4-40-16</inkml:trace>
  <inkml:trace contextRef="#ctx0" brushRef="#br0" timeOffset="134923.78">4387 11043 256 0,'-20'-7'0'0,"10"6"38"0,2 1-11 0,1 1 16 0,0 5-54 0,-1 3 21 0,-2 3-20 0,-1 4 33 0,1 2-8 0,0 1-10 16,-1 5-4-16,1 1 3 0,1 6 2 0,1 3 24 0,1 2-8 15,1 1-6-15,3 3-22 0,0-2 22 0,0 1-16 0,-1 1 37 0,-4-3-8 16,1-1-10-16,-1 3-3 0,2-2-6 0,-1 2 7 0,4 3 1 16,0 0-4-16,0 3-2 0,3 4-10 0,0-3 13 0,3-1-12 15,-1-1 11-15,1-3-3 0,1 2-5 0,-1 0-13 0,-1 3 4 16,2 2-4-16,-2 2 13 0,0-2 5 0,0 2-5 0,1 0-21 0,-1-4 28 16,-1-2-25-16,0-2 28 0,-1-6-7 0,1 1-13 0,0 3 10 15,2-2-2-15,-1 2 8 0,0-1 8 0,1-5-6 0,1-1-3 0,-1 0-21 16,2-2 30-16,-4-3-22 0,-1-1 42 0,0-1-15 0,2-3-15 15,5 1-2-15,1-1-5 0,1-2 9 0,2-1 13 0,0-2-8 16,2-1-3-16,4 0-19 0,0 3 13 0,2-2-9 0,0 0 14 16,-1-2-7-16,1-2-13 0,4 0 0 0,2-2 1 0,2 1 4 15,3-2 13-15,-1-1-2 0,0 1-6 0,3 0-17 0,0-1 22 16,3 1-17-16,-1-1 25 0,-7 0 0 0,1 0-10 0,1 1-16 16,1-1 13-16,5-1-10 0,0-1 25 0,0-3-1 0,2-2-10 0,4 0-12 15,3 0 13-15,1 2-12 0,2 0 14 0,-2-3-5 0,-7 2-5 0,5-1 0 16,0-1-3-16,-2-2 5 0,6 0 9 0,-2 0 0 0,1 0-2 15,5 0-17-15,0 0 15 0,2 0-15 0,-2 0 18 0,-7 0-8 16,1 0-5-16,-2 0 4 0,2 0-5 0,6 2 9 0,-2-1-4 0,1 1 2 16,1 2-5-16,3 0-7 0,-2 0 18 0,-6 0-15 0,0 0 15 15,-5 0-7-15,0-2-4 0,6 1 7 0,-1 0-10 16,1 0 11-16,1 0 0 0,0 0-2 0,-1 0 2 0,0 0-4 0,-3-1 4 16,1-1-5-16,-3-1 4 0,2-1-5 0,3-1-1 0,3-2 1 15,3 0-3-15,-1-1 5 0,2 1 5 0,-1-2 2 0,-5-1-2 0,4-2-16 16,1-1 16-16,-1 0-14 0,8-1 21 0,-4 5-6 15,1 1-7-15,3-1 4 0,-3-1-5 0,-3-2 7 0,0 1-2 0,-3 0-1 0,0 0 1 16,5 0-6-16,-2 0 11 0,1 2-9 0,-1 0 18 0,-3 1-9 16,-4-2-6-16,-2 1-14 0,-1 1 10 0,-3-2-5 15,1 2 23-15,0-1-1 0,0 2-11 0,1-3-6 0,-1 2 7 16,0 0-7-16,-2-1 2 0,-2 1 1 0,-3 0 0 0,-4-2-11 16,-3 1 15-16,0-1-10 0,1 1 32 0,2 1-6 0,-2-2-12 0,0 0-9 0,-2-1 7 15,-1 2-8-15,0-2 3 0,0 2-3 0,-1-3-4 0,1 2 0 16,-3 1 4-16,1-1 0 0,-2 1 14 0,1 2-5 0,-2-1-6 0,-1 3-15 15,-4-4 17-15,-4 3-15 0,0 0 18 0,-1-1-2 0,3 2-9 0,2-1-11 16,0 0 13-16,-2 1-7 0,1-1 22 0,-4 2-2 16,1-1-10-16,-2-1-10 0,1 0 10 15,-1 2-9-15,0-1 9 0,-1-1-2 0,1 0-5 0,1-2-12 16,2 1 17-16,-1-2-10 0,-1 1 28 0,2-1-5 0,-2-2-13 0,0-1-19 16,1-3 20-16,0 1-18 0,0-5 20 0,0 0-1 0,1-3-10 15,-1-1 4-15,2-1-5 0,0-2 6 0,2-2 6 0,0 0 6 0,0-3 0 16,4 1-19-16,-1-2 17 0,0 1-18 0,1-2 15 15,-8 1-1-15,2 3-3 0,1-4-20 0,1 2 17 0,6-3-12 16,-2-1 35-16,-2-2-7 0,-1-3-13 0,-4-1-11 0,1 0 14 0,-3-2-12 16,-1 1 14-16,-2 1 0 0,1 1-7 0,0 0-4 0,0 1 5 15,0 1-2-15,-1-3 10 0,-1-1 1 0,0-4-6 0,0-3-10 16,1-2 11-16,0 0-11 0,-1 1 14 0,2 1-7 0,0 4-4 0,3-1-7 16,-1 2 6-16,0 2 1 0,1-2 20 0,1-1-5 0,-2-2-9 15,3-1-19-15,-2 2 22 0,0 0-18 0,3 4 25 0,-3-1-2 16,-1 4-10-16,2 2-10 0,-3 2 8 0,-1 2-5 0,-1-1 21 0,-3-1-1 15,1 2-5-15,-2-4-9 0,0 2 4 0,-4 2-5 16,0-1 3-16,0 3 2 0,-2-2 1 0,-2 0-18 0,-1 1 17 16,-3 3-13-16,-2-3 29 0,-2 5-2 0,0 2-8 0,-1-1-9 0,-1 2 6 15,-1-4-6-15,2 2 3 0,-2-2 1 0,1 0 0 0,-2-2-13 16,-2 0 11-16,-2 3-7 0,-1-1 19 0,-2 1-1 0,0 1-10 0,-3-3-23 16,-2 1 25-16,0 2-21 0,-4 0 30 0,-2 4-3 15,0 0-11-15,-6 1-8 0,3 2 6 0,-2 2-4 0,-3 2 10 0,-1 0 1 16,-5 2-6-16,-3 3-17 0,-8 1 22 0,-4 1-20 0,-3 2 22 15,2-1-3-15,-2 1-9 0,-3 0 6 0,0 1-2 0,-5 2 4 16,-3 0-2-16,2 2 1 0,-1-1-5 0,-3-1-13 0,2 2 20 16,-1 0-14-16,-4 3 24 0,5 0-8 0,-4 1-11 0,-3 1-8 15,-1 1 13-15,0 1-5 0,-2 1 23 0,3 0-5 0,2 2-12 0,-2 1-21 16,3-1 28-16,-1 5-22 0,-4 1 31 0,5-1-6 0,0 1-13 0,-3 0-8 0,2 3 8 0,-1 1-3 16,-4 2 18-16,3 3-1 0,2-1-9 0,-4-3-17 0,2 3 20 0,1-2-17 15,-3 0 25-15,5 3-6 0,-1-3-7 16,-5 1-9-16,3-2 5 0,2 2-1 0,-3 1 12 0,8 1 1 0,0 0-7 0,-3 0-6 15,3 0 7-15,2-1-8 0,1 0 11 16,4 0-3-16,2-2-2 0,-2-1-1 0,2-4-1 16,3 0 2-16,-1-1 5 0,6 0 1 0,0 1-5 0,0 1-5 15,3-4 7-15,-1-2-7 0,2 0 8 0,4-1-3 0,-2-1-1 0,5 1-9 0,3-1 6 0,2 0-2 0,-1 1 24 0,4 0-5 16,-1-2-4-16,5 2-10 0,2 0 3 0,2-2-3 16,-1 2 7-16,-1-2-5 15,4 1-3-15,0 0-7 0,2-1 8 0,3-2-3 0,2 1 9 0,3-1 4 16,3-1-10-16,3 1-17 0,-1 0 23 0,2-1-20 0,3-1 20 0,2 0-6 0,4 0-10 0,0 0-35 0,3-2 2 31,1 1-10-31,1 1-27 0,2 0 6 0,4 2-16 0,3 1-72 0,3-1 7 16,4-1-38-16,6-1 64 0</inkml:trace>
  <inkml:trace contextRef="#ctx0" brushRef="#br0" timeOffset="151566.07">10129 11543 292 0,'-2'-4'48'0,"1"1"33"0,1 0-12 0,0-1 26 0,0 0-27 0,1-1 31 0,0-2-4 0,1 2-21 0,1-2-11 0,0-2 18 0,1 0-27 0,2-2 18 0,0 2-6 0,1 0-20 0,1-3-15 16,-3 3 22-16,-1 0-29 0,3-3 35 0,1 3-2 15,5-4-3-15,4 2-16 0,1-1 12 0,1 2-20 0,3 1 10 16,1 4-12-16,2-1-15 0,6-2-10 0,2 0 15 0,4-1-12 16,8 2 24-16,-4 2-9 0,1-2-11 0,0 3-2 15,-7-1 18-15,-3 1-12 0,4-1 23 0,-4 1-8 0,3-1-18 0,13 1-6 16,1-1 12-16,4 1-14 0,4 3 9 0,-7-1-2 15,-4-1-3-15,-4 2-11 0,-7-1 15 0,-4 0-12 0,0-1 12 0,-1 1 3 16,2-1-12-16,2-2-2 0,1 3 10 0,-1-4-9 0,2 3 9 16,-2-1-6-16,-4 1-6 0,-2 1-11 0,-5 2-5 0,-5-2-1 15,-5 1-31-15,-3 1-3 0,-2-1-11 0,0 1-65 0,-3 0-12 16,-1 0-17-16,-3 0-112 0,-1 0-55 0,0 1-51 0</inkml:trace>
  <inkml:trace contextRef="#ctx0" brushRef="#br0" timeOffset="152059.71">10291 11075 503 0,'-9'0'153'0,"2"2"-93"0,-1 0 63 0,-1 3-18 0,-2 3 10 0,0 0-17 0,-3 2-17 0,3 0-13 0,-1 3-26 0,-2-1-30 0,2 2 18 0,4-1-26 0,-2 4 8 0,0-1-3 0,1 2-9 0,-6 3-6 16,2-1 10-16,1 1-7 0,-1 4 30 0,2 0-7 0,-2 0-5 0,1 5-3 16,0-5 12-16,0 0-8 0,2 4 26 0,1-6-10 15,3 3-9-15,1 1-24 0,2-5 13 0,0 1-14 0,3-2 27 16,4-3 1-16,0-4-10 0,5-2-7 0,2-3 20 0,2-2-21 16,1-2 25-16,2-1-4 0,1 0-6 15,0-4 4-15,1 1 8 0,1-1-7 0,0 0-3 0,-3 1-1 0,-1 2-13 0,2-1-12 16,2 0 18-16,5-1-17 0,1-1 17 0,-2 1-2 0,1-1-9 15,2 1-5-15,2 2 9 0,2-2-8 0,3 1 7 0,-1-2-4 16,1 1-4-16,-1 0-3 0,-3 2 4 0,-2 0-1 0,-3 1 2 16,-2 1-18-16,-2 3-18 0,-5 1-100 0,1 1-45 0,-4 1-10 0,2 0-244 15,5 1 254-15,3-5-25 0</inkml:trace>
  <inkml:trace contextRef="#ctx0" brushRef="#br0" timeOffset="152926.31">12306 10512 516 0,'-3'-9'204'0,"-3"2"-4"0,0 0-12 0,0 1-65 0,-2 2 25 0,2 0-28 0,0-1-31 0,-2 1-32 0,1-4 6 0,-2 1-20 0,-1-2-3 0,1 2-9 15,0 0-9-15,-1 0-1 0,2 2 4 0,-1 0-4 0,0 1 6 16,1 2-3-16,0 0-7 0,3 4-23 0,-1 1 22 0,-1 3-23 16,-2 3 31-16,-2 1-4 0,-2 4-12 0,-1-1-26 15,1 1 21-15,-1-1-23 0,-1 1 40 0,1-2-7 0,0 6-9 0,0 2-16 16,1 0 14-16,1 2-13 0,1 0 26 0,3-1-2 16,2 2-5-16,1 6-18 0,2-3 23 0,2 4-20 0,1 2 42 15,3-1-7-15,0-1-16 0,3 5-12 0,1 2 14 0,0-4-12 0,2 1 14 16,2-4-3-16,0-1-7 0,1 5-7 0,1-1 8 15,0-1-7-15,-1-2 15 0,1-3-4 0,-2-6-6 0,1 0-7 0,1-2 3 16,-1-3-4-16,1-1-3 0,0-2-4 0,0-1-7 0,-4-1-32 16,-1-1 9-16,1 0-16 0,-1-1-22 0,5 0-3 0,0 0-18 0,0 0-72 15,-1 0-17-15,-2 0-30 0,-3 3-223 0,1 2 266 0,1-5-55 16</inkml:trace>
  <inkml:trace contextRef="#ctx0" brushRef="#br0" timeOffset="153133.53">11822 11530 1458 0,'-3'-12'84'0,"1"-5"-6"0,4 0 27 16,2-1-48-16,5-5-8 0,5 0-13 0,2-1-25 16,5-6-18-16,1 5 14 0,4-4-15 0,5-1 23 0,-1 1-5 0,1 1-7 0,4-4-3 15,-3 5 2-15,-2-1-2 0,1-3 4 0,-6 1-9 16,1-2-7-16,2-3-75 0,-2 3-19 0,3 1-9 0,-1-2-174 15,-2 4-106-15,3-1-39 0</inkml:trace>
  <inkml:trace contextRef="#ctx0" brushRef="#br0" timeOffset="153441.7">12764 10138 559 0,'-13'-7'264'16,"4"5"-132"-16,-2 2 175 0,0 0-184 0,0 2 16 0,2 3-45 0,0 0-15 16,0 3-15-16,0-1-22 0,-1 4-21 0,0 0 16 0,5 3-20 15,-3 3 30-15,1 3-10 0,-1 2-9 0,-3 6-9 16,-1 4 17-16,1 1-14 0,3 8 31 16,0 0-5-16,2 0-16 0,2 4-10 0,1-4 20 0,2 0-22 0,1 6 21 0,4 0-8 15,1 1-16-15,2 7-17 0,1-4 16 0,-2-2-19 0,2 0 20 16,2-6-5-16,1 0-10 0,0 3 0 0,0-3 5 0,-2-4-4 15,-3 2 1-15,0-8 1 0,1-1-5 0,2-3-2 0,5-3 2 16,0-3-3-16,3 3-13 0,-1-1 1 0,-3-1-5 0,1-2-14 16,-2-3-3-16,-1-1-4 0,3 2-29 0,-3-3-1 0,1 0-6 0,3 0-96 15,0-4 22-15,1-4-42 0,3 0-41 0,-1-4-97 0,4-2-72 16</inkml:trace>
  <inkml:trace contextRef="#ctx0" brushRef="#br0" timeOffset="154412.9">12994 10831 1024 0,'-15'-3'-645'0,"8"0"1131"0,-1 3-141 0,0 0-233 0,1 0-27 0,1 1 17 0,0 0-26 0,0 3 22 0,1-1-22 0,1-1-24 0,-1 3-23 0,3 0 10 15,1 3-14-15,0 2 21 0,2 3-2 0,1-1-10 0,4 5-8 16,0 1 20-16,3 2-22 0,1-1 25 0,2 1-8 15,0 2-12-15,2 2-13 0,-1 6 13 0,0 1-17 0,1 3 15 16,-4-3-8-16,-1-3-10 0,0-2-20 0,0-6 16 0,-1-1-14 16,0-1 25-16,-3-2-2 0,2-1-8 0,-1 0-8 15,-2-2 6-15,1-1-7 0,-2 0 13 0,0-5-4 0,2 1-4 0,-1-5-4 16,0 0 5-16,-2-2-3 0,0 1 5 0,-1-2 3 0,1 0-3 16,-1-2-10-16,0-2 12 0,-1 1-12 0,-1-5 9 0,0 1 0 15,-2-1-6-15,0-3-6 0,0 2 8 0,-2-1-5 0,-1 1 13 16,2 0-2-16,-1-1-6 0,1-2-15 0,-2 2 17 0,2-3-11 0,-3 1 25 15,0 0-7-15,1-2-9 0,-2 1-7 0,1-1 6 0,0 0-2 16,1 0 12-16,-1 1-3 0,1-1-7 0,-1 0-16 0,2-1 17 16,-1 0-11-16,3 1 24 0,1 5-4 0,-1-2-9 0,2 1-17 15,1-1 16-15,1 2-12 0,0 3 25 0,2 0-5 0,0 2-8 0,0 1-11 16,2 1 12-16,-1 2-8 0,2 1 12 0,0 4-1 0,0 1-6 16,2 3 0-16,1 3 3 0,0-1 0 0,2 2 3 0,0 0 1 15,1-1-2-15,1-1-13 0,1-1 13 0,2 1-11 0,-5-5 15 0,0 0 1 16,1 0-7-16,4-3-1 0,5-3 7 0,2 0-8 0,1-1 3 15,-4-3 2-15,0 0-3 0,2 2-13 0,0-2 19 16,1 1-14-16,2 0 22 0,-1-3-4 0,-1 0-12 0,-1-3-15 0,-5 0 20 16,-2-1-13-16,-4 1 27 0,-3 1 1 0,-2-2-10 0,-2 0-23 0,0 0 21 15,-3-2-21-15,-1-1 32 0,0 2-7 0,-2-1-6 0,-4-3-7 16,0 3 3-16,-3-4-1 0,-2 0 10 0,-1 0-5 0,-3-6-3 0,-1 1-15 16,0 2 14-16,1 0-9 0,0 1 28 0,4 1-5 0,2 2-9 15,1 2-14-15,2-1 11 0,-1 3-7 0,2 0 19 0,1 2-2 16,0 1-8-16,1 1-7 0,2 1 4 15,-1 1-4-15,1-1 3 0,1 3 1 0,0 0-1 0,-2 0-30 0,2 1 11 0,0 1-19 16,0-1-4-16,0 2 4 0,0-1-10 0,2 0-68 0,0-2-20 0,1 3-17 16,2 0-91-16,0 0-7 0,2 2-5 0</inkml:trace>
  <inkml:trace contextRef="#ctx0" brushRef="#br0" timeOffset="154787.28">14077 10974 1150 0,'-1'3'191'0,"-1"-1"-45"0,0 5 9 0,0 1-83 0,0 3 36 0,1 1-24 0,0 0-28 0,0 2-36 0,0 2 8 0,0-2-16 0,-2 3 19 0,1-1-6 0,1 0-8 0,0-1-19 0,-1 2 13 16,0-3-16-16,-1 2 18 15,1-2-4-15,0 2-8 0,-3-2-2 0,2-1 3 0,-1-1-3 0,1 1 1 0,-2-3-12 16,3-1-6-16,-1-1-62 0,0-1-39 0,0-4 12 0,1 1-208 16,1-3-110-16,2-1-26 0</inkml:trace>
  <inkml:trace contextRef="#ctx0" brushRef="#br0" timeOffset="155306.72">14626 10350 259 0,'-4'-7'203'0,"-6"2"49"0,1 1-107 0,1 0-17 15,0 4-18-15,2-2-30 0,1 1-27 0,-2-2 16 16,1 2-30-16,1-1-2 0,0 2-5 0,1 0-11 0,-2 2-8 16,3 0 15-16,-2 3-15 0,0 2 29 0,0 0-4 0,1 4-11 15,-1 3-12-15,2 2 9 0,-2 2-14 0,1 7 20 16,0-2-1-16,0 0-3 0,2 4-24 0,0-3 10 0,0 2-14 15,2 2 29-15,0-3-10 0,0 0-9 0,4-1-16 0,-1-4 15 16,0 1-13-16,3-2 24 0,0-3-11 0,-2-1-8 0,2 0-5 16,-1-4 4-16,0 0 1 0,-1-3 13 0,0-1-1 0,-1-3-6 0,-2 1-6 15,0-2 4-15,1-1-5 0,-2 0 9 0,0-2 12 16,0 0 7-16,0 0 3 0,-3 0 15 0,1 0-12 0,-1-3 16 0,-3 1-11 16,-2-3-10-16,0-1-15 0,-1-3 10 0,-1 0-7 0,-1-2 15 15,0-1-5-15,-2 0-10 0,0 0-15 0,-1-1 15 0,2 1-15 16,0 1 16-16,2 0 0 0,1 2-7 0,0-1-8 0,1 2 11 15,1 0-10-15,0 0 15 0,3 2-3 0,-1 1-8 0,1-1-13 0,2 3 8 16,-1-2-7-16,1 1 15 0,2-1-2 0,0 1-5 0,0 0-13 16,2 0-10-16,1-1-3 0,0 1-49 0,3 1-14 0,0-3-13 0,3 3-77 15,3-2-29-15,1-3-7 0,2-1-198 0,3 1 244 0,1-1-30 16</inkml:trace>
  <inkml:trace contextRef="#ctx0" brushRef="#br0" timeOffset="155712.22">14799 9870 812 0,'1'0'284'15,"0"0"97"-15,2 0-239 0,1 0 15 0,3 1-18 0,4 0-18 0,6 0-57 0,3 1 10 0,5 0-34 0,10 2-4 0,1 0-7 0,2 5-14 0,2 5-16 16,-3 4 11-16,-3 4-12 0,0 4 17 0,-3 0-3 0,1 4-6 15,5 3-4-15,3 1 7 0,0 9-7 0,10 1 4 16,-2 4 3-16,0 2-4 0,-1 4-9 0,-14-3 13 16,-4 2-14-16,-4 3 24 0,-7-4-10 0,-8-3-9 15,-4 1-52-15,-6-4 3 0,-2-3-14 0,-1 2-15 0,1-3-14 16,-2-5-2-16,-8 7-17 0,-1-8-52 0,-6 0 48 0,-4-1-190 16,2-4-75-16,0 4-61 0</inkml:trace>
  <inkml:trace contextRef="#ctx0" brushRef="#br0" timeOffset="156541.44">14703 10211 266 0,'-4'-2'104'0,"1"0"-25"0,0 1 62 0,-1 0-43 0,1 0 36 0,-1 1-58 0,1-2 13 0,1 2-19 0,0-2-23 0,-1 1-18 0,2-1 16 0,-1 1-17 15,0 0 30-15,-1 1-5 0,1-2-21 0,-2 2-19 0,0 0 33 0,0 2-34 0,-1 0 50 0,1 2-13 16,-1 0-15 0,4 2-12-16,0-1-3 0,-1 2-1 0,-3 2 0 0,-2 0-2 0,-2 2-3 0,-2 3-25 0,2-1 20 0,2 1-21 15,-1 0 28-15,0 0-5 0,0 3-7 0,0 2-12 31,3-1 8-31,-1 1-7 0,-1 2 23 0,3 1-6 0,-1-1-7 0,0-1-6 16,1-2 3-16,1 2-2 0,-1 1 7 0,0 2-2 0,1 0-2 16,0 0-15-16,0 0 15 0,2-2-8 0,-1 1 21 0,1-3 0 15,1-1-12-15,0 2-21 0,0-3 26 0,1 0-22 0,1-2 34 16,0 0-11-16,0-4-11 0,2-1 4 0,-1-2-4 0,0 0 8 0,2-2 2 16,-2 0-2-16,2 0-4 0,-1-3-14 0,1 3 17 0,-2-3-14 15,1-1 24-15,-1 0 1 0,-1 1-7 0,0-1-21 0,0-2 15 16,-1 2-15-16,0-2 23 0,0 0 1 0,0 0-5 0,0 0-18 15,-1-2 21-15,0 1-18 0,0-1 24 0,0-4-4 0,0 4-8 0,0-5-10 16,0 4 9-16,0-4-5 0,-1 1 17 0,-1-1-3 0,0 1-10 16,-1 0-8-16,-1-1 10 0,0 2-8 0,-1-1 14 0,0-1-3 15,0 1-5-15,0-2-2 0,0 1 3 0,-1-2-1 0,0 1 7 16,0 3 2-16,-1-2-6 0,-1 1-10 0,1 1 15 0,-1-2-13 0,1 2 18 16,-1 0 0-16,0-1-6 0,1 2-12 0,-1-1 17 0,3 1-13 15,-2-1 17-15,2 1 1 0,1-1-15 0,-1 1-18 0,2-2 25 16,0 1-21-16,-1-1 29 0,1 1-9 0,1 0-10 0,-1 0-3 15,2 1 6-15,0-1-1 0,1 1 6 0,-1-1 0 0,1 3-8 16,0-2-15-16,0 0 4 0,0 3-11 0,1-1-34 0,1 1-12 16,1 1-17-16,-1-1-51 0,1-2-13 0,1 1-11 0,0 0-133 0,1 1 179 15,4-1-34-15</inkml:trace>
  <inkml:trace contextRef="#ctx0" brushRef="#br0" timeOffset="157105.63">14424 10676 125 0,'3'-10'-53'0,"0"3"106"0,0 1-8 0,0 1-12 0,1-2-5 0,-1 2 6 0,1 0-7 0,-1-1 28 0,0 2-3 16,1-2-7-16,-1-1-16 0,0 2 18 0,2-3-24 0,-2 2 27 0,2 0 3 0,-2 0-4 0,2-2 16 15,-1-1 5-15,1 0-9 0,-1-2-13 0,1 1-7 16,-1 0-15-16,2 0-27 0,-2-1 25 0,1 2-28 0,0-2 33 16,0 6-10-16,0-3-11 0,2 0-16 0,0-1 13 0,0 0-10 15,2-1 41-15,-2 1-1 0,1 2-11 16,1-4-18-16,0 2 29 0,1 0-30 0,2 0 35 0,-2 1-8 0,-4-1-12 0,1 0-5 15,-2 0-9-15,0 0 5 0,4 0 2 0,0 2-2 0,1 1 5 16,1 0-13-16,-1-2 16 0,1 0-12 0,0 2 17 0,-1-1-8 16,0 1-10-16,-2 1 1 0,-1 1-1 0,1 1 2 0,0 2 0 15,-3 0-3-15,1 1-5 0,-2 1 2 0,1 0 4 0,-2 2-3 16,-1 1 3-16,1 0-1 0,-1 2-2 0,-1-1 0 16,-1 3-3-16,1 0 0 0,-1-3-25 0,0 1-19 0,0-1-16 0,0 0-101 0,0 0-49 15,1-1-10-15,2 3 14 0</inkml:trace>
  <inkml:trace contextRef="#ctx0" brushRef="#br0" timeOffset="166096.71">13443 11422 290 0,'-5'-3'35'0,"1"1"27"0,0 0-48 0,3 2 14 0,0 0-20 0,0 2 23 0,1 1-9 0,0 1-18 0,0 0-23 0,2 2 31 0,-1-3-24 0,3 2 33 0,-2-2-9 15,1 3-16-15,2 1-12 0,-2 2 19 0,2 1-10 0,0 1 26 16,0-1 0-16,0 0-17 16,2 0-8-16,0 1 16 0,1 1-16 0,1 0 14 0,-1 0 1 15,-1 2-3-15,2-2-6 0,0 4 10 0,0-1-7 16,3 1 19-16,-1 1-6 0,0 1-13 0,1 5-1 0,1 0 8 15,0 4-7-15,0-2 1 0,0-1 1 0,-2 2-1 0,1 0-17 0,-6 1 16 16,0 2-11-16,2-6 32 0,-2 0 6 0,9-2-10 0,1 1-10 16,1 2 21-16,2 0-24 0,-1-4 9 0,0-1-4 0,1-1-7 0,1 0-14 15,2 0 10-15,3-1-6 0,3 1 24 0,0-4-4 0,4 0-9 16,0 1-15-16,35 13 9 0,-35-15 2 0,-2 1-2 16,-3-2-5-16,-5-1-7 0,-3 2 8 0,-1-2-5 0,0 1-5 15,2 1-13-15,-4-2-26 0,-1 1-39 0,-3 2-7 0,-2 0-10 0,-2 1 28 16</inkml:trace>
  <inkml:trace contextRef="#ctx0" brushRef="#br0" timeOffset="166650.46">13241 11809 6 0,'-4'-5'6'0,"2"0"-10"0,2 0 8 0,0 2-10 0,0 1 13 0,0-1-4 0,0 0-3 0,1 0 2 0,-1-2 5 0,2 1 3 0,-1-1 18 16,2-2-4-16,-1-1-7 0,1-2 3 0,2-1 17 0,0 0-11 0,1 0 22 0,0 1-9 0,0-1-3 15,0 1-2-15,0 0-10 0,-1 1 11 0,2 0-4 0,0 0-5 16,1 0-4-16,-2-2-22 0,1 0 19 0,0-1-17 0,1-1 19 16,-1 0-6-16,1 0-7 0,1 0-16 0,1-1 12 0,-1 0-9 15,0-1 21-15,-1 1-3 0,-1-2-11 0,0 5 1 16,-2-1 4-16,0 2-5 0,-2 5-2 0,-1 0-1 0,0 2-1 0,-1 1 6 0,-1-2 1 16,0 3 4-16,0-1 19 0,-1 2-6 0,1 0-1 15,1 2-21-15,0 0 2 0,2 2-5 0,2 1 4 0,1-1 1 0,2 1 3 0,4 1-28 16,0 1 18-16,5 4-13 0,1 0 39 0,3 0-4 0,3 1-11 15,5-1-31-15,2-2 33 0,-3 0-30 0,1-1 29 0,2-1-31 16,-1 2-25-16,8 3-90 0,-1 0-21 16,-1 0 10-16,0 5 102 0</inkml:trace>
  <inkml:trace contextRef="#ctx0" brushRef="#br0" timeOffset="-188166.05">6854 14601 256 0,'0'-4'-9'0,"0"2"-109"0,0-1 54 0,2 2 0 0,0 0 64 0,0 1 0 0,0-2 0 0,2 2 0 0,0 0 0 0,1 2 0 0,0-1 0 0,1 3 0 0,1-2 0 15,0 4 0-15,4-3 0 0,1 4 0 0,0 0 0 0,2 0 8 0,0 2-3 0,1-1 13 0,0 0 1 16,2 1-9-16,1-1-11 16,0 1 12-16,3-1-15 0,-2 1 8 0,0-2-4 0,1 1 0 15,2 0 0-15,2 1 10 0,0-2 0 0,-3 1 28 0,-1 0-2 0,3-2-9 0,2 1-2 16,7 0 16-16,1 0-13 0,0-3 8 0,4 1-4 0,5-2-7 0,4 0 2 15,1 1-9-15,1-2 6 0,-1 1-18 0,-6 0 4 0,0-1-1 0,2 1-9 0,0 1 8 16,5-1-12-16,0 0 7 16,2 2-4-16,-1-1 1 0,2 1-4 0,-2-1-1 0,-4 2 5 0,-6 1 8 15,-3-2-2-15,-2 2-7 0,0-3-14 0,3-1 21 0,0-3-15 16,2 1 16-16,1-1-11 0,1 1-16 0,-1 2-40 16,2-2 3-16,-2-1-8 0,-2 2-14 0,-4-2 7 0,0-3-13 0</inkml:trace>
  <inkml:trace contextRef="#ctx0" brushRef="#br0" timeOffset="-185523.22">13895 14229 217 0,'-13'4'-24'0,"2"-3"6"0,2 1-44 0,1 2 57 0,2 0 30 0,2 2-14 0,-1 0 13 0,2 0-2 0,0 0-4 0,1 2-9 0,1 0 7 15,1-1-9-15,0 0 1 0,0 1-3 0,1-2-2 0,1-1 0 0,1 1-3 16,0 1 4-16,2-2-4 0,-1 0 0 0,2-2-1 0,-1 2-23 15,1-3 30-15,0 0-24 0,0 0 36 0,0 1-3 0,-2-1-15 0,1 0-22 16,-2 0 23-16,-1 1-16 0,1-1 39 0,-3 2-6 0,0-3-18 0,-1 2-12 16,-2 0 22-16,0 2-18 0,-3 2 18 0,1 4-5 15,-1-1-9-15,-1 3 2 0,0 1 0 0,0 0 4 0,-1 2 9 0,0-3 1 16,0 3-3-16,0 0-25 0,2 0 34 0,-2-1-29 0,1 2 44 0,-1-1-12 0,1 0-14 0,1 3-23 16,0 1 14-16,3-1-9 0,0 3 37 0,1-1-8 0,2-2-14 15,0 3-28-15,0 1 34 0,1-1-28 16,0 2 37-16,3-2-6 0,-2-3-20 0,3-3-9 0,0 1 16 0,1-4-9 0,-1 1 19 15,1-1 2-15,1-3-12 0,1 0-17 16,1-3 17-16,0-1-21 0,2-2 18 0,-1 0-3 0,2-2 0 0,3 0-15 0,1 1 16 0,-1-1-7 16,2 0 38-16,0 0-7 0,0-1-17 0,2 0-13 0,1 0 19 15,0 1-16-15,2-2 20 0,-2 1-8 0,3 0-7 0,2-1-8 16,-5 0 16-16,2 0-6 16,-1-1 25-16,2 0-7 0,5-2-15 0,2 1-12 0,-1-2 20 0,-1-1-15 0,1 2 22 0,2-2-7 0,0 2-9 0,4-2-2 31,1 1-3-31,0 2 5 0,-1-1 11 0,1 1 0 0,0 0-2 0,-4 2-3 15,4 0 11-15,0 2-8 0,1-1 15 0,3 0-6 16,2 1-2-16,4-1-12 0,3-1 18 0,2 0-11 0,0 0 21 0,-4 1-5 0,-7-1-16 0,5 0-12 0,-1 0 15 0,0-1-15 16,2 0 13-1,-4 1-1-15,1-3-7 0,1 3-20 0,-2-1 15 0,0-1-12 16,-4 2 34-16,-4 0-4 0,-4 0-11 0,-5 0-7 0,-2 0 9 16,0-1-9-16,-2-1 7 0,3-2-4 0,-3 0-4 0,-1-3-5 15,-2 1 17-15,-1-2-7 0,-1-1 35 0,-3-1 0 0,-1 0-11 0,-1-2-23 16,0 2 28-16,0 0-26 0,1-4 45 0,-2 1-12 0,-2-4-8 0,-2-2-33 0,0 1 16 0,-3-1-12 15,1-1 32-15,-2 0-9 0,-1 1-15 0,0-1-15 0,-1 1 9 0,-1-3-8 16,0 1 11-16,-1 3-5 0,-1 0-5 0,0 1-7 0,0 0 10 0,-1-1-2 16,1 0 22-16,0 1-6 0,-1-1-11 0,0 1-15 0,0-1 19 15,2-3-14-15,0 3 23 0,0 4-8 16,0 3-9-16,2-2-14 0,0 1 9 16,0-1-5-16,2 5 21 0,0 1-3 0,1 3-10 0,1 0-34 0,0 2-5 15,2 1-12-15,0-2-65 0,3 0-26 0,0 1-26 0</inkml:trace>
  <inkml:trace contextRef="#ctx0" brushRef="#br0" timeOffset="-181339.62">26753 8219 217 0,'-6'-4'41'0,"3"1"-25"0,0 0 3 0,0 0-2 0,0 2 22 0,2 1-24 0,0 0 29 0,0-1-6 0,1 1-5 0,0 0-33 0,-2 0 18 0,2 0-15 0,0 0 25 0,0 0-5 0,0 0-20 0,0 0-17 16,0 0 31-16,0 0-25 15,0 0 37-15,0 0-8 0,2 1-13 0,-1-1-17 0,0 3 20 0,0-3-13 0,1 1 36 0,-1-1-6 16,2 0-15-16,0 1-14 0,1-1 23 0,2 0-18 0,2 0 28 16,0 0-6-16,1-1-14 0,3 0-3 0,2-2 17 0,1 2-9 0,1 0 18 15,0-1-7-15,1 1-17 0,-1 0-8 0,1 0 9 0,0-1-9 16,2 1 7-16,-1 0-5 0,0-1-1 0,2 1-2 15,-1 0-2-15,2 0 5 0,-2-1 8 0,-7 1-2 0,0-2-2 0,3 2-27 16,1-1 30-16,5 0-24 0,2 0 38 0,-1 0-10 0,-2 0-14 0,2-1-1 16,0 1-6-16,0 1 6 0,3-1-1 0,-1 1 4 0,-1 0-3 0,2-1-20 31,-1 2 28-31,-1 0-25 0,-2 2 32 0,0-1-6 0,-2 0-10 16,-1 1-2-16,1 0-4 0,-1 2 5 0,-1-2 6 0,-3 2 0 0,-5 0-1 0,1 0-10 0,-2 1 9 0,-1 0-8 0,5 2 8 15,1-4-3 1,-1 3-2-16,1 1-18 0,0-3 20 0,-3 3-10 15,0-4 31-15,-2 2-3 0,-1-2-17 0,-1 1-9 0,0-2 18 0,0 0-16 16,-3 0 13-16,0-2-2 0,-2 2-7 0,-1-2-7 0,0 0 14 16,0-2-7-16,-1 1 21 0,-1 0 5 0,-1-1-11 0,-3 1-16 15,1-1 23-15,-2-1-23 0,-1 0 21 0,-1 2-10 0,-3-1-12 0,-1 0 5 16,-4 0-5-16,2 1 9 0,-1-2-2 0,0 0 2 0,0 2-2 16,4-1-11-16,0 2 19 0,-4-3-18 0,1 2 11 0,-6-2-2 15,1 2-7-15,-1 0-2 0,-2-1 5 0,1 1-1 0,-3 1 13 16,0 0 0-16,1 0-5 0,-3 3-21 0,-1-2 19 0,1 3-17 0,0 0 24 15,0-2-3-15,-3 3-10 0,-1-2-5 0,2 1 8 0,2-2-6 16,7 1 14-16,2-1 0 0,-1 1-3 0,0-1-10 0,-5-2 5 16,1 3-5-16,3-2 9 0,1 1-2 0,2 0-3 0,2-1-14 15,-2-1 14-15,1 3-9 0,0-2 27 0,3 1-2 0,-1-1-8 16,2 0-25-16,1 0 22 0,0-1-21 0,2 2 28 0,0-2-7 16,1 0-8-16,1 0-1 0,0 0 1 0,1-2 4 0,0 1 9 0,0 0 0 15,2 1-6-15,-1-1-19 0,2-1 25 0,2 2-22 0,0 0 24 0,1-1-4 16,1 1-12-16,1 0-18 0,3-1 12 0,1 1-9 0,2-2 31 15,3 2 1-15,2-1-7 0,6-1-16 0,3-1 14 0,5 0-15 16,5 1 9-16,-1-2-3 0,3 1-4 0,2 2 4 0,2-1 1 16,0 0 3-16,-4 1 4 0,-2 0 1 0,2 0-3 0,2 1-20 0,7-2 21 15,-2 1-18-15,1 0 29 0,0-1-6 0,0 1-13 16,1 1-10-16,-2 0 9 0,0 0-4 0,-3 0 22 0,-9 0 1 0,0 0-7 0,2 0-13 16,-1 0 13-16,5 0-13 0,-3-1 11 0,-4 0 2 0,0 1-4 15,-1-2-17-15,-1 1 18 0,-1 0-13 0,-3 1 29 0,-3 0-3 16,-2 0-10-16,-1 0-23 0,-1 0 22 0,-3 0-20 15,-1 0 34-15,-1 1-9 0,-3 0-11 0,-1 1-7 0,-2-1 3 16,-1 1 1-16,1 0 3 0,-1 0-30 0,-1 0-23 0,1 1-107 16,-1 0 12-16,-1-1-31 0,2 2 88 0</inkml:trace>
  <inkml:trace contextRef="#ctx0" brushRef="#br0" timeOffset="-161191.99">23472 15838 923 0,'1'-14'119'0,"3"6"419"0,6 1-538 0,5 3 3 0,5 1-1 0,5-3 4 0,1 2 0 0,-2 0-4 0,4 2 5 0,4-1 4 0,3 2-3 0,7 1 3 0,0 0 0 0,1 1-3 16,4 0-23-16,1 1 26 0,3 0-22 0,-1 1 28 0,0-2-7 15,-2 0-11-15,5-1-7 0,3-1 15 0,6-3-7 0,5 0 19 16,1-1 8-16,3 1-10 0,0-1-10 0,3 1 31 0,5-2-26 16,4-1 44-16,4 0-11 0,1-1-11 0,2 0-25 0,1 5 4 0,3-1-5 15,5 0 12-15,-1 0 1 0,-2 0-2 0,3-1-12 0,0 0 14 16,3-1-13-16,3 0 26 0,-7 3-3 0,-4-2-2 0,8-1-14 16,0 4 16-16,0-3-12 0,-1 1 28 0,-9-1-11 0,1 0-9 0,5 0-19 15,0 5 6-15,-7 0-7 0,-2 0 7 16,-3 3 7-16,4 0-2 0,10-2-6 0,-5 0 15 0,0 3-16 15,1 1 6-15,2 4-9 0,12 5-10 0,14 8-33 0,8 3 19 0,-3 1-16 16,-10-1 41-16,-17-5-3 0,-17-6-6 0,-8-3-28 0,-11-6-2 0,-5 0-9 16,-4 3-20-16,-5-2 7 0,-5 0 0 0,-1-1-22 0,-6-1-14 15,-7-2-5-15,-5-1-60 0,-6-1-10 0,-1-4-6 0,0-2-122 0,-3-3 169 16</inkml:trace>
  <inkml:trace contextRef="#ctx0" brushRef="#br0" timeOffset="-160349.58">23762 15741 256 0,'-1'5'18'0,"1"-4"244"0,0-1-125 0,1 1-1 0,2 1-139 0,0 0 6 0,2-1-2 0,-1-1 10 0,2-1 1 0,-1-1-6 0,1-3 7 0,1-2 21 0,1-3-11 0,-1-4 34 16,2-2-9-16,1-3-9 0,2-3-20 0,1-4 14 0,1-1-12 0,0-1 15 16,1-1-7-16,1 2-15 0,2-3-27 0,-3-4 27 0,2-1-24 0,1-4 31 0,-2-2-7 0,1-2-15 0,-1-5-6 31,2-2 13-31,-1-2-6 0,0 1 27 0,-6 2-7 0,2 2-14 0,1-6-12 0,3-2 13 0,6-2-10 0,-1-1 11 0,1 0-7 16,-1 2-6-16,3 0-2 0,1 2-1 0,0 1 6 15,4 0 16-15,-1-2-5 0,2 0-1 0,6-6 8 0,4 1 6 0,0 4-1 0,2 1-2 16,-6 6-2-16,3 1-4 0,3-4 1 0,2-4-1 0,7 1 1 15,-1-1-2-15,0 4 0 16,3 4-4-16,2-1-13 0,-1 7 15 0,-1 0-14 0,2 4 10 0,-3-2-2 0,4-1-6 0,4 1-13 16,-2-1 12-16,4 5-7 0,-3 1 25 0,-11 3-4 0,3 2-7 0,2 0-5 31,0 3 3-31,8 3-2 0,-3 4-1 0,-2 6 3 0,1 2 1 0,1 2-12 16,-5 3 17-16,1 2-12 0,1 1 25 0,-1 4 2 0,6 0-10 15,0 7-15-15,0 0 20 0,0 5-19 0,-4 0 21 0,-5 4-5 16,0 2-7-16,0 5-18 0,1 3 11 0,3 3-6 0,-6 4 25 15,-2-1-5-15,-3 6-11 0,-3 0-9 0,0 2 6 0,-10 2-4 0,0-2 6 16,-2-2 3-16,0 6-4 0,7 4-5 0,-1 9 8 0,-2 8-5 16,1 4 12-16,-1-1 0 0,-2-2-5 0,1 2-8 0,1 1 7 15,0 3-7-15,2 4 8 0,-1-3-2 0,-5-3-5 0,5-2-7 16,2-4 12-16,4-1-6 0,7 1 10 0,0-3 4 0,0 1-8 0,3-1-10 16,4-5 12-16,1-5-12 0,1-2 8 0,0-7 4 0,-2 3-3 15,3 3-8-15,4-4 13 0,1 2-9 0,1 1 24 0,-2-8-7 16,-1-4-13-16,1-1-4 0,-1 0 5 0,-3-5-5 0,0-1 1 0,-4-3-3 15,-3-2-4-15,2-2-9 0,-4 0 7 0,-2-3-11 0,-6-4-57 16,-1 1-28-16,0-3-44 0,3-1-109 0,5 0-101 0,-3 0-4 16</inkml:trace>
  <inkml:trace contextRef="#ctx0" brushRef="#br0" timeOffset="-159646.39">25942 16045 917 0,'-4'-7'90'0,"-1"-1"283"0,2 3-354 0,2 4-10 0,0 1-4 0,1 0-14 0,0 3 6 0,1 3-5 0,1-1 10 0,-1 2-1 0,1 4-5 0,-1 0 2 0,-1 3 1 0,0 2 1 16,0 3 1-16,-1-1 3 0,-1 2 0 0,1 1-27 0,-1 0 28 0,-1 5-24 0,0 1 36 0,0 1-5 0,-1-2-14 16,0 2-11-16,0-1 14 0,-1 1-7 0,0 0 19 0,0-2 0 15,0-2-12-15,1 2-1 16,-1-1 10-16,1 2-10 0,0 0 4 0,3 1-2 0,0 2-2 0,1-2-13 0,1 0 17 0,3-1-9 0,-1-2 26 15,0-4-4-15,3-2-15 0,2-5-18 0,0-4 26 0,2 1-20 16,1-2 33-16,0 2-3 0,3-2-14 0,0-1 11 16,2-3 5-16,2-1 0 0,1 1 1 15,1-1-7-15,2 1-11 0,0-1-18 0,-4 2 21 0,1 1-17 0,5-1 21 0,-1 2-5 0,7-5-11 0,1-1 1 16,-1-2 3-16,2 0-3 0,-2 1-21 0,-1 2-7 0,-2-2-17 16,-1 5-88-16,-2-1 25 0,-3 2-39 0,-2-1 2 0,-2-3-23 15,-3-3-32-15</inkml:trace>
  <inkml:trace contextRef="#ctx0" brushRef="#br0" timeOffset="-159398.62">25778 16529 1632 0,'60'-30'-5'16,"-23"14"12"-16,5 3-7 0,-9 4-2 0,-3 6 1 15,3-2 1-15,-1 2-3 0,-6 2 1 0,-1-1-8 0,-3 2-27 32,2 3-9-32,4 0-10 0,-1-2-32 0,-1 1-9 0,-5 1 0 15,1-1-40-15,-3-2-28 0,1 3-25 0</inkml:trace>
  <inkml:trace contextRef="#ctx0" brushRef="#br0" timeOffset="-158246.29">24045 15130 311 0,'-14'-5'-49'0,"8"2"108"0,1 2-13 0,1 1-12 0,2 0-42 0,0 3 18 0,-2-1-21 0,2 2 24 0,1 0-5 0,-2 0-7 0,0 1-18 0,1-3 14 0,-1 2-10 0,1 0 31 0,-2-1-2 16,2-1-10-16,-1 2-10 0,-1-1 11 0,2 0-11 0,-1 3 7 15,-2-1 9-15,1 1-2 16,-2 2-7-16,-1-1 29 0,2 2-21 0,-2 0 51 0,0 0-11 0,-1-1-16 0,2 1-8 0,-2 1 6 0,0-1-8 15,-1 1 0-15,0 1-5 0,0 3-3 0,-1-1-4 0,-1 1 4 16,-2-2-1-16,-1 1 12 0,0 3-8 0,0 2-8 0,-2-1-19 16,0 1 19-16,0-1-15 0,0 0 22 0,0-3-4 0,-2 0-12 0,-1-1-4 15,-1-2 16-15,0 1-8 0,2-1 32 0,3-2-4 0,5 0-15 16,0-1-4-16,-3-1 8 0,0 0-11 0,-6 1 1 0,1-2-3 16,-1-1-1-16,-1 1-4 15,0 2 1-15,0-1-1 0,-1-1 6 0,-2 2 0 0,0-2-6 16,-3 2-9-16,1-1 11 0,-1 1-11 0,-1-2 11 0,2 2-4 0,-4-1-4 0,-1-2 0 0,0 2-2 0,0-2 2 15,0 2 4-15,7-2 4 0,-2-1-2 0,-4 1-15 0,-1-2 21 16,-4 0-19-16,0 2 22 0,3-2-1 0,-1 1-8 16,0-2-5-16,0 1 2 0,0 2 0 0,-2-2 12 0,0-1-5 0,2 2-5 0,0-1-20 15,8 0 23-15,0 0-19 0,2 0 27 0,1-3-5 16,-4 0-11-16,1 0-12 0,0 0 7 0,1 0-8 0,1 2-2 0,0 3-11 0,2 2-19 16,-3 0-40-1,3 2 7-15,2 0-17 0,4-2-32 0,0-1-9 16,4-2-17-16</inkml:trace>
  <inkml:trace contextRef="#ctx0" brushRef="#br0" timeOffset="-157441.03">28095 15120 521 0,'3'-8'18'0,"1"3"-18"0,0 1 7 0,3 3-7 0,-1 1-2 0,3 1-5 0,3 2 0 0,0 1 4 0,2-1 19 0,-1 2-3 0,2 1-2 0,0 0 1 15,2 0 13-15,1 3-8 0,1-1 15 0,-1 0-8 16,2 1-7-16,2 0-4 0,-1 0-1 0,2 1 1 0,-2-1-3 15,1-1 1-15,1-1-5 0,0 1-8 0,2 0 7 0,0 1-9 0,-1-3 3 0,-1-1 1 16,-7 0 0-16,0 0 25 0,4-1 5 0,0 0 7 16,7 1 20-16,-1-1-6 0,-2 1-6 0,-1-1-32 0,-3 2 24 0,0-1-23 0,0 1 27 15,-1-1-13-15,2 0-16 0,0-1-9 0,0-1 3 0,0 0 0 16,0 2 25-16,2 2-1 0,1 0 0 0,4 1-11 0,2 0 7 16,0 1-10-16,-5 0-4 0,5-2-5 0,2 0-3 0,5-1-15 15,5 0 16-15,-3 2-9 0,-1-3 28 0,-3 2-8 16,0 2-15-16,2-3-9 0,-1 2 9 0,0-2-7 0,-1 0 11 15,-5 0-3-15,-6-3-7 0,-1 3-4 0,-3-3 5 0,2 0-3 0,1 1 7 0,-1-2-2 16,-4 0-7-16,-4 1-49 0,-1 0 22 16,-4 0-29-16,-2-1 4 0,-2 1-7 0,-2-2-17 0,0 0-81 0,-2-1-15 15,-1 0-13-15,0 2 76 0</inkml:trace>
  <inkml:trace contextRef="#ctx0" brushRef="#br0" timeOffset="-153127.22">26477 8230 256 0,'6'0'99'0,"2"1"293"0,5 6 0 0,3 2-296 0,7 4-94 0,0 4 0 0,-2 1 8 0,1-2-2 0,5 1-4 0,5-4 0 0,8 1 5 0,1-3-2 16,3 0 8-16,0-1 1 0,3-4-5 0,7 0-5 0,-1-5 10 15,2-2-11-15,0-6 8 0,-3-3-6 0,4-4-3 0,6-2 2 0,4-2-2 16,1-2 6-16,1 0 9 0,-8-2-8 0,0 1-2 0,-1 0-1 15,1 0-2-15,-1-2 3 0,2 1-3 0,-6 0-6 0,-1-2 0 0,0-4 4 16,-6-4-7-16,-6 0 9 0,-1-3-2 0,-6 1 2 0,0-3 0 16,3-6-10-16,-8 2 10 0,-3 1-9 0,-6 2 16 0,-5 6-2 15,-7 4-2-15,-4-3-1 0,-5-1 5 0,-5-2 0 0,-5-3 19 16,-3 0-6-16,-4 0-6 0,-7-2-13 0,-4-1 2 16,-6-1-5-16,-5 3 2 0,-2 3 0 0,-4 5 2 15,-6 2-26-15,-4 2 15 0,-7 2-14 0,-6 4 30 16,-9 4-3-16,-6 2-7 0,-8 2-5 0,-5 5 3 0,-6 7-3 0,-8 6 3 15,-3 9-1-15,-1 5-3 0,-11 1-2 0,-4 7 3 0,-2 7-1 0,-6 7 9 0,3 6-2 16,3 5-3-16,-9 10-5 0,2 0 5 0,2 1-4 16,4-1 5-16,9-3 7 0,7 5-2 0,3 7-23 0,8 3 22 0,8-2-21 0,15-4 32 0,15-7-6 15,15-5-10-15,12 5-13 0,12-4 14 16,15-1-12-16,15-2 15 0,15-7-3 0,15-6-5 0,15 1 1 0,13-4 2 16,11-3 1-16,14-3 14 0,8-8-2 0,14-1-4 0,10-1-17 15,10 0-3-15,10 3-10 0,2 5-54 0,-1 3-48 0,3 1-32 0,4 6-283 16,5 7 266-16</inkml:trace>
  <inkml:trace contextRef="#ctx0" brushRef="#br0" timeOffset="-148741.8">29132 15914 164 0,'-5'-4'-35'0,"1"0"-71"0</inkml:trace>
  <inkml:trace contextRef="#ctx0" brushRef="#br0" timeOffset="-148247.18">29099 15654 17 0,'-6'-3'-3'0,"0"1"15"0,1-1-1 0,0 0-1 0,3 2 32 0,1 1-30 16,0-1 27-16,0 1-14 0,0 0-19 0,1 0-25 0,-2 0 18 0,2 0-14 15,2 1 33-15,-1 2 0 0,-1 1-12 0,2 1-15 16,0 0 38-16,-1 2-28 0,3 2 67 0,-2 0-4 0,1 2-8 0,3 1 1 0,0 1 5 16,0-1-2-16,2-1 7 0,1 2-5 0,1-1-7 0,-1 2-39 0,0 0 30 15,-1 1-32-15,1-3 17 0,0 0-9 0,0 3-18 0,0-1-11 16,0 1 7-16,0 0-5 0,-1-1 19 0,0 0 0 0,1-2-7 0,-1 0-18 16,-1-5 18-16,1 0-18 0,0-2 18 0,-2-1 3 0,-1-1-7 15,1 0-21-15,-2 0 22 0,0-3-17 0,-2 1 32 0,1-1-3 31,-1 1-13-31,-1-1-3 0,0 0 13 0,-1-1-13 0,0 0 8 0,0-2-3 16,1-2-5-16,-1 0-12 0,0 0 14 0,-2-4-7 0,1 0 20 16,-3 0 1-16,2-2-13 0,-1 1-10 0,-2-4 13 0,1 1-14 0,-2-5 12 15,0 3-2-15,1-2-2 0,-2 2-4 0,0-2 4 16,2 0-2-16,-2-1 6 0,1-2 5 0,0 2-4 0,0 1-3 0,-1-1 18 16,2 2-15-16,-2 3 19 0,0 1-2 0,0 1-5 0,1 1 0 15,-1 1-4-15,0 0 4 0,2 2 3 0,-1 0-1 0,0-1 0 0,1 2-7 16,-3 1 18-16,1 1-14 0,2 2 14 0,-1-1-2 0,3 0-9 15,0 3-17-15,2-1 12 0,0 1-13 0,0 0 15 0,1 0-7 16,1 3-9-16,0 1-23 0,0 5 23 0,2-1-17 0,0 8 35 16,0-1-8-16,2 2-10 0,-1 3-6 0,1 1 4 0,-1 1 0 0,1-3 11 15,-1 1 1-15,0-1-5 0,-1 1-12 0,1-2 9 0,1-4-9 16,-1 0 11-16,1-3-2 0,-2 1 0 0,1 3 1 0,-1 1-7 16,0-2 6-16,0-3-3 0,-1 1 1 0,-1-2 5 0,0-1-7 15,0-1 2-15,0-2-5 0,-1 0 4 0,1-1-10 0,1 1-4 16,0-4-48-16,0 2-11 0,1-1-5 0,1-1-76 0,1 1-28 0,2-2-38 15</inkml:trace>
  <inkml:trace contextRef="#ctx0" brushRef="#br0" timeOffset="-147432.46">28699 16803 443 0,'-9'-5'34'0,"0"-1"-14"0,1 4 24 0,4 2-18 0,-1 0 51 0,2-1-11 0,0-1-21 0,1-2-31 0,0 1 23 0,0-1-21 0,0 1 36 15,0 0 4-15,2-2-9 0,0 1-17 0,3-2 22 16,-2 2-25-16,1-3 12 0,1 1-13 0,1 2-13 0,0-1-12 0,2 0 14 0,2 0-7 16,1 0 18-16,0-2-5 0,1 1-12 0,1-1-6 15,1 0 13-15,1 0-11 0,1-2 6 0,1 3-3 16,1 0-6-16,-1-1-1 0,1 1 2 0,-2 1 0 0,-2 1 0 0,-1 3 2 16,-1-2-4-16,0 0-14 0,-1 3 19 0,-2-1-17 0,0 1 25 0,-2 0-6 15,0 1-8-15,-1 2 3 0,1 0-4 16,-2-2 5-16,1 3-4 0,-2 0 2 0,1-1-1 0,-1 3-2 0,1 2 12 0,-1 0-11 0,0 2 11 0,-1 1-5 15,-1-1-5-15,0 3-2 0,-1-1 3 0,-1 4-1 0,0-2 9 16,-3 1 2-16,1-1-6 0,-3-2-11 16,1-1 14-16,0 1-15 0,-1-1 12 0,1 4 0 0,0-3-6 0,-1 2-4 15,0-2 11-15,0-1-7 0,1 1 25 0,-1 0-2 0,0-4-9 0,2 1-19 0,-2 0 21 16,1 0-18-16,1-2 24 0,-1-1-3 16,1-1-7-16,2-1-16 0,0 0 13 0,0-1-9 15,2-3 38-15,1 0-5 0,-1 1-8 0,1-1-26 0,0 0 21 0,0 0-21 0,1 0 20 0,2-1-6 0,1 1-11 0,1 0-13 16,1-2 14-16,2 2-9 0,0-1 20 0,1 0-2 15,0 1-12-15,1-2-11 16,1 2 15-16,-1 0-12 0,2 0 17 0,-2 0-5 0,1 0-5 0,0 0-17 0,2 2 13 0,-2-1-11 0,0 0 4 16,-1 1-4-16,0-2-19 0,0 1-23 0,2 0-3 0,-3-1-11 15,0 1-49-15,0-1-7 0,-3 2-9 0,-2-2-107 0,-2-2-5 16,0 1-29-16</inkml:trace>
  <inkml:trace contextRef="#ctx0" brushRef="#br0" timeOffset="-147246.22">29214 16934 999 0,'-24'-1'366'0,"16"-1"-382"0,0 2 14 0,3 2-1 0,5 1 3 0,2-1-14 0,1 2-10 0,4-1-46 0,2 0 13 16,1 1-14-16,1-2 27 0,0 0 0 0,0-1-1 0,3 0-7 0,-1-1-14 15,1 0 7-15,-2 0-26 0,2-1-4 0,-2 1-1 0,3-1-48 31,-2 1 81-31</inkml:trace>
  <inkml:trace contextRef="#ctx0" brushRef="#br0" timeOffset="-146702.72">29579 16467 2 0,'-11'-6'-1'0,"5"5"59"16,3 0-4-16,-1 0 21 0,0-1-44 0,0 2 30 0,-1 0-30 0,2 0 41 0,-2 3-9 16,5-1-13-16,-1 1 3 0,0 1-3 0,0-2 4 0,-7 4 3 15,1-3-2-15,1 3-4 0,-2-1-24 0,-1 2 19 0,2 0-21 16,0-1 19-16,2 2-5 0,1 1-4 0,1 2-24 15,0 2 3-15,0 0-6 0,1 2 9 0,0-1-4 0,1 0-8 0,1 1-13 16,0-3 15-16,0-1-12 0,2 1 23 0,0-1-7 0,1-2-5 0,0 0 6 16,0-3-4-16,1 2 8 0,-1-2-1 0,0-2 3 15,1 1-4-15,0-2-2 0,2-1 10 0,-1 1-11 0,0-2 3 0,-1 0-4 16,0 0-2-16,0-1 1 0,1 0-4 0,-1-1 6 0,0-1 1 0,1-1-3 16,0 1-2-16,-2-1-11 0,2-2 11 0,-5 1-10 0,0-2 7 15,0-2 0-15,0 2-4 0,4-3-6 0,2-2 2 0,-2 1-1 0,1-1 14 16,0 0-3-16,0 0-2 0,0-1-16 0,1-1 12 0,0 3-11 15,-1-3 17-15,1 4-1 0,-2 3-4 0,1 0-13 0,-1 4 8 16,-1 1-6-16,-1-1 22 0,0 2-2 0,-2 0-6 0,2 0-11 16,-1 1 11-16,1 0-9 0,0 2 11 0,0 2 2 0,1 1-1 0,1 2-7 15,-1 1 14-15,1-2-10 0,-2 4 25 16,0-2-4-16,0 0-12 0,-1 1-8 0,2 1 8 0,-3 2-9 0,2-1 0 0,-1 1-1 0,0 1-4 16,0-2-2-16,2 3 4 0,-1-1-1 0,0 0 3 0,0 1 4 15,2-2-7-15,-2 1-16 0,2-3 22 16,0-2-19-16,1 3 26 0,0-3-7 0,-1 2-8 0,2 1-10 15,1-1-13-15,-1-2 5 0,3 0-36 0,0 2-6 0,0-4-5 0,1 1-50 16,2 0-25-16,-1-2-8 0,2-1-148 0,4-1 174 0,2 4-21 16</inkml:trace>
  <inkml:trace contextRef="#ctx0" brushRef="#br0" timeOffset="-145077.42">29980 16495 657 0,'-3'-10'124'0,"-5"4"-107"0,0 0 21 0,1 2-37 0,3 3 17 0,0 0-16 0,3 1 3 0,1 0-3 0,0 0-2 0,0 0-8 0,1-2 3 0,2 2-3 15,0-2 15-15,0 0 4 0,1 0-6 0,-1-2-5 0,1 2 21 0,-1 0-16 16,-1 0 25-16,0-1-5 0,1 2-11 0,0 0-12 0,0 1 9 16,2 0-6-16,2 0 24 0,-2 1-2 0,1 0-1 0,1 0-13 15,-1 1 22-15,1-2-17 0,1 1 26 0,-2 0-9 0,-4-1-11 16,-2 2-16-16,1-1-4 0,-1 1 2 16,6 2 4-16,-1-1 1 0,1 1-2 0,-2-1-30 0,1-1 31 15,-2 0-28-15,2 2 36 0,-2-1-6 0,0 1-12 0,0-1 1 0,0 0 0 0,-2 1 5 0,-1 0 9 0,0-1 4 16,0 4 0-16,-3 1-3 0,-1 0 16 0,-2 3-13 0,-1 2 14 15,0 1-1-15,-1-2-5 0,2 2-3 0,-2-3 0 0,1 0-1 16,7-3 7-16,0 0-4 16,2-3-2-16,2-1-28 0,-3-1 18 0,0 0-17 0,-1 0 27 0,1-2-8 0,2 0-12 0,4-1-14 0,8 0 14 15,3 0-8-15,5 0 16 0,1 0 1 0,0 0-11 16,2 0-6-16,-2 3 8 0,-1 2-9 0,-1 2 4 16,-4 4 1-16,-4 2 0 0,-2-1 0 0,-6 0-1 15,-2 2 1-15,-4 1-3 0,-5 2 7 0,-4 3-1 0,-5 0-10 16,-5-1 19-16,-3 3-17 0,-1-3 21 0,-3 3-1 0,-1-2-3 0,-5-2 13 15,2 0 3-15,1-3 1 0,2-1-5 0,9-2 0 16,1-2-8-16,4-2-17 0,4-1 16 0,0-4-18 0,4-2 4 0,4-1-16 16,4-1-17-16,6-2-57 0,6-6-45 0,3 1 6 0,-2-4-203 15,3-1 196-15,11 3-23 0</inkml:trace>
  <inkml:trace contextRef="#ctx0" brushRef="#br0" timeOffset="-144645.98">29452 15471 490 0,'-30'-6'318'0</inkml:trace>
  <inkml:trace contextRef="#ctx0" brushRef="#br0" timeOffset="-143613.72">29366 15468 1111 0,'-23'6'-2'0,"17"1"3"0,0 2 4 0,-1 4-4 0,0 1-3 0,-2 2 12 0,-2 5-11 0,1 2 11 0,-1 1-5 0,-1 0-4 0,-1 3 7 15,1-2-1-15,1 0 7 0,1-3 10 16,2-1 2-16,0-4-1 0,2-2-10 0,2-1 23 0,1-3-19 0,0-3 24 0,2-2-9 16,1-2-12-16,2-4-9 0,2 0 1 0,-1-1 3 0,2-3 23 15,2 4-9-15,1-3-3 0,5 0-24 0,1-5 9 16,2-5-9-16,3-1 12 0,0-1-7 0,4-1-6 0,0 1-16 16,3 0 16-16,-1 0-9 0,-1 3 23 0,-1 0-2 0,-3 2-13 0,1 2-2 0,-1 1 2 15,-2 1-4-15,-3 3-3 0,-7 1 5 16,-3 2 2-16,-3 0-20 0,0 3 19 0,4 1-17 0,-2 0 35 0,-2 2-8 15,0-1-8-15,-2 3-8 0,-2 1 5 0,-1 2-2 0,-1 1 10 16,-2 1-4-16,-1-1-4 0,3 2-8 0,-1-2 7 0,0 2-2 0,-1-2 21 0,-4-2-6 16,1 1-6-16,1-2-6 0,2-1 0 0,3-3 0 15,1-2 0-15,1-3-1 0,2-2-2 0,2 0-2 0,3-1 4 0,3 2-2 16,1 1 12-16,1 0-1 0,1-3-4 0,-3 1-15 16,2-6 13-16,-1-1-11 0,2 2 18 0,5-2-5 0,2 1-6 0,-1 3-9 0,-1 1 12 15,0 1-6-15,-3 2 13 0,-1 0 3 0,-2 1-11 0,-2 0-12 16,-1 2 16-16,-2 0-14 0,0 0 16 0,-1 2-5 0,-2-1-5 0,-2 3 2 15,0-1-2-15,-1 2 4 0,-1 0 4 0,-2 1 1 0,-1 0-4 16,-1-1-8-16,-1-3 10 0,0-1-9 0,1 0 14 0,-1-1-1 16,3 2-4-16,1-2-7 0,0-1 2 0,1 1-2 0,1-1 10 0,0-1-3 15,0 0-4-15,3 1-5 0,0-1 7 0,0 0-3 0,4 0 6 16,-1 0 3-16,2 0-5 0,-2-1-10 0,3 0 11 0,0-1-10 16,0 1 8-16,-1 0 4 0,1 0-4 0,0 1-13 15,1 0 19-15,-1 0-17 0,0 0 22 0,-1 0-4 0,-1 0-8 0,-2 1 0 0,1-1-3 16,-2 1 3-16,1-1-1 0,-1 0 2 0,2 0 0 0,0-1-14 15,-1 0 20-15,2-2-17 0,0-1 21 0,-2 2 0 0,3-3-9 0,0 2-14 16,1 0 14-16,1 2-11 0,-1-1 15 0,0-4 4 0,0 1-10 16,-1 1-12-16,-1 1 19 0,-3 0-18 0,1 1 21 0,-3 0-4 15,-1 2-6-15,0 0-13 0,-1 2 15 0,0-1-8 16,-1 3 24-16,-1-1-5 0,-3 4-13 0,-1 1-5 0,-3-2 7 0,-4 2-4 16,0 1 7-16,-2 0-4 0,1 1-6 0,-2 0 1 0,-1-1 4 15,0-3 0-15,-2 3 10 0,1-5 0 0,1 0-6 0,-1-1-5 0,3-2 4 16,0-1-4-16,2 0 8 0,0-1-1 0,2-3-2 0,1-3-17 15,0 0 13-15,0 0-11 0,-1 0 22 0,1-2-2 0,3 0-5 0,-2-2-19 16,0 1 19-16,-2 3-17 0,1-2 19 0,0 0 0 0,1 1-8 16,1-2-9-16,2 2 10 0,-1 2-7 0,0 2 14 0,3 1 2 15,-2 1-8-15,2 2-20 0,-1 0 29 0,-1 0-26 0,0 0 33 16,1 0-5-16,5 1-12 0,-1 0-2 0,1 0 1 0,1 1 2 16,-4 0 6-16,-2 0 1 0,1-1-2 0,-1 1-24 0,1 0 22 0,1-1-19 15,-1 0 32-15,2-1-6 0,1 0-10 0,1 0-2 0,0 0 1 16,0 0 1-16,1-1 1 0,1 0 3 0,2-2-6 0,0 1-7 15,2-1 17-15,-1-1-14 0,0 0 9 0,0 0 4 16,0 2-3-16,0-1-7 0,-5 1 6 0,0-1-8 0,0-1 5 0,0 3 5 0,4-1-4 16,-1-2-7-16,2 1 12 0,-1-1-13 0,1 0 13 0,-1 1 2 15,0-1-1-15,0 0-23 0,-1 1 16 0,2 1-14 0,-2 1 23 0,0 1 1 16,-1 0-11-16,-1 0-6 0,1 0 10 0,-1 1-8 0,0 0 10 16,-1 2 0-16,0-1-5 0,0 1-8 0,0 2 8 0,-1 0-6 15,-1 0 15-15,-1 2-3 0,0-1-5 0,0 0-8 0,-1 1 11 16,0-2-8-16,0 0 15 0,0 0-4 0,2 0-7 0,-1 0-11 15,0-1 14-15,1-1-8 0,0 1 26 0,1-2-8 0,1-1-10 0,0 2-9 16,1 0 8-16,0-1-6 0,0-1 8 0,1 2-1 0,2 1-5 0,-1-2-5 16,3 2 4-16,1-1-3 0,-1-1 18 0,2-2-1 15,1 0-2-15,2 0-10 0,2-1 1 0,-1 1-3 0,0 0 2 0,2 1-1 16,-2-1-2-16,3 2 4 0,1-2 0 0,-1 0 1 0,1 0 8 16,1 0-6-16,0 0 1 15,2 1-8-15,0 1-1 0,0 1 2 0,-1 0 7 0,-1-1-1 0,-3 2-2 0,2-1-12 0,-2 0 8 0,0 1-6 16,1-2 17-16,-2 0 2 0,1 1-6 0,-1-2-14 0,2-1 18 15,-1-1-17-15,3-3 16 0,-6 0-1 0,1-2-6 0,2-3-14 16,3 1 19-16,7 4-12 0,2-1 25 0,-3 2-4 0,2 3-14 0,-2-3-13 16,1 1 12-16,-3 1-9 0,1 2 21 0,-3 2 0 0,-4-1-5 15,0 2-21-15,-5 1 14 0,-2-3-14 0,-2 0 26 16,-3 1-3-16,0-2-6 0,-1 4-5 0,-2 0 9 0,0-1-7 0,-3 3 9 16,1-1 1-16,0-1-5 0,1 1-19 0,1-2 14 0,0 0-14 15,2-1 19-15,2-1-15 0,4 0-12 0,3-1-54 0,4-1-11 0,3 0-12 16,3-1-117-16,1-3-106 0,6 4-74 0</inkml:trace>
  <inkml:trace contextRef="#ctx0" brushRef="#br0" timeOffset="-142530.92">22306 16112 466 0,'-16'5'112'0,"2"0"160"0,4 0-194 0,2-1-49 0,3-1 0 0,3-1-6 0,1-2-8 0,1 0-5 0,1 0-5 0,0-1-2 0,2-2 4 0,2-2 3 0,2 0-2 0,-1-1-5 15,3-1-11-15,0 0 21 0,3-2-16 0,0-1 28 0,0-1-5 0,3 2-13 16,2-1 7-16,1-1-6 0,0 0 8 0,0-3-1 0,-1 1-1 0,1-2 0 16,1 1-14-16,0-1 14 0,0-2-12 15,-1 2 12-15,0-2-4 0,0 0-10 0,-1-1-8 0,-5 0 6 0,0 2-5 0,-1 4 14 0,0 2 2 16,4 2-4-16,2 1-14 0,-2 0 15 15,-2 3-15-15,0 3 11 0,-4 1 0 0,-3 1-5 0,1 3 3 16,-1 3-2-16,-2 0 3 0,-2 2 2 0,-1-2 3 0,-1-1 0 0,-1 2-23 0,-2 2 24 0,-1 3-21 16,-1 1 30-16,-1 0-3 0,2-1-9 15,-2 0-23-15,1-1 22 0,-1-3-18 0,2 2 33 0,-1-4-2 0,2-2-14 0,0 1-20 16,2-5 24-16,1-1-21 0,0 0 34 16,3 0-6-16,1-1-13 0,2-2 14 0,0-2 0 0,1 0 7 0,2-3 5 0,1-1-5 15,3-2-8-15,0-3-13 0,2-3 9 0,0-1-9 0,3-1 10 0,1 2-4 0,2 3-4 16,1 0-2-16,-1 2 1 15,2 1 0-15,-3-2-1 0,-1 3 2 0,-1 2-3 0,0 4-5 0,-2 3 13 16,-2 1-12-16,-1 4 5 0,-3 4 0 0,-1 1-3 0,-1 2-8 16,-1 3 9-16,-2 0-6 0,-1-2 20 0,-3 1-4 0,-1-2-5 0,-1 4-21 15,-2 2 21-15,0-2-16 0,1 0 29 0,-2-5-4 16,3-1-10-16,0-2-16 0,1-1 17 0,2-3-12 0,1-3 26 0,1 2 0 0,2-4-10 16,-1 1-6-16,4-4 18 0,-1 0-14 15,-2-2 15-15,-2 0-4 0,2-1-8 0,3-1-2 0,3-1 1 0,3 1-1 0,0-1 0 16,1-1 1-16,0 2-4 0,-1 1-9 15,-1-1 11-15,0 0-10 0,-1 3 11 0,-2 3-1 0,2-2-5 0,-1-1-6 16,1-3 2-16,1-1-1 0,1 0 16 0,-2-3-1 0,0 2-3 0,3-6-17 0,3 0 16 0,2-1-15 0,0-1 17 16,1 0-3-16,1 0-6 15,0 0 1-15,4 1-1 0,0 1 2 0,-1 4 4 0,-6 3-3 0,-2 4-3 0,1 0-46 0,2 5-2 16,3 1-20-16,-1 4-59 0,-3 1-21 0,-4 2-14 0,-2 2-113 0,2 3 150 16</inkml:trace>
  <inkml:trace contextRef="#ctx0" brushRef="#br0" timeOffset="-141872.54">22579 17167 1082 0,'-20'-4'-2'0,"15"0"15"0,-3 2 4 0,5 2 2 0,1-2-7 0,2 2 3 0,0-1-7 0,2 0-10 0,1 0 1 0,3-2 0 0,1 2-9 0,-1-1 9 0,1 0-7 0,0-1 13 0,-5 1 0 0,2 0-5 16,-1-1-22-16,0-1 30 0,5 1-23 0,0-2 37 0,0 3-10 16,1-4-13-16,2 3-11 0,0-4 12 0,1 2-6 15,1-1 17-15,-1-2-1 0,1 2-10 0,0-2-51 0,1 0 30 0,1 1-34 0,0-2 17 16,0 1-24-16,0 1-25 0,3 0-84 15,2-2-31-15,2 0-8 0</inkml:trace>
  <inkml:trace contextRef="#ctx0" brushRef="#br0" timeOffset="-141197.91">22979 16755 382 0,'-13'0'38'0,"1"1"-24"15,1-1 90-15,3 1-25 0,2 0-12 0,1-1-58 0,1 0 36 0,1 0-34 0,0 0 41 0,1-1-9 0,0-1-18 0,1 0-18 0,0 0 5 0,0-2-6 0,1 1 11 16,0 1-3-16,-1-1-4 16,1 2-16-16,0-2 22 0,0 2-17 0,0 0 35 0,0-2 1 0,2 1-8 0,0-2 16 0,0-1-2 0,3 1 4 15,1-2-5-15,0-2-3 0,3 1-7 0,2 1-15 0,2-2 12 16,1-1-14-16,2 2 2 0,-1-1-2 0,0 2-6 0,1-1-8 0,0 2 5 31,-1 1-5-31,-7 3 6 0,-1 0 1 0,0 1-6 0,-1 4-6 0,5-2 13 16,0 3-12-16,1 0 10 0,0 2-2 0,-1 2-5 0,0 1-10 15,-1 3 9-15,-2 0-5 0,0 5 26 0,-2-1-3 0,-1 4-5 0,0 3-27 0,-1-2 22 0,-3 4-20 0,0-1 26 0,-1-2-1 32,-3 2-10-32,0-2-1 0,-2-2 1 0,1-1-1 0,-2-2 6 0,0-1 2 0,-1-1-2 0,-1 0-11 0,-1 2 9 0,1-1-9 15,1-2 13 1,3-1-2-16,-1-2-4 0,1 0-10 0,0-4 7 0,2 3-5 16,-1-2 28-16,0-2 2 0,2-3-1 0,0-1-29 0,1-2 26 15,0-1-25-15,0 1 28 0,0-1-12 0,0 0-13 0,0 0 3 0,2-1-4 16,1 1 6-16,-1-1 2 0,0-2 0 0,2 1 0 0,0-1-11 0,0-1 8 0,2 0-7 0,1 1 10 0,1-3-2 0,2 3-3 15,0-3-31-15,-1 1 8 0,1 0-11 0,0-1-2 0,1 1-12 32,1 0-17-32,0-2-36 0,0 2-28 0,1-1 3 0,0-1-112 0,1 1 136 15,2-1-8-15</inkml:trace>
  <inkml:trace contextRef="#ctx0" brushRef="#br0" timeOffset="-141022.21">23705 16910 783 0,'-14'21'-320'0,"8"-7"500"0,0-3-56 0,0-1-124 0,1 3 3 0,2-1 11 0,1 0-11 0,2 0 1 0,0-1-4 0,1-1-5 0,1 1-17 0,1-1-26 0,3 3 12 0,0-3-26 0,-2-2 10 15,-1-3 20-15,1-3-99 0,-2-1 24 0,1-1-43 0</inkml:trace>
  <inkml:trace contextRef="#ctx0" brushRef="#br0" timeOffset="-140386.18">23760 16413 716 0,'-18'-19'-22'0,"8"7"48"0,2 1 1 0,2 2 3 0,0 0-2 16,1 2-7-16,1 2 4 0,2 0-13 0,-1 2-3 0,1 1-8 0,0-1-10 16,1 3 9-16,-1-2-10 0,-1 2 3 0,0 0 0 15,-1 0 0-15,-1 1 0 0,-1 2 2 0,2-1 3 0,1 1 20 0,-1 1-3 16,2-1-5-16,0 5-11 0,-1 1 18 0,2 1-15 0,0 1 21 16,1 0-1-16,0 2-11 0,1 0-15 0,2 2 18 15,-1 2-14-15,0-2 26 0,1 0-4 0,2 1-15 0,-1-2-21 0,2 1 20 0,0-1-18 16,-1 2 27-16,1-1-7 0,1-1-8 0,-1 0-8 0,1-4 5 15,1-1-1-15,0-2 23 0,-3-3-1 0,2-1-4 0,-1 0-12 0,0-2 23 16,1-1-18-16,0 0 40 0,-1-2-9 0,-1-2-4 0,1 0-34 16,1-2 14-16,-2-2-13 0,3-1 21 15,-1-1-1-15,0 0-14 0,0-5-9 0,0 1 12 16,-1 3-14-16,0-2 6 0,0 2-2 0,-1-1-5 0,-1-2 0 0,-1 1-1 0,0-2 3 0,-2 1 7 0,0 0-2 16,-1 2-1-16,1-1-6 15,-1 3 8-15,0 2-6 0,-1 2 13 0,1 1-5 0,-1 4-5 0,1-1 0 0,0 2 1 0,-1 0 1 0,1 2 8 16,-1-1 1-16,-1 5-2 0,1 1-9 15,0 2 13-15,1 0-12 0,-1 2 17 0,1-1-2 0,0 1-3 0,0 0-3 0,1-1-2 16,1 3 3-16,3-1 7 0,-1-2 0 0,2 0 0 16,1 3-8-16,2-2 7 0,0 2-9 15,0 1-4-15,2 0 0 0,-1 0-4 0,2 2-14 0,1-2 15 0,-1 0-11 0,0 0 27 0,1 1-5 0,-1 3-12 16,2 3-12-16,-2 1 4 0,0-3-6 0,0 0-13 0,-5-5-15 16,1 0-15-16,-4-2-20 0,-2-3-7 15,1-2 2-15,0 1-55 0,2-3-18 0,2 2-29 0</inkml:trace>
  <inkml:trace contextRef="#ctx0" brushRef="#br0" timeOffset="-139929.65">24167 16363 1000 0,'-22'1'27'0,"3"2"-78"0,2 1 69 0,8-1 1 0,2 1-7 16,2-1-26-16,2-2 26 0,1 2-26 0,0-2 24 0,2-1-10 0,0 0-16 0,0 0-3 16,2 0 0-16,0-3 4 0,0 2 15 0,0 0 1 0,0 0-1 0,2-1-4 15,-1 1 13-15,1 0-11 0,-1-2 12 0,1 2 1 0,0 0-5 16,0 1-3-16,1-3 13 0,-1 2-7 0,1-2 32 0,-2 2-11 15,2 0-12-15,0 1-24 0,1 1 15 0,0 1-14 0,-1 2 18 16,2 0 6-16,-2 3-4 0,0 1 11 0,-1 0-1 0,0 1 2 16,-1 1 14-16,-2 4 3 0,0 1 1 0,1 2-23 0,-2-1 18 15,0-1-21-15,0 1 6 0,0-5-7 0,1 2-10 0,0-2-9 0,1 0 2 16,3-1 0-16,0-2 13 0,3-1-2 0,1-2-7 0,2 0-2 0,2-2 4 16,2 1-7-16,4-2 0 0,0 1 0 0,3-3 2 0,0-4-6 15,1-2 8-15,-1-1-4 0,1 4 10 0,-3 0 2 0,-1 3-10 16,-2 4-23-16,-4 3 25 0,-1 5-24 0,-6 1 28 0,-1 1-1 15,-5 1-9-15,-3 1 5 0,-2 3-3 0,-4 3 5 0,-2 1 0 0,-3 2-2 16,0 0 0-16,-2 0-7 0,-1-3-1 0,-1-2-2 16,1 0-8-16,0-2-8 0,2-4-6 0,-1-4-23 0,0-4-10 0,3-3 0 0,0-3-33 15,2-1-19-15,0-6-10 0,1-4-168 0,2-6 180 16</inkml:trace>
  <inkml:trace contextRef="#ctx0" brushRef="#br0" timeOffset="-139424.21">23393 15853 367 0,'-16'-11'73'0,"4"2"-54"0,1 0 13 0,2-3 18 0,4 2 17 0,2-6-8 0,2 0 4 0,1 2-9 0,0-1-14 0,3-1-3 0,2 0 2 16,0 0-1-16,3 0 0 0,1 0-2 0,3 2-6 0,3-2-22 16,1 0 21-16,-2 3-22 0,1-1 13 0,-2 3-5 0,0 1-11 0,-1 1-19 15,2 2 16-15,-3 2-10 0,0-1 29 0,-1 2-3 0,0 0-11 16,0 1-12-16,0 0 12 0,-1-1-13 0,0 2 10 0,-3 0-4 0,0 1-4 15,-2 1-12-15,-5 0 15 0,-1 1-7 0,-2 0 31 0,0 2-6 16,3 2-16-16,1 1-2 0,0 5 7 0,-4 0-6 0,0 2 2 16,-10 4 0-16,1-1-4 0,-3 3 8 0,-2 1-6 15,1-1 7-15,0 3 2 0,-1-2 7 0,1 0 4 0,-2-2 0 16,0 2 14-16,2-5-13 0,3-3 7 0,4-2-4 0,3-3-4 0,3-4 0 0,0-2 0 16,3-1 1-16,1 0-6 0,0-1-1 15,1-2-8-15,3-3-19 0,0 0 25 0,2-3-23 0,1 0 24 0,-1 0-5 0,1 1-9 16,-1 0 2-16,-3 3 0 0,-1 3 4 15,-2 0 1-15,-4 2 1 0,-3 0-6 0,-4 3-5 0,-4 2 9 0,-3 3-8 16,-3-1 5-16,-3 4 7 0,0 2-2 0,-4-2-10 0,-3 3 7 16,1-2-9-16,-1-2 14 0,1-2 2 0,3-2-1 0,6-2-15 0,1 2 23 0,3-2-19 0,4-3 23 15,0-1-5-15,4-1-12 0,6-4-17 0,4-1 9 0,7-6-12 16,6 0-33-16,7-3-30 0,5-4-42 0,0-8-185 0,10-8 195 16</inkml:trace>
  <inkml:trace contextRef="#ctx0" brushRef="#br0" timeOffset="-138696.28">29308 15682 559 0,'-8'-7'155'0,"0"1"229"0,4 2-285 0,2 3-84 15,2 1 7-15,0 0-24 0,2 1 0 0,2 2 2 0,3 1-10 0,2-1 9 0,2 3-6 0,1-1 21 0,3-2 2 0,3 1-4 0,1-2 19 0,3-2 11 16,2 0-3-16,2-3 20 0,2-2-4 0,-1 0-2 0,-2-4-26 0,2-1 12 16,4-2-12-16,4-1 15 0,4-2-7 0,1 1-14 0,2-2-25 15,-1 1 20-15,0 2-20 0,-3 3 16 0,-5 1-8 0,-5 1-11 16,2 3 10-16,-4 0-6 0,-4 0 9 0,-6 2 3 0,-5 1-4 16,-3 1 3-16,0 1-27 0,1 0 19 0,-1 1-16 0,-1 1 27 15,-4 0-3-15,0 2-7 0,-2-1 0 0,-1 3 1 0,-1-1 2 0,-2 2 12 16,-3 0-2-16,1-1-2 0,-2 2-5 0,1 0 0 0,1-1-2 15,0-2-2-15,3 0 0 0,2 2 2 0,1-3-8 0,2 2 0 16,2-1-1-16,3 0 12 0,1 0-4 0,4 1 0 0,7 0-4 16,3 0-4-16,3 0-1 0,4-1-40 0,-1 0-17 0,6 0-19 0,5 0-82 15,3 0-20-15,4-2-21 0,3-2 31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51:22.25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5495 10590 183 0,'-3'-13'21'0,"2"1"-61"0,-1-1 111 0,0 4 4 0,-1 0-18 0,0 3 8 0,0-1-4 0,-1 1-7 0,1 2-7 0,-2-1 12 0,1 2-8 16,-1-1 21-16,1 2-14 0,-2 1-12 0,2-1-32 15,-2 2 20-15,1 0-19 0,0 0 20 0,1 0-10 0,-1 2-16 0,2-1 4 16,1 1-3-16,-1 0 3 0,2-1-11 16,0 2 0-16,1-2-5 0,0 1-18 0,2 2 26 0,1-1-20 0,0 2 32 0,0-1-6 0,2 1-13 0,0-3-1 15,1 2 0-15,2 0 2 0,0-1 1 0,0 0 3 0,1 1-2 16,1 0-11-16,0 0 17 0,1-1-15 0,1 0 16 0,1 1-1 15,0-1-8-15,3 2-8 0,0 0 11 0,0 1-4 0,2 2 22 16,-1-1 2-16,1 0-10 0,2 1-9 16,3 0 15-16,-2-1-16 0,-3 1 12 0,-1-2-3 0,2 1-2 0,4-1-15 0,4 1 6 0,2-2-3 15,-1 0 18 1,-1-1-2-16,3-3-7 0,5-1 1 0,3 0 13 0,3-1-8 0,-1-1 11 16,-1 0-4-16,-1-2-4 0,2 1-13 0,-5 0 9 0,0-1-5 0,0 1 22 0,-1-2-6 0,3 2-9 0,2 0-15 15,1-1 7-15,1 2-6 0,2 0 8 16,-4-1-3-16,-2 2-4 0,1 0 0 0,-2 0 2 0,-4-1 3 0,-1-2 14 15,1 2-3-15,-1-1 0 0,6-2-16 0,1 1 13 0,2-1-13 0,0-1 17 16,3-1-4-16,-2 0-7 0,3-1 1 0,1 0-6 0,-3 1 5 16,-4-2 2-16,0-3 0 0,-2-1 1 0,2-1-17 0,4 2 11 0,-3-3-11 15,1 3 13 1,-1 1 0-16,-1 2-5 0,-2 0-1 0,-2-1 2 0,-2 0-1 0,-3 0 6 0,-4 2 1 0,-7 0-6 0,-1 2-18 16,-2 1 21-16,-1 0-17 0,4 2 27 15,-3 2-7-15,-1 0-11 0,-2 1-4 0,-3 0 6 16,0 2-2-16,-1 1 11 0,0 1 1 0,0-1-6 0,0 4-38 0,0-2 10 15,1 1-25-15,1 2-49 0,1-2-17 0,2 2-27 0,5-2-126 0,5 0 162 0</inkml:trace>
  <inkml:trace contextRef="#ctx0" brushRef="#br0" timeOffset="16505.64">2978 7105 256 0,'-54'0'31'0,"35"-1"153"0,4 0 6 0,5 1-160 0,5 0 18 0,1-1-47 0,2 1 48 0,2 0-15 0,2-2-28 0,3 1-7 0,0-2 14 0,3 1-10 0,4-3 22 16,0 2-9-16,2-1-7 0,6 2-6 0,1-1-4 0,3 1 4 15,2 0 5-15,0 0 0 0,1 2-1 0,2 0-4 0,0 0 7 16,-1 0-5-16,-1 0 9 0,-4 0-2 0,1 0-1 0,-6 0-10 16,0 0 9-16,1 0-6 0,1 0 19 15,4 0 0-15,-2 1-10 0,2-1-20 0,-2 0 25 0,3 1-22 0,1-1 30 16,2 2-9-16,2-2-9 0,2 1 3 0,2 0-10 0,1 1 13 0,-1-2-1 0,-1 2 2 15,-1-1 0-15,-3 1-8 0,2 0 16 0,1 0-14 16,0-1 20-16,6 0-10 0,0 2-7 0,5-2-11 0,5 1 7 16,1 0-2-16,2 2 16 0,-4-1-2 0,-2-1-8 0,-3 2-8 0,2-2 10 15,-1-1-10-15,1-1 9 0,5 0-3 0,4 0-5 0,4 0-1 0,4 0-2 16,-3 3 3-16,-4 0-3 0,-7-2 4 0,-3 1-1 0,1-2-5 16,3 2 11-16,5 0-12 0,3 2 5 0,1 0-1 0,0 2-3 0,-2 1-8 15,-7-2 8-15,0 3-5 0,0-5 20 0,-2 2-2 0,9 1-7 16,5-3-6-16,4 0 6 0,3 2-6 15,-2-2 2-15,-7 1-2 0,0-2-7 0,2 1-1 0,5-3 9 0,8 0-2 0,2 0 16 0,0-2-3 16,-8 0-9-16,1-1-6 0,-3-1 5 0,1-1-6 0,10 1 5 16,-5 2 0-16,2 1 0 0,-2-1-8 0,-7 2 5 0,-1 0-3 15,0 0 15-15,1 3 1 0,3 1-7 0,5 2-15 0,-4-2 17 16,-4 1-17-16,-1-2 21 0,-5-1-2 0,6 1-5 0,8-2-17 0,1 2 13 16,1-2-11-16,-6 0 25 0,-1-1-3 0,0 0-6 0,8-2-7 15,8-2 7-15,0 0-5 0,2 1 8 0,-10-2-3 0,0 0-8 0,4-3-4 16,2 1 8-16,5 0-5 0,-2 2 10 0,-6 0 2 0,-5 0-3 15,2-3-18-15,1 1 21 0,4-2-18 16,-2 2 25-16,-9 3-4 0,-6-1-7 0,-1 0-1 0,-3-1 3 16,2 1 2-16,2 0 14 0,-4 2-5 0,-1 2-9 0,-1 1-7 0,-7-2 13 0,3 0-11 15,-3-3 9-15,-2 0-2 0,5-2-3 0,1 3 4 0,0 1 1 0,-1-3 1 16,1 1 9-16,-7-2-6 0,-5-2-2 0,4 0-14 0,-4 0 6 16,1 1-5-16,5 0 13 0,-5 1-9 0,0 0-8 0,1 2 4 15,-1-1 5-15,-3 2 0 0,-2 0-1 0,-4 2 0 0,-8 2-4 0,-1 0-13 16,0 0 14-16,0 1-10 0,4 1 18 0,-3 3-19 15,-1 1-16-15,-3 1-44 0,-1 2-8 0,1 1-4 0,-3 3-52 0,-1 0-21 16,1 2-24-16</inkml:trace>
  <inkml:trace contextRef="#ctx0" brushRef="#br0" timeOffset="18434.05">13416 6816 272 0,'-3'-2'19'0,"2"-4"12"0,0 4-35 0,1 1 13 0,1 1-13 0,0 0 23 0,2 1-2 0,-1 0-12 0,1 2-11 0,1 1 14 0,-1-2-14 0,-1 2 11 16,2 0-2-16,-2 1-4 0,0 1-6 0,2 3 14 0,-2 2-6 16,0 1 29-16,1 2 4 0,-1 3-11 0,0 1-2 0,-2 1 12 0,1-1-16 15,-1 1-2 1,0-2-2-16,-1 2 1 0,0 0-2 0,0 1-3 0,-1-4 3 0,1 0 4 0,1 0-4 0,0 0-6 0,0 2-7 16,3-1 12-16,-1 0-11 15,1 0 14-15,1-1-4 0,1 0-4 0,1-1-13 0,0 3 4 0,2 0-3 16,0 0 17-16,0 0 0 0,1 1-4 0,1 0-13 0,0 0 11 15,3-1-10-15,-1-1 16 0,1 0-1 0,1-5-2 0,3 2-14 0,0-1 14 0,1 0-8 0,1-1 31 16,-7-2-4-16,3 0-12 0,1 0-27 16,5 1 27-16,6-2-24 0,2-3 32 0,-1 2-4 0,0-3-15 0,3-3-4 15,3 1 5-15,1-1-4 0,3 2 8 0,-1 1 1 0,1 1-5 0,4-3-17 0,-3 1 22 16,-3-1-19-16,1-1 28 0,-1 2-7 0,2-3-10 16,7 2-4-16,1-2 2 0,1-1 3 0,2 0 12 0,0 0 0 0,-1 2-6 0,2-1-9 15,-6 1 11-15,1 1-11 0,-1 0 10 0,1-1-4 0,7-1-3 16,2-2 5-16,2 0 2 0,1-2 3 0,2 1-1 0,-5 0 3 15,-3 2-7-15,5-1-18 0,1-1 25 0,2-4-23 0,7 3 27 16,-2-3-8-16,3 1-10 0,-1 2-6 0,-4-3 9 0,-1 1-4 16,0 1 14-16,3 2-3 0,3 1-13 0,6-2 1 0,-1 2 10 0,-5-2-7 15,-1 1 9-15,-4-1-2 0,4-3-4 0,8 2-16 0,-1 0-2 16,66 4 23 0,-137 0 20-16,126-1-35 0,-57-1 3 0,7 0 7 15,-2-1-5-15,0 2 4 0,-7 1 2 0,62 5-24 0,-132-5 30 16,140 8-30-16,-63-6 31 0,-2 0-3 0,-5 0-8 0,2 1-12 0,-5-2 12 15,2 2-10-15,1-2 17 0,2 4-2 0,1-2-6 0,-1 0-3 16,-3 0 1-16,0-2-1 0,-1 1 14 0,0 0 0 0,5 2 0 0,3-1-20 16,0-1 16-16,-4 1-15 0,0-1 11 0,-1-1 1 15,3 5-6-15,87 3-2 0,-159-7 14 0,152-2-19 16,-78-1 8-16,2 0 0 0,9 1-17 0,-2 1 26 0,1 1-21 16,-6 4 26-16,-3-1-5 0,0-3-11 0,7 3 0 0,2-3 10 15,0 1 0-15,-3 0 36 0,-6 0-8 0,0-1-8 0,6 5-28 0,1-1 23 16,-2-1-19-16,-2 0 22 0,-2-4-4 0,0-1-8 0,7 3-22 15,2 1 14-15,-3 0-9 0,-3 2 22 0,-3-2-1 0,-2-2-11 0,91-2-2 16,-164 0-13-16,159-5 14 0,-83 2-5 0,0-3 1 16,6 0 1-16,0 1-3 0,2-2 5 0,-5 1 7 15,-2 0 4-15,0-2 2 0,4 0-13 0,1 1 17 0,-2 2-15 16,-4-1 13-16,-3 5-11 0,0-3-9 0,3 0 4 0,4 2 0 0,-3-3 6 16,-2 2 2-16,-8-2-5 0,0 1-4 0,0-2-12 0,1 3 12 15,-1-2-9-15,-2 3 15 0,-4 2 0 0,-4-3-8 0,2 0-13 0,-5 3 12 16,-2 0-9-16,-1 0 27 0,-3 0-6 0,-3-1-9 0,2-1-3 15,-3 0 0-15,-4-1 1 0,-1-3 8 0,-11 1-1 0,-1-1 2 0,2-2-16 16,-1-2 17-16,3 0-12 0,-5-1 32 0,-4 0-9 0,-2-1-10 16,-2 0-22-16,-3-1 14 0,-1 3-10 0,-4-3 21 15,-3 0-4-15,-1 1-9 0,-3 1-21 0,0-3 1 0,-3 0-8 0,-1-3-25 16,-1 0-14-16,-1 0-21 0,-1-3-86 0,-2 2-29 0,1 0-21 0,-1 2 22 16</inkml:trace>
  <inkml:trace contextRef="#ctx0" brushRef="#br0" timeOffset="28979.77">3283 10590 359 0,'-25'-10'68'0,"6"0"81"0,-1 1-105 0,1 1-2 0,0 0-19 0,-2 1 18 0,2 0-4 0,1 0-14 0,0 0-20 0,2 1 23 15,0 0-21-15,1-3 30 0,0 2-10 0,2-1-15 0,-1 1-10 16,2 0 3-16,1 4-2 0,-1-3 10 0,0 4-3 16,1-2-7-16,-2-1-6 15,2-2 11-15,-1 2-9 0,0 2 7 0,-1-1 1 0,-1 1-4 16,0 1-17-16,-3 2 17 0,-1 1-14 0,0 1 24 0,-1 4 2 15,0-3-10-15,-1 4-7 0,-3 0 14 0,1 2-14 0,-2 0 4 16,0-4 0-16,0 3-3 0,-4 1-13 0,0 3 14 0,-1 2-10 0,0 2 28 16,1 1-2-16,1 1-10 0,1-1-11 0,1 1 12 0,3-1-12 15,-1 3 8-15,2-2 1 0,-1 1-3 0,1 3-4 0,0 2 3 16,4 1-1-16,0 2 11 0,3 2-2 0,-1-1-4 0,-1 2-18 16,2 1 18-16,-2 1-15 0,1-2 26 0,1-2-6 0,-1-1-7 0,0 2-2 15,1 3-1-15,-1-2 2 0,0-2 3 0,0 0 2 0,-1 0-3 16,1 4-3-16,0 1 7 0,1 1-7 0,2 1 1 0,1-1-1 15,0 2-1-15,-1 1 5 0,1 0-7 0,0 0 8 0,2-1-3 0,1-3 3 16,1 2-1-16,1 1-18 0,-1-3 26 0,2 1-23 0,2 0 26 16,3 0-4-16,2-2-9 0,2 2-2 0,0-2 2 0,2 0 0 15,0-3 5-15,2-3 3 0,2 0-7 0,2-1-12 0,0 2 20 16,0-3-18-16,2 0 19 0,-2-3-3 0,-1 2-6 0,2-1 1 0,-1 1-7 16,2-2 5-16,-1 2-2 0,-1 1 4 0,2-1 2 0,1 1-17 15,-3 0 23-15,15 24-9 0,-11-24 5 0,-1-2-12 0,4 2 1 16,27 23-16-16,-19-24-8 0,4 3-1 0,2-3-6 15,6-1-107-15,3-3 13 0,4-1-43 0,9-4 71 0</inkml:trace>
  <inkml:trace contextRef="#ctx0" brushRef="#br0" timeOffset="29865.23">10229 10423 192 0,'-5'-11'168'0,"-1"5"-112"0,1 3 41 0,3 1-27 0,-4 1-38 0,6 1-2 0,0 0-36 0,1-2 25 0,3 2-23 0,0 0 32 0,3-1-4 0,2 1-11 0,3-1 5 16,4-1 3-16,0-1 0 0,3-1 12 0,-1-1-2 0,2-1-5 0,4-1-15 15,0 0 17-15,4 0-18 0,3-1 11 0,0 2-5 0,2-1-4 16,2 3-4-16,-1 2 1 0,1-1 2 16,-1 3 9-16,-7 2 1 0,0-1-5 0,2 1 0 0,1 4 15 0,6-1-12 0,2 1 11 15,-3 0-6-15,1 3-10 0,3 2-21 0,0 0 13 0,-2 1-10 0,0 3 22 16,-4 0-4-16,1 1-11 15,0 0-24-15,-6 0 25 0,1-2-20 0,0 1 37 0,-1 2-8 0,4 3-11 16,-1 1-8-16,-2-1 4 0,-1 1-2 0,-1 1 8 0,-3-1 2 0,0 2-5 0,-1 3-5 0,0 2 10 16,-4 0-11-16,-2 0 3 0,-2 1 0 15,0-2 0-15,-1 1-11 0,-1 0 10 0,-2 0-5 16,0-2 25-16,-2-5-5 0,1 0-11 0,-1 1-13 0,-1-3 16 0,-1 4-11 0,0-3 22 16,-1 0-6-16,-3-1-10 0,-1 0-9 15,1 0 9-15,1 3-3 0,4 0 25 0,0 3-2 0,3 1-5 0,-1 1-12 16,0 2 9-16,0-1-10 0,0 1 9 0,-1 0-4 0,0 2-3 0,-1-3 0 15,-3-1 2-15,1-2 1 0,-1 0 6 0,-1 0-3 16,1-3-5-16,-3 1-13 0,1-2 14 0,-2-2-12 0,-1-1 17 0,0-2-2 0,-1 1-7 0,-1 1 4 0,-3 0-5 16,1 0 7-1,-1-2 16-15,-1 1 2 0,-2-2 6 0,-2 0-25 0,-4-1 29 16,1 4-24-16,-3-3 37 0,1-1-3 0,1 3-12 0,-5-2-15 16,3 0 16-16,-4 1-15 0,-3-3 16 0,1-2-6 0,-7 1-13 0,-3-2-16 15,-3 6 21-15,0 1-20 0,-5 0 21 0,1-2-5 0,-4 0-11 16,-4 2-5-16,-5 0 8 0,2-1-8 0,-3 2 0 0,1 0 1 15,-4 3-9-15,-9 2-22 0,-1 2 9 0,-5 2-20 0,2 1-49 0,2 1-31 0,0-1-34 0,-3 1-121 0,0 1 156 0</inkml:trace>
  <inkml:trace contextRef="#ctx0" brushRef="#br0" timeOffset="34648.44">9435 11728 312 0,'-23'-2'43'0,"3"-2"44"0,2 3-64 0,3 1 8 0,1 0-17 0,2 1 30 0,2 0 4 0,2 1-11 0,1-1-6 0,3-1 21 0,1 0-21 0,1 0 15 0,2 0-15 0,0 0-12 0,0 1-11 0,1-1-4 15,1 1 6-15,2 1 1 0,0 0-2 16,3 1-3-16,1-1-17 0,2 1 19 0,2 1-16 0,1-2 25 15,1 1-3-15,2-1-8 0,4 0-7 0,3 0 8 0,1 0-4 0,3-2 21 0,0 0-2 0,0 0-8 16,2 0-20-16,1-2 25 0,0 0-22 16,0-2 31-16,-6 1-9 0,1-2-12 0,3 0-3 0,2-1 8 0,6-1-2 0,0 1 21 15,-3-1-5-15,3 2-10 0,4 0-24 0,0-1 19 0,-3 2-18 16,-1-2 23-16,-2 3-7 0,-3-1-9 0,0 0 5 16,-7 3-5-16,-2-3 6 0,-2 3-4 0,0-2 3 15,3 3 1-15,-1-1-15 0,-3 1 15 0,-2-1-15 0,-4 1 13 0,-1-1 0 0,-3-1-3 0,-3 1-11 16,-1 0 13-16,-3-1-9 0,-1 2 26 0,-1 0 1 0,0-1-8 0,-3-1-10 15,-3-1 13-15,-3 0-15 0,-3 2 6 0,-2-1-3 0,-4-1-5 16,-5 1 1-16,-4 2-7 0,-3 0 7 0,-4-2-5 16,1 2 0-16,-1 0-1 0,-9 2-13 15,-4-1 20-15,-7 1-14 0,-1 1 21 0,1-2-3 0,-2-1-8 0,-3 0-3 0,2 0 5 0,-1 0-1 0,-1 1 11 16,3-1 4 0,-5 4-1-16,1 0-1 0,-1 0 10 0,3 1-10 0,4 0 4 0,7 0-5 15,3 0-4-15,1 2-5 0,3-1 0 0,-1 2 1 0,5-2 7 0,6 1 0 0,7 0-3 0,6-1-11 16,6-3 10-16,4 0-12 0,5-2 5 0,3-1-5 0,3 2-6 0,6-1-2 15,6-1 8-15,5 0-2 0,10-3 9 0,2-1-2 0,7-2-16 16,7 0-25-16,1-2-1 0,-1-1-10 16,7-1-29-16,-1-1-21 0,5 1-12 0,13-1-131 0,-1 0 144 0</inkml:trace>
  <inkml:trace contextRef="#ctx0" brushRef="#br0" timeOffset="59822.73">22659 9649 308 0,'-8'-4'124'0,"1"3"-8"0,0 1-76 0,2 1-18 0,0 3-5 0,0 1-2 0,-1 4 11 0,-1 0 4 0,0 0 5 0,5 2-19 0,0 0 18 0,0 2-20 16,1 0 7-16,-5 1-8 0,0 0-7 0,2 2 8 15,1 1-2-15,0 0 7 0,3-1 9 0,0 0 1 0,1-1-1 0,2-2-10 0,0 1 25 0,0-2-22 16,1 0 22-16,1 1-9 0,1 0-12 0,-2 1-17 16,1 0 12-16,-5-1-9 0,0-2 23 0,-1 1-2 15,0 1-12-15,2 2-20 0,0 2 19 0,0-1-20 0,-1 1 21 16,0-3-7-16,0 2-8 0,-3 1-4 0,-2 0 2 0,5 2 1 15,-2 0 15-15,0 1-4 0,-2 1-5 0,-5 2-16 0,0 1 13 0,0-1-11 16,2-4 19-16,-1-1-3 0,2-3-3 0,3 2-1 0,2-3-2 16,1 2 3-16,3-1 3 0,3-1-2 0,0 1-2 0,2 0-9 15,1-1 6-15,0 0-5 0,2 1 12 0,-1-1-2 0,-4 2-3 0,1 0-3 16,1 2-5-16,-2-4 4 0,8 0 1 0,-1 1 1 0,1-3 3 16,0 3-21-16,0-2 20 0,-2 1-18 0,-2-1 29 0,-3 2-6 15,0-1-11-15,-2 4-4 0,1 1 5 0,-1 3-1 0,-2-1 15 16,0-1 0-16,0 2-5 0,-1 0-17 0,0-2 23 0,0 2-20 0,2 0 35 15,0-1-8-15,1-1-10 0,1-1-2 0,1 0-6 0,1 0 8 16,0 2 2-16,2 0 0 0,-1 0-3 0,1-2-20 0,0 2 22 16,1-4-19-16,2 4 24 0,-1-2-3 0,-1 2-10 0,2 0-1 15,-2 5-2-15,1-2 3 0,1-1-1 0,0 2 1 0,-1-4-1 0,3 1-15 16,-1 3 22-16,-1-2-17 0,0 0 24 0,0-2-9 0,0 1-12 16,1 0-5-16,-2 1 6 0,0 1-2 0,-1 1 21 0,-8-6-5 15,0 1-3-15,0 1-20 0,-1-2 12 0,5 0-12 0,0 0 22 0,0 1-4 16,1 0-6-16,1 3 0 0,-1-2-3 0,1 2 3 0,0-3 12 15,0 1 2-15,0-2 1 0,0 4-16 0,-1-1 17 0,-1-1-16 16,0-3 19-16,1 2 2 0,0-3-6 0,0 3-22 0,0 1 16 16,-2-1-16-16,0 0 18 0,1-1 0 0,-1-1-9 0,1 1-10 0,-2 1 13 15,0-1-10-15,0 1 17 0,-1 0-6 0,1 1-6 0,-2 4-18 16,2-2 20-16,-1 0-12 0,1 2 28 0,-1-3 0 0,0 1-12 0,-1 1-20 16,0 1 20-16,1-3-19 0,-1 1 21 0,-1-3 0 0,2 2-8 15,-1 1 1-15,1-1 5 0,1-2-3 0,2-1 2 0,-1-1 2 16,2 0-5-16,4 1-7 0,-1-1 18 0,0 2-15 15,0-1 18-15,-1 0 0 0,2 0-8 0,-1 2-11 0,2-3 5 0,0 1-4 0,0-1 10 16,-1 0 2-16,0-1-9 0,0 4-1 0,0-1 5 0,1 1-5 16,-2-2 0-16,-1-1 0 0,-2-1 0 0,1 2-6 15,-1 1 10-15,-6 0-5 0,0-2 6 0,0-3 3 0,2 0-12 0,4-1-1 16,1 0 14-16,0 1-11 0,1-1 7 0,-1-3-3 0,0 3-7 0,2-1-5 16,0 1 14-16,0 0-6 0,0 0 15 0,-2-1-1 0,1 0-12 15,0 0-4-15,0 1 9 0,1-1-6 0,-1-2 15 0,0 2-6 16,2-2-6-16,1 3-13 0,-1 1 12 0,3-4-7 15,-2 4 23-15,1-2-4 0,1 3-9 0,-1-2-10 0,1-3 9 16,2-1-5-16,-2 2 10 0,2 1 0 0,1 1-7 0,1 1-6 0,3-1 7 16,-1 0-6-16,2 0 5 0,0-1 2 0,-6-1-4 0,2 1 1 15,1-1 5-15,1-1-5 0,5 0 1 0,-1 1-3 0,-4-2 2 0,1 1-4 16,-3 2 4-16,0 0 0 0,1 0 6 0,-1 1 0 0,0-3-5 0,1 2-1 16,-1 0-1-16,1-1 0 0,0-2 3 0,1 1-2 0,2 1-1 0,2-1 1 15,2 3-3-15,0 1 4 0,0-1 6 16,-7-2-3-16,0 4 0 0,1-1-11 0,1 2 8 0,6-3-7 0,-2-1 13 0,-4-2-1 15,-2 2-2-15,-1 4-19 0,0-2 11 0,-2 2-10 0,2-2 28 16,-1-1-1-16,1-1-8 0,0 0-11 0,0 1 12 0,0-1-11 0,1-1 12 16,1 1-1-16,0-1-3 0,4 2-6 0,1-1 4 0,-1 2-2 15,-3 0 3-15,-3-1 5 0,1 2-6 0,6-3-8 0,4 2 12 16,2-2-11-16,-4 1 10 0,-5-1 4 16,2 1-2-16,1 0-24 0,-2 1 24 0,1-1-20 0,-1 2 26 0,-2-1-1 0,2 0-12 0,0 1-3 15,1-1 9-15,1-1-7 0,0 2 9 0,-3-1 0 16,0 3-5-16,-6-2-18 0,0 0 18 0,-2 0-15 0,4-3 24 0,3 0-3 0,-1-1-10 15,0 0-9 1,-3 0 17-16,-1-1-12 0,-1 0 19 0,-1-1-7 0,-2 0-10 0,0 2-3 16,2-1 10-16,1-1-4 0,1 3 10 0,1 0-3 0,-3-1-8 0,3-1-4 15,0 2 9-15,1-2-5 0,2 0 7 0,1 0-4 0,2-1-6 0,0 3 2 16,1-3 5-16,1 3-2 0,-7 0 10 0,1-1-1 0,1-1-5 0,2 3-13 16,3-2 13-16,-3 2-10 0,-2-1 18 0,-2-4-5 0,-3 0-9 0,5 1-5 15,-4 0 9-15,-1 3-2 16,-1 0 19-16,-2-2-4 0,1 2-6 0,1-2-15 0,-2 0 13 15,2 0-10-15,-2-1 23 0,3-1-5 0,0 2-8 0,0-2-11 16,2 0 12-16,3-2-9 0,-1 1 11 0,1 0 3 0,-1-2-12 0,-4 2-12 16,0-2 21-16,2 2-19 0,1-1 28 0,6 1-2 0,-1-3-10 0,0 2-24 0,-3 0 23 0,-1 0-19 0,1 0 34 15,-3 1-8-15,2 1-13 0,0 1-4 0,0 1 4 0,0-1-2 16,-1 1 6 0,-1 0-4-16,3-1-4 0,0 1-1 0,1 1 4 0,2-1 0 15,0 1 12-15,-2-1-6 0,-1 0-5 0,-4-1-2 0,0 0 2 0,1 0-1 16,2 1 6-16,5-1-2 0,0-1-3 0,-2 1 0 0,-1-4-1 0,-1 0 1 0,-1-3 4 0,0 4-2 15,2 1 0-15,0 1-5 16,1 1 5-16,-1 0-4 0,2 2 7 0,-3-4 1 0,3 4-6 0,-1-2-12 0,2 0 12 16,1 2-11-16,0-2 25 0,-3-1-5 0,-5 0-4 0,0-1-16 0,2 1 14 0,2-3-10 0,3 2 16 15,0 0 2-15,-2-3-8 0,-1 0-4 0,-1 0 4 0,1 0-5 16,-1 0 7-16,1-2-1 0,1 1-2 0,1-1-10 0,0 0 9 16,4 0-7-16,3 0 14 0,1-1 4 0,1 0 0 15,0 1-9-15,-4-1 13 0,-1 0-11 16,1 1 12-16,0 1-1 0,5 0-8 0,-3 1-6 0,-2 2 9 15,-1-2-9-15,-1 2 10 0,-1 1-2 0,0-1-4 0,2 0-12 16,1 0 12-16,4 0-10 0,3 0 12 0,-3-2 1 0,0 0-9 16,2 0 0-16,0 0 6 0,2-2-5 0,3 1 5 0,-5-2-4 0,0-1-6 0,1 2-5 0,1-2 10 0,2 1-4 0,3-1 17 31,-1-1-3-31,3 1-7 0,-3 0-14 0,3-1 10 0,0 0-9 0,-1 3 20 16,-1-2-4-16,-5 2-4 0,1-1-10 0,-3 0 7 0,1 1-4 15,1 0 18-15,2 0-9 0,-1-2-6 0,1 3-13 0,-5-2 12 16,1 0-6-16,-2 0 18 0,0-1 0 0,3 2-7 0,-3 0-8 15,1-3 8-15,-1 1-8 0,-2-1 13 0,2 0-2 0,0-1-5 0,7 1-14 16,4-2 13-16,-1 1-11 0,-2 0 26 0,-2-1-3 0,-2 1-7 16,1-1-6-16,2 2 4 0,-3-2-3 0,-4 1 10 0,0 0-1 15,1 1-5-15,4-2-15 0,4 1 14 0,2 0-9 0,2 0 22 0,-6-1-10 16,36-4-21-16,-38 5 15 0,4-3-3 16,-4 1 20-16,-1-1-5 0,-3 2-9 0,3-3 3 0,1 2-6 0,3-2 3 15,2 2-7-15,-1 0 0 0,-3 0 4 0,1 1-6 0,0-1 8 16,-2 0-2-16,0 1 11 0,-4 1-5 0,-2 1-7 0,0-2-11 0,-1 2 11 15,1 0-7-15,-1 0 17 0,0 0-2 0,2 0-7 0,-2 0-12 16,-2-1 17-16,-1 1-12 0,-1-1 19 0,-3-1-3 0,1 0-12 0,-1 1-4 16,-4 1 9-16,-1-3-5 0,-3 2 11 0,-2-2-2 0,-1 1-4 15,-2 2-16-15,-3-2 13 0,-2 1-12 0,-2 0 23 0,-2 0-10 16,-1 1-10-16,0-2-37 0,-1 2 4 0,0 0-11 0,-1 0-23 16,-1 0-20-16,-2 2-23 0,-2-2-150 0,-7 1-58 0,0 1-31 15</inkml:trace>
  <inkml:trace contextRef="#ctx0" brushRef="#br0" timeOffset="77900.2">22166 10924 256 0,'5'-6'-5'0,"-1"3"-54"0,0 3 32 0,1 0 3 0,0 0 21 0,0 3 17 0,-1 1-9 0,0-2 52 0,-1 4-7 0,0-3-7 0,0 4-28 0,-2-3 36 16,-1 1-30-16,0 0 39 0,-3 3-11 0,1 3-14 0,-1 3-17 16,1 2 12-16,-1-1-9 0,2 2 8 0,1-1-1 0,1 1-15 0,5-1-13 15,2 2 20-15,2 0-20 0,1 2 17 0,4-1-3 0,2 1-7 16,2 3-3-16,3 2 9 0,3 1-5 0,3-1 10 0,1-2 3 16,4 0-9-16,6-1-21 0,3 3 25 0,2 0-23 0,0-2 35 15,-7-2-7-15,0 2-10 0,3 0-14 0,-2 4 8 0,3-1-5 16,-2 0 29-16,-5-2-3 0,1 1-5 0,2 4-14 0,1 3 24 15,3 2-20-15,2 2 27 0,-6 1-12 0,-6-1-11 0,-2 2-7 0,-1 1 1 16,0 1 3-16,5 1 14 0,-3-4-5 0,-1 2-5 0,0 4-24 16,1-2 24-16,2 3-20 0,2 5 29 0,4 0-10 0,5 1-14 0,3-1 1 15,1 3-5-15,0-2 4 0,2-4 6 0,-2 0-1 0,2 1 6 16,8 4-23-16,5 4 16 0,8 2-15 0,2 0 17 0,-2-4 1 16,-1-1-9-16,1 0-3 0,-1-2 3 0,5 3-3 0,4 2 9 0,-3 2 2 15,-2 2 1-15,-1 1-9 0,-6-1 1 0,2-4-4 0,-1-2 7 16,0-3 0-16,64 60-11 0,-126-110 12 0,111 122-12 15,-59-63 15-15,-2-1 1 0,-2-5-4 0,5 1-17 0,2 2 20 0,-1 2-18 16,1 2 26-16,-4 0-4 0,-2 1-10 0,5-3-16 16,7-1 12-16,8-3-9 0,6-4 25 0,1-1 1 0,4 1-9 0,93 55 3 15,-181-105-21-15,213 107 23 0,-110-60-13 0,0 0 1 0,6 1-9 16,4 0 11-16,0 2-6 0,0 1 18 0,-7 2-2 0,6-1-10 16,4 4-6-16,-1-7 14 0,-3 3-11 0,-2-6 15 0,-2-3-2 15,1 1-5-15,4 2 1 0,-4 3 15 0,1 2-5 0,1 3 33 0,-5-5-8 16,0 0-12-16,-5-2-12 0,4 0 8 0,-1-3-7 0,-1 1 6 15,-8-4-10-15,-5 3-7 0,6 3-10 0,0 3 5 0,-3 0-1 16,0-3 8-16,-10-2 0 0,-2-1-8 0,7-1-19 0,0-1 17 0,-3 1-22 16,0-1-39-16,-11-2-26 0,-5 4-39 15,4 1-142-15,-1 1 162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53:18.24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7039 9616 256 0,'-7'-5'4'0,"0"2"71"0,4 2-22 0,0 1 5 0,2-1-19 0,0-1 5 0,0 1-3 0,0 1 4 0,1-1-12 0,0 1-5 0,0-1-33 0,0 1 17 0,2-2-17 0,-1 1 19 0,3 0-5 16,0 0-11-16,1-1-8 0,3 0 14 0,-1 0-8 0,2 2 16 16,2-1-1-16,-1 1-15 0,1 0 4 0,1 0 5 0,-1 1-5 15,2-1 0-15,-1 2 1 0,-1 0 2 0,2 0-11 16,-1-1 7-16,0-1-7 0,1 1 16 0,-3-1 0 0,-1 0-5 0,0 0-10 0,-6 0 10 16,-1-1-9-16,1 1 13 0,-2 0 1 0,4 0-1 0,1 0 23 15,0 0-4-15,0 0 10 0,1 1-1 0,-1-1-5 0,1 1-4 0,1-1-21 16,1 2 14-16,3-2-13 0,0 0 8 0,-1 0-2 0,3 0-8 15,0 0-15-15,3-2 13 0,1 2-8 0,1-1 23 0,1 0-1 16,2 1-9-16,1 0-28 0,2 0 31 16,1-1-26-16,-1-1 37 0,-1 0-6 0,2 0-14 0,1 1-9 0,-1 1 4 15,1-1-1-15,-2 1 20 0,-6 0-5 0,-1 0-5 0,3 1-7 16,0 0 15-16,5 1-10 0,0 0 30 0,-4 1-7 0,2-1-8 0,0 0-13 16,0 0 8-16,2 2-4 0,1-1 20 0,-1 0-6 0,0 3-8 0,1-3-20 0,0 3 20 15,1-1-18-15,1 0 18 0,-1 0-2 0,-2-3-11 0,-3 1-9 16,0-2 7-16,2 2-5 0,0-3 21 0,3 0-5 0,3 0-9 15,-1-1-21-15,4-2 27 0,2 0-21 0,1 2 31 0,0-1-2 16,1-1-13-16,2 0-8 0,0 2 5 0,-1-1-3 0,-6-2 13 16,-3 3-2-16,-1-2-8 0,3 0-9 0,2 1 13 15,-1 1-11-15,1 1 15 0,-3-2 2 0,2 2-4 0,0 0-2 16,0 0 3-16,-1 2-2 0,0 1 6 0,-1 1 2 0,-1-1-3 0,-5 2-25 0,-1-3 28 0,-2 4-26 16,4-3 31-16,3-1-4 0,1 0-12 0,1 1 1 15,1-2 0-15,1-1 2 0,4 1 1 0,1-1 0 0,-1 0-4 0,4 0-13 16,0 0 19-16,0 0-16 0,-6 2 22 0,-3-2-3 0,0 0-10 0,0 0-18 15,3-2 17-15,-2 2-14 16,-2 0 31-16,-1 0-2 0,1 0-9 0,1 0-26 16,-1 3 25-16,-2 1-22 0,0-2 32 0,-2 2-5 0,0 1-9 0,1-2-14 15,-2 1 18-15,-4 0-12 0,-2-1 19 0,3 1 2 0,1-2-16 0,6-1-10 0,1 0 17 0,0-1-13 0,1 0 20 16,1 0-8-16,2-2-6 0,3 2-4 16,0-2 5-16,-1 2 0 0,1 0 15 0,-2 0-6 0,-8 0-6 0,2 0-18 0,1 0 18 0,-1 0-13 15,5 0 26-15,0 2-8 16,-3-2-11-16,3 0 1 0,2 0-4 0,0 0 8 0,-1 1 7 15,1-1-1-15,-1 1-3 0,2 0-10 0,-1 1 11 0,-6-2-10 0,1 1 11 0,-1-1-1 16,1 1 0-16,7-1-14 0,-1 0 9 0,0 0-5 0,1 0 21 16,0 2-3-16,1-2-9 0,1 0-2 15,2 0 4-15,-2 0-5 0,-5 1 4 0,-1-1-3 0,-2 0 0 0,1 0-5 0,6-1 2 0,0 1 0 16,0 0 8-16,-1-2 1 0,0 1-6 0,4 1-16 0,1 0 21 0,-1 0-18 16,-1 0 29-16,-9 0-6 0,0 0-11 0,2 1-10 15,1-1 13-15,4 0-9 0,0 0 18 0,-2 0 1 0,2 0-10 0,2 2-11 0,0-2 17 16,1 2-14-16,0 1 19 0,-4-1-9 0,-6 1-10 0,-1-1-2 15,1 1 10 1,-1-1-2-16,4 0 14 0,-1-1-2 0,1 0-11 0,5-1-23 16,1 2 31-16,1-1-25 0,0-1 34 0,-2 0-7 0,-2 1-14 0,-2-1-9 0,0 0 9 0,-1 0-5 0,3 0 19 0,0-1-4 15,-1 0-6-15,3-1-3 16,0 1 2-16,3 0-2 0,0 1 3 0,1-2-1 0,-3 2-2 16,-4-1-5-16,2 0 5 0,-3-2-3 0,1 2 16 0,2-2-3 0,0 2-2 0,0 0-8 0,2 0 5 0,1 1-5 15,0 0 7-15,1 0-3 0,-3 0-3 16,0 1 6-16,-5 1-8 0,-1-2 7 0,-1 2-6 0,0 0 1 15,3 0 0-15,1-1-15 0,2 0 22 0,-1 0-18 0,3 1 24 16,-1-1-4-16,3 2-10 0,0-2-9 0,-6 0 11 16,0 0-5-16,-1-1 13 0,-1 0 3 0,7 0-11 0,-2 0-16 0,1 0 25 15,2-1-21-15,-1 1 27 0,1-1-7 0,2 1-12 0,-1-1-14 0,-7 1 13 0,2-2-8 16,-3 1 29-16,0 1-6 16,4-1-6-16,1-1-10 0,-1 2 5 0,1-1-4 0,1 1 15 15,-1 0-2-15,1 0-3 0,2 0-15 0,-10 1 17 0,-1-1-11 16,0 2 31-16,-2-2-9 0,6 1-9 0,0 0-26 0,-2-1 22 15,1 2-16-15,1-1 30 0,-1 0-5 0,2 0-14 0,3-1-17 16,-2 0 19-16,-1 2-15 0,-9-2 22 0,-4 0 4 0,0 1-13 0,1-1-12 16,4 1 18-16,-2-1-18 0,-2 0 19 0,-3 2 1 0,-3-2-3 0,-1 1-26 15,2-1 16-15,-2 1-14 0,-1 0 35 0,-2 1-5 0,-2-2-9 16,3 0-20-16,2 0 18 0,1 0-15 0,0 0 29 0,3 0-2 16,-1 0-9-16,1 0-22 0,-7-2 17 0,-3 2-15 0,1-1 34 15,0 1-9-15,6 0-9 0,1 0-10 0,0 0 5 0,-2 0-3 16,-2 1 10-16,-3 1-2 0,-1 0-6 0,0 2-59 0,-2 0 2 0,-1 1-19 15,0 1-30-15,0 3-22 0,-4 2-22 0,-2 1-230 0,-3 2 245 16</inkml:trace>
  <inkml:trace contextRef="#ctx0" brushRef="#br0" timeOffset="27045.97">6634 12011 256 0,'-5'-2'-5'0,"4"2"-53"0,1 0 28 0,1 0 1 0,2 1 2 0,2-1 32 0,0 3-24 0,0-3 55 0,1 1-7 0,-1 1-13 15,3 0-21-15,0 2 15 16,1-3-10-16,1 4 35 0,0-1-5 0,-1 2-17 0,0 1-15 0,-4 0 26 0,0 2-24 0,1 0 30 15,-2 3-10-15,7-2-10 0,2 2-8 0,1 2 2 0,2-2 2 0,0 4 13 16,-1-2-4-16,2 1-8 0,1 1-25 0,1-2 27 0,4 1-23 16,0-1 27-1,3 1-3-15,1-2-13 0,1 1 5 0,2-1-2 16,0 1 4-16,0-1-6 0,-2-1 4 0,1 0-3 0,2-1-2 0,-7 0 12 0,1 1-11 0,0-2 7 0,-1 0 6 16,7-5 0-16,0 0 8 15,-1-1 0-15,3 1 3 0,1 2 9 0,1-1-6 0,3 1-1 0,1 2-32 16,1-1 32-16,3 1-27 0,-2 0 30 0,-7 2-5 0,3-2-16 15,2-3-20-15,0 2 15 0,4-2-11 0,1 0 34 0,1 2-6 16,4-3-12-16,2 2-5 0,3-1 8 0,-2-2-8 0,-6 1-2 16,-1-2 0-16,-4-3-4 0,4 0-9 0,6 0 16 0,2-3-9 15,2-1 24-15,0 0 0 0,1 1-12 0,-2-3-11 0,-3 3 16 0,-2-4-16 16,-1-1 15-16,-2 0-5 0,6 0-4 0,3 1-15 0,1-2 15 16,1 2-9-16,-2-2 29 0,-10 0-2 0,-1 0-14 0,0 0-28 15,-3-3 34-15,5 3-29 0,-1-1 40 0,-1 4-9 0,0-1-14 0,1-2-18 16,-3 0 21-16,1-1-11 0,-3-3 34 0,-8 1-4 0,-3-1-15 15,-2-4-9-15,-1 1 8 0,3-4-7 0,-3-1 18 0,-5 0 6 16,0-1 0-16,0-2 6 0,0 1 4 0,2-3-1 0,-2-1 8 16,-2 1-1-16,0-3-4 0,-1-3-29 0,-1 0 22 0,-1-2-23 0,-3 3 22 15,-4 0-8-15,-1 1-12 0,-3-2-10 0,-2-2 7 0,-3 0-4 16,-1-1 16-16,-4 3-1 0,-2 0-7 0,0 2-14 0,-4 1 14 16,-1-3-13-16,-3 2 14 0,1-4-3 0,-3 1-6 0,-2-4-12 0,1 1 13 15,-3-1-7-15,-1-1 22 0,2 0-4 0,1-3-10 0,0-2 0 16,0 2 8-16,-4 0-6 0,-1 3 9 0,-2-2-11 0,-1-2-7 0,-3-2 11 15,0 2-12-15,0 0 16 0,-4 2 2 0,0-1-3 0,-7 1-1 16,-5 1-11-16,-1 1 10 0,-3 6-11 0,-2 4 1 0,-1 1-3 16,-5 3-5-16,-5-3-4 0,-4 0 6 0,-4 3-3 0,0 1 14 15,-4 6 3-15,2 2-3 0,-3 0-4 0,-5 0 12 0,2 1-10 0,-4 2 16 16,3 0 1-16,2 4-6 0,-2 2-19 0,-2 2 23 0,-4 3-17 16,1 2 37-16,2 6 0 0,2 2-11 0,-2 6-26 0,-2 4 24 15,-1 3-20-15,0 3 15 0,2 4-5 0,-1 1-12 0,-1 6-10 16,-4 5 11-16,-2 3-2 0,2 6 16 0,4 3-5 15,4 4-9-15,0 8-3 0,0-2 8 0,2 2-4 0,4 2 8 0,6-2-6 0,7 7-4 16,2 2-13-16,4 1 13 0,2-2-7 0,1-4 21 0,5-1 1 16,1-2-12-16,6 7-8 0,6-2 14 0,9 0-13 15,7-6 7-15,8-7 0 0,4-2-7 0,5-2-9 0,5-1 11 0,4-1-7 0,8-2 23 16,4-6-4-16,6-3-9 0,7 0 1 0,4-4 5 0,5-1-4 16,3-1-1-16,2-4-1 0,1-1-1 0,-6 2-11 15,3-1 16-15,-3-1-10 0,2 0 25 0,7 0-4 0,4-1-13 0,9 1-20 16,5-2 28-16,0-3-22 0,-3 0 39 0,-3-2-25 0,0 0-4 0,7 1-1 15,10-2 3-15,4 1-1 0,1 0 6 0,-7 1 4 0,-2 1-5 0,6-4-26 16,5 2 32-16,5 0-29 0,-1-1 26 0,-7 0-20 16,-5 1-27-16,6 1-64 0,6 2-12 0,5-2-10 0,-3 2-102 0,-9 0 137 15,-4-6-22-15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53:58.89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2902 3376 901 0,'-5'-8'242'0,"2"3"-29"0,-1 0-67 0,3 1-12 0,0 1-5 0,1-1-32 0,2 0-41 0,0 3-43 0,1 1 10 0,-1 0-21 16,2 0 25-16,-1 3-6 0,0 3-5 0,1 1 8 0,-2 3 18 15,1 5-14-15,0 5 22 0,-1 0-5 0,0 7-15 0,1 2 4 16,2-1 7-16,-1 4-10 0,1 4-1 0,-1-2-6 16,1-1-9-16,0 3-12 0,0-5 10 0,-2-3-10 0,3 4 16 15,-3-9-3-15,1 2-7 0,-1-5-10 0,-1-1 8 0,1 0-9 16,-2-1 15-16,0-2-4 0,1 0-7 0,-2 0-12 15,1-3 11-15,-1-1-8 0,0-1 14 0,0-2-12 0,-1-3-17 16,1 0-51-16,-1-2-7 0,1 0-10 0,0-1-66 0,0-3-36 0,1 0-34 16,-1-2-283-16,1-4 316 0</inkml:trace>
  <inkml:trace contextRef="#ctx0" brushRef="#br0" timeOffset="316.91">2921 3543 668 0,'-10'-18'90'0,"0"2"26"0,1 1-5 0,-2-2 65 15,5 1-9-15,0-2-27 0,2 0-85 0,-1 1 38 0,3 3-69 16,1-1 56-16,1 2-15 0,3 1-15 0,0 1-25 0,2 2 19 16,1 0-22-16,1 0 41 0,2 3-8 0,2-3-12 0,-1 1-18 15,0-1 25-15,1 1-27 0,1 1 30 0,1 1-8 0,1 1-16 16,3 0-1-16,1 1 10 0,0-1-12 0,3 1 12 0,2 4-6 16,-1 0-9-16,5 3-6 0,0 3 4 0,-1 5-7 0,2 1 0 15,-3 2-6-15,-4-2-4 0,-2 3-7 0,-3-2 6 16,-1 1-5-16,-2 2 15 0,2-4-3 0,-4 4-5 0,-3-3-5 0,-4 1 8 15,-3-2-6-15,-1 1 11 16,-4 1-4-16,-2 0-4 0,-2 2-5 0,-2 0 8 0,-1 0-4 0,-2-2 17 0,0 0-3 0,-2-1-6 0,3 1-14 16,-1-3 16-16,-4 2-13 0,0 0 26 0,-6-3-6 0,1-1-8 15,0-1-7 1,2 0 1-16,3-3-2 0,1-4-2 0,4-1 1 0,1 0-1 0,3-3-11 16,1 3 10-16,1-2-8 0,2 1 0 0,0-2-17 0,2 0-17 0,1-2-39 15,1-4-15-15,2 0 0 0,2-2-34 0,2-1-9 0,3-2 8 0,2 1-184 16,2 3-91-16,-2 1-25 0</inkml:trace>
  <inkml:trace contextRef="#ctx0" brushRef="#br0" timeOffset="6707.23">3443 3855 256 0,'-5'0'23'0,"5"0"370"0,0-1-119 0,2-1 37 0,2 0-213 0,2-1-6 0,2-1-31 0,2-2-26 0,0 2-7 0,2-2-5 0,3-1-24 0,0 2 22 0,0-2-21 16,2 0 45-16,-3 2-7 0,2-1-11 0,0-3-4 15,-2 1 18-15,-1 0-15 0,0-1 35 0,-1 2-7 0,-3-1-13 0,0-2-4 16,-4 2 13-16,0-1-16 0,-2 0 15 0,-1 1-4 16,-1-1-9-16,-1 2-8 0,0 0 5 0,-2 1-12 0,0 0 8 15,-2-3-6-15,0 1-4 0,-2 2-11 0,0-1 2 0,-2-1-4 16,-1 2 3-16,0 0-2 16,1-1-5-16,-1 1-14 0,0 3 14 0,0 1-11 0,-1-1 22 15,1 3-5-15,-1 1-8 0,0 3-8 0,0 3 7 0,-2 0-4 0,-1 5 12 0,1 1-3 16,-1-2-4-16,1 5-6 0,2-2 11 0,0 1-6 0,0 6 15 0,1-2-1 0,0 0-8 15,1 0-9-15,2 0 18 0,0-1-13 16,2-2 29-16,3-1-2 0,0-1-11 0,1-1-10 0,0 1 11 0,1-3-11 0,1 4 9 16,1-3-3-16,2 1-6 0,1 0-8 0,0-1 6 15,1-4-6-15,2 4 10 0,0 0-1 0,1-5-3 0,1 1-7 0,3-3 6 16,0-1-4-16,3-2 12 0,0 2-1 0,1-2-5 0,0-2-15 16,2 1-7-16,0-1-3 0,2 0-15 0,-1 0-5 0,3-3 3 0,-1-2-61 15,0 3-11-15,-6-5-13 0,-3 2-90 0,1-1-51 0,1-3-50 0</inkml:trace>
  <inkml:trace contextRef="#ctx0" brushRef="#br0" timeOffset="7023.65">4218 3682 969 0,'-10'-9'149'0,"-2"3"40"0,0 1 48 0,-1-1-48 16,-1 5-62-16,0 0-56 15,-1 1 12-15,1 1-31 0,-1 3 17 0,1 1-12 16,1 2-14-16,-2 2-18 0,2 2 6 0,0 4-14 0,1 1 2 15,2-2-3-15,1 1-6 0,2-1-13 0,2-1 21 0,1-1-19 0,4-1 31 0,0-3-6 0,1 1-12 0,4 0-16 16,-1-3 17-16,4-1-16 16,1 0 29-16,2-3-5 0,2-1-10 0,2-1-4 0,0 0 6 15,2-1-6-15,0-1 11 0,0-1-5 0,1-3-4 0,-2 0-7 0,2 1 7 0,-2-1-6 16,1-1 13-16,-4 1-2 0,0-2-4 0,-3 2-5 16,-8-2 6-16,0 2-7 0,-1 0 12 0,1 1-1 0,2 1-1 15,1 3-14-15,-2 0 6 0,0 1-7 0,0 1 8 0,-1 2-2 0,-1 3-4 16,1 1-9-16,-1 0 9 0,-1 2-5 0,1 0 15 0,-1 0-1 15,2-1-7-15,-1-1-4 0,0-1 4 0,1-1-4 0,3 0 4 0,-2-3-3 16,2 2-5-16,3-1-63 0,1-1-4 0,0-2-22 16,4 0-115-16,-3 0-74 0,1 0-68 0</inkml:trace>
  <inkml:trace contextRef="#ctx0" brushRef="#br0" timeOffset="7204.67">4678 3549 2135 0,'-29'11'-226'0,"12"-2"479"0,0 3-54 0,3 2-69 0,0 1-69 15,3 1 11-15,1-2-36 0,0 1-3 0,3-1-10 0,0-1-12 16,3 2-11-16,0 1 3 0,2-3-3 0,2-2 7 16,0-2-1-16,0-1-2 0,2-1-9 0,1 2 8 0,0-3-9 15,2-1 18-15,-2 0-9 0,0-1-5 0,2-1-85 0,-1 0-31 16,2-2-4-16,3 1-232 0,0-2-238 0,0 0-78 0</inkml:trace>
  <inkml:trace contextRef="#ctx0" brushRef="#br0" timeOffset="7770.84">5031 3527 967 0,'-15'4'142'0,"-2"-1"131"15,0 2-76-15,1-1-41 0,0 1-46 0,0 0-63 0,3 1 10 16,1-2-30-16,3 2 8 0,3 0-10 0,-1-1-11 0,3 1-14 16,1-2 8-16,1 1-9 0,1 0 6 0,2 2-2 15,1-1-6-15,3 3 7 0,-1-3-4 0,2 2 7 0,1-2 24 16,0 0 2-16,4-1 6 0,2 1-10 0,1 2 26 0,0-1-24 16,2 2 35-16,0-4-13 0,-1 3-17 0,3 1-26 0,-1 0 20 15,0 0-23-15,0 0 19 0,-4-5-7 0,1 1-15 0,-2-1-4 16,-3 1 8-16,-3 0-7 0,-2 1 18 0,-4 0-4 0,-4 0-4 15,-1 2-3-15,-4 1 9 0,-2-2-7 0,-1 1 13 0,-1-2-4 16,-1 0-4-16,0 0-10 0,-2-2 9 0,3 1-6 0,-2-3 10 16,4-2-5-16,2 0-9 0,0-1-7 15,1-1 9-15,2-4-6 0,1 3 9 0,2-2-3 0,3-4-7 0,1-2-36 16,3-1 11-16,4-4-20 0,2 0-20 0,4 0-11 0,0 2-19 0,4-3-27 16,4 5-9-16,-1 1 2 0,3 4-9 0,-2 2 15 0,-2 1 6 0,3 2 12 15,-2 2 27-15,-3 2-11 0,-1 0 72 0,-4 0 1 0,-7-1 3 0,1 1 11 16,-2 2-4-16,1-1 7 0,5 1 8 0,0-2 3 0,2 1 2 15,0-1-24-15,2 2 25 0,-3-3-22 0,1 3 35 0,-3-2-6 16,0 1-12-16,0 0-11 0,-1 0 13 0,0-1-8 0,-1-1 43 16,-2-1-2-16,1 2-3 0,-2-1-4 0,-1 2 20 0,1-2-15 15,-2 0 26-15,2 0-5 0,-2 1-8 0,0-2-11 0,1 0 16 0,-1 0-11 16,0-2 25-16,1 0-5 0,-1-1-9 0,0 1-15 0,0-1 8 16,-1-1-9-16,-2 0 13 0,1 2-7 0,-1-2-6 0,-1 0-9 0,0 0 2 15,-1-1-5-15,-1 0-3 0,0 1-6 0,-2-1-5 0,1 1-6 16,0-1-2-16,-2 1 1 0,0-2-5 0,1 2-1 0,-1-2 0 0,0 4-12 15,1-1 8-15,-1 0-7 16,2 2 14-16,0-3-2 0,1 1-7 0,1 1-6 0,-2 0-8 0,3 1-1 0,1 0-39 0,0 0-18 16,0-1-11-16,1 2-97 0,2-1-17 0,0 0-25 0,1 0-278 15,4-5 312-15,2 0-73 0</inkml:trace>
  <inkml:trace contextRef="#ctx0" brushRef="#br0" timeOffset="8058.36">5685 3673 683 0,'2'10'278'0,"-2"-5"107"0,1 3-235 0,0 0 7 0,0-2-40 0,1 1-45 0,0 0-46 0,0-3 13 0,0 0-21 0,0-1 29 0,-1-1-9 0,1 1-10 0,0-3 1 15,-1 1 7-15,-1-1-7 0,0 0 16 16,1 0 3-16,0-1-3 0,0-3-19 0,4-3 17 0,-1-1-24 0,4-5 22 16,1 2-9-16,-4-1-13 15,7-1-5-15,0 3 7 0,3-1-9 0,10 2 15 16,0 2-6-16,1 2-6 0,1-1-7 0,-5 1 6 0,1 3-7 0,-1 2 10 15,-3 2-3-15,1 3-5 0,-4 3 3 0,-1 0 1 16,-2-3-2-16,0 1 5 0,-3 2-2 0,0 0 0 0,-1 3-9 16,0-1 5-16,0 5-6 0,0-3 7 0,-2-1-5 0,-1 0-1 0,3-2-2 15,-2 1-1-15,0-2 2 0,0 0 3 0,-2-1-2 0,1 0 1 16,-2-2-7-16,2-1-15 0,0 0 2 0,1-3-55 0,2 0-14 16,4-1-8-16,1-1-88 0,2 0-35 0,2-6-17 0,-3 1-308 15,4-1 328-15,5 0-64 0</inkml:trace>
  <inkml:trace contextRef="#ctx0" brushRef="#br0" timeOffset="8305.69">6708 3534 1065 0,'-20'-9'-284'0,"2"5"607"0,-1 3-48 0,-2 1-68 0,-5 2-69 15,1 2 7-15,1 1-47 0,-4 1-13 0,3 1-13 16,0 1-19-16,0 0-21 0,5 1 18 0,2 2-25 0,4-2 22 0,4 0-15 0,2-3-13 16,3 0-19-16,5 0 11 0,2-1-10 0,5 0 33 15,4 1-2-15,3-2-5 0,7 2-1 0,4-2 13 16,2 1-13-16,7 2 20 15,-2 0-10-15,3 5-11 0,3-1-22 0,-4 1 18 0,-3 0-19 16,-3 0 22-16,-13-1-6 0,-6-2-14 0,-4 0-3 0,-3-1 7 0,1 1-6 0,-3 0 11 0,-2-1-2 16,-4-2-2-16,-3 2-9 0,2 0 10 15,0 0-10-15,-4-2 9 0,1 0-2 16,-8-1-7-16,3 2-6 0,0-3-13 0,3 1 3 0,4-3-52 16,3 0-24-16,5-1-17 0,4-2-120 0,5-2-84 0,6-3-16 15,6-1-49-15</inkml:trace>
  <inkml:trace contextRef="#ctx0" brushRef="#br0" timeOffset="8683.08">7466 3594 996 0,'-1'0'258'0,"0"0"-142"0,1-3 81 0,0 2-53 0,1 0 33 0,2-2-73 0,0-2-4 0,1 1-19 0,2-1-30 0,2 1-37 0,1-2 26 0,0 3-34 16,1-2 21-16,1 1-6 0,0 0-16 0,4 1-6 0,0-1 6 15,0 0-7-15,2 0 6 0,0 1 4 0,-2 1-4 0,4-1-14 16,-2 1 15-16,1 1-17 0,1-2 16 0,-4 0-12 0,-8 3-11 16,0-2-61-16,-2-1-29 0,-1 2 5 0,4 1-184 15,-3-1-137-15,1 1-41 0</inkml:trace>
  <inkml:trace contextRef="#ctx0" brushRef="#br0" timeOffset="8827.27">7491 3694 1153 0,'-8'6'-137'16,"6"-3"363"-16,1-2-45 0,1 0-28 0,4-1-50 0,2 0 12 16,3-2-30-16,3-1 0 0,1 0-15 0,2 1-21 0,4 1-38 15,1 1 7-15,1 0-18 0,2 1 8 0,0 0-22 0,3-1-10 16,2 1-176-16,-7-1-206 0,4 0-7 0</inkml:trace>
  <inkml:trace contextRef="#ctx0" brushRef="#br0" timeOffset="9376.93">8138 3560 1414 0,'-3'9'80'16,"-1"4"29"-16,0 3 9 0,0 2-27 0,0 2-36 0,0-2-7 16,1 0-18-16,0 5-26 0,0-3 11 0,1 2-18 0,1 2 19 0,1-6-5 0,0 0-6 15,1 2-9-15,0-5 12 0,2 0-9 0,-1 1 15 16,1-5-7-16,2-2-8 0,0 1-9 15,1 1 16-15,-2-1-10 0,0 0 23 0,-1-2-7 0,2-2-12 0,-2-1 3 0,-1-2-1 16,1-1 3-16,-3 0 8 16,0-1 8-16,-2-1 4 0,-1-1-24 0,-1-2 21 0,-1-1-25 0,-2-5 47 0,1-1-8 0,-3-3-7 15,-2-2-13-15,3 0 7 16,-1-3-9-16,2 0 3 0,2-2-3 0,2 3-7 0,2-4-16 0,1-2 15 0,2 1-13 0,1-5 18 16,3 3-3-16,0 0-9 0,2-1-17 0,0 4 18 0,3-1-12 15,0 1 27-15,-1 1-2 0,0 2-11 0,2 1-12 0,1 1 10 0,-1 3-10 16,-1 0 17-16,-1 4 4 0,-2 1-3 0,0 2-2 0,-4 0 21 15,-1 2-16-15,-1 0 29 0,-1 1-4 0,6 2-10 0,-1 0-15 16,1 1 12-16,1 1-13 16,1 2 14-16,1 2-2 0,1 0-6 0,0 3-10 0,-1 2 9 0,-1 1-7 0,-1 2 10 0,-2 0-4 15,-2 1-7-15,0 1-6 0,0 1 5 0,-1 0-5 0,-2 0 10 0,0-2-3 16,-1 3-2-16,-1-3-8 0,-1-2 8 16,0-3-6-16,-2 2 13 0,1-2-2 0,-2 1-5 15,-2 0-6-15,-1 0 13 0,-2-1-10 0,-3 2 16 0,2-4-3 0,0 0-7 0,-3 0-3 0,2-3 1 0,1 1-2 16,0-2 4-16,6-1-3 0,2 1-1 0,0-3-10 15,3 0 6-15,-3-3-4 0,1 0-4 16,2-3-13-16,0 0-17 0,4-3-48 0,4-1-18 0,-2-3-5 0,3 0-95 0,2 2-45 0,5-2-36 0</inkml:trace>
  <inkml:trace contextRef="#ctx0" brushRef="#br0" timeOffset="9699.62">8742 3470 1006 0,'-9'0'-131'0,"2"1"310"0,1 1-31 0,-2 2-29 0,2 0-44 0,3 2 3 0,-3 1-21 0,-1 2 4 0,-5 0-11 0,-1 2-11 0,0 1 4 0,2 2 13 0,0-3-12 16,1 2 20-16,2-1-8 0,1-1-11 0,1 0-13 16,4-2 1-16,2-2-8 0,1 1 7 0,3-3-6 0,2 0-4 0,1-4-10 15,1-1 14-15,0 0-13 0,2-1 22 0,0 0-4 16,2 1-8-16,2 0-18 0,-1-1 13 0,0-2-18 0,-2-2 12 15,-5-2-1-15,-2 0-6 0,-1-1-1 0,0 0 13 0,2 2-10 16,1 0 33-16,-3-1-6 0,2 2-9 0,-2-1-13 16,-1 4 9-16,0 0-11 0,-2 1 7 0,0 1-2 0,0 0-6 0,0 0-16 15,1 1 15-15,-1 0-11 0,0 2 25 0,0-1-5 0,0 2-10 16,1-1-6-16,0 1 5 0,0-1-4 0,1 0 3 0,1 1-1 16,0-2-4-16,1 0 1 0,3 0 4 0,1-2-4 0,2 0-17 0,0 0-18 15,1-1-20-15,0 0-97 0,0-1-20 0,1 0-24 0,-1-2-251 16,3 0 274-16,-1-4-54 0</inkml:trace>
  <inkml:trace contextRef="#ctx0" brushRef="#br0" timeOffset="10360.7">9225 3479 783 0,'-3'-6'239'0,"-1"-1"-127"0,1-1 104 0,-1 0-72 0,1 3 31 0,0 1-59 0,-1-1-8 0,5 3-20 0,1 0-36 0,0 1-27 0,-1 1 22 0,-4 0-29 0,-3 1 27 0,-2 2-5 0,0 1-17 16,-3 2-15-16,-1 2 13 0,-1 1-18 0,1 4 13 15,2-2-4-15,0 1-6 0,-1 3-16 0,2-3 11 0,0 2-10 16,0 0 28-16,2-1-5 0,0-1-6 0,0 1-19 15,2-1 12-15,1-1-12 0,1-1 21 0,1-1-3 0,1-2-7 16,1-2-12-16,0 0-22 0,1-2 9 0,2 3-93 0,2-2-39 0,-1 0-14 16,4 0-264-16,0-4 262 0</inkml:trace>
  <inkml:trace contextRef="#ctx0" brushRef="#br0" timeOffset="10628.81">9417 3499 884 0,'-11'5'226'0,"-1"-2"-127"0,1 3 73 0,-3 2-57 0,-1-1 32 16,2 2-62-16,-2 3-11 0,3-3-15 0,-1 1-25 0,2 0-15 15,1-1 4-15,3-1-9 16,2-2-3-16,2 0 2 0,3-3-11 0,0 1-2 0,3-2 19 16,1 1-19-16,2 0 39 0,0-2-8 0,2-1-7 0,2 0-7 0,1-1 18 0,-2-2-16 0,2 2 34 15,0-1-11 1,0-1-12-16,2-1-13 0,-2 2 8 0,0 2-11 0,0-2 14 15,0 2-8-15,1 0-7 0,1 2-9 0,-2-1 8 0,2 3-7 0,-1 1 13 0,-1 1-9 0,1 2-6 16,-1 1-5-16,-2-4 0 0,-1 0 2 0,1 0 5 0,-3-1-3 16,1 2-2-16,1 0-61 0,-1-3-4 0,-1 1-22 0,2-1-103 15,0-2-78-15,0 0-61 0</inkml:trace>
  <inkml:trace contextRef="#ctx0" brushRef="#br0" timeOffset="11289.31">9831 3603 1205 0,'-6'2'154'15,"-1"0"61"-15,0 3-118 0,-2-1 18 0,2 2-30 0,0-1-33 16,0 1-28-16,2 1-2 0,1-3-8 0,2 1 7 16,-1-1-4-16,2-1-2 0,1 4-15 0,0 1 14 15,0-3-13-15,2 0 24 16,1 1 4-16,-2-1-5 0,0 0-17 0,1-1 17 0,0 1-22 0,1-2 32 0,0 1-10 15,-2-2-8-15,1-2-14 0,0 0 5 0,-1 0-5 0,-1 0 19 0,0 0-3 0,0 0-5 16,0-1-13-16,1-3 15 0,-1 0-15 0,0-2 18 0,0 1-6 16,0-2-6-16,0 0-9 0,0-1 5 0,1 2-4 0,0-2 14 31,2 0-1-31,1 1-2 0,-1 0-9 0,0 2 16 0,0-3-13 0,0 2 13 0,-1-2 0 0,2 1-10 0,-1-2-11 16,0 2 14-1,1-2-12-15,0 2 18 0,1 0-3 0,-1 1-9 0,1 1-16 0,-1 1 16 0,1 1-12 0,-1 1 22 0,1 1-3 0,-2 1-10 0,2-2-7 16,-1 2 10-1,-1 0-6-15,1 2 18 0,-1-2-6 0,1 0-7 0,-1 1-12 16,0 1 9-16,1 0-7 0,-1-1 19 0,0 2-3 16,2-2-6-16,-2 1-11 0,1 1 12 0,-1-2-8 0,2 0 15 0,-2 1-2 15,1 0-8-15,1 0-12 0,-1-1 16 0,1 1-11 0,0-2 16 16,2 3-1-16,1 0-8 0,1 0-4 0,1 4 4 0,0-1-2 16,1 3 4-16,1 1 3 0,0 1-2 0,3 1-6 0,-2-3 6 15,3 0-6-15,1-1 4 0,-2-2 0 0,3 5-2 0,1-2-8 16,1 0 9-16,-6-3-5 0,-3 0 13 0,-3 1 0 0,-1-5-7 0,5 2-7 15,-2-2 9-15,-2-1-6 0,0-1 14 0,-2-1-2 0,-1-1-7 16,1 0-7-16,-1 0 7 0,-2-1-4 0,0-3 12 0,2 3-1 16,-2-3-7-16,2 1 3 0,0-1-1 0,0 0 0 0,-1-1-3 15,1-1 0-15,-2 1-1 0,2-1-2 0,-1 0 3 0,2 1-2 0,0-1 2 16,-1 0 4-16,1-3-1 0,-1-1-4 0,1 1 3 0,-2 1-4 16,0 1 1-16,-3 2 2 0,0 2-2 0,0 3-14 0,-2 2 14 15,-1 0-11-15,-3 0 18 0,-1 3-1 0,-1 4-8 0,-2 2-7 16,0 2 9-16,0 2-7 0,0 0 11 0,-1 0 1 0,2-1-5 0,1-3-11 15,1 0 12-15,4 0-9 0,2-1 18 0,1 1-5 0,3-3-5 0,2 2 1 16,2-2 3-16,3 2-1 0,2-3 9 0,0 0-4 0,2-2-1 16,2 0-19-16,0-2 14 0,-1-1-9 0,1 0 25 0,-1-4-8 15,2 1-10-15,1-2-51 0,0-1 0 0,0-1-18 0,0 0-69 16,0-1-34-16,-1 0-40 0,3-1-283 0,-3 0 309 0</inkml:trace>
  <inkml:trace contextRef="#ctx0" brushRef="#br0" timeOffset="11469.77">10771 3325 1150 0,'-1'0'221'0,"0"1"65"0,1 3-126 0,-1 0 48 0,2 4-31 0,0 1-30 0,1 3-60 0,2 2 27 0,0 3-47 0,3 4 19 0,0-1-19 0,1 3-27 0,1 3-29 0,0-3 14 16,-1 0-20-16,4 0 15 16,-1-3-5-16,-1-1-12 0,1 1 1 0,-2-4 3 0,1-3-3 0,-1-3 2 0,-1 1-2 15,0-4 0-15,0 5-44 0,-5-2-6 0,1-1-8 0,-2 0-12 16,-1-1-26-16,-1-2 4 0,0 0-69 0,-2 0-36 0,0-1 30 15,-3-3-186-15,2 0-148 0,-3-2-54 16</inkml:trace>
  <inkml:trace contextRef="#ctx0" brushRef="#br0" timeOffset="11607.33">10720 3632 558 0,'-7'-8'335'0,"3"5"-12"0,3-5-83 0,1 2-74 16,0 0 33-16,1 3-72 0,1-1 21 0,-1-1-32 0,2 2-36 0,2-1-19 0,1 0 2 15,2 1-12-15,2-3-6 0,0 0-16 0,2 1-14 0,3-1-20 16,1-2 8-16,2-1-8 0,4-1 11 0,0-1-27 15,1 0-17-15,4-2-67 0,-1 2-27 0,1 2 12 0,1-3-133 16,-2 4-66-16,0-1-19 0</inkml:trace>
  <inkml:trace contextRef="#ctx0" brushRef="#br0" timeOffset="11739.03">11200 3415 358 0,'-4'3'114'0,"-2"2"68"0,-2 2 42 0,-2 1-24 16,4 1-41-16,-1 3-59 0,-2-1 36 0,0 1-63 0,-7 2 18 15,4-2-13-15,1 1-24 16,1-2 1-16,1 0 5 0,3-2-11 0,1-2-10 0,3 0-12 15,1-1-18-15,1-1-12 0,3-2 13 0,3 1-13 0,2-3-23 16,3-1-83-16,1 0-39 0,6-3-431 0,0-2 339 16</inkml:trace>
  <inkml:trace contextRef="#ctx0" brushRef="#br0" timeOffset="11881.89">11458 3587 1598 0,'-10'-1'-183'0,"6"-1"406"0,0 0-52 0,2 2-51 0,-1 0-88 15,1 0 14-15,1-1-36 0,-2 1 17 0,3 0-6 0,0 0-9 0,0-3-30 0,4 2-14 0,-1-1-5 16,4-4-177 0,1 3-190-16,1-3-78 0</inkml:trace>
  <inkml:trace contextRef="#ctx0" brushRef="#br0" timeOffset="12006.37">11549 3356 1389 0,'-11'-12'-177'0,"4"8"403"0,2 0-38 0,-1 3-47 0,1-1-47 0,0 2 5 0,2-2-31 15,-1 2-14-15,2-1-20 0,2 1-12 0,0 0-20 0,0 0 1 16,1 0-3-16,4 0 0 0,0 0-18 0,2 0-7 0,3 0-77 16,-1 0-22-16,1 1 3 0,3 1-144 0,-1-1-83 15,0 1-30-15</inkml:trace>
  <inkml:trace contextRef="#ctx0" brushRef="#br0" timeOffset="12182.22">11761 3432 927 0,'-16'29'-198'0,"2"-14"427"0,2 0-21 15,-3 1-44-15,-1 3-23 0,1-1 4 0,-1-2-33 0,0 1-23 0,5-5-9 16,-1-1-15-16,4-1-29 0,7-2 14 0,2 0-25 0,8-1 25 16,5 1-9-16,5-3-10 0,5-1-20 15,-3-3 14-15,2 2-18 0,9-1 15 0,-1 4-5 16,8-4-11-16,5 1-15 0,-5 1 12 0,-3-3-13 0,1 4 7 16,-5-2-20-16,-2 0-15 0,4 2-33 0,-2-2-4 0,0 2-2 15,-3-2-244-15,-2 2 218 0,-1-1-79 0</inkml:trace>
  <inkml:trace contextRef="#ctx0" brushRef="#br0" timeOffset="12879.4">11417 3601 209 0,'-3'-1'124'0,"-1"0"-18"0,2 0 88 0,-3-2-44 0,3 2 47 0,0-1-69 0,0 1 36 0,2 1-27 0,-1-1-40 0,1 1-40 0,0 0 23 0,0 0-38 0,0 0 12 15,-2 2-6-15,2 1-19 0,2 0-7 0,-2 2 21 0,0 1-22 16,1 2 23-16,0 1-18 15,1 0-16-15,-1 1-1 0,1-4-3 0,0 2 4 0,0-2-4 0,0 0 1 0,-1 3-5 0,3-1-4 16,-2 1 11-16,1 0-11 0,1 0 11 0,-2 0-32 16,1-2-16-16,1 0-127 0,-1 0-125 0,1-1 54 0,1 4-144 15</inkml:trace>
  <inkml:trace contextRef="#ctx0" brushRef="#br0" timeOffset="16489.36">8053 4235 242 0,'0'-8'8'0,"0"0"-9"0,1-1 52 0,0 0 23 0,1 1-7 0,3 0 9 0,-1 3-16 0,1 0-23 0,0 1 4 0,1-1 7 0,-2 2-7 0,2 1 18 16,-2 1-7-16,1-2-12 0,-1 2-4 0,2 0 13 0,-2-1-16 16,3 1 23-16,-1 0-7 0,-1-1-7 0,3 1 1 15,-2-1-6-15,2 2 1 0,2-2-12 0,0 2-6 0,1-1-4 16,3 1-22-16,-2-1 16 0,-2-1-17 0,4 0 21 0,-1-1-5 16,5 1-11-16,8-3-10 0,1 3 11 0,-1 0-8 0,2-1 27 15,-2 1-2-15,-1-1-12 0,2-3-25 0,-4 3 31 0,-3-1-29 16,-3 0 39-1,-6 2-6-15,-3-1-14 0,-4 2-4 0,-4 0 20 0,-1 1-10 0,-5 1 32 16,-6 0-8-16,-3 3-18 0,-8-1-18 0,-4 4 22 0,-3-1-19 16,-3 1 19-16,1 0-2 0,-3-2-11 0,-2 0-1 0,-2 3 0 0,0-3-1 0,-1 4 3 0,0 1 0 0,-2-1-3 15,-3 2-14-15,2 1 19 0,4 1-15 0,3-3 24 0,7-1-5 16,4-3-10-16,5-1 2 0,4 1 2 0,5-4 5 0,6-2 35 16,3 0-1-16,4 0 6 15,3-2-28-15,4-2 13 0,3-1-16 0,4-1 9 0,3 0-4 0,0 0-9 0,4 1-11 16,2-2 2-16,-1 2-4 0,3 1 5 0,-1 2-1 0,0 2-3 0,0 0-10 0,-3 0 15 15,0 2-13-15,-2-1 15 0,-2 2-9 16,-1 0-11-16,-1-3-108 0,-1 2-44 16,-6 1-17-16,0-1-4 0</inkml:trace>
  <inkml:trace contextRef="#ctx0" brushRef="#br0" timeOffset="17334.86">3308 4344 256 0,'1'-6'21'0,"-1"2"292"0,0 0-130 0,-2 3 5 0,0-2-150 0,-2 2 21 0,0 1-21 0,-3 0 13 16,0 0-12-16,0 2-16 15,-5 0-1-15,5 0 10 0,-4 2-8 0,-5 0 20 0,-1 0-3 16,-7 0-15-16,-3 2-17 0,1-2 28 0,2 2-31 0,-3-2 32 16,3 2-4-16,3-3-7 0,1 1-14 0,4-2 6 0,2-2-9 15,3 2 14-15,3-1-3 0,4-1-8 0,-1 0-24 0,4 0 20 16,1 0-22-16,0 0 22 0,2-1-7 0,3-1-9 0,4 0 11 16,2-2-7-16,5 0 10 0,5-1-10 0,3 0 6 0,4 0 0 0,3 0 6 15,1 0 12-15,1 1-13 0,1 0 4 0,-4 1 3 0,-7-1-4 0,-2 2-18 16,-3 1 17-16,-1-2-17 0,2 2 20 0,-4 1 0 0,-5-2-11 15,-3 2-10-15,-4 0 20 0,-2 0-13 0,-1-1 67 0,-1 1-3 16,-2 0 8-16,-5 0-61 0,-5 1 18 0,-3 2-25 0,-5 0 22 0,1 0-5 16,-2 3-14-1,-2-1-4-15,-2 2 6 0,-6 1-5 0,-3 2 4 0,-4-1-3 0,-3 3-5 0,0 1-1 0,3-2 8 0,2 2-5 16,3 0 2 0,6-2 2-16,0 2-8 0,1-1-3 0,4-3 8 0,1-1-6 15,6-1 8-15,2 1 2 0,4-3-5 0,0 2-26 0,4 0-24 0,2 0-5 16,3 0-170-16,2 1-97 0,3 0-80 0</inkml:trace>
  <inkml:trace contextRef="#ctx0" brushRef="#br0" timeOffset="27795.32">25293 1333 258 0,'-17'-1'9'0,"1"-1"1"0,1 2-6 0,1 2 18 0,-1 1-11 0,-1 1 24 0,0 0-3 0,-2 2-9 0,-1 1-11 0,-2-1 3 0,-1 3-4 15,1 0 12-15,4 1-4 0,-2 1-4 0,-4 2-23 0,-2 3 17 0,-7 1-15 16,0 2 26-16,-2 1-5 0,-3 4-8 0,-1 1-3 0,3 2 5 0,3 0 1 0,1 1 14 0,4-1 0 16,0 1-7-16,-1 2-33 0,1 0 32 15,1 0-30-15,5 0 32 0,1 1-4 0,0 1-12 0,-2 4-2 16,-1 8 2-16,-1 3 1 0,1 4 13 0,1-1-1 0,2 1-6 0,-1-1-15 15,2 3 20-15,0 0-20 16,1 6 21-16,1 3-4 0,2 6-7 0,-6 71-3 16,19-134 32-16,-10 112-51 0,8-62 26 0,0 0-1 0,3 6-24 15,2 0 27-15,6-3-23 0,3 0 30 0,3-8-3 0,4-3-11 0,5-1-4 16,3 1-4-16,5-1 2 0,4 0 5 0,2 1 3 0,3-1-2 16,4 3-6-16,-4-4 12 0,1-2-12 0,2-4 10 0,-3-5-1 15,9-1 0-15,6-2-5 0,6 1-1 0,3-4 1 0,3 0 8 0,-6-2 0 16,-5-2-2-16,1-1-7 0,0 1 17 0,6-3-15 0,7-2 18 15,1-1-4-15,2-2-7 0,55 6 4 16,-124-21 10-16,103 9-29 0,-54-7 17 0,4-2 0 0,5-1-19 0,-1-7 18 0,-3-1-15 16,-8-5 21-16,-8-6-3 0,-4-5-10 0,-1-2 0 0,-3-4 1 15,6-3 0-15,-3 1 3 0,-4-1 2 0,0-2-3 0,-3-3-16 16,-6-9 23-16,-2 1-20 0,-6-7 25 0,-2-2-7 0,-3-4-10 0,-2-4 0 16,-3-1-4-16,-1-4 6 0,-3-2 9 0,-2-2-2 0,-6-5-6 15,-3 0-14-15,-4 2 16 0,-4-1-14 0,-3 3 18 16,-4 3-1-16,-5-3-5 0,-4-1-9 0,2 5 6 0,-4 3-3 0,-2 5 14 15,-2 4-4-15,-52-63-13 0,92 115 32 0,-103-106-45 0,47 56 37 16,1 6-1-16,-45-39-12 0,100 86 3 0,-92-82-16 16,47 40 16-16,4 1-1 0,4 4-5 0,-1-2-12 0,0 3 20 15,0 1-18-15,2 2 13 0,7 5-5 0,2 1-9 16,2 3 2-16,5 0-1 0,2 4 5 0,3 0 11 0,3 2-5 0,1 1-4 0,-2 1-17 16,2 1-29-16,-1 4 3 0,-1 4-159 0,1 4-32 0,0 4-39 15</inkml:trace>
  <inkml:trace contextRef="#ctx0" brushRef="#br0" timeOffset="34435.99">3572 7057 256 0,'0'-14'-9'0,"-1"9"-108"0,-1-1 62 0,1 4 3 0,-2-3 79 0,1 0 26 0,-1 0-12 0,-1 2 45 0,1-1-10 0,-2 2-9 0,1 2-20 0,-2-3 14 0,2 2-10 15,-2 1 20-15,1-2-6 0,0 1-18 0,1 1-23 0,0 0 16 16,2 0-21-16,2 0-8 0,0 0-3 0,0 1-8 0,1 1-4 16,1-1 1-16,2 0 0 0,1 2 21 0,2-1 0 0,1 4-1 0,1-3-12 15,2 1 21-15,2 0-16 0,1 0 22 0,2 0-8 0,0 0-9 16,3-1 6-16,0 3-9 0,3-5 9 0,2 1-3 0,-1 0 1 16,-5-1 2-16,3 4-21 0,-2-1 24 0,3 0-21 0,7-2 35 15,1 0-7-15,-1-1-11 0,3-1-5 0,3 0 7 0,2 0-4 16,5 0 15-16,-1-1-6 0,2 1-5 0,5 0-9 0,-3 0 7 0,-4 0-5 15,1-2 9-15,-2 1-6 0,-1-2-5 0,9 2-13 0,0 0 9 16,5 0-6-16,4 1 21 0,2 1-6 0,-2 0-5 0,-4 0-20 16,-1-1 20-16,-4 2-15 0,2-2 25 0,5-2-8 0,3 2-14 0,5-1-6 15,1 1 9-15,-2-1-4 0,-2 0 22 0,-5-1-4 0,-3-1-9 16,5 0-23-16,6 0 21 0,4 3-17 0,5-2 30 0,-5 1-11 16,-4-2-14-16,0 0-9 0,-2 3 15 0,2 0-6 0,6 2 23 15,2 0-2-15,-39 3-1 0,249-11-18 16,-221 6 0-16,1 1 0 0,5 3-7 0,-2-1 8 0,-7 1-5 15,0-1 17-15,-6-1-4 0,-2 0-4 0,10 1-17 0,-2-2 22 16,1 0-18-16,2 1 29 0,-3 0-9 0,-2 1-9 0,-2-3-10 0,-3 0 4 16,-1-2 1-16,0 0 21 0,1 1-4 0,0-1-6 0,2 2-8 15,-3-1 3-15,-2 1-4 0,-4 0 4 0,-12 1-1 0,-1-1 0 0,-2 2-2 16,-2-2-1-16,-1 1 2 0,-2 1 3 16,-7 1 2-16,-4 0-3 0,-2-1-14 0,-2 2 22 0,-3-1-18 15,-2-1 23-15,-2 2-4 0,0-3-10 0,0 0-1 0,-2 3 15 16,-1-1-7-16,-3-1 28 0,0 1-6 0,-2 1-15 0,-2-2-14 0,-3 4 9 15,-3-3-9-15,-4 0 14 0,-4 1-5 0,-4-2-7 0,-3 0-8 16,0 0 6-16,-5 1-3 0,-5-1 10 0,-4 0 1 0,-7 0-5 0,-3 1-16 0,-1 1 20 16,0-1-16-16,-3 1 24 0,-1-1-8 0,2 1-11 15,-6-3-2-15,-1 1 3 0,-1 1 1 0,-1 2 16 0,2-1-5 0,-1 0-4 16,-4-2-10-16,-3-2 8 0,-1 2-5 0,0-2 13 0,4 1-5 0,-3 0-6 16,-1 1-4-16,-1-2 7 0,-7-2 0 0,0 1 25 15,1 1-5-15,0 0-3 0,-1 1-21 0,-2 1 9 16,-5-2-9-16,-3 1 15 0,7 0-4 0,-4 2-5 0,1 0-10 0,-3 0 9 15,-4 0-5-15,3-2 12 0,5 1 5 0,3 1-8 0,-1 0 6 0,-1-3 14 0,-2 0-11 16,5 1 19-16,9 1-4 0,4 1-5 0,1 0-16 16,1-3 3-16,2 0-6 0,4 1 1 0,7-1 1 0,7 0-1 0,2 1-10 0,6 2 6 15,3-2-7-15,3 0 11 0,3-1-3 0,1 1-4 16,1-1-15-16,1 0 16 0,4 0-11 0,7 0 18 16,4 0 1-16,1 0-13 0,0 0 1 0,-2 2 6 0,3-2-6 15,3 1 1-15,4-1-3 0,1 0-4 0,2 1-12 0,1 1 7 0,3 0-5 16,3 1 14-16,2 2 3 0,4-1-1 0,2 1-8 0,2-1 9 15,-2 1-7-15,4-1 13 0,4-2 0 0,5 1-5 0,12-1-6 0,0 0 6 16,4-2-5-16,4 1 11 0,5 0-2 0,7 0-3 0,4 1-7 0,-2-1 7 16,4-1-4-16,-5 0 9 0,4-4-4 0,7 2-7 0,11-2-1 15,5 0 5-15,-3 0-1 0,0-2 8 0,-6-1-2 0,8 1-2 0,9-1-8 16,3 0 6-16,-2 0-5 0,-1 0 12 0,1-1-1 0,5 0-5 0,4 1-18 16,-2-2 15-16,-2-2-13 0,4 2 35 15,-1 1-9-15,-1-1-9 0,0-3-15 0,-3-1 12 0,2 0-8 0,2 1 17 0,-6-1 4 16,-6 1-5-16,1-1-17 0,-2 2 8 0,2 2-10 0,-8 3 22 0,-7-2-2 15,-5-1-3-15,-2 0-17 0,-1 0 18 0,-1 3-13 0,-3-1 24 16,-9 3-3-16,-9-1-11 0,-3 1-17 0,-4-1 17 0,-4 1-14 16,-1 2 29-16,-6-1-6 0,-4 1-9 0,-2 1-15 0,-5-1 14 15,-4 1-10-15,-4 1 20 0,-5-1-1 0,-2 1-10 0,-4-2 7 0,-1 2 1 16,0 0 1-16,-1 0 8 0,-2 0-5 0,-2-1-2 0,-5 1-14 16,-6 0 5-16,-5 0-5 15,-6 3 7-15,-4 1 0 0,-6-1-5 0,-9 4 1 0,-5 0 1 16,-6 1-2-16,-4 0 0 0,-4-1 0 0,-5 1 1 0,-10 4-6 0,-3-1 5 15,-6-1-3-15,-5 1 12 0,0 0-4 0,-4 3-4 0,-6 4-12 0,-4 0 13 0,-6-1-11 0,1 1 19 16,2-2-1-16,0 0-8 0,-6 0-13 16,-1 0 14-16,1-3-11 0,1 2 23 0,9-1-6 15,-3 0-8-15,1-1-7 0,-1 2 7 0,9-2-5 0,3 2 9 0,5-3 0 0,4 1-4 16,0 0-22-16,7-2 2 0,3 1-12 0,-1-1-35 0,1-1-18 0,3-1-20 16,3-1-78-16,2-3-53 0,4 1 0 0,-2 0 16 0</inkml:trace>
  <inkml:trace contextRef="#ctx0" brushRef="#br0" timeOffset="46387.91">22541 14905 256 0,'1'-21'6'0,"-1"8"91"0,0 3-47 0,2 0-3 0,1 2-44 0,3 1-2 0,0-2 3 0,-1-3-5 0,2-2 4 0,0 0 2 0,1-3-21 0,-1 1 26 0,-3-4-23 0,-1 1 32 16,-1 0-7-16,2 0-11 0,5-3-10 0,1 0 12 0,2-1-5 15,1 0 33-15,1-1-6 0,1 3-12 0,-1-2-18 0,0 2 12 0,-2-2-11 16,-1 1 12-16,1 0-4 0,-2-1-4 0,0 0-5 0,0 1 5 15,0 0 0-15,0 3 20 0,-1-1-4 16,1-2-5-16,-1 0 4 0,1-2 4 0,-1 3-3 0,-1 0-3 0,1 0-8 0,1 2-6 0,0-2-7 16,2 2 10-16,-1-1-2 0,-1 1 23 15,-1 1-4-15,2 1-15 0,0-1-18 0,2-1 28 0,1 0-23 16,0-3 25-16,1 1-4 0,-2-2-12 0,4-1-4 0,1 2 6 0,0 0-2 0,0-1 19 0,-1 0-4 16,-7 0-8-16,2-2-17 0,2 0 23 15,0 1-20-15,9 1 26 0,-1 0-9 0,2 3-10 0,-1-1 6 0,0 2-9 16,-1 2 10-16,1 1-8 0,-3 1 4 0,0 3-2 0,1-1-4 15,1 0 9-15,-1 2-9 16,-1 2 7-16,-3 0-3 0,0-2-3 0,1 4-18 0,-1-1 19 0,-2 2-12 0,1 0 32 0,-2 1-3 0,-1 3-13 0,1 1-25 16,-4 1 28-16,-2 0-24 0,-1 0 34 0,-1 1-8 0,-5 3-11 15,1-1 3-15,0 3-4 0,-1-1 5 0,4 1-1 0,0 1 7 16,0-2-2-16,0 2-7 16,-1 0 11-16,1 0-12 0,-2 1 11 0,2 1-2 0,-1 0 1 0,0 3-18 15,0-1 11-15,1 2-8 0,-2 1 27 0,1 1-1 0,0 1-9 0,-2 4-9 0,3 2 8 0,-2 0-9 0,2 3 4 16,0-2 1-1,-1 3 0-15,1 1-17 0,-3 1 11 0,0-1-10 0,2 0 30 16,-3-3-5-16,2-1-5 0,1 1-13 0,-1 0 8 0,2-1-7 0,-1-2 8 0,1-3-3 0,0-1-5 0,1-2-3 16,-1-1 4-16,1 0 0 15,1 4 9-15,-1-4 1 0,2 2-4 0,0-1-24 0,0-2 28 0,1 0-23 16,0-2 34-16,0 0-7 0,0 0-13 0,1 1-18 0,-1-2 17 0,0 0-9 0,-1-1 39 0,0-3-11 16,0 1-12-16,-1-1-22 0,2-1 24 15,-2 2-19-15,1-1 24 0,0 1-2 16,0-2-11-16,0 1 1 0,0-3-3 0,-1 0 4 0,0-1 8 15,0-2 0-15,0 1-2 0,0-1-13 0,1 0 17 0,0-1-14 16,0-1 15-16,-1 0 2 0,0 1-8 0,0-2-6 0,1-1 1 16,2 0-2-16,-2 1 7 0,0-3 2 0,0 3-1 0,-1-3-15 15,1 1 22-15,-2 0-20 0,-4-1 20 0,0-1 1 0,-1 0-10 0,0-1-14 16,6-2 11-16,0 1-9 0,1-1 23 0,0-2-1 0,0 2-7 16,1-3-12-16,1-1 9 0,0 0-10 0,3-1 7 0,-2-2 1 15,-1 3-2-15,0-3 0 0,-3 0-2 0,2 0 2 0,0-1 8 16,-1-2-3-16,-1 1-4 0,1-5-12 0,0 0 18 0,0 1-13 0,1-3 17 15,-1 7-7-15,-1 0-9 0,2-2-7 0,-2 1 8 0,1-1-2 16,1 2 19-16,0 1 0 0,-1 3-9 0,1 1-20 0,-1-1 23 16,0 3-21-16,0 1 24 0,-2 1 0 0,1 0-10 0,1 0-5 0,1 1 4 15,1 2-3-15,-1 0 8 0,-1 3-1 0,0-1-3 0,0 3-9 16,-2-1 10-16,1 1-7 0,-1 2 9 0,-1 0-2 0,1 0-2 0,0 2-15 16,-1 0 8-16,1 1-5 0,-2 2 20 0,2-1 0 0,0 3-4 15,0 2-22-15,1 0 26 0,1 1-21 0,-1 2 33 0,-1 0-6 16,2 0-12-16,-1 0-6 0,1 3 3 0,0 2-1 0,0-1 14 15,-1 1-4-15,-3 0-7 0,1 1-25 0,0 3 29 0,2 1-22 16,5-1 41-16,4 2-10 0,2 2-13 0,2 5-16 0,0 2 16 0,0 0-8 16,-2-3 29-16,-1-2-1 0,-1 0-16 0,-2 2-22 0,2 2 23 15,1 0-20-15,1-2 32 0,0 0-7 0,-1-1-10 0,0 1-18 16,-2-1 17-16,0-3-11 0,1 0 35 0,-3-3-5 0,3 0-11 0,1 1-20 16,1 0 24-16,2-1-17 0,0-4 42 0,0-2-5 0,2-2-11 15,-7-1-9-15,2-1 12 0,2-3-8 0,5 0 11 0,5-3-4 16,1-1-12-16,1 1-15 0,0 0 15 0,3-3-15 0,0 1 12 15,0-2 0-15,3-4-6 0,3-2-13 0,2-1 12 0,0 0-9 0,-6-3 20 16,-2 3-4-16,2 0-9 0,2-1-38 0,4 2 23 0,-2 1-27 16,-2 2-9-16,-1 1-25 0,0 1-31 0,5 5-124 15,0-3 136-15</inkml:trace>
  <inkml:trace contextRef="#ctx0" brushRef="#br0" timeOffset="47402.18">27555 14884 256 0,'-5'-11'17'0,"-3"4"238"0,-1 0-116 0,4 1 2 0,1 4-149 0,1-2 11 0,2 2-9 0,-1-1 29 0,2 0-3 0,2 3-6 0,1-1 5 0,2-1 7 0,1-2-3 0,2-4 5 0,0-1-6 16,1 0-9-16,1-2-17 0,-4 0 22 0,1 0-18 0,-3-1 32 16,3 0-9-16,4-3-14 0,1 1-4 15,2 0 9-15,-1-2-5 0,2-4 19 0,-2 2-2 0,0-2-7 0,0-3-10 0,-2 1 6 0,1-1-9 16,-1 0-2-16,-2 0-3 0,-1-3 0 0,0-4-5 0,0-2 3 0,-2-4-1 16,0-1 13-16,-1-2 2 0,-1-2-4 0,0-3-17 0,1-3 15 15,0 1-17-15,0 3 14 0,1 3-3 0,-1 2-3 0,2-1-15 16,0 0 17-16,-1 2-10 0,1 2 30 0,-1 6-2 0,0 2-17 0,0 0-11 15,2 0 20-15,-1 1-17 0,1 3 16 16,1 1-3-16,-1 2-12 0,5-1-5 16,0 2 14-16,3 0-7 0,2 1 21 0,2 2-2 0,3 0-13 0,0 0-20 15,2-2 25-15,-6-2-20 0,0 2 32 0,1-2-6 0,3-1-13 0,6 1-19 0,0-2 17 0,2 3-12 0,-3 1 29 32,1 0-1-32,0 0-14 0,2-3-14 0,3 1 22 0,1 0-20 15,3-2 19-15,1 2-2 0,1-1-6 0,-5-3-5 0,-1 1 4 16,5-2-1-16,-1 5 12 0,4-1-1 0,1 2-7 0,2 3-17 15,0-1 20-15,3 3-18 0,3 4 26 0,-3-1-2 0,-5 5-9 0,3 0-18 16,0 0 15-16,1 4-12 0,5-1 29 0,-5 3-2 0,-1 3-13 16,5 2-12-16,2 3 19 0,2 3-15 0,-2 1 15 0,-8 1-3 15,-1 1-10-15,2 0 7 0,0 4-1 0,4 0 6 0,-1 2 2 0,-2 3-1 16,3 4-5-16,4 2-23 0,0 2 32 0,-3 2-27 16,-3 5 37-16,-3 1-9 0,1 2-15 0,6 5 3 0,-4 0-4 0,0 2 4 15,4 6-1-15,-1-6 5 0,0 5 3 0,-5 7-14 0,-3 0 12 16,-4 1-13-16,-2 2 14 0,2-6-4 0,-4-2-3 0,1 3-7 15,-1 1 6-15,-5 2 0 0,-2-1 19 0,-2-7-1 0,-1 1-7 0,-2-3-18 16,0-3 16-16,-3-1-15 0,-2-2 17 0,-3-4-4 0,-3 0-6 0,-1 1-3 16,-3 0 3-16,-6-2 0 0,1-1 13 0,-1-7-4 0,-1-2-3 15,7-2-22-15,-1-1 19 0,0-1-15 0,4-2 15 0,0-6-20 16,1-2-21-16,4-2-101 0,-2-2-78 0,4 0-5 0</inkml:trace>
  <inkml:trace contextRef="#ctx0" brushRef="#br0" timeOffset="64184.8">8595 8831 256 0,'-7'-28'14'0,"5"14"204"0,0 4-95 0,2 3 5 0,0 3-128 0,0 1 19 0,1 0-18 0,2 2 17 0,2 0-2 0,1 1-13 0,3-2-14 0,3 1 15 0,1-2-9 0,3 2 36 0,0-1-4 16,3 0-8-16,-1-2-19 16,-4 1 13-16,1-1-13 0,2 0 25 0,3 1-6 0,6 0-4 0,3-3-8 0,1 4 13 0,-2-3-5 15,0 2 32-15,-1-1-6 0,1 2-9 0,4 0-27 0,0 1 29 0,1 0-24 16,1 0 41-16,0 1-9 0,1 0-11 0,0-2-21 0,-6 2 16 16,-2 0-11-16,2 2 37 0,0-1-6 0,1 1-11 0,0 0-18 15,0 2 12-15,-1-1-12 0,2 1 12 0,-1 1-10 0,1 2-7 0,3-1-14 16,3 1 17-16,2 2-10 0,0-2 21 0,-8 1-2 0,1 0-15 15,4-1-13 1,-1 1 18-16,5-2-16 0,0 2 25 0,-1-3-8 0,0 0-6 0,4 0-9 16,0 1 11-16,3-3-5 0,2 3 28 0,-9-4-11 0,2 2-9 0,1-2-5 15,0 4-2-15,7-3 2 0,-2 5 0 0,-1-1-3 0,1 0-1 0,5 2-6 0,2 0 13 0,-4 0-7 16,-1 1 13 0,-4-1-2-16,0 0-16 0,5-1 4 0,5 1 10 0,0-1-6 0,0 1 11 0,2-1-9 0,2 1-6 0,0 0-4 0,4-5 6 15,-1 0-2-15,1-3 13 0,3 2-5 0,1 1-6 0,6 0-14 16,3-3 15-1,-3 1-12-15,-1-2 19 0,-5-1 2 0,1-1-5 0,12-1-10 0,0 0 9 16,-1 0-9-16,0-1 14 0,-7-1-4 0,1 3-5 0,9 0 2 16,2 1-3-16,-2-1 3 0,-2 0-4 0,-9 0 2 15,-3 0 2-15,6 1-2 0,3 1 2 0,0 0-2 0,-5 2 8 0,-1-1-7 16,-4-1 3-16,76 4 9 0,-145-4 4 0,154 7-24 0,-82-3 4 16,1-4 0-16,-4 0 2 0,0 0 2 0,5 0-1 0,2 3 5 0,-1-1-3 0,-3-1-5 0,3 0-3 15,-5-1 3 1,1 1-3-16,4-1 5 0,-2 0 1 0,1 2-3 0,-2-2-13 0,2 0 15 15,-6-3-12-15,0 2 23 0,-2-2-5 0,0 3-10 0,6-1 3 16,-1 0 1-16,-4-2 0 0,-2 2-3 0,-6-2 1 0,-1 3 0 0,3 2-12 16,-1-1 12-16,3 2-9 0,-4-1 21 0,-9-2-1 15,-3 1-9-15,-1 1-5 0,-1 0 9 0,0 1-8 0,-2-1 10 0,-4 0 0 16,-2 0-6-16,2 2-5 0,1-1 6 0,-2-1-6 0,0 2 10 16,-1-1-3-16,-7-2-1 0,-6 3-11 0,-2-2 6 0,-3 1-4 15,2-1 14-15,2 1-4 0,-2-1-2 0,0 0-10 0,-4-1 5 0,0 2-2 16,-1-1 10-16,-3-1-3 0,-1-1-5 0,0 2-16 0,-1 0 20 15,-1 1-15-15,1-1 27 0,-1 0-4 0,-2 0-11 0,0 0-10 16,-2 0 11-16,1-1-9 0,-2 1 14 0,-2-2 0 0,1 0-9 0,-1 0-9 16,-1 0 18-16,0 0-14 0,0 0 20 0,0 0-1 0,0 0-11 15,0 0-6-15,0 0 8 0,0 0-6 0,0 0 15 0,0 0-3 16,0 0-6-16,0 0-17 0,0 0 14 0,-4 0-11 0,2-3 23 16,0 2-6-16,0 0-10 0,-1-2-45 0,2 2 2 0,-1 1-17 0,0-2-44 15,-1 2-19-15,1 0-26 0,-2 3-109 0,-3 1-85 0,-4 2-10 16</inkml:trace>
  <inkml:trace contextRef="#ctx0" brushRef="#br0" timeOffset="70357.22">6267 10206 283 0,'-8'-9'22'0,"3"2"18"0,-2 0 7 0,1 1-2 0,5 1 8 0,1 1 28 0,0 1 1 0,2 1 4 0,-3-1-17 0,-1 1 3 0,0 2-9 16,0-2-25-16,2 2-7 15,0 0-17-15,0 0-26 0,0 0 21 0,1 2-22 0,1-1 17 0,0 3-2 0,2 0-5 0,1-1-3 0,-5 2 1 16,4 1 2-16,0 0 15 0,2 0 1 16,6-2-5-16,4 1-17 0,3 0 14 0,1-1-15 0,2-1 15 15,0-1 1-15,0 0-3 0,5-2-21 0,2 0 17 0,5-3-14 16,2 1 33-16,1-4-2 0,1 3-9 0,4-1-14 15,-1-1 11-15,-5 0-11 0,-1-2 17 0,-1-2-3 0,-2-2-3 0,4-2-11 0,-1 0 13 0,-3-2-6 16,-2-2 41-16,-2 0-4 0,1 0-5 0,-1-5-21 0,-1 1 29 0,1-2-24 16,-2 1 37-16,-1 2-10 0,-2-1-16 0,0-2-22 0,-2 3 18 0,-9-4-16 15,-3-3 28-15,-2 1-4 0,0-1-15 0,4-1-19 0,0 0 20 16,0 1-18-16,-3-1 23 0,-2 0-2 0,-3 0-8 16,0-4-23-16,-4-2 14 15,-5-2-13-15,-2 1 21 0,-2 1 2 0,-2 2-7 0,-4-4-10 16,-1 1 10-16,5-3-13 0,-5 3 3 0,-2 1 7 0,-4 5 1 0,-6-1-16 15,-1 4 14-15,-3 0-14 0,1 0 26 0,0 2 0 0,-1 0-9 16,-1 1-19-16,-1 0 26 0,-1 6-23 0,-2 0 29 0,2 4 0 0,-1 3-10 16,3 0-17-16,1 4 17 0,-3 0-15 0,-1 5 24 15,-3 2-6-15,1 3-11 0,0 4-7 0,2 4 7 0,1 0-6 16,1 4 10-16,2-1-5 0,0 0-5 0,-3 5-10 0,3 0 12 16,-2 6-6-16,-2 2 31 0,0 0-10 0,-4 1-10 0,-1 7-20 0,3 5 17 15,2 5-12-15,2 6 28 0,6 1-4 0,1 1-14 0,-3 0 1 16,2 1 0-16,0-1 1 0,2 0 4 0,6-2 1 0,9 2 0 0,5 1-9 15,3-1 10-15,4-7-8 0,-1-5 17 0,3-5-1 0,5-6-3 16,-1 0 3-16,3-3 10 0,2-4-4 0,2-1 13 0,10-3-5 16,0-1-10-16,2-1-21 0,0-2 18 0,0 0-16 0,-1-1 26 15,2-1-7-15,2-1-11 0,4 1-1 0,0-2-4 0,2-2 6 16,2 1 5-16,0 1 1 0,0-2 1 0,-2-1-12 0,-5-1 20 16,-3-2-17-16,1 0 19 0,0 0-8 0,4-3-10 0,-1 3-2 0,-1-3-1 15,3 4 1-15,0-2-1 0,1 0 3 0,2-2-3 0,3-3-2 16,-1-2 4-16,1 0-4 0,-4-2 3 0,-10 1-3 0,-1-2-1 0,-2 1 0 15,-1 1-10-15,5-3 3 0,-2 3-66 0,-3-1-19 16,-2 1-26-16,-1-1-144 0,-2 1-85 0,1-3-25 0</inkml:trace>
  <inkml:trace contextRef="#ctx0" brushRef="#br0" timeOffset="82556.39">9882 9715 440 0,'-20'-3'42'0,"1"3"94"0,4 1-148 0,0 2 12 0,2 1-4 0,3 0 19 0,1-1 2 0,3 0-8 0,3 1-19 0,3-2 12 0,0 1-14 0,1 2 14 0,2 0-1 0,3 3-1 0,1 1-4 15,2 1 2-15,0 3 1 0,1 1 17 0,-1 0 0 0,2 1-6 0,0 1-11 16,0 0 18-16,1 2-17 0,0-2 13 0,-1 0-1 0,2 0-8 16,-1 2-8-16,0-4 9 0,-1 0-6 0,1 1 16 15,-3-2-2-15,0 4-8 0,1 0-10 0,-2 1 9 0,1 0-9 0,1-1 15 0,-1-2-10 16,2-1-3-16,0 1 9 0,2-1-12 0,0 0 16 15,3 0-4-15,1 0 3 0,4 0 3 0,2 3-13 0,2-2 16 0,-3-1-14 16,-2-1 39-16,2-4-7 0,3-3 0 0,10-1-32 0,0-1 11 16,2-1-10-16,0 1 26 0,-1-2-7 0,1 5-9 0,2-4-6 0,0 2 24 15,3-3-15-15,-2-1 23 0,-3 2-10 0,-6-2-17 0,1 1 3 16,1-2-3 0,3 3 5-16,7 0 12 0,-1 0-5 0,4 0 0 0,3 1-23 0,2 0 14 0,4 2-13 0,-2 0 24 0,-7 5-12 0,2-1-13 15,3 1-4 1,3-3 6-16,7-1-1 0,2-2 14 0,-2 0-3 0,1-1-10 0,-1 2-13 0,-5-1 14 0,1 2-12 0,-5-5 19 15,1-1-5-15,3-2-8 0,7-3 4 0,2-2 0 0,-1 1 3 0,-5 0 4 16,-4-1-1 0,-1 1-2-16,5-1-21 0,6 0 19 0,-1 0-15 0,5-3 23 0,-3 3-4 15,-9 0-9-15,5-2-5 0,-6 0 7 0,0-1-2 0,7 0 10 0,-5 3 1 0,-1 1-9 0,3-2-18 0,-2-1 27 16,-5-3-21-16,2-2 31 16,-5-1-6-16,2-1-13 0,8 2-11 0,-1-1 16 0,4 3-8 0,1-2 33 15,-5 1-6-15,-2 1-12 0,1 1-21 16,-2-3 17-16,1 0-15 0,4 1 23 0,-2 2-7 0,2-1-7 0,-2-2-3 0,-6 0 2 0,-2-4 0 0,-3-1 9 0,-4-2 1 31,2-1-5-31,-1-2-22 0,-3 3 27 0,0-1-24 0,0 0 32 16,-3 0-3-16,-2-2-14 0,0-2-5 0,-11-1 19 0,-4-1-13 15,-2-1 32-15,1 1-3 0,3 1-13 0,0 0-15 0,-4 0 29 16,-4-1-22-16,-3-1 35 0,-3-2-10 0,-2 0-17 0,-3-4 2 0,-2 0 7 16,-3 1-4-16,-3-1 1 0,-4 0-1 0,-2-1-7 0,-4-3-14 15,-2 1 11-15,-5 3-12 0,-4 4 12 0,-3 1-11 0,-3 3-5 16,0-3-12-16,-6 0 14 0,-6-2-5 0,-5 2 19 0,-6 1-2 15,-1 1-12-15,-4 2-14 0,-5 0 16 0,-2 0-13 0,-2-1 18 0,-4 4 2 16,-1-1-6-16,-7 1-7 0,-5 0 0 0,1 2-2 0,-1 1 9 16,-2-1-3-16,0 4 0 0,-8 3-15 0,-5 3 17 0,-2 2-11 15,-1 2 21-15,-1-1-6 0,5 3-10 0,-5-1-3 0,-1 1 8 0,-3 1-3 16,-1 0 10-16,3 4-1 0,-1 6-9 0,-5 2-5 0,0 1 11 16,3 5-8-16,-3 2 8 0,8 3 0 0,-2 3-6 0,-4 6-3 15,4 3 5-15,2 2-3 0,1 3 8 0,7 0-5 0,2 3 0 0,1 2-17 16,1 1 17-16,7-1-11 0,0 1 25 0,7 0-1 0,5 3-10 15,1 4-20-15,7 3 14 0,6 1-13 0,5-3 29 0,8-7-1 16,7-2-7-16,9-1-12 0,8-2 9 0,5-1-9 0,7-2 5 16,2-3 1-16,7 2-6 0,6 0-5 0,6 1 2 0,5-4-1 0,-2-1 11 15,2-7 0-15,6-1 0 0,6 0-11 0,10-3 11 0,3-4-10 16,3 1 12-16,3 0-3 0,4-1-4 0,12-2-17 0,3 0-9 16,-1-3 0-16,4-2-52 0,-5-3-11 0,5 0-19 0,7 0-88 0,3 0-24 15,-2-2-21-15,-3 3 56 0</inkml:trace>
  <inkml:trace contextRef="#ctx0" brushRef="#br0" timeOffset="83517.98">4711 10087 1034 0,'-25'-13'121'0,"-4"4"-134"0,0 0-53 0,1 3 66 0,6 3 24 0,3 1-14 0,1 1 10 0,2 1-8 0,4 0-9 0,2 0 8 0,2 0-6 0,3 0 8 16,1 0-4-16,3 0-4 0,1 0-2 0,-1 1-16 0,1 1 13 0,0 0-13 0,0 3 13 0,1 0 3 0,1 1-4 15,2 5 0-15,0-1 2 0,3 1 1 0,1 2 8 0,3-3 0 16,2 3-5-16,5 1-9 0,4-1 24 0,6 1-16 0,3 0 36 16,6-1-8-16,3 0-15 0,-6 2-5 0,6-2 5 0,-1 2-2 0,1-2 17 15,10 1-8-15,0 0-6 0,9 0-22 16,4 3 16-16,1-2-13 0,-5 1 23 0,-3-2-1 0,-1-1-6 0,4 1-8 0,7-1 6 15,5-3-4 1,4 1 20-16,-3-2-4 0,-5-4-2 0,1-3-17 0,-4-1 15 0,3-1-13 16,6 0 16-16,1 1-8 0,1-2-12 0,-6-2 7 0,-2 3 0 15,-6-3 2-15,-1-3-7 0,6 3 2 0,-1-5-4 0,3 0-6 0,-3-1 9 0,-6-2-8 0,-4-2 13 0,-5 0-5 16,3-3-2-16,7-2-9 0,-1-3 9 0,2-2-4 0,-1-3 14 16,-5 0-2-16,-7-3-12 0,-1 0-8 0,-5 1 13 0,1-2-10 0,0 2 19 15,-6 0-5-15,-2-4-6 0,-5 1-12 0,-2 1 9 0,-6-1-5 16,-4 1 20-16,-5 2-1 0,-5-2-7 0,-4-2-3 15,-4-2 3-15,-3 1-3 0,-6 0 4 0,-2 3-7 0,-6 1-2 0,-5-3 3 16,-3 4-6 0,-7-2 6-16,-4-1 4 0,-4 3-6 0,-5-2 2 0,-7 4-5 0,-1-1 2 0,-5 3 0 0,-4-1 7 0,-1 1 1 0,-6 0-2 15,-3-1-7 1,0 1 1-16,1 1-4 0,-1 1 10 0,2 2 0 0,-1 2 0 0,-3 0-7 16,0 3 9-16,0-1-8 0,-2 1 6 0,0 1 0 0,-3 0-4 0,-6 1-2 0,-3 1 3 0,2 3-2 0,-3-1 4 15,-4 1 0 1,-1 2-5-16,-8 1-8 0,-2 3 9 0,1-3-7 0,-4 3 10 15,3 1-1-15,-4 5-2 0,-8 5-10 0,-4 4 5 0,-3 6-5 16,-5 3 14-16,4 2-1 0,-2 2-4 0,-5 6-16 0,1 4 18 16,1 7-13-16,-1 8 25 0,11 1-4 0,2 5-9 0,-4 5-15 15,7-1 14-15,2 4-9 0,7 2 24 0,15 2-5 0,13 3-10 0,5 3-11 16,7-5 13-16,8-4-8 0,6-3 19 0,15-5 0 0,10 2-9 16,9 1-20-16,10-1 16 0,7-4-16 0,6-3 26 0,8-10-1 15,7-2-5-15,8 1-4 0,7-3 2 0,6 0-2 0,5-2 6 0,1-4 1 16,4 1 1-16,5-2-6 0,7-3 15 0,9-2-10 0,9-4 16 15,1-3-3-15,0-4-10 0,1-1-7 0,3-1 4 0,7-1-4 16,7-3 6-16,-3-2-2 0,-1-2-1 0,1 1-9 0,5-3 3 16,3 0-2-16,-4 1 5 0,-7-3 0 0,-3 0-3 0,8-1-18 0,4 2 8 15,-2-1-20-15,-2 2-85 0,-5-3-59 0,2 1-59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56:49.96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10471 5789 256 0,'15'-16'-9'0,"-11"8"-109"0,2 2 54 0,-1 1 0 0,-2 1 64 0,-1 0 12 0,0 3-6 0,-2-2 40 0,0 0 1 0,0 2 7 0,-1 0-22 0,0 0 13 0,-1 1-11 0,0-2 25 0,-2 2-9 0,2 0-14 0,-2 2-26 16,-1-1 11-16,-1 3-16 0,0 0 9 0,-1 2-7 0,-1 2-4 0,0 3-16 0,-1 2 11 15,0 4-6-15,0 3 35 0,-1 3-5 0,1 4-12 16,1 2-30-16,1 3 28 0,0 0-24 0,0-2 36 0,1-1-2 16,0 0-13-16,-1-1-14 15,0 0 10-15,0-1-8 0,0 1 19 0,-1 0 2 0,0-1-7 0,0 1-5 0,-1 0 8 0,0 2-10 16,1 3 3-16,3-1-2 0,-1 0-1 0,3-1 9 0,0 0-9 0,2-3 11 0,1 0-9 0,3-3-1 15,-1 0-1-15,3 0-5 0,0 2 11 0,0-4-7 0,2 2 5 32,0-2 5-32,2-4-4 0,1 0-15 0,0 0 13 0,-1-1-10 15,2-1 29-15,-1-1-6 0,2 1-10 0,1-2-15 0,3 2 20 0,1-2-15 16,2 1 21-16,1-2-5 0,2-1-10 0,3 0-10 0,2-2 13 16,1-1-6-16,1-1 26 0,2-2-7 0,-1-1-16 0,-3 0-11 15,2 1 15-15,2-3-11 0,0 1 15 0,6-1-4 0,1 0-8 0,4-1 6 16,2 0-4-16,0 1 7 0,4 0-2 0,-1-1-2 0,-2 3-2 15,2 0-23-15,-3-1 30 0,-1 1-25 0,1 0 32 0,2-3-4 16,5 4-11-16,3-5-12 0,2 1 12 0,-1 1-8 0,-1 0 26 16,-4 2-4-16,-5-1-12 0,1 2-5 0,0-2 9 0,1 0-6 0,3 1 10 15,-1 1-2-15,3-1-5 0,3 3-18 0,0-1 15 0,-2-1-12 16,-4 0 32-16,-1-3-4 0,1-2-9 0,5 1-12 0,5-2 7 16,3 0-6-16,4 1 11 0,-2-2-1 0,-7 1-3 0,3-1-3 15,-4 0 4-15,1 0-2 0,7-1 10 0,-3 1-2 0,2 0-9 0,1 2-1 16,-8-1 5-16,1 2-5 0,-3 0 7 0,-2-3-8 0,4 3-4 15,4 1-3-15,0 1 4 0,4 2 2 0,-3 0 17 0,-6-1-3 0,0-1-6 16,1 0-13-16,2-1 13 0,5-1-12 0,2 1 11 0,2 0-2 16,-3 1-7-16,1-1 6 0,-2 0-4 0,-4-2 6 0,2 0 3 15,1 0-2-15,1 1-1 0,5-1-7 0,-3 2 6 0,-3 0-6 16,-1-3 9-16,-8 2-6 0,4 0-3 0,7-1 4 0,0-1-8 16,2 3 11-16,-1-1 1 0,-8-1 0 0,1-2-4 0,1 0-17 0,-1-1 22 15,6 0-19-15,0-2 26 0,-1 2-4 0,-1-2-7 0,-6 1-14 16,-1-2 10-16,-4 1-7 0,-1-2 26 0,2 1-3 0,-1 1-12 0,0 0-3 15,1 0 5-15,2 3-6 0,-4 0 2 0,-7 0-2 0,1 0-4 16,0 0 4-16,0-2 0 0,6-2 4 0,-2 2 8 0,-1-1-2 16,1 0-5-16,1 2-17 0,0 1 20 0,-2-1-17 0,-5 0 25 0,-5 1-4 15,-2-4-10-15,1 0-8 0,1-1 7 0,-3 0-4 0,-2 0 15 16,0-1 2-16,-2-1-5 0,-1-1-8 0,-1 0 8 0,0 1-9 16,-2-1 8-16,-2 0-3 0,0-2-2 0,-1 0-16 0,-4-4 15 15,-1 1-6-15,-9-1 37 0,-1 0-8 0,-2-2-12 0,1 2-7 0,6-1 10 16,-1-2-8-16,1-1 14 0,3-2-1 0,-1-3 0 0,2-3-6 15,1-1-7-15,-1-1 5 0,4 1-4 0,-1 3 1 0,1 0 0 0,4 1-11 16,0 0 10-16,0 0-11 0,1 0 7 0,0-2-2 0,1-2-3 16,1 0-16-16,-1-2 18 0,-1 2-12 15,-2 0 33-15,-5 2-4 0,-5-2-13 0,-4-1-23 0,-5-2 25 0,-3 1-21 0,-2 0 31 16,3 1-7-16,-1 1-11 0,-2 1-5 0,-3 1 7 0,-1 3-2 0,-3-3 8 16,4 1 5-16,-3-1-7 0,-2-3-2 0,-3 1 13 0,-7 2-12 15,-2-2 9-15,-3 2 2 0,1 0 1 0,-2-5 2 0,1 2 5 16,0 0-3-16,2 1 6 0,1 3-6 0,1 1-6 0,-2 1-10 0,2 1 3 15,1 4-4-15,0-3 3 0,2 4-4 0,-4-1 0 0,-1-1-10 16,-2 0 5-16,-4-1-2 0,1-1 19 0,-1 0-1 0,4 2-4 0,-4-1-22 16,-2 3 20-16,-3 0-19 0,-8 1 20 0,4 3-1 0,-3-3-6 15,-1 1-11-15,-2 1 10 0,-1 2-8 0,0-1 21 0,-2 2-2 16,-1-2-7-16,-4 1-15 0,-2-1 18 0,-2-1-16 0,-5 3 16 16,0 1-2-16,0 3-7 0,-7-1-1 0,2 1 0 0,-3 1 2 0,-3 0 5 15,0 1 3-15,-1 0-5 0,-6 1-16 0,1 3 22 0,2-1-20 16,-3-1 24-16,1 0-3 0,1 1-9 0,-6 1-5 0,-2 1 4 15,2 2-2-15,-1-2 9 0,1 0 4 0,1-1-5 0,-4 3-17 16,-2 0 18-16,3-1-17 16,-3-2 24-16,4 0-4 0,0 0-5 0,-5 0-3 0,-3 1 3 0,2-1-2 15,-1 2 4-15,0-1 0 0,1 0-5 0,-6 3-16 0,0-1 26 16,-3 1-20-16,-1-1 30 0,3 4-5 0,-3 0-13 0,-2 2-9 16,1 2 9-16,-1 1-6 0,2 0 17 0,3 1 1 0,3 0-11 0,-3 2-14 15,-1 0 23-15,0 1-21 0,1 2 19 0,6-2-2 0,2 2-8 0,-3-2-4 16,0-1 8-16,3 2-4 0,2-3 14 0,4 4 1 0,-1-2-10 15,-3 1-13-15,-2-1 18 0,0 2-17 0,3 0 20 16,1 0-1-16,0 0-6 0,-2 1-20 0,-2 1 19 0,2 0-16 0,2 4 28 0,3-1-1 16,3 0-14-16,-3 3-14 0,0-3 24 0,1 1-20 0,3-1 29 0,4 1-4 0,1-1-11 0,-1 0-9 15,-1-2 3-15,0 5-2 0,1 0 10 16,7 4-2-16,2 1-6 0,0 0-15 0,0 2 17 0,2 2-14 0,4 3 5 0,4 0-32 16,5 2-25-1,1 1-106-15,4-2-40 0,7-1-8 0,5 2 36 0</inkml:trace>
  <inkml:trace contextRef="#ctx0" brushRef="#br0" timeOffset="12956.24">5272 12989 197 0,'-12'-5'-18'0,"-1"1"-45"0,2 1 68 0,1 0 38 0,3 2-11 0,2 0 24 15,-1 1-16-15,-2 0-18 0,-4 0-3 0,0 1-3 0,2 1 6 0,1 0 2 0,1-1-2 0,1 1-8 0,0 0-20 16,2-1 21-16,1 0-21 0,1 1 16 0,1 0-6 0,0-1-9 0,1 1-10 16,0 0 9-16,0 2-3 0,0 0 22 0,1 2 3 0,-1 1-9 15,0 0-25-15,0 1 28 0,-2 1-27 0,2 0 29 0,-2 0-5 16,1 0-10-16,-2 1-3 0,1 2 10 0,0-1-1 0,0 1 25 16,0 2-7-16,1-1-13 0,-2 2-15 15,0 0 17-15,0 1-15 0,0 0 17 0,-1 0-3 0,1-1-2 0,-2 1-6 0,2 1-4 0,-3 0 4 16,1 2 10-16,0-1-4 0,-1 1-2 0,0 2-18 15,1-1 21-15,0 1-18 0,0-1 27 0,1 0-10 0,1 3-9 0,1 0-16 0,1-3 15 16,2-1-8-16,0 1 31 0,1-4-4 0,2 0-15 0,3-1-24 16,2-1 26-16,1 1-22 15,3-2 39-15,0 0-9 0,3-2-11 0,1 1 4 0,1 0-9 0,1-4 10 0,1 3-6 0,1-2 3 16,0 1 4-16,1 0-10 0,1 0 9 0,-5 1-10 0,-1-2 7 0,0 0-2 16,3 1-2-16,6 0 1 0,1 0 0 0,1 1 2 0,-3-1 10 15,2 0-3-15,1 0 0 0,5 0-8 0,1-1 7 0,4-1-7 16,3-3 7-16,-2 0 1 15,2 3 3-15,0 1-9 0,-6 0 6 0,1 1-3 0,-1 0 18 0,0-1-6 0,5 0-10 0,4 2-18 16,3-2 24-16,4-2-19 0,5 1 21 0,0 1-1 0,-1-3-13 0,-3 1-10 16,-2-2 11-16,-1-3-8 0,3-2 20 0,6 2 2 0,3-2-4 0,7 1-26 15,0 0 29-15,-5 2-26 16,0-1 30-16,-5 1-4 0,2-1-15 0,8 2-11 16,1 0 10-16,4 3-8 0,-2-1 22 0,-11 0 2 0,-1 2-9 0,1 0-13 15,1-1 15-15,7 2-16 0,-1 2 12 0,2-1-4 0,-5 1-3 0,-4 1 7 16,0-1-3-16,-3 1 7 0,3-3-3 0,7-1 1 0,1-6-2 0,6-1 0 15,-4-1 7-15,-5-3-6 0,-1-3 9 0,-6-1-1 0,5-3 3 16,10-3-10-16,2 3 5 0,0-2-3 0,-6-1 7 0,-5 2 5 0,-3 0-3 0,5 0-15 16,7-2 23-16,-1 2-22 0,0 2 25 0,-6-2-3 0,-8 0-8 15,3-2-27-15,-4 0 25 0,0-2-22 0,7 0 38 0,-5 0-4 16,2-1-12-16,1-1-15 0,-8 1 17 0,1 1-15 0,-3-1 17 16,-5 0-6-16,4 1-11 0,1-5-16 15,0 0 18-15,1 0-10 0,-1-1 31 0,-5 1-4 0,-4-1-14 0,-5-2-8 0,-3 2 11 0,0-4-10 16,-1 0 12-16,2 3-1 15,-1-1-6-15,0-1-14 0,-2-2 15 0,0-1-11 0,-3-1 22 0,-2-2-2 0,-4 0-14 0,1 2-19 0,-5-3 33 16,-2-1-27-16,-4 0 30 0,-3-1-7 0,-2-5-18 0,-3 1 3 16,-4-1-2-1,-2-1 6-15,-6 2 10 0,-1 0 0 0,-1-2 0 0,-4-5-18 0,-3 3 17 16,-1 0-14-16,-4 1 23 0,1 3-1 0,-4-2-7 0,-2-2-4 16,-1 2 14-16,-1 3-6 0,0 0 25 0,-2 6-4 0,0-4-12 0,-4-1-10 15,-3-2 14-15,0-1-14 0,-1 3 7 0,0 0-5 0,-2 2-7 0,-7-4-11 16,-6 1 6-16,0 1-3 0,1 3 6 0,-1 3 0 0,-1 2-8 15,-3-1 1-15,-4-1 3 0,0 1-2 0,-2-2-4 0,2 1-3 0,-2 1-1 16,-3 1 7-16,0 2-3 0,1-2 5 0,0 1 1 0,3 1-1 16,-3 2 0-16,-1-2-6 0,-1 2 5 15,-1 1-6-15,3 1 2 0,3 2-3 0,-2 2-4 0,-4-1-15 0,-2 3 9 0,-2-1-6 0,-1 2 28 16,3 1-9-16,-3 1-6 0,-8-1-21 0,-3 2 4 16,-4 3-1-16,-3 2 18 0,3 3-3 0,-1-1-1 0,-8 2-7 0,-1 2 11 0,-3 4-4 0,-2 1 23 0,3 3 0 15,-2 2-9-15,-4 3-15 0,-2 4 21 0,1 1-17 16,-3 1 24-16,5 3-5 15,2 1-8-15,1 6 0 0,2 4-1 0,0 5 2 0,1 1-1 0,7 4 0 16,2 1 0-16,2 2-20 0,2 3 29 0,-3 1-24 16,5 0 28-16,7 2-5 0,1 3-13 0,3 6-5 0,4 1 8 0,-3-1-3 0,1 1 17 0,4-3-2 0,3 0-7 0,3 8-11 15,5-3 10-15,2 1-10 0,5 0 12 0,-1-6-2 0,3-3-2 0,0 2-6 32,2-3 2-32,6 4 1 0,5-1 11 0,7-5 0 0,8-1-3 15,5 1-12-15,6-3 9 0,3-1-10 0,4 1 6 0,3-7 2 16,4 2-2-16,5 3-8 0,5-4 7 0,6 1-5 0,7 0 14 15,5-5-1-15,3-1-6 0,8-3-19 0,3 3 25 0,3-4-19 0,-2 3 30 16,-2-3-5-16,1-3-9 0,7 2-13 0,11 2 9 0,7-2-7 16,5 2 21-16,-3-4 1 0,-1 0-10 0,4-1-20 0,7 1 25 15,10-2-22-15,3-1 24 0,-5-1-39 0,0 0-24 0,8 3-177 0,9 5-60 16,4 3-22-16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7:57:26.72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18712 5709 738 0,'1'-9'104'0,"4"1"275"0,5 4-396 0,3 0 14 0,2 3-14 0,5 0 27 0,0 0 0 0,3-1-5 0,4 0-18 0,4-2 25 0,3 1-19 0,6 1 39 0,1-2-3 15,9 3-8-15,2-1-6 0,0 0 4 0,4 1-4 0,-2-1-4 0,0 1 3 16,7 0-8-16,5 1-14 0,7 0 19 0,4 2-19 0,2 1 18 16,-5-2-1-16,-2 0-5 0,3 1-5 0,8 0-1 0,2 1-1 15,-3 1-7-15,-4-4-25 0,-6 0-16 0,1 1-127 0,2 0-24 16,2 2-26-16,-2-1 47 0</inkml:trace>
  <inkml:trace contextRef="#ctx0" brushRef="#br0" timeOffset="428">22280 5899 1199 0,'18'-23'210'0,"4"-2"-208"0,7 3-4 0,8 7 7 0,8 3-5 0,11 4 8 0,4 2 7 0,7 0 3 0,5 2 6 0,3-3-22 0,5 5 23 0,9-2-23 0,3 4 23 0,1 0-9 0,-1 0-12 0,-1 0-4 0,-2 3 3 0,6 0-1 15,-3 1-2-15,-5 1 4 0,-3 2-4 0,-5 0-1 0,4 2 5 16,0 3-7-16,-4 1-2 0,1 3-21 16,-5 4-9-16,0 1-137 0,6 5-73 0,-1 3-7 0,0 2 1 0</inkml:trace>
  <inkml:trace contextRef="#ctx0" brushRef="#br0" timeOffset="3987.19">7141 7546 422 0,'-18'0'67'0,"1"1"-6"0,5 2-28 0,0-2 8 0,5 2-20 0,0 2 5 0,1 5-7 0,3 1-6 0,1 6 33 0,2 0-25 0,2 2 47 0,2-1-13 0,3 0-12 16,1 0-12-16,1 0-1 0,1-2 0 0,2 1 2 0,1 0-1 0,-2-2-2 16,3 3-40-16,0-2 34 0,1 1-29 0,1-2 49 15,1-3-7-15,-2-2-17 0,-1-3-10 0,7-5 8 0,2-2-7 0,8-2 10 16,-1-5-1-16,0-4-5 0,4-3-17 0,1-4 22 0,2-4-19 0,0 1 27 16,-1 0-12-16,-1-1-15 0,0 0-8 0,-1-3 13 0,-1-2-6 15,-7-1 23-15,-2-4-7 0,1-2-15 0,1-3-9 0,5-3 14 16,-2-3-11-16,0-4 17 0,1-3-5 0,1 0-5 0,5-3-1 15,0-2-4-15,0-5 4 0,-1 0 3 0,-3-3 1 0,1-1-3 0,-2 0-24 16,-7 3 30-16,-3 0-26 0,-3 3 29 0,-4 0-7 0,2-1-15 16,-4-2-3-16,-3 0 0 0,-2 8 2 0,-5 0 11 0,-3 8-1 15,-6 6-3-15,-4-2-23 0,-7 0 30 0,-2 2-22 0,-3-2 37 0,-2 8-8 16,-2 2-14-16,-7 3-6 0,-6 5 8 0,-7-1-2 0,-6 6 18 16,2 5-3-16,-6 4-9 0,-6 4-8 15,-3 4 11-15,-1 3-10 0,-5 5 12 0,-1 5-3 0,-4 5-5 0,-10 9-6 0,-1 4 3 16,-2 8 1-16,-6 3 14 0,3 3-1 0,-6 4-3 0,-5 7-5 0,-1 7 10 15,-2 6-9-15,3 10 11 0,4 6-7 0,4 0-4 0,-4 4 3 16,1 3-6-16,7 3 17 0,7 6 9 0,11-4 1 0,6-4-13 0,7 3-9 16,6-4 9-16,9 3-9 0,8-3 11 0,8-9-5 15,10-9-3-15,11-3-3 0,9-6-3 0,11-6 2 0,9-3-2 0,9-7-1 16,7-8-3-16,8-2-30 0,2-4 27 0,6-4-25 0,3-5 27 16,1-4-11-16,12-3-17 0,9 1-38 0,6-1-11 15,-3 1-7-15,0 0-77 0,-3-1-31 0,6-3-34 0</inkml:trace>
  <inkml:trace contextRef="#ctx0" brushRef="#br0" timeOffset="4681.89">9789 7881 275 0,'-19'12'35'0,"3"-1"-4"0,1 1 13 0,6-1 19 0,1 0-34 0,3 1 20 0,0 0-12 0,2-1-15 0,1 0 4 0,1-1-3 0,1-1 8 0,0-1 18 0,1-3 3 15,2-3-3-15,0 0 12 0,1-2 14 0,3-2-9 0,0-2 18 0,3-3-15 16,3-5-9-16,4-1-25 16,1-4 8-16,3-1-8 0,1-7-2 0,2 0-3 0,5-5-11 0,5-2-17 15,4-2 12-15,3 2-14 0,-2 0 9 0,-3 2-6 0,-1-2-3 0,-2-5-7 0,-6-3 7 0,-2-2-3 16,-4-4 13-16,-2 0 2 0,6-1-7 0,0-7-17 0,-1 4 21 31,-1 1-17-31,-2 1 24 0,-3-2-7 0,-2-5-12 0,0-6-14 0,-2 1 16 0,0 1-9 0,-2 2 26 0,-2 6 1 16,-1 1-12-16,-2 1-15 0,-4-1 12 0,-2-4-14 0,-1-1 9 0,-4 1-1 0,-3 1-1 15,-2 3-4-15,-2 1 8 0,-1 6-2 0,-2 4 11 0,0 5 3 16,-4 0-10-16,-3-2-5 0,-1 1 16 0,-3 4-15 0,-4-1 9 16,-2 8-3-16,-1 0-6 0,0 4 3 0,-1 3-3 0,-3 2 5 15,-3 6 2-15,-6 5-1 0,-1 4-2 0,-5 4-9 0,0 8 10 16,-2 3-9-16,-2 7 16 0,0 5-4 0,0 5-3 0,-4 3 6 0,-2 8-6 16,-2 0 8-1,-4 5 3-15,2 4-5 0,2 7-1 0,1 10-10 0,2 8 12 16,5 1-8-16,2 0 20 0,4-5-2 0,5 3-5 0,4 6-17 0,7 1 3 15,7 1-4-15,6-4 13 0,7-7-1 0,6 70-31 0,2-144 30 0,37 150-26 0,-9-78 13 0,8-10-9 32,8 0-18-32,9 0-46 0,11 4-2 0,5 1-13 0,2 4-73 0,5-6-49 15,4-1-51-15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06:02.35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5988 11140 256 0,'2'-13'23'0,"-2"8"324"0,0-1-157 0,-1 1 4 0,1 1-179 0,0 3-3 0,2 0 2 0,1 0 1 0,3-1 2 0,1 1-1 0,3 0 0 0,1 0 21 0,4 1-17 0,1 0 21 0,6 0-4 15,2 0-6-15,8 0-16 0,4 0 11 16,3 1-10-16,0-1 25 0,-3 0-8 0,1 0-10 0,3-1-32 0,2 1 26 0,6-3-23 16,0 2 35-16,6 1-9 0,5 0-15 0,6 0-11 0,0 0 3 0,-1 0-1 15,-1-2 21-15,-3 1 0 0,4 1-5 0,8 1-16 0,4 2 19 16,4 0-18-16,0-3 20 0,-6 1-5 0,0-1-7 0,9 1-16 16,6 0 14-16,0 1-8 0,5-4 24 0,-7-1-6 0,99-5-29 15,9-2 14-15,-100 1 22 0,-9 0-2 0,5 1-20 16,5 2 4-16,0-2-3 0,-3-1 5 0,-4 0 3 0,-4 1-2 15,4 1 1-15,3-1-2 0,1-1 5 16,-4 1-2-16,-4 1 12 0,1 2-6 0,2-1-5 0,2 3 6 0,-3-1 5 16,-6 0 1-16,-2 3 24 0,1-1-6 0,-2 2 0 0,2 0-24 0,-3 0 9 0,-7 0-10 15,-4 2 13-15,-3 0-3 0,-2 2-7 16,4 0-10-16,-4 1 7 0,-6-1-8 0,-5 1 6 0,-8-1-5 0,-3 2-6 0,-1-1-10 0,-5 0 11 16,-4 2-8-16,-5-2 13 0,-4 0 2 15,-3 0-8-15,-5 0-16 0,-2-1 0 0,-3-1-11 0,-3-1-72 0,-1 0-55 0,-3-2-54 0,-2 1-348 16,-5 1 347-16</inkml:trace>
  <inkml:trace contextRef="#ctx0" brushRef="#br0" timeOffset="938.02">8734 16490 598 0,'4'-8'177'0,"-4"2"259"0,1 0-369 0,4 0-64 0,3 2-17 0,10-2 25 0,3 3 0 0,4-1-10 0,0 1-5 0,0 1 12 0,-2 1-11 0,0 0 9 0,-2-1-2 0,1 2-6 0,4 2-9 15,1 0 11-15,4 1-6 0,2 2 22 0,5-1 0 0,4 1-8 16,3-1-12-16,-1 1 22 0,-1-1-18 0,2 0 28 0,0-1-4 15,4 0-6-15,3 1-13 0,4 0 4 0,10-3-3 0,4 3 6 0,2-3-2 16,-2 0-9-16,1 1-5 0,0-1 13 0,8 0-12 0,6 0 9 16,1 2-1-16,-1-2-4 0,2 1-2 0,-2-1 1 0,8 1-1 15,3 1 16-15,-2 0 2 0,-1 0 2 0,-1 1-20 0,6 0 16 16,4 2-16-16,2 0 22 0,-2-3-9 0,-7 5-11 0,11-2-11 0,1 2 16 16,0 0-8-16,-3 1 38 0,-8-2-16 15,1 1-1-15,6 0-15 0,-1-2 9 0,-5 1-13 0,-8-1 37 0,0 0 1 0,1 0-5 0,2-1-15 16,-5 0 7-16,-8-1-9 0,-4 0 9 0,-4-2 3 0,3 1-4 15,-1-2-12-15,0 0 7 0,-6 0-12 16,-9-1 5-16,-4 0-4 0,-8 0-3 0,1 0-9 0,-1 0 3 0,0 0-2 0,-1-2 7 16,-7 1 3-16,-10-2-8 0,0 1-24 0,-4 0 17 0,-4 0-23 15,3-1-30-15,-7 1-23 0,-3-1-28 0,-3 0-132 0,-3 2-105 0,-4-1-8 16</inkml:trace>
  <inkml:trace contextRef="#ctx0" brushRef="#br0" timeOffset="101645.98">28647 17449 256 0,'-65'-29'25'0,"37"13"351"0,3 3-168 0,3 1 5 0,-2 1-201 0,-3 1 14 0,3-2-10 0,-1 1 19 0,4-2-3 16,-3 3-11-16,-1-3-21 0,-1 3 21 0,-2-1-21 0,-2 1 25 16,-1-2-5-16,-4-2-10 0,-3 0-1 15,1-2 6-15,3 0-2 0,0 1 13 0,2-2-7 0,-2 2-8 0,-6 1-26 16,1-1 21-16,1 0-19 0,-1 1 26 0,-2-2-5 0,-5 2-8 16,-6 0-27-16,-6 1 11 0,0 1-13 0,-3-1 4 0,2 3-4 0,-1 0-13 0,-8-2-16 15,-4 2 15-15,-6-1-13 0,-1-5 16 0,-1 2 0 16,1-1-5-16,-1 2 17 0,-7-1 12 0,-2 0 2 15,0-2 34-15,0 0-5 0,5 2-9 0,-4-2-8 0,-3 5 16 0,-3 1-10 16,-1-2 28-16,3 2-2 0,7-2-4 0,-9 3 8 0,-1 0-8 0,1 6 9 0,0-3 7 16,7 4-7-16,-2 1 1 0,-6 1-27 15,-2 2 24-15,1 1-20 0,2 2 28 0,6 0-5 0,-3 4-12 0,-6 2-22 0,0 2 13 0,2 0-12 16,4 0 20-16,4-3-8 0,-1 0-7 0,-2 2-25 0,2-1 18 16,5 6-14-16,4-2 30 0,3 3-6 0,-1-1-13 0,2-2-8 0,-1 1 9 15,4 2-6-15,6-2 12 0,5 2-2 0,3 1-11 0,-2 7-13 16,3 1 21-16,5 0-18 0,0 4 25 0,10-5-5 0,0 5-8 0,0 2-4 15,6 2-2-15,5-2 4 0,7 2 1 0,1-1 1 16,5-2-2-16,1 4 1 0,4-2 10 0,3-1-7 0,1 1 9 0,3 1-5 16,4 2-1-16,2 3-10 15,4 1 12-15,4 1-3 0,2-1 22 0,4 0 0 0,3-3-11 16,1-1-1-16,6-2 10 0,3-3-9 0,5 1 7 0,4-1 0 16,5 2-3-16,9 1-17 0,-2 0 15 0,6 1-12 0,2 1 25 0,-1-2-3 0,10-1-12 15,1 1-15-15,10-3 13 0,6-2-13 0,3-4 11 0,3-5 0 16,0-5-6-16,11-3 0 0,7-2 1 0,4-3 0 15,4-1 2-15,-1-6 2 0,3 1-4 0,10-2-8 0,3-1 15 0,3-1-13 0,1-5 13 16,-4-1 5-16,3-2-5 0,7-3-22 0,1-2 20 0,0-2-18 16,0 1 29-16,-5-5-4 0,-3 0-10 0,7-1-18 0,3-3 22 0,-3-1-18 15,-1 0 26-15,-5-1-4 0,-2-2-12 0,3 0 0 16,-2 1 2-16,1-1 0 0,-5-1 12 0,-7 1-1 0,-3 0-2 0,-1-1 7 0,0-1 7 16,-4-1-3-16,-2-4 10 15,-6-1-1-15,-9-1 3 0,2-6-22 0,-6 5 11 0,-1-1-12 16,-5 3 7-16,-13 4-1 0,-2 1-12 0,-10 2-7 0,-5 2 9 0,-8 4-11 15,-7 2-22-15,-14 0-22 0,-9 2-22 0,-5 0-86 0,-5-1-51 16,-5-2-25-16,-8 1-58 0</inkml:trace>
  <inkml:trace contextRef="#ctx0" brushRef="#br0" timeOffset="103300.37">18813 13673 376 0,'5'-13'63'0,"0"-2"90"0,1-2-119 0,3-1-30 0,2 0 1 0,2 1-4 0,-1-4-1 0,2-2-2 0,-1-4-10 0,2-6 15 0,2-6-6 0,0-2 26 0,-1 2 0 0,2-2-14 0,0-1-17 16,3-2 21-16,-2 0-19 0,1 1 26 0,-1 2-2 0,0-1-9 15,0-7 2-15,-7-6 15 0,-1-3-5 16,-2 1 32-16,-3 4-6 0,8 1-14 0,2-2-24 16,0-1 27-16,0-5-27 0,-1-3 20 0,-4-3-6 0,-2-2-13 0,0-3-12 15,1 3 2-15,-2 4-1 0,1-2 14 0,-4 1-1 0,0-7-6 0,-2-4-18 0,-2 1 22 0,2 4-19 16,-3 5 21-16,0 1-2 0,-1-5-10 0,-4-8-1 0,-1 0-1 16,0-1 2-16,-1 7 7 0,0 4 0 15,-1-3-5-15,-2-8-24 0,-3-1 28 0,-2 0-24 0,1 6 37 0,-1 9-8 0,0 1-11 0,-1-4-9 16,-2-1 1-16,-2-4-1 0,5 3 18 15,-3 6-5-15,0 7-2 0,-5 3-7 0,-6 1 7 0,1-2-5 0,-3 0 7 16,0 2 0-16,-1 3-4 0,-3 0-21 0,0 5 19 16,0 4-13-16,-1 4 36 0,0 7-7 0,-2 1-14 0,-2 3-11 0,3 1 11 0,-1 1-8 0,-2 2 13 15,1 2-4-15,-5 4-2 0,-1 1-2 0,-1 5 3 16,0 2 0-16,-1 5 7 0,1 2-3 0,-1 2-6 0,-1 7-10 0,-1 2 17 16,0 4-12-16,-2 3 16 0,0 4-1 0,0 2-8 0,1 3 0 15,-3 3 0-15,1 4 0 0,1 1 4 0,1 7 0 0,3 6-1 0,-6 8-4 16,2 7-2-16,-3 4 8 0,3 4 12 0,5-1-1 0,0 7-8 15,1 13-4-15,-1 10 4 16,6 3-1-16,0 5 10 0,4-5-3 0,2 6-4 0,-5 8-13 16,2 2 20-16,5-2-15 0,0 3 38 0,5-5-9 0,5-2-10 0,2 3-18 15,3-4 14-15,3-1-10 0,2 1 30 0,3-13-17 0,2-4-3 0,3 0-14 0,4 2 8 0,1-5-12 16,3-6 32-16,3-10-4 0,3-6-11 0,3 0-15 0,1 2 12 16,4-5-10-16,2 1 19 0,3-8-7 0,3-5-9 0,4-1-6 0,1 0 3 15,4-3-3-15,2 2 2 0,0-4-2 0,3 0-3 16,-5 0-17-16,4-5 10 0,-1-4-7 15,1-5 22-15,4-4-6 0,1-5-11 0,4 0-26 0,5-1 6 0,4-2-10 0,1 0-13 0,-5-5-5 16,2 1-14-16,0 2-36 0,0 0-30 16,7 1 3-16,0 3-113 0,1-1 142 0,5 8-3 0</inkml:trace>
  <inkml:trace contextRef="#ctx0" brushRef="#br0" timeOffset="130726.16">31166 9246 217 0,'-7'0'133'0,"3"-1"-35"0,-1 1 75 0,0 0-14 0,1 0-3 0,2 0-36 0,-1 1-32 0,0-1-16 0,2 1-21 0,0-1-21 0,1 2 12 0,0-2-11 0,0 0 16 0,0 0-4 0,0 0-11 0,0 0-9 0,1 0 24 16,-1 0-19-16,1 0 31 0,1 0-1 0,0-4-5 0,-1 2-14 15,0 1 17-15,0 0-14 0,-1 1 13 0,0 0-7 16,1-1-17-16,-1 1-16 0,0 0 6 0,0 0-9 0,0 0-1 0,0 0 0 16,1 0 1-16,2 1-7 0,-1 0 11 0,1 0-10 0,1-1 13 0,0 0 1 15,2 2-7-15,-1-2-10 0,2 1 19 0,1-1-17 0,1 0 17 16,1-1-3-16,1-1-10 0,4 1-9 0,1-1 8 0,0-2-8 15,4 3 11-15,-2-3-3 0,2 1-5 0,0 1-13 0,-1 0 13 0,0 1-9 16,-1 1 18-16,-3 0-2 16,-1 0-6-16,0 0-16 0,-1 0 14 0,-2 1-12 0,1 1 14 0,-2-1-12 0,-2 1-18 0,-2 1-24 15,0 0-8-15,-3-2 0 0,0 3-23 0,-1-2-7 0,-2-1-6 0,1 2-71 16,-1-2-13-16,0 2-11 0,0-2-104 0,0 0-28 0,0-1-47 16</inkml:trace>
  <inkml:trace contextRef="#ctx0" brushRef="#br0" timeOffset="131165.34">31294 9109 68 0,'-2'0'80'15,"0"0"2"-15,2 0 63 0,-2 0 12 0,1-1 22 16,0-1-32-16,-1 2 23 0,0 0-25 0,-1-1-23 0,1 0-60 0,0 1 20 0,0-1-27 16,-2 1-3-1,2 1-3-15,-1-1-17 0,-1 1 0 0,1 0 15 0,-2 1-11 16,1 0 15-16,1 1-5 0,-3-1-11 0,0 4-13 0,0-3 17 16,-2 4-15-16,0-2 19 0,-1 1-9 0,0-1-9 0,0 1-4 15,0-1 1-15,-1 1 2 0,0 0 5 0,1-2-6 0,0 1-5 0,-1 1-5 16,0-3 5-16,1 4-4 0,-1-3 1 0,2-1-5 0,1 3-7 15,0-3 3-15,3 1 2 0,0-1 0 0,2 1 6 0,1-2-4 16,1 1-4-16,0-1-6 0,0 1 13 0,0 0-8 0,0-1 25 0,1 1-2 16,0-1-9-16,0 1-18 0,0-1 25 0,-1 2-22 0,2-3 26 15,-2 3-4-15,0 0-14 0,0 0-13 0,0 0 15 0,1 0-14 16,-1-1 22-16,1 1-4 0,0-1-8 0,1 1-16 0,-1 0 12 16,2-2-10-16,-1 3 22 0,1-2-5 0,1 1-7 0,0-1-10 15,1 1 4-15,0 1-2 0,1-1 11 0,0 1-1 0,1-1-3 0,-1 0-17 16,-2-1 14-16,2 0-10 0,1 1 22 0,-1-1-4 15,1 1-9-15,1 0-13 0,-1-2 15 0,1 2-11 0,-2 0 23 0,2 0-4 0,0-1-11 16,0 0-10-16,1 1 0 0,1-2-7 0,0 1-26 0,0 0-8 16,1-2-13-16,3-1-62 0,-1 0-20 0,2 0-14 0,1-1-150 15,-1-5-87-15,5 5-64 0</inkml:trace>
  <inkml:trace contextRef="#ctx0" brushRef="#br0" timeOffset="131561.62">31669 8943 1049 0,'-7'0'134'0,"-1"0"51"0,2 1 49 0,0 1-52 0,2 2-40 0,-1-1-47 0,2 5-2 0,-1-1-10 0,2 3-42 0,1 3-9 0,1 0-15 0,0 0-22 0,1 2 18 0,1-1-15 16,1 6 24-16,0-4-3 0,2 2-12 0,-1 1-7 16,0-1 8-16,2-1-8 0,-1-1 8 0,-1-4-2 0,2 0-4 0,-2-2-4 0,2 3 4 15,-1-2-2-15,0 3 4 0,-1-2 3 16,0-1-4-16,0 1-7 0,1-2 8 0,-1 2-9 0,1-2 8 0,-1 0-6 0,0 0-6 0,-1 2-25 15,-1-2 1-15,0-1-6 0,0 0-13 0,-2-3 0 16,0 1-5-16,0 0-19 0,-3-1 16 0,1-3-13 0,0 2 15 16,-2 1 2-16,1-4-10 0,-1 1-19 0,-1-2 13 0,2 0-17 0,-2-1-7 15,2-1 1-15,0 0-10 0,-1-3-51 0,1 0 3 0,-2-1-12 16,2-1 3-16,0 0 10 0,-1-1-5 0</inkml:trace>
  <inkml:trace contextRef="#ctx0" brushRef="#br0" timeOffset="132226.84">31623 9324 13 0,'-4'-2'7'0,"-2"-1"22"16,-1 3 37-1,2-1-22-15,-3 1 59 0,1 0-2 0,-1 0-10 0,1-2-13 0,0 2 25 0,0 0-15 0,0 0 50 0,1 0-11 16,1 2-17-16,-1-1-23 0,1 0 16 0,0 2-23 0,1-1-24 16,0 1-11-16,1 1-16 0,-1-2-17 0,2 2 12 0,0 0-7 0,1 1 31 15,0 0-8-15,1-1-10 0,0 1-18 0,1-1 22 0,2 1-17 16,-1-2 24 0,3 1-2-16,-1-1-11 0,2-1-9 0,2-1 13 0,0 2-12 0,0-3 4 15,2 0 4-15,0 0-9 0,2-2-20 0,1 0 27 0,-1 0-26 16,0 0 26-16,0-1-6 0,-1-1-14 0,0 2-22 0,1-2 23 15,0 0-20-15,-1 0 33 0,0 1-2 0,0-3-13 0,2 1-9 0,-1-1 9 16,0 1-7-16,0-2 10 0,-1 2 0 0,0 0-3 0,0-1-23 16,-1 2 18-16,0-1-15 0,1 0 35 0,-5 1-9 0,1 0-8 0,0 0-16 15,0 0 16-15,-2 0-10 0,0 1 21 0,-1 0-1 16,-1 1-9-16,1-1-17 0,-1 0 13 0,1 1-12 0,-2-1 20 16,1-1 1-16,1 3-5 0,-1-1-11 0,0-2 12 0,1 2-10 0,-2 0 14 15,0-1-3-15,-1 1-6 0,2 1-11 0,-2-2 11 0,0 0-9 16,1 1 25-16,-1 1-6 0,-1-1-4 0,1 1-16 0,-1 0 13 15,0-1-9-15,0 1 17 0,0 0-2 0,0 1-8 0,0 0-10 16,0 0 14-16,0 0-10 0,-2-1 15 0,1 1-1 0,-1 0-10 0,1 0-17 16,-3 0 21-16,2 0-17 0,-1 0 23 0,-2 1 2 0,1 1-9 15,-1 0-18-15,2 0 21 0,-2 0-18 0,1 0 22 0,-1 2 2 16,1-1-12-16,0-2-16 0,0 3 22 0,1-1-17 0,-2 1 26 16,1 1-4-16,-2 4-11 0,-1-1-2 0,0 2 3 0,1-1-2 15,-2 2 2-15,0-3 0 0,1 1 0 0,0 2-7 0,3-1 11 0,1 0-8 16,0-2 9-16,2 0-3 0,1-3-7 0,1 0 5 0,1 1 2 15,0-2 3-15,1 0 8 0,0-2-5 0,3 0 0 0,0-1-8 16,-1 0 6-16,3 1-3 0,0-2 14 0,0 1-7 0,0-1-6 0,1-1-3 16,-1-1 2-16,1 0-1 0,-2 0 4 0,1-1-2 15,-1 0 1-15,0-1-11 0,-2-1 10 0,1 1-7 0,-3-2 19 0,1-1-6 16,-1 2-9-16,2-2-8 0,-3-2 15 0,1 2-10 0,-1 1 20 16,0-1-4-16,-1 2-9 0,0 1-5 0,0-1 7 0,0 2-7 15,-1 0 11-15,0 0 2 0,0 2-3 0,0 0 5 0,0 1 2 16,0 0 0-16,-1 0 7 0,1 0-2 0,0 0-4 0,0 0-18 0,-2 1 20 15,1 0-16-15,-1 2 29 0,2 0-5 0,-1-2-11 0,1 1-7 16,0 1 6-16,1-1-7 0,1 2 2 0,-1 0-3 0,2 0-4 16,-1 1-12-16,2-1 10 0,-1 1-7 0,-1-1 21 0,2 0-5 15,-1 0-8-15,0 1-4 0,2-1 3 0,1-1-2 0,0 1 4 0,-1-1-4 16,0-1-5-16,0 2-22 0,-2-3-3 0,1 2-5 0,-1-2-28 16,0 1-5-16,1-1-11 0,-2-1-60 0,0 0-11 0,0 0-18 15,1-1-118-15,1-3-57 0,1 1-48 0</inkml:trace>
  <inkml:trace contextRef="#ctx0" brushRef="#br0" timeOffset="132774.79">32162 9092 1512 0,'-15'-7'-350'0,"10"4"700"0,0 1-84 0,2 2-103 0,0 0-93 0,-1 2 0 0,2 5-26 0,-1-1-31 0,0 2-2 0,1-1-3 0,-1 4 17 0,2-1 3 0,-2 0 3 0,2 2-2 15,0-2-6-15,1 0-7 0,-1 3-17 0,1-2 10 0,0 1-9 0,0 1 14 16,0-2-2-16,0 1-6 0,0-1-15 0,1 2 12 0,1-3-9 16,0 1 22-16,0-2-7 0,1 1-9 0,-1 0-3 15,2 2 2-15,-1-2-6 0,0-1-22 0,0-2 2 0,1 0-8 0,1-1-33 16,-2-2 0-16,0 1-10 0,0-2-1 0,-2-1-4 0,0 0-2 0,-1-2-33 16,0 0-4-16,0 0-4 0,-2 0-9 0,-1-2 4 0,-1 0 0 15,-1-2-10-15,0-1 26 0,-1 0-12 0,-1 0 59 0,1-1 15 16,-1 3-6-16,-2-3 22 0,1 1 32 0,0-1-17 0,3 2 52 0,-1-2-5 15,2 2-6-15,0-1 63 0,1 2-12 0,1-1 32 0,-1 0 17 16,1 3-6-16,0-1 0 0,1-1-37 0,-1 1 19 0,0 0-25 16,2 0-1-16,-1 0-14 0,1 1-16 0,1 0-19 0,2 0 2 0,-1-2-3 15,2-1-1-15,1 2-1 0,2-2-7 0,0-1-9 0,4 1 7 16,1-1-9-16,-1 1 3 0,1-3 1 0,1 4 0 0,0-3-2 16,1 3-1-16,0-2 0 0,-1 1 3 0,-1-1 2 0,0 2 1 0,2-1-19 15,-2 2 23-15,0 0-19 0,-2 0 30 0,-1 0-1 0,-4 1-10 16,1 0 13-16,-3 1-8 0,-2 0 8 0,-1 1-5 15,0 0-1-15,-1 2 1 0,-3 0-7 0,-1 2 5 0,-3 1-5 0,-1 1 11 16,0 0-3-16,-2 2-1 0,1-1-3 0,0 1-2 0,1-2 2 0,1 0 9 16,1-1 3-16,3-2 2 0,2-1-6 15,2-1 17-15,0-2-14 0,4 0 17 0,2 0 0 0,2-2-6 0,4-2-16 16,3 0 18-16,1-2-19 0,2-1 15 0,1 1-9 0,1-1-13 16,0 0-17-16,-2 2 10 0,0-1-8 0,-5 4 15 0,-3-1 0 15,-2 3-8-15,-3 0-11 0,-3 3 17 0,-1 1-13 0,-1 1 16 0,-2 1 0 16,-2 2-12-16,-2 2-5 0,-1 0 12 0,-2 2-10 15,0-2 9-15,0-1-8 0,0 0-11 0,-1-2-65 0,1-1-10 0,2 0-19 16,0-2-146-16,4-1-53 0,2-2-72 0</inkml:trace>
  <inkml:trace contextRef="#ctx0" brushRef="#br0" timeOffset="133632.71">31224 8208 133 0,'0'-2'119'0,"2"0"-24"0,-1-1 87 0,1 0-20 0,0-3-11 0,2 3-23 0,-2-3-55 0,1 4-9 0,-1-3-19 0,2 1 2 0,-1-1 10 0,-1 2-9 0,1-2 7 0,-2 1-1 0,0 0 0 0,-1 1-14 15,0 1 17-15,0 0-13 0,0-1 34 0,-1 1-9 0,-2 0-10 0,1 0-18 16,-1-1 14-16,-1 2-13 0,1-2 13 0,0 3-13 0,-1 0-13 16,1 0-28-16,0-1 10 15,-1 1-9-15,1 0 10 0,1 0-1 16,-2 1-10-16,1 1-17 0,-2 1 21 0,2 1-15 0,-1 0 26 0,-1 3-9 0,1-1-16 0,-1 2 7 0,1-1 2 0,0 2 2 0,0 2 4 31,-2-2-3-31,3 1-3 0,-3 0-13 0,3 2 13 0,1-1-10 0,-2 2 20 16,3 0-6-16,0-2-10 0,1 3-5 0,1-1 13 15,0 1-5-15,4-2 22 0,-2-1-7 0,3 1-11 0,-2-2-9 0,2 0 6 16,-2-1-4-16,1-1 16 0,0-2-8 0,0 1-7 0,-1-1-3 16,0-2 9-16,-3 1-1 0,0-2 9 0,0-2 4 0,-1 1-7 0,-1-2-4 15,0 2 11-15,-1-2-12 0,-1 0 7 0,0-2 1 0,0 0-1 16,-2-1-10-16,1-1 9 0,-1 1-7 0,1-4 11 0,-2 3-2 16,0-2-8-16,1 3-4 0,1-2 5 0,1 1-4 0,0 3 3 15,2-1 2-15,-1-1-4 0,2 0-7 0,0 2 0 0,0-1-5 0,0-1-28 16,2 0-7-16,0 1-12 0,0-2-43 0,3 0-1 0,-1 0-16 15,2 1-61-15,-1-3-8 0,0 3-23 0</inkml:trace>
  <inkml:trace contextRef="#ctx0" brushRef="#br0" timeOffset="134071.67">31375 8273 560 0,'2'0'-202'0,"1"-3"413"0,0 1-38 0,0 1-49 0,0-2-27 15,2-1 2-15,-1 0-16 0,3 1-35 0,-1-1-8 0,-1 0-8 0,3-1-18 0,-1 1 17 0,0-1-12 0,-2 0 20 0,1 0-2 0,-2-1-15 0,1 3-16 0,-2-4 34 0,2 3-26 0,-2-2 53 0,1 2-9 16,-1-2-13-16,-1 1-10 0,0-1-2 0,0 1 0 0,-2 0 5 0,0 0 0 15,0 0 2-15,-2 0-20 0,0 2 14 0,-2-1-16 0,0 1 6 16,-1 1-6-16,0-2-9 0,1 3-7 0,-3-1 0 0,0 0 0 16,-1 2 8-16,1 0-3 0,-1 0-3 0,1 2-10 15,-1 0 5-15,1 1-6 0,-2 1 7 0,3-2 4 0,-2 3-1 0,1 0-5 0,-1 1 2 16,0 3-3-16,2-3 1 0,-1 2 2 0,0 1 0 16,3 1-3-16,-1 1 5 0,1 0-3 0,1-1 8 15,1 1 3-15,2 0-1 0,0-1-20 0,1 0 16 0,1 2-14 0,2-2 29 0,0 0-2 0,2-1-7 16,1-1-17-16,2-1 21 0,1 0-17 0,0-2 26 15,1 0-7-15,0-1-13 0,2 0-17 0,0 0 18 0,1-2-13 0,-1 1 23 16,1-1-2-16,-2-2-12 0,1 0-18 0,1-1 7 0,-2 0-11 0,-1-2-1 16,-2 1-7-16,-1-1-7 0,1-1-50 0,-1 0-1 0,0-3-13 15,0 0-45-15,-2 0-10 0,-1-2-25 0,2-4-167 0,0 3 219 16</inkml:trace>
  <inkml:trace contextRef="#ctx0" brushRef="#br0" timeOffset="134350.34">31811 7772 669 0,'-22'-8'-241'16,"10"4"519"-16,2 0-57 0,-1 3-51 0,-1-2-53 0,0 3 3 16,0 1-13-16,0 1-6 0,1 1-18 0,1 1-14 0,1 1-30 0,0 3 9 0,0 0-9 15,1 3 7-15,0 3-2 0,3 0-12 0,-1 4-8 0,2 3 21 0,0 1-15 16,2 1 33-16,2-2-12 0,-1 4-10 15,2 2-32-15,0-1 16 0,1-1-16 0,0-2 14 0,1-4-12 0,1-1-14 0,3 2 0 16,0-2 6-16,1 2 0 16,0-5 7-16,-2-1 1 0,0-1-8 0,2 0-19 0,-1-2 16 0,-1 1-16 0,0-2 6 0,0 0 0 0,-3-1-16 0,0 0-26 15,-1-1 15 1,-2-2-18-16,0 1 5 0,-1-1-4 0,-1-2-13 0,-1 1-21 16,-2-3-9-16,1 0-6 0,-2-1-65 0,1-2 1 0,-1-2-9 0,-1-2-73 0,0-3-18 0,0 1-21 0</inkml:trace>
  <inkml:trace contextRef="#ctx0" brushRef="#br0" timeOffset="134505.37">31588 8209 327 0,'-5'-3'163'0,"-1"0"-42"0,0 1 104 0,2-3-35 0,1 1 7 0,0 2-42 0,2-3-31 0,1 2-20 0,0-2-17 16,1 1-20-1,0-1 2-15,2 1-4 0,-1-2-12 0,1 2-14 0,2-1-17 0,0 0-29 0,2 0 12 0,-1 1-10 0,2-1 15 0,-1 1-4 16,1-1-7-16,0 0-6 0,0-1 5 0,2 0-1 0,0 1 13 16,0-1-3-1,0 0-5-15,2 0-35 0,0 0 2 0,2-1-15 16,0 1-40-16,1-1-15 0,0 1-17 0,2 0-64 0,0-1-63 0,1 2 13 0,0 3 21 0</inkml:trace>
  <inkml:trace contextRef="#ctx0" brushRef="#br0" timeOffset="134932.63">31936 8080 430 0,'0'-3'130'0,"0"1"76"0,1-1 1 0,1-1-51 0,-1 0-47 15,1-1-20-15,0 1-27 0,3-3-26 0,0 2-5 0,3-2 0 0,1 1 6 16,0 2-5-16,-1-1 1 0,0 0-14 0,-1-4 10 0,-2 1-8 15,0-1 16-15,-1 1 5 0,-2 2 2 0,0 0-22 0,-1-1 25 16,-1 0-22-16,0-2 39 0,-1 1-12 0,-2 1-11 0,0 1-23 0,-2-2 14 16,1 3-11-16,-2-1 14 0,0-1-14 0,-1 4-16 0,-2-1-2 15,0 3 8-15,0-2-3 0,1 3 15 0,1 0-7 16,1 1-9-16,-1 2-5 0,-1 2 9 0,0 1-5 0,0 3 16 0,0 0 0 0,3 3-4 16,-2 1-5-16,0-1 13 0,2 2-9 0,0 2 17 0,2-1-6 15,-1 1-9-15,2-6-19 0,1-1 18 0,1 0-17 0,1-2 15 16,3 4-1-16,-2-2-9 0,2 0-11 0,1 0 13 0,0-1-11 0,2 0 15 15,0-1-5-15,-1-2-8 0,3 1-7 0,-2-1 8 0,3 0-4 16,-1-1 3-16,2 0-10 0,0-1-16 0,1-3-39 16,1 0 3-16,-1 0-12 0,0 0-23 0,-1-3-15 0,2-1-16 0,-1 0-61 15,0-1-9-15,1-1-8 0,-2-2-74 0,-1-1-45 0,-1 0-47 0</inkml:trace>
  <inkml:trace contextRef="#ctx0" brushRef="#br0" timeOffset="135122.26">32281 7784 350 0,'0'-8'199'0,"0"4"-52"0,-2-1 134 16,-2 2-72-16,1 1 17 0,0 1-58 0,-3 0-14 0,0 1-27 16,0 1-27-16,-2 2-57 0,-1 0 2 0,1 2-15 0,-2 4-3 0,2 0 1 15,-1 2-2-15,0-1-4 0,0 4 12 0,1-3-12 0,2 4 1 16,-1-3-4-16,1 1-11 0,1 1-8 0,0-1 7 0,1-1-7 0,1-2 6 16,2-1 0-16,1-2-6 0,1 1-14 0,2 0 14 0,1 0-14 15,3-2-7-15,-2-2-14 0,3 0-22 0,1-1-66 0,1 0-6 16,2 0-19-16,0-3-82 0,0-2-28 0,2-2-29 0</inkml:trace>
  <inkml:trace contextRef="#ctx0" brushRef="#br0" timeOffset="135424.16">32254 7958 189 0,'19'-20'969'32,"73"-50"-209"-1,-34 17-579-16,-47 37-118-15,-1 4-26 16,-3-1-3-16,-3 4-2 0,1 0-5 0,-2 0-20 0,-2 1 6 0,-1 1-8 16,-1 0 8-16,-1 1-1 0,-2 3-2 0,1-1-19 0,1 2 19 15,-2 0-17-15,1 2 25 0,0 0-6 0,-3 2-10 0,-2 2-6 16,-2-1 5-16,0 4-3 0,0-1 4 0,1 2 0 0,0 1-6 0,1 0-5 16,0 2 16-16,0 2-9 0,3 1 25 0,0 2-4 0,3-2-9 0,2 0-18 15,0-1 9-15,3-1-9 0,2 0 16 0,2-2-2 16,-1 0-4-16,3-2-4 0,1 0 2 0,0-2-1 0,1-1-12 15,0-2-8-15,0-1-9 0,1-2-41 0,1 0 9 0,-2 0-13 16,1 0-11-16,-2-1-8 0,1-1-19 0,-4-1-47 0,2 0 6 0,-3 2-17 16,1-3-41-16,-3 0-32 0,2-1-34 0</inkml:trace>
  <inkml:trace contextRef="#ctx0" brushRef="#br0" timeOffset="135723.4">32567 7881 179 0,'-2'2'538'15,"1"-1"-313"-15,0 0-46 0,0 0-46 0,0-1-67 16,1-1-3-16,0 0-33 0,1 0 19 0,0-3-23 0,1-1 10 0,-1 2-7 0,2-1-9 0,0 0 1 0,0 1-3 16,2-1 4-16,-2 1 17 0,-1-1 1 0,1 0 6 0,-2-2-2 15,1 1 15-15,-1-1-11 0,0-1 11 0,2 1-6 0,-2-1-12 0,2 0-10 16,0-1 5-16,2 3-7 0,-2-2 2 0,2 1 1 0,-2 1-4 16,2-1-8-16,0 0 9 0,0 3-10 0,0-3 11 0,0 4-2 15,-2 1-3-15,1-2-1 16,-2 2 12-16,-1 1-8 0,1-2 19 0,-2 2-2 0,1 0-7 0,0 0-8 15,1 2 15-15,-1 0-13 0,1 0 13 0,-1 1-8 0,0 1-14 0,1 0-13 0,1 3 2 0,-1-4-5 16,0 2 1 0,1 2-3-16,1-3-1 0,1 2-16 0,0-2 18 0,2 2-13 0,-1-1 17 0,1 1-8 0,0-4-18 0,0 2-21 15,-1-1 3 1,0-1-7-16,-3-1-6 0,1-1-3 0,-2 0-6 0,0 0-37 0,0 0-7 0,1-1-9 0,-1-1-65 0,1 0-22 0,0-2-27 0,2 1-107 16,2-3-62-16,0 3-12 0</inkml:trace>
  <inkml:trace contextRef="#ctx0" brushRef="#br0" timeOffset="136166.79">33010 7554 778 0,'-1'-6'-200'15,"1"4"490"-15,-3 1-68 0,3 1-45 0,-1 0-126 0,0-2 25 16,0 2-44-16,0-1 11 0,-1 1-6 0,0 1-13 0,-2 1-11 0,-1 0 11 15,-1 1-8-15,-1 2 9 0,-2 3-1 0,-1-1-14 0,0 6-11 16,0 1 29-16,2 0-23 0,-1 2 46 0,1-5-6 0,1 3-11 16,2-1-17-16,1 0 17 0,2 0-14 0,1-3 22 0,1 0-5 0,1-2-11 15,3 1-27-15,0-2 21 0,3-2-20 0,1 1 30 0,0-3-4 16,2 3-8-16,3-5-18 0,3 1 9 0,1-2-9 0,0 0 16 16,-2 0-4-16,0-1-4 0,1-1-16 0,2-2 16 0,-1 0-11 15,1 0 27-15,-2-1-6 0,-1 0-11 0,2-2 2 0,-2 1 3 0,1-2-1 16,-1 1 9-16,-1-2-3 0,0 0-3 0,0-3-17 0,0 1 19 15,-1-1-14-15,1-3 28 0,-4 1-5 0,-1-2-11 0,-1-2-15 16,-3 2 15-16,2-1-13 0,-1 4 21 0,-3 1-5 0,-2-1-10 0,-1 2-1 16,-1-1 1-16,-2 3-1 0,-3 1 4 0,0 2-4 0,0 3-2 15,-4 2-10-15,-3 1 7 0,-1 4-4 0,-4 3 8 0,1 2-1 16,0 3-5-16,0 3-13 0,1 1 14 0,4-1-10 0,2 0 23 16,2-2-2-16,5 2-6 0,3 3-11 0,1-2 9 0,4-4-7 15,4 1 24-15,3-2-4 0,2-4-5 0,5 0-7 0,2-2 1 0,3-1-2 16,0-4 3-16,-2 1 0 0,3-1-1 0,2 0-8 0,6-1 6 15,-1 1-5-15,2-4 5 0,-7 1-2 0,-6 1-6 0,-1-2-31 0,-4-1 3 16,-1 0-13-16,-2-1-26 0,-1 1-17 0,1 1-17 16,0-2-78-16,-1 0-50 0,-1-2 3 0,-2 2-226 0,0 3 265 0,1 2-19 0</inkml:trace>
  <inkml:trace contextRef="#ctx0" brushRef="#br0" timeOffset="140475.54">30614 9424 284 0,'-9'-8'28'0,"0"1"23"0,2-1-38 0,-1 3-1 0,2 1-9 0,2 1 12 0,-1 1 8 0,3-1 4 0,-1 2-27 0,-1 0 32 0,3 1-32 0,-1-2 26 0,0 2-8 0,0 2-15 0,-2 0-2 0,0 3-6 0,4-1 6 0,0 4 8 0,-3 1 0 0,2 2 0 16,-8 2-28-16,0 0 31 0,-1 2-27 16,0 1 33-16,1-3 0 0,1-1-13 0,2 0 1 0,1 1 3 0,2 1-1 0,0 0 9 15,2-1 3-15,1-3-3 0,1 0-22 0,3 0 30 16,1-2-25-16,2-2 40 0,2 0-12 0,1-3-15 0,0 1-16 0,2-1 10 16,-1-1-6-16,-1 0 22 0,-6-2 2 0,2 0-9 15,2-3-14-15,0 1 19 0,7-2-19 0,2 0 20 0,1 0-10 16,-1-2-8-16,0-1-10 0,-2 2 6 0,-2-1-2 15,2-1 20-15,-2 3-2 0,-1-3-9 0,2 2-27 0,-3-3 30 16,-1 0-26-16,-2 1 35 0,-1-2-3 0,-3 1-15 0,-1-1-8 0,-1 0 12 16,-2 1-8-16,-1-1 18 0,-2 2 2 0,-1 0-10 0,-2 1-11 15,-1 1 23-15,-4-2-18 0,1 0 39 0,-2 0-11 0,-2 3-7 16,0 1-26-16,-1 1 12 0,0 1-9 0,-2 1 19 0,-1 3-2 16,0 0-14-16,-4 3-8 0,4 0 14 0,0 2-14 0,5 2 8 0,2-1-1 15,-2-1-6-15,1 1-10 0,-5-1 11 0,4 1-6 0,0 0 26 16,6 2-2-16,1-4-10 0,3-2-22 0,0 1 25 0,3-3-21 15,0 1 29-15,4-2-4 0,-1 0-12 0,3 2 3 0,-1-3 17 16,3 0-6-16,1-1 32 0,1 0-11 0,-1 0-13 0,1 0-30 0,-1 0 25 16,-1-1-21-16,0 0 37 0,-2-3-12 0,-1 2-15 0,-4-1-5 15,-1-1 6-15,-1 2-1 0,-1-2 12 0,2 0 0 0,1 1-5 0,-1-1-17 16,0 1 20-16,-2-1-19 0,-1 0 19 0,3 1-1 16,-2 0-12-16,0 0-5 0,-2 0 3 0,-6 2-3 0,-2 0 5 15,0 1 3-15,1 2-3 0,0 0-5 0,0 2 8 0,1-1-8 16,1 4 4-16,-1-3 2 0,1 2-1 0,1 0-10 0,3 1 4 0,0-1-5 15,2-1 15-15,2 0 1 0,1-2-3 0,2 1-19 0,4-2 21 16,1 0-19-16,5-1 29 0,0-1-3 0,3 0-9 0,2 0-15 16,-1-1 11-16,2-1-10 0,-1 0 15 0,-2-1 4 0,-6-1-7 15,-1 2-21-15,-1-2 29 0,-1 0-27 0,3-1 32 0,-1 3-4 0,-2-4-11 16,-2 4 0-16,-1 1 0 0,-1-2 0 0,-2 2 0 0,0-2-1 16,-2 3-11-16,0-1-69 0,-1 0 15 0,-2 1-32 0,0 0-58 15,1 0-90-15,3 3-74 0</inkml:trace>
  <inkml:trace contextRef="#ctx0" brushRef="#br0" timeOffset="164357.1">5239 6826 685 0,'-16'4'163'0,"1"4"-94"0,4 2-42 0,4 0-22 0,0 2 25 0,4-3-5 0,3 1-9 0,3-1-31 0,4-1 27 0,2 1-24 0,2-2 35 15,0 4-3-15,-5-2-15 0,3 0-2 0,-2 0 1 0,2 1-2 0,3 0 6 0,2 2 0 0,-1-1-2 0,3 2-4 16,-1 2 5 0,-3 1-6-16,1-4 4 0,-2 2-1 0,-1 1 0 0,0 2 11 0,-4 3-12 0,1 0 12 0,0 1-1 0,-1-3-2 0,-1-1 4 15,1 3-7-15,-1-2 8 0,1 1-8 0,1 0 6 0,1 0-3 16,2 0-6-16,3-1 13 15,2 2-1-15,2-4 7 0,1 1 6 0,2-1 1 0,0 0-7 16,3 0-25-16,0 0 32 0,2-2-30 0,-1 1 35 16,2 1-9-16,0-2-13 0,-2 2-10 0,2-4 7 0,1 1-4 15,2-2 15-15,4-1-4 0,1 3-6 0,2 0-19 0,3 0 20 16,2-2-18-16,3 1 22 0,-2-2-2 0,1 0-10 0,2-1-7 16,-3 0 0-16,-3-1-1 0,0-2 13 0,-2 0-4 0,0 0-1 0,8-1-14 15,0 0 13-15,1 0-10 0,2 0 17 0,-2 2-3 0,1-2-9 16,2 3 16-16,-3-3-6 0,4-1 8 0,1 1-7 0,3-1-1 15,7 2-3-15,6-2-9 0,3 2 12 0,-2-3-10 0,-2-1 11 16,-2-2-5-16,2-1-6 0,7 0-2 0,5 1-1 0,-2 0 2 0,-2 1 12 16,-4-4-3-16,-2 0-1 0,4-2-17 0,7-1 13 0,0 3-8 15,1-1 21-15,-4 0-5 0,-2 0-10 0,3-2-9 0,3-1 7 16,3 2-5-16,2 0 14 0,-4 1-1 0,-1-2-4 0,2-2-19 0,2 0 21 16,1-2-15-16,1 0 26 0,-10-2-9 0,-5-2-15 0,-1-4 11 15,-2-3-1-15,-1-2 6 0,0-2 0 0,-7 2-3 0,-1 0-1 0,-4-2-16 16,-5-2 16-16,0-2-12 0,-3-1 20 0,0-1 3 0,4 2-9 15,1-3-21-15,-1 1 22 0,-4 1-20 0,-1 4 29 0,-7-1-1 16,-6-2-13-16,-3-5-9 0,-2-3 15 0,-2 0-13 0,1-2 22 16,-3 2 8-16,-6-4 2 0,-4-2-3 0,0 0 6 0,-6 2-7 15,-2 4 11-15,-3 5-8 0,-3-1-6 0,-4-2-19 0,-1 0 8 0,-4-4-8 16,-4 2 9-16,-1 1 2 0,-4 0-5 0,-7 1-22 0,-2-3 18 16,-1 1-17-16,-3 1 24 0,0 4-3 0,-2 0-8 0,-8 2-14 15,-3-1 4-15,-8-1-6 0,-4 0 3 0,-2-1 1 0,-4-1-1 0,-3-3-1 16,0-2 0-16,-2 1-1 0,-3 1-6 0,-3 5 4 0,-10 7-1 15,-8 2 0-15,-1 1 13 0,-4 4-11 0,-2 3 17 0,-7 4 0 16,-4 1-4-16,-7 1-4 0,-7 3 7 0,-2 3-4 16,-4 1 12-16,0 0-2 0,-2 4-7 0,-7 1-17 0,-3 5 24 0,1 2-13 0,-4 3 19 15,9 3 2-15,2 1-15 0,-3 4 4 0,3 3 7 0,7 2-1 16,2 3 8-16,11-1-1 0,7 1-4 0,-3 6-16 16,5-1 22-16,2-1-18 0,2 3 24 0,8-2-9 0,1 4-18 0,1 4-13 15,4 1 15-15,2 6-10 0,6 4 37 0,3 2-22 0,4 3 1 0,-1 1-12 16,4 2 7-16,4-1-8 0,3 1 21 0,6 6-4 15,2 3-11-15,1 10 0 0,7 0 1 0,6-6 0 0,1 1 5 0,9-4-1 16,6 4 0-16,7 3-16 0,11-4 16 0,7-7-13 0,9-7 19 16,11-12-2-16,7-2-10 0,11-2-9 0,11-4 9 0,10 1-6 0,15-3 20 15,3-7-5-15,6-4-5 0,9-6-11 0,7-3 7 0,10-1-7 16,5-2 1-16,-3 1 3 0,5-3-6 0,9-3-21 16,3 0 6-16,5-1-12 0,2 5-18 0,-7 1-16 0,5 1-18 0,11 3-74 0,1 1-31 15,0 0-16-15,7 1 19 0</inkml:trace>
  <inkml:trace contextRef="#ctx0" brushRef="#br0" timeOffset="169013.3">28864 15101 256 0,'-3'0'14'0,"-3"-6"208"0,2 1-80 0,0 0 11 0,1 1-105 0,1 3 5 0,0-1-9 0,0 0-10 0,1 2 5 0,0 0-1 0,1-1-23 0,0 1 35 0,0 0-35 15,0 0 13-15,0 0-8 0,0 0-21 0,0 0-12 0,0 0 9 0,0 0-6 16,-2 3 24-16,-1 0-4 0,0 2-6 0,-3 4-21 0,1 3 30 15,-1 2-22-15,1 1 43 0,-2 5-8 0,0-2-13 0,-1-1-3 16,-1 4 5-16,1-1 0 0,-1 2 8 0,-1-1-2 0,0 2-9 0,-1-2-13 16,-4 0 13-16,2 2-13 0,-3 0 13 0,-2 1-5 15,0-1-6-15,-3 0-9 0,0-1 6 0,-1 0-3 0,2 0 14 0,7 0 1 16,-3 1-8-16,-3 1-5 0,1 0 8 16,-7 2-9-16,1 1 3 0,3 0 2 0,2-1-2 0,0 3-15 15,1 0 14-15,0-5-11 0,1 3 22 0,0-5-1 0,2 1-8 0,1 0-25 16,2 0 19-16,2-4-22 0,2 2 6 0,1-3-5 0,1 1-10 0,2-1-32 0,2 0 9 15,0 0-14-15,3 0-32 0,1 1-4 0,2 0-28 16,3 2-22-16,1-5 94 0</inkml:trace>
  <inkml:trace contextRef="#ctx0" brushRef="#br0" timeOffset="169385.91">27863 15054 1115 0,'-13'-23'-4'0,"8"12"40"0,3 6-2 0,1 1 10 0,1 1-33 0,2 3-7 0,4 2-3 16,5 3 5-16,4 1 3 0,6 4 7 0,6 5 1 0,7 1 10 0,3 2-8 15,2 3-3-15,-4 0-3 16,3 5-3-16,4 1-7 0,1 4 3 0,8 1-3 0,-2 2 4 0,-1-1-1 16,-1 1-6-16,2-1-8 0,2-1 13 0,-2-3-12 0,-5 0 14 0,-3-6-4 0,-1 0-3 0,-2-2-18 15,0 0 21-15,-3 1-13 0,-4-1 29 16,-3-1-2-16,-1 0-14 0,-3 1-3 0,-3-1 4 0,-1-2-6 0,-2 1 0 16,-2-1 0-16,-2-1 1 0,-1 1-7 0,-1 0 5 0,1-2-1 15,-1-2 15-15,-2-3-4 0,-1-2-6 0,1 1-32 0,-2 3 7 0,-2-2-18 16,-2-1-43-16,3 2-26 0,3-3-32 0,9-1-151 0,8 1 177 0</inkml:trace>
  <inkml:trace contextRef="#ctx0" brushRef="#br0" timeOffset="171842.21">17595 7545 981 0,'-11'-7'257'0,"-1"-2"-157"0,5 4-105 0,0-1 4 0,3 3 11 0,2 2-3 0,0 0-10 0,1 1 3 0,1 0 3 0,0 0 2 0,0 0 2 0,3 1 2 16,0 1-8-16,1 1-3 0,3 2 14 0,1 2-13 0,0-1 16 15,2 2-5-15,0-2-3 0,4 0-18 0,-2 0 17 16,-3 2-11-16,0 0 27 0,0 2-4 0,1 2-10 0,8 2-8 16,1-2 4-16,3 0-4 0,1 0 1 0,-1-2 2 0,1-1 0 0,3-1-17 15,1-2 16-15,2-2-11 0,1-1 25 0,3 0-3 0,0 1-12 0,2 0-15 16,2 0 15-16,-2-2-12 0,-1 1 5 0,-7 0-20 0,-1-2-24 0,2 1-34 16,-1-2 2-16,4 2-5 0,-1 0-18 0,-4 0-25 0,1 0-23 15,-1 1-29-15,0 1 89 0</inkml:trace>
  <inkml:trace contextRef="#ctx0" brushRef="#br0" timeOffset="172189.67">18389 6785 1477 0,'-11'-5'40'15,"3"3"-104"-15,1 2 74 0,4 2-1 0,1 3-9 0,1 4-3 16,0 2-1-16,2 3 2 0,1 1 22 0,0 4-1 0,3 6 2 16,-1 5-6-16,2 6 10 0,-1 6-9 0,0 4 5 0,-1 3-7 15,1 5-7-15,0 5-3 0,-1 4 2 0,-1 4 1 0,1 6 4 0,-2 0 0 16,-1 0-4-16,0 2-7 0,-1-6 9 0,0-1-9 0,1 2 8 15,3-3-4-15,-1 2-6 0,1-1 2 0,2-4-5 0,0-6 5 0,-1-3 3 16,2-1-5-16,-1-3 2 0,1 4-20 0,1 2-9 0,0-3 0 16,2-4-32-16,2-7-14 15,1-1-10-15,3-3-66 0,4-1-58 0,4-3 11 0,2-3 17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09:17.70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8517 4147 256 0,'-5'8'8'0,"-4"-5"126"0,2 1-39 0,0 3 13 0,3 3-109 16,1 1 42-16,0 3-43 0,1 2 47 0,1 0-7 0,0 1-17 0,0 1-3 0,0 2 22 0,1 5-11 0,0 0 38 0,1 4-4 0,1 3-13 0,2 5-39 15,2 0 30-15,2 3-30 0,0-2 39 0,1-1-8 0,-1-2-10 0,-1 2-10 16,4 0 5-16,-1-3-3 0,2 5 1 0,4-3-8 0,1 3-11 0,1 6-21 16,-2 3 26-16,-1 0-20 0,-3 2 26 0,-3-2-1 0,-2-2-13 0,0 1-3 15,-2 2 1-15,0 1-3 0,1 3 8 0,-3 5 2 0,0 5 2 16,-2 7-16-16,-1-3 20 0,-2-1-16 0,0-2 22 0,1-2-6 15,0 4-13-15,2 10-10 0,1 2 10 0,1 0-4 0,0-4 24 0,-2-6-4 16,0 1-11-16,0 5-7 0,4 6 9 0,-1 4-9 0,-3-3 8 16,-1-5 0-16,0-5-5 0,-1 6 2 0,3 4 2 0,4 4-1 15,-3 0-3-15,1-9 2 0,1 4-4 0,2 3-16 0,0 7 28 16,-1 1-20-16,-1-4 50 0,-3-6-14 0,2-2-15 16,0 8-21-16,1 5 17 0,-2 2-9 0,-1-6 34 0,-1-1-7 0,1-2-12 0,2 9-13 15,0 4 7-15,-1-8-7 0,-3 1 5 0,0-7 3 0,0 0 0 0,1 8-33 16,2-2 24-16,-3-2-21 0,0-5 41 0,1-3-7 0,0 2-13 15,3 5-9-15,-1-1 8 16,-2-3-5-16,0-4 14 0,0-1-5 0,1 4-6 0,0 7-4 16,0-2 6-16,-2-4-1 0,0 1 10 0,0-6-2 0,0 6-6 0,0 5-21 15,0-6 23-15,-2 1-18 0,2-2 32 0,0-7-2 0,0 5-12 0,2 1-18 16,0 0 16-16,1-5-14 0,-1-3 24 0,0-3-1 0,1 0-10 0,1 9-12 16,-1-5 21-16,1 0-18 0,-2-4 16 0,0-6-2 0,-1 2-7 0,2 4 2 15,2 2 0-15,-2-3 1 0,0-1 2 0,-1-9 2 0,-1-2-1 0,0 0-18 16,1 0 19-16,2 0-18 15,0 2 22-15,1-7-3 0,-1 1-7 0,2-4-15 0,-2-2 14 0,1-3-8 0,-1-1 28 0,2-2-5 16,-2-2-12-16,3 1-15 0,0-3 15 0,1 1-13 0,1 0 17 0,0-6 1 16,2 2-6-16,1-4-16 0,2 2 17 0,0-2-12 0,2-3 29 15,-1-1-1-15,2-3-8 0,0 2-12 0,3 0 13 0,1-2-10 16,2 2 23-16,1-4 1 0,1-1-4 0,-4 1-9 0,3-1 9 0,3 0-10 16,2-1 15-1,6 0-9-15,2-1-4 0,0 1-18 0,3-5 7 0,3-1-7 16,1 0 16-16,3-2 2 0,4 2-3 0,7 1-22 0,1-2 21 15,1-1-19-15,-1-2 18 0,-1 0 1 0,3-1-13 0,7 1-1 0,2-1 2 16,3 0 4-16,3-1 6 0,-3-3 2 0,1 2-15 0,5-1 2 16,6 0 5-16,0-1-2 0,5 0 5 0,-3-3 1 0,0 1-3 0,10-2-12 0,0 0 19 0,3 0-16 0,2 0 17 0,-4 0 1 15,3 0-9-15,8 0 0 16,0 0 4-16,2-2-2 0,-1 2-4 0,-1-1 7 0,3 0-8 0,9-1 5 0,0 1 14 0,3-1-10 16,2 0 16-1,-3 0-9-15,0-2-12 0,9 1-1 0,0 1 10 0,4-2-5 0,5 1 12 0,-5-2-8 0,4 0-7 16,6 0-5-16,1-3 3 15,2 1-1-15,3-1 4 0,-1 0-2 0,1-1-4 0,7 0-5 16,4 0 4-16,2 0-1 0,-2 1 19 0,-2 0-4 0,1 0-1 0,3 4-18 16,4 0 10-16,-1 1-8 0,-4 3 15 0,-3-2 5 0,-1-1-1 15,5 0 0-15,3-2 4 0,-4 0-4 0,-3 3 5 0,0-1-5 16,-3-1-3-16,2 4-20 0,5-2 14 0,-2 1-11 0,-2-1 20 16,-1-5 1-16,-1 0-7 0,6-2-26 0,2-2 25 0,1 1-21 0,-2 0 32 15,-4 2-3-15,1 2-14 0,4 1-3 0,5 0 5 0,0-3-2 16,-3 0 9-16,-1 1-7 0,-2 1-5 0,6-1 1 0,-1 2 5 15,2-1 1-15,-6 3 8 0,-7-1-1 0,0 3-4 0,1 1-11 16,2 1 17-16,1 0-12 0,-6 0 40 0,-6-2-8 0,-3-1-7 0,3-1-24 16,-6-1 20-16,0 2-18 0,-2-1 17 0,-13 0 0 0,-2 1-15 15,4-3 1-15,-8-4 12 0,-3-3-10 0,-7-1 7 0,-9-1-5 16,-7-1-8-16,3 0-8 0,-4-3 3 0,-12 2-6 0,-6 2-13 0,-7-1-13 16,-5 0-12-16,3-3-85 0,-5-2-29 0,-7-1-15 0,-9 0-205 15,-10-2 227-15,-14-5-35 0</inkml:trace>
  <inkml:trace contextRef="#ctx0" brushRef="#br0" timeOffset="8674.25">7415 3904 256 0,'-2'-8'8'0,"-1"4"149"0,1 1-34 0,1 0 20 0,0-1-56 0,1 1-1 0,0 1-13 16,0-2-17-16,1 1 0 0,0 1-12 0,1-2-3 0,1 1 25 15,-1 1-28-15,0-2 27 0,1 3-12 0,0-1-15 0,0 2-16 16,-1 0 26-16,0-1-23 0,2 1 48 0,-1 0-13 16,2 1-19-16,-1-1-31 0,1 2 26 0,0 0-29 0,1 2 43 15,1-1-8-15,1 2-16 0,2-1-1 0,0 2 12 0,1-1-13 16,2 3 17-16,2 1-9 0,0 4-7 0,0 1-27 0,0-2 23 16,0 0-21-16,0-2 48 0,1-1-10 0,1 0-17 0,1 1-8 15,-2 1 4-15,-1-1-6 0,-5 0 6 0,-1-4-7 0,3 1-5 16,0-3-4-16,6 1 3 0,0-1-1 0,0 0 11 0,-2-1-1 15,-3-1-4-15,2 0-12 0,-3 3-11 0,0-2-1 0,0 1-33 16,-3-2-11-16,0 0-4 0,1-2-73 0,-3 1-13 0,1-1-13 0,-1 0-84 16,-2 0-38-16,-2-1-32 0</inkml:trace>
  <inkml:trace contextRef="#ctx0" brushRef="#br0" timeOffset="8953.51">8087 3564 879 0,'-2'-5'246'15,"-1"1"-118"-15,-1 2 91 0,2 1-64 0,0 1 26 0,0 0-74 0,1 5-37 16,-1 1-14-16,1 7-23 0,0 5-21 0,0 4 17 0,-1-1-19 16,-2 10 29-16,0 1-10 0,-2 3-12 0,0 4-17 15,-3-2 13-15,0-5-13 0,-3 7 25 16,2-2-4-16,0 5-9 0,-1 7-4 0,0-1 5 0,0-1-6 0,-1-5 4 15,3-5 1-15,3-2-2 0,1 0-10 0,2 0 10 0,0-2-10 0,1 8 12 16,2-2-2-16,0-1-4 0,4 3-10 0,2-8-4 0,2-3-4 16,2 0-52-16,0-1-32 0,0-8-17 0,3 2-246 0,-1-1-94 15,4 5-36-15</inkml:trace>
  <inkml:trace contextRef="#ctx0" brushRef="#br0" timeOffset="10148.59">25806 13093 491 0,'-2'-4'156'0,"1"-1"188"0,-1 1-210 0,0-2-1 0,1 2-49 0,0-2 46 0,-1 2-29 0,2-1-36 0,-1 1-24 0,-1 0 3 0,2 2-11 0,-3-1 11 15,2 0-8-15,-1 1-9 0,-1 1-18 0,0 1 24 0,0-2-24 16,0 2 34-16,-1 2-3 0,1-1-13 0,0 4-8 15,-2-1 18-15,-1 3-18 0,0 1 36 0,-1 1-7 0,0 3-13 16,-2-1-22-16,0 3 10 0,-1 2-18 0,-2 5 12 0,-2 2-6 16,1 2-5-16,-3 5-11 15,-1 1 8-15,-2 0-8 0,-1 6 17 0,0-2-4 0,3-2-6 0,-2 3-12 0,1-6 12 0,0 1-11 16,-5 1 15-16,3-6 0 0,-1-2-7 0,1 2-16 0,-2 1-4 16,1-1-2-16,1-1 2 0,2-3 3 0,1-4 8 0,2-1-39 15,2 1 1-15,2-1-13 0,2-2-16 0,1-1-5 0,1-2-6 0,3 1-39 16,-1-2-30-16,3 0 7 0,-1-4-68 0,0 0 9 0,2-4 9 15</inkml:trace>
  <inkml:trace contextRef="#ctx0" brushRef="#br0" timeOffset="10470.28">25237 13123 818 0,'-2'-4'171'0,"1"2"4"0,-1 1-66 0,2 0-21 0,0 1 34 15,0-1-49-15,0 1 30 0,2 0-5 16,0 0-18-16,0 2-8 0,1-1 19 0,2 6-27 0,0 1 17 0,1 2-13 0,1 4-17 0,3 6-29 0,2 3 10 0,3 6-12 16,2-1 9-1,0 0 0-15,1-1-3 0,4 4-10 0,4-2 7 0,2-2-8 0,2 0 8 16,2-3-8-16,0-1-9 0,-4 1-5 0,2-1 1 15,2-3 0-15,1 0 8 0,1-1-2 0,-1 1-1 0,-4-3-11 0,-1 1 9 0,0-1-7 0,2-2 9 0,-3-2 0 16,1 0-7-16,-4-1-8 16,-3-1 8-16,-4 1-6 0,-3-2 9 0,-3-1-11 0,-3-3-12 0,-1 1-38 15,-3-2 6-15,0-1-13 0,-2-1-29 0,-1 1-20 0,0-2-25 16,-1 1-176-16,-2 0-61 0,0-1-38 0</inkml:trace>
  <inkml:trace contextRef="#ctx0" brushRef="#br0" timeOffset="25816.28">7353 10690 563 0,'-2'-2'116'0,"0"-2"-61"0,2 2-33 0,1 1-7 0,2 0 8 0,1 1-8 0,2-1-11 0,2-1 8 0,1 0 12 0,1-2 0 0,1 1 36 0,3 0-9 0,-1-1-9 0,4-1-28 0,1-1 23 0,2 1-20 16,0 0 28-16,1-2-3 0,-1 0-11 0,2-1-8 0,2-1 15 16,0-1-9-16,0 0 29 0,2-2-3 0,-1-3-8 0,-2-2-16 15,3-2 12-15,3-2-16 0,3-3 9 0,4 3-2 0,3-2-5 0,6-4-20 16,3-3 20-16,4 0-19 0,2-1 17 0,-1-1-1 0,-3 2-14 16,2-3-13-16,-2 2 17 0,1-1-17 0,4 0 22 0,2 0-1 15,5-2-8-15,2-2-12 0,-1 1 8 0,-7 0-7 0,0-3 26 16,-3 1-6-16,4-2-2 0,12-4-11 0,1 5 10 0,2 0-6 15,65-35 26-15,0-13-18 0,-59 40-8 0,6-4-1 16,2-1-3-16,-5 2 3 0,0-4-4 0,10 0-3 0,6 0 13 16,6-1-11-16,1-3 22 0,-5-5-13 0,4-2-6 0,10-5-11 15,1 0 5-15,5 4 0 0,2-1 20 0,-4 1-6 0,5-5-8 0,6-4-6 16,2-5 4-16,1 5-4 0,3 5 0 0,-6 5 3 0,-1-1-1 16,5-4-13-16,-1-4 15 0,0-2-14 0,2 5 18 0,-7 6-4 15,0 3-7-15,10-6-5 0,-3 0 5 0,-4-6-2 0,4 0 13 0,-3 4 2 16,-1 4-2-16,8-2-11 0,0-2 14 0,4-2-12 0,-2-5 21 15,-5-1-5-15,6 3-9 0,4 4-10 0,-1-5 9 0,4 2-8 16,2-3 9-16,-10-3 1 0,3 4-5 0,11 1-8 0,-4 3 6 16,-1 0-5-16,4 1 14 0,-6 3 1 0,-7-5 0 0,8 0-2 15,4 6 1-15,-8 3-2 0,2 7-2 0,-6 4-5 0,0-4-1 0,1-4 10 16,-1-8 0-16,4 1 5 0,-3 3-2 0,-6 7-2 0,-1 0-5 0,4-1-17 16,-3-4 17-16,-3-4-13 0,4-2 24 0,-6 4 1 0,-3 1-9 15,9 0-12-15,0 0 11 0,-2-1-11 0,0-2 17 0,-5-2-1 16,0 0-5-16,5 2-7 0,2 2 10 0,2 2-9 0,-2 3 11 15,-7 0-1-15,-3-3-6 0,7-2-16 0,-2 0 14 16,-4 6-11-16,0 4 19 0,-8 7-5 0,-4 2-9 0,4-4 3 0,-2-1-1 16,-6 1 3-16,-5-1-1 0,-8 2 0 0,0 3-2 0,-2 2-12 0,-4 4 15 15,-4 4-11-15,-3 3 20 0,-3 1-3 0,-3 3-11 0,1-6-12 16,-6 2 16-16,-4-3-10 0,-1-1 21 0,-2 4-4 0,-1-2-11 0,3 2-11 16,-3-2 16-16,-7 1-11 0,-2 2 18 0,-4 1-4 0,-2 5-9 15,3-1-10-15,-2 3 12 0,-8 3-6 0,0 0 18 0,-5 4-3 16,-5 0-9-16,-2 2-8 0,-5 0 8 0,-3 2-5 0,-5 1 10 0,-8 4 1 15,-2 0-7-15,-7 3-3 0,-2 2 5 0,-3 1-7 0,1 1-9 16,2 0-3-16,4 0-8 0,-4 1-35 0,3 3-1 0,-1-1-15 16,-3 5-70-16,2 4-45 0,-2 0-44 0,3 5-290 0,-3 6 321 15</inkml:trace>
  <inkml:trace contextRef="#ctx0" brushRef="#br0" timeOffset="43815.38">24001 4740 740 0,'-12'-6'182'0,"-1"1"-71"0,2 0-43 0,-1 1-18 0,1-1 76 0,3 1-12 0,2 1-15 0,0-3-22 0,1 1 42 0,2 1-47 0,1-1 53 16,1 2-23-16,1-3-29 0,0 3-12 0,0-3 10 0,2 3-17 16,0 0 4-16,3 0-11 0,-1 1-13 0,2 2-28 15,-1 0 19-15,3 2-22 0,0 2 28 0,2 1-7 0,0 3-14 0,3 1-15 16,-1 1 23-16,0 1-20 0,4 1 40 0,-1 1-9 16,0 3-10-16,2 1-17 0,-5 1 9 0,-2-2-11 15,2-3 17-15,1-1-4 0,8 2-5 0,2 4-1 0,-1 0-2 0,-1 0 1 16,-2-4 0-16,0-5 2 0,0-1 2 0,3 0-17 0,1-3 13 15,1-1-12-15,-1 1 2 0,0-1-27 0,-1-2-25 0,0 1 4 16,-2-3-36-16,-2-2 24 0,-3 0-101 0,0-1-3 0,-2-1-10 0,-1 1-150 16,-3-4-86-16,-1 1-29 0</inkml:trace>
  <inkml:trace contextRef="#ctx0" brushRef="#br0" timeOffset="44053.88">24805 4302 908 0,'0'-3'179'0,"-2"1"269"0,0 0-239 0,0 2-58 16,2 4-61-16,-1 3-45 0,1 3 25 0,-1 3-28 0,-2 8 46 16,1 5-7-16,0 5-20 0,-1 7-18 15,-1 2 21-15,1 6-30 0,-4 10 14 0,-1-3-5 0,-2 0-17 0,-1 3-7 16,0-7 9-16,-2 8-14 0,0 7 6 0,-1-4-3 16,2 0-5-16,1 3-12 0,-2-9 9 0,0-3-10 0,-3 1 13 15,1-7 1-15,1-3-7 0,3 6-11 0,6-7 11 0,1-2-13 0,-1 0 17 16,2-10-2-16,-7-2-5 0,1-5-10 0,0-3 7 15,2-3-8-15,0-1 8 0,3-2-16 0,1-2-11 0,0-2-71 16,3-4-23-16,1-3-7 0,5-2-140 0,2-9-148 0,2 0-85 0</inkml:trace>
  <inkml:trace contextRef="#ctx0" brushRef="#br0" timeOffset="44323.01">25289 4734 1582 0,'5'-7'76'0,"3"0"-35"0,3-2 51 16,3 0-14-16,0 3-16 0,5-3-42 0,2 3 16 0,-1-1-28 15,2 1 23-15,1 3-1 0,-1-2-7 0,2 3-9 0,-1-1 12 0,0 1-15 16,-1-1 13-16,-7 2-5 0,-2-1-10 0,1 2-14 0,-1 0 14 15,5-1-15-15,1 0 18 0,-2 0 0 0,-1-2-6 0,-1 2-8 16,-4-1 3-16,-1 1-6 0,0 0 2 0,-3 1-46 16,-2 0-17-16,2 1-153 0,-2 0-112 0,-3 3 48 0,-1 1-102 15</inkml:trace>
  <inkml:trace contextRef="#ctx0" brushRef="#br0" timeOffset="44497.38">25285 5047 1290 0,'-5'10'250'0,"2"-7"-201"0,3-3 27 0,6 1 50 0,4-1 20 31,6 0-16-31,7-4-2 0,4-4-21 0,5 1-31 0,6-4-40 16,3 3 14-16,2-1-29 0,2 0 2 0,-11 2-5 0,-1 3-12 0,4-3-16 0,-2 0 15 0,5 1-16 0,1-1-15 31,-5 4-26-31,0 1-26 0,1 4-106 0,-5 1-131 0,-3 1 58 16,-7 0-188-16</inkml:trace>
  <inkml:trace contextRef="#ctx0" brushRef="#br0" timeOffset="47470.08">26547 4542 632 0,'-5'0'142'0,"-2"0"-25"0,1 0-54 0,2 3 9 0,1 1 1 0,0 1-18 0,1-1-13 0,1 3-25 0,0 0 16 0,0 3-19 16,-2 2 21-16,3 0-6 0,0 0-10 15,0 2-1-15,2 1 7 0,-1 3-5 0,2 5 29 0,2 0-1 0,-1 0-5 0,3 6-17 16,-2 0 19-16,2 1-27 0,-1 4 7 0,-2-4-6 0,1-4-13 15,0 1-6-15,-2-5 11 0,-1 1-10 0,-1 0 29 16,0-4-11-16,4-1-9 0,-2-4-17 16,0-3 12-16,0 0-11 0,-1 2 23 0,-1-3 0 0,-1-3-8 0,0-4-1 15,1 1 5-15,-1 0-7 0,0 0 33 0,-1 0-5 0,0-2 7 0,-1 0-19 16,-1-1 19-16,0-1-13 0,-2 0 29 0,1-1-12 0,-1-3-18 0,0-1-20 16,4-2 15-1,0-2-12-15,-2 2 10 0,2-1-5 0,-4-2-11 0,-2-2-10 0,2-1 11 0,0-1-9 0,1 1 18 0,1-1-8 16,1 2-6-16,0-1-4 0,-1-3 4 0,2 1-1 15,0 0 7-15,0-1 1 16,1-2-5-16,2 2-17 0,2-1 25 0,-1-1-20 0,1 0 27 0,3 2-2 16,0-1-14-16,2-1-14 0,1-1 16 0,-4 0-14 0,1-1 20 15,1 3 0-15,2-1-7 0,7-2-3 0,1 4 0 0,1-1-2 0,-1 3 3 0,-1 3 0 0,-1 4 2 0,-2 5-17 0,1 0 18 16,0 4-12-16,-2-2 29 16,1 5-4-16,0-1-12 0,2 3-8 0,1 1 13 0,0 2-9 0,-1 4 24 0,0 2 0 0,0 1-4 0,1 0-23 15,-2-2 12-15,1 1-14 16,0 0 17-16,-2-1-2 0,0-3-4 0,-1 2-12 0,1-2 10 15,-2 0-8-15,1-4 18 0,-4-1-2 0,0-1-6 0,-4 1-6 0,1-1 8 0,-3-2-7 0,-1 0 5 16,0-3 1 0,-1-1-6-16,0-1 0 0,1-2 13 0,-2-1-7 0,-2-5 31 15,2-1-9-15,1-4-6 0,7-3-23 0,3 0 8 0,2-4-8 16,2 1 13-16,2-5-3 0,1-2-5 0,1-1-11 0,1-3 6 16,-1 5-4-16,1 1 9 0,0 5-2 0,0 6-3 0,0 2-11 15,0 4 12-15,-1 5-7 0,-2 3 28 0,-2 3 0 0,-2 4-1 0,0 3-12 16,-2 4 23-16,-1 0-16 0,0 4 42 0,0-1-7 0,-2-1-10 15,1 2-11-15,-2 2-1 0,-1-1-4 0,0 1-8 0,0-2-5 16,-1-1-3-16,0-1-13 0,-1 1 11 0,0-3-8 0,0 0 16 16,0-3 1-16,-2 0-6 0,3 2-12 0,2-2 10 0,1 5-14 0,1-1-15 15,-1 0 5-15,-1-2-8 0,2-2-88 0,0-1 5 0,-4-1-36 16,2 1-79-16,1-2-98 0,3-2-67 0</inkml:trace>
  <inkml:trace contextRef="#ctx0" brushRef="#br0" timeOffset="47865.42">28658 4276 936 0,'-12'1'240'0,"-2"1"-144"0,-2 0 71 0,-1 2-48 0,3 2 14 0,1 2-50 0,0 1-21 0,5 1-8 0,-1 2-16 0,-4 5-12 0,0 0 20 0,-6 5-22 0,-3 6 28 0,2 2-6 16,1 1-18-16,-2 4-13 0,1 1 21 15,-2-1-22-15,1-1 25 0,1-2-6 0,-1-2-14 0,1 2-22 0,3-3 21 16,1-3-24-16,0 1 27 0,1-4-7 0,3-1-11 0,-2 2-9 16,4-1 8-16,0-3-5 0,2-2 16 15,2-1-3-15,-1-4-10 0,-1 2-24 0,0-5-9 0,0 2-4 0,-1-3-56 0,3-3-15 16,0-3-3-16,-2-1-105 0,3-3-26 0,-2-1-11 16,-1-6 40-16</inkml:trace>
  <inkml:trace contextRef="#ctx0" brushRef="#br0" timeOffset="48070.87">27941 4335 796 0,'-5'-1'202'0,"-1"-1"37"0,-1 2-62 0,1 3 9 15,3 1-23-15,2 2-20 16,1 1-36-16,2 3-23 0,4 1 21 0,3 2-36 0,6 4 19 0,2 1-17 0,5 7-19 0,5 4-38 16,-2 0 10-16,-2-1-19 15,4 0 14-15,2-3-6 0,1 0-6 0,12-2-14 0,-5-2 19 16,0-1-16-16,2-1 32 0,-2 1-8 0,-2-1-15 0,2 0-12 15,-6-1 16-15,-1-1-14 0,-1 1 26 0,-5-4-24 16,-3-2-13-16,-5 4-68 0,-3-3-27 0,2-1 9 0,5 1-148 16,6-4-172-16,4-1-47 0</inkml:trace>
  <inkml:trace contextRef="#ctx0" brushRef="#br0" timeOffset="48424.46">29445 4060 1045 0,'-11'-5'45'0,"2"2"59"0,2 2-54 0,0 1 107 0,0 1-43 31,1 2-40-31,0 4-45 0,0 2 25 0,1 3-25 0,0 4 64 16,3 1-8-16,0 0-20 0,2 5-19 0,2-1 22 15,1 4-31-15,3 7 21 0,-1 0-18 0,0 2-17 0,3 3-20 16,0-3 9-16,3-1-10 0,5 3 15 0,-2-2-4 0,2 0-10 15,1-2-5-15,-4-4 16 0,2-1-14 0,-2-3 14 0,0-4-2 16,-8 1-8-16,2-2-56 0,-4 0 0 0,0-2-18 16,2-2-68-16,-1-3-78 0,-2-3-29 0</inkml:trace>
  <inkml:trace contextRef="#ctx0" brushRef="#br0" timeOffset="48627.12">29094 4556 1691 0,'-4'0'98'16,"1"-6"13"-16,5 2-7 0,3-2-2 0,8-3 6 0,3 0-24 15,3-3-25-15,6 0-35 0,-1-2 8 0,0 2-19 0,6-5 1 16,0 2-1-16,3-2-9 0,8-3-6 0,3 1 9 16,3 2-9-16,7-1 1 0,-8 4-32 0,2 0-16 0,4-1-122 15,-4 0-105-15,5 0 40 0,1 4-148 0</inkml:trace>
  <inkml:trace contextRef="#ctx0" brushRef="#br0" timeOffset="49148.89">30163 3744 1263 0,'-19'0'263'15,"8"3"-204"-15,-1 3 38 0,1 1-20 16,4 2 16-16,1 1-34 0,3 3 1 0,0 0-2 0,2 1-15 0,2 4-3 15,2 2 29-15,-1 6-30 0,3 11 35 0,1 5-22 0,1 5-24 0,2 4-21 16,1-8 5-16,2-2-7 0,4 0 6 0,0-4-3 16,1-3-5-16,1 1-2 0,-2-4 6 0,1-1-5 0,2 3 10 15,1 0-4-15,0-1-5 0,0 0-9 16,-6-9 11-16,0-4-9 0,-1 1 18 0,-3-5-2 16,-1 0-8-16,-2 0-14 0,-3-5 21 0,-3-1-19 0,-1-4 34 0,-3 0-4 15,-1-2-10-15,-2-3-12 0,-3 0 17 0,0-3-15 0,-1-3 21 0,0-3-4 16,1-4-12-16,2-3-8 0,0-2 6 0,1-1-5 0,1-2 6 0,3-1-1 15,2-1-5-15,6-2-12 0,2 2 11 16,2 2-10-16,3 3 18 0,3 2-4 0,2 4-4 0,4 1-15 0,3 2 14 0,3 2-9 16,3 0 25-16,-5 3-6 0,1-1-8 0,-8 3-6 15,-2 0 4-15,0 0-2 0,0-1 7 0,3 2 2 0,-1 0-1 0,0 1-17 0,-1-2 18 16,0 2-15-16,3 2 22 0,0-1-2 0,1 3-11 0,2-2-16 16,2 5 19-16,0-1-14 0,2 2 27 0,0 2 1 0,1 0-9 0,2 4-11 15,-1 3 11-15,-7 4-13 0,-4 2 9 0,-11 0 2 16,-3-2-5-16,-3 0-3 0,-2-1 7 0,2 0-5 0,-2-2 10 0,-3-1-2 15,-4 0-3-15,1 0-14 0,-1-1 17 0,-8 0-12 0,-3 0 22 16,-9 1 0-16,-3 1-11 0,-1-1-1 16,-2-3 10-16,-1 2-7 0,-4-2 21 0,-1 0 1 0,-1 1-1 15,-6-3-30-15,1-1 19 0,0-2-19 0,0 0 24 0,4-4-7 0,-3-1-10 0,0 1-12 0,0-2 8 16,6-1-5-16,5 0 10 0,3-2 0 0,6 0-7 0,2-1-36 16,3-2 10-16,4 0-18 0,2-2-9 0,4-1-8 15,4 0-14-15,0 0-78 0,5-3-20 0,1 1-22 0,4-1-245 0,4 0 269 0,4 4-55 16</inkml:trace>
  <inkml:trace contextRef="#ctx0" brushRef="#br0" timeOffset="52761.81">23632 7172 256 0,'-19'-13'36'0,"9"9"540"0,2 1-195 0,1 3 35 0,5 0-299 0,2 0 9 0,1 0-46 0,3 1-26 0,-4 3-12 0,-1 0-17 0,1 3-4 0,0 2 10 0,0 1-11 16,1 4 21-16,-1 1-8 0,2 2-5 0,-3 5-14 16,-1 3 17-16,2 3-15 0,0 10 34 0,6 2-14 0,1 1-21 0,0 5-16 15,1-9 16-15,-1 0-15 0,5 5 20 0,-2-3-2 16,1 0-9-16,-1 1-13 15,-1-7 11-15,-1-1-11 0,0 2 22 0,0-5-7 16,-2-3-7-16,2-1-6 0,-1-5 4 0,-1-5-2 0,-2 0 10 16,-2-4-2-16,0-4-6 0,-2 2 0 0,0-5 6 0,0 1-4 0,-2-2 9 15,1-1-3-15,-1 0-3 0,0-2-2 0,-2-2 10 0,0 0-7 16,1-2 3-16,-3-2-2 0,1-5-8 0,-1-2-12 0,-1-2 15 0,0-2-12 16,1-2 22-16,0 1-6 0,1-2-8 0,2-1-7 0,2 1 6 0,1 2-3 0,1 0 11 0,2 4-4 15,1 1-3-15,0 0-4 16,1 2 1-16,-2-1 0 0,2 2 7 0,-2 1 0 0,0-1-4 0,1 1-18 0,0-1 22 15,1-1-17-15,0 2 25 0,2 0-1 0,0 1-11 0,2-1-14 16,-1 0 14-16,1 0-12 0,1 1 22 0,1 2-1 0,1 0-7 0,3 4-14 16,0-2 12-16,1 3-12 0,2 1 18 0,-1 0-1 0,0 2-4 0,1 3-12 15,-1-1 11-15,0 3-10 0,-2 2 21 0,0 0-2 0,-3 0-5 16,2 2-17-16,-2 4 13 16,-1 2-12-16,1 0 18 0,-3-2 0 0,0 0-5 0,-2 1-4 0,-1 0 4 0,0 1-4 15,-2 1 6-15,-2 0 2 0,0 0-2 0,-1-1-10 0,-1 0 8 0,-3 0-7 0,0-3 18 16,-1 2-4-1,-4-1-3-15,-2-1-9 0,-2 3 7 0,-1-3-3 0,-1 0 21 0,-1 1-1 0,0-2-5 0,-4 2-10 0,1-3 7 0,-2-2-6 32,0 0 10-32,1-1-4 0,-1 2-5 0,0-1-16 0,1-1 15 0,1-3-11 0,1-1 24 0,3-3-8 0,0-1-12 0,2-1-2 15,0-1 2-15,0-5 1 16,2 3 5-16,2-4-9 0,2 1-7 0,0-1-46 16,3 0-7-16,0 0-9 0,3 1-66 0,1-2-28 0,4-5-33 0,3 1-39 15,4-5-179-15,3 3 42 0</inkml:trace>
  <inkml:trace contextRef="#ctx0" brushRef="#br0" timeOffset="53046.46">24289 7501 957 0,'4'-4'82'0,"-1"-1"-2"0,4 1 63 0,-1-1-31 0,4 0-26 0,2-1-58 0,1-1 31 0,1 1-39 0,0-1 48 0,0 2-15 0,-2 0-19 0,4-3-10 16,-2 3 8-16,1 0-11 0,2-1 6 0,-3 3-5 15,2-2-13-15,0 3-14 0,1-1 20 0,-3-1-18 0,2 3 31 16,-4 0-13-16,-2 1-13 0,-2 0-2 0,-7 0-2 15,-1 2 4-15,0 1 1 0,-2-1 0 0,4 0-3 0,3 1-39 16,-2 0-31-16,0 0 4 0,1-2-192 0,-2 0-95 0,1 3-31 0</inkml:trace>
  <inkml:trace contextRef="#ctx0" brushRef="#br0" timeOffset="53253.24">24350 7670 376 0,'-6'1'257'16,"4"1"-104"-16,-1 0 202 0,1-2-205 0,2 1 20 0,0-1-52 16,5-2-9-16,2 1-9 0,1-3-22 0,4-3-20 15,1 1 17-15,2 1-29 0,3-2 2 0,0 2-10 0,1 1-14 0,3-1-23 16,-1 2 2-16,0 0-7 0,1-2 14 0,-4 2-2 16,0 1 0-16,-5-1-12 0,-3 1 4 0,0 0-6 0,0 1-21 15,5 0-66-15,-1-1-28 0,2 2-337 0,1 4 265 0</inkml:trace>
  <inkml:trace contextRef="#ctx0" brushRef="#br0" timeOffset="55209.14">25401 7278 406 0,'-2'-1'122'16,"-1"1"125"-16,1 0-105 0,1 0-11 0,1 1-25 0,0 1 5 0,1 1-4 0,1 1-12 0,3 1-1 0,-1 0 20 0,2 1-30 0,1 0 13 15,1 0-12-15,-1 0-18 0,4 1-21 0,-1 0 18 0,1-1-24 16,3 0 23-16,1 2-18 0,1-1-15 0,3 4-19 15,-2 1 2-15,1 0-6 0,-5 1 10 0,-3-4-7 16,0-2-5-16,5 1-8 0,3 0 7 0,2 1-5 16,-1 1 9-16,-2 1-2 0,-2-1-8 0,-2-1-31 0,-2-2-7 15,-2 0-6-15,0-1-55 0,-1-1-26 0,-1-3-5 0,-1-1-132 0,-1 0-86 0,0-1-8 16</inkml:trace>
  <inkml:trace contextRef="#ctx0" brushRef="#br0" timeOffset="55430.21">25881 7123 770 0,'-1'0'125'0,"-1"3"78"16,-2 2 19-16,0 1-50 0,-1 5-5 15,0 0-31-15,1 2-41 0,-2 4-25 0,2 1 31 0,-2 0-38 0,-1 5 42 0,0 0-17 16,1 3-24-16,-1 8-23 0,1 2 4 0,1 2-16 0,-3 2-6 16,1-3 1-16,0-4-4 0,0 0 3 0,1-1-1 0,0-1-4 15,1 5-7-15,-2-1-1 0,1-6-2 0,2 2-18 16,-1-9 18-16,3-1-18 0,0 1 28 15,1-3-5-15,1-2-9 0,0 0-35 0,1-5-10 0,2-1-5 0,2-2-70 0,0-4-32 16,2-2-11-16,2-3-205 0,0-1-205 0,1-6-7 0</inkml:trace>
  <inkml:trace contextRef="#ctx0" brushRef="#br0" timeOffset="55619.88">26099 7446 1491 0,'1'-4'103'0,"2"-1"-1"16,1 0 26-1,3-1-54-15,3-1 1 0,2 1-22 0,4 1-29 0,1-3-18 0,0 4 11 0,1-2-15 0,0 1 3 16,-1-1-1-16,-2 1-4 0,4-1 6 0,-1 0-10 16,1-1 8-16,1 1-4 0,-4-1-25 0,1 0 2 0,1 2-131 15,-2-1-92-15,-3 0 32 0,1 3-105 0</inkml:trace>
  <inkml:trace contextRef="#ctx0" brushRef="#br0" timeOffset="55841.25">26679 7246 1446 0,'-8'11'104'0,"0"-1"38"0,0 3-21 16,3 3-29-16,1 0-28 0,3 0-51 16,2 0 8-16,5-4-21 0,1 2 12 0,0-5-4 0,0 0-6 0,2 2-5 0,-1-2-68 15,1 0 43-15,1-3-131 16,0-1-149-16,-1-2 0 0</inkml:trace>
  <inkml:trace contextRef="#ctx0" brushRef="#br0" timeOffset="56000.38">26597 6897 1418 0,'-13'-9'88'0,"0"0"-12"0,5 2 24 0,4 4-25 0,-1-1-27 0,4 2-49 16,-2 1 15-16,0 1-23 0,2-1 27 0,1 1-14 16,1-1-11-16,2 1-56 0,2 0-33 0,1 0 5 0,2 1-210 15,-6 1-90-15,1 4-34 0</inkml:trace>
  <inkml:trace contextRef="#ctx0" brushRef="#br0" timeOffset="56331.75">26888 7204 647 0,'2'32'-253'16,"0"-17"490"-16,-1-3-46 0,1 2-86 0,2 1-36 0,-1-1 32 16,-1 1-46-16,2-3 49 0,-2-4-27 0,0-2-15 0,-1 1-29 15,1-1 17-15,-1-2-17 0,-1 1 30 0,0-4-5 16,0-1-17-16,0 2 6 0,0-2 44 0,0 0-36 0,-1-2 64 15,-1 0-24-15,-1-4-34 0,1-3-40 0,-2-3 12 0,2-3-24 16,0-2 11-16,2 0-3 0,0-1-9 0,2-1-12 0,3 0 15 16,1 1-15-16,5-1 29 0,1 4-1 0,4 0-10 0,3 3-7 15,1 0 12-15,1 3-12 0,3-1 18 0,-7 2 0 16,-2 2-7-16,1 1-10 0,-1 2 15 0,6 2-15 0,0 1 16 16,0 0-5-16,-2 2-9 0,0 2-13 0,-1 3 15 0,1 0-12 0,0 2 27 15,0 2-6-15,0-1-11 0,1 4 3 0,1-1-4 0,-1 2 4 16,-1 0-6-16,-2 2-2 0,-3 1-1 0,0 1-5 15,-3-1 6-15,-2-1-5 0,-1-2 8 0,-1-1-1 0,-3 2-4 0,-1-4-10 16,-3 0 8-16,0-2-9 0,-2-2-12 0,0-3-10 0,-1 1-16 0,0-2-68 16,1 0-8-16,1-1-17 0,0-3-81 0,0 0-60 0,1 0-45 15</inkml:trace>
  <inkml:trace contextRef="#ctx0" brushRef="#br0" timeOffset="56806.23">27728 6773 926 0,'0'0'197'0,"0"0"-8"0,-2 2-36 0,1-1-50 0,-1 8-47 16,0 0 9-16,0 4 2 15,-1 5-7-15,2 1 14 0,1 4-25 0,0 3 12 0,2-2-6 0,1 2-9 0,1 3-28 16,0 2 11-16,0-2-20 0,1 2 12 0,-2-5-1 0,1-2-8 16,2 2-25-16,0-4 24 0,0 1-26 0,-1 0 29 0,-2-4 2 15,-1-1-9-15,1 0-21 16,-3-3-13-16,1-1 0 0,-1 1-16 0,-2 0 1 0,-2-1 10 0,0-3-35 0,-3-1 5 15,0-2-5-15,-2-2 16 0,0 1-4 0,-1-5 7 0,-3-2-2 16,1-2 20-16,-1-5-3 0,0 0 30 0,0-3-7 0,2-2-16 0,0-2 0 16,2 0 5-16,2 1-1 0,3 2 16 0,0 2 1 0,2 3 0 15,0 3 7-15,1 0 20 0,1 2-7 0,0-1 53 0,0 1-4 16,1-1-6-16,2 0-22 0,2 0 8 0,1-1-11 0,4-1 11 16,3 1-10-16,0-3-7 0,3 0-8 0,1-2 7 0,1-1-5 15,3-1 3-15,0-1-8 0,3-3-11 0,4-1-16 16,0 0 13-16,1 0-8 0,1-2 22 0,-2 0-7 0,-1 1-11 0,-2 0-7 0,0 1 9 15,-4 1-7-15,-1 1 9 0,-7-1 4 0,-2 1-5 16,-7-5-2-16,-3 3 8 0,-1 0-8 16,-4-1 8-16,4 1 2 0,0 1 0 0,0-1-14 0,-2 3 14 0,1 2-12 15,-1 2 24-15,1 3-2 0,3 2-6 0,2 3-4 0,-1 0 6 0,-2 4-5 0,-5 3 4 0,-5 5-3 16,-1 3-7-16,-3 4-2 0,-2 1 13 16,-1 2-7-16,2-2 26 0,-2 1-6 0,3 1-2 0,-2-3-22 15,3 0 16-15,2-1-15 0,1-1 16 0,2 1-4 0,2-3-12 16,2-1-14-16,3-2 12 0,0-3-10 0,4-1 19 0,3-1-5 0,2-2-7 0,4 0-16 0,3-1-26 15,4-1 5-15,1-2-128 16,2-1-62-16,1-3-46 0</inkml:trace>
  <inkml:trace contextRef="#ctx0" brushRef="#br0" timeOffset="57012.34">28544 6760 1327 0,'-15'9'147'0,"-1"2"16"0,-8 3-16 0,-1 6-10 0,4-3-36 0,2 7-36 0,-1 2-26 0,2 1 4 0,2-2-12 0,1 2 7 0,3-6-8 0,1 1-8 0,-1 1-26 15,3-5 11-15,3 0-15 0,0-1 28 16,2-1-7-16,3 1-7 0,1-2-10 0,1-1-18 0,4-3 6 0,3-2-92 16,2-2-52-16,3-2-20 15,1 0-306-15,1 2 271 0</inkml:trace>
  <inkml:trace contextRef="#ctx0" brushRef="#br0" timeOffset="57667.99">28758 6817 790 0,'-10'-2'205'0,"-3"1"-14"16,0 1-35-16,0 1-29 0,0 1-3 0,0 4-32 15,-1-1-44-15,-2 4-14 0,1 3 10 0,1 2-12 0,-1 7 24 16,4-1-5-16,0 4-8 0,1 0-27 0,2-1 24 0,1-1-30 16,0 5 28-16,7-10-3 0,0 4-14 0,4-2-22 15,1-2 22-15,-1-1-25 0,-3 1 26 0,1-5 3 0,4-3-14 0,5 0-4 16,9-3 24-16,6-4-24 0,4 1 25 0,0-3-7 16,2-3-15-16,4 1-11 0,-1-4 8 0,1 0-9 0,3 0 9 15,-2-2 1-15,-1-1-7 0,1-2-1 0,-6-2 6 0,-9 1-6 16,-4 2 9-16,-5-1-3 0,-3 0-2 0,6 0-6 0,0 2 3 0,-3 0-2 15,1 1 4-15,-4-1 1 0,-2-1-3 0,-3-1-15 0,-1 0 21 16,-3 1-16-16,0-1 32 0,-1-1-6 0,-2 1-13 0,0 2-8 16,1-2 9-16,0 2-7 0,-1 0 15 0,0 3-2 0,-2 1-5 0,2-1-6 15,-1 3 11-15,-1-1-7 0,0 2 16 0,0-1-3 0,1 0-4 16,0 1-17-16,1 1 12 0,-2 1-10 0,2-2 11 0,1 2-1 16,0 0-9-16,0 0-13 0,-2 0 19 0,2 0-14 15,-1 2 20-15,0-1-3 0,-1 1-9 0,2 2-15 0,-1-2 18 0,1 1-13 0,-1 0 21 16,2 0-3-16,-1-1-8 0,1 1-7 0,0-2 9 0,-2 2-5 15,2-3 9-15,0 1 2 0,0-1-5 0,0 1-12 16,0-1 14-16,0 0-13 0,0 0 15 0,0 0 0 0,0 0-5 0,0 0-8 0,0 0 13 16,0 0-11-16,0 0 17 0,0 0 0 0,0 0-8 0,0 0-13 15,0 0 16-15,0 0-13 0,0 0 19 0,0-1-1 0,0 0-11 16,0 1-14-16,0-2 15 0,-1 1-13 0,1 0 22 0,-1-1-2 16,0 1-8-16,-3-1-18 0,1 2 22 0,1 0-18 0,-1 0 23 0,-1 0 0 15,0 0-12-15,0 0-7 0,0 1 10 0,1 1-8 0,-2 1 12 16,3 0 1-16,0-2-4 0,-2 3-15 0,1-1 14 0,0 1-12 15,4 1 18-15,1 2-2 0,0-2-7 0,-1 3-8 0,-2 1 11 16,-2 0-8-16,1 0 15 0,-1-1-3 0,2 3-6 0,0 0-4 0,-1 2 4 16,1-1-2-16,0 2 6 0,1-2 0 0,-2-3-1 15,2 0-6-15,2-2 3 0,0 0-3 0,0 4 7 0,1-1-1 0,2-1-2 0,-1 1-11 16,-2-1 12-16,-1-1-8 0,1-2 14 0,2 1-1 0,6-4-6 16,3 0-13-16,1-2 13 0,4 1-12 0,3-2 18 0,0-3-9 15,1 0-11-15,3 0-35 0,-1-3 3 0,0 1-9 0,-1-1-10 16,-1 1-10-16,0 0-15 0,-2 1-67 0,0 0-11 0,-2 0-19 0,-3 0-145 15,-3 0-64-15,-3 2-68 16</inkml:trace>
  <inkml:trace contextRef="#ctx0" brushRef="#br0" timeOffset="58091.64">29547 6839 917 0,'5'0'191'0,"-7"0"-1"0,0 1-5 0,1 2-57 0,-3 3 16 0,7 3-18 0,-1 2-36 0,0 7-17 0,-1 1 28 0,-1 3-39 0,1 1 32 0,-1 0-21 0,0 0-26 0,-1 4-21 15,0-6 12-15,-1 4-18 0,0 4 13 16,-3-3-11-16,6 2-9 0,0-3-12 0,4-5 0 0,-1-2-1 16,-4 3 8-16,1 0-1 0,-1 1-5 0,2 1-5 0,-1-3 6 15,0-1-6-15,0-1 9 0,-3-2-1 0,-2-4-1 0,1 4-15 16,-2-6 11-16,5 0-11 0,0-3 20 0,-1-4-3 0,5 0-6 0,-4-2-12 16,2-1 14-1,1-1-10-15,-4-2 27 0,1-4-5 0,-2-2-10 0,-1-4-15 0,-3-4 13 0,0-2-10 0,1-5 23 0,-2 0-5 16,1-3-11-1,2-3-18-15,1 1 20 0,0-2-15 0,3-4 26 0,1 0-6 0,4-5-12 16,3-1-9-16,2 3 13 0,1 0-7 0,0 6 15 0,-6 6 0 0,-1 1-7 0,2 1-9 16,0 3 11-16,6 3-8 0,3 2 14 15,1 3-1-15,3 0-5 0,2 2-12 0,0 0 10 0,0 3-8 0,1 0 19 16,-1 1-3-16,-1 2-5 0,2 0-5 0,-1 3 6 0,-1 0-3 0,-1 2 7 0,-3 2 0 0,-3 1-4 0,-1 3-7 16,-1 0 5-1,-2 3-4-15,0 1 5 0,-2 2 2 0,-2 2-4 0,-1 1-10 16,-3 3 19-16,-1 3-15 0,-5 0 22 0,-2 2-5 0,-2 0-12 0,-1-2 2 0,-1-2-1 15,-1-2 2-15,1-1 4 0,-2 0-2 0,-3-1 1 0,-2 0-2 16,-1 0 3-16,0-3-2 0,-1-1 0 16,1-2 1-16,-1 1-2 0,-2 1-14 0,4-2 15 0,-1-1-13 15,4-2 21-15,2-3 0 0,3-2-7 0,3-1-9 0,5-1-11 16,1-3-3-16,2-4-70 0,6-3-26 0,4-4-25 0,5-7-143 0,5-1-109 16,3-3-10-16</inkml:trace>
  <inkml:trace contextRef="#ctx0" brushRef="#br0" timeOffset="58266.59">30210 6427 1261 0,'3'15'-88'0,"-3"-1"261"0,0 2-3 0,1 3 2 0,0 8-54 0,1 2-3 0,0-1-35 0,-1 6-47 0,2-6-9 0,-1-3-15 0,2 4-6 0,1-6 6 0,1 0-7 0,-2 1 8 16,-1-1-5-16,1-2-4 0,-1 3-1 0,-1-4 2 0,1 0-3 15,-2 3-46-15,-1-3-42 0,0-1-27 0,-5 1-158 0,-3-3-137 16,-3-1-5-16</inkml:trace>
  <inkml:trace contextRef="#ctx0" brushRef="#br0" timeOffset="58408.63">29931 6858 1419 0,'46'-19'-37'0,"-18"5"137"0,-1 3 25 0,-2 0 20 16,5 1-16-16,0 1 22 0,5 1-45 0,10-1 2 0,-2 2-18 15,-1 0-27-15,5 1-48 0,-3 1 21 0,1 2-34 0,2-1 22 16,-3 2-6-16,-10 1-14 0,2-2-8 0,-6 1-17 0,-4-1 3 15,5 0-107-15,-6 0-57 0,-5-3-22 0,0 3-193 0,-4-1 198 16</inkml:trace>
  <inkml:trace contextRef="#ctx0" brushRef="#br0" timeOffset="67399.7">9629 14289 272 0,'-2'-7'24'0,"-3"1"13"0,2-2-26 0,-1 3 25 0,-1 0-20 0,1 0 56 0,-2 1-7 0,0-2-10 0,0 1-22 0,-1-2 5 0,0 0-9 0,-1 1 9 0,2 0-2 0,0 0 1 0,-2 1 0 16,1-2 8 0,1-1-4-16,-3 2 8 0,1-2-2 0,-1 1-9 0,0-4-16 0,1 1 28 0,-1-1-23 0,0 0 33 0,1 3-16 15,0-1-16-15,0 0-4 16,1 0-7-16,-1 1 7 0,-1 3-4 0,1-2-5 0,-1 2-3 0,-1 1-10 0,0 1 8 0,0 0-7 0,-3 0 12 15,1 2-6-15,-2 1-4 0,0-1-11 16,-4 1 10-16,-1 1-5 0,0 0 19 0,-2 3-3 0,2 0-10 0,-1 0-19 16,4 1 20-16,0 2-17 0,-2-1 22 0,0 2-5 0,-6 1-9 0,2 1-11 15,0 4 13-15,0-1-7 0,2 5 22 0,-1-2-1 16,1 3-12-16,1 3-15 0,1 3 23 0,2 0-20 0,2 2 22 0,0 0-5 16,2 1-10-16,-2-1-9 15,2 2 15-15,-1 0-7 0,0 3 20 0,2 0-2 0,1-2-11 0,-1 2-8 16,2 2 13-16,1 0-9 0,2-1 21 0,6-1 1 0,1-1-9 0,5-3-13 0,2 2 14 0,1-2-12 0,3-2 26 31,2-5-6-31,1 1-4 0,3-1-17 0,-1 5 11 0,2 1-10 0,3-1 15 0,-2-4-5 16,3-4-8-16,3-3-5 0,0-3 4 15,1-1 0-15,1 1 16 0,0-1-2 0,1-1-4 0,1-1-25 0,-7-4 40 16,-2-3-27-16,1-5 65 0,1-3-12 0,4-3-20 0,4-3-32 16,-3-2 15-16,-1-1-15 0,0-2 33 0,-2-1-8 0,2 0-11 0,3-1-7 15,-1 0 3-15,0-2-4 0,1-2-4 0,-2 2-2 0,2-1 0 16,0 1-9-16,-3 0 16 0,-7 0-10 0,-3-1 19 0,-4-1-1 15,-1 0-14-15,1 2-11 0,-1-1 19 0,-3 0-14 0,-2 0 24 16,-3 0-6-16,-2 1-13 0,-2 0 3 0,-5 1 3 0,-1 1-1 0,-3-2-2 16,-3 1 3-16,-1 0-4 0,-1-3-8 0,-2 2 12 0,1-4-11 15,-2 2 13-15,-2 0 0 0,-1 4-7 0,-8-2-11 0,1 2 12 16,1-1-11-16,1-3 23 0,2 2-7 0,0-1-7 0,1-1-13 16,0 2 13-16,3-4-8 0,2 1 19 0,3 2 0 0,0 2-8 0,3 2-30 15,1 2 10-15,2 1-18 0,0 4-25 0,3-1-28 0,1 2-34 16,1 2-132-16,2 3-74 0,1 5-17 0</inkml:trace>
  <inkml:trace contextRef="#ctx0" brushRef="#br0" timeOffset="84807.62">25714 8553 217 0,'-7'-7'295'0,"5"0"-124"0,-1 1 190 0,1-3-185 0,0 0-36 0,2 1-51 0,3-4-9 0,0-1-13 0,0 1-29 0,2 1-25 0,-2 0 33 0,2 2-34 0,0 2 60 0,-1 3-5 16,0 0-15-16,0 2 10 0,-2 2 13 0,-1 0-14 0,1 0 20 15,-1 1-7-15,-1 3-12 0,1 1-14 0,1 2 6 16,0 2-16-16,0 2-2 0,0-2-7 0,2 2-10 0,-1 2-19 16,2 0 17-16,0 2-18 0,2-1 20 15,1 2-4-15,1-1-11 0,2 4-8 0,1 2 11 0,1 0-10 0,1 0 17 16,1-6-2-16,-1 1-10 0,2-4-1 0,-1 1 3 0,-1-3-4 0,0 1 6 15,-2-1-2-15,-1-2 0 0,0-1-11 0,-4-2 6 0,1-1-5 16,-1 0 15-16,-1 0-1 0,-3-2-6 0,1 0-14 0,0 0 15 0,-2-2-10 16,0 2 22-16,1-2-2 0,-2 0-8 0,0-2-9 0,0 0 12 15,-1-2-9-15,0-2 14 0,0-3-1 0,0 0-8 0,-1-4-8 16,1 0 8-16,0-1-7 0,-1-1 13 0,1-1-2 0,0 1-7 0,0-3-10 16,0-1 10-16,1-2-7 0,0 2 18 15,0 1-4-15,1 1-7 0,1 3-4 0,0 0 6 0,-1 1-4 16,0 2 1-16,1-1 2 0,-1 5-4 0,1 2-15 15,0 0 11-15,-1 1-13 0,-1 2-3 0,2 0-13 0,0-1-16 0,0 1-49 0,1 0-21 16,1 0-6-16,-4-1-132 0,1-1-21 0,0-1-44 0,5 0-142 0,12-2 271 16</inkml:trace>
  <inkml:trace contextRef="#ctx0" brushRef="#br0" timeOffset="85231.92">26529 8287 797 0,'-6'-2'215'0,"-2"-1"-7"0,0 0-8 0,0 2-79 0,1 1-11 0,2 3-24 0,-3 1-25 0,0 1-18 0,-1 2 9 0,-1 2-14 0,0 3 11 0,1-1-10 0,0 1-13 0,-1 2-6 15,3 0-1-15,0 3-3 0,-1 2 3 16,3-1 0-16,-2 2-1 0,1 1-8 0,2-3 13 0,1-2-15 0,0-2 17 15,3-1-7-15,0-6-6 0,4 0-11 16,-1-4 5-16,2 1-4 0,1 0 12 0,1-1-6 16,0 1-5-16,2-2-15 0,-1-2 21 0,2 0-17 0,1-3 26 0,0-1-5 15,2 2-13-15,-1-7-8 0,0 1 10 0,2-1-7 0,-1-1 16 16,0-1-1-16,-1-1-6 0,-2-5-8 0,-2 0 10 0,-7-1-7 0,-1 2 9 0,0 0-1 16,-2 2-6-1,4 4-5-15,-1 0 7 0,0 3-4 0,0 0 9 0,-1 3-5 0,0 0-5 0,1 2 30 16,-1 2 6-16,0 0 7 0,0 0 7 0,-1 0-11 0,1 0-9 0,0 1-13 0,0 3 0 15,-1 1 0 1,1 2-3-16,0 1-2 0,0 0-4 0,0 2-9 0,0 0 8 16,1 2-8-16,0-1 6 0,1 1 1 0,-1-2-4 0,1-1-8 0,1-2-6 0,1-1-2 0,0-1-21 0,2-1-2 0,-1 1-3 0,1-2-56 31,1 0-14-31,0 0-11 0,0 0-111 0,-1-3-33 0,0 0-44 16,-1 0-164-16,5 0 273 0</inkml:trace>
  <inkml:trace contextRef="#ctx0" brushRef="#br0" timeOffset="85484.67">26793 7953 1695 0,'-4'5'158'0,"0"2"-24"15,2-1 22-15,1 4-73 0,2 3 4 0,3 2-25 0,0 3-31 16,3-2-26-16,0-1 12 0,0 2-15 0,2 2 15 0,-2 3-2 15,2-2-7-15,-1 1-18 0,-1-5 19 0,-1-2-19 0,2 0 29 16,0-3-6-16,1 0-9 0,-1 1-9 0,0-2 6 16,-1 1-4-16,0 0 12 0,-2-2-2 0,1 0-8 0,-3 1-6 15,0-1-3-15,-2 0 1 0,1 0-22 0,-2-3-14 0,1 0-6 16,-1 0-56-16,1-1-16 0,-1-1 5 0,1-1-107 0,0 0-32 16,0-2-16-16,0 1-114 0,3-2 184 0</inkml:trace>
  <inkml:trace contextRef="#ctx0" brushRef="#br0" timeOffset="86333.88">27182 8105 785 0,'-2'0'134'0,"2"0"205"0,-2 0-178 0,2 0-29 0,2-1-35 15,-1 0-45-15,1 1 21 0,0-2-35 0,2 2 20 0,-2 0-7 16,1 0-13-16,1 3-11 0,-2 0 2 0,1 0-10 0,-1 3-5 16,0-1-1-16,1 1-4 0,-1 0-2 0,2 1 11 15,-1-1-10-15,1 2 27 0,0-2-9 0,1 2-5 0,1 0 0 16,0-1 1-16,0-1 0 0,3 1-1 0,-2 0-6 0,1-1-7 15,1 0-11-15,-1 0 10 0,1-1-9 16,0 0 18-16,0-1-5 0,1 1-7 0,0 0-19 16,1-1 22-16,0 1-20 0,3-3 33 0,-2 0-8 0,1 0-12 0,-1 0-7 15,0-1 5-15,-1-1-2 0,2 0 13 0,-2 0-2 0,1-1-4 0,0-1-3 0,1 0 0 16,1 0-2-16,0 1 4 0,0 0 1 0,-2 0 0 0,-5-2-16 0,-1 0 15 16,0 3-11-16,0-1 21 0,4 0-3 0,1 0-10 0,-1-1-10 15,3 2 12-15,-1-1-8 0,1 1 19 0,-1 0-4 16,-2 1-7-16,0 2-9 0,-2-2 6 0,1 0-6 0,0 2 14 0,-3 0 0 0,2-2-3 15,1 0-3-15,-2 0-1 0,1-1 0 0,0 0 1 16,-2 0 2-16,2 0 0 0,1 0-14 16,0-2 16-16,1-1-13 0,0-1 18 0,1 2-5 0,0-3-9 0,0 0-8 15,1 0 13-15,0-3-7 0,-1 1 18 0,-1 1-3 0,-1 0-7 0,0-3-14 0,0 0 11 16,-1 1-9-16,-2 0 19 0,0-1 0 16,0 2-8-16,-2-1-16 0,0 0 20 0,-1-1-14 0,-1 2 22 0,0-2-3 0,-2 0-10 0,0-1-6 15,0 1 8-15,-2-2-6 0,0 2 12 16,-1 0-1-16,0 0-3 0,-1 2-15 0,0 2 14 0,0-2-11 15,-1 1 21-15,2-3-2 0,0 1-7 0,-2 1-11 0,2 0 7 16,-1 2-8-16,2 2 16 0,-1 1-1 0,1-1-3 0,-2 2-6 16,1 1 3-16,1 0-3 0,-2 1 7 0,1 1-3 0,0 0-1 0,-1-1-19 15,1 3 17-15,-1 1-11 0,1 3 26 0,0-2-2 0,0 2-9 16,0 0-11-16,1 1 7 0,-2-2-7 0,2 1 17 0,0-3-1 16,1 2-3-16,0 0-16 0,0 4 14 0,1 0-9 0,0-1 26 15,0 2-8-15,1-2-11 0,1-1-2 0,0-1 3 0,0-1-1 16,2-1 2-16,0 1 2 0,0-2-2 0,0 1-14 0,1-1 16 15,-1-2-13-15,1 1 21 0,-1-1 2 0,1-1-8 0,0 0-7 0,2-1 11 16,-1 0-10-16,1 1 12 0,0-2 0 0,1 0-4 0,1 0-11 16,1-2 9-16,0 0-8 0,2 0 11 0,-2 0-3 0,1-2-7 15,1 0-10-15,1-1 16 0,1 0-9 0,0 0 18 0,-7 0-2 16,0 0-11-16,1-2-9 0,0 2 8 0,4 0-7 0,1 1 14 16,-2-1-1-16,-1 1-4 0,0-1-21 0,-1 2 13 0,-1 1-13 0,-1 1 18 15,-3-1 0-15,-2 1-7 0,0 1-8 0,-2-1 13 0,0 1-11 16,0-2 22-16,0 2-3 0,0 0-6 0,1-1-18 0,-1 0 15 15,0-2-13-15,0 2 17 0,0 0-10 0,0 0-13 0,0 1-12 16,0-2 0-16,0 1-3 0,0 1-12 0,0-1 1 0,1 1-6 0,0 0-39 16,0 0-5-16,1 0-12 0,1 0-70 0,-1 0 1 0,1 0-21 0,0-2-58 15,2 1-17-15,1 0-24 0</inkml:trace>
  <inkml:trace contextRef="#ctx0" brushRef="#br0" timeOffset="86851.27">27531 8017 251 0,'0'-8'236'0,"2"2"-95"0,-3 2 181 0,-1-2-165 0,0 1 10 0,1 1-43 0,-1 1 8 0,2 1-36 0,2-1-35 0,0 2-43 0,0 1 8 0,-1 0-16 0,1 1 18 0,2 0 1 16,-1 3-6-16,1 4-1 0,0 1 13 0,1 4-16 0,0 2 9 16,-4-2-6-16,0 2-9 0,2 2-22 0,-2-1 19 15,5 4-20-15,2 1 30 0,-1-1-13 0,1-2-14 0,0 1-80 16,0-1-27-16,1-2-4 0,0 1-189 0,2-3-103 0,3 5-31 16</inkml:trace>
  <inkml:trace contextRef="#ctx0" brushRef="#br0" timeOffset="87416.24">28807 7860 778 0,'-6'-4'116'0,"0"1"71"0,-1-1-1 0,0 3-29 0,0-2-41 0,-2 3-71 0,1 0 35 0,0 3-55 0,1 1 46 0,-1 0-16 0,1 2-21 0,1 3-36 0,0 0 19 0,1 3-23 0,1 0 27 0,1 1-2 0,1 0-16 16,0 1-5-16,1-2 12 0,1-1-11 0,0-1 27 15,1-1-4-15,1-1-5 0,3 0 11 0,0-2 12 0,2-2-6 16,2 0 22-16,0-2-13 0,1 0-16 0,4-4-11 0,0 0 15 16,2-2-16-16,2-3 15 15,-1 1-1-15,0-2-11 0,0-2-17 0,-2 1 13 16,0 0-17-16,-1-1 27 0,-2 1-5 0,-4 1-1 0,3-2 7 0,-5 2 0 16,1-1 1-16,-1-1-5 0,-2 3-1 0,-3 0-4 0,0 2-14 0,-1 0 14 0,0 1-13 0,-2 0 15 15,0 0-5-15,-1 3-10 0,-1-1-13 0,0-1 10 0,-1 0-10 16,1 3-6-16,1-2-14 0,0-1-19 15,3 1-53-15,-1-1-29 0,1-1-4 0,0-1-172 0,2-2-43 0,3-1-58 0</inkml:trace>
  <inkml:trace contextRef="#ctx0" brushRef="#br0" timeOffset="87604.14">29191 7358 1100 0,'-11'7'172'0,"-1"0"279"0,2 2-258 0,5 1-36 15,-1 4-44-15,3 3-66 0,1 3 7 0,2 1-33 0,3 6-3 16,-1-2-3-16,1-3-7 0,3 2-12 16,1-3 9-16,1 0-12 0,2 5-10 15,-2-2-12-15,-1-3-11 0,1 1-47 0,-2-4-20 0,-1-2 7 0,0 0-123 0,-2-1-35 0,-2-4-13 0,1 2-129 16,-2 3 195-16</inkml:trace>
  <inkml:trace contextRef="#ctx0" brushRef="#br0" timeOffset="87764.38">29092 7834 1050 0,'6'-6'187'0,"3"-1"328"0,5-1-274 0,3 1-34 15,2-1-39-15,5-1-76 0,-3 1 22 0,4-1-52 0,1 2-2 16,-3 0-17-16,2 1-23 0,1 0-18 0,-3-1 8 0,1 1-10 16,-1-1-3-16,0 1-23 0,-2 0-14 0,5-2-84 0,0 1-42 15,-3 2 11-15,1-2-273 0,-3 3-135 0,10 4-51 0</inkml:trace>
  <inkml:trace contextRef="#ctx0" brushRef="#br0" timeOffset="88128.2">30113 7615 1411 0,'0'0'-146'0,"0"0"313"0,0 0-26 0,2 1-40 0,2 1-49 16,3 3 19-16,0 0-40 0,2 2 7 0,-1 1-3 0,0 0-11 0,1 0-15 15,0 0 9-15,0 1-14 0,0 0 15 0,0 0-7 16,0 2-6-16,-1 0-8 0,1-1 3 0,-1 1-3 0,2-2 5 16,-1-2-3-16,2 0-4 0,1 0-37 0,-2-2-37 0,1 2 18 15,0-3-83-15,-2-2-53 0,0 0 0 0,-1-2-154 16,-1 0 167-16</inkml:trace>
  <inkml:trace contextRef="#ctx0" brushRef="#br0" timeOffset="88319.98">30514 7452 464 0,'0'-1'396'16,"-2"1"85"-16,0 1-210 0,-2 2-42 0,-2 3-42 0,-2 5-42 15,-2 3-76-15,0 5 21 0,-2 1-46 0,-1 5 15 16,0 2-14-16,-2 2-22 0,-2 3-25 0,2 1 15 15,-2-3-18-15,0 1 23 0,2-5-6 0,2 3-9 0,-2 3-19 0,3-3-9 16,-2 2 0-16,3-1-42 0,2-3-20 0,1-4-8 0,2 3-126 16,0-4-85-16,2-6 37 0,4 9-51 15</inkml:trace>
  <inkml:trace contextRef="#ctx0" brushRef="#br0" timeOffset="88895.34">29173 7734 163 0,'2'-2'53'0,"1"-1"52"0,1 2 8 0,0-1-16 0,1 0 37 0,-2 1-10 0,0-2-10 0,0 2-35 0,-1 1 31 0,-1 0-43 0,1 0 41 16,-1 1-13-1,2 3-22-15,-1 0-9 0,-1 3 24 0,1 0-29 0,-1 4 2 0,1 0-14 0,-1 3-30 0,1 4-20 16,0-2 17-16,2 2-20 0,-1 1 20 0,0-1 0 0,1 0-8 0,1-1-19 31,1-2 14-31,1-1-16 0,1 0 7 0,0-3-34 0,1 0-24 16,0 2-184-16,-1-3-70 0,4 4-42 0</inkml:trace>
  <inkml:trace contextRef="#ctx0" brushRef="#br0" timeOffset="89931.74">25961 9373 434 0,'-3'-2'138'0,"-2"0"148"0,1-2-173 0,0 2 5 0,2-2-52 0,0-1 21 0,2 2-24 0,0-3-29 0,0 0-16 0,0 1 21 0,1-1-19 0,0 0 42 0,0 0-8 0,2 0-10 0,-2 0-4 15,1 1 18-15,0 1-18 0,0-1 41 0,1 3-12 0,-1 0-16 16,-2 0-17-16,1 2 18 0,-1 0-22 0,1 0 35 0,-1 0-12 16,0 0-14-16,0 3-28 0,0 0 25 0,0 0-29 15,1 3 25-15,-1-3-6 0,1 2-15 0,2 3-2 0,-1-1 8 0,0-1-8 16,3 2 18-16,-2 1-3 0,3 0-5 0,-1 0-24 15,1 1 19-15,-1-1-21 0,1 1 37 16,0-1-9-16,2 1-13 0,-2 2-5 0,2-2 2 0,0 0-1 16,-1 0 3-16,0-1-5 0,-1 0-4 0,-4-1-11 0,1-3 17 0,-1 2-11 15,-1-6 24-15,5 0-7 0,-2-1-11 0,2-1-1 0,-3 0 1 16,2 1 2-16,-2 0 6 0,0-3-3 0,1 2-3 0,0-3-14 16,0-1 17-16,0-2-13 0,0-4 24 0,-1-1-4 0,0 1-11 0,2-1-2 15,-1 1 0-15,1 0-1 0,-1 3 4 0,1 1 1 0,-1 1-3 0,2 3-13 16,-2 2 16-16,1 1-13 0,-2 2 16 0,1 4 0 15,-1 3-7-15,1 3-3 0,2 1 3 0,1 3-4 0,-1 0 6 0,1-3 3 0,0 1 0 16,1-2-17-16,2-3 13 0,0-2-12 0,1 0 22 0,3-1-5 16,-1 0-5-16,3-3-12 0,-1 1 12 0,-2-2-7 15,-1 0 18-15,-3-2-2 0,-1 0-10 0,-1-2-9 0,-3 1 12 0,0-1-8 0,-1-1 19 16,-2 0-3-16,0 1-6 0,-1-2 9 0,-1-1 4 0,0-2 0 0,-1 0 4 16,-1-2-4-16,-1 1-6 0,-1-3-18 0,-1-3 11 0,0-2-9 15,0-4 16-15,0-2-2 16,0 1-10-16,0-4-8 0,0 2 9 0,2 0-8 0,-1 2-2 0,3 3-4 0,1 0-10 0,0 1-28 15,-2-1 18-15,3-2-21 0,0 2-18 0,0-1-20 0,0 0-34 16,1 1-122-16,1-2-38 0,-2-1-26 16,2 3 58-16</inkml:trace>
  <inkml:trace contextRef="#ctx0" brushRef="#br0" timeOffset="90436.96">26318 8939 768 0,'4'22'190'0,"0"-3"323"0,3 5-296 0,0-2-49 0,2 3-58 0,2 4-78 0,0-4 12 0,1 2-34 0,0-4 18 0,-1-4-10 0,-1-1-10 0,1 0-2 0,-1-2 10 0,0-1-5 16,-1-1 16-16,0-1-8 0,-1-2-11 15,0 0 4-15,-3-2 1 0,-1-2 1 0,-2 1 8 0,-1-2 5 0,-1-1 0 0,0-1 0 16,0-1 7-16,-2-2-12 0,1-1 13 16,-1 0-5-16,-2-5-3 0,0-1-21 0,-1-5 9 15,1 0-14-15,0-3 7 0,1 0-1 16,3 2-4-16,0-3-13 0,4 5 11 0,0-2-12 15,2 0 18-15,-1 2-3 0,1 3-4 0,0 0-12 0,-2 2 12 0,1 2-8 0,-1 2 20 0,-1 1 1 0,1 1-8 0,1 3-17 16,1 1 24-16,0 4-21 16,-1 0 29-16,2 0-4 0,0 0-10 0,-1 2-6 0,-2-3 3 0,-2 1-3 0,0-1 8 0,2 0-1 0,6-3-1 31,1 0-9-31,1-1 3 0,3-2-2 0,1 1 11 0,1 0-1 16,-2-3-3-16,1 0-10 0,-1 0 7 0,-1-3-7 0,0 2 8 15,-2-2 3-15,0 1-3 0,1-4-17 0,-1 1 18 0,0-1-15 0,1 1 22 16,-3-2-1-16,0 2-10 0,-1 0-6 0,-1-1 6 0,0-1-4 15,-3 2 12-15,0-2-1 0,-3 1-6 0,0 1-8 0,-2-1 8 16,0 1-7-16,-3 0 12 0,-2 0-2 0,0-1-4 0,-2 1-14 16,-1 0 13-16,-1-1-10 0,0 1 22 0,0 0 1 0,0-1-9 0,0 0-12 15,1-2 9-15,2 2-11 0,0 1 10 0,2 1 0 0,0 1-2 16,1 3-15-16,1 0 15 0,-1 3-13 0,1 2 19 0,1 2 0 16,0 0-5-16,1 3-15 0,0 3 17 0,0-1-12 0,1 2 23 15,0-3 0-15,2 1-9 0,2 2 0 0,2-2 12 0,1-1-7 0,2 1 16 16,1-2-7-16,2-1-9 0,4-2-16 0,1 1 17 0,0-1-12 15,1-1 18-15,0-2-3 0,2 1-10 0,0-1-3 0,0 0 0 16,1-3-2-16,0-1-17 0,-1-4-12 0,0 0-12 0,-7-2-52 0,0-1-22 16,-3 0-5-16,0-2-137 0,6 0-20 0,-1-3-43 0,-1 1-106 15,2 2 246-15</inkml:trace>
  <inkml:trace contextRef="#ctx0" brushRef="#br0" timeOffset="90722.39">27165 9106 1238 0,'1'20'-372'0,"1"-10"726"0,1-1-64 0,1 0-112 0,2 0-70 0,-1-2 6 0,3 2-47 0,0-2-26 0,-1-2-11 0,0 0-13 0,0-1-13 0,0-2 13 0,0 1-14 0,0 0 23 15,-2-3-6-15,1 0-7 0,-2 0-3 0,0-2 13 16,-3 2-10-16,1-2 23 0,-2 0 4 0,0 0-8 0,0-1 2 16,-2-2 14-16,1-1-18 0,-2-2 11 0,2-1-14 0,1-2-10 15,0-3-17-15,1 1 15 0,3-1-12 0,1-2 17 0,3 4-5 16,0-1-15-16,2 0-4 0,1 3 18 0,0 2-15 15,2 2 26-15,-2 1-4 0,2 2-9 0,0 2-8 0,-1 1 16 16,1 2-12-16,0 1 24 0,0 2-5 0,-1 1-12 0,3 1-9 0,-2 0 14 16,2 4-12-16,-1-2 15 0,1 1-6 0,-1 0-11 0,2 2-11 15,-2-1 10-15,-5 2-6 0,-2 0 7 0,-1 0-8 0,0-2-17 0,4 1-25 16,-1-2-17-16,1-1-3 0,0 1-102 0,0-1-47 0,0-1-37 16,4-1-350-16,5 4 367 0</inkml:trace>
  <inkml:trace contextRef="#ctx0" brushRef="#br0" timeOffset="91077.08">28596 8721 792 0,'-6'0'125'0,"0"0"102"0,0 1-29 0,-1 2-36 0,0 2-45 0,-1 3-70 0,-1 1 23 0,1 4-44 0,4 1 33 0,-1 2-3 0,1 3-7 0,-1 3-18 0,-5-1 11 16,0 2-20-16,0 4 5 0,2 0-5 15,-1-1-15-15,0 5-5 0,0-8 11 0,0 2-12 0,0-2 8 0,2-3-3 0,-1 1-5 0,1-2-4 16,0-4 4-16,3-3-6 0,0 0-33 0,3-4-24 16,0 1-21-16,0-1-154 0,0-2-60 15,0-2 9-15,1 4-14 0</inkml:trace>
  <inkml:trace contextRef="#ctx0" brushRef="#br0" timeOffset="91315.49">28241 8830 1403 0,'-4'3'140'0,"1"-3"77"0,2 2-27 0,1 1-32 15,2-1-39-15,5 1-44 0,2-1 15 0,4 1-33 16,6 1 13-16,3 1-15 0,2 3-14 0,5 0-32 0,-3 3 7 0,3 0-14 0,1 1 18 16,1 1-5-1,0-1-7-15,-4 2-19 0,-5 1 15 0,-2-1-15 0,2 2 29 16,0 0-5-16,-1-6-8 0,0 0-22 0,-6 0 2 15,-1-1-8-15,-2 5-14 0,-2-3-13 0,-3 0-8 0,0-1-56 16,-3-2-28-16,1-2 12 0,-2 1-152 0,0-3-36 0,0 0-18 16</inkml:trace>
  <inkml:trace contextRef="#ctx0" brushRef="#br0" timeOffset="91564.2">28851 8760 848 0,'-3'-7'346'0,"4"5"-201"16,-1-4 206-16,4 3-250 0,-1-3 18 0,2 1-51 0,0 0-14 16,2 1-12-16,1 2-23 0,0-3-19 0,1 1 15 0,0-1-16 0,1 0 31 15,0 1-10-15,1 0-10 0,1-1-10 0,0 2 4 16,-1-2-4-16,2 1 3 0,0 2-3 0,-1-2-1 0,-1 1-13 15,-1 2 12-15,-6-1-9 0,-1 0 9 0,-3 1-33 0,0 1-22 16,4 0-94-16,-2 0-50 0,-1 0 24 0,-1 1-167 0,0 1-35 16,0 1 9-16</inkml:trace>
  <inkml:trace contextRef="#ctx0" brushRef="#br0" timeOffset="91729.9">28868 8894 630 0,'-3'1'344'15,"3"1"-178"-15,0-2 232 0,1 0-251 0,3 0 18 16,0-2-54-16,3-2 13 0,2 1-31 0,0-1-39 0,3-1-42 16,0-2 15-16,1 3-24 0,1-3 17 0,0 2-7 15,1-2-8-15,-1-1-8 0,2 2-10 0,-3-2 3 0,1 1-49 16,-7-1-32-16,-1 2-15 0,2-3-131 0,-2 1-68 0,5 3 36 0,4 0 13 16</inkml:trace>
  <inkml:trace contextRef="#ctx0" brushRef="#br0" timeOffset="92040.4">29357 8512 532 0,'-14'9'293'0,"2"3"140"0,1 2-308 0,0 3 55 0,2 3-31 15,3 1-34-15,3-2-65 0,2-3 14 0,1-1-35 0,0-3 29 16,3-3-9-16,1-2-10 0,4-1-23 0,1-1 23 0,3-3-25 15,2-1 45-15,2-1-11 0,1 0-12 0,3-1-21 16,-1 1 13-16,1-3-19 0,4-2 13 0,-3 0-1 16,0-2-10-16,1 0-17 0,-9 0 22 0,-3-2-22 0,-2 0 36 0,-4 0-6 15,1 0-11-15,-1-2-3 16,-4 1 13-16,-2-3-10 0,-3-3 23 0,-1 2-8 0,-2-1-10 0,-2-2-18 0,4 5 9 0,-3-3-10 16,-4 0 16-16,2 2-6 0,-6-5-9 0,-1 3-10 0,0 2 15 15,1 2-11-15,2 3-5 0,-1 2-14 0,1 3-23 0,0 1-64 16,-1 0-23-16,0 2-13 0,0 0-172 15,3-1-100-15,6 0-76 0</inkml:trace>
  <inkml:trace contextRef="#ctx0" brushRef="#br0" timeOffset="94004.24">8738 9940 217 0,'-5'0'17'0,"3"0"13"0,-2 0-9 0,2 1 51 0,1-1 42 0,-2 0-42 0,2 0 36 0,-2 0-2 0,1 0-16 15,0 0-16-15,-1 0 38 0,-1 0-47 0,1 0 52 16,1 0-16-16,-2 0-23 0,0 0-19 0,3 1 4 0,-1-1-16 16,0 2 17-16,-1-1-8 0,-5 0-4 0,-1 2-25 15,-1-1 14-15,1 2-20 0,0-1 13 0,0 1-5 16,0 0-10-16,-1 2-24 0,1-2 19 0,0 1-21 0,-1-3 25 0,2-2-6 15,-1 4-12-15,0 1-6 16,1 2 7-16,-1 0-5 0,0 2 11 0,1 2 0 0,-1 0-1 0,0 2-14 0,1 0 7 0,-1 0-8 16,0 3 20-16,0-2 2 0,0 2 1 0,-2 0-23 0,1-2 14 15,-1 3-14-15,-1-2 20 16,0 2-5-16,1-2-7 0,0 1-14 0,1 0 16 0,0 2-8 16,2-1 33-16,0 0-14 0,0-2-9 0,0 3-9 0,-1 2 3 0,2 1 0 15,0-1 7-15,0 2 3 0,-1-1-4 0,0 0-17 0,0-3 19 0,2 0-16 16,0 1 22-16,1-2-1 0,1 4-14 0,1-1 1 15,-1-1 8-15,1 0-6 0,1 2 4 0,-1-3-1 0,0 0-4 0,1 2-7 16,-1 0 14-16,2-1-9 0,0 1 11 0,0-1 0 0,0-1-7 0,1 0-3 0,-2 0 6 0,0-1-4 16,0-1 3-16,-1 1-2 15,1-3-7-15,0 4 5 0,-1-3 2 0,1 2 2 0,-1-3 6 0,2-5-4 0,-2-1-6 0,2 0-11 16,1-2 17-16,-2 4-11 16,2-1 24-16,-1 1-7 0,0-1-10 0,1 2-4 0,-3-1 0 0,2-1 2 0,0 0 4 0,0 0 3 15,3 0-3-15,1 0-11 0,-1 0 16 0,0-2-14 0,-2 1 17 0,0-2-1 0,-1 1-6 16,1-1-16-16,0-1 13 0,1 2-11 0,-1-1 21 0,1-1 0 15,-2 0-6-15,-1-1-12 0,1-1 9 0,0-1-8 0,4 0 14 16,1 0-2-16,2 2-5 0,0-1-3 0,0-1 6 0,1 2-4 16,0-2 4-16,1 0 1 0,1 0-4 0,-1 2-3 0,1-1 3 0,1 2-4 15,0-3 8-15,-1 4-3 0,-1-1-4 0,1 2 0 0,-2 0 1 16,1 2 2-16,0 0 4 0,0 0-1 0,-1 1-1 0,1 1-14 16,-1 0 14-16,0-2-11 0,0 1 17 0,-1 0 3 0,-2 0-9 0,1 2-5 15,-3 1 8-15,-1-1-8 0,1 3 5 0,-1-3 1 0,2 2-3 16,-2 2-6-16,0-3 8 15,-1-2-5-15,0 1 12 0,0-2-6 0,0 1-8 0,-1 5 5 0,0-1 5 0,-2 0 0 0,1 1-2 16,0-3 0-16,-2-3-3 0,1 3 0 0,-1-2 1 0,-1-1-1 0,-1 2 2 31,1-1 3-31,-2 0 2 0,2 0-19 0,-3-1 18 0,1-1-15 0,-1 0 27 0,0 0-2 16,0 2-10-16,0-2-16 0,-1 0 20 0,-1 1-15 0,1 0 25 16,0 0-10-16,2-1-13 0,0-1 1 0,1 0 5 15,2-5 0-15,-1 1 13 0,3-2-3 0,0 0-4 0,1-2-11 16,-1 1 9-16,1-1-7 0,1 0 18 0,0 0-2 0,0 0-6 0,0 0-15 0,0 0 11 0,0 0-10 0,0 0 21 0,1 0-4 15,-1 0-6-15,2 0-14 0,0-2 6 0,-1 2-7 0,1 0 17 0,-1 0 0 32,2 0-2-32,-1 0-20 0,0 0 14 0,0 1-12 0,1-1 24 15,-1 1-5-15,1 1-8 0,-1 0-11 0,2 0 13 0,-1 0-9 16,-1 1 19-16,2-1-5 0,-1-1-8 0,-1 5 2 0,2-1-1 0,-1 1 4 16,1-1-3-16,-2 0 0 0,-1-1-1 0,1 3-12 0,-1 0 15 15,0 1-9-15,-1 0 22 0,1 1-6 0,-1 0-10 0,0 1-3 16,0 1 8-16,0 2-5 0,-1-1 4 0,0 0 2 0,0 0-6 0,0 3-14 15,-1 3 18-15,-2 1-14 0,0-1 24 0,-1-1-2 0,1-2-9 16,-1 2-16-16,0 0 15 0,-1 1-12 0,1-2 24 0,-1 1-5 16,1 0-7-16,0-1-6 0,0 2 3 0,1 0-3 0,-1-1 10 15,2-1-1-15,0 0-3 0,-1 3-7 0,0 1 5 0,-1 1-4 0,1 3 11 16,-2 0-2-16,2 5-1 0,-1-1-20 0,4 1 16 0,0 3-11 16,1-1 27-16,-1 1-6 0,-5 0-10 0,3-3-12 0,-2 0 12 15,3-2-6-15,1-2 17 0,0-4 0 0,1-1-9 0,2 1-11 16,1-6 12-16,1 3-8 0,1-2 23 0,0 2-2 0,2 2-5 0,-5 3-8 15,4 6 11-15,-1 1-9 0,3 4 5 0,3 2 3 0,0 0-6 16,4 5 3-16,2-4 2 0,1 0-3 0,2-4-6 0,-1-5 2 16,0-6-4-16,4-1-10 0,0-5 16 0,3 0-15 0,1-2 14 15,2-1-4-15,0-1-7 0,3 1-2 0,3-4 0 0,-4-2 0 0,2-1 3 16,-3-1-10-16,-7-2-3 0,0 3-15 0,-2-5 7 0,2-2-5 16,2-1-11-16,-2-1-5 0,-3 0-22 0,-1 0-87 0,-3 0-18 15,-1 0-22-15,-3 1-136 0,-1-3-59 0,4-2-51 0</inkml:trace>
  <inkml:trace contextRef="#ctx0" brushRef="#br0" timeOffset="94897.84">7206 12881 1087 0,'-6'14'-253'0,"6"-10"416"0,0-2-13 0,0 2-88 0,-3-4-16 0,0-4 33 0,-1 2-55 0,2-6 3 0,0-1-10 0,-1 3-14 0,2-3 3 0,-1 1 7 0,1 0-2 0,-2-1 25 0,-2 2 0 0,1-1-5 0,-2 0 2 15,1-1 12-15,1 3-14 0,-1-1 15 0,1 1-8 16,0-2-10-16,-3 1-11 0,0-2 16 0,0 0-17 0,-1-2 9 16,1 1-2-16,0 0-12 0,-3-4-18 0,1-1 19 15,-2-3-20-15,-4-5 26 16,0 1-3-16,0-2-9 0,-4-7-9 0,1-1 8 0,1-3-9 15,-2-2 14-15,2 3-5 0,1 3-5 0,0 4 20 0,3 3-12 16,3 4 15-16,1 1-21 0,1 3 2 0,0 1 3 0,0 1-2 16,-1 0 3-16,1 1 2 0,0-1 32 0,1 2-17 0,-1-1 1 0,0-1-26 15,0 0 1-15,1-3 0 0,-1-1 16 0,1-2-4 16,-1-2-4-16,1-4-11 0,0 1 8 0,1-4-7 0,0 3 13 0,0-3-2 16,1 1-5-16,1 4-16 0,1 0 13 0,1 3-10 0,1 4 22 15,1 5-4-15,0 1-10 0,-2 4 0 0,1 0 14 0,-1 1-6 16,0 2 33-16,0 2-5 0,-1-1-8 0,3 2-5 0,1-1 1 15,1 2-3-15,-2 0-7 0,-2 0-2 0,-2 0-4 0,2 0-15 0,-2 0 19 16,2-1-16-16,1 0 17 0,-1 1-1 0,1-1-12 0,-1-1-2 16,0 1 3-16,2 0-3 0,-1-1 6 0,0 2-1 0,1 0 0 0,0 0-5 0,0 0 2 0,0 0-1 15,0 0 3-15,0 0-3 0,-1 3-1 0,0 1-4 0,-2 1 5 16,1 4-2-16,-1 1 3 0,-2 2-10 0,2 0-9 0,0 1-27 0,0 3 12 16,0-4-11-16,1 3 6 0,0-5-16 0,0 1-22 15,2-6-98-15,0 2-37 0,3-5-15 16,-1 0-241-16,1-1 277 0,3-1-34 0</inkml:trace>
  <inkml:trace contextRef="#ctx0" brushRef="#br0" timeOffset="95748.07">7007 12523 616 0,'-7'0'177'0,"2"0"78"0,-1 0-135 0,2 0 58 0,0-1-31 0,1-3-36 0,1 3-45 0,-1-2 15 16,2 0-31-16,0 0 18 0,0 1-11 0,0-4-18 0,1 3-14 16,0-3 16-16,0 3-21 0,0-4 19 0,0 2-5 0,1-3-10 15,0 1-4-15,1 0 15 0,1 0-17 0,1-2 18 0,1 1-9 16,-1 2-13-16,3-3-7 0,0 2 3 0,0 0-5 0,4-5 11 16,-1 2-1-16,1 1-2 0,1 0-8 0,1 0 16 15,-1 0-15-15,1-3 21 0,2 3-6 0,0 0-13 0,2 1-11 16,-1-1 11-16,1 0-12 0,1 1 17 0,-7 2-3 0,2 0-7 0,-1 0-14 15,2 3 14-15,5 0-12 0,1-1 23 0,-1 2-3 0,2 1-9 16,0 1-11-16,-1 0 9 0,1 1-7 0,2 2 17 0,0 2-3 16,1 2-7-16,2 0-7 0,-2 3 10 0,-1 1-8 0,-1 0 13 15,-4-1 0-15,-1 5-6 0,-2-1-6 0,-3 1 4 0,-2 0-3 0,-2 2 13 16,-3 0 2-16,0-2-2 0,-2 0-17 0,-2 1 13 16,1 0-12-16,-2 7 18 0,-3 0-3 0,0-1-7 0,-2 3-5 15,0-5 8-15,-3 2-5 0,-1-2 13 0,-1-2-4 0,-1 0-8 0,-3 1-9 0,0-1 13 16,-4 0-8-16,-1-1 21 0,-1-3-1 0,-1-1-9 0,-1 0-8 15,-1-1 12-15,1 0-10 0,-1-1 20 0,3-2-6 0,1 2-10 0,1-4-6 16,0 0 6-16,0-1-4 0,2-2 11 0,2-2-6 16,1 0-5-16,2 0-6 0,3-2 5 0,3 0-2 0,-1 0 8 0,3 0-2 15,0 0-5-15,0 0-15 0,2 2 11 0,0-5-13 16,0 0-3-16,1 2-17 0,0-3-18 0,0 4-63 0,1-1-3 16,1 0-14-16,1 0-72 0,1-3-33 0,0-1-41 0,1-4-34 0,2 0 156 0</inkml:trace>
  <inkml:trace contextRef="#ctx0" brushRef="#br0" timeOffset="113618.89">24072 10740 256 0,'-5'12'22'0,"5"-5"354"0,-1 0-119 0,1 0 30 0,-4 4-192 0,1-2 10 0,2 1-36 0,0 0-7 0,1 0-13 0,2 1-17 0,1 4-24 0,1 0 13 16,0 1-18-16,-2 3 16 0,0 1-5 0,1 2-6 15,1 2-14-15,4-1 7 0,1 0-5 0,0 2 34 16,0-1-2-16,0-3-1 0,0 2-18 0,0-4 24 0,-2-2-24 0,-1-1 35 0,-1-2-13 16,0-2-17-16,-2 3-16 0,-1-3 7 0,0-2-8 0,1 3 19 15,-1-4-6-15,-1-2-6 0,-1 0-18 16,1-1 23-16,-1-3-18 0,1-1 38 0,-1-2 4 16,0 0-13-16,-1 0 0 0,-1-4 17 0,0-1-17 0,-3-2 13 0,1-2-9 0,-2-3-10 0,2 1-25 15,-2-1 16-15,0-1-15 0,1 0 28 0,0 2-6 16,1-2-8-16,-1-1-15 0,1-1 12 0,-1 1-9 0,2-3 16 0,1 2 0 15,1-2-8-15,-2-1-4 0,2 0 2 0,1-1-4 16,0-2 12-16,2 4-1 0,1-3 0 0,1-1-7 0,1 1 3 0,0-3-3 16,2 3 4-16,0-1 0 0,1 3-4 0,3 2-5 15,-1-1 7-15,1 3-4 0,-1 0 8 0,-1 2 4 0,0 2-1 16,1 1-18-16,-1 3 13 0,0 1-13 0,0 3 25 0,0 2-4 0,1 0-6 0,1 6-14 0,-1-1 11 16,0 4-8-16,1 2 19 15,-2 2-2-15,1 2-6 0,0 3-6 0,0 1 14 0,-1 3-10 0,0 1 27 0,0 3-9 0,0 1-8 0,0 0-21 16,-1-6 12-16,1-3-9 0,0-1 24 0,1 0-4 0,-1 2-11 15,0-1-8-15,0-2 7 0,-2-4-5 0,-2-2 17 0,0-1-4 16,-1-3-3-16,0 2-7 0,-1-4 2 0,-2 1-1 0,0-4 11 16,1 1 7-16,-2-2 4 0,0 0 7 15,0-2 16-15,-3-1-11 0,1-3 8 0,0-3-10 0,-2-2-15 16,3-4-24-16,-1-3 12 0,1-2-10 0,0-1 18 0,0-4-6 16,1 1-9-16,1-2-6 0,2 1 9 0,3-2-5 0,2 1 9 0,0 6-1 0,0 1-10 0,1 5-7 15,0 2 12-15,0 3-10 0,-1 1 21 0,0 6-5 0,-2 1-6 0,-1 1-12 16,1 1 15-16,-2 1-9 0,1 4 35 0,-1-1-1 0,-2 2-5 15,-1 0 7-15,1 3 3 0,0 2-2 0,6 0 2 0,0 4-3 16,1-1-6-16,-1 3-21 0,2 1 18 0,0 0-16 16,1 1 18-16,-1-2-6 0,-1-6-13 0,0 2 1 0,-2 2 2 0,0 0-1 0,0 0-2 15,-1 0-9-15,0 1-7 0,1-2-8 0,-1-1-5 0,0-2 3 16,-2-2-20-16,1-2-10 0,-1 0-13 0,2-1-53 0,-1 0-11 16,0-2-15-16,1 0-154 0,-1-2-60 0,2-3-77 0</inkml:trace>
  <inkml:trace contextRef="#ctx0" brushRef="#br0" timeOffset="114015.19">25062 10789 1851 0,'9'-2'-142'0,"-8"0"279"0,0-3-34 0,-1-2-47 0,1 0-40 0,4-2 13 0,1-3-23 0,10 1 11 0,2 0-3 0,1 2-8 0,5 1-10 0,-4-1 7 15,0 0-9-15,-1 0 12 0,-3 1-1 0,0 2-5 0,0-1-3 16,-1 1 6-16,-1 2-3 0,-2 0 0 0,-3 3-4 16,-2-1-6-16,-4 2-37 0,-2 0 9 0,-1 3-13 0,0 0-9 15,-2 0-13-15,-3 4-13 0,0-1-43 0,-2 2-30 0,-1 0 22 16,-1-1-140-16,0 1-59 0,1 0-11 0</inkml:trace>
  <inkml:trace contextRef="#ctx0" brushRef="#br0" timeOffset="114158.77">25101 10963 1217 0,'0'-1'235'0,"2"-1"-17"0,3 1-11 16,0 1-83-16,3-4-25 0,1 2-27 0,2-6-29 0,4-1-29 15,-1 3 4-15,-1-1-10 0,2-1-1 0,-3 3-3 0,1 0-5 16,2-1-71-16,-3-1-15 0,4 1-12 0,2-2-178 15,1-1-69-15,2-2-42 0</inkml:trace>
  <inkml:trace contextRef="#ctx0" brushRef="#br0" timeOffset="114919.48">26196 10306 1184 0,'-7'-1'183'0,"0"0"-1"0,-2-1 4 0,-1 2-71 0,-4 0-26 0,-1 2-28 0,1-2-36 0,-4 2-19 0,1 3 19 0,0-2-18 0,1 3 22 0,0-2-5 15,0 2-12-15,-5 2-11 0,0 0 10 0,1-1-12 0,-2 1 10 16,6 0-1-16,-1-1-3 0,0 2-9 0,2 0 11 15,2-2-9-15,1-2 17 0,0 3-1 0,2-3-10 0,1 2-4 16,4 1 5-16,-1-2-5 0,1 3 13 0,2-2-1 0,1-2-3 16,0 1-15-16,1-1 6 0,-1 1-9 0,2-6 18 0,2 0-3 15,0 0-4-15,2 0-5 0,2 0 9 0,3 1-6 0,3-1 23 16,2 0-7-16,1 0-7 0,2 0 0 16,2-1 0-16,0 1 1 0,1 0-1 15,1 0-1-15,-1 0-2 0,3 0-16 0,0 0 16 0,-2 1-12 16,1 3 21-16,-8 0-3 0,-1 2-12 0,1 2-3 0,0 3 0 0,4 1 1 0,-1 2 6 0,-4 0 0 0,-3-1 2 0,-2-1-11 15,-2 3 7-15,-3-3-6 0,-1 2 12 0,-2-1 0 0,-1-1 1 16,-1 2-6-16,-3-3 21 0,1 3-11 0,-3-1 34 0,-2 0-7 16,0 0-18-16,-2 0-10 0,0-1 13 0,1 1-12 0,1-1 7 0,-1 1-4 15,1-3-9-15,-2-1-4 0,1-2 8 0,-1 0-6 0,3-1 10 16,-1-2-2 0,-1 0-6-16,-2-1-12 0,-5-3 12 0,0-2-9 0,0-2 18 0,0 1-2 0,2-4-10 15,0 1-8-15,2-1 5 0,-1-2-4 0,3 0 3 0,1 0-6 0,2-2-5 0,2-1-42 0,2 0-1 16,2-5-10-16,2 0 2 0,1-1-25 0,4-2-4 0,3 1-92 15,2 0-48-15,-1-1 14 0,0 0-133 0,1-3-61 0,4 4-51 16</inkml:trace>
  <inkml:trace contextRef="#ctx0" brushRef="#br0" timeOffset="115156.67">26282 9996 1578 0,'-1'3'233'0,"0"-2"-20"0,1 0-26 0,1 2-57 0,3 3-17 0,1 2-19 0,2 1-23 0,3 5-25 0,0 4 4 0,1 4-16 0,1 3-3 0,-1 0-3 0,-1 0-6 0,1 2-7 15,-1-3 11-15,2 3-13 0,-2 4 13 0,-4-3-5 0,2 0-8 0,0 1-12 16,-1-3 11-16,0 1-11 0,-2 0 15 0,1-4-6 16,-2-2-7-16,1-3-12 0,-1-3 9 0,1 0-8 0,-1 3 2 15,1-6-17-15,0-2-17 0,1-3-57 0,1-1-19 16,1-4 6-16,3-2-77 0,1-1-40 0,3-6-3 0,-1-4-83 15,-5-5-95-15,-1-4 33 0</inkml:trace>
  <inkml:trace contextRef="#ctx0" brushRef="#br0" timeOffset="115378.78">26673 10333 818 0,'-4'9'144'0,"0"1"109"16,-1 6-20-16,1-4-49 0,2 2-51 0,0 6-58 16,2-5 12-16,1 2-31 0,2-2 7 0,3-6-8 0,0-1-21 0,1-3-8 15,2-4 26-15,1 2-25 0,4-1 36 0,-1-2-14 16,3-1-18-16,1-2-21 0,1-2 21 0,1 1-22 15,3 2 26-15,0-2-12 0,-3 1-15 0,-2-2 1 0,-7-1 17 16,-6-1-9-16,-4 0 46 0,-1 2 1 0,-5-2-5 0,-6-2-27 16,-3 2 17-16,-5-4-28 0,-3 2 10 0,-2 0-9 0,0-1-14 0,-1-3-12 15,2 3 8-15,0 0-8 0,0 2 10 16,5 3-4-16,2 1-7 0,2 2-15 0,5 0 4 0,3 2-8 0,2-2-15 16,2 1-14-16,2-2-15 0,1 0-60 0,1-3-12 15,5-3-21-15,2-2-194 0,3-4-63 0,8 3-83 0</inkml:trace>
  <inkml:trace contextRef="#ctx0" brushRef="#br0" timeOffset="115852.35">27127 10156 1374 0,'-9'14'-438'0,"7"-6"833"15,0 1-85-15,1 1-139 0,1 4-55 0,1 0-1 0,3 2-33 0,3 6-39 0,-1 1-14 16,2-2-15-16,0 5-17 0,-1-2 11 0,-2 1-9 0,2 4 19 15,0 0-5-15,0-2-10 0,-1 3 0 0,1-3 6 0,-1-2-5 16,0 3-1-16,2-4 0 0,2-1-4 0,0 0-14 16,1-2 21-16,-2-3-17 0,0 0 31 0,-3-5-5 0,0 1-11 0,0-1-9 15,-3-2 8 1,-2 0-8-16,-1 0 11 0,0-4-1 0,-3 0-5 0,-1-2-7 0,-1-1 11 0,-1-1-7 0,-1-3 16 16,-1 0-5-16,-1-5-6 0,0 0-11 0,2-4 13 0,-1-3-8 15,0-1 21-15,1-2-5 0,0 0-9 0,1-2-11 0,0-2 8 16,0-3-5-16,1 0 11 0,0-2 2 0,2-2-7 0,0-4-2 15,0-4 8-15,1 1-8 0,2 1 8 0,0 2-2 0,1 4-4 0,0-1-11 16,0 1 10-16,2 3-8 16,-1 4 18-16,1 2-2 0,2 1-7 0,-1 0-6 0,2 2 7 15,1 0-5-15,1 3 9 0,-1-1 0 0,2 2-3 0,0 0-8 16,1-1 14-16,1 2-9 0,1 2 32 0,1-1-3 0,2 2-4 0,3-2 1 16,0 3 0-16,2 0 1 0,1 1-1 0,0 3-7 0,0-1-5 15,1 2-13-15,0 3 9 0,-2-1-8 0,0 3 8 0,-3 1 0 0,0 0-6 0,-2 2-4 16,-3 1 8-16,-4 2-7 0,-8-1 14 0,-4 2 1 15,0 1-2-15,3-2-7 0,2 1 10 0,0 3-9 0,-3 0 18 0,-8 0 0 0,-5 1-3 16,-2-2-11-16,-2 0 3 0,-1 2-6 16,-1-2 1-16,-1 1-1 0,2-3-3 0,-1 1-15 0,-1-2 14 15,2 1-12-15,0-3 21 0,3-1-3 0,1-1-7 0,3-3-18 16,1-3 0-16,3-2-7 0,2-4-24 0,2-4-18 0,4-3-18 0,1-2-71 0,2-5-41 0,4-3-6 0,2-1-182 16,2-1 20-16,6-3-6 0</inkml:trace>
  <inkml:trace contextRef="#ctx0" brushRef="#br0" timeOffset="116164.75">27661 10182 746 0,'4'2'129'0,"-2"0"96"0,1-1-29 0,2 0-38 0,0 1-49 0,3-2-56 0,1-3 38 0,1 0-50 0,2-2 52 0,-1-1-24 0,2 0-30 0,1-5-12 16,0 2 11-16,0-2-13 0,2-3 7 0,-3 2-4 15,1-3-10-15,-2-1-4 0,-2 1 9 0,-1-2-10 0,-2 0 25 16,-4 2-4-16,0 0-4 15,-1 0-22-15,-2 1 20 0,-3-2-21 0,-1-2 23 0,-2-1-6 0,-2 0-15 16,-1 1-11-16,0 3 11 0,-1 4-13 0,-2 2 21 0,1 4-2 16,-2 4-4-16,0 5-11 0,-2 4 12 0,1 3-12 0,-3 7 16 0,2 3-1 15,-1 5-4-15,0 4-2 16,0-2 12-16,1 4-8 0,1-1 19 0,0-3 2 16,5 3-3-16,3-4-7 0,2-3 9 0,4-4-8 0,6-2 11 0,3-2-10 0,5-5-6 0,4-1-15 0,5-1 8 0,1-1-5 15,3-2 14-15,5-2-6 0,3-1-9 0,4-1-22 0,3-2-1 16,-2 2-6-16,-2-2-32 0,-2-2-26 0,-4 0-22 15,-8-2-170-15,-5 1-77 0,-2 0-23 0,7 1 20 0</inkml:trace>
  <inkml:trace contextRef="#ctx0" brushRef="#br0" timeOffset="116657.37">25388 11677 781 0,'-4'1'294'0,"2"-1"-29"0,0 0 16 0,0-1-143 0,2 0 2 0,2-2-42 0,1 2-54 0,2-3-24 0,2 0 14 0,2-1-17 0,2 0 18 0,1 0-9 16,0 0-10-16,3-1-19 0,-2 0 8 0,2 1-10 0,0-1 18 16,0 1-2-16,0 0-5 0,0-3-19 0,-1 3 16 0,-5-2-17 15,-1 4 30-15,-4-1-5 0,1 1-9 0,1-1-12 16,0 2-5-16,-2 1-1 0,-1 1-41 0,-1 0-28 0,-2 0-13 0,0 1-83 15,-2 3-44-15,-2-1 29 0,1 0-185 0,1 3 226 16,-1 3-8-16</inkml:trace>
  <inkml:trace contextRef="#ctx0" brushRef="#br0" timeOffset="116799.97">25364 11876 995 0,'-1'7'175'0,"0"-3"317"0,1-3-351 0,1 1 20 0,1-2-68 0,5-4 31 16,2 0-24-16,2-2-27 0,6-2-63 0,0 0 21 0,2 2-34 15,3-2 22-15,-1 1-5 0,1-2-14 0,2 1-27 16,-2 1-9-16,-5 2-4 0,2-1-86 0,-2 1-83 0,2-2-33 0,8-2-241 16,4 2 238-16</inkml:trace>
  <inkml:trace contextRef="#ctx0" brushRef="#br0" timeOffset="117281.75">26580 11191 907 0,'-17'4'308'15,"9"-1"-187"-15,0 0 149 0,-2 2-143 16,2 0 3-16,-5 2-33 0,2 2-33 0,2-2-20 0,1 3-21 0,1 5-17 0,1-1 9 16,2 2-9-16,-2 2 24 0,2 1-2 0,1 2-2 0,-1 5-23 15,2-5 24-15,0 0-24 0,2-1 43 0,0-7-9 16,0-3-17-16,2 1-14 0,0-4 12 0,2 3-15 0,1-2 18 15,0-1-8-15,0-1-7 0,0-1-9 0,-1 0 9 0,0-4-5 16,-2 2 27-16,-1-3 0 0,0 1-8 0,-1-1 12 0,1-1 21 16,-1-2-15-16,0 1 38 0,-2-5-10 0,0 2-18 0,-2-2-19 15,0-2 12 1,-2 0-19-16,0 0 4 0,0 1-7 0,0-1-11 0,2 1-6 0,-2 2 4 16,2 1-3-16,-1 0 1 0,1 1-4 0,1-2-3 0,1-2-13 15,0 2 11-15,0-1-11 0,-1 1-1 0,2 1-7 0,1 1-14 0,-1 1-36 16,1-1-2-16,1 1-11 0,2-1-54 0,1-1-26 0,1 1-31 0,1-3-177 15,2-2-128-15,5-1-21 0</inkml:trace>
  <inkml:trace contextRef="#ctx0" brushRef="#br0" timeOffset="117495.9">26766 11197 1265 0,'-1'8'169'0,"-1"-2"321"0,2 2-334 0,0 1-32 16,2 1-33-16,2 2-57 0,1-1 3 0,2-1-23 0,1 1-6 0,1-2 0 15,0 0-6-15,2-1-8 0,-2 1 9 0,0-2-9 16,1-1 12-16,-3-1-18 0,1-2-9 0,0 1-59 16,-2 0-28-16,-1-3 9 0,-1 0-179 0,0 0-47 0,-3-2-34 0</inkml:trace>
  <inkml:trace contextRef="#ctx0" brushRef="#br0" timeOffset="117622.43">26749 11045 1718 0,'-17'-2'-177'0,"8"1"359"0,2-1-52 0,1-1-56 0,2 1-56 16,3 2 1-16,1-3-15 0,2 0-16 0,1 0-39 0,2-1-20 0,1-1-134 0,2-1-47 31,0 1 15-31,8 0-7 0</inkml:trace>
  <inkml:trace contextRef="#ctx0" brushRef="#br0" timeOffset="118148.06">27130 10964 1085 0,'-26'17'-346'0,"12"-10"679"0,0 2-70 16,1 2-114-16,-3 1-53 0,6 0 14 0,0-1-42 0,-2 0-12 15,3-2-1-15,-3 0-10 0,3 0-10 0,5 0 3 0,0-3-13 16,2 2-3-16,2-3-8 0,1 2-9 0,3-1-6 0,-1-1 6 15,3 0-5-15,0 0 9 0,1 0 5 0,1-1 1 0,2 2-7 16,-1-2 25-16,1 0-23 0,1 0 45 0,-5 1-15 16,0 0-18-16,3 1-9 0,1 1-1 0,5 1-3 0,3 1-2 15,2-2-2-15,-2 1-2 0,-1 0-16 0,0 1 14 0,-4-1-12 16,0 1 29-16,-2 2-8 0,-2-1-10 0,-1 0-18 16,-1-1 18-16,-3 0-12 0,-1 3 26 0,-3-2-5 0,-1 1-11 0,-3 1 2 15,0 1 3-15,-3 0 0 0,0-1 4 0,0 0-4 0,0-1-3 16,-1 0-9-16,-1-2 9 0,0-2-6 0,0-2 16 0,1 0-4 0,2-5-6 15,0-1-19-15,0-1 19 0,0-2-15 0,2 4 33 16,2 0-10-16,1 0-11 0,1-1-10 0,1-8 5 0,2 1-1 16,2-1 16-16,1-3 0 0,1 3-5 0,2-1-14 0,2-1 13 0,0-1-10 15,3 1 29-15,0-1-8 0,0 1-6 0,3-1-10 0,0-1 5 0,-1 0-2 16,2-1 12-16,-1 2-4 0,0-3-7 0,0 1-8 0,-1 0 12 16,-2 0-9-16,1 0 14 0,-3 0-2 0,-1 3-9 0,1-4-15 15,-1 1 19-15,-2-2-13 0,-1 0 26 0,-4 0 0 0,-1 0-7 0,-3-3-11 16,0 0 5-16,-4 1-5 0,0 0 10 0,-2 4 2 0,-1 3-1 15,-1 5-12-15,2 3 16 0,-2 3-12 0,0 1 25 16,-1-1-4-16,0 2-10 0,-2 4-23 0,1 2 18 0,-2 7-17 0,0 4 26 16,1 0-3-16,0 3-8 0,1 1-15 0,-1-1 14 0,2 1-10 15,3-3 28-15,2-3 0 0,3-3-5 0,2 1 1 0,5-5 5 16,4 2-4-16,5-3 10 0,3-1-1 0,4-3 0 0,6-3-24 16,4 0 14-16,2-2-14 0,3 0 16 0,-2-3-6 0,-6-2-11 0,0 0-23 15,0 0-9-15,-2-3-5 0,3 2-56 0,-3-1-23 0,-5 1-21 0,-1 2-207 16,-3-3-22-16,-2 5-57 0,4 1 114 0</inkml:trace>
  <inkml:trace contextRef="#ctx0" brushRef="#br0" timeOffset="118553.59">26271 11891 1561 0,'-3'-1'104'0,"2"-3"32"0,2-1-15 0,5-3-3 0,6-1-17 0,5-6-21 0,2 2 25 0,3-2-39 0,7-5 20 0,3 6-16 15,4 0-24-15,7-2-18 0,0-2 8 0,0 1-15 0,8-1 15 16,-1 5-5-16,6 0-5 0,15-1-23 0,-2 4 18 16,3-1-20-16,5-3 23 0,-10-1-7 0,-3 0-11 0,9-2-11 0,-3 1 10 0,3 0-10 0,4-3 21 15,-11 0-4-15,57-22-5 16,-123 39-3-16,106-30-3 0,-47 14-17 15,-9 0-14-15,-2 0-5 0,-4 1-35 0,-9 3-4 0,-4 3 2 0,-6-1-53 0,-9 4-44 0,-8 2-18 16,-7 1-205-16,-3 1-69 0,0 3-9 0</inkml:trace>
  <inkml:trace contextRef="#ctx0" brushRef="#br0" timeOffset="119127.81">26889 11965 1049 0,'-16'-1'-267'0,"6"-2"557"0,-1 2-50 0,-1-1-77 0,1-1-66 0,0 2 34 0,1-2-60 0,-1 2 33 0,2 1-7 0,0 0-18 0,0 0-30 0,1 1 32 0,0 3-41 15,-1 0 39-15,1 2-19 0,0 2-24 0,-1 3-30 16,1 1 14-16,1 2-17 0,-2 3 27 0,2 1-10 0,0-2-12 0,0 5-7 16,2-2 9-16,-1 0-8 0,-1 3 13 0,1-2-1 15,2 1-5-15,1-1-16 16,3 0 16-16,0-4-15 0,2 2 23 0,2-4-4 0,0 0-11 0,2-1-8 16,-2-1 11-16,2-3-11 15,-2 0 11-15,1-3 1 0,-1 0-3 0,0-2-11 0,-2 0 12 16,1-1-11-16,-2-3 19 0,0 0-2 0,-1 0-4 0,0 0-5 15,0 0 14-15,-1-4-10 0,-1-1 11 0,-1-3-2 0,-2-1-8 0,0-3-6 16,-2 2 9-16,-1-3-8 0,-2 1 13 0,1 0-3 0,0 1-4 16,1 0-8-16,0 2 4 0,3 3-3 0,0 0 4 0,2 3 0 15,-2-1-4-15,2 2-12 0,0 0 16 0,0 0-13 0,1-1 19 16,0 2-7-16,1 0-9 0,0 1-39 0,-1-2-1 0,1 2-12 16,1-1-44-16,1-1-18 0,2-2-22 0,0 1-150 0,2-3-2 15,1-1-48-15,3 2 117 0</inkml:trace>
  <inkml:trace contextRef="#ctx0" brushRef="#br0" timeOffset="119497.13">26950 11968 1082 0,'-3'5'208'0,"0"0"74"0,1 1-160 0,2 3 1 16,1 0-33-16,2 2-37 0,3-1-37 0,-1 1 24 0,2 1-26 15,2-1 35-15,-2 1-8 0,1-1-17 0,1 0 0 0,0-2 16 16,1 0-15-16,1-3 18 0,0 0-7 0,0-2-14 0,-3 0-20 16,-1-3 24-16,0-1-25 0,2 0 31 15,3 0-9-15,1-1-14 0,3-4-14 0,-1 1 13 0,-1-1-12 16,0-1 24-16,-4-2-6 0,0 0-8 0,-1-3-10 0,0-1 9 0,-2 1-8 16,-2-2 14-16,0 0-2 0,-3 0-7 0,0-2-6 15,-1 1 13-15,-1-1-10 0,2 0 12 0,-2 4-3 0,0-1-8 16,1 3-14-16,-1-1 15 0,1 2-10 0,0 0 20 0,0 0 1 15,1 3-6-15,1 0-15 0,-1 3 18 0,0 1-15 0,0 1 36 0,1 1 1 16,-1 3-6-16,1 3 3 0,-1 2 7 0,3 2-6 0,-2 2 7 16,2-2-6-16,-1 0-7 0,3-1-26 0,0 3 12 0,-1-1-14 15,2 4 19-15,0-3-4 0,1-2-6 0,1-1-18 0,0-1 3 16,2-1-8-16,0-2-15 0,-1 0-18 0,0-3-17 0,3-1-72 0,-1-1-21 16,0 0-13-16,-1-1-167 0,-1-1-42 0,2-2-59 0</inkml:trace>
  <inkml:trace contextRef="#ctx0" brushRef="#br0" timeOffset="119757.7">27564 11929 1030 0,'-5'3'383'0,"2"0"-224"0,-1-1 199 0,1-2-220 16,1 0 16-16,1 1-60 0,4-1-18 0,-2 0-18 0,-1 0-33 16,2-1-11-16,-5-1 6 0,4-4-10 0,3 4 11 15,-1-3-3-15,0 0-5 0,2-4-11 0,0-3 9 0,0 1-10 16,2-5 15-16,-3 3-6 0,2-2-7 0,-1 0-7 0,1-1 9 15,2 2-7-15,1 1 19 0,0 5-2 16,2-1-5-16,0 0 2 0,0 2 17 0,0 1-11 16,0-1 38-16,-1 4-5 0,2 0-11 0,2 2 1 0,-1 1 9 15,2 2-12-15,1 3 8 0,-1 4-14 0,1 2-11 0,0 0-21 0,-4 3 5 16,-1 0-7-16,-1 2 7 0,-1 2-2 0,-1-2-4 16,-1 2-20-16,0-1 9 0,-2-1-12 0,0 0-12 0,-1-1-11 0,1-5-20 0,-2 1-75 0,-1-2-34 15,1 0-25-15,-1 0-336 0,1-1 329 0,-2 8-74 0</inkml:trace>
  <inkml:trace contextRef="#ctx0" brushRef="#br0" timeOffset="125163.27">11689 8322 218 0,'-4'-2'9'0,"1"2"-22"15,-2 0 63-15,1 0 40 0,1 0-21 0,-3 0 28 0,3 2-8 0,3-2-20 0,1 1 1 0,1-1 14 0,-1-1-19 0,-2-1 15 0,-1 2-4 0,-1-1-12 0,2-1-18 16,0-1 24-16,0 0-32 0,0 2 21 0,1 1-12 0,0-1-17 15,0 0-11-15,0 1 3 0,0 0-6 0,0 0 12 0,0 0-2 16,0 2-6-16,1-1-28 0,0 3 25 0,-1 1-29 0,2-1 31 16,1 0-8-16,-1 0-9 0,0 1 5 0,0-2-5 15,-2 0 6-15,-1 1 15 0,1-2-1 0,0 0 2 0,6-1-17 16,1-1 26-16,1 0-26 0,-1 0 29 0,3 0-6 0,1 0-16 0,1 2-24 16,0-2 20-16,2-3-17 0,-2 1 38 0,-1 0-4 0,1 0-12 15,0-2-15-15,-1 3 8 0,2-2-8 0,-1 0 6 0,1 1 4 16,3 1 0-16,2-1-11 0,2 2 11 0,0-1-9 0,1 0 27 15,-2-4-1-15,2 1-8 0,2-3-10 0,-1 1 15 0,2 1-14 0,-1-1 8 16,2 0-2-16,1 3-6 0,-2 1-21 16,-2 1 17-16,-3 0-15 0,0-2 20 0,1 2-2 0,5 0-10 0,1-1 5 0,-3 1 1 15,1 0 1-15,1-1 2 0,2 2-3 0,2 0-2 0,3 0-12 16,2-1 7-16,-1 1-6 0,-2-1 23 0,-4 1-7 0,2-1-3 0,-1-1-10 16,-4 0 4-16,-2-1-3 0,-2-1 9 0,1 3 2 0,3 0-2 15,2-2-12-15,-2 1 12 0,-2 0-11 0,1 0 11 0,-1 1 0 16,5-2-7-16,3 0-7 0,4 3 14 0,-1-1-10 0,-2 0 19 0,-3 0-5 15,-2-2-8-15,1 1-6 0,-1 0 5 16,0 0-2-16,-6 0 10 0,-2 0 0 0,0 1-6 0,2 1-10 0,2-2 16 0,0 2-13 16,-3 0 16-16,-5 0-1 0,1 0-6 0,-1 0-17 0,0 2 20 15,1-1-17-15,0 3 27 0,1-2-7 0,1 0-12 0,3 0-3 0,2 1 4 16,2-1-1-16,1-1 8 0,0 2 1 0,-3 0-6 0,-1-2-17 16,1-1 15-16,-2 0-13 0,1-3 30 0,0 1-4 0,-7 0-7 15,0 2-18-15,-1-1 19 0,-1 0-16 0,6 0 24 0,-1-2 0 16,-2 1-5-16,-1 2-17 0,-2-3 12 0,-3 0-11 0,-3 1 17 15,1 1-2-15,-2-1-7 0,-2 1-2 0,-1 0 6 0,-1 1-3 0,1-2 8 16,-2 2 3-16,1 0-5 0,-1 0-8 0,0 0 11 0,0 0-11 16,0 0 5-16,0 0 1 0,0 0-6 0,-1-1-5 0,-1 0 9 0,-1-3-7 15,3 3 12-15,-1-3-4 0,0 3-6 0,0-3-2 16,1-1 4-16,0 2-1 0,-1-2 3 0,1 2-1 16,0-2-3-16,0 0-8 0,0-1 10 0,0 1-7 0,-2 0 16 15,2-2-3-15,-1 1-5 0,0 1-6 0,0-6 4 0,0 2-4 16,-1 0 5-16,-1-3 4 0,1-2-4 0,0 1-14 0,-1-3 16 0,-2 1-13 15,2-3 23-15,-2-1-3 0,1-2-8 0,-2-5-7 0,0 0 5 16,0-1-4-16,-2 0 8 0,1 0 3 0,2 2-4 0,0-2-17 0,1 2 18 16,0 0-16-16,1 2 24 0,-2 1-3 0,2 0-7 0,0-1-20 15,-1 0 22-15,2 0-17 0,-1 1 27 0,-1 3-2 0,1 3-15 0,-1-2-2 0,1 1 5 16,0 0-4-16,-1-2 8 0,2 1-1 0,0 0-2 0,-1 2-6 16,0-1 6-16,2 0-4 0,0-1 8 0,0 3 1 0,0 0-4 15,1-2-16-15,-1 2 16 0,1 2-15 16,-1 0 22-16,-2 2-9 0,2-1-8 0,0-2-88 0,0 2-29 0,1 1-16 15,1-1-211-15,2 6-100 0,3 2-100 0</inkml:trace>
  <inkml:trace contextRef="#ctx0" brushRef="#br0" timeOffset="127942.61">12819 8781 256 0,'3'-10'3'0,"-2"5"69"0,0 1 18 0,0 0 24 0,0-1-5 0,-1 3 12 0,0-4-30 0,1 3-11 0,-1 0-4 0,0 0-17 0,0 0-14 16,0 1 38-16,0-1-41 0,0-1 52 0,0 1-10 0,0-1-19 16,0 2 1-16,0-1 8 0,-1-1-14 0,1 0 19 0,-1 2-6 15,0-2-12-15,0-1-27 0,1 2 35 0,-1 1-38 0,1 1 52 16,0 1-22-16,0 0-26 0,0 0-30 0,1 2 19 0,1 5-22 16,0 3 22-16,1 6-5 0,-1 2-15 0,0 4 1 15,-1 1 13-15,1 3-10 0,3 3 18 0,-1 3-10 0,1 1-10 16,-2 7 1-16,-2-4 11 0,-1 1-4 0,0 2 14 0,0-2-10 15,0 2-12-15,-1 2-13 0,-1-2 9 0,0-5-4 0,1 0 19 0,1-8-2 16,0 0-9-16,3-3-18 0,0 1 16 0,2-2-17 0,0 0-13 16,3-2-42-16,2 0-41 0,3-2-353 0,3 2 308 0</inkml:trace>
  <inkml:trace contextRef="#ctx0" brushRef="#br0" timeOffset="131810.15">14162 7458 488 0,'-2'-2'149'0,"1"1"183"0,-1 0-196 0,0 1-30 0,1 0-23 0,-1 0-14 0,1 0-18 0,0 0-26 0,1 1-11 16,0-1 7-16,0 0-8 0,0 1 8 0,0 2-4 0,0-1-7 0,0 1-9 16,0 2 23-16,0-1-20 0,0 2 46 0,0-2-5 15,1 1-8-15,-1 0-8 0,1 2 20 0,1 0-20 0,-1 2 24 16,0 0-4-16,1 2-20 0,-1-2-4 0,2 0 12 15,0 1-17-15,0 1 3 0,0 6-3 0,2 1-7 0,-1 2-8 16,0 0 4-16,0-4-7 0,1 0-1 0,-2-2 3 0,1-2 1 16,1 3-16-16,-1-1 21 0,-1-2-21 15,-1 1 30-15,0-4-3 0,0-1-9 0,-1 0-5 0,0-1 5 0,1 1-4 0,-1 0 11 16,1-1-1-16,-1 0-4 0,1-1-16 0,0 0 16 0,-1 1-14 0,-1-3 22 16,1 1-3-16,-1-3-10 0,0 1-7 0,1-2 5 0,-1-1-5 15,0 2 14-15,0-2 0 0,0 0-1 0,0 0-1 16,0 0 5-16,0-3-2 0,-1 0 9 0,0 1-4 0,-1-5-5 15,-1 0-22-15,1-2 16 0,-1-1-15 0,2-1 23 0,-1 1-1 16,-1-1-9-16,3 0-17 0,-1 0 20 0,0 1-15 0,1-2 25 16,-1 1-3-16,1-2-13 0,-1 1-1 0,1-2 3 0,0 0-2 15,0-1 2-15,1 1 0 0,0-1-3 0,0-2-10 0,3 0 10 0,-1 2-7 0,1 0 13 0,1 0-3 16,2 5-3-16,-1 0-17 16,1-3 19-16,0 3-12 0,1-5 27 0,0 7-6 0,2-1-12 0,0 0-15 15,-1 2 15-15,1 1-11 0,0-1 22 0,-1 5-1 0,0 1-9 16,-1-1-16-16,1 2 19 0,0 2-16 0,1 1 21 0,-1 1-2 15,1 1-10-15,1 4-6 0,-1 0 14 0,1 2-9 0,1-1 18 0,-2 3-2 16,-1-1-8-16,1 4-4 0,-2-5 1 0,1 1-1 0,-1 1 3 16,-2 1 1-16,1 2-3 0,-2 0 4 0,-3-4 3 0,1-1-3 0,-1-2-4 0,0 0 1 15,-1 1 0-15,0-2-11 0,-1 1 15 0,1-3-12 0,-1-1 21 16,-1 0-3-16,1-2-9 0,-1-1-1 0,0 1 4 0,-1-2-2 0,2-1 9 16,-1 0 4-16,-1 0-1 0,0-2-19 0,-2-2 18 15,0 0-17-15,-1-3 23 0,1-1-7 16,1-3-10-16,-2-2-15 0,3-1 12 0,0-2-9 0,2-1 19 0,0-1 0 15,0-1-10-15,2 0-9 0,2 1 11 0,1 0-10 0,2-1 14 0,0 1-3 0,2-1-4 0,0-1-5 16,2 1 3-16,0 1-2 0,-1 2 9 16,0 3 2-16,0 1-2 0,1 0-10 0,1 3 7 0,0 0-6 0,0 0 18 0,-3 1-2 0,1 3-1 0,-5 0-13 15,-1 2 11-15,1 3-9 0,0 0 22 0,6 1-1 0,0 5-6 16,0 1-1-16,2 3 5 0,3 3-5 0,1 3 8 0,0 3-5 16,-1 3-5-1,-4 1-10-15,0-2 9 0,-2 1-9 0,1-1 12 0,-1 0-1 0,0 0-5 16,-1 3-9-16,0-2 8 0,-4 0-6 0,1-2 11 0,-3-3-2 15,0-3-4-15,-1 1-8 0,0-2 8 0,0 1-6 0,1-2 12 0,-2-1-4 16,0 1-7-16,0-1-20 0,0 0-8 0,0-2-5 0,1-2-80 0,1 0-50 0,1-2-42 0,1 2-511 0,2-3 469 31</inkml:trace>
  <inkml:trace contextRef="#ctx0" brushRef="#br0" timeOffset="135978.76">15637 6774 256 0,'-3'-3'30'0,"-1"2"461"0,2 0-171 0,-4-1 33 0,2 1-283 0,0 0 24 0,3-2-53 0,1 1 5 0,0-1-13 0,1-1-23 0,2 2-10 0,-1 1 7 0,0 1-7 0,0 0 6 16,1 2 1-16,-1 2-4 0,0 4 16 0,0 1 20 0,1 2-9 15,-2 3 49-15,0 2-12 16,-1 0-11-16,0 3-15 0,0 1 19 0,0 1-21 0,0 5 27 0,0 0-15 0,0-2-18 0,0 4-22 16,1 0 12-16,1 0-16 0,1 10 14 15,-3-3-4-15,-2 1-10 0,1 4-18 16,-1-6 23-16,4 4-22 0,2 1 28 0,-1 0-4 0,0-1-11 0,1 1-6 15,-2-9 7-15,0 1-6 0,-1-2 11 0,2-6 0 0,-3 1-6 0,1-1-22 0,-1-2 24 16,0 1-20-16,0-1 33 16,-1-5-2-16,1 0-13 0,-2-1-18 0,1-4 4 0,0-2-13 15,1 0-29-15,-1-1-7 0,1-2-14 0,1 0-83 0,-1-3-25 0,0 0-18 0,0-2-224 0,1-1 255 0,-1 2-41 0</inkml:trace>
  <inkml:trace contextRef="#ctx0" brushRef="#br0" timeOffset="136390.5">15475 7130 1068 0,'-18'0'-88'0,"10"0"248"15,5 0-11-15,0-1-4 0,2-3-99 0,1 0 26 16,0-1-60 0,2-3 17-16,1 0-8 0,0-1-17 0,3 0-4 0,0-1 7 0,-1 1-7 0,1-1 23 0,0-2-1 15,-1 2-4-15,2-5 0 16,-3 2 17-16,2 0-17 0,-1 0 22 0,-1 1 0 16,1-2-6-16,-1 1 1 0,0-3 5 0,1 2-9 0,-1-2 2 15,1 0-4-15,1-2-8 0,-1 0-19 0,2 1 20 0,-1-1-22 16,1-2 24-16,0 4-2 0,0-1-10 0,1 2-2 15,0 1 12-15,-2 3-12 0,1 0 18 0,-4 5-2 0,1-2-7 0,-2 4 10 16,-1 0 5-16,0 3-5 0,-1 1 4 0,0 0-6 0,0 0-5 16,0 0-11-16,1 1 7 0,-1 2-6 0,2 1 6 0,-1 1-5 15,1 0-4-15,0 2-16 0,0 1 14 0,3 2-10 0,-5 1 21 16,0 0-5-16,0 2-8 0,0 1-17 0,2 1 14 0,3 1-11 16,-1 0 24-16,2 0-2 0,-1-1-8 0,2 0-11 0,1 0 10 0,1 0-8 15,-1-2-3-15,2-2-21 0,1 1-23 0,0 1-83 0,2-3-21 16,-1 1-19-16,0 2-229 0,0-1-100 0,2-2-114 0</inkml:trace>
  <inkml:trace contextRef="#ctx0" brushRef="#br0" timeOffset="136847.03">15437 7685 966 0,'-3'-2'90'0,"0"1"9"0,3-1 64 0,2 1-38 0,1 1-34 0,1-1-32 0,2 1 38 0,1 1-38 0,2 2 49 0,1 0-21 0,0 3-29 0,1 1-37 0,2 3 24 15,-1-1-30-15,0 4 37 0,-1 0-14 16,1-1-16-16,-2 3-20 0,0-2 19 0,-2 2-18 0,1 2 34 16,-3-3-11-16,1-1-15 0,0-2 1 0,0-4 2 0,-1-1 1 0,0 0 25 15,0-2-8-15,-1 0-1 0,-2 0-28 0,-2-2 20 16,1 0-20-16,1-4 62 0,5-3-5 0,1-2-7 0,2-5-37 15,2-3 25-15,2-2-33 0,3-3 29 0,0 0-13 16,0 1-18-16,-1-1-7 0,-2 3 6 0,0 0-4 0,-1 2 10 0,-1 4-2 0,-1 2-7 16,-2 0-12-16,-2 3 10 0,-3 3-8 0,1 1-2 15,-3 2-21-15,1 0-24 0,-2 2-83 0,1 0-36 0,-1 3-17 16,2-1-358-16,-1 4 341 0,2 0-77 0</inkml:trace>
  <inkml:trace contextRef="#ctx0" brushRef="#br0" timeOffset="137310.1">16514 7048 1024 0,'-7'-7'162'0,"0"1"73"0,2 1-103 0,-1-1 55 15,1 2-38-15,-2-1-53 0,-1 2-28 0,-1 0 25 16,-1 1-34-16,-4 2 20 0,0 0-12 0,-1 1-24 0,0 4-17 0,0 0 19 0,0 2-24 16,0 3 23-16,1-1-7 0,1 1-13 0,-1 0-22 15,4 1 26-15,-1 2-26 0,0 2 37 0,2 5-11 0,0 3-17 16,1 4-17-16,0-2 14 0,1-1-14 0,-1 2 27 0,2-3-5 15,-1-2-11-15,1 2-13 0,4-2 15 0,1-2-14 0,1 0 22 16,0-5-4 0,3-1-9-16,1 0-8 0,0-4 8 0,2-1-8 0,-1-2 12 0,1-1-1 0,0-1-4 0,-1 1-13 15,0-2 14-15,-1-1-10 0,0-2 26 0,-2-1-6 0,1 0-7 0,-2-1-3 16,2 0 5-16,-3-3-1 0,0 1 5 0,0-3 0 0,-2-1-5 0,0 0-12 16,-1-1 11-16,-1 0-9 0,1-1 19 0,1-1-4 0,-2 2-6 15,2-1-6 1,0-1 0-16,0 0-2 0,1 1 2 0,-1 3-1 0,2-1 1 0,0 1-21 0,2 1-5 0,-1 2-6 0,0-2-38 15,0 2-12-15,1-1-13 16,2 1-91-16,-1-2-55 0,1-1-11 0,4 0-365 0,2 1 371 0,5 0-61 16</inkml:trace>
  <inkml:trace contextRef="#ctx0" brushRef="#br0" timeOffset="137495.23">16591 7096 1372 0,'-2'9'305'0,"-2"7"-220"0,0-2 62 16,2 3-23 0,1-5 3-16,1 1-31 0,2-3-38 0,0 1-14 0,3-2-11 0,1 1-33 0,-1-2 14 0,2 0-17 0,-2-1 19 31,0-5 1-31,1 2-11 0,-2 0-14 0,1-3 13 0,-5 3-18 0,0-2-45 0,0-1-50 0,-2 0-35 0,6-2-309 16,0 1 264-1</inkml:trace>
  <inkml:trace contextRef="#ctx0" brushRef="#br0" timeOffset="137622.37">16533 6843 1216 0,'-10'0'277'0,"-5"0"-204"0,3-1 58 0,1 1-24 16,4 0-4-16,2 1-20 0,3-1-65 0,2 0-7 0,0 0-15 0,5-1-16 0,3-2-14 0,1-2 2 0,3 1-133 16,1-2-108-16,4 1-39 0</inkml:trace>
  <inkml:trace contextRef="#ctx0" brushRef="#br0" timeOffset="137955.2">17011 6739 1034 0,'-9'7'253'0,"-4"0"-166"0,-2 1 70 0,0 5-10 16,-3-2 0-16,-1 1-23 0,-4 3-42 0,2-3-11 0,1 1-16 15,0 1-34-15,5 0 19 0,0-1-27 0,3 1 27 0,3-2-9 16,1-1-13-16,1-2-19 0,3 0 16 0,1-2-17 0,2-2 23 15,1 1-6-15,1 0-13 0,3-2-8 0,0 0 12 16,2-1-10-16,1 3 24 0,-1-3-3 0,2 3-6 0,3-1 0 16,1 1 2-16,2-1-2 0,3 3-3 0,1 0-1 0,1-1-5 0,4 1-3 15,-1 0 7-15,-1-1-7 0,2 4 9 0,-4-5-1 16,0 0-4-16,-1-1-7 0,-2 1 9 0,-2 3-8 0,-1-1 16 16,-2 1-7-16,-2 2-6 0,0 2-4 0,-6 1 11 0,-2-4-3 15,-2 3 21-15,-3-2-5 0,-2 1-9 0,-2 2 15 0,-1-1 7 0,-1-2-1 16,0 2 4-16,-1-2-7 0,-1 0-9 0,-2-1-18 15,2 0 12-15,-1 0-12 0,2-2 18 0,1-2-8 0,1 1-5 0,1-5-12 16,0 1 5-16,3-2-4 0,-1-2 10 0,2-3-3 0,0-4-6 16,3-2-45-16,1-4 6 0,5-1-20 0,0-2-48 0,4-1-23 0,0-1-32 15,4-3-138-15,0-1-90 0,3-2 16 0,-1-1 94 0</inkml:trace>
  <inkml:trace contextRef="#ctx0" brushRef="#br0" timeOffset="138258.12">17262 6966 776 0,'5'0'60'0,"2"0"42"0,0 0 3 0,0-1-9 0,0-1-10 16,1 1-9-16,-1-1-25 0,2-2-23 0,0-1 30 0,1-1-36 15,1 0 31-15,1-2-12 0,-1-1-20 0,3-1-24 16,-2-1 24-16,-2-1-23 0,1-1 55 0,-2 0-5 0,0 1-12 0,0-2-10 16,0 0 17-16,-2 1-19 0,-2-3 19 15,-1 4-11-15,-1-3-13 0,-3 3 0 0,0-1 3 0,-3 3-3 0,-2-1 16 16,-2 2-5-16,0 2-7 0,-2 2-1 15,0 2 6-15,-3 3-7 0,0 5 9 0,1 3-5 0,-3 2-9 0,0 4-4 16,0 3 12-16,1 2-10 0,0 4 37 0,3-1-7 16,2 2-1-16,2-1-16 0,1 3 9 0,2-1-9 0,2 0 10 0,1-3-5 0,1-5-10 15,3 0-13-15,3-2 9 0,3-2-9 16,1-3 7-16,4 2-3 0,4-3-7 0,1-4-16 0,4-1 16 0,1-3-13 0,0-1 22 16,4 0-4-16,0 0-12 0,2 0-51 0,-2 0 7 0,-1 1-22 0,-4-1-54 15,-8 0-42-15,-2-1-44 0,2-1-455 0,3-1 434 16</inkml:trace>
  <inkml:trace contextRef="#ctx0" brushRef="#br0" timeOffset="139429.76">11829 10128 256 0,'-11'0'34'0,"5"0"508"0,3 1-198 0,1 1 24 0,0-1-291 0,2 0 13 0,0-1-40 0,3 0 2 0,0 0 0 0,2 0-6 0,1 0 0 16,2-1 11-16,2 0-14 0,4-1 9 0,-1 0-12 0,3 1-13 16,3-2-21-16,0 2 21 0,1-1-20 15,4 2 31-15,-2-1-2 0,1 0-15 0,4 1-6 0,0 1 15 0,0 2-19 0,3 1 8 16,-2-1-7-16,-7 3-6 0,5-4 4 15,1 1 4-15,2-3 0 0,11 0 10 0,-1 1-5 0,3-1-9 16,9 0-11-16,2 0 11 0,2-1-11 0,4-1 15 0,-11-1-2 16,-1 1-9-16,-1-2-7 0,-7 3 7 0,5-3-6 0,1 0 16 15,1-2-3-15,2 2-5 0,4-1-16 0,-5 3 13 0,-2 2-9 0,-5 0 22 16,-6 0-3-16,-1 0-10 0,-1 0-14 0,0 0 15 0,1 0-11 0,-1 0 18 16,-2-3-1-16,2 2-8 0,1-1-5 0,-1 0 9 0,-4 1-7 15,0-1 9-15,-5 1-1 0,0-2-6 0,-2 0 0 0,-1 0 2 16,-1-1-1-16,-2-1 3 0,-2-3-4 0,-6 1-1 0,-1-1-35 0,-3 0-1 15,1-1-11-15,4 2-41 0,-3 0-14 0,1 0-17 0,-3 0-104 16,-1 2-69-16,-2 0-10 0,0 2 5 0</inkml:trace>
  <inkml:trace contextRef="#ctx0" brushRef="#br0" timeOffset="139744.44">13477 9812 1711 0,'-19'0'-109'0,"7"-1"280"15,3 1 3-15,2-2-16 0,2 2-45 0,2-1 29 0,2 1-63 0,1-1-24 16,0 1-15-16,1-2-25 0,3 0-20 16,1-1 10-16,3 3-12 0,2-2 15 15,3-1 3-15,0 2-6 0,4 1-13 0,0 0 13 0,1 1-15 0,3 2 18 16,-2-1-1-16,0 3-7 0,3-1-3 0,-2 0 6 0,-2 0-5 0,-3 1 9 0,-5 2 2 16,0-1-5-16,0 2-6 15,3 1 5-15,1-2-8 0,3 4 12 0,-1 0-1 16,0 1-2-16,1 3-10 0,-3-1 9 0,-1 0-10 0,2 0 16 0,-3 2-1 15,1-4-5-15,1 1-17 0,-3-3 18 0,-1 1-15 0,-1 0 29 0,-3 2-5 0,-3-2-8 0,-1 1-6 16,-2 0 7 0,-1-2-1-16,-1 0 37 0,-4 0-7 0,1 2-1 0,-3 1-31 0,-1-1 20 0,-1-1-20 0,0 0 23 0,1-2-5 15,-1-1-13-15,0 1-12 0,-1-2 9 0,0 0-9 0,1-2 6 16,-12 3-48-16,7-6-54 0,-1 1-26 0,-2-2-7 0,0 0-168 16,2-1-128-16,0 2-92 0</inkml:trace>
  <inkml:trace contextRef="#ctx0" brushRef="#br0" timeOffset="140299.53">12041 9858 632 0,'0'-4'70'0,"-1"-1"74"0,1 1 25 0,0 0-27 0,0 0 10 0,-1 1-15 0,0-1-39 0,0 1-2 0,-1 2 28 0,-1-2-38 0,0 2 28 0,0 1-16 15,-2-1-24-15,-2 1-12 0,-2 2 5 0,0 1-15 0,-3 2-8 16,0 1-10-16,-2 0-10 0,-3 3-9 0,0 0 7 0,0 2-9 15,-4 2 11-15,3 2-7 0,0-1-8 0,-1 6-7 16,4-4 5-16,-1 0-5 0,0 1 5 0,2-4-2 0,0 3-1 0,-1 2-18 16,3-2 15-16,0 1-14 0,2-1 33 0,2-1-6 15,1-3-11-15,0 2-14 0,3-2 13 0,-1-1-12 0,2 1 18 16,1-2 1-16,1-2-9 0,-1 1-17 0,2-1 17 16,0-2-12-16,2 0 28 0,-1-1-6 0,1 1-12 0,2-1-9 0,2-1 14 15,1-2-7-15,1 1 14 0,-1-1 1 0,4 0-7 0,2-2-4 16,2 0 10-16,2 0-9 0,-2-2 10 0,1 1 0 0,-1 0-8 0,1-1-14 15,1 2 16-15,1-1-14 0,2 0 22 0,1 1-2 0,-1 0-8 0,1 1-34 16,3 2-12-16,-2 1-11 0,2 1-108 0,-1 2-101 0,0 5-65 16</inkml:trace>
  <inkml:trace contextRef="#ctx0" brushRef="#br0" timeOffset="140868">12303 10767 1055 0,'-15'-5'276'0,"5"0"-191"0,-2-3 95 0,-1 2-76 0,2 1 38 0,1-1-45 0,0 1 14 0,2 1-23 0,0 2-39 0,-1-1-26 0,1 2 23 16,2 1-28-16,-2 3 44 0,1 0-10 0,4 5-13 0,-2 2-12 16,0 1 8-16,0 3-13 0,-6 2 14 0,2 0-5 0,0 2-8 15,1 3-10-15,4 1 15 0,0 0-16 0,2 3 22 0,1-3-14 16,1-1-10-16,1 1-6 0,1-3 1 0,2 2 2 0,0 0 4 16,2-7-6-16,0 0-3 0,1-4-14 0,1 1 14 15,-1-4-11-15,0 0 26 16,-2-3-6-16,0-2-11 0,-1 1-12 0,-2-2 17 0,0-1-12 0,-1 1 26 0,0-1-2 0,-1 0-11 0,0 0-6 15,0-1 16-15,-1-2-11 16,-2 1 16-16,-1-3-7 0,-2 0-8 0,-2-3-4 0,-1 1 1 0,-1 0 1 16,0-1 0-16,-1 0 1 0,2-1-2 0,-2-1-5 0,1 1 2 0,0 0-4 15,1-1 4-15,1 2 1 0,1 1 0 0,1 2-2 0,1-1 1 16,0 3-2-16,3 0-1 0,0 1-4 0,1 0-2 0,1 0-64 0,0 0 3 16,0 0-21-16,1 1-36 0,1-2-19 0,1-1-24 0,3 2-194 0,1-6-131 15,-1 0-27-15</inkml:trace>
  <inkml:trace contextRef="#ctx0" brushRef="#br0" timeOffset="141230.91">12433 10732 1203 0,'-4'7'59'0,"0"-3"69"0,3 2-78 16,1 0 96-16,1 2-37 0,4 0-49 0,0 2-11 0,2-1 9 15,0-1-12-15,2 1 19 16,0 0 2-16,0 0-5 0,0-2-13 0,0 0 16 0,1-2-25 16,0 2 14-16,-1-1-14 0,1-3-16 0,1-1-5 0,-1-2 14 15,2-2-13-15,1 0 12 0,-2-2-5 0,1 0-15 0,0-2-11 16,-2 1 8-16,0-3-11 0,-1 0 11 0,-1 1 2 0,-2 0-7 0,-2 1-6 0,1-2 13 16,-3 0-13-16,-4-1 13 0,-2 3-2 0,1 0-8 0,-3 1-1 15,9-1 8-15,0 4-8 0,-1-1 16 0,3 2-6 0,-7-2-7 0,1 1-8 16,0 1 10-16,-1 1-7 0,1 0 11 0,0-2 0 0,1 2-9 15,0 0-1-15,1 0 3 0,-1 0-2 0,1 0 0 16,0 0 1-16,0 0-1 16,1 2-12-16,2-1 15 0,-4 1-10 0,0 1 17 0,0 0-2 0,1 0-8 15,5 1-11-15,0-1 13 0,1 1-9 0,0-2 16 0,-2 0-4 0,2 0-9 0,0-1-95 0,2-1-12 16,1 2-34-16,1-2-132 0,0 0-45 0,1-4-34 0</inkml:trace>
  <inkml:trace contextRef="#ctx0" brushRef="#br0" timeOffset="141502.81">12940 10721 1546 0,'-2'4'127'0,"1"0"-3"16,1-1-7-16,0 0-34 0,1 1 1 0,-1-3-30 16,2 0-11-16,0-1-45 0,-2 2 19 0,2-2-18 0,-1 0 36 0,1-2-4 0,1 0-11 15,-1-1 0-15,0-1 16 16,0-2-14-16,1 0 22 0,0-1-3 0,-1-2-11 0,4-1-11 15,1-4 13-15,1 1-17 0,3-4 21 0,1 0-9 0,3 0-10 16,2-1-13-16,1 4 18 0,-2-1-16 0,3-2 38 0,-1 5-8 16,-1-2-12-16,2 4-8 0,-9 4 9 0,-2 2-10 0,1 4 16 15,-2 1-6-15,5 4-7 0,0 0-10 0,-1 0 9 0,0 4-11 16,0-1 14-16,-2 2-7 0,-1 1-6 0,-1-2-11 0,-3 1 11 16,1 3-8-16,-3-1 13 0,-1 2-5 0,0 1-7 0,-1-1 0 15,0-2-12-15,0 2 4 0,-1-1-51 0,0-2-17 0,1 0-15 16,0-1-152-16,2-1-175 0,5-1 0 0</inkml:trace>
  <inkml:trace contextRef="#ctx0" brushRef="#br0" timeOffset="176763.45">9681 16148 256 0,'0'0'28'0,"0"-1"411"0,0-1-183 0,0 2 14 0,0-1-246 0,0 1 25 0,0 0-29 0,0 0 69 0,0 0-37 0,3 0-2 0,-1 1 0 0,-3 2 5 0,1-1-5 0,0 1 16 0,0 1-5 15,5 0-5-15,0-1-8 0,1 1 14 0,0 0-11 0,2 0 12 0,-1 1-17 0,3 1-15 0,4 1-26 16,1-1 14-16,-1 2-13 0,1 0 12 0,-1 1 0 16,0 0-6-16,-1 0-17 0,2 2 12 0,-2-1-13 0,3 2 19 0,-1-1-2 15,0 0-8 1,2 0-8-16,-2-1 9 0,-1-2-6 0,0-2 11 0,-2 2 0 0,0 0-6 0,-2 3-21 0,0 0 20 0,-1-2-18 16,0 1 9-1,-1-3 0-15,-1 2-20 0,-1-5-48 0,1 1-5 0,-2-3-21 16,0 2-81-16,1-2-17 0,-2-1-22 0,0 1-71 0,3-2-62 15,1 0-2-15</inkml:trace>
  <inkml:trace contextRef="#ctx0" brushRef="#br0" timeOffset="177127.39">10373 15897 1246 0,'-4'0'263'15,"2"0"58"-15,-1 0-185 0,0 0-64 0,1 2-15 0,0 1-18 16,-2 1-23-16,1 4 13 0,-1-2-17 0,0 2 23 0,1-1-9 16,0 1-11-16,-2 3-24 0,2 1 20 0,-2 0-17 0,2 3 23 15,-2 0-3-15,1 3-11 0,-1 1-9 0,1 3 24 0,-1 1-18 16,1 4 23-16,0 0-2 0,1 2-18 0,0 3-5 0,-2 7 8 15,-1 2-8-15,-1-2 8 0,-1 1-3 0,-1-3-3 0,1 2-7 16,0-2 6-16,0-1-4 0,2-2 12 0,-1 0 1 0,2-4-6 0,0 4-10 16,0-1 13-16,0-2-11 0,0 1 17 0,0-2-1 0,1-2-9 0,-1-2-18 15,1-4 20-15,2-2-17 0,3 0 22 0,-2-4-10 0,1 1-17 16,0-3-11-16,-1-3-5 0,2 0 1 0,2-2-17 0,1-2-9 16,-1-2-7-16,2 1-62 0,-1-5-23 0,-1 1-5 0,2 1-77 15,-2-3-26-15,1 0-10 0</inkml:trace>
  <inkml:trace contextRef="#ctx0" brushRef="#br0" timeOffset="177576.34">10759 16286 639 0,'0'3'158'0,"1"-3"377"0,2-2-475 0,1-1 5 0,-1-3-58 0,2 3 3 0,-1-3 3 0,-2 1-3 0,4 0 20 0,-2 0-4 0,2 1 4 0,1 0 6 0,1 1 0 0,-2-1 3 0,3-1-15 16,-1 2 26-16,1-1-21 0,0 2 25 0,1 0-10 0,0-1-15 0,1 0-24 15,0 0 18-15,-1 0-16 0,1-1 15 16,0 2-5-16,1-1-16 0,1-1-7 0,0 1 6 0,2-2-5 0,-1 2 11 0,-3-2 3 15,0 2 1-15,0 0-31 0,0-1 16 0,0 2-22 0,-2 2-6 0,-2-2-17 16,-1 2-26-16,0 0-82 16,-3 2-4-16,0-2-21 0,-3 2-71 0,0 2-36 0,-1-1-36 0</inkml:trace>
  <inkml:trace contextRef="#ctx0" brushRef="#br0" timeOffset="177753.41">10861 16499 696 0,'2'-3'351'0,"4"4"-207"0,2-1 244 16,0-2-347-16,-1-1 5 0,1 2-40 0,2 0-18 0,-2-2-10 0,0 2-7 0,1-2-18 0,-1 2 0 0,2 0 0 0,0-1-32 16,0 2-16-16,-1-1-24 0,0 0-75 0,-1 0-18 0,1-2-18 31</inkml:trace>
  <inkml:trace contextRef="#ctx0" brushRef="#br0" timeOffset="178749.94">11668 16145 439 0,'-3'0'270'0,"2"-1"-135"0,0-2 163 0,-1 1-182 0,0-1-3 0,4 1-48 0,0-1 29 0,1 2-10 0,1-2-21 0,-6 2-19 0,2 1 26 0,0-1-29 0,0 1 24 0,0 0-12 0,0 0-18 15,0 0-24-15,0 0 17 0,0 0-16 0,0 0 16 0,0 0 1 16,0 0-8-16,0 2-15 0,0 3 19 0,2-1-18 0,-1 3 15 16,0 2-1-16,1 0-11 0,-3 0-24 0,-1 2 24 0,1 1-21 15,-1 2 22-15,4 1 0 0,0 0-12 0,-1 5-13 16,1-2 21-16,-1 1-16 0,2 1 26 0,-3-7-3 0,0 2-11 0,1-1-15 0,-1 2 14 15,2 0-11-15,-2 0 21 0,2-3-3 0,-1-2-8 16,2-1-13-16,-2-1 12 0,1 0-11 0,-1-2 19 0,0 0-2 0,0-1-6 16,0-3-5-16,1 3-1 0,-2-3-1 0,0-1 11 0,-2-1 0 15,1 0 4-15,1-1-14 0,-1 1 8 0,1-1-7 0,-2 0 9 0,1-1 0 16,0 0-4-16,-2 0-11 0,1-2 15 0,0-2-9 0,-1-1 18 16,-1-1-3-16,1-1-10 0,-1-2-2 0,1-1 3 0,0-1-3 15,4 1 6-15,0-1 7 0,2-1 4 0,1 1-25 0,-4-3 24 0,0 1-21 16,1 0 32-16,1 3-6 0,-3-1-16 0,-1-3-2 15,2 0 5-15,-1-5-4 0,4 2 9 0,0 0-1 0,2 2-3 16,0-1-16-16,1 1 17 0,1 1-14 0,-1 1 25 0,2-1-4 0,0 3-11 0,1-2-4 16,1 3 5-16,0 1-4 0,2-1 8 0,-1 2-1 0,-2 3-2 15,0-2-17-15,-1 3 20 0,0-2-16 0,-1 3 32 0,0-1-9 16,-1 2-10-16,1 0-8 0,-2 1 2 0,2 2 0 0,0 0 6 0,-1 1 0 16,0 3-4-16,1-1-4 0,-1 3 3 0,0 0-3 0,1 2 8 15,-2 0 0-15,2-1-2 0,-1 4-9 0,-2-1 6 0,1 0-5 16,-1 2 11-16,0-2 0 0,-1 0-3 0,0 0-20 15,0-1 22-15,-1 2-19 0,0-4 27 0,0 0-5 16,1-2-13-16,-2 1 3 0,0-2 1 0,-1 0 0 0,1-2 5 0,-1 0-2 0,0-2-5 16,0 1-13-16,0-1 19 0,0 0-13 0,0 0 25 0,0 0-4 0,0 0-10 0,0-3-10 15,0 1 9-15,0-3-7 0,-1-2 19 0,1 0-1 0,1-2-8 16,1-4-13-16,2 0 15 0,1-2-13 0,2-1 19 0,2 2-2 16,1-1-7-16,3 0-2 15,2 1 7-15,1 1-4 0,0 0 12 0,-1 3-2 0,2 1-6 0,-2 1-8 0,0 2 14 0,0 0-10 16,-2 3 25-16,0 0-10 0,-2 1-6 0,-1 2-13 0,-5 0 2 0,0 1-1 15,0 4 13-15,-1 0 2 0,4 1 0 0,0 2-10 16,1 1 8-16,-1 1-11 0,1 1 4 16,0 0-1-16,-1 3-2 0,1-1-7 0,1 4 7 0,-1-1-6 0,-1 3 12 0,-2 2-5 0,-1-1-5 0,0-2 0 15,2 2 0-15,-1-2 0 0,-1 1 4 0,1 0-6 0,-2-1-2 16,1 1-35-16,2-4 0 0,-1-3-11 0,2-4-40 0,1-3-23 16,1 0-24-16,3 0-178 0,-1-1-30 0,4-3-42 0,3-1 94 0</inkml:trace>
  <inkml:trace contextRef="#ctx0" brushRef="#br0" timeOffset="179424.59">13202 15843 764 0,'-7'0'-410'0,"2"0"832"0,1-2-115 0,-2-2-133 0,1-1-88 0,1 1 22 0,-1 0-41 0,2 1 38 0,1 0-13 0,-2 1-24 0,1 1-31 0,0 1 29 0,3-1-35 0,1 1 35 15,1 0-8-15,-1 2-13 0,-4 2-31 0,-3 0 21 0,-1 4-21 16,0-2 20-16,-2 0-7 0,0 3-18 0,-1 4-15 0,-3 4 15 0,1 3-13 16,-1 2 15-16,0 0-1 0,-2 1-7 0,1 2-18 0,-3 1 13 15,0 1-14-15,0 1 17 0,-1 0-5 0,0-1-10 0,-1 3-28 16,1 0 10-16,3 2-13 0,-1 0-7 0,4 0-11 0,0-6-18 0,1 0-67 15,1-2-19-15,1-4-3 0,1 1-60 0,1-6-20 0,3-3-16 16</inkml:trace>
  <inkml:trace contextRef="#ctx0" brushRef="#br0" timeOffset="179679.22">12862 15823 738 0,'-11'6'227'0,"2"-1"-150"0,0 2 91 0,0-2-102 16,1 1 15-16,1 0-34 0,-2 5 58 0,3 3-5 0,-1-1-9 15,1 2-20-15,2-2 12 0,0 1-27 0,1-1 6 0,2-1-6 16,0 3-6-16,1-3-23 0,2 2 15 0,1 3-16 16,3 0 20-16,0-1-14 0,2 2-13 0,2 1-19 0,1 2 1 0,1-1-1 15,2-2 10-15,-1-2-5 0,3-1-4 0,3 0-11 0,1 3 14 0,2 2-10 16,-1-2 12-16,-1 1-6 0,-2 0-18 0,0-2-14 0,0-3 9 15,-1-2-10-15,-1-3-16 0,-2 0-23 0,0 3-23 0,0-4-158 16,-1-2-40-16,-1-5-29 0,5 1 70 0</inkml:trace>
  <inkml:trace contextRef="#ctx0" brushRef="#br0" timeOffset="180011.46">13557 15711 543 0,'-2'17'308'0,"-1"-3"-160"0,3 0 209 0,0 1-271 15,0 2 5-15,2 2-50 0,2 4 17 0,3-3-5 0,-1-1-14 16,2 2-39-16,-2 0 15 0,1-1-27 0,1 1 11 0,0-4-7 0,1-1-6 0,1 0-30 0,-1-1-15 0,0 0 2 16,-2-1-43-1,-1-1-12-15,-6-3-14 0,0-1-81 0,-1 0-36 0,0 0-18 16</inkml:trace>
  <inkml:trace contextRef="#ctx0" brushRef="#br0" timeOffset="180170.42">13430 16084 1094 0,'21'0'274'0,"0"-3"87"15,0-2-256-15,6-3-74 0,-1 2-13 0,3-3-19 0,4-1-13 0,-1-2-38 16,-4-3 17-16,3 1-195 0,-3-3-12 0,0 1-39 0,4-6-62 0,1-3 186 16</inkml:trace>
  <inkml:trace contextRef="#ctx0" brushRef="#br0" timeOffset="180693">14247 15436 1305 0,'-24'14'-512'0,"14"-5"958"0,1-3-139 0,0 2-176 0,0-1-72 16,2 1 19-16,-1 1-16 0,3 0 41 0,-1 2-15 0,1-2-15 0,0 1-46 15,2 1 16-15,5 0-20 0,1 3 14 0,1-1-11 16,-1 3-12-16,-3 1-17 0,0 2 13 0,1 0-10 0,-2 2 23 0,-2 2-4 15,3 0-11-15,-2 2-22 0,3 1 19 0,1-3-17 0,-3-1 26 16,2-4-3-16,0-5-9 0,0-2-8 0,1-1 6 0,-1-2-6 0,2 1 8 16,-2-1-2-16,0-3-6 0,0 0-11 0,-1-1 12 0,1-2-9 15,-1 0 20-15,0-2 2 0,1 1-5 0,-1-1-12 16,0-1 13-16,0-1-12 0,0-2 19 0,0-1-3 0,1-2-8 0,2-2-6 16,-1-2 7-16,1 2-5 0,2 2 11 0,-1-2 1 0,3 1 0 0,1 3-9 15,1-1 10-15,2 2-9 0,4 1 17 0,-2-1 2 0,2 3-3 16,2 0 7-16,-3 1 11 0,2 2-8 0,0 0 2 0,-3 1-5 15,2 3-10-15,0 1-11 0,0-3 6 0,2 1-6 16,-1 0 8-16,-2 2-6 0,0 4-3 0,-1 1-7 0,-2 1 2 0,1-2-1 0,-1-1 8 16,0 1-3-16,0-1-7 0,2 1-27 0,-1 0 20 0,-1 0-16 15,2 2 30-15,-1-3-5 0,0 0-10 0,2 1-24 0,-1-1 18 16,0 0-15-16,-3 2 28 0,-2-3-4 0,-3 0-10 0,-5-3-3 16,-3 0-8-16,-3 0 4 0,2-1-7 0,1 0 6 0,-3-1 4 0,-4 1 20 15,-7-1-1-15,-1-2 6 0,-1 2 5 0,0-3-1 0,1 1-3 16,-3-1-22-16,2 0 10 0,-2-1-17 0,-1 0-17 0,-1-1-1 15,0 0-10-15,-1 1-22 0,2 0 2 0,-1-2-7 0,1 2-21 16,2 0 2-16,3 0-11 0,0 0-8 0,3 0-11 0,3 2-2 0,5-2-83 16,4 0-33-16,2 0-29 0</inkml:trace>
  <inkml:trace contextRef="#ctx0" brushRef="#br0" timeOffset="181728.33">15723 16033 1513 0,'-36'15'-202'0,"25"-9"424"0,2-3-81 0,4-3-72 0,1 1-52 0,3-1 0 0,1 0-2 0,5-1 23 0,0 0 8 0,3-2-4 0,3 1-8 0,4-4 21 16,3 1-27-16,1-2 23 0,2 0-5 0,3 1-6 0,2-2-8 16,3 0 4-16,5-1-6 0,4 3 0 0,2 0-7 0,5 1-4 0,5 1-16 15,-1-1 8-15,-2 2-6 0,1-2 12 0,1 1-8 0,0-1-7 16,12 2-3-16,-1-2 2 0,3 3 0 0,3-1 7 0,-4 1-3 15,-1-1-3-15,0 0-7 0,-1-2 4 0,2 1-3 0,2-2 9 16,-1 1-7-16,-3-1-9 0,-1-3-23 0,-6 0-2 0,-4 0-3 0,-4-2-12 16,-3 4 6-16,1-1-1 0,-1 2-6 0,-2 3 11 0,0 2-9 15,-4 0 5-15,-3-1-23 0,-1-3-17 0,-1 1-128 16,-4-1-7-16,-3 0-33 0,-10-3-140 0,4 1 234 0,0-4-37 0</inkml:trace>
  <inkml:trace contextRef="#ctx0" brushRef="#br0" timeOffset="182010.68">17171 15535 1855 0,'1'5'-141'16,"5"-4"319"-16,-1 0-54 0,4-1-50 0,5 3-40 0,1-2 21 16,2 2-22-16,5 0 59 0,-2 3-18 0,0-4-13 0,4 3-49 0,0-2 17 0,4 2-29 15,4-1 15-15,3 0-2 0,1 1-8 0,5 1-14 0,4 1 13 16,-2 0-11-16,-6 2 21 0,0 1-3 0,-2-1-7 0,3 3-21 15,3-1 23-15,-3 1-18 0,0 2 30 0,-4 0-7 0,-1 2-13 0,-3 3-5 16,-2 4 7-16,-4 1-3 0,-4 2 12 0,-6-1 1 0,-5-3-4 16,-6 2-28-16,-3-1 20 0,-3 0-19 0,-8 1 31 0,-4-4-4 15,-5 0-10-15,-6 2-7 0,-3 0 11 0,-2-3-7 16,-3 0 16-16,1 1-5 0,-2-1-4 0,-4 1-34 0,-2 0 8 0,0-3-14 0,-2 1-7 16,6-1-11-16,2 0-12 0,-1 2-60 15,3 0-20-15,1-1-7 0,6-1-70 0,8-2-7 0,6-2-3 0</inkml:trace>
  <inkml:trace contextRef="#ctx0" brushRef="#br0" timeOffset="183893.18">20220 15695 217 0,'-14'10'348'0,"5"-5"-151"0,1-2 228 0,-1-3-291 0,3 0-47 0,1 1-67 0,1-1 34 0,-1 0-8 0,2-1-8 0,0 1-19 0,0 0 15 0,2-2-16 0,-1 1 26 0,1 0-6 0,1 1-13 0,0 0-22 16,0-2 18-16,0 2-22 16,1 0 13-16,0 0 0 0,1-1-7 0,3 1-12 0,-2 0 23 0,3 1-20 0,1 1 38 15,1 0-9-15,0 0-17 0,3 0-13 16,-2 1 18-16,0 0-15 0,1 0 30 0,-1 2-1 0,3 0-10 0,0 3-17 15,3 0 26-15,-1 1-26 0,4 1 36 16,1 1 0-16,-1 1-16 0,2-1-10 0,1 1 21 0,0-2-22 0,0 0 21 0,1-3-10 16,-1-2-14-16,0-1-5 0,2 2 0 15,-2 1 0-15,3 2 5 0,-5-2-2 0,0 1-1 0,-4 0-1 16,-4 1-4-16,-1-2 2 0,-1 0-7 0,2-1-9 0,0 0-7 0,-1 2-37 0,1 0-14 16,-4-1-1-16,0 2-33 0,-1-1-4 0,-2 0-1 15,1-1-47-15,-1 0-12 0,1-3-10 0,-2 0-103 0,2-2 165 16,2-1-19-16</inkml:trace>
  <inkml:trace contextRef="#ctx0" brushRef="#br0" timeOffset="184277">20903 15592 1097 0,'-1'-4'212'0,"-1"1"-66"0,0-1-21 0,0-1-63 0,-1 1 14 0,1 0-3 0,1 1-19 16,0 1-11-16,0-2 24 15,0 3-33-15,0-1 13 0,1 1-11 0,-2 0-13 0,2 1-1 16,-1 0 4-16,1 0 0 0,0 0 20 0,0 1-4 0,0 2-3 0,-1 0-30 16,-1 4 27-16,0 1-22 0,-2 3 42 0,1 2-15 0,0 0-17 15,-1 3-20-15,0 2 21 0,0 1-15 0,1 4 24 0,-2 2-6 0,1 4-16 0,-2 5-12 0,0 0 9 16,-1-2-9-16,0 3 12 15,0-1-3-15,0 1-9 0,-1 4-11 0,-2-1 13 0,1 0-9 16,1-1 23-16,0-2-5 0,2 1-6 0,0-1-6 0,-1 1-1 0,1 1 0 16,1-5 3-16,0 0 5 0,1-3-1 0,0-3-16 0,1 3 9 15,-1-2-12-15,0-6 11 0,-1-3 1 0,1-2-2 0,-1-1-11 16,1-2 10-16,1 0-10 0,-1-1 6 0,2-1-7 0,1-1-11 0,0 0-46 0,1-2 6 0,0-1-15 0,1-1-25 16,0-3-14-1,0-3-19-15,-1 2-84 0,1-2 7 0,0-2-26 0,2 0-71 16,2-6 185-16,6-1-26 0</inkml:trace>
  <inkml:trace contextRef="#ctx0" brushRef="#br0" timeOffset="184756.77">21408 16002 1038 0,'-6'2'121'0,"0"0"148"0,2-1-165 0,1-1-19 0,0 0-33 0,3 1 15 0,-1-1 11 0,1 0-12 0,0 0-1 0,1-1-14 0,2 0-18 0,0-1-18 0,1 1 12 0,3-4-13 0,1 1 22 15,0-2-4-15,2 2-10 0,2-2-14 0,2-2 17 16,-1 0-14-16,3 0 14 0,1 1-3 0,0-1-11 0,2 0-9 0,1-1 9 0,0 1-8 16,-5-3 8-16,-2 0-2 0,1 1-6 0,0-2-13 15,7 2 9-15,0 1-9 0,-2 4 19 0,-1 0-3 0,-2 1-3 0,-2-1-4 16,1 1-2-16,-3-1-1 0,-1 3-14 0,0 1-7 0,-4 1-6 0,1 1-35 16,-2 2 7-16,-3 1-15 0,1 0-39 0,-2 2-18 15,-2-2-31-15,0 0-99 0,-1 0-41 0,-1 2-20 0</inkml:trace>
  <inkml:trace contextRef="#ctx0" brushRef="#br0" timeOffset="184942.3">21532 16196 1379 0,'4'0'333'0,"1"-2"-265"0,2-5 80 0,2 1-123 16,2-2-1-16,0 1-25 0,3-4 33 0,-8 3-6 0,1-3-2 0,1 0-30 15,0 1 19-15,7 1-20 0,0 0 21 16,2 0-2-16,0 1-10 0,0 2-7 0,-1 0-4 0,-3 0-3 0,2 1-28 0,-3 0-24 16,1 1-20-16,-1 0-139 0,-1 2-18 0,-1-2-34 0,5-1 67 15</inkml:trace>
  <inkml:trace contextRef="#ctx0" brushRef="#br0" timeOffset="186477.74">22554 16949 1322 0,'-5'-2'-306'0,"-3"-3"547"0,1-3-81 0,1-1-112 0,2-5-13 0,2 0-1 0,-2-3 2 0,1-3 19 0,2 0-7 0,0 4-7 0,1-5-5 0,-1 1 15 0,1 1-15 0,0-6 9 16,0 4-6-16,0-1-15 0,1-1-22 0,-1 4 22 0,1 1-17 15,-1 0 43-15,0 2-7 0,0 0-10 0,-2-1-11 0,0 0 9 0,0 1-8 16,0-1 12-16,0 2-11 0,-2-2-9 0,1-3 1 0,0-1 5 15,-1-2 3-15,1-3 30 0,1 0-16 0,-1-3-2 0,1-3-38 16,1 0 12-16,-1-3-10 0,1-3 18 0,1 3-1 16,0 1-9-16,1 1-16 0,2 0 17 0,3 5-15 0,2-1 20 0,1 5-4 0,1 1-9 15,0-1 2-15,1 1 0 0,0 0 2 0,2 0 5 16,-1 3 0-16,-1 1 0 0,-4-1-12 0,0 0 11 0,-1-1-9 0,1-1 14 16,4 3-4-16,2 1-8 0,0 1-8 0,3 2 9 0,0-1-6 0,-1 5 16 15,0-1-2-15,0 2-6 0,-2 1-11 0,0 0 9 0,1 3-9 16,-2-1 8-16,1 4 0 0,0 0-3 0,1 0-13 15,0 3 16-15,0 0-12 0,0 0 17 0,1 2-2 0,-2 4-8 0,0 1-15 16,-2 2 3-16,-2 1-6 0,-1 3-6 0,-4 2-5 0,-3 3-8 0,-2 4-6 16,-2 3 9-16,-4 2-5 0,-1 3 22 0,-3-4 1 15,-1 1 0-15,-5-2-8 0,0-2 15 0,0-2-8 0,-1 1 22 0,1-3 6 16,1 1-10-16,0-2-9 0,0-3 15 0,3-2-13 0,-1 0 16 0,2-2-4 16,3-1-7-16,1-2-12 0,1-3 17 15,2 0-11-15,2-2 20 0,1-2-6 0,2 0-10 0,2 1-16 0,2-2 19 0,0 0-14 0,2 0 31 16,-1 0 1-16,2-2-7 0,2 0-1 15,1-1 18-15,3-1-13 0,-1 1 18 0,1-3-4 0,2 3-11 16,2-3-15-16,0 1 13 0,2 1-11 0,0 1 14 0,0-1-4 16,0 0-7-16,1 3-11 0,-1-1 6 0,0 2-5 0,1 3 10 15,-4 0-1-15,0 0-4 0,1 1-12 0,-2 3 12 0,-2-2-8 0,-1 2 23 16,-1 1-6-16,-5 1-7 0,1 0-15 0,-3 3 13 0,-2 0-10 0,-1 1 27 16,-1 1-5-16,-1 0-7 0,-4 0-9 0,-1 3 7 0,-1-2-4 15,-3 1 9-15,-2 0 0 0,-1-2-8 0,-2 4-2 0,-2-1 7 0,1 1-5 0,-4 0 12 16,1-3-1-16,1-3-2 0,-1-1-11 0,0 1 16 0,-1-1-13 0,1 1 23 15,0 1-8-15,1-3-14 0,0-1-7 0,1-3 9 0,1-1-6 16,1-2 12-16,1-2-2 0,2 1-6 16,-2-4-7-16,3 0 5 0,1-1-5 0,1-2 10 0,1 0-6 0,1-2-6 15,2 0-38-15,1-2 10 0,3 2-14 0,0-2-8 0,1-1 9 0,2 0-9 0,2-2-62 16,2 2-19-16,1-1-22 0,2-2-101 0,-1 1-19 0,0-4-4 0</inkml:trace>
  <inkml:trace contextRef="#ctx0" brushRef="#br0" timeOffset="186861.29">23283 16125 703 0,'-6'6'208'0,"1"-2"-28"0,0 0 13 0,1 0-114 0,0 0-15 0,3-1-5 0,-1 0-16 0,2 2-7 0,-1-1 13 0,1 1-20 0,0 0 2 16,0 2-2-16,1-2-6 0,-1 1 1 0,1 2 6 0,0-1-2 0,0 2 15 0,1 2-7 0,-1 0-4 0,1 1-24 0,0 0 10 15,2 0-12-15,-1 1 9 0,0-2-1 0,1 0-7 0,0-2-10 0,1-1 6 16,0-4-5-16,1-1 15 0,-1-3-4 0,2 0-1 0,1 1-15 31,-1-1 14-31,1-1-9 0,-1-2 23 0,0 2 5 0,1-2-4 0,2-2 2 16,0 0 2-16,0-4-3 0,2 0 12 0,-3-1-5 0,-2 0-1 15,-1 0-6-15,-1-2 13 0,-3 2-9 0,1 0 12 0,-2-2-5 16,0 2-10-16,-1-2-5 0,-1 1 3 0,-1 1-3 0,-1-1 4 16,-1 0-4-16,1-1-5 0,-3 2-17 0,1 0 11 0,-2 3-11 0,0 2 17 15,1 1-4-15,-1 1-9 0,0 1-16 0,1-2 8 0,0 3-11 16,-1-1-15-16,1 2-18 0,0 0-20 0,-1 0-54 0,-1 0-43 16,1 0 5-16,-1-3-165 0,4 0-38 0,3 0-31 0</inkml:trace>
  <inkml:trace contextRef="#ctx0" brushRef="#br0" timeOffset="187426.26">24021 15631 854 0,'-8'1'-265'0,"6"0"578"0,-1-1-77 0,1 0-86 0,0 0-57 0,1 0 28 16,1-1-41-16,-1 1 34 0,1 0-22 0,0 0-25 0,0 0-4 0,0 0 1 0,0 0-6 16,0 0-1-16,0 1-8 0,0 2-9 0,0 1-25 0,0-2 14 0,-1 5-13 15,1-2 22-15,0 2-7 0,0 1-7 0,0 4-18 0,0-1 9 16,1 3-8-16,0 1 5 0,1 3-1 0,0 0-8 0,1 3-10 16,-1 1 12-16,0-1-10 0,0-1 20 0,1-3-8 0,-1 4-8 15,1 2-19-15,-1 0 14 0,1-1-10 0,0-4 27 0,0-3-8 16,1-1-8-16,-1-1-59 0,0 0 2 0,1 0-18 0,-1-4-27 0,1 1-60 15,-1-3-34-15,0 2-23 0,0-2-37 0,0-3 38 0,0 1 80 16</inkml:trace>
  <inkml:trace contextRef="#ctx0" brushRef="#br0" timeOffset="187628.41">23795 16024 1455 0,'-3'-2'352'0,"4"1"-275"16,2-1 85-16,3-4-125 0,4 1 20 15,1-1-42-15,4-2 56 0,0 0-8 0,5 0-11 0,2-3-43 0,4 1 18 0,2-3-22 0,1 0 14 16,4-1-8-16,-1-1-12 0,-4-3-26 16,4-1 5-16,-2 4-13 0,3-3-44 0,1 1-28 0,1-1-34 15,-1-5-160-15,0 0-38 0,2-1-32 0,1 3 84 0</inkml:trace>
  <inkml:trace contextRef="#ctx0" brushRef="#br0" timeOffset="188693.68">24887 16473 254 0,'-8'-3'293'0,"0"5"-120"0,2-1 222 0,2-1-270 0,0-1-10 0,1-1-58 0,0 0 21 0,1-3-14 0,0 1-11 0,1-2-24 0,0-2 23 0,0 0-24 0,0-1 32 16,1 0-12-16,-1-2-14 0,1-2 4 0,0-1-4 0,0-2 9 15,0 1 3-15,0 0-3 0,0 2-4 0,-2-2-2 16,2-3 11-16,-2-2-7 0,1-1 5 0,-1-1-9 0,0 1-12 0,-2-2-7 16,1 0 16-16,0-2-7 0,0-1 29 0,1 1-12 0,1-2-13 0,-1-2-27 15,1-1 14-15,-2-2-13 0,2-3 14 0,0 1-3 0,0-1-8 16,1-2-8-16,0 0 10 0,0 1-7 0,0-2 15 0,1 7-3 16,0 0-5-16,1 4-12 0,2 2 10 0,-1 2-8 0,2-1 15 0,-2 7-2 15,2-1-7-15,-1 2-12 0,0 1 11 0,2 2-9 0,0 0 19 16,-2 3-4-16,2 1-8 0,-1 0-8 0,1 0 5 0,1 2-5 0,-2 0 7 15,0-1 0-15,1 5-3 0,-1-3-4 0,1 3 5 0,-2 0-4 16,3 2 3-16,-1 1-1 0,0 2-3 0,2 3-13 0,0 2 17 16,1 2-13-16,0 2 23 0,0 0-1 0,0 1-7 0,1 2-11 15,0 1 0-15,-1-1-5 0,1 2-1 0,-2-3 0 0,1 1 0 16,-1 0-13-16,-1 2 10 0,-2-4-8 0,0 1 18 0,-2-3 0 0,-2 1-5 16,0 0-6-16,1-1 13 0,-2 1-9 0,0-2 13 0,0-2 0 15,0 0-7-15,0 0-3 0,0 0 10 0,1-2-6 0,1 1 9 0,0-2 0 16,2 1-9-16,-4 0-28 0,0 1 25 0,0 0-22 0,0-2 37 15,6 1 1-15,-1-1-8 0,0 2-15 0,2 1-21 0,-2 4 5 16,-1 1-26-16,-1 3 16 0,0 2 26 0,-2 2 12 0,-1 1 6 16,-2-4-1-16,-2 0 12 0,2 0-4 0,-2 2-5 15,-1 1-6-15,-1-1 7 0,2-2-3 0,2 1 11 0,-1-4-2 0,1 1-8 16,1-3 1-16,1 1-2 0,-1-1 2 0,1 0 1 0,-1-4-2 0,0 1 5 0,-2-2-5 16,2 1 13-16,-2-2-8 0,-2 0 20 0,2-1-7 0,3 1-12 15,-1-2 4-15,0 0 12 0,-1 1-5 0,-7-2 12 0,-1 0-11 16,-2-2-9-16,-1 0-11 0,-2-1 2 0,-1 0-1 0,2-3 2 15,-2 0 2-15,2 1-4 0,-1 0-62 0,0 0-8 0,1 0-27 16,1 2-153-16,2-1-1 0,2-2-46 0,2-1 21 0,7-1 147 16</inkml:trace>
  <inkml:trace contextRef="#ctx0" brushRef="#br0" timeOffset="189375">25070 15745 265 0,'0'1'95'0,"0"-1"100"0,1 0-58 0,1 0-16 0,-4-1-35 0,-2-2-31 0,2 0 19 0,-1 2-33 0,2-1 11 0,-1-1-8 0,1 0-18 0,0 2-8 0,0-1 27 0,1 0-21 16,-1 0 43-16,1 0-5 0,-1 2-12 0,1 0-15 0,-1 0 19 31,1 0-16-31,0 0 30 0,-3 0-8 0,2 0-11 0,0 0-31 0,0 0 21 0,-2 2-24 0,-1-1 6 0,-2 2-8 15,-1-1-13-15,0-1-7 0,-1 3 11 0,0 1-7 0,-1-2 16 0,-1 2 0 0,0-1-11 0,-2 2-17 32,0-2 18-32,-1 3-16 0,0-4 27 0,0 3-4 15,0 0-8-15,-2 0-7 0,2-1 5 0,-1 2-4 0,2-2 4 0,1-1 2 16,2-2-4-16,0 0-14 0,2-1 4 0,3-1-13 0,0-1-43 16,2-1-26-16,1 1-24 0,1-1-80 0,1-4-30 0,0 0 4 15,2-3-24-15,2-1 12 0,5 0 30 0</inkml:trace>
  <inkml:trace contextRef="#ctx0" brushRef="#br0" timeOffset="189832.86">25283 15999 873 0,'-6'3'270'0,"2"-2"-64"0,0-1-6 0,2 1-122 0,0-1 8 0,1 2-17 0,1-1-10 16,0 2-32-16,-1-1 15 0,1 1-15 0,0 2 12 0,0-1-5 0,0 2-14 0,1-1-22 0,-1 2 23 0,1 2-20 15,0-2 28-15,0 0-13 0,1 0-16 0,0 2 1 0,0 1-1 0,-1 1 4 16,0-1 0-16,1 1-4 0,-1 0-1 0,-1 0-26 0,2-1-1 16,-2 1-8-16,0-2-19 0,-2 0 5 0,2-2-1 0,-1 1-26 15,1 1-1-15,0 0-9 0,0-1-44 0,0-1-2 0,1-2-20 0,2-1-128 16,-2-2 182-16</inkml:trace>
  <inkml:trace contextRef="#ctx0" brushRef="#br0" timeOffset="190210.57">26114 15486 1620 0,'-25'14'-163'0,"12"-5"314"0,-1-1-44 0,5 2-61 0,-1 1-18 15,0 3 9-15,-1 2-11 0,-7 2 20 0,1 0-18 0,0 1-10 0,0 3-18 0,2-2 18 16,-1 1-13-16,1 3 12 0,1 0 1 0,0 2-17 0,-2 2-10 15,2-1 23-15,-2-3-19 0,3-2 21 0,1-1-2 0,2-1-14 16,1 0-21-16,-1 0-2 16,0-2-9-16,-1-3-20 0,2-2-13 0,0 0-6 0,0-1-72 0,1-3-19 0,1-1-4 0,1-2-59 0,1 0-23 15,2-3-16-15</inkml:trace>
  <inkml:trace contextRef="#ctx0" brushRef="#br0" timeOffset="190441.81">25567 15572 1186 0,'7'4'239'0,"-6"1"-69"16,-2-1-16-16,-1 2-83 0,0 4 45 0,2 0 1 0,7 6-8 0,2 0-13 15,2 1 10-15,3 4-31 0,3 0-33 0,2 0-4 0,1-1-15 0,4 2 5 0,0-1 8 0,1-1-8 16,1 0-5-16,1-5-5 0,2-3-8 0,1 2-19 0,3-2 12 0,-2 5-11 15,0-5 10 1,-3 0-7-16,0-1-15 0,0-2-47 0,-2 2-2 0,-6-2-14 0,-3 0-65 0,-3 0-46 0,1-1-38 0,6-1-181 16,-1-1 233-16</inkml:trace>
  <inkml:trace contextRef="#ctx0" brushRef="#br0" timeOffset="191161.18">27021 15464 869 0,'-12'0'279'0,"4"0"-179"0,1 0 127 0,2 0-181 0,0 1 35 15,2-1-60-15,-2 3 60 0,3 1-19 0,0-2-22 0,1 1-13 0,1 2 6 0,-1-1-9 0,2 4 4 0,0 1-7 0,1 2-10 0,3 2-12 16,-2 2 8-16,3 3-7 0,0 3 7 0,0 0-1 16,2 0-3-16,0 3-3 0,-1-1 0 0,1 0 1 0,0 2-3 0,-1-4 2 15,0 2-5-15,-1 1-54 0,-3-4 1 0,-2-1-27 16,2-3-73-16,-2-6-7 0,6 0-17 0,0-1-82 0,-1 1-53 0,6 3-12 0</inkml:trace>
  <inkml:trace contextRef="#ctx0" brushRef="#br0" timeOffset="191366.56">26735 15832 888 0,'-2'0'188'0,"2"-2"463"0,2-3-553 16,2-1-28-16,1-2-45 16,3-3-9-16,1-2 22 0,1 1-19 0,4-4 33 0,2 3-15 0,1-3-19 0,3 2-14 0,-2 3 4 0,2 1-7 15,-1-2 2-15,1 2 5 0,1 0-1 0,0-1-13 0,3 2 12 16,1-1-14-16,-2 1 1 0,-5-1-12 0,-1 0-16 0,1-1-103 16,3 3-29-16,7-1-19 0,0-2-176 0,0 1-54 15,4 2-56-15</inkml:trace>
  <inkml:trace contextRef="#ctx0" brushRef="#br0" timeOffset="191978.29">28263 15208 1234 0,'-8'-2'-662'0,"6"0"1187"16,1-2-162-16,-1 2-239 15,-2-2-76-15,2 1 26 0,-1 2-37 0,-2-3 62 0,1 2-19 0,-1 1-24 0,0-2-25 0,-1 2 12 16,0-1-21-16,-1 2 6 0,-1 0-1 0,0 2-6 0,-1 0-23 16,-1 2 16-16,-3 1-15 0,-1 0 31 0,-2 2-5 0,1 0-7 0,1 2-15 15,-2 2 10-15,2-1-9 0,2 3 11 0,0-1-3 0,-1 3-5 16,-4 1-9-1,-6 2 1-15,0 1-2 0,1-3 8 0,1 0-1 0,2 1-1 0,0 0-17 0,2 2 15 16,2-1-12-16,1-3 23 0,3-2 0 0,0-2-10 0,4 1-8 0,2-3 6 0,3-1-8 0,1-1 12 16,1-2 0-16,2-1-4 0,2 0-4 0,3 1 11 0,2-4-7 15,1 3 28-15,4-2 3 0,-1-1-1 0,4-1-10 0,2 0 13 16,2-3-12-16,3 1 13 0,2 0-9 0,2 0-7 0,0 1-10 16,-6-2 1-16,0 3-1 0,-3-1 4 0,-2 1-5 0,6 0-5 0,0 0-5 31,-3 0 7-31,-2 0-4 0,-3-2 6 0,-2 2 3 0,-2 0-6 0,-2 0-7 0,-2 2 5 0,-1-2-5 0,-2 0 9 0,-2 1 0 15,1-1-4-15,-3 1-10 0,0 1 19 0,-2-1-12 0,-1 1 20 0,-3 5-5 32,0-1-13-32,-4 2-16 0,0 2 16 0,-4 0-14 0,-1 3 12 15,-1 0-5-15,-5 2-14 0,0 2-12 0,-3 1 18 0,1 1-14 16,2 2 33-16,4-1-4 0,-1 3-7 0,0 1-4 0,0 0 9 0,-4 0-5 16,6-2 18-16,2-7-2 0,3-1-8 0,4 1-12 15,3-2 9-15,1 3-9 0,3-2 16 0,5-3 0 0,-1-1-5 0,4-1-4 16,2 2 19-16,4-2-12 0,2-3 36 0,0-1-4 0,6-1-9 0,0-1-16 15,-2-2 13-15,3-1-11 0,3 0 18 0,1-1-7 0,8-1-5 16,-1 0-20-16,0-1 8 0,0 1-7 0,-1 0 9 0,-2 0 0 16,-1-1-6-16,-2 2-6 0,1 0 7 0,-1 1-5 0,-1 0 10 15,-1 0-4-15,-3 1-5 0,-1 0-28 0,-8 0 5 0,-3 1-14 16,-1-2-45-16,-2 1-27 0,3-1-33 0,0 0-216 0,-3-1-52 16,7 1-53-16</inkml:trace>
  <inkml:trace contextRef="#ctx0" brushRef="#br0" timeOffset="197357.95">22151 15116 359 0,'-8'-3'59'16,"-1"1"76"-16,1 2-114 0,-1 1-24 0,7 3-6 0,-1 0 0 0,-1 2 2 0,1-1 2 0,-7 0 3 0,2 1 0 0,-1-3 2 0,2 1 6 15,-1-1 2-15,3-1-4 0,-2 1-13 0,2 1 36 0,0 0-26 16,1-1 53-16,0 1-14 0,1 1-17 0,1 1-1 0,-1 2 0 0,1 1 6 15,1-1 11-15,0 1-9 0,0 0-9 0,0 1-11 16,1 1 11-16,0-3-10 0,0 3 7 0,1-1-8 0,0 1-5 16,0 1 13-16,1 0-10 0,-1 0 13 0,2-1-7 0,-1 0 2 15,0 1 2-15,-1 3-19 0,0 4 15 0,0 0-15 0,-1 4 13 0,-1 0 1 0,0 1-5 0,-2 2-9 16,-1 4 3-16,2 3-4 0,0 3 12 0,0 2 1 0,1 5-1 16,1 3-10-16,0 1 17 0,0 0-13 0,1-2 20 0,1-4-7 15,1-1-15-15,1 3-15 0,-1 1 16 0,0 1-11 0,1 0 28 16,-2-1-5-16,1 4-11 0,0 0-4 0,0 2 7 0,-1-1-7 0,3-5 4 15,-1-6-1-15,1-2-1 0,0 1-12 0,0-1 9 0,-1 1-6 16,1 0 16-16,-1 0 1 0,1 0-14 0,-3 2-5 16,1-1 9-16,0-1-12 0,-2-1-7 0,-1-4 0 15,1-1 1-15,-1-4-21 0,0 0 1 0,0-7-5 0,1 3-5 0,0-4-3 0,1 1-7 0,2-3-53 16,-1-1 17-16,0-5-25 0,2-2-1 0,-4-5 72 0,2 0-15 16</inkml:trace>
  <inkml:trace contextRef="#ctx0" brushRef="#br0" timeOffset="198140.18">22021 15060 721 0,'2'-12'63'0,"4"-1"-48"0,-1 4-7 0,4 0-9 0,2 2 21 0,4 0-5 0,1 0-12 0,1 0-6 0,-4 0 10 0,2-1-7 0,2-1 11 0,2 1-9 0,8 1-5 0,2-2-5 16,1 1 5-16,-2-1 1 0,-1 0 8 0,0 0 8 0,1 0-7 0,2 1-3 16,3-1 23-16,3 3-19 15,1-2 30-15,3 2-6 0,2-1-5 0,0 2-13 0,4 2 8 0,0-3-7 0,2 3 6 0,-2-3-3 16,-2 3-11-16,-2 3-29 0,-1 0 29 0,-3 0-25 0,0 3 37 15,-4 1-9-15,-3 0-13 0,-7 1-9 0,-4-2 9 0,-1 2-2 16,0-4 18-16,3 0 0 16,-3 1-11-16,-2 0-8 0,-1 3 28 0,-2 2-22 0,-2-1 42 0,0 1-6 0,-4 2-8 0,3 0-21 0,-2 0 8 15,-2-1-9-15,1 3 11 0,-1-2-3 0,0 1-7 0,0-1-17 0,-1 1 17 16,1-1-15-16,0 0 24 0,-2-1-6 0,3-1-9 0,1 2-15 16,2-1 11-16,3 0-7 0,-2 1 29 0,1 0-4 0,-1 0-8 0,1 3-12 31,1 3 6-31,2 0-6 0,-2 3 8 0,0 1-1 0,-2 2-1 0,2 3-1 15,-2 1 2-15,0 4 1 0,-1-3 9 0,-3 4-4 0,0-1-5 16,0 1-6-16,-2-1 12 0,-1-2-9 0,-1 0 14 0,-1 0-5 0,-1-4-8 16,-4 3 1-16,-2-2-2 0,-2 1 3 0,1 4 2 0,5 0-1 15,6 3 3-15,-1 4-12 0,-5 2 5 0,4 3-5 0,-4-1 10 0,0-3-4 16,0-1-1-16,0-1 0 0,-3 0-3 0,-1 1 6 0,5-1 1 0,-1-2 0 0,5 0 1 0,3 5-16 16,2-4 17-1,1 2-15-15,4 0 20 0,-1-2 0 0,3 0-8 0,0 0-16 0,-1-3 18 0,1 0-13 0,-2-1 39 0,0-3-4 0,-1-2-10 16,0-2-14-16,-2 1 12 0,2 0-12 0,-2 3 9 0,0-1-4 15,0 1-7 1,-2 1-6-16,-2-1 13 0,0 2-7 0,-3 2 30 0,0-2-9 0,-3-3-10 0,1 2-19 0,-1-2 11 16,-2-1-10-16,0 1 16 0,0-4-2 0,-1-4-8 0,0-3-2 0,-2-2 7 15,1-2-4-15,-3 0 24 0,1-3 0 0,-1 0 2 0,-3 0-12 16,-1 0 10-16,-1-2-12 0,-3 2 6 16,-1-3 2-16,-1-1-3 0,-3-1-5 0,-3-1-4 0,-1 0 1 0,-7 0 6 0,-5-2-5 0,-1 0 2 0,-1 0-15 15,-3 0 3-15,-3 1-2 0,-4 0 3 0,-5 0 4 0,-2 2-5 16,-4 0-9-1,-6-1 12-15,-2 2-12 0,-2-2 10 0,0 2 3 16,3-1-7-16,-2-1-15 0,-2-2 20 0,2 0-16 0,-2 0 21 0,2-1-2 16,5-1-7-16,-1 2-9 0,6 2 8 0,1 2-5 0,1 2 17 15,6 3-1-15,-1-2-6 0,-1-1-19 0,-1 1 19 0,10-2-16 16,3 0 24-16,8 0-3 0,3-3-8 0,0 1-7 0,7 0 8 0,4-3-7 16,6 0-9-16,5 0-9 0,1-2-17 0,4 1-41 0,2 0-5 15,3-1-10-15,3-1-42 0,4-2-1 0,3 2-8 0,4-3-49 16,5 0-22-16,4 0-12 0</inkml:trace>
  <inkml:trace contextRef="#ctx0" brushRef="#br0" timeOffset="199217.5">13840 15209 256 0,'-25'0'8'0,"14"0"133"0,1 0-51 0,2 2 9 0,3-1-87 0,-1 2 26 0,0-1-24 0,2 1 23 0,1-1-11 0,0 1-18 0,3 1-10 0,0 1 6 0,1 0-3 0,2 3 16 15,0 0 0-15,0 1-8 0,2 2-27 0,-2 3 30 0,2-1-28 16,-2 3 36-16,2-4-5 16,-1 1-12-16,2 1 0 0,-1 4 0 0,1-1 4 15,1 4 12-15,-3-2-1 0,2 0-4 0,-2 2 0 0,2 1 12 16,1 1-10-16,-1 1 6 0,1 4-6 0,1 3-5 0,1 2-1 0,1 4 15 0,0-1-7 0,1 3 14 0,-2-1-5 0,0-2-15 16,2 3-14-1,-2-1 10-15,-1-1-11 0,0 2 13 0,0-3-8 0,-1 3-5 16,1 2-2-16,-1 1 10 0,-1 0 0 0,1 3 20 0,0-2-7 0,-2-2-13 0,1 3-17 0,0-1 21 0,-2-2-15 0,-1 2 35 15,1-2-4-15,-2 0-8 0,0 2-28 0,1 1 12 16,-2-5-11-16,1 2 23 16,0-5 0-16,0-6-11 0,3-2-19 0,2-4 9 15,1-3-15-15,-1-1-11 0,2-5-8 0,1 0-9 0,2-6-20 0,1-1-13 16,1-2-1-16,0-3-80 0,0-3 5 0,-8 0-15 0</inkml:trace>
  <inkml:trace contextRef="#ctx0" brushRef="#br0" timeOffset="199837.54">14042 15103 974 0,'4'-2'170'0,"-7"-2"-162"0,2 1-7 0,1 1-3 0,3 2 9 0,2-2-11 0,6 1 16 0,3 0 1 16,4-1-9-16,4 0-7 0,1-1 12 0,-3 0-12 0,1-3 4 0,2-1-1 0,4-1-4 0,8-1-11 16,0-1 12-16,0 0-7 0,1-1 27 0,-1 0-1 0,1 1-11 0,3-1-7 15,1 1 9-15,0-1-10 0,0 2 8 0,0-2-6 0,-5 4-3 16,3-1-6-16,-1 3 5 0,1-2 2 0,2 1 12 0,-5 4 2 15,-2-2-9-15,-1 4-18 0,-2 2 28 0,-2 5-25 0,-5 3 24 16,-3 1-4-16,-3 2-11 0,-2 3 1 0,-3-2 2 0,-2 0 1 16,-2 1 4-16,-1-1 3 0,-1 2-5 0,-2 1-11 0,-1 1 24 15,0 2-20-15,-3 1 31 0,-2 2-8 0,1 2-13 0,-1 2 1 16,2 1-5-16,0 3 6 0,0 2-5 0,0 0 5 0,0 0 0 0,2 2-13 16,1-4 19-16,-1 1-19 0,1 0 15 0,3 0-2 0,-1 1-6 0,3 7 4 15,0 2-7-15,0 5 7 0,-1 4 2 0,-6 2 4 0,-1-1 2 16,0 1-13-16,-1-4 7 0,1-2-10 0,0-2 2 0,0-3-3 0,0 0-1 15,0 2-2-15,0-2 7 0,-2 2 0 16,-1-2 18-16,1-5 4 0,0 0-6 0,2-2-9 0,-1-3 17 0,1 1-17 16,0-4 11-16,1-2 0 0,1 0-3 0,1 3-18 0,3-2 9 0,0 1-10 15,0-1 9-15,1-2 4 0,1 0-8 0,1 0-5 0,-1 1 13 0,-1-1-11 16,0-6 13-16,-1-2-1 0,-1-4-8 0,-1 2 9 0,-3 0 16 16,0-1-5-16,-1-3 28 0,-2-1-2 15,-2-2-8-15,-2 0-22 0,-3-2 20 0,-1 1-21 0,-5 2 10 16,-2-1-10-16,1 3-17 0,-9-1 0 0,-3 2-6 0,-6-2 3 15,-10 4-19-15,-1-1-2 0,-3-2-5 0,-6 4-31 0,-3 0 16 16,-3 0-19-16,-1-3 17 0,3-4 1 0,2-4-4 0,0-4 6 0,1-2-7 16,2-4 6-16,5 1-16 0,6-1 7 0,4 1 0 0,2-1 8 0,6-3 20 0,3-1-14 0,8 0-6 15,7-1-56-15,5-2-41 0</inkml:trace>
  <inkml:trace contextRef="#ctx0" brushRef="#br0" timeOffset="200643.29">14422 14958 955 0,'-25'-6'-10'0,"13"5"75"0,6-6 18 0,7-2-8 0,14-14-58 0,14-11 10 16,114-93 97 0,25-9-46-1,-116 102-78-15,1-1 18 0,3 5-6 16,3 0 5-16,3 1-1 0,2-2-11 0,-1 0-5 0,3-1 8 15,0 1-9-15,1 2 8 0,2 0-1 0,2-1-2 0,3 2-13 16,-4 2 8-16,3 2-7 0,-1 0 17 0,-2 3 1 0,8 1-6 0,2 3-9 0,-2 2 11 0,-3 2-10 0,2 0 9 16,-4 2-2-16,2 2-6 0,7-2-13 15,1 4 11-15,-1 0-6 0,1 1 28 0,-1-1-7 0,2 1-9 16,10 4-10-16,1-1 14 0,0 2-9 0,2-1 17 0,-3 2-7 0,5 2-8 0,5 0-16 0,-1 2 18 0,0 1-11 16,-1 2 24-16,-2-1 0 15,2 2-11-15,3-1-11 0,-1-2 15 0,0 1-14 16,1-1 15-16,-4-1-2 0,-1 1-7 0,7-3-12 0,-3 0 9 0,2 0-4 15,-2-1 28-15,-5 1-7 0,-1-2-8 0,3 1-9 16,1 0 9-16,-2 0-6 0,0 1 11 0,-6-1 0 0,-1 2-4 0,5 0-21 0,-1 5 17 0,-2 1-14 0,-2 1 29 0,-5 1-3 0,1 0-11 16,1 3-12-16,-3 2 15 0,1 0-12 0,-4 1 17 0,-2-1-2 15,-1 4-7-15,0 3-3 0,-3-2 2 0,-1 4-1 0,-4-3 11 32,-6-1-3-32,-3 0-3 0,1-3-11 0,-3-3 8 0,-6 0-6 15,2 0 17-15,-5-1-1 0,-3 1-5 0,2-3 2 0,-8 0 6 0,-3-1-2 16,-3-1 10-16,-5-1-5 0,1 1-10 0,1-1-2 0,-4 0 5 15,0 0-2-15,-3-3 9 0,-9 1-4 0,-2-1-1 0,2-1-18 16,-2 0 12-16,2 0-10 0,-1 1 16 0,-5 0-3 0,-3-1-9 0,1 0-2 16,-3-2 1-16,-1 1-2 0,-1-1 3 0,-2-3 0 0,0 3 0 15,1 0-17-15,-1-2 17 0,1 0-11 0,0 0 33 0,0-1-8 16,0 2-8-16,0-2-12 0,0 1-1 0,0-1-1 0,1 0 8 0,-1 1 0 16,-1-1-1-16,1 0-39 0,-2 0-4 0,-2 0-9 0,0 0-34 15,0 0-2-15,-1 0-10 0,0 0-24 0,0 0-4 0,-1 0-10 16,-1 2-66-16,-3-2-21 0,0 0-26 0</inkml:trace>
  <inkml:trace contextRef="#ctx0" brushRef="#br0" timeOffset="200974.64">22205 14289 1075 0,'-36'-17'-364'0,"21"3"594"0,2 0-73 0,7 3-135 0,1 3 1 0,1 3 8 0,1 1-5 0,-5 3 10 0,3-1-6 0,-1 2-11 0,1 2-26 0,2 0 30 0,1-1-24 0,0 2 33 0,-1 0-5 16,2 2-17-16,1 1-12 0,0 2 12 0,1 1-10 0,3 2 25 16,-1 2-2-16,3-1-4 0,2 3-12 0,2 0 14 0,3 2-11 15,-2 0 17-15,4-3-6 0,4 1-6 0,5 2-11 0,8 2 11 16,2-1-7-16,-3-2 17 0,-2 2-7 0,3-2-13 0,-2 2-4 0,2-2 5 16,1 1-4-16,-2-2-2 0,2-2-1 0,-1 1-5 0,-3-1 3 15,-3 2 3-15,-12 1 1 0,-3-2 8 0,-5 0-3 16,-2-3-6-16,2 2-16 0,-1 0 21 0,-4-1-16 0,-1 2 30 0,-3-3-7 0,-3 2-12 15,-3 1-9-15,-3 0 13 0,2 2-7 0,-5-1 18 0,-5-1-2 16,-4 1-11-16,-12-2-12 0,-2-3 12 0,0-2-11 0,-4-2 3 0,1 2-16 16,-9 1-18-16,-8 0-28 0,-6 0-17 0,0 0 6 0,0-3-53 15,8 1-1-15,3 0-8 0,-2-1-82 0,3-3 0 16,1 4-32-16</inkml:trace>
  <inkml:trace contextRef="#ctx0" brushRef="#br0" timeOffset="201642.16">14366 14405 1142 0,'-19'-9'24'0,"11"4"-29"0,2 3 11 0,3 0 12 0,2 2-19 0,1 3 17 0,1 3-20 15,0 3 15-15,1 2-6 0,0 4-6 0,0 3-1 0,0 1-4 0,-1 2 6 0,-1-1 9 0,0 2-2 0,-2 0-2 0,-2 2-9 0,1 2 5 0,-2-1-4 0,2 2 7 16,1-3 0-16,1 2-4 0,1-2 4 0,1 1 1 15,0-1 3-15,1-1 7 0,2-3 2 16,0 0 1-16,2-6 6 0,2 0 11 0,1-3-8 0,-1 1 12 16,1 1-3-16,2-2-4 0,0-2 6 0,2-2-4 0,2-2 4 0,-1 0-7 15,2-3-8-15,0 1-7 0,0 1-23 0,2 0 18 0,1-2-15 16,2 2 29-16,0-3 2 0,3-1-4 0,3-1-11 0,-1-3-1 16,-4 0-3-16,1-1 4 0,2 0-6 0,4-1 0 0,8 1-24 15,1-1 20-15,0 0-14 0,2 0 26 0,2-1-21 0,2 1-22 0,2 1-41 16,2 2-21-16,-1 1 2 0,-2 2-84 0,1 0-44 0,2 0-29 15</inkml:trace>
  <inkml:trace contextRef="#ctx0" brushRef="#br0" timeOffset="212022.39">24291 14982 369 0,'-13'-2'47'0,"1"0"-47"0,-1 0 4 0,1 2-14 0,1 2 29 0,-1 0-5 0,0 1-14 0,0 1-3 0,-1-1 2 0,2 1 1 0,1 0 15 0,2-1 0 0,3 1-1 15,-1-1-7-15,3-1 18 0,-1 2-16 0,2 1 15 0,1-2-4 0,-1 3-4 0,2 3-20 16,0 0 20-16,-2-1-15 0,2 3 28 0,2 0-1 16,-1-1-18-16,2 3-17 0,0-2 19 0,2 3-20 0,2 0 22 0,2 1-5 15,-2 0-6-15,5 2 8 0,-1 0-7 0,-1 2 9 0,1 3 1 0,-2-1-1 16,1 8 0-16,-1-1-11 0,-1 6 6 0,-1 1-8 0,-1-1 0 15,-1 0 0-15,0-1 1 0,-2 2-11 0,-1 0 16 0,-1 6-10 16,1 2 31-16,0 5 6 0,-1 6-10 0,0 5 8 0,0 1 9 0,-1-4-10 16,0-2-13-16,-1-5-2 0,0 0-7 0,0 0-11 15,1 0 3-15,0 4-2 0,0-3 6 0,0-1-3 16,1-1-7-16,1-5-27 0,2 0 28 0,0-6-24 0,2-3 33 16,-1-2-4-16,3-4-9 0,1 2-14 0,1-3 5 0,0-2 0 0,3 1 24 0,-2 0-5 0,1-1-7 15,-1 1-14-15,1-3 5 0,-1-3-7 0,0 2-15 0,-1-4-13 16,1 1-12-16,0-1-50 0,-1-2-5 0,1-4-4 0,-1 0 62 0</inkml:trace>
  <inkml:trace contextRef="#ctx0" brushRef="#br0" timeOffset="212717.19">24230 14884 823 0,'-30'-11'-20'0,"19"6"31"0,4 1 5 0,3 2-4 0,3 2-16 0,3-1 20 0,3 0-17 0,4-2 24 0,2 1-2 0,3-2-13 0,2 0-10 0,3 0 28 0,3-3-24 0,0 0 27 0,4-4-10 15,0-1-15-15,3-1-7 16,0 1 1-16,0 0 1 0,3-1 13 0,0 0-3 0,2 1-6 16,0-1-5-16,-4 1 9 0,-1-1-7 0,4 2 7 0,-1-1 3 0,5 1-1 0,2-2 1 0,-5 2-3 0,2 0 3 15,-1 2 5-15,-3 0-2 0,-2 6-3 0,-2-3-17 0,-3 5 18 16,-2-1-17-16,1 2 18 0,-5 0-5 0,-1 0-6 0,-4 1-4 16,-6 1 3-16,-2 0 0 0,-2 2 9 0,0-1 4 0,5 1-6 0,-1 3-2 15,-1-1 13-15,0 2-13 0,1 1 11 0,-1 0 6 0,-2 1 0 16,3 0-12-16,0 2 8 0,0 2-10 15,0 1 7-15,-3 4-1 0,1 3-6 0,0 2-16 0,0 1 22 0,3 0-17 0,-1-3 26 16,1 0-11-16,-1 0-12 0,1 2-1 0,0 4 9 0,2-1-2 0,2 1 14 16,0-1-2-1,2 1-13-15,2 3-3 0,-1 3 9 0,0 4-10 0,1 0 7 0,-2 2-4 0,-1 1-2 0,2 1-14 0,-1 0 11 16,-2 2-5-16,-1-3 26 0,0 0-6 0,-2-3-13 0,-1 3-9 0,-1 0 11 31,-1 4-9-31,1 3 13 0,-1 2-2 0,0 0-2 0,-1 5-8 16,1-1 5-16,1-3-2 0,0-3 13 0,-1-3-1 0,-1-1-6 0,2 1-19 15,-4 0 18-15,0 0-15 0,2-2 26 0,-1-2-2 16,5-4-11-16,1-1-9 0,-1-2 11 0,-1-2-8 0,-1-2 13 0,-3-3 1 16,0 1-9-16,-1 2-6 0,-1 0 11 0,0 2-11 0,-3 0 10 15,-3 2-3-15,-2 0-3 0,-2 2-3 0,-2-3 7 0,-1 1-3 0,0-6 8 16,-1-5-1-16,-2 1-6 0,1-5-9 0,3-1 17 16,-2-2-12-16,-3-3 16 0,1-3 5 0,-5-1-5 0,-1-2-12 0,0 0 19 15,0-2-16-15,-3-1 24 0,1-3-5 0,-3 0-16 0,-1-1-9 16,-7-1 11-16,1-1-11 0,-4-4-1 0,-2 1-1 0,-5-1-7 0,-5-2-11 15,-1-1 10-15,3 2-7 0,4-2 19 0,4 1 1 0,4 2-7 16,-4 0-16-16,2 5 30 0,0 0-23 0,4 1 33 0,4 1-1 16,1 0-13-16,1 3-4 0,-1 0 2 0,0-1-2 0,4-1 2 15,3 2 1-15,4-1-5 0,3-2-38 0,3 1-3 0,3 1-16 16,1 0-50-16,2-2-9 0,2 0-11 0,1 0-37 0,0 1-18 0,1-2 8 16,4 2 81-16</inkml:trace>
  <inkml:trace contextRef="#ctx0" brushRef="#br0" timeOffset="-213216.93">24660 14725 563 0,'-6'-9'69'0,"0"-1"186"0,1 0-220 0,3 2-1 0,-1 2-3 0,2 1-1 0,0 1 0 0,1 0-8 0,0 0-9 15,0 0 29-15,0 1-24 0,0-3 23 0,0 4-8 0,0-3-14 16,0 1-9-16,0-1-1 0,0 0 1 0,0 0 0 0,0 1 2 16,0-1-5-16,2 0-12 0,-2-1 12 0,1 1-12 0,1 0 11 0,-2-3-1 15,0 3-5-15,-2-1-7 0,0 0 7 0,0-1-5 0,-2 1 21 16,-1 1-6-16,-1-3-5 0,-1-1-14 0,-2 1 9 0,-3-1-7 15,4 0 15-15,1-1-3 0,-6 1-5 0,-2-2 3 0,-8 0-4 0,-3-1 4 16,0-2-1-16,1 1 5 0,0-1-1 0,-2-2-15 0,-1 3 24 16,0-1-22-16,-4 3 27 0,1 1-5 0,-4-3-12 15,-4 0 3-15,-4-1 5 0,-2-1 0 0,3 2 11 0,1 0 4 0,0 0-5 0,-5 0-8 16,-5 2 18-16,-2 1-17 0,-3-2 10 0,-3 3-4 0,-4 0-8 16,-4 1-14-16,-1 0 10 0,1-1-8 0,-2 0 17 0,-2 0-1 15,-4 1-9-15,-5-1-6 0,1 0 9 0,1 0-8 0,4-1 7 0,5 0-1 16,-5-1-5-16,-3-1-1 0,1-1 0 0,-4 1 0 0,6-1 3 15,3 3-2-15,-3 0-1 0,-7-2-9 16,-3 2 9-16,0-4-8 0,-3 1 8 0,7-1-2 0,-2 1-5 0,-12-2-6 0,0 0 3 16,-5-2-2-16,1 0 13 0,5 1-4 0,-5 0-2 0,-7 2-6 0,-4-4 3 15,0 4-2-15,-5 1 8 0,3 2 2 0,1-1-2 16,-4 1-12-16,-1 1 12 0,0-1-9 0,-5 2 24 16,7 1-4-16,3 0-6 0,-6 0-14 0,3-2 11 0,-3 1-9 0,4-1 18 0,2 1-7 15,2 0-7-15,-3 1 4 0,1 0-2 0,4 1 4 0,-1-1 5 16,3 0-4-16,5 1-2 0,-2-2-2 0,4 1-2 0,-3-1 1 0,-1 1 2 15,4-1-1-15,3 0 2 0,-2 1-3 0,0-1-6 0,-1 1 11 16,-2 0 6-16,3 1 3 0,4-1-9 0,-7 3-8 0,-1 0 9 16,1-1-8-16,-2 1 13 0,9 0-1 0,-2 1-3 0,-6 1-9 0,2-3 5 15,0-3-3-15,4 3 7 0,3 2 1 0,-1 2-6 0,-3 0-10 16,-2 2 18-16,3 4-14 0,-1 1 19 16,2 4-4-16,1 0-10 0,-2 0-11 0,-1 1 0 0,3 2 17 0,-2 1 15 0,3 0 4 15,2-1-24-15,-3 2-11 0,6 1 19 0,-1 1-13 16,-1 1 32-16,3 1-10 0,3 1-11 0,-3 1-9 0,4 4 4 0,0-1-1 0,0 2 13 15,6 2-3-15,0 0-5 0,0 2-11 16,2 1 7-16,3-2-6 0,3 1 10 0,2 0 1 0,2 0-2 16,-1 0-22-16,1-2 18 0,2 2-15 0,1-4 27 0,0 3-4 0,2 0-11 0,-5 4-2 0,2 0 7 15,-1 3-5-15,4-3 4 0,5 3-1 16,-1-1-3-16,-3-2-11 0,0 3 20 0,2-2-12 0,-3-2 18 0,7-1-1 0,-3-3-14 16,0 0 6-16,5-2 10 0,-1 1-5 0,3 0 13 0,2 0-9 0,2 1-9 15,2-1-8-15,4 4 9 0,0 1-5 0,0 1 19 16,2 0-4-16,6-5-5 0,-2 3-7 0,3-3-2 0,0 0 1 0,-4 1 2 15,2-3-2-15,2-1 0 0,1-1-2 0,3 1 6 0,1-2-3 0,1 1 2 16,3-3 0-16,1 2-6 0,0 0-4 0,4-3 9 16,2-1-6-16,2-4 2 0,1-1 6 0,2-4-4 0,0-1-2 0,4-3 2 15,1-3-3-15,1 1 1 0,1-3-1 0,0 0 1 0,1 0-19 0,0 0 5 16,1-1-5-16,0-1 14 16,3 1 2-16,-2-1-2 0,2 0-17 0,-1 0 0 0,1-2-7 0,-3 1-7 0,1-1-9 0,0 2-3 0,-2-1-41 15,1 1-6 1,-1 0-5-16,1 0-35 0,-1 1 12 0,-1-1-3 0,2 1-60 0,-2-1 8 0,1-2-24 0,1 0 106 0</inkml:trace>
  <inkml:trace contextRef="#ctx0" brushRef="#br0" timeOffset="-212871.53">11830 14955 1271 0,'-11'-2'44'0,"0"4"-65"0,2 0 46 0,4 5-7 0,1 0-15 0,0 4-20 0,2 0 22 0,2 3-18 0,0-1 26 0,1 1-4 0,1-1-9 0,1 3-6 0,-1 1 5 0,-1 0-3 0,1 1 18 16,-1 1-1 0,2 1-7-16,-2 1-19 0,0 2 19 0,0-1-18 0,0 1 24 0,0-2-3 0,0 1-7 0,2 0-10 0,-2-2 7 15,0-4-6-15,0-3 12 16,-1-3 3-16,1 1-6 0,0 1-23 0,0-2 30 0,2-2-25 0,-1-2 41 0,0-1-3 0,0-2-15 0,1-2 4 15,0 0 5-15,0 1-2 0,2-2 11 0,-1 0-1 0,2 0-2 0,2-2-23 32,1 0 23-32,1 1-22 0,2-3 17 0,1-1-6 0,-1 0-15 15,4-1-9-15,-1 0 16 0,2 0-8 0,1-2 11 0,1 0-6 16,2 1-18-16,1-2-18 0,3 0-7 0,-2 0-6 0,3 5-43 0,-1-3-6 16,-3 2-5-16,-4 1-48 0,0-2-26 0,-1 1 7 15,0-1 68-15</inkml:trace>
  <inkml:trace contextRef="#ctx0" brushRef="#br0" timeOffset="-211987.59">11179 15505 1379 0,'-5'-6'46'0,"3"1"-45"0,2 2 16 16,2 2-6-16,-2 1-12 0,1 0-12 0,2 2 13 0,-1 1-13 15,-2 1 13-15,-1 0 2 0,1 2-2 0,1-1-2 0,5 3-1 16,0 2-1-16,1 0 3 0,0 3 2 0,1 1 2 0,1 3-11 0,1 2 14 15,3 4-13-15,2 1 15 0,-1 5-5 0,2 3-5 0,-1 8-10 16,-1 4 10-16,1 0-5 0,-3-5 20 0,0-3-4 0,-2-3-6 0,-1 3-19 16,0-1 22-16,-2-1-18 0,0 2 28 0,0-1-5 0,-1 1-9 15,-2 1-6-15,-1 1 0 0,-1 1 1 0,-2-2 6 0,0-3 4 16,-3 0-3-16,0 1-11 0,0-1 11 0,-2-4-11 0,1 1 12 16,-1-4-3-16,1 1-2 0,-1-1-12 0,1-1 12 0,-1-2-7 15,2-1 21-15,-1 0 0 0,1-1-12 0,1 3-5 0,1-3 9 16,1-1-9-16,0-3 7 0,0-8 1 0,1-1 0 0,1-3-6 0,1 1 3 15,1 3-2-15,0-2 10 0,1-1 0 0,-1 0-4 0,2-1-22 16,-2-1 24-16,1-2-20 0,0 1 29 0,0-2-5 0,1-1-11 0,-1 1 1 16,2 0 1-16,1 0 1 0,2-1 0 0,2 0 4 0,2 0-4 15,1 1-5-15,3-2 12 0,1-5-11 0,4-1 14 0,2-1-5 16,3 2-4-16,5-1-10 0,-1 0 2 0,3 1-2 0,2-1 11 16,-1-2 1-16,4 1-4 0,3 1-9 0,-2-2 10 0,1 3-10 0,0 1 8 15,-1 3-2-15,-1 1 1 0,1 1-1 0,-3 2-7 0,-7-3 7 16,-1 0 0-16,-2 0 2 0,-4 1 0 0,4 4-13 15,-4-1 13-15,-5 0-12 0,-3-1 15 0,-4-1 0 0,-2 1-5 16,-2-1-14-16,-1 0 14 0,-3 0-10 0,0-1 21 0,-3 1 2 0,0-2-9 0,-1 2-3 16,0-2 12-16,0 0-11 0,0 0 10 0,0 0-5 0,-3 2-6 0,1-2-2 15,0-2-2-15,0 1 3 16,0-2 8-16,1 1 3 0,0-1 2 0,1-3-20 0,0-1 21 0,0-1-20 0,0-1 22 16,1-2-9-16,1-1-12 0,1-4-4 0,1-3 10 0,0-2-3 0,2 0 12 15,-1 0 0-15,3 1-8 0,-1-1-5 16,1 1 4-16,1-1-5 0,-1 1 7 0,-1 1-3 0,2-1-3 0,-1 0-1 15,1 1-2-15,-1-2 4 0,-1-1 8 0,0-2-5 16,-2-3-1-16,0-5-2 0,-1-2 2 0,0-1 0 0,-2-1 6 0,0 2-4 16,-2 0-5-16,0-3-6 0,0 0 4 0,-3 3-1 0,-1-1 13 0,0 3-4 15,-3-1-2-15,-2-4-9 0,0-3 8 0,-2-4-7 16,-1-2 11-16,-2 2-2 0,1-1-2 0,-2 2-13 0,0 2 13 0,2 6-9 0,0 3 26 16,1 2-5-16,1 5-10 0,-1 0-1 0,-1 0 6 15,-1 3-4-15,-1-2 6 0,-1 2 1 0,0 0 0 0,-4 0-3 0,0 3-1 0,2 1 0 16,0 4-2-16,7 3 3 0,-1-2 0 0,-3 2-4 0,1 1 13 15,-8 1-13-15,1 2 3 0,0-1 2 0,-2-1-2 0,0 1-13 0,-2 1 7 16,0 0-7-16,-1 3 19 0,0-1-2 0,0 1-5 0,-3 2-21 0,-1-1 19 16,-1 1-17-16,-3 0 30 0,0 1-6 0,2 0-10 0,0 1-4 15,1 0 2-15,-2-1-2 0,1 1 4 0,-3 1 1 0,1 0-1 0,1 2-22 16,-1 1 23-16,1-1-19 0,4 3 27 16,2-3-10-16,2 1-18 0,3 0-30 0,1-1-4 0,2 0-7 0,3 0-44 0,2-2-6 15,5 1-21-15,4-2-133 0,4-2 171 16</inkml:trace>
  <inkml:trace contextRef="#ctx0" brushRef="#br0" timeOffset="-207664.27">23515 17473 356 0,'-7'-4'81'0,"0"1"82"0,-1 1-99 0,0-1-6 0,1 3-21 0,2-1 12 0,0 1-4 15,1 0-6-15,0 0-15 0,0 1 10 0,1 1-10 0,0-1 14 0,0 0-8 16,1 2-6-16,-2 1-4 0,0-1 13 0,-2 4-5 0,-1 1 23 16,0 2-5-16,-2 1-12 0,-3 5-14 0,2 2 19 0,-1 2-17 15,0 4 27-15,0 1-3 0,-3 4-5 0,-2 7-40 0,-3 2 24 16,-1 5-25-16,-2-1 19 0,-2 0-2 0,-4 0-15 0,-5-3-11 0,3-1 16 15,2-5-14-15,9-2 23 0,3-4-7 0,-1-3-7 0,1 3-5 16,-8-2 4-16,1-1-1 0,3 2 14 0,-1-3-3 0,2 0-9 0,0-2-2 16,-1 0 4-16,-2-2-4 0,0-1 0 0,-1-4 0 15,-1 0 1-15,-3-4-8 0,-1 1 7 0,-3-2-3 0,-1-3 18 0,-1-3-1 16,3-2-10-16,4-2-6 0,1-5 22 0,2-1-18 0,1-5 22 16,0-1-6-16,3-3-11 0,1-3-2 0,2-2 4 15,3-1-3-15,3-1 0 0,2-2-1 0,3 0-8 0,2-1 2 0,2-1 2 0,1-2-1 16,0 3 6-16,2 0-6 0,2 0-3 0,1 2-3 0,2 1 0 15,1 0 2-15,2 2 11 0,1 0-3 0,2-2 0 16,2 0-11-16,1-3 5 0,2 0-5 0,2 1 11 0,0 0 0 0,2 2-2 0,-4-1-2 16,2 1-2-16,1 3 1 0,2 2 7 0,8 4-2 0,-2 1 3 15,1 1-7-15,0 5 16 0,-2 1-9 0,2 1 25 0,-2 4-10 16,1 4-14-16,1 2-3 0,2 2-5 0,-2 5 4 0,2 3 8 16,-4 1-4-16,-1 3 3 0,-9 5-17 0,-4 4 12 0,-1 4-10 0,-3 0 21 15,4-3 0-15,2-3-3 0,-1-1 6 16,-2-1 0-16,-2-2 0 0,-3 1-9 0,-2 0-4 0,-1 3-5 0,1-2-12 0,3-1 14 15,2 0-10-15,2-3 18 0,0 0 0 0,3-1-9 0,0 4-14 0,-1 2-20 16,0 4 5-16,1-2-20 0,2-4 14 0,1-2 22 0,3 0-27 16,2-2-12-16,-1-1-7 0,1 2-87 0,-1 0-35 15,2-1-35-15,1 1 80 0,1-3-35 0,-1 0 57 0,3-6-75 16,6 1 108-16,2-3-8 0</inkml:trace>
  <inkml:trace contextRef="#ctx0" brushRef="#br0" timeOffset="-206776.37">24948 18468 415 0,'-1'-6'217'0,"-2"-1"-128"0,1 0 142 0,-2 4-206 0,1-1 10 0,1 0-31 0,-2 1 34 0,2 1 2 0,-1-1-10 0,0 1-23 0,0-1 33 0,0-1-32 15,-1 0 25-15,1 1-10 0,-2-3-18 0,2 1-5 0,0 0 3 0,-1-1 1 32,1-2 28-32,0 0 0 0,0-1-2 0,0-1 2 0,0-1 9 0,0 0-9 0,0-3 1 0,0 2-4 0,0-3-3 0,-1-1-12 15,0-2 3-15,0-3-4 0,-1 0 17 0,1-1-10 0,-1-2-2 0,1-1-22 16,1 1 15-16,-2 0-11 0,2-2 20 0,-1 4-6 0,2-3-11 16,1 0 14-16,1 0 4 0,1-2 5 0,1-1 6 0,1 1-9 15,0-3-14-15,2-2-14 0,0-4 7 0,2 1-7 0,1-4 10 16,0 3-5-16,2 1-2 0,1 0 6 0,1 2-5 0,2 1 7 0,-1 2-10 15,1 5 1 1,-1 2-3-16,4 2-1 0,-1 2 7 0,1 2-5 0,-1 2 5 0,0 0 0 0,0 2-1 0,1 0-10 0,-3 0 13 16,0 0-9-16,-5 2 14 0,-1 1 2 0,1 2-9 0,0 1-21 15,5 2 27 1,2 3-25-16,0 1 30 0,-3 2 1 0,-2 3-12 0,-1-1-4 0,-3 3-2 0,-1 3-1 0,-2 0 6 16,-1 2 1-16,-1 2 2 15,-3 1-17-15,-2 1 18 0,-2-1-16 0,-3 0 23 0,-1 2-3 16,-3-3-5-16,-3-1-11 0,-2 1 11 0,0-3-7 0,3-1 22 0,0 0-3 15,3 2-12-15,1-5 3 0,1 0 5 0,8 0-4 0,0-1 5 16,1-1 0-16,3 1-4 0,-3-2-23 0,0 3 22 0,2-3-19 16,3 4 27-16,-2-3 2 0,2 2-9 0,6 0-19 0,3 1 28 15,10 1-23-15,3 1 33 0,1-2-11 0,-1 3-14 0,-2-1 1 0,-2 0-6 16,1 2 7-16,-3-1 2 0,-1 0-3 0,-3 3 0 0,-3-2-12 16,-2 2 13-16,-1-1-9 0,1-2 17 0,-5-1 0 0,0-1-8 0,-3 1-10 15,-4-2 13-15,-3 1-10 0,-3 0 26 0,-3 1-3 0,-4 0-9 16,-2 1-16-16,-5 0 24 0,-4 2-18 0,-3-1 30 0,-1-2-7 15,-3 0-16-15,-6-1-9 0,-2-3 5 0,0 1-4 0,5-3 16 16,6-1-6-16,4 0-2 0,2-1-13 0,-1 0 6 0,7-1-6 0,3 0 16 16,7 0-8-16,2 1-7 0,3-1-46 0,1 2 1 0,3 2-10 15,3-1-15-15,2 4-1 0,1-1-9 0,1 2-73 16,1 0-5-16,0 1-25 0,3-2-120 0,3 3 182 0,1 2-26 0</inkml:trace>
  <inkml:trace contextRef="#ctx0" brushRef="#br0" timeOffset="-194042.81">24824 16583 256 0,'-4'8'10'0,"0"-3"165"0,0-1-58 0,1 1 11 0,0-3-70 0,2 2 27 16,-1-1-26-16,2-1 33 0,0 0-13 0,2-1-23 0,0 0-1 0,0 1 8 0,0-2-10 0,2 0 10 0,-1 0-4 0,-1-2-12 0,1 1-14 0,0-2 19 0,-2 2-19 16,1-3 6-16,1 2-5 0,-2-2-12 0,1 0-21 0,-1 0 15 15,0-1-13-15,0 0 17 0,0 0-4 0,-1 2-13 0,1-1 4 16,-1 2 4-16,0-1-3 0,-1-1-2 0,0 2 1 0,0-1-2 15,-1 1 17-15,1-1-4 0,0-1 9 0,0 2 7 0,-1-3-9 0,2 1-1 16,-1-3-24-16,1 2 16 0,0-1-15 0,0-2 21 0,1 1-4 16,1-2-6-16,-1-2-17 0,0 0 10 15,0-1-7-15,1 0 25 0,-1-3-6 0,1 3-10 0,2-2-5 16,-2-2 1-16,0 0 0 0,1-1 2 0,-1 2-1 0,-2 0-4 0,1 0 0 0,-1 4 5 0,0-2-5 16,-2-1 11-16,-1 1-4 0,0-2-4 0,-1-1-2 15,-1 2 3-15,1 0-1 0,-2 2 10 0,0 0-3 16,2-1-2-16,-2 1 1 0,2 0-1 0,-1-3 1 0,2 3-9 0,1-1 4 15,1 1-2-15,1-2-21 0,0 1 24 0,0 3-20 0,1-3 36 0,1 3-8 16,0-1-13-16,0 0-8 0,2 2 8 0,-2 0-5 0,1 0 10 0,0 1 1 16,-1-1-7-16,0 0-12 0,-1-2 16 0,2 1-12 0,-2-1 23 0,0-1-6 15,0 1-8-15,-1-5-7 0,1 2 4 0,-1-3-2 0,0 3 15 16,0 2-4-16,-1-1-2 0,1-3-13 0,-1 2 11 0,1-1-7 16,0 0 17-16,0 4-10 0,0 0-8 0,0 2-5 0,0 1 9 0,0 1-2 15,0 3 18-15,0 0-4 0,0 1-9 0,0 2-12 16,-1-2 15-16,0 3-12 0,-1-1 15 0,2 1 0 0,-1 0-8 15,1 0-6-15,0 0 10 0,0 0-8 0,0 0 3 0,0 0 2 0,0 0-9 0,0 0-8 16,0-1 20-16,1 0-14 0,1-2 25 0,-1 0-5 0,1 0-10 16,-1 0-9-1,0-1 11-15,0 0-6 0,-1 2 17 0,1-2-2 0,-1 1-10 0,2-2-2 16,-2 1 2-16,0 1-1 0,-2-1 5 0,1 0-4 0,1 0-1 0,-1 0-2 0,1-1 3 0,0 1 0 0,0-2 6 31,0 2 0-31,0-4-3 0,0 2-7 0,0-2 4 0,0 1-5 0,1-1 8 0,0 0-1 16,2 1 0-16,-1-2-6 0,1-2 2 0,1 2-3 0,0 0 6 0,-1 0 2 15,2 1-2-15,-1-1-10 0,1 0 13 0,1 1-10 0,-1 0 14 0,1 1 1 0,1-1-7 0,-1 0-12 16,2-1 11-16,0 2-10 0,0-2 15 16,0 0-3-16,0-2-5 0,1 1-9 15,0 0 12-15,-2 1-7 0,2 0 20 0,-2 3-5 0,1-2-8 0,-1 2-19 16,-1 0 18-16,0 3-13 0,-1 1 30 0,-2 2-5 0,0 2-14 0,0 0-6 0,-1-2 10 0,0 0-8 0,1 1 9 16,0-1-2-1,0 2-5-15,-1 0-8 0,2 3 11 0,-2 4-6 0,0 2 27 16,0 1-11-16,1 2-6 0,-2 2-3 0,-1-1-2 0,-1 2 3 15,0-1 1-15,-1-1 4 0,1-1 0 0,0 1-16 0,1-2 20 16,0 2-17-16,1-2 27 0,0 0-3 0,2 0-13 0,-2-2-9 16,0 2 15-16,-1-2-11 0,0 1 20 0,-2-1-10 0,-2 1-14 0,-1-1 7 15,-1 0 4-15,-1 2 3 0,1 1 2 0,-2-3-4 0,0 3-4 16,-1-1-13-16,-2 0 16 0,1 0-11 0,-2-1 25 0,2 0-1 16,1-1-13-16,-1-2-21 0,1 0 20 0,0 0-17 0,0-2 27 15,2-3-4-15,1 1-10 0,-1-5-8 0,2 0 10 0,1-2-6 0,1 1 19 16,1 1 0-16,0 1-5 0,1-1-10 0,1 0 11 0,0 0-10 15,0 0 12-15,1-1-4 0,-1 1-4 0,2-1-7 0,0 0 3 16,-1 1-2-16,0 0 12 0,1 1 1 0,0 0-2 0,1-1-14 16,0-2 20-16,0-4-16 0,1 3 31 0,1-2-7 0,0-2-11 0,2-1-6 15,-1-1 8-15,2 1-6 0,2-1 14 0,-1 0-4 0,2 0-7 16,2 0-29-16,-1 1 26 0,2-1-23 0,0 0 32 0,1 3-7 16,1 1-13-16,-1-2-11 0,1 3 13 0,-8-1-8 0,1 1 19 15,-1 2-1-15,0 0-9 0,4 2-21 0,0 2 20 0,1 0-17 0,-1 1 33 16,-2-1-7-16,0 2-10 0,-1 0-5 0,-3 0 2 0,-1 0 1 15,-2 2 8-15,-1-1-3 0,-1 2-4 0,-1 2-9 0,0 1 15 16,-1 4-9-16,-1 1 15 0,-3 2-3 0,-1 2-9 0,-1-2-5 16,-3 0 6-16,-2 0-1 0,1 3 10 0,-1-1-5 0,-1 3-7 0,0-2-5 15,-2 1 8-15,1-4-2 0,5 3 10 0,-1-2-1 0,0 0-6 16,-2-2-1-16,-2 1 2 0,-1-1-2 0,2 0 2 0,1-1 0 16,1-1-2-16,1-1-3 0,0-1 6 0,1-3-4 0,0-2 16 0,1-2 2 15,-1 0-1-15,-1-3-11 0,0-1 14 0,-1-1-13 0,-1 0 16 16,1-1-9-16,1-1-10 0,-1-3 0 0,2 2-1 0,0-4 3 15,1 3 1-15,1-1-2 0,3 3-2 0,-1-1-12 0,2-1 5 0,1 3-7 16,-1-2-9-16,1 3-8 0,1 0-11 0,0-1-28 0,0 1-9 16,1 0-4-16,0 0-60 0,1 0-15 0,1 0-20 0,3-1-162 15,-1-2-86-15,5-3-29 0</inkml:trace>
  <inkml:trace contextRef="#ctx0" brushRef="#br0" timeOffset="-178519.01">26535 14769 213 0,'-7'-8'-6'0,"1"-2"-32"16,-1 1 75-16,1 0 13 0,3 1 5 0,-1-1 5 0,1 2-7 0,0 0 1 15,-1 1-22-15,0-2 7 0,-2-1-7 0,1 0 9 0,-1 0-4 0,0 2-14 0,0-3-14 0,0 1 37 0,0 1-27 16,1-1 46-16,0 0-8 0,1 1-18 0,-1 1 4 0,1 0 1 0,0 0 1 0,2 1 10 0,0 1-1 16,0 0 1-16,1 3-29 0,-1-1 19 15,2 2-22-15,0-1 4 0,0 2-6 16,0 2-17-16,2-1-12 0,-1 2 3 0,1 2-3 0,1 1 18 0,2 2 1 0,2 3-5 0,0 3-19 16,2 2 28-16,2 0-25 0,0 4 25 15,1-1-4-15,-2 0-13 0,1 1-9 0,1 4 17 0,-1-1-9 16,-1 0 19-16,-2 0 1 0,-1-2-14 0,-1 2-21 0,0 2 27 0,-2-1-25 0,1 3 37 0,-2-1-9 0,0 1-12 0,-1-1-4 31,0 3 8-31,-1 0-2 0,0 4 20 0,0-2-1 0,1 2-8 16,-1 1-18-16,1-1 20 0,-1 1-18 0,1 0 25 0,-1-4-7 15,2 4-8-15,-2-1-1 0,-5 2-4 0,1-1 4 0,-1-1-3 0,-1 1 2 16,6 2-2-16,1-1-10 0,1 3 13 0,-1-3-13 0,-1 1 17 16,-1-4-1-16,0-1-4 0,0-3-19 0,-1 0 19 0,-1-1-14 15,-2-1 23-15,4-2 0 0,3 0-14 0,-2-3-4 0,1 1 11 16,-4-2-11-16,-1-1 6 0,0 1 3 0,1 0-2 0,0 4-9 0,-1-1 6 15,1 0-5-15,-1-2 17 0,0-2-2 0,1-3-4 0,-1 1-21 16,1-1 19-16,-1-1-17 0,1 3 28 0,0-1-4 0,1 1-7 0,-2-2-9 16,1 0 10-16,0-1-5 0,1 2 15 0,-1 2-2 15,-1 1-13-15,2 1 0 0,-2-2 7 0,1-2-4 0,-1-3 5 0,1 0-4 16,1-3-6-16,1 0-9 0,0 0 11 0,1 1-7 0,1-2 16 16,1-1 3-16,-1 1-5 0,1-1-10 0,1 0 14 0,-2 1-14 15,2-1 9-15,0-1 0 0,0 0-5 0,2-1-21 0,1-2 26 0,-1 3-20 16,2-3 30-16,-1 0 7 0,-4 0-15 0,1 1-9 0,1-4 12 15,2 2-15-15,6-1 12 0,2-1 2 0,1 1 0 0,1-1-23 16,-1 0 25-16,2-1-21 0,-1 1 30 0,0 1-7 0,1-2-16 0,0-1-2 16,1 0 4-16,2 0-3 0,3-2 4 0,0-1-1 0,1 1 0 15,6-1-10-15,4 0 9 0,5 1-4 0,2 2 23 16,-8 0-3-16,3 2-8 0,4 0-7 0,3-2 14 0,7-3-11 0,1 2 15 16,-3 0-8-16,6-1-8 0,7 4 0 0,0 0-2 0,-5 3 4 15,0-1-2-15,-5-3 2 0,0-1-3 0,5 0-12 0,-4-1 15 0,2 1-13 16,2 0 20-16,-3 1 2 0,-5 2-5 0,2-1-15 0,-2 2 11 15,1-4-12-15,6 0 16 0,-6-1 0 0,2 0-6 0,7 1-12 0,0-2 14 16,-5 4-11-16,1 0 17 0,-8 2-1 0,-2-1-11 16,2-1-1-16,-4 0 7 0,-4-2-3 0,-2 0 8 0,-3 0 2 15,-2 0-7-15,2 0-4 0,-1 0 20 0,-2 0-17 0,-5 0 13 16,-8 0-6-16,0 0-11 0,1 0 1 0,1 0 7 0,6 0-3 16,-1 1-2-16,-3 0 3 0,-4 0-6 0,1 1-22 0,-2 0 26 15,-3 1-21-15,-1 1 37 0,-2-4-5 0,-2 2-11 0,-1-2-12 0,-2 0 9 16,-1 0-9-16,-1-1 13 0,-1 0 4 0,-1 1-8 0,-2-4-17 15,0 1 29-15,0-1-25 0,-2-2 31 0,-1-2-5 0,-2-1-14 0,0-3-9 0,-2-1 11 16,-1-3-7-16,-1 1 11 0,-2-3-1 0,1-2-7 16,-3-1-6-16,0-2 14 0,-2 3-10 0,1-1 12 0,-2-1 3 15,0-1-6-15,1-4-16 0,-1-2 13 0,-1-3-11 0,1-1 30 16,3-1-8-16,3-3-6 0,1-1-25 0,2-3 22 0,1-1-17 16,5 1 30-16,1 4-1 0,0-1-12 0,0 3-21 0,-2-3 24 0,-3-1-20 0,2-3 28 0,0 2-3 15,1-2-15-15,0-3-10 0,0 1 18 0,1-1-12 0,-1 3 22 16,1 1 0-16,-2 2-10 0,2-2-17 0,1-4 12 0,0-4-14 15,1 0 22-15,2 0-3 0,-2 1 1 0,1-2-11 16,0-1 2-16,-1 5-2 0,-1 2 12 0,2 6 0 0,-1 1 0 16,1-2-17-16,-1 0 6 0,-1 3-7 0,1 1 22 0,-1 3 0 0,0 2-5 0,-2 0-16 15,0 1 11-15,-2 2-11 0,-1 1 15 16,-1 2 0-16,-1 3-2 0,-2 1-16 0,-1 1 14 0,0 2-12 0,0 0 23 0,1 0 0 0,0-1-10 16,-1 0-17-16,-1-2 23 0,-3 3-20 0,0-4 26 0,0 2-3 15,0 0-11-15,-2-1-14 0,1 4 14 0,-3-1-11 0,0 1 26 16,0 0-5-16,-2 0-7 0,1 1-8 0,-1-1 3 0,-2 4-3 0,0-1 10 15,-3 2-4-15,-1 1-3 0,-2 1-5 16,-1 1 5-16,7 2-1 0,-2-1 13 0,-3 0-4 0,-2 1-3 0,-9 1-9 0,1 0 5 16,2 1-6-16,0 3 11 0,1-1 0 0,-1 2 0 0,-6 0-16 15,-5 1 11-15,-3 1-10 0,0 0 29 16,-5 2-8-16,-2 1-6 0,-3 0-19 0,-6 0 15 0,1 3-10 0,-3-1 27 0,0 1-8 0,-4-2-13 0,-7 1-13 16,0 0 20-1,1 1-9-15,-1 0 22 0,4-1-2 0,0 1-15 0,-3 0-13 0,2-1 21 0,5-1-18 0,7 0 20 0,7 0-1 16,0 1-6-16,-1 0-4 0,-1 1 3 0,4 1-2 0,2 0 6 31,5 1 2-31,5 1-6 0,-1 0-14 0,4-3 19 0,3 1-16 0,2 0 20 0,1-2-4 16,1 4-8-16,-3-1-7 0,2 1 6 0,1 0-6 0,7-1-1 0,4-1-4 15,0 0-6-15,0-2-20 0,-1 2-3 0,3 0-5 16,5 0-35-16,3 2-15 0,3-2-17 0,5 1-86 0,2 3-29 0,2-1-5 0,2 3 84 0</inkml:trace>
  <inkml:trace contextRef="#ctx0" brushRef="#br0" timeOffset="-165073.28">15399 767 712 0,'-2'-10'166'0,"-1"2"-110"0,2 4-64 0,1 3-3 0,0 0 5 0,0 1 1 0,0 1-9 0,1 0-7 0,2 2 27 0,-2 2-19 16,2 3 36-16,0 2-13 0,2 3-12 0,1 5 5 0,0-1-4 16,1 5 8-16,0 3 3 0,2-4 0 0,-1 6-3 0,2 4-16 15,0 2 17 1,-2 3-15-16,0 1 20 0,-2 2-3 0,-1-2-10 0,-1 1 15 0,-1-1 0 0,-3-1 4 0,1 1-3 0,-1-1-1 0,0 2-6 16,0 3-4-1,0 7 6-15,2 0-7 0,1 8 4 0,2-4-5 0,-1-1-3 0,1 2-8 16,-2-1 8-16,-2-1-3 0,0 2 18 0,0-1-1 0,1 3-12 15,-1 6-24-15,-1-1 33 0,0-1-28 0,-3-6 36 16,0-3-7-16,0-1-16 0,-2 1 0 0,1-1 4 0,-1 1 2 16,2-1 17-16,1-2 4 0,1-3-7 0,1 0-3 0,1-8 10 15,3-3-12-15,2 0 7 0,0-5-4 0,2 2 0 0,4-2-16 0,0-1 10 16,1-1-8-16,3-2 22 0,2-1-4 0,0 0-8 0,2 0-19 16,-2 0 20-16,-5-2-18 0,1-4 23 0,3 1-6 0,3 0-11 0,6-1-14 15,1 0 26-15,0-3-14 0,-1 0 42 0,-1-3-7 16,0 0-17-16,5 0-21 0,0-5 18 0,5 3-16 0,2-3 26 0,1-1-6 15,3 2-7-15,3-2 5 0,-2 1 2 0,0-4 1 16,5 1 3-16,1-3-4 0,7 0-6 0,4-2-14 0,4 0 10 0,5 1-7 16,-6-3 13-16,4-3-8 0,-4 1-9 0,5-3-1 0,7-1 2 0,2 2 3 15,5 0 17-15,-7-2-9 0,0 1-3 0,2-4-8 0,-3-1 2 16,7 2 1-16,2-1 5 0,-4 1-1 0,-4 3-3 0,-2 0-2 16,-6 3 1-16,0-1-1 0,4 5 4 0,-2 1 0 0,-1 1-2 0,-8 5-17 15,-3 2 26-15,-5 1-20 0,-5-3 24 0,-1 2-5 16,-4-4-13-16,-2 4 2 0,-5 1-4 0,-2 2 3 0,-5 0-23 0,-4 0-12 15,-4 2-16-15,2 1-89 0,-4 1 8 0,-4-4-32 0,-2-1-96 0,-6-1 161 16,-5-1-30-16</inkml:trace>
  <inkml:trace contextRef="#ctx0" brushRef="#br0" timeOffset="-162589.9">15591 2847 322 0,'-4'-1'46'0,"2"1"52"0,0 0-77 0,0 0-8 0,0 0-10 0,-2 1 10 0,2-1 1 0,0 2-5 0,-2 0-3 0,2-1 17 0,0 1-14 0,0-1 14 0,0-1-4 0,1 1-6 0,1-1-11 0,0 0 7 0,0 0-4 0,0 0 14 15,0 0 0-15,0 0-9 0,0 0-13 0,3 2 24 0,-2-2-21 16,2 0 37-16,-1 0-9 0,3 0-10 0,-2 0-11 0,2 0 18 0,0 0-9 16,2 1 38-16,2-1-10 0,1 0-14 0,1-1-16 15,2-1 11-15,-2 1-11 0,1-3 14 0,-6 2-11 0,1-2-2 0,-2-1-6 16,1 1 0-16,6-3 7 0,1 2 12 0,0 0-3 0,0-2-11 16,2 0-24-16,-3 1 30 0,1-1-26 0,-2-2 33 15,0 3-8-15,0 0-15 0,1-1-11 0,-1-1 15 0,-1 0-8 16,1 0 30-16,-1-1-3 0,-1 1-11 0,1-1-23 0,1 2 26 15,2-2-22-15,2 0 31 0,-1 0-5 0,2 1-13 0,0-1-10 0,1-1 12 16,0-2-9-16,3-1 23 0,1-3-8 0,2 2-10 0,2-4-18 16,1 0 15-16,-1-1-11 0,-2-1 23 0,-7 3 1 0,0-1-8 15,2 0-20-15,3 2 13 0,5 1-12 0,0 2 29 0,-3 3-1 16,0-2-5-16,-2 1-22 0,0-1 20 0,1 1-18 0,-1-1 24 16,0 2-4-16,0 0-10 0,0 0 10 0,1-3-10 0,2-1 10 0,2 0 2 15,1 0-6-15,0-4 7 0,0-2-10 0,-4 0 0 0,0-2 1 16,3 0 2-16,-1-2 1 0,8 1-2 0,-2-4-19 0,1 0 15 15,0-2-11-15,1-1 33 0,2 1-7 0,0-1-10 0,2 4-15 16,1 3 8-16,1 0-5 0,0 1 13 0,-5 1-4 0,-5 0-3 0,2-1 1 16,0-1-5-16,1 0 7 0,3 0 7 0,-3 0-4 0,0 1-1 15,1 0-21-15,2 0 18 0,0 1-14 0,2-4 23 0,0 3-3 16,0 2-12-16,0-3-8 0,-10 1 8 0,0-2-4 0,0 3 22 16,-1 2-6-16,5 1-7 0,0 0-9 0,-1 2 4 0,-2-1-4 0,-1 2 6 15,-3 1 3-15,1-1-1 0,0 1-16 0,1 0 17 0,-1 0-15 16,4 0 20-16,-3 3 1 0,1-2-11 0,0-1-5 0,-2 1 8 15,-7-1-9-15,-2 0 7 0,-1 0 0 0,2 2-2 0,6-2-8 16,0 1 6-16,1-1-3 0,-3 1 19 0,-1 1-1 0,1 0-5 0,-2 1-14 16,0 2 10-16,0 0-10 0,1 0 12 0,-1 1-4 0,-1 0-4 15,0 2-1-15,-2-1-1 0,1 1 4 0,-2 1 5 0,1-1 1 16,-1 2-3-16,1-1-8 0,-2-3 12 0,1 4-9 0,-2-2 12 16,-3 1-6-16,0-1-7 0,-1 0-15 0,-1 0 21 0,0-1-13 0,-5 0 26 15,-1 0 0-15,-2 1-14 0,1-1-5 0,3 1 8 0,1 2-9 16,-1 0 3-16,-2 0-3 0,1 3-2 0,-2-1-104 0,0-1-27 15,-1 2-22-15,-1-1-197 0,-3 2 212 0,-2 2-28 0</inkml:trace>
  <inkml:trace contextRef="#ctx0" brushRef="#br0" timeOffset="-161321.66">16175 1698 567 0,'-6'-11'164'0,"4"0"237"0,1 3-328 0,1 1-62 0,2 4-15 0,-3 0 12 0,1 2 1 0,0-1-5 0,0 0-6 0,0 0 8 0,1-2-8 0,0 1 10 0,1 2-8 0,0-3-7 0,0 2 7 16,0 0-12-16,-1 0 12 0,-2 1-13 0,0 1 1 0,1 0 1 0,0 0-102 15,8 1 9-15,1 1-41 0,1 1-59 0,1 2 120 0,0-1-17 16</inkml:trace>
  <inkml:trace contextRef="#ctx0" brushRef="#br0" timeOffset="-160994.47">16109 3002 1466 0,'21'-13'-1'16,"-22"-1"3"-16,-5 2 4 0,4 4 2 0,2 4-23 0,0 3 20 0,0 0-18 0,0 1 25 15,0 0-3-15,1 0-11 0,0-2 6 0,0 1 4 0,2 0 0 0,-2-2-9 16,1 2 0-16,0 0-10 0,1-1-13 0,1 0 20 0,1 0-18 16,2 0-14-16,1 1-35 0,2-2-44 0,-2 0-87 0,2 0-22 15,5-1-16-15</inkml:trace>
  <inkml:trace contextRef="#ctx0" brushRef="#br0" timeOffset="-160771.43">16740 1566 1723 0,'-21'-24'-122'0,"16"18"107"15,1 4-12-15,3 1 11 0,2 2-46 0,2 3 16 0,2 0 15 0,3-1-20 0,2 2-14 16,1 2-9-16,1 1-89 0,-1 2-11 0,1 3-15 0</inkml:trace>
  <inkml:trace contextRef="#ctx0" brushRef="#br0" timeOffset="-160550.9">17101 2671 1991 0,'-22'-14'39'0,"2"3"-132"0,6 6 86 0,6 4-1 0,3 1-11 0,2 1 5 15,2 2 9-15,1-3-5 16,0 0 8-16,0 0-3 0,0 0-3 0,1-1-40 0,3 1-1 0,1-2-11 0,4 1-47 0,3 1-19 16,1-3-27-16,5 3-140 0,2-2 179 0</inkml:trace>
  <inkml:trace contextRef="#ctx0" brushRef="#br0" timeOffset="-160305.22">16487 2234 1922 0,'-21'-31'34'0,"4"6"-124"0,3 3 97 0,5 9-3 0,3-1-3 0,2 3-9 16,3 0 4-16,1 2-7 0,2 0-1 0,3 3 0 0,3 1-4 0,1-1-21 0,3 2-5 15,3 1-3 1,4 2-31-16,4 1-13 0,5 4-15 0,9 1-103 0,3 3-32 0,-3 0-23 0</inkml:trace>
  <inkml:trace contextRef="#ctx0" brushRef="#br0" timeOffset="-160107.46">16997 2756 1864 0,'-24'-17'20'0,"2"-1"-204"0,5 6 173 0,9 4-25 0,2 5-23 0,3-3 3 16,2-1 10-16,1-2 7 0,2-1 28 0,3-6-8 0,3-2-16 15,2-5-67-15,1-5 12 0,3-3-29 0,2-3-50 0,2-1-50 16,5 1-43-16</inkml:trace>
  <inkml:trace contextRef="#ctx0" brushRef="#br0" timeOffset="-159933.99">17543 944 2120 0,'17'-48'63'0,"-22"21"-112"0,0 4 19 0,3 4 25 0,0 4-11 15,0 6 9-15,-1 5-14 0,3 3-7 0,0-1-9 0,0 2-11 16,3 0-37-16,2 2-9 0,3 0-4 0,4 0-44 0,6 3-15 16,5 0-15-16,2 1-148 0,0 3 194 0</inkml:trace>
  <inkml:trace contextRef="#ctx0" brushRef="#br0" timeOffset="-159743.81">17683 2180 1935 0,'-12'-27'43'0,"8"17"-74"0,5 8-24 0,-2 6 3 16,-1 4-44-16,2 3 6 0,0 4-1 0,1-5 16 0,2-1-18 0,3-2-21 16,-4-1-50-16,2 3-11 0,-1 1 2 0,3 1-24 0,4-1 111 15,1 1 3-15</inkml:trace>
  <inkml:trace contextRef="#ctx0" brushRef="#br0" timeOffset="-159556.62">17654 2426 2212 0,'-23'-24'54'0,"1"5"-115"0,5 5 71 0,5 8-14 0,4 1-13 0,2 3-48 16,3 0 16-16,-1 2-16 0,0-2 14 0,2-2-20 0,1 0-22 15,1-2-126-15,4-3-17 0,5-1-29 16,4-2 80-16</inkml:trace>
  <inkml:trace contextRef="#ctx0" brushRef="#br0" timeOffset="-159408.58">18395 1252 2101 0,'-10'-31'52'0,"0"6"-146"0,1 3 109 0,4 9-26 0,1 4-25 0,-1 5-56 16,1 2 5-16,0 1-9 0,0 1-8 0,2-2-34 0,0 0-31 15,2 1-214-15,0-2 232 0</inkml:trace>
  <inkml:trace contextRef="#ctx0" brushRef="#br0" timeOffset="-159239.36">18448 837 1806 0,'-4'2'217'0,"-4"-10"-260"16,1-4-86-16,2 7 72 0,4 7 18 0,0 4-2 0,1 4-3 0,1 4-3 0,2 2 1 0,4 0-51 16,3 4-19-16,1 1-5 0,3 2-108 0,0 4-32 0,3 5-40 15</inkml:trace>
  <inkml:trace contextRef="#ctx0" brushRef="#br0" timeOffset="-159065.15">18166 2036 2347 0,'-56'-78'-359'16,"26"46"237"-16,5 5 1 0,0 11-7 0,11 13-38 0,2 0-12 0,1-2-230 0,-2 0 254 16</inkml:trace>
  <inkml:trace contextRef="#ctx0" brushRef="#br0" timeOffset="-158906.79">17482 1206 1945 0,'-14'-15'239'0,"-5"-20"-289"0,6 8-101 0,6 9 32 0,6 17-45 0,3 5-1 0,5 9-229 15,5 2 224-15,6 6-12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14:10.98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3269 7153 256 0,'17'-17'-4'0,"-4"11"-47"0,1-1 25 0,1 1 2 0,3 0 48 0,3-1 6 0,0-1 2 0,5 1 9 0,3-2-5 0,5 1-7 0,5-1-11 16,2 2 26-16,2 1-20 0,-2 0 27 0,-3 2-12 0,-3-2-16 0,-6 1-10 16,1-2 13-16,0 2-8 0,3 1 20 0,7-1-2 0,6 3-9 15,8-1-21-15,6-1 28 0,2 2-25 16,-2-1 24-16,-9 1-9 0,-2-1-18 0,4 0-6 0,3 1 12 0,13-2-6 15,4 1 17-15,2 1 0 16,-1-1-13-16,-7 1-33 0,-5 0 37 0,1 0-33 0,7-2 46 0,6 2-5 0,7-1-16 0,-1-2-6 0,-9 2 15 0,-3-1-10 31,2 1 26-31,5-1 2 0,8 0-12 0,4 3-13 0,-6-1 21 16,-5 2-21-16,1-1 10 0,7 1-6 0,6 0-10 0,3 1-9 16,-5 1 10-16,-5 1-5 0,4 1 19 0,4 0-1 0,3 1-9 0,-1 0-19 15,-4 1 20-15,1 1-18 0,5 0 23 0,3 0-5 0,-3 2-9 16,0 0-4-16,0 0 4 0,4 4-1 0,2 1 6 0,-4-1 5 15,-3-2-7-15,7 0-20 0,3-2 28 0,5 0-24 0,-4 2 36 0,-9-2-11 16,-1 1-13-16,8 2 1 0,-2 1-2 0,-2-2 5 0,-5-3 0 16,-4-4 2-16,4-3-5 0,5-1-8 0,-4 0 17 0,-6-3-14 15,0 0 17-15,-1-3-5 0,4 3-6 0,4-5-7 0,-6 0 2 16,-1-2 1-16,1-2 18 0,-1 0-5 0,2-2-5 0,-2-1-21 0,-3 0 22 16,-3 0-17-16,3 1 28 0,-2 0-6 0,-4-1-10 0,-5 0-14 15,-5 0 11-15,-3 1-7 0,-1 0 25 0,-1 3-1 0,-6 1-8 16,2 2-26-16,-7 5 27 0,-7 0-24 0,-1 3 24 0,-6 4-61 0,0 1-35 15,4 5-268-15,-5 0 208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14:29.00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9813 8754 759 0,'-3'3'274'15,"0"-3"386"-15,0 1-466 0,1 1-108 0,0-2-16 0,1 3-28 0,1 2-13 0,0 1-22 0,1 1-9 0,1 1 5 0,1 2-4 0,2 2 23 0,-1-2-2 0,1 2-2 0,2 2-22 16,-1 1 17-16,1 4-19 0,-1 5 31 0,-1 0-3 16,0-1-10-16,1-2-1 0,-1-1 10 0,2-5-10 0,1 2 7 15,-2-1-5-15,1-2-7 0,0 7-5 0,-1-6 2 0,0-1-3 16,1-2-6-16,0-2-18 0,-2-1-10 0,0 1-64 15,-2-3-38-15,1 0 17 0,-3 0-140 0,-1-2-7 0,-1 0 3 0,-4-3-99 16,2 2 186-16</inkml:trace>
  <inkml:trace contextRef="#ctx0" brushRef="#br0" timeOffset="317.08">9660 8952 634 0,'-7'0'262'0,"-7"0"-19"16,4 0 13-16,2 0-127 0,2-4 27 0,1 1-44 0,2-1-40 0,-1-3-42 16,3 0 2-16,1-3-13 0,0-2 8 0,1 2-7 0,2-4-2 0,-1 1-4 15,1-2 5-15,2 0-5 0,-1-5 9 0,1 1-5 16,0-3-4-16,4 1-3 0,1-2 11 0,1 3-9 0,1-4 19 16,-1 4-1-16,-4-2-7 0,1-2-16 0,-2 2 21 0,2 0-22 15,6 2 44-15,-2 4-5 0,0 6-14 0,1 1-12 0,-3 3 18 16,-1 2-22-16,-1 0 19 0,-1 1-5 0,-4 3-14 0,0 3 3 15,1-1 13-15,-2 5-12 0,0-2 25 0,0 1-8 0,1-1-9 16,-1 2-28-16,0 1 20 0,1-1-20 0,1 3 25 16,-1 1-7-16,1 2-12 0,-1-1-9 0,-1 1 8 0,2 1-6 15,-2-2 13-15,1 2-12 0,2-1-7 0,-1 1-42 0,1 0-11 0,0 0-5 0,1 0-65 16,-1 1-22 0,4-1-25-16,0 2-208 0,0 0-67 0,6 4-48 0</inkml:trace>
  <inkml:trace contextRef="#ctx0" brushRef="#br0" timeOffset="696.7">9660 9617 1477 0,'-5'2'329'0,"-1"-1"-125"0,4 1-79 0,1 1-60 0,1 1-21 16,1 2-10-16,3-1-18 0,1 2-21 0,1 0 19 0,-1 2-19 0,1 3 30 0,-2-2-5 0,1 0-11 0,-1 1-16 16,-4-4 14-16,-1 1-14 0,1-2 22 0,0 2-4 15,4-3-9-15,0 0-8 16,1-1 7-16,-1 0-6 0,0-1-6 0,-2-2-30 0,0 0-16 0,-1 2-92 0,-1-3-59 0,1-3 29 0,-1 1-228 31,1-5 238-31,4 1-3 0</inkml:trace>
  <inkml:trace contextRef="#ctx0" brushRef="#br0" timeOffset="823.33">9620 9338 1124 0,'-14'0'297'15,"2"-1"-194"-15,0 1 97 0,1 0-70 0,2 0 20 0,0 1-46 16,1 0-18-16,2-1-24 0,1 0-34 0,1 0-34 0,2 0 13 16,1 0-17-16,1 0 21 0,1 0-13 0,2 0-12 0,3-1-47 15,2 1-26-15,2-1 8 0,4 1-103 0,1-1-42 16,1-1-6-16,2 2-114 0,0 0 158 0</inkml:trace>
  <inkml:trace contextRef="#ctx0" brushRef="#br0" timeOffset="1140.14">9818 9565 535 0,'-5'34'-183'0,"3"-18"385"16,1-3-15-16,-1-2-45 0,1 2-46 0,1-3 31 0,0-2-58 15,2-1 28-15,-1 0-15 0,1-1-16 0,0-1-34 0,2-1 23 16,-2-1-30-16,1 1 31 0,1-3-11 0,-1-1-26 0,-1 0-13 15,1 0 32-15,-1-1-31 0,0-3 48 0,-1 0 4 0,0-2-13 16,-1-2-3-16,0-2 3 0,0-1-13 0,0-3 6 16,0 1-6-16,-1-2-5 0,1 0-14 0,1-2 13 0,1 2-14 15,0-2 24-15,1 6-3 0,1-1-11 0,0 2-18 0,1 3 22 16,0 1-23-16,1 2 38 0,0 2-12 0,0 0-10 0,2 2-6 16,1 4 13-16,0-1-6 0,1 3 29 0,-1 2-5 0,2 1-9 0,-1 2-18 15,2 1 10-15,-1 3-12 0,1-2 6 0,-1 2-3 0,-1 2-4 16,2-3-16-16,-3 1 8 0,0-2-8 0,-1-1 14 0,-1-1-3 15,1-2-4-15,-2 2-11 0,0-3 4 0,-2-1-6 0,0-1-5 16,0-1-10-16,0-1-10 0,-1 1-31 0,0-2-7 0,-1-1-4 16,-1 0-45-16,0-2-20 0,1 0-18 0,-1-2-129 0,0-1-34 0,1-2-13 15,1-1 114-15</inkml:trace>
  <inkml:trace contextRef="#ctx0" brushRef="#br0" timeOffset="1669.47">10287 9240 1443 0,'-2'7'161'0,"-1"2"-16"16,1 4 4-16,2 0-54 0,2 4 7 0,1 0-29 15,1 1-36-15,2 3-26 0,0 1 10 0,2-1-16 0,-1 6 6 16,1-1-3-16,-1-2-6 0,0-1-3 0,-2-5 3 0,1-2-2 16,1-2 11-16,1 2-11 0,-1-2-6 0,2 0-29 15,-2-2 6-15,1-2-5 0,-1-1 16 0,0-1-8 0,-2-1-7 0,1-1-13 16,-3-3-1-16,0 3 3 0,0-3-26 0,-1 0-19 15,-1-2-12-15,-1 1-22 0,0-2-6 0,-2 0 19 0,-2-4-5 16,0 1 5-16,-3-3 8 0,-1-1 46 0,-1-2 7 0,-1 0 23 16,-1-1 37-16,1-1 6 0,-1 0-1 0,-1-1 0 0,0-2 22 0,0 1-18 15,1 0 36-15,-1 3 12 16,2 1 7-16,1 2-38 0,0 3 24 0,1 1-26 0,1 1 55 16,1 1-17-16,0 1-10 0,2 1-31 0,2 2 18 0,-1-2-16 0,2 0 22 0,1 1-4 0,1 0-6 0,0 1-18 15,1 1 18-15,0 0-16 0,0-1 20 0,1 1-3 0,1-1-14 16,1-2-17-16,1 0 9 0,2-1-11 15,0-1 6-15,0-3-5 0,-1 0-5 0,2 1-5 0,2-3 1 0,-1-3-1 0,1 2 5 16,0 0-2-16,0-3 0 0,2 0-8 0,1-2 4 0,0-3-4 0,0 1 3 16,0 0 2-16,-2 1-2 0,-1 0-3 0,-2 0-1 0,-1 3-1 15,-2-1 8-15,-2-1 0 0,1 2 2 16,-3 0-20-16,0 1 15 0,1 0-11 0,-3 2 24 16,0 1-5-16,0 0-10 0,0-1-2 0,-2 2 10 0,1 0-7 0,0 1 5 0,-1 3 5 0,1 0-6 0,0 1 5 15,-1 1 8 1,-1 3-6-16,0 2 9 0,1 2-1 0,-2 2-4 0,2 4 1 0,-1 1 24 15,0 5-14-15,2-2 32 0,0 1-9 0,1-1-14 0,-1 2-34 16,1 1 19-16,0-1-21 0,0-1 22 0,1-6-6 0,1 0-11 0,1-3-18 0,0-1 14 16,0 0-11-16,3-3 15 0,0 0-13 0,1-4-18 0,2 2-41 15,0-1-3-15,0-3-10 0,3 0-41 0,-2-3-19 0,2-2-22 16,0-2-137-16,1 1-8 0,-1-3-30 0,2 0 142 16</inkml:trace>
  <inkml:trace contextRef="#ctx0" brushRef="#br0" timeOffset="1885.23">10832 9205 1012 0,'-11'0'378'0,"6"0"-231"0,0 0 205 0,-1 3-250 0,1-1 21 0,1 2-55 0,1 2 3 0,-2 1-17 0,1 2-25 0,-2 2-15 0,-2 3 11 0,2-1-14 0,0 4 20 15,1-1-3-15,1 2-9 0,-1 2-22 0,2-2 16 0,0-2-20 16,-1 2 27-16,2-3-8 0,1 0-10 0,0 0-8 0,1-2 7 15,0 0-5-15,0 1 6 0,1-8-13 0,1 0-12 0,1 0-71 16,1-5-34-16,-1 3 7 0,2-1-191 0,-1-3-47 0,3 0-24 16</inkml:trace>
  <inkml:trace contextRef="#ctx0" brushRef="#br0" timeOffset="2502.17">11087 9224 669 0,'-1'-6'-126'0,"0"3"315"16,-1-1-19-16,1 1-20 0,0 0-37 0,-1-1 18 0,0 2-37 15,-1 0 29-15,0 0-18 0,1 1-24 0,-3-2-31 0,1 2 15 16,-1-1-27-16,0 2 14 0,-1 2-15 0,0 0-13 0,1 2-12 15,-1-1 7-15,1 3-7 0,-1 0 15 0,0 2-6 0,1 1-8 16,-1 3-14-16,-1-1 19 0,1 2-17 0,0 2 37 16,2-1-14-16,0 0-15 0,2 4-9 0,1-2 15 0,1 0-12 15,1 1 15-15,2-2-4 0,1-2-14 0,1 1 0 0,2-3 1 16,0-1-2-16,1-1 0 0,-2 0 5 0,2-2 2 16,2 0-9-16,-1-3-3 0,1-1-5 0,2 1 4 0,-1-2 1 0,1-2 6 0,3-4-12 15,1-1 9-15,0-2-7 0,0-2 14 0,1 0-3 0,-7-1-7 16,1-1-8-16,1-2 14 0,-1-3-8 0,6 4 22 0,-2-3-2 15,2 3-11-15,-2-2-9 0,-3 0 9 0,-2 1-7 16,-2 1 13-16,0 2 0 0,-1-2-5 0,-2 2-6 0,0 0 6 0,-2 1-5 0,-1 0 2 16,0 1 2-16,-1 1-4 0,-1 0 3 0,-1 0 6 0,-1 0-5 15,0 2 7-15,0 0-5 0,0 1-3 0,-2-1-4 0,1 1 10 16,0 0-7-16,0 0 8 0,1 1-1 0,0-1-11 0,1 2-4 16,-2 1 11-16,2 0-6 0,-1 0 14 0,1-1-1 0,-1 1-7 0,0 1-3 15,-1 0 8-15,2 1-7 0,-1 2 4 0,0-1 5 0,-1 1-6 16,1 2-14-16,0-2 22 0,0 2-19 0,-1-1 25 0,0 0-2 15,0-1-9-15,-1 2-1 0,1 1 6 0,-2 0-5 0,1-1 7 0,1 2-3 16,-2-2-3-16,2 1-7 0,-1 0 4 16,2 0-4-16,2-1 11 0,0 0 1 0,1 0 0 0,3 3-18 0,0-2 10 0,1 0-11 15,0 1 21-15,0-1-2 0,1-1-7 0,1 0-8 0,0 2 11 16,0-1-9-16,1 1 11 0,-2-1-3 0,3-1-5 0,-1 2-7 0,1 0 7 16,-1-2-4-16,0 2 10 0,0-2-3 0,1-3-5 0,0 1-17 15,2-2 15-15,0-1-12 0,1-1 10 0,0-2-3 0,0 0-15 0,-1-2-25 16,3-2 15-16,-1-1-16 0,2-1-7 15,-2 1-11-15,-2-3-22 0,1 0-66 0,-2 1-22 0,-2-2-10 0,0 0-102 16,-2 1-5-16,0 1-15 0</inkml:trace>
  <inkml:trace contextRef="#ctx0" brushRef="#br0" timeOffset="2883.81">11592 9142 689 0,'0'9'-200'0,"0"-1"536"0,-1-2-60 0,1 2-48 0,0 2-82 0,0 1 29 0,2 0-58 0,2 1 3 0,-1 0-27 0,1 1-29 0,3 3-35 0,1-2 0 0,1 0-13 0,0 2 1 16,0 1-5-16,-1 1-3 15,0 4-12-15,1-2 5 0,-6-1-5 0,2 3 7 0,-2-1 3 16,-1-2-3-16,4 1-5 0,-1-6-11 0,0-2 3 0,-1-1-18 16,1 0 1-16,-2 0 6 0,1 1-3 0,-2-3 2 0,-1-3 2 0,0 0 4 0,-1-3 5 15,0-2 0-15,0-1-8 0,-3-1 14 16,-1-2-11-16,-1-4 24 0,0-2-2 0,0-1-5 16,-2-6 8-16,1 1 4 0,0-2-2 0,1-3 4 0,-1-2-2 0,6-2-1 0,0-7-3 0,2 0 24 15,1-3-15-15,-3 0 21 0,2 4-12 0,-2 1-22 0,0 3-11 16,2 4 6-16,2 4-5 15,4 3 11-15,0 0 2 0,-1 3-6 0,2 1-13 0,0 2 16 0,0 0-14 16,-1 3 18-16,0 2 3 0,-2-1-5 0,2 3-11 16,-2-1 24-16,0 0-19 0,-1 2 40 0,-1 0-12 0,0 1-12 0,2 2-11 0,0 1 10 0,-1 1-7 15,2 2 14-15,0 1-7 0,-2-1-7 0,1 2-10 0,-3 1 9 0,0 1-5 0,-1 1 20 16,0 0-4-16,-2 0-9 16,0 1-3-16,0 1-1 0,-2 1 0 0,-2-4 3 0,2 1-6 0,-1 0 1 0,-2-1-9 15,0 0 5-15,-1 0-2 16,0-1 16-16,1-1-5 0,0 0-8 0,0-1-10 0,0-2 8 0,0 2-6 15,-2-3 1-15,-1 0-8 0,1-1-15 0,1-3-24 0,-2 0-5 16,2 0-5-16,0-3-40 0,2-3-12 0,1-1-14 0,0-2-65 0,2-3-38 16,2-1 8-16,3-1-86 0,1-4 33 0,3 1 11 15</inkml:trace>
  <inkml:trace contextRef="#ctx0" brushRef="#br0" timeOffset="3041.5">11912 8753 527 0,'0'0'154'0,"1"3"292"0,-1 1-249 0,0 2-16 15,0 4-29-15,2 4-42 0,1 2 20 0,-1 2-48 0,2 1-3 0,1 1-27 16,-1 5-27-16,0 7-25 0,-2 0 19 0,0 0-17 0,1-3 21 16,-1-5-9-16,1-2-14 0,-1-1-15 0,2-1-7 15,-1-1-1-15,1-1-61 0,-2-1-34 0,1-2-18 0,-1-1-105 16,1 0-17-16,-2-2 16 0,-1 1-84 0,0-3 192 0,1 1-6 16</inkml:trace>
  <inkml:trace contextRef="#ctx0" brushRef="#br0" timeOffset="3200.88">11921 9086 626 0,'0'-1'834'15,"11"-15"-987"-15,-3 7 340 0,1-1-35 0,2 0-38 0,4-2-53 0,1 3-7 0,1-1-17 0,4-1-26 16,-1 0-3-16,1-4-4 0,3 1-27 0,-3 0-23 16,-2 1 2-16,1-1-126 0,-4 2-45 0,-7 2-11 0,0 3-162 15,4 3 187-15</inkml:trace>
  <inkml:trace contextRef="#ctx0" brushRef="#br0" timeOffset="3944.59">10593 9791 693 0,'-13'0'-303'0,"8"0"636"0,-2 0-75 0,-1 0-96 0,1 0-52 0,1 2 15 0,-1 0-38 0,0 1-7 0,2-1-8 0,-1 1-12 0,-1 2-13 0,0-1 21 0,2 2-26 0,-3 3 23 0,1 0-7 0,2 1-20 0,-2 3-13 16,0 3 15-16,2-1-20 15,-1 5 14-15,0 1-4 0,2 2-9 0,-2 0-5 16,3 1 13-16,1-1-12 0,-1 4 12 0,2 3-8 16,1-1-17-16,1 3-1 0,0-1 2 0,3-2-4 0,1 5 3 15,1-5-2-15,2 1 1 0,1-1-3 0,1-3 0 0,1 0 0 16,3-1 0-16,0-3-15 0,1-3-7 0,2-4-59 0,-2-5-1 0,2-1-9 0,0-2-44 0,0-2-24 0,1-1-28 16,0-3-105-16,-1-1-53 0,-5 0-13 0</inkml:trace>
  <inkml:trace contextRef="#ctx0" brushRef="#br0" timeOffset="4471.68">10712 9935 801 0,'-4'-3'278'15,"0"1"99"-15,2 0-239 0,0 2 5 0,1 0-39 16,1 3-32-16,0 2-44 0,0 1 21 0,0 3-25 0,1 3 47 16,1-1-15-16,0 0-20 0,1 4-14 0,1-1 21 0,-1 2-21 15,0 4 27-15,2-1-14 0,-1 0-17 0,3 3-21 16,-1-3 13-16,-1-2-14 0,2 0 25 0,0-5-6 0,-1 1-9 0,2 0-4 16,-2-3 1-16,-2-1-1 0,0 0 8 0,-2-1-6 15,-1-3-2-15,1 1-3 0,0-3 4 0,-1 1-1 0,-1-3 23 16,1-1-4-16,-1 0-5 0,0 0-11 0,0 0 9 15,1-4-10-15,-1 0 10 0,1-1-3 0,1-1-5 0,-1 0-12 0,3-2 11 16,-1 1-9-16,-1 1 11 0,2 0 1 0,-1 1-7 0,1-1-9 16,-1 0 10-16,0 2-8 0,1-1 16 0,-1 1-1 0,1-1-5 0,1 3-12 15,1-2 14-15,-1-1-11 0,2 2 20 0,0-2-3 0,-1 1-11 16,3-1-7-16,0 1 7 0,1 0-5 0,1 2 10 0,-1-1 0 16,0 1-5-16,1-1-14 0,1 0 16 0,1 3-12 0,0 0 24 15,-2 0-7-15,1 2-10 0,-2 0-18 0,-1 1 11 0,1 1-8 0,-1 0 22 16,-2 1-5-16,-1 1-5 0,0 0-1 0,-3 2 0 0,1 0 3 15,-3-1 9-15,-1 1 2 0,0 1-1 0,-2-1-24 16,-1 1 20-16,0 0-18 0,-2 0 31 0,1 0-3 0,-2 0-10 0,0 1-12 16,-1 1 12-16,0 0-9 0,-1-1 17 0,0 0-3 0,-1-1-7 0,-1 0-15 15,-1 1 18-15,0-1-15 0,0 1 26 0,-1-1-6 0,2-1-8 16,0-1-10-16,1 0 8 0,0-3-7 0,-1-1 18 0,2-3-3 16,0-2-6-16,1-2-17 0,0-3 7 0,1 0-11 0,2-3-9 0,-1 0-13 15,2-2-18-15,1 2-46 0,0-3-13 0,1-1 0 0,1-1-42 16,4 0-59-16,0 0-36 0,1 1-81 0,0 2 165 0</inkml:trace>
  <inkml:trace contextRef="#ctx0" brushRef="#br0" timeOffset="4753.34">10952 9782 358 0,'-7'-1'331'0,"6"0"-145"0,-1 1 238 0,1 0-243 0,0 0-14 0,1 0-53 0,2-1-20 0,1 1-13 0,4 0-30 0,2 0 4 0,0 2 17 0,3-1-21 0,2 5 17 16,-1-1-15-16,2 2-13 0,2 5-7 16,0 2-5-16,-1 1 0 0,2 6-13 0,0 1-2 0,-1-2-2 0,1 6-18 15,0 1 19-15,-7-3-17 0,-1 3 32 16,-1-2-6-16,-1 0-13 0,6 5-23 0,-4-3 22 0,0-2-22 0,-1 2 36 0,-3-3-5 16,-2-1-10-16,1 4-15 0,-1-3 14 15,-1-1-13-15,1 1 25 0,-3-4-4 0,-1-1-10 0,-1 1-4 0,-1-3 4 0,-3 0-3 16,2 1 7-16,-2-4-4 0,1-2-4 0,-1-3-32 15,2-1-2-15,-1-3-8 0,1-1-39 0,0 0-27 16,-1-2-24-16,3 0-223 0,0-2-35 0,4-3-58 0</inkml:trace>
  <inkml:trace contextRef="#ctx0" brushRef="#br0" timeOffset="5513.03">12621 8539 974 0,'-4'0'122'0,"1"0"134"0,0 0-82 0,1 2-32 0,2-2-29 0,0 2-54 0,0 1 11 0,2 1-27 0,1 1 26 0,1-1-9 0,3 4-11 0,2 1-16 15,1 0 25-15,2 3-25 0,-4 3 35 0,1-1-17 0,2 3-19 0,1 4-25 16,5 2 16-16,2 0-18 0,2 2 21 0,-2 0-7 16,-1 1-12-16,1 3-16 0,-1-3 17 0,0-1-16 0,2 4 28 15,0-3-5-15,1 1-12 0,1 1-12 0,0-5 12 0,-1-4-11 16,-1-1 17-16,-2-4-9 0,-2-2-14 0,0 4-26 15,-3-4 5-15,-1-2-7 0,0 0-10 0,-3-3-5 0,-3-1-7 0,-1-2-47 16,-2 1-8-16,0-2-1 0,-2-1-55 0,-1-1-13 0,0-1-21 16,0 0-43-16,0-1-29 0,0-3-5 0</inkml:trace>
  <inkml:trace contextRef="#ctx0" brushRef="#br0" timeOffset="5901.07">12583 8803 608 0,'-7'0'203'15,"2"-1"-121"-15,1 0 95 0,0-5-67 0,3 3 9 16,1-3-24-16,1-3-5 0,2 0-14 0,1 1-17 0,1-7-23 15,0 3 15-15,1-1-20 0,-1-4 39 16,1 1-10-16,-3-2-8 0,2-2-32 0,-2 3 18 0,1-4-25 0,0-3 33 0,0 3-4 16,1-1-10-16,-1 1-20 0,0 1 26 0,-1 3-29 0,1-3 29 15,-1 2-1-15,-1 1-18 0,2 0-17 0,0 4 28 0,1 3-29 16,-1 0 37-16,1 4-4 16,-5 0-15-16,0 3-4 0,0 0 13 0,0 0-14 0,4 1 15 15,1 0-2-15,0 0-7 0,1 0-2 0,0 1 12 0,0 0-13 16,2 1 9-16,1 0-8 0,1 1-9 0,4 2-20 0,-1 1 15 0,2 1-11 0,-2 0 28 0,1 1-7 15,-2 2-9-15,3 2-13 0,-1 0 5 16,1 2-7-16,1 3-18 0,2-2-14 0,0 2-21 0,3 2-83 16,0 1-27-16,-1 1-20 0,0 0-222 0,-1-2-75 0,0 5-79 0</inkml:trace>
  <inkml:trace contextRef="#ctx0" brushRef="#br0" timeOffset="6429.71">13639 8925 1360 0,'-27'-9'-728'0,"16"5"1278"0,-1-1-160 0,-1 3-268 0,-1 1-23 0,0 1-2 0,1 0-15 0,-2 1-38 0,2-1-13 0,-1 3-14 16,-2 1-17-16,3 0 13 0,-2 1-12 16,0 1 19-16,1 1-9 0,1 2-11 0,-3 0-7 0,4-2 13 15,-1 2-8-15,2 0 20 0,3-2-2 0,1-1-11 0,3 0-5 0,1-1 11 16,0 1-11-16,2-4 10 0,1 1-2 0,0-1-5 0,1 1-2 15,3-3 0-15,-2 0-1 0,2 1 12 0,2 0 2 16,1 5 0-16,1-3-4 0,0 3 18 0,1 1-18 0,2 1 21 16,0 1-8-16,0 0-9 0,0 1-12 0,1 0 6 0,0 1-5 15,0-3 10-15,1 3-5 0,-2-2-5 0,1 3-7 0,0 0 5 0,0 0-4 16,-1-2 13-16,0 0-3 0,2 0-3 0,-1 0-5 0,-2-1 3 16,0 2-2-1,-4-1 6-15,-3-1-1 0,0 1-3 0,-2 0-5 0,-1 1 7 0,-1 0-4 0,-2 1 10 0,0-1 1 0,-2-1-4 0,-1 1-13 16,-2 0 15-16,-1-1-12 0,0-1 19 0,0-1-2 0,0-2-10 15,-1 1-4-15,1-3 12 16,-1-2-8-16,0 0 13 0,-1-2-3 0,1-3-9 0,-2-1-19 16,1-4 18-16,0 1-16 0,-1-3 21 0,2-2-9 0,-1-2-11 0,2-1-21 15,0-5 7-15,1-1-8 0,1-1-14 0,4-2-6 0,1-2-19 0,0-2-24 0,0-3-10 0,1-4-4 16,1 0-79-16,1-2-21 0,2 2-31 0,0 0-89 0,2 3 184 16</inkml:trace>
  <inkml:trace contextRef="#ctx0" brushRef="#br0" timeOffset="6809.84">13440 8667 513 0,'-3'-6'322'0,"-3"3"130"16,3 0-283-16,0 1 53 0,3 1-41 0,0 1-37 0,0 0-70 0,1 0 14 31,1 1-35-31,3 4 28 0,0 3-10 0,1 1-12 0,3 4-28 16,0 3 18-16,0 4-26 0,2 4 11 0,-1 0-6 0,1 3-14 16,-1 4-12-16,1-2 12 0,-1 1-14 0,1 1 15 0,1-5-3 15,1 1-8-15,-1-1-10 0,1-7 10 0,1-3-9 0,0-1 11 16,1-5-11-16,-1 2-8 0,-5-1-49 0,-2-2-1 15,0-2-5-15,1-4-26 0,2 0-15 0,0-3-7 0,0-4-62 16,-2-2-22-16,-1-3 22 0,-1 0-27 0,-3-3 52 0,0 1 29 0,-2-1 47 16,-1-3 30-16,0 3-11 0,0-1 58 0,-1 1 0 0,1 0-5 15,0-2 10-15,1 3 20 0,2 0-2 0,0 2 58 0,1 3-8 16,1 2-12-16,-2 3-17 0,1 1 33 0,-1 4-23 0,-1 3 42 16,2 4-19-16,-1 1-22 0,0 5-10 0,2 2 14 0,-1-2-7 0,1 0 23 15,-1-7-2-15,2 1-6 0,0 2-32 0,-1-3 22 0,2 1-26 16,1-2 11-16,0-3-14 0,1-1-18 0,0 0-10 15,1-4 8-15,0 1-4 0,1-2 20 0,1-2-9 0,0 1-7 0,-1-4-9 0,0 0 14 16,-2-1-7-16,-1 0 48 0,-4 1 2 0,0-1 0 0,-3 1-5 16,-1-2 13-16,0 0-13 0,-3 0 7 0,-1 1-13 0,-1-3-14 0,-3 0-29 15,-2 1 12-15,-2-2-13 0,1-1 14 0,1-1-2 16,0 0-8-16,1 0-24 0,0 0 4 0,1 2-15 16,3 0-26-16,-1-1-3 0,3 4-10 0,0-2-86 0,2 2-15 0,1 1-23 0,0 0-116 15,1-2-39-15,3 3-40 0</inkml:trace>
  <inkml:trace contextRef="#ctx0" brushRef="#br0" timeOffset="7284.7">14076 8835 1231 0,'0'12'298'0,"2"-2"-219"0,1 3 80 0,1 3-83 0,0 3 1 0,1 5-27 0,2 2-32 0,2-1-5 0,0-2-6 0,1-1-12 0,0-5 13 0,-1 0-12 0,0 1 23 0,-6 1-6 16,-1-1-13-16,1 1-9 0,-1-3 14 0,5-2-12 0,-1 2 23 15,-1-5-6-15,-1 1-11 0,2 0-5 16,-3-2 2-16,1-1 0 0,-1 0 13 0,1-1 1 0,-2-2-1 0,0 1-13 16,-2-1 7-16,0-2-9 0,0 0 14 0,-1-2 2 0,-1 0-2 0,-1-2-10 15,1-2 14-15,-1-2-14 0,-1-1 22 0,1-2-7 16,-1-2-9-16,-1-2-5 0,2 1 12 0,-1-4-7 0,1 1 27 16,0-3 2-16,0-1-4 0,1-2-27 0,0-2 19 0,0 1-20 0,0-4 34 15,1 1-7-15,0-3-8 0,1 2-27 0,-1-5 16 0,1 4-14 16,-1-1 21-16,1 3-3 0,-1 3-13 0,1 3-4 0,0 3 11 15,1 4-7-15,1 1 19 0,0 4-5 0,2 0-5 0,-1-1-9 16,1 1 5-16,1 1-2 0,1 1 15 0,-1-1 0 0,3 0-6 0,1 1 0 16,4 1 13-16,1-1-9 0,2 2 14 0,0 1-7 0,1 1-10 15,-2 3-6-15,1 0 2 0,0 4-3 0,-3-1 1 0,0 1 1 16,-2 0-1-16,0 1-11 0,0 0 8 0,-1 1-8 0,-2 0 15 16,-1 2-3-16,-4-2-3 0,-3 4-9 0,-1-1 12 0,-3 1-8 15,-3-1 21-15,-1-2-7 0,-2 2-10 0,0 0 1 16,-3 1 3-16,1-3-1 0,-1-2-4 0,0-1 2 0,-1 0-2 15,-2-2-4-15,0 3 1 0,-1-1-3 0,1-1-3 0,0-4-5 0,-1-1-8 0,4-2-28 0,1-2 16 16,3-3-16-16,3-3 13 0,2-3 2 0,3-5-6 0,3-2-44 16,3-3 14-16,4-3-22 0,1 0-3 0,5 0-26 0,1 1-22 0,1 2-152 15,2 3-47-15,0 3-13 0,2 4 108 16</inkml:trace>
  <inkml:trace contextRef="#ctx0" brushRef="#br0" timeOffset="7554.15">14453 8826 200 0,'4'3'106'16,"-1"-1"83"-16,2 0 35 0,-1-2-28 0,2 0-31 15,0 0-36-15,2-2 10 0,-1 0-33 0,3-2 8 0,-1 0-19 0,1-2-21 16,3-1-57-16,-2 0 35 0,1-1-45 0,-1-2 43 16,-2-1-10-16,1 1-21 0,-1 0-3 0,-1 1 21 0,-1-1-15 15,-1-1 52-15,-4 2-13 0,1-1-16 0,-3 0-19 0,0 1 21 16,-2-1-24-16,-4 0 26 0,1 2-9 0,-2 0-16 0,-2 2-24 16,0 3 18-16,0 1-20 0,-3 2 22 0,1 3-8 0,-1 4-12 15,-2 3-9-15,0 3 8 0,2 2-5 0,-2 4 17 0,3-1-3 16,0 2-7-16,2 3-15 0,1-3 19 0,2 1-14 0,4-3 31 15,2-3-2 1,2-2-8-16,4-2-10 0,3 1 17 0,2-3-13 0,3 0 21 0,1-3-5 0,2 0-11 0,6 0-10 0,-1-3 6 16,3-1-6-16,1-2 5 0,-3 0-1 0,-5-2-4 0,0 1-45 0,-1 0-14 15,1-2-12-15,3 1-93 0,-1 0-48 0,-4 1-36 0,-1-1-259 16,3-1 296-16</inkml:trace>
  <inkml:trace contextRef="#ctx0" brushRef="#br0" timeOffset="7997.63">13844 9388 1151 0,'-11'1'137'0,"0"-1"-3"0,1 4 11 0,-1 0-51 0,-1 2 19 0,0 1-21 0,1 2-30 0,-2 2-27 0,-2 2 18 0,2 3-25 0,-2 1 22 0,4 0-11 0,2 0-20 0,-1 3-12 0,3 1 5 0,0 3-9 16,2 3 4-16,2-1 2 0,0 0-1 0,2 4-16 15,1-2 17-15,1 0-15 0,3 5 30 0,3-6-7 16,0 3-12-16,1 2-10 0,0-4 9 0,2 0-8 0,1 2 13 0,1-7-5 15,2-3-6-15,0-2-5 0,0-6-8 0,2 0 4 16,-1 0-66-16,1-8-39 0,1 0-19 0,1-4-158 0,1-3-75 0,2 0-16 16</inkml:trace>
  <inkml:trace contextRef="#ctx0" brushRef="#br0" timeOffset="8616.03">14076 9684 1087 0,'-4'8'101'0,"-2"-2"155"0,3 2-167 0,0-1-9 0,2 1-16 0,2 0-33 15,3 1 14-15,-1-3-27 0,3 3 5 0,-1-3-3 16,2 1-7-16,-1 0-19 0,1 1 16 0,0-1-17 0,1 0 21 15,0 1 2-15,-1 0-9 0,-2 1-17 0,0 0 32 0,-3-3-29 16,1 0 51-16,0-1-8 0,-2 2-18 0,0-3 7 16,-1 1 0-16,0-3-2 0,0 2-2 0,-1-1-1 0,0-1-3 0,1-2-4 15,-3 0 13-15,3 0-12 0,0-1 12 16,0-1-4-16,0-2-10 0,-1 0-20 0,-1-3 24 0,0 0-23 0,-2-1 29 16,2 0 3-16,-1 1-12 0,1-1 11 0,-2 2 4 0,0-2-4 15,0 0 3-15,1 3-2 0,-2-3-5 0,1 2-26 0,-1 0 22 16,2-1-21-16,0 0 25 0,0-1-3 0,1 0-10 0,0 1-7 0,1-2 6 15,0 0-5-15,1 0 8 0,0 0-3 0,2 0-2 0,0 0-6 16,0 0 3-16,2 0-2 0,-1 2 4 0,2 0-2 0,0 3-3 0,1-3-7 16,1 4 9-16,-2-1-5 0,2 1 12 0,-2 1-2 0,0 0-5 15,0 2-9-15,0 0 13 0,1 2-8 0,-4 2 15 0,-1-1-5 16,0 2-6-16,3 1-2 0,2-1 1 0,2 1 1 0,0 2 3 16,0-3 2-16,1 3-2 0,0-3-6 0,0 0 3 0,0 1-3 15,0-2 5-15,0 0-1 0,-1-1-1 0,-3-2-4 0,1 1 6 0,-1 0-2 16,-1-2 6-16,1 0 1 0,-1-3-2 0,-1 1-6 0,2-1 4 15,-1-2-3-15,0 0 12 16,-1 0-1-16,-1-2-3 0,2 1-2 0,-2-1 7 0,0 0-5 0,2 0 5 0,-2 3-2 0,1-1-6 0,1 1-12 16,-1 3 10-16,1-1-8 0,0 2 21 0,0 0 0 0,1 1-4 15,-1 1-3-15,2 2 7 0,1 1-5 0,0-1 12 0,2 1 1 16,0 3-3-16,3 0-16 0,-2-2 9 0,1 1-11 0,1 0 5 0,1-3-2 16,-1 3-3-16,0-4-11 0,1 1 12 0,-1-1-9 0,-1-1 17 15,-1 0-3 1,1-1-9-16,0-1-19 0,-1 0 4 0,-1 0-9 0,0 0-12 0,-4 0-16 0,0 1-15 0,-2-1-85 0,0 1-51 0,-2-1-8 15,-1 0-249-15,0 3-37 0,1 1-45 0</inkml:trace>
  <inkml:trace contextRef="#ctx0" brushRef="#br0" timeOffset="8916.6">14543 9178 2066 0,'0'-4'-151'0,"0"2"280"15,2 2-19-15,2 0-50 0,1 2-17 0,4 3 15 0,1 2-26 0,3 3 23 0,0 2-11 0,1 3-7 0,0 5-36 0,1 1 27 0,-7 2-28 0,3 3 48 16,0-1-5-16,2 3-15 0,8 3-10 0,-1-1 9 0,0 0-13 15,2 0 8-15,-4-3-4 0,-4-2-7 0,1 2-11 0,-7-1 9 16,-1-2-9-16,-4-2 12 0,-2-3-5 0,-2-1-5 0,-2 1-9 16,-3-2-7-16,0-1 2 0,-3 1-24 0,1-3-4 15,-1 0 0-15,-1-2-39 0,-1-1-27 0,0 1 12 0,-1-2-156 16,-2-2-71-16,1-1-30 0</inkml:trace>
  <inkml:trace contextRef="#ctx0" brushRef="#br0" timeOffset="25357.25">17503 9448 217 0,'-12'9'352'0,"1"-4"-167"0,-2 4 228 0,1 0-236 0,1 2-52 0,1-4-43 0,-1 1 27 0,3-2-18 15,-3-1-25-15,1 2-48 0,1-1 21 0,0 2-32 0,0 1 34 16,3 0-14-16,0 0-15 0,0-2-9 0,2 0 5 16,-1 1-3-16,3 1 4 0,0-1-5 0,0 1-4 0,1 3-3 15,-2-1 5-15,2 0-2 0,-1 2 20 0,1-1-9 16,-1 0-6-16,0 3-19 0,1-1 15 0,0 0-12 0,1 3 26 15,0-3-1-15,1 0-9 0,2 2-5 0,0-4-2 0,0 2-2 16,2 1 8-16,0-4 0 0,1-1 3 0,1-1-23 0,-2-2 22 16,2 0-18-16,0-3 34 0,-2 0-3 0,1-1-11 0,1-3-1 15,-2 1 6-15,2-1-3 0,0 0 10 0,0 0-1 0,0-1-4 0,1 1-1 16,2-3 16-16,-1 0-10 0,3 1 12 0,-2-1-3 0,1 0-12 16,0-3-14-16,2 3 12 0,0-3-12 0,4 3 10 0,0-3-4 15,1 3-8-15,1-3-13 0,-3-1 18 0,-1-1-13 0,-4-1 27 16,2-1-6-16,0 0-12 0,3-1-13 0,3 4 13 0,-2-1-9 0,-2 4 24 15,-4 2-4-15,0 2-7 0,0 0-14 0,-1 4 12 0,-1-2-8 16,0 4 21-16,-1 1-4 0,0 2-5 0,1 1-21 0,-1 3 21 16,1 2-16-16,-1 1 29 0,-3-1-2 0,1 2-11 0,-2 1-13 15,1-1 16-15,-2 5-12 0,-2 1 24 0,1-4-6 0,-2 2-13 0,-3-3 1 16,-1-1 4-16,-2-6-2 0,-1-1 2 0,0-1 2 0,-2-2-1 16,0 2-14-16,0 0 12 0,0-4-12 0,0-1 10 0,2-3 4 15,-2 1-5-15,1 1-13 0,1-2 12 0,1 1-11 0,0-2 13 0,2 1-5 16,-1 0-4-16,1 0-30 0,-1 1-2 0,2-2-9 0,-3 0-37 15,2-2-6-15,-1-1-9 0,-1-3-75 0,2-1-19 0,-1-5-15 16,-1-2-130-16,0-1-3 0,-2-3-30 0</inkml:trace>
  <inkml:trace contextRef="#ctx0" brushRef="#br0" timeOffset="25577.37">17266 9331 1317 0,'-3'3'99'0,"3"0"31"0,2-1 1 0,3 1-19 0,1-2-28 0,4 1-24 0,2-2 21 0,1 0-31 0,9 0 16 0,3 0-18 0,8 2-16 0,5-1-34 0,-1 2 16 0,0-3-19 0,3 0 23 15,-3-3-3-15,-5 2-12 0,2 1-6 0,-4-1 9 16,-3 1-8-16,6 0 19 0,-6 0-20 0,-5 0-15 0,3 2-27 16,-3 1-3-16,1 0 4 0,-1 0-32 0,-4 1-15 0,-1 0-9 15,-2 1-73-15,-3 0-23 0,-2 2 16 0,-1 0-69 16,-4 1-38-16,-1 4 1 0</inkml:trace>
  <inkml:trace contextRef="#ctx0" brushRef="#br0" timeOffset="25903.49">17745 9482 714 0,'-7'1'239'0,"0"3"-71"16,3 0-55-16,0-4-34 0,1 0 16 0,2-4-28 0,-1-5-32 0,-1-3-30 0,2-1 22 15,-1-2-22-15,-1-3 36 0,0-1-8 16,1-3-12-16,0-2-13 0,1 0 6 0,0-1-9 0,1-2 19 15,1 3 0-15,1 1-2 0,4-1-18 0,-1 4 27 0,1 0-27 0,2-1 36 16,-3 2-7-16,2 3-14 0,0 0-16 0,0 3 11 16,0 4-13-16,-1 3 14 0,0 0-4 0,-2 3-10 15,1-2-5-15,-2 1 13 0,1-1-12 0,0-3 18 0,-1-2 0 16,1 1-6-16,-2-4-8 0,0-2 3 0,-1 2-4 0,-1-2 16 0,0 2-6 0,-1 0-3 0,-1 2-15 16,-2 0 18-16,0 6-10 0,-1 1 49 0,0 1 0 15,-3 0-3-15,0 3-15 0,-2 0 8 16,0 5-11-16,-1 0 7 0,-1 4-7 0,0 2-4 0,0 1-16 15,-1 4 10-15,2 2-8 0,2 3 8 0,2 1-5 0,1 1-12 0,0 0-10 16,2 0 12-16,0-5-9 0,2 1 19 0,2-6-6 0,0 1-9 0,1 0-47 16,0 0-3-16,3-3-14 0,-1-2-51 0,0-3-25 15,2-2-27-15,-2-3-146 0,2 0-77 0,4-1-21 0</inkml:trace>
  <inkml:trace contextRef="#ctx0" brushRef="#br0" timeOffset="26386.75">17745 8742 1621 0,'-18'0'-740'0,"15"5"1235"0,2 0-154 0,2 3-285 16,5-2-10-16,2-1 14 0,1 0-22 0,4-1 2 16,1 0-5-16,3 0-5 0,4 2-15 0,4 1 6 0,4 0-10 0,7 3 10 0,-2 1-5 0,-2-2-8 0,1-2-9 15,-2-2 4-15,1-2-5 0,0 0 9 0,-12-1-6 0,-4-1-1 16,-2 2-9-1,-4-2 9-15,5 2-4 0,0-1 21 0,-2 0-6 16,-1-2-6-16,-2 3-5 0,-3-1 1 0,-2 2 0 0,-3-3 6 16,0 0 0-16,-2 2-1 0,-2-2-3 0,-2 0 10 0,-5-1-9 0,-6-1 16 0,-2 0-8 0,-4-4-7 0,-2 1-15 15,2-1 10-15,-2-3-7 0,-4 0 18 0,-2 1-5 0,-7-4-9 0,-1-1-17 32,-2-3 23-32,1 0-15 0,6-2 25 0,5 5-5 0,7-2-14 0,3 3-7 15,1 2 14-15,1-1-8 0,2 0 21 0,2 2-4 0,2 1-10 0,0-1-16 0,2 1 18 0,0 1-14 0,3-2 26 0,0 1 3 31,1 0-7-31,2 1-4 0,0-1 19 0,0 0-13 0,-1-1 25 16,2 3-3-16,0-1-5 0,2-3-16 0,1-2 13 0,0-3-12 16,2 0 19-16,2-5-5 0,0-3-8 0,1 0-12 0,2-3 4 15,2 4-4-15,-2 2 3 0,1 3-1 0,-1 5-4 0,0 4-6 0,0 5 6 16,-1 4-4-16,1 3 11 0,-1 6-1 0,0 7-3 0,0 7-10 16,0 3 14-16,-2 2-11 0,-4 0 22 0,-1-5-4 0,-2 0-10 15,0-3-9-15,0-6 7 0,-2 0-6 0,1-2 6 0,-1-3 0 0,1 1-7 16,-1-2-6-16,-1-4 8 0,0-1-8 0,1-2-9 0,-2-3-7 15,0-3-16-15,-2-4-55 0,0-3-15 0,-1-7-14 0,-1-2-129 16,2-4-62-16,2-3-57 0</inkml:trace>
  <inkml:trace contextRef="#ctx0" brushRef="#br0" timeOffset="26781.54">17784 8199 1396 0,'-3'6'-618'0,"5"1"1103"0,0-2-123 0,3 2-219 0,1 2-45 0,2 0 13 0,2-2-40 0,4 2-27 0,0-2-6 0,3 2-15 0,5 0-16 0,-1 0 19 0,1 1-21 0,5 3 20 0,-3 0-8 16,-2-1-14-16,1-3-7 0,-4 0 7 0,0-4-6 0,2 0 15 15,-3 1-5-15,0-1-4 0,-8 0-3 0,-3-3 4 0,-1-2-4 16,-2 0 6-16,3 0-4 0,-1 0-2 0,-3 1 1 0,-1 0 7 16,-1 1-3-16,-1 0 15 0,-3-2-6 0,-2 0-7 0,-4 0-10 15,-2-2 7-15,-3-2-7 0,-2-1 13 16,0-2 0-16,-2-1-4 0,-3-2-22 0,-4-3 20 0,-2-1-19 0,-1 0 18 15,1 0-2-15,1-2-14 0,1 0-11 0,1 1 22 0,3-3-16 0,2 1 28 16,5 1-1-16,3 0-10 0,1 1-6 0,0-3 7 0,2-1-7 16,2-2 8-16,2 0 0 0,0 0-5 0,2-2 2 0,2 0 6 15,-1 1-3-15,1 2 10 0,0 1 2 0,2 1-3 0,0-2-3 16,1 2 16-16,1 2-12 0,1-1 16 0,0 3 0 0,2-1-9 0,0 2-15 16,1 1 17-16,2 3-15 0,-1 3 22 0,1 0-4 0,1 2-5 0,1 1-15 15,1 1 18-15,-1 2-13 0,-1 2 27 0,-1 3-3 0,0 0-11 16,1 2-9-16,-1 3 12 0,-2 4-11 0,-2 3 15 15,0 1-3-15,-2 1-9 0,0 3-11 0,-2 5 9 16,-1-2-9-16,-1 1 9 0,0-1-5 0,-1-3-7 0,-1-3 1 0,0-1 2 0,-1-5-1 16,1-1-14-16,-1-6-9 0,-1 0-14 0,0-6-47 0,-2 0-8 0,-2-2-12 15,0-8-97-15,-2-4-33 0,-1-9-42 0,0-6-183 0,2-4 268 16</inkml:trace>
  <inkml:trace contextRef="#ctx0" brushRef="#br0" timeOffset="26915.84">17749 7651 1320 0,'-1'0'124'0,"1"1"89"15,3 0-43-15,2 5-27 0,2-3-29 0,0 2-58 16,1-1 8-16,2-1-32 0,1 1-4 0,0-2-10 0,0 0-9 0,4-1-7 16,-2-1 8-16,2 0-8 0,-1-1 4 15,-1-2-17-15,-2-2-9 0,0-3-61 0,-2-1-24 0,0-4 6 0,-2 4-114 16,-2 1-61-16,-1 0-15 0</inkml:trace>
  <inkml:trace contextRef="#ctx0" brushRef="#br0" timeOffset="27051.76">17591 7487 583 0,'-15'10'168'0,"6"-2"-120"15,0 2 68-15,1-1-94 0,5-5 13 0,1 1-23 0,2-4 7 0,0-1-12 0,3 2-11 0,2-5-79 16,-1 2-53-16,3 1 14 16,3-3-47-16</inkml:trace>
  <inkml:trace contextRef="#ctx0" brushRef="#br0" timeOffset="27354.69">17828 7370 392 0,'-1'-1'620'0,"34"13"-732"0,-15-5 246 0,-1 0 13 0,-3-2-13 0,-1 0-26 16,-2-2 20-16,1 2-49 0,0-1-5 0,-3 1-3 15,-1-1-25-15,-2-3 0 0,-1 1 16 0,-2 1-24 0,1-1-3 16,-3-2 6-16,-1 3-5 0,0-3-4 0,-4 1 20 16,1-1-24-16,-4-1 20 0,-1-2-9 15,-2-2-16-15,-1 0-23 0,0-2 17 0,0-2-18 0,-2-4 26 16,3 0-7-16,0 1-8 0,1-4-12 0,2-1 13 15,2 2-11-15,0-4 29 0,3 3-4 0,2 0-11 0,0 0-7 0,2 2 11 0,2 0-11 0,0 0 21 16,2 2-6 0,1 4-4-16,0 0-12 0,2 4 6 0,1 1-7 0,-1 1 11 0,2 2-3 0,0 0-3 0,0 0-1 15,1 4 3-15,1 0-4 16,-1-1 4-16,-2 4-2 0,0-2-2 0,0 3-18 0,0-1 15 0,1-3-12 0,-2 3 20 16,-2-5-7-16,0 1-13 0,-1 0-22 0,-2-3 4 0,2 0-9 0,1-1-7 15,-2 0-9-15,1-3-8 16,-2-1-49-16,0-4-14 0,-1-1-7 0,-1-6-73 0,-1 1-28 15,1-2-24-15,-2-4-66 0,0 0-52 0,0-6 7 0</inkml:trace>
  <inkml:trace contextRef="#ctx0" brushRef="#br0" timeOffset="27616.52">18004 6942 610 0,'3'29'188'16,"0"12"0"-16,0-4 11 0,-1 2-87 15,2-4 24-15,-1-12-21 0,0-2-26 0,1-8-32 0,-1-6 15 0,0 1-29 0,2-5 5 16,-1-3-2-16,1-3-12 0,1-5-9 0,0-3 18 15,1-4-23-15,3-3 17 0,4-2-6 0,0 1-9 0,1 3-6 16,-1 4 2-16,3 2-5 0,6 3 8 0,3 9-3 0,-1 7-1 16,2 0-8-16,-5 3 1 0,0-3-4 0,3 2 2 15,2-5-3-15,3 2-1 0,4 2-8 0,-6 1 11 0,-3 2-8 16,-4 0 23-16,-4 0-3 0,-3 0-6 0,2 3-9 0,-4 0 16 16,0 0-15-16,-3 0 22 0,-4-1-3 0,0 0-13 0,-2 1-16 15,-1 2 24-15,-2 1-22 0,0 0 22 0,-2-2-3 0,-1 1-11 0,-4-3-25 16,0-2 2-16,-2 0-12 0,-1-3-28 0,-3-5-24 0,-2-5-24 15,-2-4-175-15,-2-9-43 0,-1-5-25 0,-1-7 110 0</inkml:trace>
  <inkml:trace contextRef="#ctx0" brushRef="#br0" timeOffset="28143.14">17832 5496 1221 0,'-17'0'277'0,"7"0"-206"0,1 1 58 0,3 7-30 16,2 1 20-16,2 1-33 0,2 2 5 0,2 2-18 15,3 1-28-15,4 5-22 0,2 3 14 0,4-5-20 0,5 1 27 16,1-3-5-16,4-2-8 0,5 7-22 0,-1-4 11 0,0-1-17 16,1 0 17-16,-7-7-6 0,-3-2-9 0,5-2-4 15,-2 2 8-15,-7 0-6 0,2 0 9 0,-7-1-3 0,-2-1-5 0,3-2-9 16,-1 1 9-16,-1 0-6 0,0-2 13 0,-2 3 0 15,-2-2-8-15,-1 1-6 0,0-1 12 0,-3 0-11 0,-1 1 22 16,-1-2-9-16,0 0-6 0,-1 0-12 0,-2 0 12 16,-2-2-6-16,-1 1 18 0,-3-1-3 0,-2 0-10 0,0 0-28 15,-1-1 14-15,1-1-16 0,-2 2 12 0,1 0 1 0,2 0-8 0,5 3-7 16,2-1 18-16,2 2-13 0,1 1 26 0,-2 3-3 16,0 4-6-16,2 4-9 0,4 5 13 0,0 6-8 0,1 2 19 0,-3 6-2 0,1 0-7 15,0 4 3-15,1-1 5 0,4-8 1 16,1-5 14-16,0-5-1 0,0-8-1 0,2 0-10 0,0-4 13 0,2-3-12 15,-2-2 13-15,-1-1-3 0,0-2-9 0,0-2-15 0,0-3 14 16,1 0-13-16,-2-2 20 0,-2-4-4 0,2-1-9 0,-1-8-2 16,0 0-2-16,-1-2 2 0,-2-5 1 0,-1-1-3 0,-2-5-2 0,-1-1-24 15,-1 2-6-15,-2 3-5 0,0 0-37 0,-2 4-10 0,1 2-10 0,0 1-36 16,-2 4-24-16,-2 1 5 0,0 0-77 0,-2 3 9 16,-3-4-9-16,1 3 24 0,0-3 32 0,1 0-8 0,0 1 92 15,1 3 15-15,0-1 10 0,2 4 38 0,2 4 35 0,3-1-4 16,2 8 101-16,0 0 13 0,2 1-5 0,2 4 8 0,1 3 34 15,2 1-29-15,1 1 20 0,0 2-28 0,1 2-22 0,1-3-36 0,0 2 5 16,0-3-10-16,0-1-13 0,0-1-12 0,2-1-20 0,-1 0-15 0,1-4 6 16,1 1-7-16,-1-3-28 0,0-4-41 0,-2 1-33 0,2-2-175 0,-1-1-57 0,0-2-29 15</inkml:trace>
  <inkml:trace contextRef="#ctx0" brushRef="#br0" timeOffset="28284.73">18150 5448 808 0,'-25'-7'168'0,"6"6"367"0,-1 2-393 0,4 2-36 0,3-1-42 0,-1 2-49 0,4 0 13 0,2 0-24 0,3 0 11 0,1-2-7 0,3-1-9 16,1-1-114-16,1-1-65 0,3-1 11 0,1-2-252 0,5-3 243 15,1-2 9-15</inkml:trace>
  <inkml:trace contextRef="#ctx0" brushRef="#br0" timeOffset="28517.39">18224 5144 506 0,'1'-2'207'0,"0"4"-3"31,-1 7 15-31,0 1-96 0,0 7 48 0,0 0-22 0,-1 1-33 0,1-1-35 0,0-1 20 0,0-3-37 0,3-1 7 16,1-3-13-16,2-1-19 0,0-2-7 0,3-2 7 0,1-2-10 16,5-2 12-16,0-3-10 0,1 0-10 0,6-2-6 15,-2 2 1-15,4-4-1 0,3 2 5 0,-2 2-10 0,-1 2-7 0,0 1-4 16,-8 1 13 0,-1 5-8-16,-2 1 19 0,-1 3-6 0,-3 3-11 0,-1 3-3 0,-3 2 14 0,-3-1-11 0,1 5 25 15,-3 3-7-15,0 0-10 0,-1 5-22 0,-3-1 23 16,0-1-23-16,-3-2 32 0,0-4-5 0,-1-2-14 15,0-2-6-15,1-5-7 0,-1-3-3 0,-1-4-56 0,-1-6-19 16,-2-2-21-16,0-10-134 0,-3-3-64 0,1-9-4 0,-1-6-206 16,2-4 286-16,-1-3 6 0</inkml:trace>
  <inkml:trace contextRef="#ctx0" brushRef="#br0" timeOffset="28650.67">18211 4869 706 0,'-4'-10'145'0,"1"2"199"0,0 4-135 0,1 3 2 16,2 0-47-16,2 1-28 0,1 1-21 0,4 1-37 0,3 4-7 0,1 1 9 0,2 1-18 0,2 1-7 15,2 1-13-15,2 2-14 16,6 0-36-16,1-1 21 0,1-1-24 0,4-2 37 16,-1-3-22-16,2-1-13 0,0-1-67 0,-4 1-35 0,-1-3 10 15,0-1-193-15,-9 0-98 0,1 0-39 0</inkml:trace>
  <inkml:trace contextRef="#ctx0" brushRef="#br0" timeOffset="28819.91">18438 5006 1739 0,'-16'-30'-1042'0,"6"5"1742"0,4 3-226 15,3-1-399-15,3-4-31 0,4-1 1 0,2-1-12 0,2-10-22 16,0 2-3-16,-1-3-10 0,2 1-56 0,-1 4-17 0,1 7-10 16,0 0-208-16,-1 7-107 0,1-3-55 0</inkml:trace>
  <inkml:trace contextRef="#ctx0" brushRef="#br0" timeOffset="29489.29">18534 3459 637 0,'-11'2'238'0,"-4"1"-76"0,3 3-27 0,1-1-61 0,-2 0 72 0,4 2-22 0,0 0-32 0,0 1-29 0,3-1 5 0,-1 1-23 0,2 3 2 0,2 0-9 0,2 2-9 0,1 4-20 16,3 3 22-16,3 0-22 0,3 7 51 0,2-3-3 0,3 1-8 15,1 3-3-15,2-6 12 0,1 1-17 0,5 1 17 16,-1-4-11-16,2-2-7 0,-3 2-30 16,1-3 13-16,1 0-18 0,2 2 25 0,2-2-10 0,-2 1-14 0,0-1-9 0,-2-2 12 15,-1-2-10-15,5 2 13 0,0-2-2 0,-1 1-8 0,1-1-22 16,-5 0 12-16,-3-4-16 0,-2-3 0 0,-3-2-10 0,-2-2-19 0,0 0-34 15,-2-2-3-15,0-4-10 0,-2-1-58 0,0-3-44 0,-2 2-36 16,-1-5-185-16,1 0 240 0</inkml:trace>
  <inkml:trace contextRef="#ctx0" brushRef="#br0" timeOffset="30139.85">18905 3735 669 0,'-4'6'-370'0,"4"-6"702"0,0 0-93 0,3 0-130 0,-1-1-37 0,2 1 10 0,0 0-19 0,1 1 15 31,1-1-10-31,1 3-16 0,0-3-34 0,1 0 27 0,0 1-34 0,0-1 41 0,0 0-4 0,0 1-12 0,0 2-14 16,-2-1 22-1,1 2-25-15,0-3 34 0,0 3-7 0,-2-3-15 0,2 1-9 0,-1 2 7 0,-1-2-13 0,0-1 3 0,-1 1 0 32,0-2-5-32,-2 1-13 0,0 0 14 0,-1 1-16 0,0-1 22 15,0-1-4-15,-1 0-7 0,0 0 1 0,0 0 12 0,0 0-7 16,-2 0 16-16,0-4-6 0,-1 4-10 0,-1-3-19 0,0 2 12 16,-1-1-13-16,1-4 12 0,-1 3 2 0,0-2-9 0,0 1-4 15,1-1 8-15,-2-2-8 0,-1 1 8 0,2 1 3 0,-1 0-1 0,-1 3-19 16,1 0 12-16,-2-2-11 0,1 1 26 0,0-1-2 0,-1 2-7 15,0 3-3-15,1-2 9 0,-1-2-5 0,0 2 11 0,2-4-1 16,1 2-4-16,-1-2-13 0,0-1 11 0,1-2-11 0,0-1 13 16,1-2-6-16,-1-1-4 0,2 1-10 0,-2-3 8 0,2 3-4 15,0 0 13-15,0-3-1 0,1 3-9 0,0 1-2 0,0 0 3 16,1 2-1-16,1 1 6 0,0 0 0 0,0 1-3 0,0-1 0 0,2 4 2 16,0-3 0-16,1 4 3 0,2-1-2 0,2 2-4 0,2 1-2 15,0 0 10-15,2 3-4 0,1-1 17 0,1 2-6 0,-1 1-9 0,1 0-14 16,-1 2 15-16,-1-4-12 0,-2 3 21 0,-1-3-3 0,-2 1-8 15,1-2-7-15,-2 0 8 0,0-2-7 0,-1 0 13 0,0-1-3 16,0 0-4-16,-1-5-7 0,1-1 11 0,0 0-7 0,-1-3 22 0,-1 0-6 16,1-2-8-16,0 1-12 0,-1-1 6 0,1 1-6 0,-1-1 15 15,0 2-4-15,0 0-2 0,2 1-12 0,-1 0 3 0,0 1-3 16,1 2 11-16,0 1-2 0,1 2-3 0,-2 1-13 0,2 0 13 16,-1 2-10-16,1-1 17 0,0 1-3 0,0 0-8 0,1 3-13 0,-3-1 16 15,-2 1-10-15,1-2 26 0,-1 1-4 0,6 1-7 16,0-2-22-16,-1 1 14 0,1-1-13 0,0 0 21 0,0-1-1 0,-2-1-8 15,1 0-46-15,1-3 7 0,-1-1-19 0,2 0-22 16,-2-2-18-16,-1-1-20 0,1 2-102 0,-3-2-55 0,0 2 0 16,1 0-211-16,2-1 275 0,0 5-3 0</inkml:trace>
  <inkml:trace contextRef="#ctx0" brushRef="#br0" timeOffset="30331.09">18990 2692 1242 0,'4'0'411'0,"-4"3"-272"0,0-3 203 0,2 1-277 0,2 4 29 0,4-2-55 0,4 3 50 0,3 5-20 0,3-2-20 0,7 14-38 0,-3 1 11 0,-4 3-19 0,2 1 11 0,-4-8-1 16,3-2-6-16,8 3-2 0,-2-2-2 0,-2 2-3 0,2 3-22 16,-3-2-9-16,1 2-5 15,3 4-36-15,-2 2-27 0,1 5 15 0,2 8-122 0,-4-5-79 0,-3 1-19 0</inkml:trace>
  <inkml:trace contextRef="#ctx0" brushRef="#br0" timeOffset="33069.83">27694 15060 256 0,'-24'-11'11'16,"12"6"172"-16,3 1-63 0,1 2 18 0,1 1-77 0,2-1-3 0,0 1 0 0,2 1-18 0,0-1-6 0,-1 1-6 0,1 0-26 0,-2 1 7 0,0 2-10 0,0-2 3 0,-2 4 0 0,0-1-2 0,4 3-1 15,0 0 1-15,-3 1 0 0,2 1 5 0,-8 1 1 0,0 1-4 0,0 2 6 0,0 2 7 16,0 3-4-1,2-1 8-15,1 1-3 0,0-1-2 0,-1 2-14 0,0 0 12 0,0 1-8 0,0 1 28 0,1 1-2 0,0-1-8 0,-1 4-17 16,0 0 20-16,0 4-18 0,1 1 22 16,0-2-7-16,0-1-8 0,1 2-14 0,1 0 9 0,1 3-6 0,2 0 14 0,1 0 0 15,3-3-12 1,0 1-14-16,2-3 8 0,2-2-14 0,1 1-5 0,2-6-9 0,0-2-9 0,2-2-38 0,0-3-16 0,1-2-1 16,1 3-81-16,-2-4-23 15,1 1-33-15</inkml:trace>
  <inkml:trace contextRef="#ctx0" brushRef="#br0" timeOffset="33783.75">27742 15396 605 0,'-8'-6'154'16,"2"2"-125"-16,0 2 58 0,0 0-97 0,3 4 12 0,3 0-9 15,0 4 17-15,0 1-7 0,3-2-5 0,1 3 2 0,1-1-5 16,0 1 8-16,2 1 4 0,-2-1 1 0,2 1-3 0,1 0-20 15,0 1 26-15,-1-1-20 0,1 2 35 0,0 0-9 0,-1 1-14 0,1 2-1 16,-1 2-2-16,-1-1 6 0,2 1 12 0,0-2 1 0,0-2-3 16,0 3-13-16,-3-1 20 0,1-3-22 0,0 1 4 0,-3-2 1 15,0-2-4-15,1 1-16 0,-2-3 14 0,-1 2-11 0,0-5 31 0,-1 1-5 16,1-2-12-16,-1-1-13 0,0-1 31 0,0 0-21 0,-1 0 58 16,1 0-15-16,0 0-12 0,0 0-12 0,-1-1 1 0,1-2 1 15,0 0 1-15,0 0-4 0,1-3-9 0,0 3-17 0,0-5 17 16,2 2-16-16,-1-2 22 0,0 0-7 0,0-1-8 0,2 0-9 0,-2-1 9 15,0 0-3-15,-1-2 12 0,-1 1 2 0,1 1-9 0,-1-1-14 16,0 0 18-16,-1-1-17 0,1 1 20 0,-1 0 0 0,1 1-5 0,0 0-6 16,0 1 0-16,0-1-2 0,2 1 10 0,1-1 3 15,0 1 1-15,0 0-10 0,2-2 10 0,-1 1-10 0,2 1 9 16,1 2 2-16,-2 0-1 0,0-1-23 0,1 2 13 0,-2 2-12 16,1 2 31-16,-1 2-6 0,1 0-5 0,-1 2-16 0,0 3 11 0,2 0-10 15,-1 4 14-15,0 2-3 0,-1-1-4 0,1 3-8 0,2-1 17 0,0 4-9 16,-1-3 28-16,1 1-9 0,-1-1-16 0,1 2-13 15,-1-2 18-15,0-1-14 0,1 0 19 0,-2-3 0 0,1 0-8 0,-2-3-2 16,1 1 17-16,-1-1-8 0,0-3 35 0,-4-1 0 0,-1 0-10 0,-1-2-11 16,2 0 12-16,6-3-15 0,1-1-3 0,2-1-5 0,1-1-6 15,1-1-20-15,3 0 15 0,-1 0-11 0,1-1 30 0,-2 3-10 16,-1-4-8-16,-1 3-15 0,0 0 10 0,0-1-7 0,-1-1 16 0,2 3-3 16,-3 0-6-16,1 0-2 0,2 1-2 0,-2 0 4 0,0 2 8 15,0 1 1-15,1-1 0 0,1 2-22 0,-1 0 22 0,-1 0-21 16,0 2 25-16,-2 0-6 0,-1 2-8 0,1-1-8 0,-1 2 7 15,1-1-4-15,-2 2 16 0,1-1-3 0,-1 1-8 0,0 0-14 0,0 0 18 16,-1 0-14-16,-1-1 3 0,1 1-17 16,-2 0-23-16,0 0-36 0,-1 1-11 0,-1 1 1 0,0-1-33 0,0 0 2 0,0-1-5 0,-1-1-108 15,0-1 25-15,0-1-48 0</inkml:trace>
  <inkml:trace contextRef="#ctx0" brushRef="#br0" timeOffset="34243">28621 15424 567 0,'2'-1'51'0,"-1"1"-7"0,1 1 29 0,1 3-12 0,2 3-19 0,0 0-10 0,2 4 20 0,1 1-19 0,1 0 7 0,-1 2-11 0,0 0-17 0,1 4-9 0,0 1-1 16,2 6 3-16,-2 3 7 0,0 4 1 0,-1 1-2 0,-2 3-16 0,2 2 14 16,0 1-14-16,-1-1 10 0,1-1-1 0,-1-1-4 0,0-1-4 0,1-1 4 15,-1-2-2-15,0-4 6 16,-2 2 1-16,0-3-5 0,-1 0-22 0,0-4 32 0,-1-3-27 0,-2-3 32 0,0-4-5 0,-1-2-14 15,-1-1-9-15,0-2 11 0,-1-2-6 0,1 1 28 16,0-5 6-16,-1-2-3 0,0 0-5 0,0-3 24 0,-3-4-22 0,1-1 4 0,-2-1-7 16,1-2-17-16,-3-4-12 15,0-5 18-15,0-1-12 0,0-5 22 0,2 0-1 0,-1 0-15 16,-1-3-15-16,0-1 17 0,2-4-15 0,2-5 25 0,3-4-6 16,1-1-7-16,1-4 4 0,1 2-6 0,2 3 8 0,-1-2 0 0,1 8 2 15,2 3 2-15,-1 2-23 0,0 4 26 0,1 1-22 0,-2 3 35 16,2 2-6-16,1-1-11 0,0 1-7 0,1 5 7 0,1 1-3 15,3 5 16-15,-1 3-1 0,2 3-11 0,2-2-20 0,1 6 24 16,0-1-23-16,4 2 24 0,-1 2-5 0,1 2-9 0,1 2 1 0,-1 3-3 16,1 0 3-16,-2 2 2 0,-4 1 1 0,0 2-3 0,-8-1-6 15,-2 3 12-15,-1 0-8 0,-3 1 23 0,3 0 0 0,-4 2 1 0,-1 0 10 16,-3 1 5-16,-3 3 1 0,-1 1 2 0,3 0-3 16,-2 1-10-16,-4 4-25 0,-3-1 15 0,-5 0-17 0,0-1 24 0,1-5-8 0,1-3-3 0,1-3-19 0,2-4 12 0,3-3-8 15,-1-1 19-15,4-6-4 0,1 2-12 0,1-1-13 0,0-3 4 16,1 0-10-16,1-3-14 0,0-2-9 0,1-1-14 0,-2-2-68 15,-1-2 7-15,1-4-19 0,-2-3 13 0,1-4-9 16,2 2-5-16,-2-3-118 0,1-2 150 0</inkml:trace>
  <inkml:trace contextRef="#ctx0" brushRef="#br0" timeOffset="34654.11">29295 14975 1245 0,'5'1'29'0,"-2"5"-37"0,0 0 9 0,1 4 13 0,1 6 3 0,1 3 17 0,2 2-16 0,-1 4-2 0,-2 0-1 0,0 5-8 0,-3 1-17 0,0-1 10 0,-2 0-8 0,0-1 25 0,-2-2-3 0,0-3-11 15,-2-1-8-15,2-5 11 0,-1 0-10 0,-1-2 5 0,2-4-1 16,0 0-7-16,1-4 7 0,1-1 4 0,0-2 1 0,1 1-3 15,0-4 6-15,1 1-3 0,0-1-5 0,1 0 15 0,0-2-13 0,-1 0 28 16,2 0-4-16,0 0-2 0,2-3-12 0,1-2 3 0,-1 0-3 16,1-3 7-16,1-1-4 0,-2-1-5 0,0-3-18 0,0-1 19 15,-1 0-15-15,1 0 22 0,0 0-5 0,0 3-10 0,2 1 1 16,2 0 2-16,-1 1 1 0,2-1 9 0,-3 3-5 0,1 4-4 0,3 0-20 16,0 3 18-16,0 3-14 0,0 0 27 0,-3 6-1 0,0 0-10 15,-2 3 0-15,1-1 4 0,-7 2-1 0,2 0 17 0,-2 2-6 16,0 2-4-16,7 1-12 0,-1-1 5 0,-1-1-5 0,1 0 3 15,0 1-5-15,-3 1-4 0,2 2-4 0,-1 1 5 0,0-1-1 0,-1-3 7 16,0-2-10-16,-1-3-12 0,1 1-55 0,-2-1 8 0,-1-1-21 16,-1 1-28-16,0-3 13 0,0-4-8 0,0-1-32 0,0-3-27 15,0 0 0-15,1-1-94 0,4 0 146 0,2 0 3 0</inkml:trace>
  <inkml:trace contextRef="#ctx0" brushRef="#br0" timeOffset="34969.68">29957 14845 1531 0,'-5'0'60'0,"1"7"-71"0,2 6-5 0,2 5 9 0,5 5 49 0,4 1-8 0,4 3-16 0,7 3-20 0,2 2 12 0,3 1-13 0,-4 4 10 0,0 1-1 0,3 1-6 0,4 3-14 0,6 0 9 0,-3 1-11 0,-4-2-3 16,-4-2-1-16,-5-2-14 0,-5 2-8 0,-4 2 23 0,-5-2-15 15,-1 4 38-15,-6-2 3 0,-1 0-5 0,-3 1-17 0,-3-1 11 0,-2-3-10 16,-4-2 27-16,-2-4-4 0,-3-1-4 0,-5-2-11 0,-4 1 9 16,-2-3-9-16,0-3-1 0,6-2-17 0,-2-1-15 0,-1 3-72 15,-4-3-7-15,-4 1-20 0,1 0-160 0,2 0 187 16,4-7-49-16</inkml:trace>
  <inkml:trace contextRef="#ctx0" brushRef="#br0" timeOffset="62515.25">18628 14582 256 0,'0'-2'-9'0,"0"2"-109"0,0-2 54 0,2 0 0 0,0 0 64 0,1 0 0 0,1 1 0 0,-1-1 0 0</inkml:trace>
  <inkml:trace contextRef="#ctx0" brushRef="#br0" timeOffset="62721.87">18659 14559 28 0,'0'-1'45'0,"0"1"-4"0,0 0 47 0,0 0-14 16,0 0-11-16,0 0-11 0,0 0 0 0,0 0-3 0,0 0-5 15,0 0-9-15,0 0-10 0,0 0-28 16,0 0 13-16,0 0-15 0,0 0 10 0,0 0 1 0,0 0-5 0,0 0-3 0,0 0-2 0,0 0 2 15,0 0 2-15,1 1 3 0,0 2-2 0,0-2-19 0,0 1 32 16,0 2-28-16,0 0 27 0,1 1-4 0,-2-1-12 0,1 2 4 16,-1 1-9-16,0 1 9 0,-1 1 3 0,1 1 0 0,-2 1 5 0,1 0-16 15,0 1 11-15,0 2-11 0,0-1 15 0,0 0-8 0,0 0-5 0,1 2-5 16,-1 1 2-16,-1-1 4 0,2 2 15 0,0 0 1 16,0-1-7-16,-1-1-29 0,1-2 37 0,0-1-33 0,-1-1 37 0,1-1-4 15,0 2-13-15,1 1-11 0,2-3 6 0,-2 1-6 0,1 0 14 16,0-2-6-16,2 0-12 0,-2-2-33 0,0 1 25 15,1 0-27-15,1-3-14 0,-1 0-27 0,4 0-38 0</inkml:trace>
  <inkml:trace contextRef="#ctx0" brushRef="#br0" timeOffset="63578.77">18670 15110 7 0,'-10'2'42'0,"1"1"-23"0,-1 0 70 0,1 3-26 0,5-1-25 0,0 1-16 0,-1 2 8 0,2-2-3 0,-6 1 16 0,0 0-9 0,1 0-16 0,0 0-34 0,-1 1 30 15,3 2-25-15,-1 1 38 0,1-1-10 0,2 1-15 0,-2 0-12 0,-1 1 12 16,1 2-6-16,-1-1 24 0,0 1-1 0,0-1-11 0,2 0-11 15,-1-2 17-15,2-2-16 0,-2 0 15 0,2 0 0 0,0 3-3 16,1-1-9-16,0 2 17 0,-1-3-12 0,1 1 25 0,2-1-3 0,0-1-12 16,1 1-15-16,0 0 22 0,1-1-20 0,3-1 18 0,1 0-4 15,1-1-9-15,3 0 4 0,3-3 3 0,1 1 0 0,3-1 2 16,1-2-6-16,3 1-10 0,1-1-16 0,1 0 20 0,-7-2-16 16,0 0 24-16,-3 0-2 0,3 0-11 0,8-3-17 0,-1-2 17 0,-1 2-12 15,-3-3 38-15,-2 1-3 0,-3-2-6 0,0-2-21 0,-2 2 25 16,-2-1-18-16,0-1 45 0,-2 0-12 0,-2 0-14 0,0 1-19 15,-1 0 19-15,-2-1-12 0,1 0 36 0,-3 0-4 0,0-2-11 16,-1 1-21-16,-3-1 25 0,1 0-23 0,-2 2 27 0,-1-1-10 0,-1 1-15 16,-3-1-7-16,1-2 2 0,-3 0 0 0,-1-4 10 0,1 3-3 15,-1-2-5-15,0 1-26 0,-1-3 24 0,2-1-20 0,-1 1 31 16,2-1-6-16,2 2-13 0,2 1-11 0,0 2 7 0,1 2-6 0,1 2 12 16,1 1-10-16,2 3-18 0,0 0-52 0,-1 2 1 0,2-1-18 15,0 0-58-15,1 4-33 0,0-1-36 0</inkml:trace>
  <inkml:trace contextRef="#ctx0" brushRef="#br0" timeOffset="76766.14">20757 14094 217 0,'-2'-5'-48'0,"1"3"8"0,0-2-62 0,0 1 76 0,1 1 32 0,-1 0-2 0,1 1 14 0,0 0-2 0,1 0-3 0,0-2-32 0,1 2 29 0,2-1-27 0,-1 1 16 0,0-1-1 0,0 0-18 0,0 1 17 16,-2 0-2-16,1 1 5 0,-2-2 0 0,0 2 0 0,1 0 0 0,-1 0 0 15,0 0 14-15,0 0-7 0,0 0 33 0,0 0-3 0,0 0-1 16,0 0-13-16,0 0 7 0,0 0-3 0,0 0 23 0,0 0-16 16,0 0-15-16,0 0-29 0,0 0 19 0,0 0-15 0,0 0 24 15,0 0-6-15,0 2-11 0,0-1 9 0,0 2-5 0,0-2 7 16,0 1-6-16,0 0-2 0,0 0-3 0,0 1-15 0,0-1 23 0,0-2-18 15,-1 2 29-15,1-1-9 0,0-1-11 0,0 0-15 16,0 0 15-16,0 0-4 0,0 0 50 0,0 0-11 0,0 0-12 0,0 0-32 16,0 0 25-16,-2 1-23 0,0 0 29 0,1 2-6 0,0-2-12 0,-2 1-5 15,2-1-4-15,-1 1 3 0,1 1 7 0,-1 0 0 0,0-1-1 16,-1 2-8-16,1-1 8 0,-1-1-7 0,0 2 6 0,-1-1 0 16,0 2-1-16,0-2-22 0,-3 4 19 0,-1-2-15 0,-1 1 38 0,-1 1-2 15,0-2-10-15,0 3-22 0,0-2 26 16,0-1-23-16,0 2 27 0,1-1-6 0,0-1-11 0,0 1-17 15,1 2 20-15,5-3-12 0,0 2 35 0,0 0-5 0,1 0-17 16,-6 0-9-16,1 1 11 0,0-2-11 0,-1 3 4 0,2-1-3 0,-1-1-5 16,0 0 10-16,2 0-2 0,-1 0 5 0,-1-2-4 0,2 2 5 15,-3-1-2-15,0 1-15 0,-1-1 18 0,-1 0-18 0,1 0 21 0,-1-1-1 16,0 1-6-16,-2-2-3 0,1 0 2 0,-1-2-1 0,-1 0 6 0,2-1 3 0,0 4-2 16,-1-1-13-16,2 2 30 0,-2-1-24 0,2 0 31 0,-1 2-9 15,1-2-16-15,-2 1-19 16,0 2 14-16,1-2-12 0,1 2 23 0,1-1-1 0,-1 0-7 0,0 1-22 0,-1-2 24 15,-1 1-22-15,1 0 28 0,-1 1-4 0,-3 0-11 0,2-2-7 0,-1 1 5 0,2 0-3 16,-1 0 14-16,2-1 1 0,0 0-7 0,4 1-23 16,-1-1 32-16,1-1-26 0,-2 2 38 0,-6-2-9 0,2 1-13 0,-1-1-17 15,3 1 14-15,0-3-8 0,-1 3 24 0,2-3 1 0,0 2-11 0,1-1-6 16,1 0 9-16,0-1-10 0,1 1 4 0,0-1 1 0,1 0 1 16,-1 1-2-16,2 0-3 15,0-1 3-15,1 3 3 0,-1-4-1 0,1 3-1 0,-2-1-16 16,1 0 20-16,-2 0-17 0,0 0 21 0,0-1-1 0,1 3-8 0,-2-3-19 0,1 4 18 0,-1-2-16 0,0 1 38 15,1 1-3-15,-1-1-11 0,-2 1-17 0,1 2 17 0,-2-1-16 16,1 3 18-16,1-1-7 0,-1 2-6 0,0-1 0 0,0 1 0 16,-1-2 4-16,1 0 6 0,-3 2-2 0,2-1-4 0,-1 1-20 15,-1-2 29-15,2-2-21 0,-1-1 29 0,2 1-6 0,1-2-16 0,-1 5 3 16,5-1-5-16,1 1 7 0,-2 0 8 0,0-3-1 0,-5 1-3 0,-1 0-4 16,-3-1 10-1,3 0-10-15,0-1-3 0,-1 1-2 0,1-1-3 0,0-1-6 16,-2-1 11-16,2 1-4 0,0 0 25 0,1-3-2 0,1 3-10 0,-1-1-7 0,-1 0 10 0,-1 0-11 0,1 1 8 15,-1-1-2-15,2 2-3 0,-1 1 3 0,1-1-7 0,-1 1 8 16,1 0-4-16,0-2 2 0,1 2-2 0,-1-1-1 0,-1 1 3 0,0 0-5 16,1-1-3-1,0 1 2-15,-2 0 5 0,0-1-17 0,-1 2 13 0,0 0-9 16,0-2 27-16,2 0 0 0,1 1-10 0,-1-1-27 0,1 1 30 0,1 0-27 16,4 0 36-16,2 0-11 0,-2-1-12 0,0 1 5 0,-7 1-6 15,0-1 9-15,2-1 6 0,-1 1-2 0,0-2-4 0,1 2-15 16,-2 0 18-16,1 1-15 0,0-2 19 0,2 0-6 0,-2-1-8 15,1 0-11-15,1 0 11 0,-2-3-5 0,-1 3 25 0,2-3 0 16,0 6-10-16,0-1-33 0,-1 1 37 0,1 1-33 0,-1 1 47 16,1-1-10-16,-2 0-13 0,1 2-8 0,-2-2-1 0,2 0 2 0,-1 2 11 15,0-4 3-15,0 1-4 0,-3 2-19 0,0-2 23 0,-1 0-20 0,0 0 24 16,-1-3-2-16,2 2-8 0,0-1-13 0,0 1 10 0,5 1-8 16,0-1 19-16,0 1 0 0,-3-3-10 0,-5 3-11 0,0-1 21 0,0 1-17 15,2 1 21-15,1-1-8 0,1 0-10 0,-1 0-13 16,0-2 17-16,-1 2-10 0,1 0 28 0,0-1-4 0,0 1-12 0,2 0-8 15,-1 0 9-15,-1 0-8 0,2 1 10 0,-1 0-4 0,-1 1-4 0,1 0-15 0,0-1 14 0,-3 2-7 0,1 1 28 16,-1-2 0-16,-1 1-9 16,1 1-14-16,0-6 12 0,1 2-14 0,5-1 8 15,1 1 1-15,-2 4 1 0,0-1-6 0,-5-1 4 0,-1 0-4 16,2 1 5-16,0-3 6 0,1 0-4 0,1 0-6 0,-2 0 10 16,2 0-12-16,0-1 8 0,1-1-3 0,2 1-3 0,-2 1 5 0,1-2-2 15,-2 0 7-15,2 0 1 0,-1 1 3 0,1 0-4 0,-1 1-19 0,2-2 24 0,-3 1-23 0,2 0 22 0,-2-2-4 16,0 2-10-1,0-1-16-15,0 1 24 0,2 0-15 0,2-2 35 0,2 1-4 16,1-1-16-16,-1-1-9 0,1 2 15 0,0-2-14 0,0 1 7 16,0 0-4-16,6 1-2 0,0-2-8 0,0 1 7 0,-2 1-2 15,-4-3 18-15,-1 2-3 0,0-2-9 0,-1 2-11 0,1-1 15 0,0 0-12 16,1 1 14-16,1-1-3 0,-2 1-9 0,0-1 7 0,1 0-2 16,1 1 4-16,-1-1-6 0,3-2 3 0,-1 3 2 0,0-4-14 15,2 2 16-15,0-1-16 0,1 0 21 0,0 1-6 0,1-2-4 0,-1 0-15 16,2-1 12-16,0 1-7 0,0-2 23 0,0 1 0 0,1-1-9 15,0 0-29-15,0 0 20 0,0 0-24 0,0 0 7 0,1 1-9 16,2 0-12-16,1-1 12 0,1 0-25 0,3-2 20 0,1-1-64 16,1 0-14-16,4-1-15 0</inkml:trace>
  <inkml:trace contextRef="#ctx0" brushRef="#br0" timeOffset="80244.66">20358 13994 235 0,'-4'-3'5'0,"1"-3"-14"0,1 0 8 0,1 4 30 0,1-2-22 0,0 2 21 0,0 1-12 0,0 0-18 0,0 0 0 0,0 1-6 0,1 0 6 0,0-2-13 0,0 1-6 0,-1 1-10 0,1 0-16 16,0 0 18-16,-1 0-14 16,0 0 28-16,0 0 3 0,0 0-1 0,0 0 13 0,0 1 0 0,0-1 5 0,0 2 16 0,-2-1 10 15,-1 0 0-15,-2 2 7 0,0-2 25 16,-2 2-23-16,-1-2 9 0,-1 0-7 0,1 2-8 0,-1-1-9 0,0-1 2 0,1-1-1 0,-1 2 14 16,1-1-7-16,1-1-4 0,-1 0-11 15,1-1 13-15,-1-1-12 0,-1 2 7 0,0-1-12 0,0-1-10 0,-1 0-10 16,1 1 5-16,0 0 0 0,0 1 21 0,0-1-2 0,1-1-11 0,-1 1-15 15,0 0 16-15,5-1-16 0,-1 1 20 0,1 0 3 0,-3 0-3 0,-6 1-6 16,-3-2 20-16,0 1-13 0,0 0 33 0,0-1-2 0,1 1-14 0,-2 0-18 16,1 1 30-16,1 0-28 0,0-1 21 0,3 1-8 15,1 1-16-15,0 0-13 0,0 2 2 0,0-2-3 0,0 0 13 0,1 1-1 16,1-2-4-16,0 1-12 0,-1 0 14 0,1 0-13 0,-2-1 9 16,1 0 2-16,1 2-5 0,-2-2-1 0,1 0 0 0,-1 0-1 15,-2-2 8-15,2 1 3 0,-2 0-2 0,-2 0-13 0,1 1 12 0,-3-2-12 16,0 1 7-1,2 0 4-15,1-1-2 0,-2 1 7 0,6 0 1 0,-1 0 0 0,-3 1-2 16,0-2 2-16,-8 2-3 0,0 0-11 0,-1 0 10 0,1 0-13 16,0 2 8-16,2-1 0 0,1 1 0 0,-1 1-11 0,1 0 3 15,1-1-3-15,2 1 21 0,0 1 0 0,2-3-4 0,-1 3-13 0,1-1 8 16,-2-1-9-16,0 0 6 0,0 1-4 0,0-2-1 0,-2 0 3 0,-1-1-3 0,-2 0 5 0,5 0 6 0,-1 0 0 16,8-2-1-16,-1-2-21 0,-2 0 22 0,-1-1-19 0,-7 3 28 15,-3-2-6-15,1 0-11 0,-1 3-11 0,1-3 9 16,1 1-4-16,-1 1 24 0,3 2-5 15,-1-2-8-15,-1 2-10 0,0 0 12 0,0 0-9 0,0 0 13 0,-1 2-8 16,1-2-5-16,-1 1 3 0,-1-1 0 0,1 0 4 0,-1-1 2 0,2 1 3 16,-1 0-5-16,3 0-14 0,-2 0 14 0,-3 2-13 0,0 1 22 0,-5 1-6 0,0-3-5 0,3 3-6 31,-1 0 1-31,1-2 0 0,-1 2 11 0,3-2 1 0,2 2-1 0,-1 0-11 0,2-3 8 0,0 1-9 0,0-1 4 0,1-1-1 16,1 1 0-16,-1-1-9 0,1 0 11 0,2 0-5 0,2-1 17 15,6 0-2 1,2-1-10-16,-4 2 0 0,-1-1 5 0,-7 0-5 0,-1 0-2 15,1 1-1-15,0-2-1 0,-2 2-11 0,0 0 15 0,0 0-8 16,1 2 25-16,0 0-3 0,4-1-14 0,-1-1-7 0,0 0 11 16,1 0-8-16,0-1 9 0,2 0-1 0,-3 1-3 0,-1 1-23 0,0 0 21 15,-1 2-17-15,-1 0 35 0,2-1-2 0,0-1-13 0,-1 2-15 16,4 0 22-16,2-1-19 0,-1-1 20 0,9 1-1 0,-1-1-9 16,0 0-21-16,1 0 23 0,-6 1-16 0,-1-2 34 0,2 0-1 15,0 0-16-15,2-3-27 0,0 2 31 0,2 0-28 0,-1 1 37 0,1-2-7 16,1 2-13-16,-1 0 1 0,0 0-2 0,3 0 5 0,-1 0 9 15,2 0-5-15,1 0-3 0,1 2-36 0,0-1 1 0,1 0-14 16,3 2-33-16,3 1-23 0,2-3-14 0,5 1-96 0,5 0 113 16</inkml:trace>
  <inkml:trace contextRef="#ctx0" brushRef="#br0" timeOffset="82880.58">18616 14083 164 0,'-3'-5'-35'0,"-1"2"-71"0,2 1 85 0,1-1 20 0,0 2 1 0,0-1 0 0,1 2 0 0,0-2 0 0</inkml:trace>
  <inkml:trace contextRef="#ctx0" brushRef="#br0" timeOffset="82986.67">18572 14023 23 0,'-5'-3'13'0,"1"-2"3"16,1 2 12-16,1-2-17 0,1 1 17 0,1 1-22 0,-2-1-3 0,2 1-3 0,2-1-7 0,-1 2 0 0,2 0-9 0,-1 0 8 0,2 1-10 15,-1-1-6 1,2 1-8-16</inkml:trace>
  <inkml:trace contextRef="#ctx0" brushRef="#br0" timeOffset="83213.39">18612 13934 22 0,'-14'-14'-13'0,"6"9"23"15,3 3 3-15,-1-1-5 0,0 0-7 0,1 2 15 16,0 0-16-16,2 1 13 0,0-1 0 0,-1 1 0 0,1 0-6 0,-1 0 9 0,1 0-5 0,-1 0 14 0,0 0 2 16,1 0-7-16,-1-2-17 0,2 1 23 0,-1 1-22 0,2 0 28 31,0-1-7-31,-1-1-6 0,1 2-7 0,1-1 7 0,-1 1-1 0,1-1 21 16,0 0 1-16,0-2-7 0,0-1-8 0,0 0 23 0,0-1-22 15,1 0 6-15,2 3-11 0,0-2-16 0,1 2-30 0,1 1 13 16,1-4-16-16,0 2-13 0,0 3-37 0,0-1-40 0</inkml:trace>
  <inkml:trace contextRef="#ctx0" brushRef="#br0" timeOffset="87166.03">18836 15538 293 0,'-4'-1'27'0,"0"0"27"0,2 0-59 0,0 1 20 0,0-2-21 0,2 2 42 0,-2 0-5 0,2 0-15 0,0 0-26 0,0 0 10 16,0 0-12-16,0 0 17 0,0 0 1 0,0 0-4 0,-1 0-8 16,0 0 11-16,-2-4-12 0,1 3 7 0,-1 0 0 0,1-2-1 0,-2 2-2 15,0-2 1-15,0 3 2 0,0-2 23 0,0 1-2 0,0-2 0 16,0 1-7-16,-2 0 30 0,1 0-19 0,0-2 40 0,0 3-14 16,0-3-17-16,0 1-28 0,-1 1 11 0,0 0-9 0,0 1 21 15,-2 0-8-15,-1 1-17 0,-1 0-6 0,0 0 7 0,2 1-7 16,0 0 3-16,0 1-3 0,2 1-5 0,0 1 3 0,1-1-5 0,1-1 6 15,0 2-4-15,2-2 2 0,0 0-2 0,2 1-16 0,-1-1 25 16,1 1-18-16,0 1 30 0,0-1-7 0,0 1-9 0,0 1-13 16,0-1 10-16,1 1-3 0,0 3 23 0,-1-3-1 0,0 3-11 0,0 1-18 15,-1 1 32-15,1 0-25 0,0 2 40 0,0-3-7 0,0 0-14 16,0-3-6-16,1 1 9 0,0-2-3 0,0-1 22 0,1-1-1 16,1 1-6-16,-1-3-44 0,-1 3 38 0,0-1-38 0,0-1 43 15,0-2-9-15,-1 2-15 0,1-1 5 0,-1-1 1 0,0 0 6 0,2 0 17 16,-2 0-2-16,-2 0-3 0,2 0-17 0,-1-1 15 0,1-1-16 15,0 0 6-15,-1-1-5 0,0-1-6 0,-1 2-7 0,0-2 4 16,-1 2-2-16,0-1 13 0,0-1-2 0,-1 2-6 0,0-1-5 16,-2 0 7-16,2 0-6 0,3 0 6 0,1-1-4 0,-3 2-3 0,1-1 1 15,-7-1-2-15,-1 2 4 0,-1 0 6 0,0 2 1 0,-1 0-4 16,-1 3-20-16,-2 3 32 0,2-1-27 0,-2 3 35 0,2 1-5 0,1 0-13 16,1 0 10-16,1 1-4 0,2-1 6 0,0 0-6 0,3-2 0 15,1 0-5-15,2-3-18 0,2 0 18 0,0-1-17 0,0-2 18 16,2 0-1-16,2 2-6 0,0-1-13 0,1-1 16 0,-1-1-10 0,1 0 23 15,-1 0-4-15,1 0-10 0,-1 0-21 0,0-2 25 0,0-1-20 16,-1 2 32-16,0-1-3 0,-1 0-10 0,0-2-4 0,0 1 8 16,1 0-4-16,-2-2 25 0,1 1-6 0,-2-2-9 0,1 1-9 15,-1-1 9-15,-1 0-9 0,1 1 7 0,-1-2-1 0,-1 2-4 0,1-1-15 16,-1 0 14-16,1-1-11 0,0 1 20 0,0-1-2 0,1 0-9 16,0 0-6-16,1 1 5 0,-1 1-4 0,1 1 11 0,-1 1-6 15,1 2-5-15,-1 1-15 0,0-1 15 0,0 1-10 0,0 0 28 16,0 0-5-16,0 0-10 0,0 0-9 0,0 0 8 0,0 0-7 0,0 0 6 15,0 0-6-15,2 0-5 0,0 0-1 0,-1 0 5 0,1-1 3 16,2 1 24-16,-1-3-8 0,1 0-6 0,2 1-13 16,0-1 3-16,1-1-3 0,0 1 9 0,-1-3-3 0,1 3 0 15,-1-3-13-15,2 1 13 0,0 0-7 0,0 1 19 0,-1-1-1 0,-2 1-11 0,1-1-6 16,-2 1 15-16,0-1-12 0,-2 2 15 0,0-1-3 0,-1 0-6 0,-1 1-2 16,0-1 10-16,0 3-4 0,-1 0 29 15,0 0 0-15,-1 1-3 0,-3 0-18 0,2 0 10 0,-2 1-13 16,1 1 3-16,-1 2-6 0,0 0-6 0,-2 3-7 0,0-1 7 0,1 3-4 0,1 0 8 15,3 0-1-15,0 0-8 0,1 0-4 0,1-2 10 0,0 1-6 16,0 0 7-16,2-1-3 0,0 1-6 0,3-3-10 0,-1 0 7 0,3-1-3 16,0-1 20-16,0-1-3 0,1-2-4 0,0 0-23 15,0 0 24-15,0 0-20 0,-1-1 34 0,-2-1-6 0,-4-1-11 0,-1 0-15 16,0 1 12-16,-1-1-8 0,5-1 33 16,-2 2-9-16,1-1-7 0,-1-1-12 0,0 2 5 0,-1-2-3 0,-1 0 11 15,0-1 3-15,-1 3-2 0,-1-4-25 0,0 3 21 0,0-1-19 0,0-1 30 0,-2 2-3 16,2-1-12-16,-1 0-3 0,-2 3 10 0,6-1-8 0,2-1 9 0,-1 2-9 15,0-1-8-15,-3 2 3 16,-1 0 5-16,-1 0 0 0,2 0 1 0,1 0 0 0,-1 0-9 0,1 0-26 0,0 0-2 0,1 2-11 16,2-1-24-16,-1 3-7 0,0-2-4 0,3 1-34 0,-7-1-38 15,1 2 7-15,1-2-204 0,3 4 210 16,6-1-32-16</inkml:trace>
  <inkml:trace contextRef="#ctx0" brushRef="#br0" timeOffset="88300.17">18610 15714 524 0,'-7'-1'141'0,"-6"-1"203"0,2 1-289 0,2 1-50 0,2 1-14 0,3 1 22 0,0-2-3 0,2 1-6 0,0 0-16 0,1 0 17 0,1-1-14 16,0 0 9-16,0 0-8 0,0 2-16 0,0-2-10 0,0 0 18 15,1 0-9-15,0-2 39 0,1 1-1 0,1 0-10 16,0 0-18-16,1-2 22 0,2 0-19 0,0 0 29 0,0-3-5 0,0 0-7 0,1 0-8 16,-1-2 8-16,1 0-5 0,0 2 21 0,-1-2-6 15,-2 1-13-15,1-1-23 0,-7 1 23 0,0 2-17 0,0-1 37 0,0 1-11 16,2-2-13-16,2 4 3 0,-2-3-1 15,0 3 7-15,0 0 20 0,0 0-4 0,0 2 3 0,-1 0-17 0,0 0 29 0,0 1-22 0,-1-2 30 16,1 2-10-16,0 0-21 0,1 0-8 0,0 0-1 0,0 0-2 16,0 2-3-16,0-1-2 0,0 1-2 0,4 4-10 0,-2-3-5 15,2 4-2-15,3-2-22 0,0 1-10 0,1-1-4 0,2 1-38 0,0-3-42 32,2 1 13-32,3-2-132 0,3 0 144 0,3-1-2 0</inkml:trace>
  <inkml:trace contextRef="#ctx0" brushRef="#br0" timeOffset="90945.72">18741 12518 388 0,'-7'-4'56'0,"1"-1"-25"0,3 3 5 0,0 1-16 0,3-2 49 0,0 2-16 0,2-2-10 0,2 1-44 0,2-1 14 0,1-3-13 0,2 0 30 0,2-1-8 15,1-1-15-15,3 0-17 0,1 1 20 0,-1 0-16 0,2 1 19 16,1 0-9-16,0-1-12 0,1 2-7 0,1 0 15 0,-1 2-5 16,-1 0 22-16,0 3-2 0,-2 0-12 0,0 1-30 0,0 0 40 0,-2-1-33 15,-1 1 45-15,-2-1-10 0,-2 2-20 0,0-2 2 0,-1 1 1 16,-1-1 3-16,1 0 12 0,-2 0 0 0,-2 0-3 0,1 2-20 16,-2 1 29-16,1 0-25 0,-1 0 33 0,-1 0-7 0,2 0-15 0,-2-2-8 15,0 1 5-15,1 2-3 0,-1-1 16 0,-1 1 3 0,1 1-7 16,-1 2-22-16,-2 1 35 15,-2 1-29-15,-1 1 48 0,0 1-12 0,4 0-16 0,0 2-22 0,0 0 9 0,0 1-6 0,0-1 26 16,0-2-3-16,0 2-10 0,1-2-18 0,0 1 13 0,0-2-13 0,0 0 16 16,0-2-5-16,2-1-5 0,-1-1-15 0,2-2 18 0,0 0-10 15,0-1 30-15,-2-1 0 0,2 0-13 0,-1 0-17 0,1-1 22 16,-2 0-19-16,0 0 23 0,-1-1-7 0,0 0-13 0,0 0-7 16,1 0 18-16,-2 0-7 0,1 0 44 0,-1-1-5 0,0 1-12 0,0-2-24 15,1-2 23-15,0 1-22 16,2-3 21-16,1 2-6 0,0-2-13 0,3-1-19 0,1 2 13 15,1-1-12-15,1-2 25 0,1 2-2 0,-1 0-9 0,0 1-13 16,0 1 20-16,-1 2-18 0,1-2 17 0,-1 1-4 0,0 3-7 0,2-1-18 0,-2 0 22 0,1 0-15 16,-1 1 29-16,1 0-5 0,-1-2-16 0,1 2-27 0,0 0 18 0,0 0-21 0,1-1 2 15,-1 1-5-15,2-1-13 0,0-1-24 0,-1 2-19 0,0-2 5 16,1 1-63 0,-2-1-3-16,1 0-9 0</inkml:trace>
  <inkml:trace contextRef="#ctx0" brushRef="#br0" timeOffset="91244.25">19742 12386 318 0,'-8'8'138'0,"3"-3"-8"0,0 2-141 0,2 2 13 0,2-3-8 0,0 3 13 0,1 0-4 0,2 1 0 0,0 0-1 0,2 1-18 16,-1-1 25-16,3-2-18 0,-2-2 30 0,3-2-5 15,0 0-13-15,0-3 9 0,2-1 1 0,0 0 5 0,0 0 6 0,0-1 2 16,0-2-7-16,0 1-11 0,0-1 22 0,-1-2-22 0,-1 1 21 16,-1 0-3-16,-2 0-4 0,-1-1 15 0,0 1-3 0,-1-1 7 15,-2 0-3-15,0-1-3 0,0-1-7 0,-1 0-14 0,-1-1 15 16,-2 0-15-16,1-1 10 0,-3 3-11 0,1 0-6 0,-1 0-21 0,-2-1 12 15,0-1-6-15,0-1 27 0,1 1-4 0,-1 1-15 0,0-2-22 16,0 1 0-16,1 0-15 0,2-1-54 0,0 3-26 0,2 2-19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16:46.02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13807 10987 329 0,'-31'-8'44'0,"1"1"55"0,-2 3-84 0,2 0 6 0,4 2-18 0,2-1 35 0,-1-1-8 0,0 3-12 0,-6 0 3 0,0 1 11 0,0 0-2 0,1-4 18 0,0-1-6 0,4 0-16 16,-1-2-20-16,3-1 23 0,2-1-21 0,-1 0 16 0,2 3-8 16,-3-2-12-16,1 2-4 0,-2-2 7 0,2-1-2 0,2 0 22 15,5 2-1-15,1 2-8 0,-3-1-28 0,-3 3 31 0,-2-1-26 16,-2 3 38-16,-1 1-7 0,-1 1-15 0,-4 4-9 0,-3 1 1 0,1 3 0 15,-1 4 2-15,1 1 2 0,0 4-4 0,-6 5-8 0,-1-2 13 16,2 6-13-16,-3 2 17 0,0 2-5 0,-3 5-5 0,-9 2 3 16,2 2 5-16,3 4 2 0,6 3 17 0,7 1-1 0,5 5-4 0,2 6-13 15,1 1 18-15,2 2-15 0,4 1 22 0,6 0-13 0,8 3-10 16,5 10 3-16,4 3-2 0,4 3 5 0,-6-4-2 0,4-5-6 16,4 2-5-16,7 1-9 0,11 6 5 0,5-3-3 0,2-3 8 0,0-8 0 15,4-1-2-15,9-1 4 0,5 0 11 0,5-2-4 0,4-9 7 16,-4-5-2-16,0-6-13 0,2-5-10 0,3-7 20 0,6-7-16 15,6-7 29-15,1-6-9 0,3-3-10 0,3-7 6 16,4-4 8-16,6-7 0 0,5-5 17 0,0-5 3 0,0-7-4 0,4-9-9 16,1-6 25-16,1-3-20 0,1-8 27 0,-9 1-7 15,-5-6-15-15,3-5-33 0,-2 1 23 0,1-2-25 0,-4-2 17 0,-13-1-2 16,-6-5-14-16,-1-4-14 0,-3 2 17 0,-5 2-14 0,-5 0 28 16,-11 1-7-16,13-79-30 0,-51 148 43 0,14-144-60 0,-17 75 49 15,-5 2-4-15,-7-3-8 0,-7-8-14 0,-7 3 5 0,-8 5-8 16,-2 10 1-16,-6 6 1 0,-3 6-4 0,-7-1-14 0,-5-1-18 0,-3 4-2 15,0 0-11-15,-2 8 2 0,-2 5-31 0,-9 4-34 0,-6 7-9 16,-4 7-6-16,-3 9-58 0,2 7-24 0,-7 9-20 0</inkml:trace>
  <inkml:trace contextRef="#ctx0" brushRef="#br0" timeOffset="26088.85">10247 8334 217 0,'-5'0'140'0,"2"-1"-69"0,1 0 76 0,1 1-43 0,-1 0 1 16,1-1-25-16,0 1-2 0,1 0-19 0,0 0-31 0,0 1-14 0,0-1 19 0,0 0-17 16,0 0 51-16,1 2-1 0,0 0-13 0,2-1-25 0,0 0 38 15,-1 1-43-15,3-2 54 0,0 0-12 0,1-2-21 0,2 1-3 16,0-2-2-16,0 0-4 0,1 0-1 0,-3-2-7 15,1 0-4-15,3-2-23 0,-1 1 20 0,2 0-21 0,-1-2 19 16,1-1-7-16,-2 0-9 0,1 0 8 0,-1 0-7 0,-1 0 9 16,-2 0 6-16,-1 0-5 0,-1 0 3 0,-1 0-18 0,-2 2 14 15,-1-4-12-15,-1 4 23 16,-3 0-1-16,1 0-8 0,-3 0-14 0,-1 1 15 0,1 1-12 0,-2 0 20 16,-1 1-4-16,0 1-7 0,0 1-12 0,-2 2 8 0,-1 1-8 0,0 3 15 15,0 0-10-15,-2 2-8 0,-1-1 2 0,-1 2 1 0,-1 1 2 16,1 1 6-16,2 0 1 0,0 3-5 0,1 1-7 0,4 0 14 15,-1 1-11-15,1 1 27 0,0 2-9 0,-4-1-7 0,3 2 6 16,1-2-1-16,4-1 5 0,0-1-1 0,1-1-1 0,1 0-2 0,2-1-16 16,1-1 16-16,2 0-13 0,2-2 14 0,0 0-5 0,1 0-13 0,0-1-1 15,2-1 5-15,2 0-3 0,0-2 15 0,2 1-6 0,-1-1-3 0,2 1-17 0,0-3 13 16,-4 3-9-16,0-3 20 0,1 1 2 0,1-1-10 0,6-1-15 16,3-2 15-16,0-1-14 0,0-2 21 0,-1 2-5 0,-2-3-8 15,1 1-16-15,1-5 12 0,0 0-14 0,3-1-29 0,-2 0-23 16,1-2-32-16,4-2-72 0,0-2 10 0,3-1-16 0,1 1 20 0,0-1-9 15,2-1-17-15,-2 0-83 0,-4-2 159 0</inkml:trace>
  <inkml:trace contextRef="#ctx0" brushRef="#br0" timeOffset="26294.77">10844 8073 905 0,'-4'-10'-311'0,"1"6"666"0,0 0-57 0,-1 2-83 0,0 1-64 0,0-1 20 0,0 2-56 0,0 3-29 15,1-1-26-15,-3 5-36 0,-1 3-24 0,0 2 26 0,0 3-24 16,-4 2 41-16,1-2-6 0,0 2-18 0,-1 1-16 0,1-1 14 15,1 0-17-15,0 1 18 16,0-3-4-16,1 2-8 0,1 1-19 0,1-1 18 0,0-1-18 16,6 1 32-16,-1-3-5 0,1 0-10 0,2-2-13 0,-4-1 11 0,-1-1-10 0,-2 2 14 15,3-3-26-15,-2 0-14 0,2 0-96 16,1-2-44-16,-1-1 15 0,0 0-213 0,-3-4 224 0,1 0-14 16</inkml:trace>
  <inkml:trace contextRef="#ctx0" brushRef="#br0" timeOffset="26910.06">10539 8109 1386 0,'-6'-2'121'0,"1"-1"11"0,-1 2 43 0,1 1-39 0,2 0-40 0,2 1-82 15,1 3 8-15,0-2-28 0,4 4 9 16,2-1 3-16,3 1-7 0,2 3-10 0,4 1 17 0,-1 2-15 0,3 2 25 16,-1-1-12-16,1 0-8 0,1-1 1 0,0-1 1 0,0-2 4 31,-6 1 3-31,-3-1 0 0,0 0-5 0,-1 0-23 15,4-2 15-15,1 0-17 0,0-2 3 0,-2 1-17 0,1-2-13 0,-3 0-9 16,-4-2 1-16,0 2 8 0,-3-1 1 0,-1-2 10 16,0-1 2-16,-1 1 18 0,0-1 15 0,0 0-6 0,0-1 23 15,0 0-5-15,-1-3-7 0,1 0-16 0,-1-2 9 0,1 1-5 16,0 0 26-16,0 1-2 0,1 0-5 0,0 3-7 0,0-2 5 16,-1 3-6-16,0 0-1 0,1 0 4 0,1 1 1 0,-1 1 6 15,0 0 11-15,0 3-4 0,0-1 28 0,1 1-2 0,-1 2-8 0,2-1-10 16,0 2 11-16,0-1-10 0,1 2 7 0,-1 0-10 0,0-1-9 15,2 0-14-15,-2-1 9 0,1 4-5 0,0-1 23 0,1 1-7 16,0 1-8-16,1 5-9 0,0-1 8 0,-1 1-6 0,2 1 10 0,-1-4-9 16,-1 0-9-16,2-3 3 0,-2-2-1 0,2 2 4 0,-2 0 9 15,-1 2-4-15,1-2-2 0,-2-2-18 0,-1 0 17 0,1-1-11 16,-2-3 26-16,-1 0-4 0,0-2-13 0,0-1 0 0,-1 1 14 16,-1-2-9-16,0-1 22 0,1 2-5 0,-2-2-4 0,-2-2-3 0,1 0 14 15,-3-2-7-15,0-2 19 0,0-2-10 0,0-2-16 0,0-5-7 16,-1 0 6-16,0-2-5 0,1-2 0 0,2 0 0 0,-1-1-5 15,3-6-5-15,-1-1 4 0,3-2-6 0,0 0 2 0,1 1-1 16,4 1-2-16,-1 4 3 0,3 2 0 0,-1 1 2 0,1 5 2 0,-1 1-2 16,1 1-1-16,0 0-15 0,-1 3 18 0,2-3-12 0,0 2 22 15,-1 1 1-15,2 1-11 0,1-2-21 0,-1 2 20 0,2 2-17 16,0-2 34-16,2 2-6 0,0 1-9 0,0 1-10 0,1 2 6 16,-1 1-2-16,0 2 12 0,0 4-4 0,-1-1-7 0,0 5 6 15,0 1 3-15,1 1 0 0,-3 2 7 0,-1-2-5 0,-2 2 0 0,0-1-1 16,-3 1 1-16,-2-1 1 0,-1-1 10 0,-1 3-3 15,-2 0-4-15,-3-1-16 0,-1 0 13 0,1 0-12 0,-2-2 19 0,0 2-4 16,1-3-8-16,-2 3-20 0,1 0 20 0,0-2-15 0,1 0 25 16,-1-1-4-16,1-1-13 0,0 0-6 0,-1-2 9 0,2 0-6 15,-1 0 13-15,1-3-4 0,1 0-7 0,0-2-31 0,3 1 0 16,0-2-11-16,1-2-49 0,1-2-32 0,0-1-33 0,2-2-124 0,2-6-110 0,3-3-2 16</inkml:trace>
  <inkml:trace contextRef="#ctx0" brushRef="#br0" timeOffset="27241.52">11164 8166 243 0,'4'0'148'0,"-4"0"-68"0,1 1 116 0,0 0-92 0,1 0 23 0,3 1-24 0,-1-1 6 0,-3-1-25 0,1 0-27 0,2-3-33 16,-1 1 10-16,6-2-16 0,1-2 20 16,0 0-11-16,2 0-20 0,0-2-15 0,0-1 20 0,0 2-19 0,-1-2 25 0,-2 0-5 15,-1 1-7-15,-2-2-15 0,-1 2 19 16,-1 0-16-16,-1 1 39 0,-1-1 2 0,-1 0-14 0,-2-1-13 15,0 3 30-15,-3 0-32 0,1-2 31 0,0 3-6 0,-1 1-14 0,0-1-14 16,0 2 18-16,1-3-16 0,-3 3 44 0,2 1-6 0,-3 2-12 16,-2 2-21-16,-1 2 16 0,0 3-20 0,-1 2 29 0,1-2 4 15,1 0 1-15,0 2-6 0,1 0 23 16,0 3-19-16,1 0 19 0,0 2-9 0,6-1-17 0,0 1-23 0,1-1 18 0,1-1-17 0,-4-1 16 16,2-1-8-16,-1-1-15 15,2-1-10-15,0-1 14 0,0 0-10 0,0 0 24 0,1 0-8 0,0-3-8 16,1 1-16-16,1-1 10 0,2-1-7 0,-1 1 20 0,-2-2-3 0,2 0-8 0,2-1-19 0,2-1-16 15,8-3 1-15,6-1-62 0,0-1-17 0,3-3-14 0,1 0-119 16,1-1-73-16,1 0-17 0</inkml:trace>
  <inkml:trace contextRef="#ctx0" brushRef="#br0" timeOffset="27416.05">11695 7854 1096 0,'-6'-2'126'0,"-3"1"91"0,4 1-43 15,2 1-43-15,-3 3-42 0,-1 3-67 0,-5 5 16 0,0 1-30 0,-1 1 22 16,2 1-8-16,1 0-13 0,-1 1-10 0,1 1 9 0,1-3-9 16,0 1 12-16,3-2-5 0,2-3-6 0,-1 0-15 15,2-3 14-15,1-2-11 0,2 2 23 0,1 1-27 16,1-1-15-16,2-1-178 0,2-1-141 0,1 0-23 0</inkml:trace>
  <inkml:trace contextRef="#ctx0" brushRef="#br0" timeOffset="27544.47">11722 8085 1828 0,'-3'4'-227'0,"-2"-3"475"0,1 0-61 15,1 1-71-15,0-2-73 0,2 0 4 0,1 0-27 0,0 0-5 16,0 0-7-16,1-3-6 0,3-2-23 0,1-2-7 0,0 0-2 16,2-3-83-16,-3 1-61 0,1-2-31 0,0 1-356 0,2 0 318 15</inkml:trace>
  <inkml:trace contextRef="#ctx0" brushRef="#br0" timeOffset="27647.21">11675 7737 55 0,'0'-2'29'0,"0"2"-38"0,4 0 17 0</inkml:trace>
  <inkml:trace contextRef="#ctx0" brushRef="#br0" timeOffset="28547.88">11891 8013 99 0,'2'4'74'0,"0"-1"53"16,1-1-62-16,0 1 79 0,-1 2-42 0,0 0-32 0,0 0 19 16,0-1 5-16,-1-2 2 0,-1 2 13 0,1-1-14 0,-1-1-16 15,0 1-49-15,0 0 6 0,0-1-24 0,0-1 9 0,0-1-6 16,0 0-7-16,0 0-4 0,0 0 5 0,0 0-5 0,0 0 12 15,0 0 2-15,0 0-2 0,0 0 18 0,0 0 15 0,0 0-8 16,0 0 36-16,0 0-5 0,0 0-10 0,0 0-22 0,0-1 21 16,0 0-30-16,0-3 12 0,0 1-8 0,0 2-13 0,0-3-24 15,0 0 16-15,0 2-18 0,0-2 32 16,-1 0-8-16,1 0-11 0,-1-1-17 0,0 0 15 0,0-1-13 0,-1 2 27 16,1 1-1-16,0-2-7 0,1 1-18 0,-1-5 15 0,1 3-12 15,0 0 22-15,0 0-3 0,0 0-10 0,1 1-16 0,0 0 16 0,0 1-13 16,1-2 25-16,-1 3-5 0,0-2-7 0,0 1-7 15,1-1 3-15,0 2-2 0,-1 0 5 0,2-1 0 0,-1 0-4 0,0 0-6 0,2 1 13 16,-1-2-10-16,0 1 21 0,2 1 1 0,-1-1-7 0,1 1-4 16,-1 1 15-16,2 0-11 0,-3 1 22 15,2 1-6-15,-1 0-9 0,0 1-22 0,0 1 12 0,1 2-12 0,-1-3 15 16,1 3 1-16,-1-1-9 0,-1 1-22 0,1 1 21 0,-1-1-19 0,1 0 30 0,-1-1-5 16,0 1-7-16,2-1-15 0,-2-1 12 0,1 0-9 15,-1 1 21-15,1-1-2 0,1 0-8 0,-1-2-4 0,3 1 5 16,0-1-4-16,1 0 10 0,1-1-3 0,1-1-5 0,1 0-9 15,0-2 12-15,2 1-8 0,-1 0 15 0,1-1-3 0,1 0-8 0,-1 0-15 16,-1 1 19-16,-7 1-13 0,0-1 22 0,-1 2-3 16,-2 0-11-16,6 1-11 0,-1 0 12 0,-1 1-8 0,-1 2 15 0,0 0 0 15,-1 1-7-15,0 1-22 0,-1-1 26 0,-1 1-23 0,1-1 33 16,0 1-3-16,-1-1-12 0,0 0-3 0,1-1 3 0,0 0-1 16,0 1 2-16,2-2 1 0,0 0-4 0,1 1-6 0,0-2 12 15,-1 0-8-15,0-1 18 0,-1-1-4 0,1-2-6 0,2 1-7 16,-2-1 6-16,3-2-4 0,-1 0 7 0,-1 0-3 0,1 0-4 0,0-2-9 15,-3 1 13-15,2 0-8 0,-3-1 16 0,0 1-1 0,-2-1-9 0,-1 1-14 16,0-2 16-16,-1 1-11 0,-2 1 22 0,0 1 0 16,0 4-11-16,-2 0-22 0,0 1 22 0,0 2-20 0,-3 2 24 15,1 3-2-15,0 2-8 0,-1 0-8 0,2 1 10 0,2 0-7 0,1-1 15 16,2 0 0-16,1-1-6 0,3-1-8 0,1 1 24 0,4 0-17 0,3-3 37 0,1 1-6 16,4-3-13-16,3 1-20 0,4-2 13 0,4-1-13 15,3-1 16-15,1 0-2 0,1-2-9 0,0-2-2 0,2 0-3 0,-1-2-3 0,-3-1-29 16,-4 0-7-16,-9-1-9 0,-3 0-22 15,-2-1 7-15,-2 0-7 0,3 0 8 0,-3 0 1 0,0 3-7 16,-1-2 10-16,-2 3 10 0,-2-2 1 0,-4 3 36 0,0-1 2 16,-1 3 1-16,0 0 1 0,-1 1 12 0,0 1-6 0,-2 0 3 15,0 2 3-15,0 1-9 0,-2 3 8 0,1 3 30 0,-2 0-15 16,0 1 50-16,1 0-4 0,0-1-8 0,1 2-5 0,1-1 11 0,1-1-9 16,1 0 7-16,0-1-11 0,1-2-13 0,-1-1-20 0,1 1 4 15,0-2-6-15,2 0 5 0,0-1-5 0,-1 1-1 0,3-3-14 16,-2 1 15-16,0-2-10 0,3 0 24 0,2 0-6 0,-1-1-12 0,2-1-4 15,1-1 4-15,0 0-3 0,-1-2-1 0,0 1 1 0,1 2-4 16,-1-2-10-16,0 1 14 0,-2 1-12 0,0 1 17 0,-2-1-4 16,1 1-9-16,-2 0-7 0,1 1 9 0,-1 0-7 0,-1 0 8 15,1 1-15-15,-1-1-14 0,1 0-29 0,2 0-15 0,0-1 6 16,3 0-35-16,3-5-11 0,3 1-12 0,4-2-45 0,2-1-34 16,0-1 3-16,-1 0-162 0,-2 0-35 0,-2-3-49 0</inkml:trace>
  <inkml:trace contextRef="#ctx0" brushRef="#br0" timeOffset="28713.42">13170 7548 1145 0,'-1'-3'135'0,"0"-3"83"0,-1 4-26 0,2 2-41 0,-1 0-41 0,1 2-44 0,0 4 17 0,0 0-27 0,0 6 44 15,0-1-12-15,3 4-21 0,0 5-41 16,0-2 17-16,2-1-31 0,-4 3 14 0,0-2-8 16,0-2-11-16,3 2-17 0,1-1 15 0,2-3-13 0,1 3 25 15,-2-3-8-15,5-2-10 0,-2 4-39 0,-2-3 4 0,1 1-13 0,0-2-46 0,-1-3-27 0,-1 2-19 16,-3 0-154-16,-2-2-154 0,-1 1-6 0</inkml:trace>
  <inkml:trace contextRef="#ctx0" brushRef="#br0" timeOffset="28847.74">13052 7847 1435 0,'0'-12'-197'0,"0"5"415"16,2-2-22-16,2 1-49 15,2-1-44-15,3 1 3 0,0-1-37 0,5 0-47 0,0 2-4 0,3 0-13 0,2 0-12 16,-1-1 2-16,-4 1-11 15,1 1-89-15,1-2-78 0,2 2-40 0,9 1-348 0,2 1 313 16</inkml:trace>
  <inkml:trace contextRef="#ctx0" brushRef="#br0" timeOffset="29108.54">13659 7570 952 0,'-9'-1'227'0,"-4"-2"-171"15,-7 3 57-15,-6 0-26 0,2 5-4 0,1 1-7 0,-3 0-17 16,5 2-12-16,-1 1-11 0,1 0-14 0,6 0 6 0,4-3-9 16,4 0-3-16,6-1 5 0,2 2-6 0,8-1 31 15,4 2 24-15,6-2-14 0,7 5 43 0,4-2-23 0,5 0-21 0,7 7-28 16,-2 0-4-16,-8 1-5 0,0 5-6 0,-5-3-2 16,-2 1-4-16,6-1-18 0,-9-1 16 0,-6-2-15 15,-6-2 30-15,-7-1-7 0,-3-1-6 0,-2 2-3 0,-8-1 0 16,-2-1 2-16,-5 1 6 0,-2-2-7 0,0-2-4 0,-3-2-10 15,2-4 0-15,1-2-4 0,2 0-38 0,3-2-25 0,-3-2-24 16,-1-3-132-16,-5 0-95 0,1-5-6 0,2-1-27 0</inkml:trace>
  <inkml:trace contextRef="#ctx0" brushRef="#br0" timeOffset="29282.51">13610 7134 1389 0,'-25'0'187'0,"-1"0"52"16,3 0-99-16,-4 5 10 0,3 2-38 0,2 1-40 0,-2 2-57 0,6 2 9 0,2-1-24 16,1 2 5-16,6-1 2 0,2 1-7 0,3 2-43 15,4-1-61-15,2 3 16 0,6 2-401 0,4 1 305 16,5-2-47-16</inkml:trace>
  <inkml:trace contextRef="#ctx0" brushRef="#br0" timeOffset="34276.15">6689 12426 217 0,'-3'-4'341'0,"1"2"-153"0,-2-3 221 0,1 5-200 0,1 0-66 0,1 0-29 0,-2 0-22 0,3-2-17 0,-1 0-22 0,1-1-32 0,0 2 11 16,0 0-19-16,1-1 19 0,-1 2-12 0,0 0-8 0,0 0-12 0,0 0 8 15,0 0-5-15,0 0 14 0,1 2 1 0,-1 2-4 0,2 1-2 16,-1 0 14-16,0 0-10 0,2 3 22 0,-1-1-5 0,3 3-9 0,-2 5-15 16,2 0 12-1,0 2-12-15,0 2 8 0,-2-1-4 0,2 0-9 16,-5 0-1-16,1-2 0 0,0 0-1 0,0-1 1 0,4 2 1 0,1-1 0 15,0 2-5-15,1-1 2 0,-1-2-3 0,2 0 3 0,-1-4-1 0,1 2-3 16,0-2-16-16,0 1 12 0,1-3-9 0,-1-1 17 0,-1 1-10 0,0-2-12 0,-1 1-28 0,-1-2-2 0,1 0-2 16,0-1-11-16,-2-1-9 15,1-1-8-15,-2-1-47 0,-2 1-15 0,0-2-1 0,-1 1-69 0,-1-2-8 16,-1 0-26-16</inkml:trace>
  <inkml:trace contextRef="#ctx0" brushRef="#br0" timeOffset="34655.41">6560 12669 568 0,'-4'-5'117'0,"-1"1"221"0,0 1-213 0,1-3-25 0,1 1-25 15,2 0-39-15,0-2 9 0,1-2-20 0,2 0 18 0,0 0-10 16,1-2-14-16,1 1-9 0,0 0 23 0,1-3-16 0,-1 2 34 16,1-3-4-16,0-1-9 0,1-1-16 0,-1-1 15 0,-1-1-11 15,1 0 29-15,-1 0-8 0,1 2-10 0,-2 2-20 0,0 1 13 16,1-1-14-16,-1 5 14 0,0-1-1 0,2 1-6 0,-2 2-30 0,2 1 24 16,-3-1-20-16,0 4 41 0,0-3-4 0,1 4-13 0,-1-2 0 15,0 1 8-15,0 2-7 0,1 0 4 0,0 1-1 0,0 0-4 0,2 1-21 16,1 0 17-16,-1 3-15 0,2 1 27 0,1 1-5 0,-2 0-9 15,2 0-7-15,1-2 5 0,-5 3-5 0,0-4 3 0,2 4-3 16,-1-1-2-16,6-1-12 0,1 0 12 0,-1-1-9 0,3 0 14 16,-1-3-2-16,1 2-8 0,-3 0-23 0,0-2-1 0,-1 1-9 15,0-2-17-15,-1 0-14 0,-1 2-9 0,0-2-64 0,0 1-19 16,0 3-13-16,1-2-182 0,0 5-19 0,1 0-69 0</inkml:trace>
  <inkml:trace contextRef="#ctx0" brushRef="#br0" timeOffset="75942.88">26424 9373 217 0,'-1'0'45'0,"1"0"-10"0,-1-2 9 0,1 2 34 0,0 0 38 0,0 0-37 0,0 0 44 0,0 0-11 0,0 0-21 0,0 0-26 0,0 0 8 15,0 0-24-15,0-1 7 0,0 1-9 0,0-1-12 0,0 1-14 16,0-1 7-16,0 1-14 0,0-2-2 0,0 2-3 0,0 0-2 16,1-1-4-16,0 1 12 0,0 0-8 0,1-2 29 15,0 2-8-15,0 0-12 0,0 0-22 0,0 0 30 0,0 0-29 16,1 0 35-16,-1 0-1 0,0 0-14 0,0 1-22 0,-1 0 12 16,2 2-16-16,-1-1 33 0,0 1-5 0,-1 1-4 0,2-1-25 15,-1 3 19-15,-1-3-17 0,2 4 21 0,1-1-3 0,-1 1-9 0,1-1-12 16,1-1 14-16,-1 2-8 0,1-1 21 0,1-1-2 15,0 1-8-15,1 3-4 0,1 0 2 0,0 0-3 16,1 2 1-16,-2-4 0 0,0 4 3 0,0-5-6 0,-4 0 1 0,-1-1-1 0,-2-1 9 16,1 1-1-16,4 1-3 0,0-1-19 0,0 0 24 0,0-1-19 0,1 1 30 15,-2-1-8-15,1-2-13 0,0 1-1 0,0-1-1 0,0 0 3 16,0-2-10-16,-1 1-11 0,1-1-11 0,-1 0-42 0,1-1 3 16,-1-2-15-16,1 2-31 0,-1-3-16 0,0 1-16 0,-1-3-147 15,4-2 175-15</inkml:trace>
  <inkml:trace contextRef="#ctx0" brushRef="#br0" timeOffset="76330.19">26694 9273 607 0,'-9'9'-236'0,"6"-7"509"0,2 1-48 0,-1-2-59 0,-1 1-84 16,2 0 12-16,0 2-44 0,0-1 0 0,0 0-10 0,1 2-17 0,0-1-5 0,-1 1 14 0,1 3-12 0,0 2 29 0,0-1-6 0,0 2-11 0,0 1-15 31,0 1 19-31,0-1-21 0,-1 4 29 0,1-2-11 0,-2 2-11 0,0 3-2 15,1-1 0-15,-2 0-1 0,1-2-7 0,-1 0-1 16,0-2-6-16,0 4 0 0,-1 1 2 0,0 0-2 0,-1-1 3 16,2-2-8-16,0-1-2 0,0 0 1 0,1 1 7 0,0-2 0 0,-2 2 3 0,2-2 3 0,0 1-9 0,0-1-18 15,-1-5 24-15,3 0-23 0,-1-1 31 0,1 0-6 0,-1 0-11 16,1 0-14-16,0-1 12 0,0 0-9 0,1 0 22 0,0-3-10 16,1 1-11-16,0-2-47 0,-1 2-9 0,1-3-12 0,-1 1-65 15,2 1-10-15,-1-3-17 16,0 0-98-16,0-1-37 0,6 0-20 0</inkml:trace>
  <inkml:trace contextRef="#ctx0" brushRef="#br0" timeOffset="77923.78">26715 9782 394 0,'0'3'-160'0,"-1"-3"346"0,-1 1-31 0,2-1-45 0,0 0-37 0,0 0 37 0,0 0-49 0,0 0 29 0,0 0-24 0,0 0-30 0,0-1-12 16,0-2-5-16,3 1-1 0,-2-2 3 0,0 1 0 0,1 2 1 15,0-3-20-15,1 2 28 0,-1 1-26 0,1-3 37 0,0 1-3 16,-1 1-16 0,1-1-20-16,-1 0 13 0,2 1-16 0,-1 1 22 0,0-1-1 0,1 0-8 0,-1 0-26 0,-1 1 24 15,2 0-26 1,-2 1 33-16,0 0-10 0,2 0-8 0,-2 0-5 0,-1 1 0 0,1 2 5 0,-1-1 20 0,1 0-5 0,-1 1-3 16,0 3-19-16,-1-3 17 0,1 3-15 0,-1-1 18 0,1 0-3 15,0 1-9-15,-1 1-4 0,1-1 0 16,2 0 1-16,-2 2 19 0,1-2-6 0,-1 1-3 0,1 1-5 15,2-2 2-15,-1 0-1 0,-1-1 6 0,2 1-1 0,-1-3-2 0,-1 0-14 16,2 1 14-16,-2-2-10 0,1 0 22 0,-1-1-3 0,1-1-11 0,0 0-8 0,0 0 9 16,1 0-7-16,-2 0 12 0,0 0-4 0,1 0-6 0,-1 0-17 31,0-1 13-31,-1 1-10 0,0-2 8 0,-1 1-6 0,1-1-17 0,1-2-60 16,-1 1-15-16,0-3-12 0,-1-1-70 0,0 0-28 0,0-2-10 0</inkml:trace>
  <inkml:trace contextRef="#ctx0" brushRef="#br0" timeOffset="78090.7">26840 9506 1154 0,'-13'2'-324'16,"5"-2"656"-16,-1 0-67 0,1 0-101 0,0 0-75 0,2 2 24 0,0-1-54 0,0 0-11 16,3 1-12-16,0-2-19 0,0 0-17 0,2 1 7 15,0-1-11-15,1 0 6 0,0 1-28 0,0-1-18 0,2 1-100 16,1-1-52-16,0 3 21 0,2-2-228 0,5 2 239 0,2 5-9 15</inkml:trace>
  <inkml:trace contextRef="#ctx0" brushRef="#br0" timeOffset="83359.23">26344 10713 150 0,'-3'3'-91'0,"0"-2"230"0,2 0-16 0,-1-1-18 0,0 2-48 0,1-1 31 0,-1 0-46 0,0 0 22 0,1-1-14 0,0 0-22 0,0 0-2 0,0 2 3 0,1-2-5 0,-1 1 7 0,0 0 2 15,0 1-7-15,-2-1-2 0,2 1 27 0,-1 0-27 0,0-1 27 16,1 2-5-16,-2-1-14 15,2 1-19-15,0-3 22 0,0 2-25 0,0 1 39 0,1 1-11 0,0-3-16 0,0 3-25 16,0 0 27-16,0-1-28 0,1 3 32 16,1 0-11-16,-1-2-15 0,2 2-2 0,-1-2-3 0,0 1 5 15,-1-1 7-15,1 1-1 0,0-2-5 0,0 2-19 0,0-3 24 16,0 0-21-16,2 1 27 0,-2 0-4 0,1 0-10 0,-1-2-12 0,2 0 8 0,-1-1-4 0,1 0 25 16,-1-1-3-16,0 0-7 0,0-1-16 0,0 0 16 0,0-2-15 15,0 1 17-15,0 1 1 16,-1-2-7-16,2 0-9 0,-3-1 6 0,1 1-5 0,0-2 14 0,-1 1 0 0,2-2-6 0,-2 0-20 15,1-1 27-15,-1 1-22 0,0 0 28 0,0 2-5 0,0-3-13 0,-1 2-1 16,0 0 1-16,0 0 2 0,-1 2 3 0,0 0 3 0,-1 2-2 16,-1 1-17-16,-1-2 24 0,0 2-21 0,-2-1 28 0,0 2-7 15,0 0-11-15,-1 0-7 0,-1 3 6 0,1 0-3 0,0-1 19 16,-1 2 1-16,0 0-8 0,-1 0-8 0,0 1 14 0,0 0-13 0,1-1 10 16,0 2-5-1,1-2-6-15,1 2 11 0,0-1-6 0,2 1 8 0,-1 1-3 16,2 0-2-16,0-2 1 0,1 1-5 0,1-1 4 0,0 0-4 0,1 2-3 0,0-3 1 0,1-1-1 0,0 3-1 0,1-4 2 15,1 2 0-15,0-1 5 0,0-1-3 0,1-1-2 0,0 2-5 16,1-3 5-16,-1 0-4 0,2 0 3 0,-1-1 2 0,2-2-3 0,0 1-7 16,1-1 11-16,0-2-8 0,-2 2 12 0,1-1 2 0,-1 1-11 15,-2-1 1-15,2-1 5 0,-3 1-4 0,2-1 6 0,-3 1-4 16,1-3-3-16,1 2 1 0,-2-1-2 16,1 0 3-16,0-2 7 0,-1 1-3 0,0 2 2 0,-1-1-15 15,0 1 15-15,0 0-12 0,-1 1 21 0,-1 0 2 0,0 1-5 0,-1 1-17 16,-1-1 21-16,-1 1-18 0,1 1 32 0,-1 1-6 0,1 0-12 0,-1 0-18 0,0 0 11 15,1 1-9 1,-2 1 16-16,2 0-7 0,1 0-9 0,-2 1-7 0,2 1 5 0,0-1 0 0,0 3 19 0,-1-3-7 0,2 3-4 0,1-1-9 16,0 1 5-16,0 0-5 0,0 0 7 0,1 1-1 0,2-2-1 15,-1 0-10 1,0 2 9-16,0-3-7 0,1 0 17 0,-1-1-1 16,0-1-6-16,3 0-14 0,-2 1 15 0,1-2-13 0,1 0 20 0,-2-1-2 15,3 0-6-15,1 0-8 0,-1-2 5 0,1-1-5 0,1-1 12 16,-1 2 0-16,0-2-3 0,-1-1-13 0,-1 0 10 0,0-2-8 15,-1 1 20-15,-1 0-7 0,0-2-7 0,-1 1 0 0,0 1 2 0,-1-2 1 16,-1 2 6-16,0 0-3 0,0-1-3 0,0 0-10 0,-2-1 10 16,-1 1-5-16,1 1 16 0,-1 1-3 0,-2 1-9 0,2 1-14 15,-1 1 18-15,-1 2-14 0,1 0 33 0,-1 0-11 0,-1 2-9 0,2 2-15 16,-2-1 7-16,1 2-5 0,-1-1 15 0,2 1 4 0,-1 0-5 16,1 2-16-16,-1 0 12 0,2 0-12 0,-1-1 18 0,1 0 1 15,1 2-8-15,0-2-14 0,-1 1 22 0,2 1-16 0,0-1 25 16,1-2-9-16,0 0-11 0,0 1-12 0,0-3-2 0,2 0-2 0,-1 0-40 15,3-1-14-15,-1-1-22 0,0-1-68 0,3 0-4 0,-1-2-24 16,-1-2-127-16,5 1 191 0,3-3-37 0</inkml:trace>
  <inkml:trace contextRef="#ctx0" brushRef="#br0" timeOffset="84023.26">26341 10685 439 0,'-6'-1'87'0,"1"-1"55"0,-2 1-3 0,1 1-23 0,1 0-36 15,-1 0-51-15,1 1 27 0,1 1-42 0,-1 0 32 0,1 0-14 0,1 0-14 0,-1 2-21 0,1 0 8 0,1 2-9 0,0-1 28 0,1 2-6 16,1 0-12-16,1 2-16 0,2-1 23 16,0 1-20-16,2 1 35 0,-1-1-7 0,3 0-10 0,1-1-11 0,-2-2 17 15,2-1-14-15,1 1 40 0,-1-3-10 0,2 0-13 0,1-1-19 16,1 1 12-16,-1-3-14 0,0 0 13 0,-2 0-5 0,0-3-4 15,0 1-3-15,-2-1 0 0,0 0 1 16,-2-3 11-16,-1 3-3 0,-1-3-1 0,-1 1-22 16,-2 0 24-16,0-2-20 0,-1 0 33 0,-2 1-2 0,-1-1-12 0,0 0 1 15,-2-1 0-15,-1 2 2 0,1-1 3 0,-2-1 3 0,-1 2-3 16,0 0-22-16,-1 1 23 0,1-1-22 0,0 3 25 0,2 3-3 0,1-2-10 0,0 2-4 16,0 2 4-16,2-1-2 0,-2 3 4 0,0 0-2 0,1 2-6 0,-2 0-12 15,0 2 14-15,1 0-12 0,0-1 19 0,0 2-1 0,1-1-6 0,0 0-13 16,2-1 10-16,1 0-8 0,1 0 19 0,1 0-1 0,0-1-7 15,0-1-24 1,2 1 10-16,0-1-16 0,1-3-5 0,1 1-7 0,0 1-10 0,2-4-8 0,-1 2-7 0,2-1 6 0,-1 1-14 16,1-2 2-16,-3 0-3 15,1-2-14-15,-1 1 11 0,-1-1-11 0,1-1 14 0,-1-1 13 0,-1 2 7 16,-1-2 27-16,1-1 15 0,-2 0-2 0,0-1 26 0,0 0 1 0,-2-2-11 0,0-1-20 0,0 0 29 16,0 2-26-16,-2 0 36 0,1 1 1 0,0 2-7 0,-1-1 4 15,1 2 9-15,0 1-4 0,-2 1 16 16,2-1-3-16,-2 2-8 0,1 0-1 0,0 0 10 0,1 3-11 0,0-1-6 0,0 4-5 0,0-1-9 15,0 4-11-15,-1-2 9 0,2 2-5 0,0 0 14 0,0 0 3 16,0 0-10-16,2-1-20 16,-1-2 23-16,1 1-22 0,0-1 20 0,1-1-11 0,1 2-17 15,0-4-38-15,0 1-38 0,1-1 10 0,1-2-123 0,1-1 119 0,5 0 0 0</inkml:trace>
  <inkml:trace contextRef="#ctx0" brushRef="#br0" timeOffset="85646.53">7706 12237 283 0,'-5'-7'30'0,"-1"1"23"0,6 1-27 0,0 0 12 0,2-3-11 0,1 3 40 0,-3-2-10 0,0 0-9 0,0-1-10 0,0 2 16 0,0-1-15 0,0 0 7 0,0 0-6 0,0 2-10 0,1-1-26 0,0 1 13 16,0 1-12-16,0 0 28 0,-1 1-8 0,0 1-11 0,0 0-11 0,0 2 16 15,0 0-13-15,0 0 14 0,0 0-7 0,2 0-9 0,-1 0 6 0,0 3-3 16,-5 0 7-16,2 0 6 0,-1 1-1 0,1 1-2 0,3 3-14 16,0 1 6-16,0 1-8 0,0 0 7 0,0 2-3 0,0 1-4 0,0 0-10 15,1 3 11-15,0 1-8 0,0 1 19 0,-1 2-2 0,1 2-10 16,0 2-15-16,0 7 23 0,0 2-18 16,0-1 30-16,1 2-7 0,-2-4-12 0,1 0-18 0,-1-1 19 15,0-6-10-15,1-1 41 0,0-3-8 0,0-2-17 16,-1 3-14-16,2 1 11 0,1-2-9 0,-1-1 17 0,2-3 2 15,0-6-1-15,1 2-12 0,0-1 11 0,1-2-9 0,3 1 18 0,-1-3-7 0,0 2-8 0,3-1-15 16,-1 2 16-16,1-1-12 0,0 0 24 0,2-5-3 0,-1 1-5 0,3 0-16 16,1 0 7-16,2 0-5 0,1 0 12 0,0-2 0 0,3 0-9 0,-1 0-4 15,2 2 13 1,0-2-11-16,0 0 12 0,0-1-4 0,1 2-5 0,2-1-2 0,-5-1 0 0,2 2 3 0,-1 0 10 0,2-2-4 16,3 1-4-16,2 1-10 0,-1 0 10 15,1-1-8-15,1-1 11 0,2 1-3 16,1-1-3-16,2 1-4 0,1 0-1 0,0 0 0 0,1 0 6 0,-3-2 0 0,-3 1-1 0,2-1-15 0,0-1 18 0,3 1-14 15,6-2 23 1,-4 1-7-16,2 0-8 0,4 1-5 0,1 1 4 0,1 2 0 0,1-1 10 0,-4 2 1 0,-5 0-5 16,6 1-11-16,-1-1 9 15,0-4-9-15,6 0 11 0,-4 0-1 0,2 0-1 0,1 2-7 16,-1 2 5-16,3-1-1 0,-1 1 25 0,0-1 1 0,0 0 3 0,1 1-15 16,2-2 13-16,3 1-12 0,1 1 9 0,-1-2-10 0,1 1-11 0,1 1-5 15,-4-2 7-15,1 0-3 0,-4-2 12 0,0 2-4 16,-1 1-9-16,3 1-5 0,-1 2 7 0,-3-1-6 0,1 1 7 0,-11 1 0 15,1-2-4-15,3 1-3 0,-3-2 3 0,4 1 0 0,-1-2 14 16,-5 1-6-16,-1 0-4 0,0-3-7 0,-1 1 1 0,-1 0-1 16,-1-1 7-16,-2-1 3 0,1 0-1 0,-1-5-15 0,1 1 12 15,-2-2-11-15,2-2 16 0,1 0 4 0,-4-3-10 0,-1 1-9 16,-1-3 14-16,-1 1-14 0,-2 2 17 0,-2 1-5 0,1 3-7 0,-2 0-11 16,-2 1 7-16,-5 2-3 0,0 3 22 0,-4 0-6 0,-1 0-3 0,-2 1-19 15,-1-2 19-15,-3 1-14 0,-1-2 25 0,-1 1-3 16,0 1-10-16,0 0-3 0,-2 0 4 0,0 0-1 0,0 0 23 15,0 0 4-15,1 0 4 0,1-1-3 0,0-2 3 0,1-1-5 0,2-2-9 16,1-2-3-16,2-1-5 0,1-2-19 0,1 0 15 0,0-1-13 16,-4-1 17-16,-1 1 0 0,0 0-13 0,3-3-4 0,3 4 14 15,2-2-10-15,-1 2 8 0,0 0 2 0,1 1-5 0,0 1-6 0,-1 1 6 16,0 0-6-16,-3-1 3 0,-1 1 3 0,1-1-3 0,1 1-10 16,-2 2 17-16,-2-1-13 0,0 2 19 0,-1 0-1 0,-1 0-9 15,0 1-17-15,-1-1 19 0,-2 0-13 0,0-1 42 0,0-2-4 0,0-1-6 16,0 0-20-16,-1-1 20 0,1-1-18 0,0 0 25 0,2-3-8 15,-1 1-10-15,4-4-15 0,-2 2 7 0,2-2-6 16,-1 0 5-16,1 1 1 0,1 1-8 0,-2 2 0 0,0 3 5 0,-1 2-6 16,0 2-27-16,-2 2-15 0,-1-1-21 0,-1 3-78 0,0 0-45 15,0 2-2-15,-1 0-211 0,2 1 235 0,-1-1-18 0</inkml:trace>
  <inkml:trace contextRef="#ctx0" brushRef="#br0" timeOffset="90912.65">26758 15183 774 0,'5'-9'108'0,"-1"-2"297"0,1-1-420 0,2 0 20 0,2 0-14 0,0 2 23 0,0-1-4 0,1-2-10 0,1-1-13 0,1-2 8 0,1-1-6 0,-1-1 21 16,-1 0-2-16,0-2-8 0,0-1-2 0,-1-4 4 0,-1 0-4 15,2-2 4-15,-2-1-2 0,0 2-4 0,0-1-11 0,-2-2 10 0,0 1-4 16,-1-2 24-16,-3 1-2 0,0 1-8 0,-3-3-5 0,-3 1 3 15,1 4-3-15,-1-1 4 0,-1 4-5 0,-1 0-1 0,-1-1 7 16,-2 1-6-16,-1 2 9 0,-1-1 0 0,-1 3-2 0,-1 1 1 0,-3 2-24 16,-1 4 28-16,-2-4-23 0,-2 3 33 0,0-1-3 0,-1 2-14 15,-1-1 1-15,-1 1 6 0,-1 2-2 0,-3 0 20 0,-3 2-7 16,0 0-3-16,-3 2-21 0,6 0 20 0,-3 0-16 0,-1 1 29 0,1 2-8 16,-6-1-16-16,2 2-10 0,1 0 10 0,-1 1-7 0,2 1 19 15,1 1-3-15,1 3-10 0,0 3-9 0,-1 4 10 0,-1 1-10 16,0 4 3-16,2 3 0 0,6 7-1 0,0 0-3 0,0 4 3 0,-1 4-1 15,-4 0 11-15,7-1-1 0,0 4-2 16,3 0-14-16,2-1 11 0,3 0-9 0,0 1 17 0,4 0 1 16,4 2-4-16,2 0-10 0,4 0 12 0,5-1-8 0,2-5 32 15,4-1-5-15,2-2-6 0,3-1-24 0,3 1 15 0,3-2-14 0,4-2 28 0,4-3-8 0,4-3-10 16,0-1-13-16,-4-1 4 0,1-2-2 0,0-1 9 0,-2-1-1 16,5-2-5-16,-3-3-12 0,2-1 16 0,-3 0-13 0,3-3 15 0,-3 0-3 15,-1-3-5-15,5-1-8 0,-2 0 10 0,2-2-4 0,-1-2 17 16,-5-2-3-16,-7 0-12 0,0-3-1 0,1 3 5 0,-2-2-5 15,5 0-1-15,-4 0-6 0,-3-2-8 0,-2 0-26 16,-2 1 7-16,0-1-10 0,-3 1-3 0,-1 2-2 16,0 0-13-16,-1 0-57 0,-1 3 3 0,-1-4-25 0,-2 3-80 15,-1-1-18-15,-2 0-34 0</inkml:trace>
  <inkml:trace contextRef="#ctx0" brushRef="#br0" timeOffset="94910.39">11309 10650 300 0,'-2'-1'29'0,"-2"0"31"0,2 0-17 0,0 1-19 0,1 0 10 0,0 1-26 0,0 1-1 0,0 0-5 0,-2 2-15 0,2-1 23 0,-1 0-15 0,0 1 32 0,1 0-4 0,1 1-19 0,0 1-4 0,0 1 12 0,0 2-12 0,1 2 6 16,1 1-2-16,0 0-1 0,0 6-3 0,2-1 8 15,-3 1 0-15,1-1 43 0,0-1-7 0,-1 0-4 0,2 1-32 0,-1 0 21 16,1 0-21-16,1-2 16 0,1-1-10 0,1 0-12 0,1-3-12 0,-1 0 13 15,1-2-6-15,1 0 25 0,0 2-3 0,2-2-10 0,0 4-17 16,1-1 10-16,1 1-12 0,-1-3 15 0,-1 1-3 0,-1 0-1 0,1-1-13 16,0-1 8-16,-1-2-6 0,1 0 20 0,0-1-4 0,-1 1-9 15,0-2-91-15,-1 0 24 0,0-1-43 0,0 1-20 0,0-1 82 16,-2 0-20-16</inkml:trace>
  <inkml:trace contextRef="#ctx0" brushRef="#br0" timeOffset="95537.81">11553 10680 719 0,'-6'-4'65'0,"-2"-4"-55"0,4 6-20 16,0-2 18-16,2 1 52 0,2 3-16 0,-1-2-19 0,1 1-20 0,0-2 11 0,1 0-12 16,0 2 2-16,3-4-3 0,-2 1-5 0,4-2-11 0,-2 1 8 15,3 0-4-15,-2-1 21 0,2 3 0 0,2-1-6 0,1-1-15 0,0 1 12 16,2 0-12-16,0 0 14 0,0-1-2 0,2 0 1 0,-1-2-5 15,2 1-5-15,-3 0 3 0,-5 1 9 0,-1-3 0 0,-1 1 2 0,2 1-8 16,3-2 1-16,1-1-2 0,2 0 8 0,-3 1-7 16,1 0-1-16,0 0-2 0,-2 0 3 0,0 2 1 15,-2-2 11-15,-3 5-4 0,0-3-5 0,-2 5-2 0,0-1 8 0,-2 0-6 0,0 2 5 16,0 0-4-16,0 0-3 0,0 0-10 0,0 2 15 0,-1-1-8 16,-1 1 26-16,-2 4-2 0,0-1-17 0,-4 4-12 0,-1 3 19 15,-3 3-18-15,-4 0 13 0,-1 2-5 0,0 0-8 0,-1 1 3 0,4 2 2 16,-2-3 1-16,-3 1 5 0,0 0 1 0,-5-1-5 0,0 1-11 15,3-1 17-15,2 0-15 0,4-1 17 0,1-2-5 0,2 0-5 0,1-1-14 16,2-2 15-16,2-2-10 0,2-1 24 0,2-2-2 0,2-2-11 16,1 0-26-16,0-1 29 0,2 0-25 0,1 0 38 0,2 0-9 15,1 0-13-15,1 0-9 0,2 0 8 0,1-2-1 0,2 1 25 16,1 0 1-16,2-2-4 0,3 0-25 0,2 0 23 0,2-3-23 0,3 2 24 16,-1-2-3-16,-2 1-9 0,-6-2-8 0,1 3 5 0,1 1-5 15,0 2 19-15,3 2-6 0,-2 0-5 0,0 1-5 0,-2 1 5 16,1 2-4-16,-1 2 2 15,-3 4-1-15,0 2-4 0,-3 3-5 0,-2-1 10 0,-1-2-3 0,-4 1 25 0,0 0-5 0,-3 3-10 0,-1 5-7 16,-2-1 6-16,-3-2-6 0,0-2 6 0,-2-1-6 0,-1-2 0 16,-1 0-12-16,0 1 10 0,0-1-4 0,0 0 17 0,2-2-2 15,1 2-15-15,0 0-55 0,1-1 27 0,0-2-42 0,0-3-81 0,1-4-67 16,3-1-78-16</inkml:trace>
  <inkml:trace contextRef="#ctx0" brushRef="#br0" timeOffset="99195.01">26467 10706 217 0,'-6'-3'-33'0,"1"2"25"0,1-2-48 0,-2 2 81 0,1 0 42 0,-1-1-25 0,0 1 11 0,1-2 0 0,-1 2-11 0,1 0-28 16,0 0 25-16,0-1-32 0,-2 1 33 0,1-2-5 0,-1 1-4 16,1 1 6-16,0-2 4 0,0 0 1 0,1 0 5 0,0 0-2 15,1-2-7-15,-1 1-9 0,1-1 11 0,-1 1-12 0,2-1 6 16,0 2-2-16,-1 0-2 0,2 0-12 0,-1 1 4 0,0 2-5 0,1 0 1 16,0 0-5-16,0 1-11 0,-2 1-14 0,0 2 14 15,-1 0-13-15,0 2 17 0,0-2-2 0,1 1-4 0,-2 3-2 0,3-2 0 0,-2 2 0 16,2 0 5-16,1 1 4 0,-2 0-5 0,3 0-6 0,-1 0 11 15,1 1-11-15,0 0 4 0,1 0-3 0,0-1-3 16,1 0-12-16,0-1 17 0,0-2-9 0,1-2 25 0,1 1 1 16,0-2-14-16,-1 0-20 0,0-1 26 0,1-1-23 0,-1 1 33 0,0-2-6 15,1 0-11-15,0-3-7 0,0-1 10 0,2 0-3 0,-2 1 22 0,-1-3-5 16,0 0-9-16,0 1-8 0,-1-1 15 0,0-2-12 0,-1 1 20 0,0 1-8 16,0 0-5-16,-1 2-2 0,-2-1-3 0,2 1 5 0,-1 0-2 15,0 1 1-15,1 3-3 0,-2-1-12 0,1 0 14 0,0 1-13 16,0 0 13-16,1 0-6 0,-1 0-7 0,1 0 6 0,1 0-7 15,-1 0 7-15,1 0-5 0,0 0 2 0,0 0 1 16,1 2-24-16,0-2 29 0,1 0-23 0,0 2 36 0,-1-1-8 0,0 0-13 0,0 1 0 16,1-1 0-16,0 0 3 0,-1-1 8 0,1 1-2 15,-1-1-2-15,0 2-23 0,1-1 19 0,0 0-16 0,-1 1 33 16,1-1-6-16,-1 0-11 0,0 0-1 0,1 1 1 0,0-2 1 16,-1 1-1-16,0 0-2 0,0 0-6 0,0 2-83 0,-1 0-18 0,0-2-27 0,0 3-168 15,-1 0 180-15,0-2-26 0</inkml:trace>
  <inkml:trace contextRef="#ctx0" brushRef="#br0" timeOffset="105000.76">25610 10062 452 0,'-4'-3'134'0,"1"0"157"0,0 0-153 0,-2-1-17 0,1 1-26 0,-1 1-4 0,2 0-20 0,-1 0-28 0,2 2-15 0,0-2 24 0,-1 2-24 0,0 0 40 16,4 0-9-16,2 2-19 0,-2-2-12 0,0 2 26 0,-3 0-29 15,-2 0 40-15,1-1-9 0,-2 1-16 0,1 0-23 0,1 1 20 16,-2-1-25-16,-1 0 22 0,1 2-11 0,-2-2-15 0,-1 2-11 15,2 1 7-15,-2 0-6 0,-1 3 14 0,0 1-1 0,-1 0-7 16,-1 1-10-16,1 0 8 0,1 1-9 0,-1 0 7 16,2-2 2-16,1 0-2 0,0 1 0 0,1-2 5 0,2 0-5 15,1-3 0-15,1 0-3 0,1-1-3 0,1-2 3 0,1 1 0 0,1-1 2 16,2 0 8-16,-1-2 7 0,3 0 4 0,2 0-12 0,1 0 18 16,0-3-18-16,2-1 21 0,2 0-3 0,0 2-9 0,1-3-17 15,1 2 4-15,-3-2-6 0,2 2 15 0,-3 1-3 0,-3-1-2 0,-1 2-7 16,-3-2 5-16,-1 3-4 0,1 0 7 0,-3 0-1 0,0 0-4 15,-1 0-16-15,1 0 14 0,-1 0-12 0,0 0 29 0,-1 0 0 16,0 4-6-16,-2 1-11 0,-2 1 8 0,-1 0-8 0,0 2 5 16,-2 1 0-16,0-2-2 0,-2 4-9 0,-1-3 8 0,1 3-7 0,1 2 11 15,2-3 0-15,0 1-5 0,1-2-19 0,2 0 18 0,1-2-12 16,0 0 29-16,2 0-7 0,1 0-12 0,-1 0-15 0,1-1 24 16,1 1-17-16,0 0 21 0,2-2-3 0,-1 1-15 0,1-1-2 15,1 0 9-15,0-1-5 0,1-1 14 0,-1 0-5 0,2 1-7 0,-1-3-7 16,2 0 16-16,1-1-9 0,1 0 21 0,0 0-7 0,0 0-10 0,0-1-14 15,0-1 13-15,-1-1-8 0,-2 0 22 0,-3 1-6 16,-3-2-10-16,1 1-8 0,-1-2-5 0,3 2-5 0,2-1-62 0,-2 0-15 16,0 3-23-16,0-1-110 0,-2 1-43 0,0 1-24 0,0 0 30 15</inkml:trace>
  <inkml:trace contextRef="#ctx0" brushRef="#br0" timeOffset="105474.96">25753 10314 1202 0,'0'0'-307'0,"0"0"620"0,0 0-63 0,0 0-93 0,0 0-55 0,0 0 15 0,0 0-42 0,0 0-16 0,0 0-15 0,2 0-23 0,0 1-19 0,-2 2 17 0,1-1-18 0,0 1 24 0,0 3-9 16,-1-1-10-16,1 3-7 0,-1 1 5 0,0 1-2 0,0 0 25 16,0 1-10-16,0-2-6 0,0-3-13 0,0 2 4 0,0 1-2 15,0-3 12-15,-1 2 1 0,0-3-3 0,0 1-23 0,1-1 17 0,-1 0-15 16,0-2 27-16,1 0-5 0,-1-1-9 0,-1-2-44 0,2-2-46 15,0-2-3-15,-1 2-296 0,1 2 238 0,3 0-49 0</inkml:trace>
  <inkml:trace contextRef="#ctx0" brushRef="#br0" timeOffset="105627.47">25798 10109 1581 0,'-7'-5'61'0,"-2"2"10"0,0-1-30 0,-2 1-12 0,4 1-13 15,0 0-16-15,-1-1-20 0,3 1-14 0,1 2 2 0,1-3-144 16,0 0-62-16,1 1-66 16</inkml:trace>
  <inkml:trace contextRef="#ctx0" brushRef="#br0" timeOffset="113676.58">6720 14379 217 0,'-3'-3'72'0,"0"-3"-50"0,-6 2 23 0,3-1-36 0,2 3 4 0,2 0-9 0,1 0 28 0,-1 2 2 0,2 0-8 0,0 0-13 0,-1 0 13 0,1 0-18 16,0 0-1-16,0 0-2 0,0 0-5 0,0 0-13 0,1 0 11 15,2 0-8-15,0 2 24 0,0 0-2 0,1 0-9 0,1-2-20 16,2 2 28-16,0 1-23 0,1-1 36 0,-5 0-7 0,1 0-12 0,1 1-1 16,3 1 0-16,5-3 4 0,4 3 13 0,1-2 0 0,1 1-2 15,3-1-19-15,-1 0 20 0,-1 0-20 16,4-2 31-16,-1 0-9 0,4 0-4 0,3 0 16 0,1-1-14 0,3 0 18 0,3 1-11 16,1-3 3-16,3 3 0 0,2-3-18 0,-4 3 29 0,2-2-26 0,0-1 34 15,1 0-7-15,5 0-8 0,4 0-19 0,3 1 13 16,4 1-9-16,3 1 26 0,-8-2-12 0,5 2-13 0,-1-1-15 15,0 1 10-15,6 3-9 0,-2-1 3 0,1 3-1 0,2-1-5 0,2 2 0 16,-4-2-2-16,-4 1 2 0,-3-1-3 16,-2 1 4-16,3 1-2 0,5-1-12 0,3 1 19 0,-3-1-17 0,-6 0 19 0,-3-2-5 0,-5-1-6 0,3 0-12 15,2-1 5-15,0-1-2 16,-1 1 23-16,1-1-5 0,3 0-4 0,0 0-20 0,-3 0-1 0,-1-1-9 0,-4-2-43 0,0 0-13 16,3-1-15-16,3-1-94 0,3 2-23 0,3-2-19 0</inkml:trace>
  <inkml:trace contextRef="#ctx0" brushRef="#br0" timeOffset="114486.7">10879 14445 248 0,'-4'-4'13'0,"0"0"-5"0,1 1 22 0,2 3-20 0,1-3 17 0,0 0-14 0,0 2-13 0,2-1-12 0,2-1 2 0,2-1 4 0,3-1 18 0,1 0-2 16,4 1-10-16,0-1-19 0,4 1 22 0,2-1-19 0,3 1 28 0,0 2-6 15,3-1-8-15,3 2-15 0,6 0 17 0,1-1-9 0,1 1 28 16,-6 0 2-16,1 1-15 0,3-2-29 0,1 1 33 0,7 0-32 16,-3 0 41-16,-1 1 2 0,2 0-9 0,2 0-6 0,5 1 11 15,2 0-9-15,0-1 19 0,-6 0-5 0,0 0-4 0,0-1-22 0,2 0 16 16,4-1-12-16,-2 0 33 0,-1 0-4 0,1 0-7 0,6 1 10 16,1-3 6-16,-8 1-1 0,1 1-1 0,-6-2-3 0,-3 0-14 0,6 1-13 15,-3 3 18-15,-3 0-19 0,2 0 15 0,-1 3-5 0,-1-3-7 16,3-1-8-16,0 1-2 0,-10 0 1 0,-2 2 3 0,-4 0 3 15,0-2-3-15,4-2-13 0,-2 2 18 0,-3 0-19 16,-4 3 10-16,-1 1-16 0,0-1-12 0,0 1-117 0,0-1 89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19:17.52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10909 8690 271 0,'0'-1'23'0,"3"-1"13"0,-1 2-11 0,0 0 9 0,0 0-11 0,1 2 27 0,-1 3-6 0,0-1-2 0,-1 2 11 0,-1 2-1 0,0 0 3 15,-1 2 19-15,0-1-12 0,-1 3-8 0,-2 0-33 0,1 2 26 0,0 4-25 0,-1-1 30 16,2 1-9-16,0-1-14 0,-1 3 4 0,0 1-1 16,1 2 3-16,0 1 3 0,-2 2-3 0,2-1-1 0,-1-2-24 15,-1 2 21-15,1 0-20 0,0 2 18 0,-2 4-8 0,1 2-14 16,-3 0-12-16,-1 2 12 0,1-1-9 0,0 1 16 0,3 0 5 0,-1 0-8 0,2 5-10 0,0 2 22 0,-3 1-21 16,1 1 12-16,-1 0 0 15,-1-4-8-15,3 2 0 0,-1-6 3 0,2-4 0 0,2 2 11 0,-2-3-2 0,3 2-6 0,0 2-13 0,0-1 7 16,0 5-8-16,0-3 4 0,2-2 1 0,-2 0-3 0,0-8 2 15,1-1 4-15,0-3-1 0,1-5-3 0,0 0 3 0,1 0-6 0,-1-3 1 16,0 1 10-16,1-3-9 0,1-1 3 16,0-2-3-16,3-1-2 0,0 0-3 15,1-3 13-15,1-2-5 0,0 3 17 0,0-3-2 0,2 3-10 0,1-3-6 16,3 1 18-16,0 1-14 0,2-3 20 0,0 3-10 0,1-3-13 0,3 1 3 16,0 2-4-16,0-2 6 0,1-1 4 0,1-1-4 0,0 2 3 0,4 1-23 0,-1 1 10 0,-3 1-9 31,0-1 21-31,3-1-4 0,3-4-7 0,8 0 3 0,3-2 4 0,-1 0-1 15,0 2-1-15,2-1-1 0,-2 1-5 0,0 0-1 0,0 1 5 0,-4 5-3 0,0 3 5 0,-6 1-3 0,2 0-3 16,2-2-10 0,2-3 15-16,6-3-9 0,0 1 19 0,1 0-1 0,-1 0-10 0,5 1-6 15,0-1 7-15,-1 1-5 0,0-1 7 0,-4 4-6 16,-5 2-5-16,3 2 2 0,0-2 2 0,4-2 1 0,7-5 9 0,1 0 1 16,3-2-3-16,4 0-19 0,0 0 17 0,-3 0-16 0,-6 1 23 15,-2 5-3-15,-1 1-8 0,4 0-6 0,6-2 5 0,2-1-2 16,3-4 8-16,-3 2 0 0,-3-2-6 0,-3 2-7 0,-1-1 12 15,0-1-9-15,1 2 11 0,2 0-6 0,-2 2-8 0,4 8-4 0,-2 0 15 16,-3 4-8-16,-3-1 14 0,-6-5 2 0,0-2-12 0,2-4-8 16,0 0 14-16,5 0-13 0,0-3 15 0,-2 0-6 0,-1 2-7 0,0-1-2 15,-1 0 9-15,-4-1-2 0,-4-1 7 0,2 0 3 0,-3 0-11 16,3 0-10-16,4 1 16 0,-1-1-15 0,2 0 18 0,0-2 2 16,1-2-3-16,1 0-9 0,-2 1 0 0,-3-1-3 0,-5 1 7 15,-2-1 1-15,-2-1-1 0,2 2-2 0,1-2 3 0,-3 2-3 0,-1 0 4 16,-4 0-4-16,0 0-3 0,-3 1-4 0,1-1 6 15,-1 2-1-15,-3-2 10 0,-1 1 0 0,-2-1-8 0,1 0 0 16,1 1 4-16,0-2-5 0,0 1 1 0,-2-1 0 0,-4-1 0 0,0 1-13 16,1-1 12-16,1-2-8 0,6 3 20 0,-2 4 0 0,-1-1-9 0,0-1-9 15,-1-5 16-15,1-1-14 0,-1-1 11 0,-1 1 3 16,-3-1-5-16,1 1-18 0,0 0 16 0,-2 2-14 0,1-1 25 0,-3 1-3 16,0 1-11-16,-2-2-12 0,-1 2 17 0,-1 2-12 0,-3-3 20 15,1 3 0-15,-2 1-9 0,0-2-13 0,0 1 11 0,-1 0-10 16,0-1 23-16,0 2-5 0,-1-3-4 0,1-1-13 0,-2 3 13 15,1-3-8-15,-1 0 19 0,0 1-7 0,0-1-12 0,0-3 3 16,-3-2 4-16,2-2 0 0,-1-1-2 0,1-1 3 0,-1 1-4 0,1-3-14 16,-2-1 20-16,2 0-16 0,0-1 22 0,0-2-6 0,0-1-11 0,0-3-2 15,1-1 0-15,-1-3 3 0,-1 0 11 0,1 2 0 16,1-1 0-16,-1-2-11 0,1 0 5 0,0-5-5 0,-1 1 4 0,1 3-1 16,0-1-4-16,0 2 4 0,1 0 1 0,0-2 1 15,-1 1-2-15,0 0 1 0,1-3-3 0,-1-2-16 0,2-3 24 0,-2 1-18 16,1 0 26-16,0-1-1 0,0 1-10 0,1-1-14 0,0 4 12 15,1 3-10-15,-1 3 16 0,0 2-2 0,2 1-7 0,-2-1-1 16,-1-1 4-16,-1 1-2 0,1-2 4 0,-1 4-2 0,-1-1-1 0,0 1 0 16,-1-4-5-16,-2 0 5 0,1 2 5 0,-3 4-2 15,1 1-1-15,-3 1-17 0,-1 1 15 0,-4 1-12 0,1 3 22 0,-3 0-2 16,1 3-8-16,-2-1-22 0,-1 1 24 0,-2 3-20 0,-1 0 25 16,-4 1-2-16,0 1-15 0,-6-1-11 0,-2 0 19 0,-1 0-15 15,3 2 23-15,0-1-8 0,-4 2-14 0,-3-1 2 0,-7 0 6 0,-2-1 0 0,0-1 15 16,0 0-2-16,0 0-6 0,-5 1-13 0,-1 2 6 0,-3 1-7 15,1 1 8-15,2 1 2 0,-3 1-1 0,-3 1-11 0,-2-3 20 16,0-1-14-16,-3 0 21 0,5 1-3 0,0 1-11 0,-3 2-5 0,-2 0 11 16,-3-2-7-16,-3 0 13 0,0 2-4 0,2-3-4 0,-3 2-4 15,-2 0 4-15,-1 0 0 0,-2-1 2 0,0 1 5 0,-6 2-7 0,-2-1-13 16,1 1 21-16,-2 0-18 0,-1 0 17 0,5 0 2 0,-6 1-7 16,0 3-5-16,2-1 0 0,-4 0-1 0,1 3 6 0,5 0 4 15,1 0 0-15,0 0-22 0,2 1 26 16,0 0-24-16,4 1 24 0,3 6-6 0,4-1-10 0,-1 0 4 0,3 0 4 15,5-3 1-15,6-1 1 0,5 1 1 0,4 2-8 0,0-2-2 16,3 0 6-16,7-2-5 0,5-1-11 0,7 0-35 0,5 1-22 0,3-2-112 0,5 2-10 16,4 1-21-16,4 0-159 0,8 1 229 15,8 3-48-15</inkml:trace>
  <inkml:trace contextRef="#ctx0" brushRef="#br0" timeOffset="639.79">16194 9165 126 0,'-7'-3'91'0,"3"3"-41"0,0 0 67 0,0 1-39 0,2 1 9 0,-2 3-11 0,2-1 25 0,1 3-1 0,-1 0-10 0,0 5-28 0,2 2 22 0,0 0-36 16,4 7 29-16,-2 0-12 0,3 4-17 0,0 4-1 0,3-1 1 16,0 2-5-16,2 6-6 15,0-4-8-15,0 0-9 0,0 6-24 0,-1-2 17 0,-1-2-19 16,-1 4 21-16,-1-12 0 0,-2 0-10 0,0-4-10 0,0-6 10 0,-2 0-11 0,-2-2 20 15,0-1-8-15,-2-3-6 0,0 0-21 0,-2-2 15 0,1-2-13 16,0-1 2-16,0-1-33 0,0 0-21 0,0-3-106 0,-1-1-22 16,-1-1-7-16,0-5 43 0</inkml:trace>
  <inkml:trace contextRef="#ctx0" brushRef="#br0" timeOffset="820.61">16034 9508 715 0,'-2'0'98'0,"0"-1"45"0,1 0-1 0,0 1-25 0,1 0-13 0,0 0-22 16,0-1-25-16,1-1-49 15,2 1 26-15,1-1-34 0,1 2 22 16,2-3-7-16,2 0-15 0,1 3 3 0,0-1-1 0,2 1 3 0,1 0 1 16,0-2-1-16,2-1-5 0,-1-1-8 0,-5 2 13 0,0-4-10 15,0 3-4-15,2-2-18 0,3-1-19 0,3-1-69 0,1 0-13 16,-1-2-4-16,1 0-56 0,0-1-29 0,0-1-33 0</inkml:trace>
  <inkml:trace contextRef="#ctx0" brushRef="#br0" timeOffset="1354.31">17255 9072 458 0,'-8'-3'77'0,"-1"0"19"0,0 0 20 0,-1 3-36 16,-2-1 51-16,2-1-25 0,-2 2-28 0,0 2-22 0,0-1 0 15,-1 2-12-15,1 0 3 0,1 0-4 0,-3 3-5 0,-1-1-17 16,-6 2 14-16,2 1-18 0,-2 0 15 0,3 1-5 15,1 0-10-15,-1 2-4 0,4-1-1 0,-1 1-2 0,0 0 7 16,3-1-5-16,1 1-1 0,0-2-11 0,3 2 9 0,1-2-9 16,4 0 10-16,0-3-2 0,3-1-4 0,3 1-7 15,0-2 5-15,4 1-5 0,2-1 31 0,1-1 3 0,3-1 1 0,2 0-14 16,1-1 14-16,0 2-20 0,1-1 10 0,-1 1 0 16,1-2-6-16,1 1-20 0,-1 1 15 0,-2 0-16 0,1-2 16 0,-2 1 0 15,-2 1-12-15,-1 0-4 0,-2-1 12 0,-5 2-9 0,-2-1 9 16,-2 0-1-16,0 2-5 0,1-1-2 0,0 1 5 15,-1 2-4-15,0-1 4 0,-2 3 1 0,-2 3-6 0,-2 1-11 0,2-1 16 0,-1 2-12 16,-3 2 24-16,-2-2-9 0,-5 3-8 0,-3 2-13 0,1 0 13 16,0-2-6-16,2-1 23 0,2-2-6 0,3 0-10 0,4 2 0 15,3-2 0-15,3 0 0 0,1-1-4 0,5-2 5 0,2-1 1 0,3 1-4 16,3-1 6-16,0-1-7 0,3-1 5 0,2-2 0 0,1 0-2 16,2 2-11-16,-5-2 17 0,-1 2-13 0,3 0 17 15,4 0 1-15,4-3-8 0,2-3-4 0,-1-1 3 0,-1-1-3 0,1 0 9 0,-2 0-4 16,1-2-4-16,0-3-28 0,0 0-2 0,-2-3-11 0,-1 0-68 15,0 1-30-15,-2-4-32 0,0 2-84 0,-1-2-102 0,-1 2 11 16</inkml:trace>
  <inkml:trace contextRef="#ctx0" brushRef="#br0" timeOffset="1954.24">18131 9896 573 0,'6'-50'-136'0,"0"20"292"0,-1 0 9 0,5 2-18 0,1 0-40 0,-2 4 18 0,-1-1-51 0,-2-2 12 15,-5 2-15-15,-1-1-18 0,-1-6-42 0,-3-1 26 0,0 1-34 0,-2-8 31 16,0 3-11-16,1-1-13 0,-2-8-13 16,3 2 11-16,-1 4-9 0,1-3 21 0,-1 4 1 0,-2 1-9 0,1-9-10 0,1-2 17 15,-2 2-19-15,-3-6 20 0,-2 7 4 0,-7 3-3 0,-6-4-10 16,-1 9 2-16,-2 3-7 0,-6 2 13 0,-2 6-10 31,-4 0 1-31,-6 1-11 0,0 1 0 0,-3 2 0 0,-6 0 6 0,3 4-7 0,-3 5-2 0,-8 0 4 16,-1 5-6-16,-5 2 10 0,-2 1 2 0,2 2-4 0,5 4-2 0,-2 4-2 15,1 2 2-15,-2 5-1 0,-4 1 0 0,2 3-4 16,-1 2-1-16,0 6-1 0,3 6 0 0,-2 5 4 0,1 2 10 0,0 2-4 0,-3 7-2 0,0 9-2 16,2 6 1-16,4 7-1 0,1-3 1 0,3-1 0 0,-3-2 1 0,-3 2-10 15,5 6 5-15,4 1-3 16,6 2 18-16,8-5-2 0,-23 55-26 0,65-122 45 15,-44 123-58-15,27-59 44 0,8-2-2 0,6 1-12 0,5-5 4 0,7-1 2 0,4-3-1 16,3-5-3-16,5 1 2 0,3-1-4 0,1 0-13 0,0 2 22 0,0-2-17 0,4-5 28 16,4-7-7-16,4-7-14 0,4-4 10 0,4-6 7 0,3-3 0 15,4 1 14-15,4-3-5 0,2-4-3 0,0-2-17 16,0-2 14-16,1-7-10 0,2-7 21 0,7-2-11 0,7-5-12 0,8-4-12 16,-2-5 5-16,2-3-3 0,1-6-13 0,3-7-24 0,7-1-27 0,1-7-65 15,-2-3-11-15,-4 1-10 0,-2 0-55 0,-2 1-45 0,1-2-21 16</inkml:trace>
  <inkml:trace contextRef="#ctx0" brushRef="#br0" timeOffset="2188.21">18423 8675 387 0,'-17'-52'-48'0,"5"23"143"0,-3 9 21 0,-1-1 8 0,-3 5 26 0,-1 6 44 0,2 2-49 0,-4 1 41 0,3 4-30 0,-3-3-42 0,-1 6-39 0,0 0 6 0,0 8-26 0,1 1 0 15,4 1-11-15,-3 4-14 0,-4 7-36 0,-4 2 17 16,-9 8-18-16,-3 2 27 0,-1 3-6 0,-5 6-9 0,-4 9-19 0,-3 11 15 0,-2 9-11 0,-1 5 23 0,-2 5-2 0,-3 2-11 0,-86 114 6 31,147-198-6-31,-154 209 0 0,86-112-13 0,1 3-5 0,0 3-19 0,0 0-12 0,-1-6 6 16,1-4-28-16,4-6-7 16,5-3-10-16,3 1-98 0,3-7 12 0,6-8-41 0,3-7-102 0,6-9 192 0,0-1-39 0</inkml:trace>
  <inkml:trace contextRef="#ctx0" brushRef="#br0" timeOffset="2450.61">15850 8446 1681 0,'7'-62'-28'15,"2"36"74"-15,9 5 1 0,7 6-2 0,11 7-1 0,2 9 7 0,1 11-11 16,7 16 36-16,-4 13-7 0,-4 11-1 0,6 10-30 0,-5 2 15 16,4 2-24-16,8 5 16 0,2 3-1 0,4 7-10 0,6 8-16 15,1 2 16-15,-7 3-16 0,6 2 11 0,0 1-5 0,8 3-12 0,12 2-17 16,0-3 14-16,-3-3-12 0,-5 1 15 0,-4-5-13 0,0-1-18 16,7-2-50-16,-1-2 8 0,-1 0-18 0,-8 2-25 0,-13-4-5 0,-2-6-20 15,-3-1-65-15,-1-3-16 0,3-6-22 0,-3-1-228 0,-4-1 279 16,-7 3-52-16</inkml:trace>
  <inkml:trace contextRef="#ctx0" brushRef="#br0" timeOffset="11271.34">6506 9780 217 0,'4'-10'-48'0,"-2"1"22"0,0 0-60 0,0 2 97 0,0 2 47 0,-1 3-12 0,-1-1 38 0,1 3-2 0,-1-1-5 0,0 1-29 0,0 0 31 0,0 0-30 0,0 0 17 16,0 0-19-16,-2 2-21 0,0 1-2 0,0 2-11 15,0-1 10-15,0 4-10 0,-2-2 0 0,2 2 0 0,-1 1-28 0,-1 2 28 16,2 2-26-16,-1 2 33 0,2 1-11 0,-2-1-10 0,2 2-5 0,0 1-2 15,1 0 8-15,-1 1 9 0,1 1 0 0,0 2-8 0,1-2-16 16,0-2 21-16,-1 4-16 0,1-1 26 0,-1 0-9 0,-1 1-10 0,-2-1-17 16,-1 0 22-16,1 0-12 0,-3 1 28 0,2-1 1 0,-2 1-15 15,1 2-19-15,0 2 24 16,0-2-23-16,0-1 22 0,2-3-3 0,-1-1-9 0,1 0-1 0,1-1 6 16,1-1-2-16,0 1 11 0,1-3 0 0,-2-2-7 0,2-2-23 0,2-2 26 15,0 0-23-15,0-1 39 0,1 2-5 0,1-1-9 0,0 0-7 0,2 0 9 0,0 0-3 16,-1-1 37-16,1-1-6 0,0-2-4 0,1 1-21 15,1-3 12-15,1 3-14 0,0-4 14 0,0 2-3 0,1-2-3 0,0 2-1 16,3-1-1-16,0-1 0 0,1 1-2 0,-1 0 0 0,3-1-2 0,1-1-11 16,-1-1 16-16,5 2-14 0,-1-2 13 0,0 0-6 0,-4-2-9 0,2 1 0 15,2-1 9-15,4-2-3 0,6 1 10 0,-1-2 3 16,1 2-9-16,3-2-18 0,2 2 21 0,3-1-21 0,1-1 25 0,-1 1-4 16,2 0-6-16,1 1-6 0,0-1 3 0,-5 1 1 0,0-1 17 15,-3 1-6-15,3-1-6 0,5 4-24 0,0-1 20 16,-2 1-17-16,3 0 22 0,-3 1-1 0,1 2-9 0,-1 1-13 0,1 1 9 15,1 0-8-15,-5 0 17 0,2 2 3 0,0-4-6 0,5 3-8 16,6-1 11-16,-1-2-12 0,4 4 12 0,-2-2-4 0,1 1-3 0,3-2 9 16,-6 1-4-16,4-1 9 15,-4-1-1-15,-1 1-1 0,5-4-3 0,2 3-21 0,0 1 25 0,0-1-21 0,-1 2 25 0,-6-1-7 0,-5 1-15 16,2-3-9-16,1 1 17 0,0-2-10 0,3 1 23 0,-4-2-5 16,1 0-13-16,1 0-2 0,0 0 9 15,-2 0-6-15,-4 0 10 0,-3-2-1 0,-6 1-4 0,-1 0-12 16,0-1 7-16,0 0-5 0,3-1 20 0,-1 0 4 0,-3 1-6 0,2-2-5 15,1 2 16-15,0 1-15 0,0 1 18 0,-2 0-1 0,2 0-3 0,0 0-28 0,2 2 16 16,-1-1-17-16,-3 2 19 0,-2-2 1 0,1-1-11 0,4 2-20 16,1-2 25-16,0-2-22 0,-4 0 33 0,-3-2-5 15,0 1-10-15,0-3-4 0,-3 1 3 0,-3-2-2 0,-2-2 4 0,-2 0 3 0,-5-2-3 16,1 1-6-16,-3-3 8 0,-1 1-8 0,-1-3 15 0,-2 0-7 16,-1-1-4-16,-1-2-12 0,-2 2 10 15,-1-2-5-15,-1-1 23 0,-1-1-5 0,-2-3-8 0,0 0-21 16,-2-1 16-16,1 1-12 0,-2-1 25 0,2 1 2 15,-2-1-5-15,1 3-17 0,0 0 4 0,2 2-8 0,1 2 12 0,-1 3 1 0,3 0-2 0,0 3-13 0,0 0 15 16,0 3-12-16,1-1 21 0,1 1-8 0,-2 3-7 0,1 0-27 0,-1 1 6 16,0 3-12-16,1-2-29 0,-1 3-22 0,1 0-27 0,3 0-65 15,2 1-22-15,2 2-12 0,2 1 41 0</inkml:trace>
  <inkml:trace contextRef="#ctx0" brushRef="#br0" timeOffset="25855.2">8893 10118 256 0,'-14'0'8'0,"7"0"131"0,4 0-50 0,0 2 16 0,-1 0-100 0,2 0 23 0,0 2-22 0,1-1 42 0,1-1-7 0,0 2-11 16,2-1-5-16,0-1 3 0,3 2 0 0,0-1 24 0,3-1 1 16,1 1 0-16,1-1-23 0,4 0 25 0,2-1-26 0,4 0 14 15,2 0-9-15,4 1-13 0,2-1-18 0,2 2 14 0,1-3-9 16,-1 1 29-16,-2 0-5 0,0-1-10 0,-6 0-14 0,-1-1 9 0,-3 0-9 15,1-1 8-15,2 1-5 0,-1 0-3 0,-1-1-13 0,-4 1 8 16,-2 0-4-16,0 0 23 0,-5 1-3 0,0-2-7 0,-2 2-10 16,-1-1 6-16,-3 1-7 0,-1 0 2 0,0 0 3 0,-1 0-1 0,0 0 11 15,-1 0 3-15,-1 0 0 0,-1 0-3 0,-3 1-1 0,-1-1-6 16,-1 2-22-16,-2-2 18 0,-2 0-16 0,0 0 24 0,-2 0-4 16,-2 0-8-16,-1 0-14 0,-1 0 16 0,1-3-10 0,1 0 21 0,1 1 1 15,2-1-14-15,4-1-15 0,0 1 19 0,1 1-17 0,-1 0 22 16,-5 1-2-16,3 1-8 0,0 0-12 0,0 1 12 0,0 1-7 15,-2 1 18-15,3 2-1 0,-1-1-10 0,1 4-7 0,-1-1 11 16,0 2-9-16,0 1 4 0,2-1 0 0,0 2-5 0,2-2-15 16,3 0 18-16,3 0-14 0,1-2 21 0,2 0-4 0,5-1-16 0,2 0-14 15,2 1 21-15,1-3-16 0,2 1 30 0,0-4-3 16,2 0-7-16,3-2-9 0,0-3 14 0,2-1-8 0,-2-1 16 16,-1-1 3-16,-6 0-10 0,0-2-20 0,1 1 31 0,-1 0-25 0,6 1 37 15,-2-1-6-15,-1 0-15 0,0 2-5 0,-4-1 3 0,-3 2-1 16,-3 1 9-16,-2 3 0 0,-2 1-5 0,0-1-2 0,-1 1 3 15,-1 0-7-15,-1 2-46 0,-1 1-27 0,-3 3-28 0,-3 5-147 0,1 3 150 16</inkml:trace>
  <inkml:trace contextRef="#ctx0" brushRef="#br0" timeOffset="29822.31">4020 13180 256 0,'1'9'26'0,"1"-8"357"0,5 2-177 0,7 3 1 0,7 1-208 0,8 0 19 0,8 2-12 0,6 0 34 0,-1-1-5 15,7-1-11-15,4-2-13 0,1-2 8 0,11-3-7 0,2 0 17 16,6 0-2-16,6-2-7 0,0-2-14 0,-1 0 24 0,2-3-19 16,2 0 33-16,6-1-7 0,3 2-7 0,2-3 6 0,0 1 8 0,1-1-1 15,5 0 1-15,0 2-3 0,2 0-12 0,3 1-9 0,3 0 17 16,5 2-12-16,4-1 33 0,-7 1-13 0,3-1-10 15,6 2-14-15,3-1 18 0,4 0-12 0,0 1 13 0,-2-1-4 0,2-1-16 0,6 0-13 16,0-2 10-16,1 1-11 0,-1-2 9 0,-3-1-3 0,1 0-4 16,5-2-8-16,-3-2-1 0,1 1-1 0,-1-3 10 0,-9 1-1 15,2-3 0-15,2-1-15 16,-4-1 12-16,0 0-10 0,-4 1 15 0,-6 3 0 0,-5 2-7 0,1-3-12 16,-2 5 14-16,-6-3-11 0,-8 2 16 0,-11 3-2 0,-3 2-11 0,-3 1-9 15,-5 4 9-15,-13 3-14 0,-5 6-38 0,-12 0-35 0,-5 5-35 0,-1 4-153 0,-8 2-87 0,-3 9-17 16</inkml:trace>
  <inkml:trace contextRef="#ctx0" brushRef="#br0" timeOffset="31802.1">13272 14848 771 0,'-16'-12'187'0,"4"-1"-117"0,7 1-59 0,7 3-11 0,7-1 14 0,6-1-4 0,7-2-12 16,2-1 2-16,3-3 5 0,2 2-1 0,4-1 14 0,0 1-1 0,3 3-8 0,4 0-16 16,1 0 24-16,4 3-21 0,1 0 28 0,-6 1 1 0,1 1-6 0,2-1-18 15,0 0 24-15,4 2-18 0,-2-2 36 0,-1 3-3 0,3-1-16 16,4 1-5-16,4 0 14 0,3-2-15 0,0 1 13 0,-3-1-3 15,0-2-2-15,2 2-2 0,2 0 5 0,0 0-4 0,4 2 2 16,-3-2-5-16,-1 2-10 0,2-1-10 0,-5 2 16 0,-1-1-14 16,1-1 19-16,-4 3-8 0,-2 1-8 0,4 1 0 0,-1 1-8 15,-7 1 6-15,2 2 0 0,-3-1-3 0,-2 2 1 0,2 0-21 0,-7 1 18 16,-1 0-12-16,-2 1 30 0,0-1-14 16,-1-1-16-16,1 1-16 0,1-2 7 0,-2-1-4 0,-7-1 5 0,-5-1-4 15,-1 0-9-15,-2-1-7 0,2-1 9 0,-3 0-7 0,-6-1 10 16,-6 1-7-16,-4 1-7 0,-3-2 2 0,-7-1 3 0,-6 2 3 0,-8-1 12 0,-4-1 4 15,-5 2-3-15,-2 0-5 0,-4 1 24 0,-3-2-16 16,-3 2 44-16,-2 0 1 0,2 1-5 0,-6 0 8 16,-1 2 7-16,-3 0-1 0,-3 0 16 0,4 0-9 0,-1 0-9 0,2 2-19 0,-1-1 8 0,-1 3-10 15,0 0-1-15,1 2-4 0,-6 1-5 0,-6 0-8 0,0 0 4 16,-2 0-3-16,3 1 11 0,3 0 3 0,-3 3-7 0,-5 1-23 16,-1 2 30-16,-1-2-27 0,1-2 30 15,6 0-5-15,3 0-13 0,2-1-4 0,2-1 6 0,2 1-3 0,-1-1 17 0,4-1-2 0,6-2-5 16,1 2-21-16,4-2 22 0,3-1-19 0,1 1 25 0,8-2 5 15,7-1-9-15,4-2-18 0,4 1 13 0,6-2-14 0,3 0 25 0,2-1-2 16,3 0-8-16,2 0-8 16,5 0 5-16,5-1-4 0,5-2 8 0,6 0 2 0,7-1 0 0,9-1-14 0,6-1 12 0,1 0-8 15,7 0 18-15,-1-1-3 0,5 2-11 0,12-1-25 0,3-1 21 16,8 2-22-16,3-2 11 0,2 3-19 16,3-1-22-16,5-1-79 0,9 3-80 0,2-1 10 0,5 2-33 0</inkml:trace>
  <inkml:trace contextRef="#ctx0" brushRef="#br0" timeOffset="36726.18">23906 12868 319 0,'-1'2'45'0,"-1"1"8"16,-2-2 27-16,1 2-47 0,0-1 14 0,-2 0-4 0,2-4-8 0,-2 0-4 0,2-2 20 0,0-1-20 0,0 0 21 0,1 0-13 15,0-1-12-15,1 0-11 0,1 1-3 0,0-1 4 0,0-1 4 16,0 1 1-16,1-2-3 0,0 0-20 0,0-1 36 0,1 0-31 16,0 0 36-16,0 1-11 0,0-1-20 0,1 0-3 15,0-2-5-15,0 1 5 0,0-1 5 0,2-2 0 0,-1 0-2 16,1-2-17-16,-1-1 12 0,1 2-12 0,-1-2 12 0,0 1 0 0,-1-1-5 0,0-5 0 15,1 1 0-15,-2-4 2 0,0-3 8 0,-1 1-1 16,2-2-3-16,-1 1-20 0,0 1 28 0,0-1-22 0,1 2 32 0,0-2-6 16,-1 1-12-16,2 1-11 0,-1-1 7 0,0 2-3 0,1 0 18 0,-2 0-4 15,0-2-11-15,0-3-13 0,0-3 21 0,-1-2-17 0,-1-3 24 16,-4 0-7-16,1 2-10 0,-4-2-3 0,-2 0 2 0,-1 0 1 0,-2-3 11 16,-1 4-2-16,1 4-4 0,-3-2-16 0,1-4 19 0,-1 3-16 15,2-8 20-15,-2 1-5 0,1-1-7 0,-1-2-1 0,-1 3 0 16,2 2 2-16,-2 5 6 0,4 2-2 0,-1 4-4 0,2 0-12 15,1 1 17-15,0 3-12 0,-1-1 19 0,-2 0-8 0,1-1-6 0,-3-2 8 16,2 0-9-16,0 2 11 0,1 1-10 0,1 6 1 0,0 2-2 0,-1 1-4 16,6 2 14-16,-1 1-9 0,-2 1 10 0,0 5-3 0,-3 3-5 15,-2 1-5-15,1 4 2 16,-1 1 0-16,0 5 3 0,-1 1 1 0,0 3-1 0,-4 1 0 16,-1 5 3-16,-2 2-3 0,0-1-2 0,2 3 0 0,2 2 1 0,0 4-12 0,1 6 12 0,0-1-8 15,3-1 18-15,0 2 0 16,2 0-9-16,2 4-5 0,0 4 7 0,2 3-8 0,0 5 6 0,3 2 0 15,0 1-1-15,1 4-5 0,0-1 5 0,2-2-1 0,1 1 10 0,1-3-2 0,1 1-8 0,2 10-1 16,2 3 5-16,2 7-3 0,-2-1 1 0,3-5-5 16,0-4-3-16,2-4-3 0,1-3 7 0,3 0 0 0,0 3 20 15,2 0-4-15,2 0-11 0,2 0-8 0,0-6 14 0,2-3-12 0,1-5 6 16,1-9 2-16,-1 0-4 0,1-2-15 0,-2-2 15 0,0 0-11 16,-2-1 26-16,-1-6-1 0,0-4-11 0,-5 1-6 0,-1-4 10 0,0 1-10 15,-2-4 5-15,4-2 0 16,1-3-1-16,0-2 0 0,-1-2-4 0,-1 0 4 0,-2-3 1 0,-1-1-3 0,-1-4-3 0,-1-2-30 0,-1-2 6 15,-2-3-12-15,1-3-21 0,-1-3-8 0,-1-2-15 0,0-3-14 16,-2 2-32-16,0-5 15 0,1 1 24 0</inkml:trace>
  <inkml:trace contextRef="#ctx0" brushRef="#br0" timeOffset="42195.88">23752 12337 271 0,'-5'-4'22'0,"-1"1"13"0,1-1-33 0,0 2 5 0,1 0-8 0,0 1 13 0,2 0-2 0,-1-2-5 0,-1 2-20 0,0-2 27 0,-2 2-21 0,2-1 21 0,-2-1-5 0,1 2-15 0,3 0-11 0,-1-2 17 0,0 0-10 31,0 1 29-31,3 1 3 0,-1-2-12 0,1-1 6 0,0 2 16 0,1-2-13 0,0-1 12 0,-1 2 0 0,2-1 0 0,-1 0 17 15,1-1 0 1,-1 1 5-16,0 1 5 0,0-1-6 0,-1 1-7 0,0 1-31 0,0-1 30 16,0 2-28-16,-1 0 28 0,-1 1-11 0,0 0-17 0,-2 0-17 0,0 0 9 0,-1 0-6 0,0 1 29 0,-1 1-8 15,0 1-11-15,0-1-11 0,-1 0 9 0,0 2-9 0,0-1 7 32,1 1 0-32,-1 1-6 0,5-2-19 0,0 2 24 0,0-1-17 0,1 1 36 15,-4-2-6-15,0 2-18 0,1-1-13 0,1-1 13 0,2 3-14 16,1-3-39-16,5 2-45 0,3 2-41 0</inkml:trace>
  <inkml:trace contextRef="#ctx0" brushRef="#br0" timeOffset="51398.41">29155 9222 256 0,'-4'-14'7'0,"2"5"102"0,-2 4-47 0,-1-1 3 0,1 3-50 0,-1 0 3 0,2 0 2 0,2 3 3 0,-1 0-4 0,2-1-6 0,-2 1-22 16,2 0 32-16,0-1-24 0,0 1 34 0,2-1-10 15,0-2-16-15,1 2-7 0,2-1-5 0,-1 1 5 0,1-1 6 0,0 0-3 16,0 1-1-16,-1 1-15 0,1 0 21 0,-2-1-16 0,0 1 19 16,1 0-4-16,-1 1-10 0,-1-1-6 0,0 1 6 0,-1 1-2 15,-1 0 13-15,0-1 2 0,0 2-8 0,-1 1-19 0,-3-2 27 16,2 2-23-16,-1 1 30 0,-1 1-8 0,0-1-9 0,-1 1-14 0,-2-1 14 16,1 2-5-16,-1-2 25 0,0 0-3 0,1 0-13 0,0 0-17 15,0 1 21-15,1-2-19 0,1 1 22 0,1-1-1 0,2 1-6 0,-1-2-17 16,0 1 11-16,2 0-10 0,0-3 29 0,0 3-6 0,0-3-8 15,0 2-23-15,2-3 23 0,-2 1-19 0,0 0 29 0,0-1-5 16,1 0-8-16,-1-2 0 0,0 0 0 0,0-2 3 0,0 1 3 0,0-2 1 16,0-1-6-16,0 1-21 0,-1 0 30 0,-1 0-24 0,0 0 36 15,0-1-9-15,-1 2-13 0,-1-1-20 0,1 1 20 0,-2 0-11 16,1 0 30-16,-1 0-3 0,0 2-13 0,-1-2-12 0,1 1 11 16,-2 1-10-16,1 0 17 0,1 2-8 0,3 0-6 0,0 0-5 0,0 3 5 15,-1 1 1-15,-6 0 16 0,-2-1-3 16,1 3-7-16,0 0-2 0,0 0 7 0,0 1-7 0,2 0 0 0,-1 2 0 0,0-1-1 0,1 0 2 15,0-1-2-15,3 0 1 0,0 1 2 0,2-5 0 16,1 3 4-16,0-4-20 0,2 1 19 0,0-1-17 0,1-1 24 16,1-1-6-16,0 3-9 0,2-2-16 0,-1 1 17 0,0-1-12 15,3 1 16-15,-1-2-14 0,1 3-25 0,1 0-88 16,1-2-23-16,3 1-24 0</inkml:trace>
  <inkml:trace contextRef="#ctx0" brushRef="#br0" timeOffset="52357.67">29057 9299 487 0,'-5'-6'84'0,"-1"3"-63"0,0 0-14 0,2 2-14 0,4 1 16 0,2 0-4 0,0 0-9 0,2 2-15 0,-5 0 21 0,-3 0-13 0,2 1 29 0,0 1 0 16,-1-2-17-16,0 2-17 0,1 0 21 0,-2 0-21 0,1-1 15 0,0 1 1 16,0 1-9-16,0-1-1 15,0 0 0-15,-1 0 2 0,1-2 10 0,0 1 2 0,0-2 0 16,0-1-19-16,0 0 30 0,-1-1-24 0,1-2 44 0,1 0-4 0,-2-1-11 0,2-3-10 0,0 1 15 0,0 0-9 15,0-2 25 1,0 0-5-16,0-1-12 0,0 0-11 0,-1-1 13 0,1 1-13 0,0-1 23 0,0 2-7 0,-1-1-2 0,2 2-14 16,1-2 4-16,-1 1-3 0,1 1 7 0,0 1-1 0,0 1-9 0,0 1-12 15,-1 0 17-15,1 2-16 0,-1 0 14 0,1 2-6 0,-1 0-8 16,1 0 3 0,-1 0-5-16,1 2 7 0,-1 0-5 0,-1 2 0 0,2 0-3 0,-1 2 2 15,1-1 4-15,0 2-3 0,0 1 0 0,0 1-1 16,3 0-2-16,-2-1-1 0,2 1-1 0,0 0 4 0,1 0 7 0,-1-1 1 0,2-2-5 0,-2 1-25 0,0-2 30 0,2-1-25 15,-2 0 39-15,2-2-9 0,0-1-12 0,1 1-2 0,0-2 0 16,0 0 2-16,0 0 9 0,0 0 2 0,-2-2-2 0,1 0-15 0,0-1 21 31,0 0-20-31,-1 0 21 0,0-1-4 0,-2 2-9 0,-3-4-15 0,-2 3 13 16,0-3-7-16,-1 3 25 0,4-2-2 0,0-1-14 0,-2 3-10 16,6-3 13-16,-2 0-12 0,1 1 15 0,0-1-4 0,-6 0-4 15,-1 1-10-15,-1-1 8 0,1 1-5 0,1 0 22 0,-1 2-4 16,1-1-10-16,2 3-19 0,0 0 23 0,-1-1-19 0,2 2 25 15,-1 0-2-15,1 2-12 0,-1 0-14 0,1 2 16 0,0-1-11 16,0 3 25-16,0-1-3 0,0 3-6 0,0 0-25 0,1 2 25 0,-1 0-21 16,0 2 29-16,-1-2-3 0,0 1-14 0,-1 0-5 0,0-3 6 15,-1 1-2-15,1 0 12 0,1-2-1 0,0-2-5 0,0-1-5 16,0 0 11-16,-1-3-9 0,2 0 5 0,0-1 1 0,0 1-7 0,0-1-2 16,0 0 5-16,0 0-1 0,0 0 10 0,0-1-2 0,2-1-4 15,-1-1-23-15,0-2 26 0,-1 0-21 0,1-2 35 0,0 2-8 16,0 0-11-16,-1-3-5 0,0 3 5 0,1 0-1 0,-1-1 6 15,0 1-1-15,1 0-7 0,1-2 1 0,-2 2 4 0,0 0-3 16,-2 0 0-16,1 1 2 0,-1 1 0 0,0 0-12 0,-2 0 10 0,2 0-9 16,-1 3 17-16,0-1 2 0,0 1-7 0,1 0-21 0,0 1 25 15,1-1-22-15,-2 3 29 0,1 1-6 0,0 0-9 0,0 1-1 16,1 1-4-16,1 1 6 0,-2-1 8 0,2 0 0 0,0 0 0 16,0 1-15-16,0-2 13 0,0 0-12 0,2 2 16 0,-1-3-2 15,1 1-5-15,0-3-18 0,2 1 14 0,0 0-12 0,1-1 30 0,-1-1-1 16,2-1-9-16,0 0-18 0,0 2 16 0,-2-2-15 0,2 0 19 15,0 0-5-15,-1 0-5 0,2 1-25 0,0-1-12 0,-5 0-2 16,0 0-59-16,2-1-23 0,-1-1-21 0,9 0-125 0,5 1 155 16</inkml:trace>
  <inkml:trace contextRef="#ctx0" brushRef="#br0" timeOffset="52868.13">29052 9201 681 0,'-6'-4'112'0,"3"-1"-116"0,-1 1-14 0,3 3 25 0,-3 0 9 0,1 1 2 0,2 0 9 0,1 0-8 0,1 1-17 0,2 0-2 0,-1 5 4 0,1 0-4 0,-1 2 0 0,1 1 0 0,-2 1 4 16,0 3-18-16,0-1 18 0,-1 4-12 0,1-2 30 0,-1 3-6 16,0-2-14-16,0 2-4 0,0-1 6 0,0 1-4 0,1-3 4 0,0-5-2 15,1-3-1-15,-5-1 25 0,1-2-7 0,-1-1 16 0,-1 0 6 0,4-1-1 16,0 0-3-16,0-1-5 0,0 0 12 0,1-1-12 0,1 0-7 15,-2-2-5-15,2-1-9 0,-1 2-11 0,1-5 6 0,0 2-4 16,1-1 22-16,-1-3-5 0,0 0-6 0,1-3-12 0,0 1 7 16,0-1-8-16,-2 2 5 0,1 0 1 15,1 0-2-15,-1-1-7 0,-1 0 3 0,0 1-2 0,-1 1 9 0,1 0 1 0,-2 2-4 0,0 0-11 16,-1 2 13-16,-2-2-11 0,0 3 19 0,1-1-4 0,-2 3-4 0,1-1-3 16,-1 2 13-16,-2 1-4 0,7 0 33 0,-2 0-5 0,-1 1-9 15,-1 2-28-15,-5 0 22 16,-2 3-23-16,1-3 13 0,0 3-2 0,0-3-11 0,2 3-16 15,2 1 15-15,1-2-12 0,0 2 27 0,2-1-12 0,1 1-10 0,1-1-67 16,1 2-10-16,3-2-16 0,3-1-70 0,0 2-39 0,7-5-23 0</inkml:trace>
  <inkml:trace contextRef="#ctx0" brushRef="#br0" timeOffset="73470.22">26575 9599 256 0,'-9'-19'-2'0,"3"8"-22"0,-1 0 27 0,-4 0 8 0,-2 1-3 0,1-2 40 0,1 1-35 0,1-2 58 0,0 3-14 0,-2 1-13 0,2 0-9 0,-1-2-10 0,1 1 8 16,0-1-7-16,0-1 1 0,0 1-4 0,-2-1-25 0,1 1 34 0,-2 0-30 15,0 1 36-15,1 1-13 0,0 1-19 0,-3 1-16 16,0 0 9-16,0 0-5 0,-1 2 23 0,3-1-1 0,-1 3-9 0,1-1-25 16,-3 2 29-16,1 1-26 0,-3 0 32 0,0 1-7 0,-1 0-10 0,-1 1-15 15,3 0 17-15,0 1-10 0,0 2 27 0,7-2-2 0,-1 2-10 16,-2 1-7-16,-2 0 3 0,-4 2-5 0,-1 2 5 0,2-2-3 15,0 3 0-15,-1-1-15 0,0 4 13 0,0 0-8 0,-2-1 31 0,0 4-5 16,2 1-13-16,-1 5-11 0,-1-2 18 0,2 4-14 16,-1 5 25-16,-1-3-8 0,-2 6-8 0,-4 2 26 0,0 2-17 0,1 1 21 15,2 5-23-15,4 2-2 0,7 2-2 0,2 4-11 0,0-2 7 16,0-2-7-16,-2-2 9 0,3-3-4 0,1-2-3 0,5 4-16 0,0 0 15 16,2 2-9-16,2 1 25 0,0-2-5 0,0 0-12 0,4 3-27 15,-1-4 30-15,1-2-25 0,2 0 36 0,0-4-2 0,0 0-11 0,2 0-18 16,0 4 18-16,1 0-13 0,0 0 29 0,0-2-5 0,1-3-11 15,-2-3-2-15,1 0 0 0,1-6-2 0,4-4-6 0,5-1 2 16,2-4 3-16,1 1-3 0,0-2 1 0,0-5 2 0,2 1 8 16,-3-3 5-16,3-2-3 0,3 0-22 0,1-2 27 0,2-2-24 0,3-1 29 15,-2-2-2-15,2-1-9 0,4-3-22 0,-1-1 22 16,-6-4-16-16,4-1 37 0,-2-2-2 0,2-3-12 0,5-2-17 0,-1-5 13 16,-1 1-14-16,-1-5 16 0,-1 4-1 15,-3-1-3-15,-1-3-5 0,-1 1-2 0,0-1 3 0,-2-4 6 0,-4 2 5 0,-2-1-3 0,-9-2-16 16,-2 0 18-16,0 1-18 0,-4 1 16 15,6 1-3-15,-4-3-5 0,0-3-14 0,-4-7 21 0,0-6-11 0,-1-3 29 16,-1-3 2-16,-2 0-15 0,1-2-19 0,0 1 29 16,0 3-25-16,0 4 49 0,-4 1-9 0,-1-2-11 0,-3-2-17 0,-1-2 19 0,-2 3-12 0,0-1 27 15,0 4-3-15,0 4-14 0,-1 3-18 0,1 4 22 16,-3 2-22-16,6 4 23 0,0 0-5 0,-2 0-10 0,-1-2-22 0,-4 2 13 16,-1 5-13-16,2 2 21 0,2 1-2 0,1 4-10 0,-1-2-11 15,-3 1 1-15,1 0-9 0,0 2-19 0,1 2-2 0,1 2-2 0,1 2-31 16,3 0 3-16,-1 2-9 0,0 4-15 0,2-1-20 0,-2 4-23 0,0 1-74 15,0 5 118-15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20:53.35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5527 8530 217 0,'0'0'-48'0,"0"0"34"0,-1 0-57 0,1-1 90 0,-1 0 45 0,1 1-27 0,0-1 5 0,0 1-7 0,0 0-7 0,1-3 1 0,0 0 5 0,-1 2-1 0,2-1 3 0,-1-1-1 0,1 0-12 0,-1 2-9 15,0-1 17-15,0 0-18 0,0 0 8 0,-1 0-6 0,1 2-7 0,0 0 2 16,-1 0 3-16,1 3 0 0,-1-2 6 0,2-1-2 0,-1 0-6 0,0-1-21 15,1 1 19-15,0 0-18 0,3-1 17 0,-1-1 0 0,1 2-8 16,2 0 0-16,-1 0-2 0,1 0 2 0,2 0 10 0,0 2 3 16,2-1-2-16,0 0-23 0,3 2 27 0,-1-3-24 0,3 0 36 15,1 0-9-15,1 0-11 0,2 1-2 0,-4 0 5 0,0 2 2 0,2-2 24 16,3 1-7-16,7-2-8 0,3 0-11 0,1-3 17 0,0 0-13 16,4 2 14-16,0-1-7 0,5-2-10 0,5 5-14 0,3-2 18 15,2-1-12-15,-2 1 35 0,-7-4-3 0,-1 1-15 0,1-1-16 0,3 0 14 16,5-1-17-16,3 0 11 0,2 1-2 15,3-1-4-15,3 2-6 0,-5-1 0 0,-1 0-2 0,-2 0 7 0,0 1 2 0,4-2 1 0,3 0-28 16,1 3 25-16,1-4-22 0,-2 3 38 0,-11-1-10 16,-2 1-13-16,-2-1-2 0,0 0 1 0,2-1 3 0,-2 1 3 0,-5-1 5 15,2 4-3-15,-3-3-16 0,2 1 19 0,-3-1-19 0,-4 1 21 16,-10 0-8-16,-2 0-5 0,-1-1-5 0,0 1 5 0,3 0 2 16,-3-1 15-16,-3 3-2 0,-4-1-12 0,-3-1 0 0,-3 4 7 15,-3-2-7-15,-1 1-2 0,-2-1 2 0,-2 2-4 0,1 0-21 0,-1-1-7 16,0 1-9-16,-1 0-97 0,0 1-25 0,-1 2-41 0</inkml:trace>
  <inkml:trace contextRef="#ctx0" brushRef="#br0" timeOffset="35371.24">6200 8571 256 0,'2'-2'18'0,"-2"0"287"0,0 1-82 0,-1 0 30 0,1 0-159 0,1-1-1 0,-1 1-32 0,2 0-40 0,-1 0-9 0,2-1-6 0,0 2 7 0,0 0 7 0,1 0-1 0,0 2 41 0,0-2 4 15,0 0-3-15,-1 1-7 0,2 1 34 0,-5 0-38 0,-1 1 40 16,0 0-14-16,1 1-24 0,2-2-12 0,2 2 14 0,0 1-18 15,0 2 25-15,-1-2-15 0,0 3-12 0,0-2-22 0,-1-1 16 16,1 2-17 0,0-2 21-16,-2 0-11 0,3 0-15 0,-1 0-12 0,-1 0 16 15,2-1-13-15,0 1 16 0,1-1-2 0,-1 0-12 0,1 0-11 16,0-3 16-16,0 3-11 0,-1 0 20 0,2-3 0 0,-3 1-12 0,3 2-17 16,-2-2 14-16,1 0-20 0,-1 1-18 0,0-2-13 0,0 2-21 15,2-3-58-15,-1 0-13 0,1 0-11 0,1 0-102 0,-2-2-49 16,2-2-45-16</inkml:trace>
  <inkml:trace contextRef="#ctx0" brushRef="#br0" timeOffset="35682.15">6489 8470 601 0,'-3'4'198'0,"0"-1"-97"0,-2-1 88 0,2 3-39 0,-2-2 1 16,2 1-35-16,1 1-40 0,0 0-16 0,-1-1-19 0,1 3-36 15,1-5 28-15,0 2-32 0,0-1 29 0,0 4-6 0,-2 2-12 16,2 4-8-16,-2-2 1 0,1 3-4 0,-2 2 22 16,1-2 3-16,-2 2 2 0,1 0-13 0,-1 0 16 0,1 0-20 15,-1 2 18-15,1-4 5 0,-1 1-8 0,0 0-20 0,0-1 18 16,1 1-24-16,-1-1 18 0,2-2-3 0,0-1-7 0,0 1-18 15,0-1 14-15,2-4-15 0,-1 2 26 0,2-4-7 0,-2 3-8 16,2-3-12-16,0 0 12 0,0 2-7 0,0-3 17 0,-1 1-1 16,1-1-8-16,0-1-31 0,0 1-3 0,0-2-14 0,0-1-84 15,0 0-51-15,1-1-47 0</inkml:trace>
  <inkml:trace contextRef="#ctx0" brushRef="#br0" timeOffset="37603.65">17325 868 256 0,'-8'-8'46'0,"3"7"639"0,2 1-317 0,0 1 1 0,0 5-369 0,2-3 21 0,0 3-18 0,1 0 40 0,0-1-5 0,0 4-8 0,0 1-13 0,2 3 16 0,1 2-16 0,0 2 55 0,0 1-18 15,1 2-6-15,0 6-31 0,1 2 6 0,-1 6-12 0,3 1 22 16,-1 2-2-16,-1-3-2 0,4-1 1 0,-1 2 4 0,1-2-7 15,-1 7-5-15,-1-1-6 0,-3 2-9 0,-1 7-7 16,1-6 8-16,-1 1-8 0,3 5 16 0,1-7-6 0,-1 4-5 0,1 7-20 16,1-2 24-16,-1 0-21 0,0 1 32 0,4-5 1 15,-1 0-14-15,1 3-7 0,0-4 14 0,0 2-15 16,2-2 16-16,-1-3-3 0,2 0-8 0,-1 2-11 0,-2-2 7 16,-2 0-6-16,1-1 19 0,-2-2-3 0,0-1-5 0,0 1-12 0,-2 0 12 0,-1-2-9 15,1 1 15-15,-2-6 1 0,0 0-6 0,0 1-12 0,-2-1 10 16,2 1-9-16,-4-1 8 0,-3-4 0 0,1-1-3 0,1 0-12 15,6-1 14-15,-1-1-10 0,2-2 23 0,0-1-4 0,1-3-9 0,0 1-12 16,1-3 12-16,0 0-8 0,1-2 17 0,-2 2-4 0,2-4-7 16,2 2-5-16,-2-2 5 0,-2-3-3 0,1-1 10 0,0-2-2 15,1 0-4-15,1 4-6 0,-1-2 8 0,2 0-5 0,1-1 8 0,0 0 0 16,3-3-6-16,3 2-3 0,2-2 7 16,3-3-4-16,4-2 20 0,3 2-6 0,3-2-4 0,8 0-10 0,1-2 9 0,2 0-6 15,-3-3 16-15,0 1-6 0,2-3-7 0,4 1-9 0,8 0 7 16,2-1-5-16,6 1 9 0,2 1 0 15,-3 1-8-15,6 0-1 0,0-1 2 0,0 0-1 0,11 0 8 0,2 2-3 16,3 1 0-16,1-1-11 0,-2 0 9 0,-2 3-6 0,5 0 13 16,2 2 2-16,0 0-7 0,-2-2-16 0,-4 0 17 0,-3 0-16 0,2 0 20 15,2 0-2-15,-1 0-10 0,-2 0-7 0,-6 0 9 0,-5 0-4 16,1 0 14-16,-4 2-5 0,2 0-7 0,-2-1-14 0,-11 1-4 16,-3-1-4-16,-6-1-41 0,-8 0-21 0,0 0-17 0,-4-3-140 15,-7 2-130-15,-8-3-6 0</inkml:trace>
  <inkml:trace contextRef="#ctx0" brushRef="#br0" timeOffset="38477.93">15874 1270 556 0,'-5'-5'286'0,"3"0"-166"0,0 4 203 0,0-2-219 0,-1 2 24 0,3 1-27 0,-1 0 4 0,1 0-29 0,0 2-43 0,2 2-3 0,1 3 21 16,-1 2-16-16,2 5 31 0,1 0-14 0,-1 2-16 0,2 4-28 15,1 0 21-15,0 2-23 0,0 3 39 0,1 1-11 0,0 3-12 0,1 3-29 16,-2-2 18-16,1-5-19 0,1 1 35 16,0-5-10-16,1-3-15 0,1 1-7 0,-2-1 5 0,0-3-3 0,-1-3 14 0,0-2-1 0,0-3-5 15,-1 2-13 1,-1-2 16-16,0-2-15 0,-2-1 22 0,0 0-4 0,-3-3-10 0,0 0 6 16,-1 0 3-16,-1 1 0 0,0-2 8 0,-3 0-3 15,1-2-3-15,-2 0-3 0,0-2 7 0,-1-2-4 0,-2-2 6 0,0-2-5 16,0-1-9-16,-1 0-9 0,1-1 7 0,-3 2-6 0,2 0 11 0,-1 1-1 0,1 1-5 0,-2 1-21 0,0-1 24 15,-1 2-18-15,-1-1 34 16,1 3-6-16,2-1-14 0,0 1-15 0,-1 2 15 0,3-1-13 16,-3 2 23-16,1 1-3 0,1 0-7 0,1 2-8 0,1 2 7 15,0 0-6-15,-1 1 14 0,1 0-4 0,2 1-4 0,-2 1-10 16,1 1 11-16,1 1-7 0,-1 1 16 0,0 0-4 0,1 1-5 0,-2 0-19 0,0 2 21 0,2-2-13 0,0 2 30 16,2 0-7-16,1-1-12 0,-1-3-12 15,3 2 17-15,0 1-9 0,0-1 24 0,3-1-3 16,0-1-9-16,1 0-9 0,3-1 11 0,1-2-9 0,0 1 28 15,1-1-4-15,0-2-4 0,0 0-21 0,2-2 18 0,-1 0-16 0,3-2 19 16,-2 0-6-16,0 0-12 0,1-2-3 0,1 0 3 16,-2-2-2-16,-1 0 8 0,1 0-1 0,2 0-1 0,-1-2-4 0,0 0-1 15,1-1 0-15,-2-2 1 0,-2-2 1 0,0-1-1 0,0-1-32 0,-1 2 4 0,-1-1-14 0,0 0-21 16,-1 0-8-16,1-1-16 0,-2-1-51 0,1 3 9 0,-2-2-21 0,1 3-48 0,-2 2-17 31,0 0-35-31,-1 3-100 0,-2 1 14 0,0 0-35 0</inkml:trace>
  <inkml:trace contextRef="#ctx0" brushRef="#br0" timeOffset="38571.28">16027 1623 58 0,'0'7'-35'0,"1"-2"103"0,0 0-9 0,2 2 0 0,1-1-55 0,0 2 18 0,3 1-28 0,1 0 25 0,1-1-25 0,0 1-22 0</inkml:trace>
  <inkml:trace contextRef="#ctx0" brushRef="#br0" timeOffset="38714.44">16106 1430 803 0,'-11'-1'297'15,"-7"0"113"-15,2 1-298 0,2 0-13 0,1 2-30 0,4-1-22 0,4 1-37 16,1-1-4-16,3-1-3 0,1 1-12 0,3-1-8 16,1 2-7-16,2-2-151 0,2 0-107 0,2 0-33 0</inkml:trace>
  <inkml:trace contextRef="#ctx0" brushRef="#br0" timeOffset="38970.35">16315 1387 1172 0,'-13'7'73'0,"0"1"27"16,0 1 17-16,3-1-16 0,2 1-10 0,2 0-54 0,3-2 26 16,3 1-39-16,2 1 56 0,4 0-14 0,1-1-9 0,3 2-43 15,2-3 12-15,3 4-22 0,3 0 13 0,-2 1-5 16,2 1-10-16,1-1-3 0,2 1 9 0,-2 1-8 0,0 2 20 15,-5 0 4-15,-1 0-4 0,-4 0 2 0,-4 0 18 16,0-4-17-16,-3 4 28 0,-2-2-7 0,-1-1-10 0,-4 2-16 16,-1-3 8-16,-1-1-14 0,-2 1 15 0,0-3-3 15,0-3-1-15,-1 2-22 0,1-3 10 0,1-1-13 0,0-2 11 0,3-2-5 0,0-2-4 16,1-2-82-16,1-4 6 0,2-2-30 16,1-4-67-16,0 0-68 0,3-4-57 0</inkml:trace>
  <inkml:trace contextRef="#ctx0" brushRef="#br0" timeOffset="39127.61">16516 1287 1560 0,'-3'-2'-227'0,"-1"2"478"0,2 3-40 0,-1 1-60 0,1 2-66 15,0 3 25-15,2 3-51 0,2 2 31 0,1 1-13 0,1 1-17 0,4 2-43 16,1-1 18-16,2 1-30 0,2 4 19 0,0-4-6 16,2 0-10-16,3 0-8 0,0-4 8 0,1 1-8 0,-7-1-16 0,-3 0-26 0,-1-3-20 15,-1-1-41-15,2 0-57 16,0-1 35-16,-2 0-333 0,-2-1 284 0,2 0-42 0</inkml:trace>
  <inkml:trace contextRef="#ctx0" brushRef="#br0" timeOffset="39252.33">16518 1454 1042 0,'13'-14'184'0,"1"0"78"0,4 2-166 0,5-1 41 16,-2 1-32-16,3 2-26 0,-4-2-69 0,-2 3 15 15,0 0-30-15,3-1 17 0,4 1-64 0,2 0-20 0,0-2-434 16,-3 3 304-16</inkml:trace>
  <inkml:trace contextRef="#ctx0" brushRef="#br0" timeOffset="40220.65">18961 3578 990 0,'-9'0'137'0,"0"-2"45"0,0 1-81 0,-1-1 34 0,2 1-29 0,0 0-28 0,0-1-41 0,0 2 17 0,0 0-27 0,-1 0 30 15,2 2-13-15,-2-1-13 0,0 2-32 0,0-1 23 0,1-1-23 16,-2 2 45-16,2 0-5 0,0 0-14 0,-1-1-4 0,1 0 11 16,1 1-14-16,-2-1 11 0,3 0-4 0,-2 0-9 0,1 1-15 15,1-1 21-15,2 0-22 0,-1-1 26 0,1 1-11 0,1 1-10 16,-2 0-5-16,2-2-1 0,0 3 1 0,1-2 11 15,1-1-4-15,0 1-1 0,1 0-15 0,0 0 7 0,0 0-7 16,1-1 11-16,1-1 7 0,1 2 1 0,0 0-16 0,0 0 17 0,1 0-15 16,-1-1 23-16,0 2-6 0,2 0-11 0,-1-1-16 15,2-2 17-15,1 1-11 0,1-1 28 0,0 2-6 0,-1 3-13 0,2 0-2 16,-1 1 5-16,2-1-4 0,2 2 6 16,-2 0-3-16,1 2-4 0,0 2-11 0,0-1 12 0,-2 0-7 0,1-1 23 0,-2 0-5 0,-1-1-9 15,-2-1-6-15,-1 2 5 0,-2 0-3 0,-1-1 15 0,-1 0 1 16,-1-2-1-16,-2 1 12 0,-2-2 11 0,0 1-2 0,-2 0 10 0,-1 1-4 15,-2-2-12-15,-1 0-13 0,0 0 11 0,-1-1-11 0,2-1 9 16,0-1-6-16,-1 1-6 0,1-2-11 0,-1-1 6 0,-1 0-6 16,2-3 6-16,0 1-3 0,2-1-2 0,-1-2-19 0,0 0 22 15,1-1-17-15,0 1 25 0,1-1-5 16,2 0-16-16,1 1-49 0,0 0 12 0,3 1-23 0,0-1-21 0,1 2-17 0,0-2-22 0,2-1-41 16,2-1-63-16,3-2-2 0,4 3-48 0</inkml:trace>
  <inkml:trace contextRef="#ctx0" brushRef="#br0" timeOffset="41230.83">19080 3603 1030 0,'3'6'355'0,"-4"-5"-233"0,-2 2 171 16,-1 0-210-16,1-1 11 0,1 3-42 0,1 0 2 0,-1 0-14 15,2 3-27-15,2 1-24 0,0-4 19 0,0 2-20 0,3 2 35 0,-2 0-5 0,3 5-9 0,-1 1-22 0,0 2 23 0,-1-1-23 0,1 3 34 0,-1-3-6 0,0 0-14 0,-1 1-16 16,-1-2 20-16,-1-2-17 0,1 0 31 0,0-3-5 0,0-1-14 0,0-1-13 31,-1-2 14-31,0 1-11 0,-1-1 23 0,0-3 0 0,1 1-9 0,-1-2-14 16,-1-1 16-16,1-1-16 0,-1 0 32 16,0 0-8-16,-1-2-8 0,-2-3-4 0,1 0 10 0,0-2-6 0,-2-3 14 0,1 0-4 0,-1-3-8 0,2 0-5 0,0-2 5 15,0-1-5-15,1-2 9 0,2 2-4 16,0-3 0-16,0-2-12 0,2-1 9 0,2 3-6 0,0 0 13 0,2 2-6 0,1 3-7 0,-2 1-15 15,2 2 16-15,0-1-9 0,-1 1 23 16,-5 1-4-16,2 1-10 0,-1 1-17 16,-1 2 21-16,6 0-16 0,0 1 24 0,-2 2-3 0,1 1-10 0,1 0 2 15,-2 0-1-15,1 2 2 0,0 0 2 0,1 2-3 16,1 2 0-16,0-2-18 0,1 4 18 0,0 0-13 0,-2 0 24 0,-2 0-3 0,2 2-9 0,0-2-6 16,-2 3 9-16,0-1-4 15,-1 1 13-15,-1 0-3 0,-2 0-7 0,0 0-6 0,-1-3 6 16,-1-1-3-16,-3 2 16 0,1-3 3 0,-2 3-2 0,0 1-11 0,-2-2 21 15,0 1-17-15,1-1 23 0,-2-1-7 0,-1 1-13 0,-1-3-20 16,0-1 17-16,-1-1-15 0,3-1 26 0,0 0-3 0,1 0-9 0,1-3-17 16,2 2 9-16,0 0-8 0,1 0 14 0,2-1-3 15,0 1-5-15,0 0-11 0,1-1 13 0,0 2-9 0,0 0 13 0,0 0-1 16,1 0-8-16,0 0-12 0,2 0 18 0,0 0-12 0,1 2 22 16,1-1-2-16,-1-1-8 0,3 1-18 0,1-1 18 0,1-1-14 15,2-2 25-15,1 1-1 0,2-3-10 0,0 1-11 0,1-3 14 0,1 1-11 16,0-2 20-16,1 1-6 0,1-4-8 0,1 3-7 0,0 0 5 15,2 0-2-15,-2-1 12 0,-2 2-1 0,-1-2-5 0,-1 0-9 16,-2 0 11-16,0-2-8 0,-2 2 14 0,-3 2 0 0,-1 0-7 0,-3 1-17 16,0 0 23-16,-3 0-17 0,-1 1 33 0,-1 1-5 0,-3 1-13 15,1-1-6-15,-2 0 9 0,0 3-6 0,-1-1 16 0,-1 2-7 16,2 2-9-16,-3 2-23 0,0 1 22 0,-1 4-17 0,0-2 31 16,-1 4-4-16,0 0-13 0,0 3-13 0,1 0 14 0,1 2-10 15,1-1 21-15,2-1-1 0,0-4-6 0,3 0-10 0,2-2 9 0,0 0-9 16,2 1 14-16,3-2-1 0,0 0-4 0,2-2-8 0,2-1 10 15,0-2-7-15,2 2 15 0,0-2-3 0,2-1-7 0,0-1-10 16,2-1 9-16,2-1-5 0,-1-2 15 0,1 1-2 0,2-3-7 16,0 1-18-16,-1-1 19 0,0 0-15 0,-2-3 28 0,-9 2-2 0,0-2-13 15,-4 4-12-15,0-3 14 0,5 2-12 0,-1 0 19 0,0-5-2 16,-3 1-8-16,1 0-3 0,-2 0 7 0,-2-1-5 16,-1 1 8-16,0 0 1 0,-1 1-6 0,-1 1-9 0,-2 1 14 0,1 0-12 15,0 2 18-15,-2 3-1 0,2-1-7 0,-1 3-24 0,-1 0 25 0,1 1-23 16,-1 3 24-16,-2 1-1 0,3 2-12 0,1 2-5 15,2 1 10-15,0 0-7 0,0 2 13 0,-4-2-1 0,2 0-5 0,1-1-11 16,1-1 15-16,2 1-13 0,2-2 20 0,3 2 2 0,1-1-5 0,-4-4-9 16,1 0 13-16,3-2-12 0,1 1 13 0,7 1-2 0,-1-3-10 15,5 3 3-15,0-2-2 0,-1 0 2 0,1-2-2 0,-3 0-2 16,1 0 0-16,1 0-2 0,0-3-11 0,1-1 4 0,-1 2-40 0,-1-2-11 16,0 0-13-16,0-1-84 0,-3 1-15 0,1 0-19 15,-2-1-145-15,2 0-68 0,-3-4-70 0</inkml:trace>
  <inkml:trace contextRef="#ctx0" brushRef="#br0" timeOffset="41579.61">20051 3377 460 0,'0'-11'169'0,"1"2"93"0,-2 3-16 0,-1 0-37 0,1 3-29 0,1 3-20 0,-1 0-27 0,1 0-27 0,-3 0 21 0,2 2-38 0,-2 5 25 0,1-2-12 0,-2 2-18 0,0 5-28 0,0 1 9 16,1 1-25-16,1 2-9 0,-2 1-7 0,3-2-12 15,-1 5-8-15,2-5 6 0,0 0-7 0,1 2 6 0,3-3-3 16,-1-1-2-16,1 2-17 0,1-3 18 0,-1-1-15 0,1-1 26 15,-1-2-4-15,0 0-12 0,1-2-18 16,1 1 19-16,-1-4-16 0,0 4 21 0,1-3-7 0,-4-2-15 0,0 0-2 0,-1-1 5 16,-1-1-2-16,0 0 6 0,0 0-1 15,0-1-3-15,-1-5-14 0,0 1 7 0,-1-2-8 0,-1-2 4 16,-4 1 0-16,0-2-4 0,0 0-16 0,-2-1 15 0,-1 2-12 0,-1-1 27 16,0 4 4-16,-2 1-3 0,0-1-4 0,1 3 9 0,-1 3-9 15,3-2 13-15,0 4-1 0,1 1-2 0,0 3-4 16,-1 0 5-16,-1 2-2 0,1 2 11 0,1 1 2 0,1 0-4 0,1 0 1 0,1 2 15 15,1 0-10-15,0 1 27 0,3-5-1 0,2-2-3 16,0 0-14-16,2 1 13 0,3 1-12 0,0-1 14 0,2 0-6 16,2 0-8-16,3-2-19 0,2-1 11 0,1 1-10 0,-1-4 20 0,3 1-5 15,1-3-9-15,3 1-16 0,3-1 11 0,-1-1-10 0,1-3-7 0,0 0-17 0,-2-1-25 0,-5-2-116 16,-2 0-102-16,0 0-27 0,4 0-133 16</inkml:trace>
  <inkml:trace contextRef="#ctx0" brushRef="#br0" timeOffset="42292.42">14970 908 1184 0,'0'-10'-173'0,"0"8"357"0,-1 1-52 0,1 0-61 0,2-1-28 0,1 2 16 0,2 0-19 0,2 0 16 0,0 0-9 0,2 3-12 0,3 0-12 0,-2 0 9 0,0 1-12 16,2 1 9-16,1-1-5 0,-2 3-12 0,2-1-22 0,1 0 25 16,-1 1-25-16,3 2 30 0,-3-2-6 0,1 2-11 0,-5-1-8 15,-3-1 9-15,0-1-7 0,0 2 17 0,4-1-4 16,-1 0-8-16,0-1-2 0,-1 0 0 0,-1 0 0 0,-1-1 2 15,0-1-2-15,0-1-1 0,-3-1-38 0,0 0 6 0,1-2-13 16,-2 0-21-16,-1 0-6 0,1-2-9 0,0-1-43 0,1-2-8 16,-2 0-2-16,0-2-92 0,0 0-26 0,0-2-32 0</inkml:trace>
  <inkml:trace contextRef="#ctx0" brushRef="#br0" timeOffset="42451.05">15334 811 675 0,'-1'0'-160'0,"-1"3"351"0,2 2-4 0,-1 3-30 0,0 1-26 15,1 3 29-15,0-2-52 0,1 4 35 0,0 0-19 0,3 1-29 16,-2 5-30-16,1-1 14 0,0 3-31 0,-1 2-4 16,0 0-10-16,2-1-11 0,-1 2-23 0,0-5 11 0,1 1-14 15,0 0 19-15,-2-1-8 0,2-3-7 0,-1 1-31 0,1-1-56 16,-1-2 19-16,-1 3-429 0,1 0 319 0,2 3-74 16</inkml:trace>
  <inkml:trace contextRef="#ctx0" brushRef="#br0" timeOffset="43227.53">18115 3831 683 0,'0'-4'245'0,"-2"1"332"0,0-1-370 0,1 2-69 0,-1 1-23 0,1 1 8 0,1-2-32 0,0 2-36 0,-2 0-23 0,0 0 18 0,-1 3-20 0,-2 1 27 0,-2 1-9 0,1 2-18 0,-3 2-22 0,1 3 19 0,0 2-22 15,-2 1 24-15,1 1-5 0,-1 2-13 0,-2 3-16 16,2 0 16 0,-1-2-15-16,0 2 22 0,1-3-5 0,1-3-10 0,1 2-15 15,1-3 14-15,3 0-13 0,-1-2 25 0,2 0-6 0,1 0-8 16,-1-1-13-16,1-5 15 0,0 0-10 0,0-1 15 16,-1-1-21-16,0 1-18 0,1 0-44 0,-2 0-21 0,1-3 12 15,1 1-89-15,-2-3-22 0,2 0-20 0,-1-1-303 0,-1-2 322 0</inkml:trace>
  <inkml:trace contextRef="#ctx0" brushRef="#br0" timeOffset="43417.1">17830 3831 1033 0,'-6'0'276'0,"3"0"-181"0,1 0 86 0,1 1-55 16,0 1 10-16,1 1-37 0,2 2-11 0,1 0-5 0,2 2-17 0,4 2-1 15,1 2 9-15,2 3-21 0,4 4-15 0,0 1-7 16,-1 2-14-16,5 2-17 0,3-1 21 0,0-1-20 0,7 2 27 15,-3-2-9-15,2 1-16 0,1-1-1 0,-2 0 6 0,-6-2-5 16,-2-1 4-16,-5-1-14 0,0 1-6 0,6 2-96 16,-3 1-57-16,0-1 10 0,1 3-485 0,-2 0 411 0,1-1-84 0</inkml:trace>
  <inkml:trace contextRef="#ctx0" brushRef="#br0" timeOffset="45667.03">6908 8749 256 0,'-2'0'11'0,"-1"0"188"0,2 0-34 0,-2 2 28 0,2-2-137 0,0 0 25 0,0 0-57 0,1 0 10 0,-1 0-12 0,1 0-17 0,0 0-3 0,0 0-4 0,0 0 2 0,1 0 0 0,-1 0 5 15,2-3 0-15,-1 0-9 0,0 1 20 0,2 1-19 0,0-3 29 32,0-1 6-32,1 2-5 0,1-3 7 0,0 1 3 0,1-2-7 15,-1 1 1-15,1-1-2 0,-2 2-8 0,2-2-22 16,-3 0 28-16,2 1-29 0,-1-1 36 0,0 0-5 0,-1 2-14 0,1-2-4 16,1 1 4-16,-2 2-6 0,1-2 13 0,-2 3-5 15,1-1-4-15,0 2-20 0,-1-1 20 0,0 0-16 0,0 1 28 16,1 1-8-16,-1-1-12 0,0 1 6 0,0 0-11 0,0 1 11 0,0-2-7 15,0 2-1-15,1 0 2 0,-1 0-18 0,3 0 17 0,-1 0-13 16,1 2 24-16,-1 0-10 0,0 0-11 0,1 0-5 16,0 2 9-16,1-1-2 0,0 2 24 0,1-1-6 0,0 1-10 0,-1 0-4 15,1 1 2-15,0-1-2 0,1 0-1 0,-1-1 3 0,0 1 1 0,2 0-7 16,-1 1 2-16,0-1-3 0,0-1 12 0,1-1-2 0,0 3-2 16,1-5-10-16,-1 3 11 0,-2-1-8 0,0-1 16 0,-3 0-6 15,1 0-8-15,-2-1-2 0,0 0 0 0,-3-1 2 0,-2 0 10 0,0 1 1 16,0-1 0-16,3 0-13 0,0-1 11 0,0-1-11 0,0-1 12 15,0 0 0-15,1 0-3 0,1-2-18 0,-1 1 18 0,0-1-16 16,0-2 5-16,-1 2-39 0,1-1-36 0,-1-1-190 0,0 1-113 16,1-1-19-16</inkml:trace>
  <inkml:trace contextRef="#ctx0" brushRef="#br0" timeOffset="47150">7743 8541 1262 0,'-4'-6'-116'0,"2"1"269"0,-1 2-19 0,0 0-29 0,1 0-28 0,1 2 7 0,-1 1-26 0,1 0-15 0,0 0-10 0,-1 0-11 0,1 0-11 16,1 0 0-16,-1 1-4 0,-1 3 4 0,1 1-4 16,-1 0-4-16,-2 4 0 0,1 0 2 0,-2 3-2 0,5 2 4 15,0 0-3-15,0 3 2 0,-2 1 2 0,-5-2 0 0,0 2 2 16,-2 1-2-16,-2-3 3 0,1 0-9 0,-1 2-8 0,1-2 19 16,1-2-19-16,0 2 21 0,0-1-9 0,1-1-10 0,-1-3 4 15,2 1-1-15,1-3 4 0,-1 1 5 0,0-4-2 16,2 1-1-16,-1 0-16 0,2-2 10 0,0 1-12 0,1-3 15 0,-1 3-15 15,2-5-11-15,-1 0-57 0,1-1-1 0,-1 0-12 0,0 0-32 16,2-2-12-16,-1 0-22 0,-1-4-174 0,1 1 211 0</inkml:trace>
  <inkml:trace contextRef="#ctx0" brushRef="#br0" timeOffset="47388.07">7494 8557 287 0,'-1'-2'113'0,"1"-2"-39"0,0 1 60 0,0 1-14 0,0 0 20 15,1 1-36-15,2 0 14 0,-2 1-3 0,1 0-21 0,1 0-4 16,0 1 21-16,1 3-34 0,2-1 9 0,-1 3-3 16,3-1-14-16,1 3-23 0,1 1 15 0,2 1-26 0,1 2 18 15,3 0-10-15,-2 1-14 0,3 2-20 16,-1 0 9-16,0-1-14 0,3-3 5 0,-2 1-3 0,-2-2-4 0,-3 1-8 0,-3 1 14 16,0-2-10-16,1 2 21 0,3-5-6 0,1 1-11 0,1 0-6 15,-1 1 3-15,-2-2-3 0,-1 1 11 0,-3-1-3 16,-1-1-4-16,1 0-13 0,-3-1-8 0,1 1-4 0,-1-3-86 0,-3 1-32 15,1-1-40-15,-1 1-329 0,3-2 330 0</inkml:trace>
  <inkml:trace contextRef="#ctx0" brushRef="#br0" timeOffset="74456.67">4027 8515 256 0,'-23'-5'5'0,"8"5"81"0,0 0-36 0,0 0 3 0,2 2-67 0,-2-2 35 0,2-1-26 0,-1 0 50 0,2 0-12 0,-1 2-23 0,0 1-7 0,1 0 8 15,0 2-4-15,0-2 12 0,0-1-4 0,0 2-10 0,2 1-24 16,-2-2 29-16,2 1-24 0,0 1 30 16,-1 0-4-16,4-2-13 0,0 2-8 0,-3-1 11 0,-2-3-4 15,-5 0 19-15,0 0-1 0,-1 0-7 0,3 0-14 0,0 1 16 0,1 1-13 16,2 0 11-16,1 0-3 0,-1 0-9 0,-1 1-6 0,1 1 8 0,-1 0-4 0,1 2 15 15,0 1-2-15,-1-1-8 0,1 1-13 0,1 2 19 0,1-2-15 16,1 2 18-16,0 2-7 0,2-3-8 16,0 1 7-16,1 0-9 0,1 2 11 0,2-2-7 0,0 2 4 0,1-1 0 0,2 2-13 0,-1-1 18 15,1 2-18-15,0 1 17 0,0-1-2 0,0 1-2 0,1 2-10 16,-1-2 10-16,0 2-6 0,0-3 16 0,0 0-1 0,-1-2-11 0,1 1-5 16,-1-1 14-16,0 0-12 0,0 0 11 0,0-1-1 15,-2-1-5-15,1 2-13 0,0-1 15 0,0 0-9 0,-2 2 20 0,1-1 2 16,-2 1-11-16,0-5-8 0,0 4 13 0,0-2-13 0,-1 0 9 15,2 2-4-15,-1 3-2 0,-1-2 3 0,2 2-6 0,-1-1 8 16,1-2-1-16,-1 2-2 0,2-3-1 0,1 0-7 0,1 1 10 0,0-1-7 16,1 0 10-16,0-2-5 15,2-1-5-15,-1 2-8 0,0-1 9 0,1-2-3 0,1 1 19 16,-1-1 0-16,0-1-10 0,0 1-25 0,1 0 32 0,-1 0-26 0,0-1 37 0,0 3-9 0,1-1-14 0,-1-1-4 16,0 0 6-16,0 1-1 0,2-2 9 15,-2 0 5-15,1 0-6 0,1 0-9 0,0-2 12 16,1 2-13-16,0-3 7 0,1 2-2 0,1 0-5 0,-2 0-6 0,2 0 9 0,0-2-3 0,-1 4 24 0,2-3-7 15,0-1-6-15,1 1-22 0,1 1 22 16,1-1-18-16,1-1 21 0,0 0-1 0,2-1-10 0,1 0-16 0,0 1 17 16,1-2-12-16,0 0 30 0,1-3-2 0,0 0-13 0,1 1-13 15,1-1 13-15,0-1-14 0,1 2 12 0,-2-1-4 0,0 2-6 0,-2-1-1 16,-6 0 3-16,-2 2 0 0,-1 0-19 0,0 0-14 0,5 2-23 0,1 1-85 16,1 1 96-16</inkml:trace>
  <inkml:trace contextRef="#ctx0" brushRef="#br0" timeOffset="91102.43">7614 12899 403 0,'-27'-8'54'0,"-3"0"-52"0,7 2-6 0,0-1-3 0,3 0 34 0,3-1-6 0,2 0-16 0,1 2 20 0,2-2 11 0,-1 1 1 0,3-2 19 0,0 1-7 16,1-1-14-16,-1 1-24 0,1-1 19 0,0 0-18 0,0 0 13 16,1-1-6-16,0 1-10 0,-1 0-14 0,0-1 14 0,-1 0-9 15,-1 0 19-15,0 1-2 0,2 0-14 0,-1-2-22 0,1 1 24 0,0 0-22 16,-1 2 29-16,0 1-6 0,-1 1-13 16,6 3-5-16,-3-1 12 0,-2-1-6 0,-1 2 17 0,-7 0 0 0,0 1-11 0,-2 1-12 15,0 1 14-15,0 0-12 0,-1 0 17 16,0 0-5-16,-1 3-7 0,-2 0-18 0,0 1 19 0,-1 2-11 0,-1-1 34 15,3 2-3-15,-2 0-11 0,-2 2-28 0,-1 0 33 0,-2 3-28 0,2-2 35 16,2 0-3-16,5 1-15 0,-4 0-6 16,0-1 8-16,-1 3-4 0,-4 0 10 0,3 0-1 0,1 1-6 0,0 0-24 0,3 3 36 0,-2-1-30 0,3 3 35 15,1-1-7-15,1 0-15 0,2 0-9 0,0 1 9 16,1-1-5-16,2 5 25 0,-3-2-6 0,1-2-8 0,-2 0-19 0,2 1 22 16,0-3-17-16,3 3 30 0,0-2-7 0,6 2-14 15,0 3 5-15,-1 0-4 0,1 1 5 0,-6 2-1 0,0-3 0 0,1 1 4 0,-1 1-25 16,1-1 24-16,-1 2-20 0,1-2 33 0,2-2-7 0,1 1-13 15,0 0-6-15,-1 2 5 0,2 1-3 0,1-4 13 0,1-2 0 16,0 1-6-16,1-2-18 16,2 0 24-16,-1 0-19 0,3 1 27 0,1-1-4 0,0 1-11 0,1 1-15 0,0-2 14 0,1 1-9 0,1 1 24 15,1-1-1-15,-1 1-11 0,1-1-8 0,1 3 16 0,0 0-14 16,-1-3 9-16,2-1-3 0,-2 0-6 0,2 2-3 0,-1 2 5 16,1 0 0-16,-1-2 9 0,0-3 0 0,-1 2-6 0,0 0-9 0,1 2 13 15,-1-2-10-15,0 1 14 16,2 1-8-16,1-5-6 0,0 3-10 0,1-4 14 0,3-2-4 0,0 2 25 15,3-3-4-15,0-2-17 0,2 3-21 0,2-4 27 0,2 3-22 16,0-1 36-16,-6-1-5 0,2 0-10 0,0-1-16 0,3 1 17 0,6 0-12 0,0-5 21 0,-2 2 2 16,-1-3-15-16,1 0-20 15,1 3 31-15,2 0-29 0,1 1 31 0,0-1 0 0,0 0-11 0,0 1-7 0,4-2 5 16,-2 1-7-16,2-1 14 0,-1-1 1 0,-1-1-2 0,-3 0-9 0,0 0 19 16,-1 0-16-16,2-1 23 0,6 1-10 15,-2-3-12-15,3 1-1 0,-1-1 4 0,3-1-1 0,2 0 8 0,-2 1 0 0,2-2-8 0,3 2-27 16,0-1 31-1,-2 1-27-15,-5 0 43 0,-2 0-13 0,-1 1-15 0,0 1-4 16,6 0 3-16,-2 1 4 0,-2-1 11 0,-1 1 1 0,0-1-7 0,3 2-22 16,0 1 32-16,-1-1-28 0,1 1 33 0,0-1-7 0,-3-1-15 15,2 0 0-15,-5-1 4 0,-2 1-2 0,3-2 4 0,-1 1 4 16,3-2-6-16,1-1-18 0,-2 2 26 0,1 0-23 0,0-2 26 16,0-1-1-16,0 0-13 0,0 0-14 0,0-1 18 0,1-2-11 15,-2 0 30-15,-2-2-4 0,-6 0-13 0,-3-2-14 0,-1-2 18 0,1-2-16 16,5 0 22-16,-3-2-3 0,-2 0-5 0,0-5 37 0,-2-1-12 15,2-4 18-15,-2-3-21 0,1-2 0 0,-1-2-6 0,-1-2-15 16,0-2 18-16,0-3-16 0,0-3 16 0,-2-1-3 0,0-1-5 0,-3-1-12 16,0 0 3-16,-1 4-3 0,-2-2 4 0,-1 2-1 0,-3-2-4 15,-1 2-21-15,-3 2 28 0,-2-2-24 0,-2 2 29 0,-2 0-3 16,-3 0-11-16,0-2-9 0,-2 4 7 0,-1-1-3 0,-3 0 26 16,0-1-5-16,-2-3-7 0,-2-2-11 0,-1 0 18 0,-1 1-14 0,0 0 26 15,-3 4-7-15,2-1-11 0,-4-1-8 0,-1 4-2 0,-2 3 1 16,-4 3 4-16,4 3-1 0,-2 0-4 0,-6-2-9 0,-4 1 11 15,-3 2-10-15,2 0 13 0,2 6-2 0,1 3-4 0,-1-2-8 16,-1 2 8-16,0 2-3 0,0-2 14 0,3 3-1 0,5-1-6 0,-1 3-15 16,-1 0 15-16,-1 2-15 0,-1 0 16 0,2 1-3 0,1 3-7 15,2 1 3-15,-1 1-3 0,1 1 5 0,0 2-2 16,0 3-3-16,-1 1-4 0,1 3-53 0,2 2 4 0,-1 2-23 0,-2 3-53 16,0 1-23-16,-6 3-25 0,1 4-65 0,0 2 129 0</inkml:trace>
  <inkml:trace contextRef="#ctx0" brushRef="#br0" timeOffset="100848.63">5132 3678 796 0,'-2'-1'217'0,"0"0"4"0,2 1-24 0,-1 0-51 0,1 0-18 0,0 0-37 0,0 0-44 0,3 0-30 0,-1 0 26 0,1 1-24 0,3 2 46 0,-1-2-11 15,0 3-22-15,2 1-1 0,-3 0 15 0,3 1-15 0,2 1 16 16,0 0-1-16,1 4-10 15,0-2-11-15,0 0 7 0,-5 0-14 0,-1-1 10 0,1 1-7 16,-2 0-7-16,6 0-15 0,0 0 10 0,0-1-10 0,1 4 17 0,-1-4-3 0,1 3-7 0,0-2-17 31,0 0 18-31,-1-2-17 0,0 0 31 0,-1-3-6 0,-1 1-14 0,0-1-37 16,-1-1 3-16,0 0-14 0,0-1-33 0,-2-2-9 0,1 0-17 16,-2 0-92-16,1 0-82 0,1-1-10 0,1-1-52 0</inkml:trace>
  <inkml:trace contextRef="#ctx0" brushRef="#br0" timeOffset="101118.06">5602 3470 1803 0,'-17'-2'-185'0,"7"2"436"16,4 0-38-16,-2 2-39 0,1 0-89 0,1 3 11 15,2 2-47-15,-1 2-2 0,1 1-5 0,-1 3-10 0,2 5-22 0,0 0 12 0,-1 1-19 0,1 6 18 16,-2-2-4-16,1 0-8 0,0 6-9 0,-2 0 13 15,-1 4-13-15,-2 4 17 16,-1-1-2-16,0-4-10 0,1 0-17 0,-1-4 20 0,3 4-18 0,-2 4 28 16,1-4-2-16,0-2-13 0,1-1-15 0,-1-3 19 15,2-1-20-15,-1-2 29 0,2-1-4 0,-2 0-9 0,-1 2-10 0,1-1 13 0,1-1-13 0,0-1 6 32,3-5-12-32,-1 0-14 0,2-4-44 0,0-1-8 0,1-2-7 15,1-2-83-15,0-2-47 0,0-1-43 0,2-2-433 0,4-1 438 16</inkml:trace>
  <inkml:trace contextRef="#ctx0" brushRef="#br0" timeOffset="101781.14">5799 3891 1242 0,'-9'0'-135'0,"4"-2"351"15,2 2-16-15,1 0-19 0,1 0-87 0,1 0 10 0,0 0-52 0,2 0-9 0,0 0-1 0,1-1-10 0,3 0-4 0,1 0 20 0,1-1-21 0,2 0 30 0,0 1-9 0,0-2-12 16,0 0-28-16,0 1 25 0,1 1-28 0,2-3 30 16,-2 1-12-16,0 2-16 0,1 0-16 0,-2-2 11 0,-1 2-9 15,1-1 26-15,-1 1-7 0,-1 0-9 0,-1 0-13 16,0-1 13-16,-1 2-11 0,1 0 15 0,-3-1-27 15,2 0-17-15,-1 1-87 0,0-1-37 0,-1 1 14 0,0 0-173 0,-1 0-148 0,-3 2-39 16</inkml:trace>
  <inkml:trace contextRef="#ctx0" brushRef="#br0" timeOffset="101973.68">5771 4047 1463 0,'-1'1'125'0,"0"1"-9"0,2-2 61 0,0 0-36 0,3 0-46 0,3-3-55 16,2 2 9-16,2-1-28 0,3 0 0 0,-1-1-7 15,1-1-10-15,1 3-11 0,0-3 5 0,0 0-6 0,1 1 18 16,0-2-10-16,1 1-6 0,2-1-121 16,-1-1-68-16,1 3 0 0,0-3-144 0</inkml:trace>
  <inkml:trace contextRef="#ctx0" brushRef="#br0" timeOffset="102998.59">6701 4344 466 0,'-3'3'146'0,"1"0"-70"0,-1 1 63 0,0-1-15 0,1-1 19 0,0 1-35 0,2-1-13 0,0-2-12 0,0 2-27 0,0-2-23 0,0 1 14 15,0-1-25-15,0 0 22 0,0 0 1 16,0 0-2-16,0 0 9 0,0 0 21 0,0 0-17 0,0 0 32 16,0 0-8-16,0-3-23 0,-1 2-9 0,1-3 16 15,-1 1-23-15,-2-3 15 0,1 0-11 0,1 0-12 0,-1-3-12 16,0-2 11-16,-1 1-14 0,1-4 15 0,0 1-9 0,0-1-7 15,1-4-8-15,-2 0 2 0,2-1-2 0,-1-3 8 0,1-1-3 16,0 2-7-16,-2-3-14 0,3 4 14 0,-1 0-12 0,1-1 16 16,0-2-3-16,0 1-8 0,0-2-18 0,1 1 18 0,2-1-11 15,0 1 29-15,0-1 2 0,3 0-7 0,1 1-7 0,-1 0 10 0,2 3-11 16,0 0 9-16,-2 1-9 0,1 3-5 0,0-2-7 0,-4 0 4 16,0 4 0-16,2 1 10 0,-2 3 0 0,6 1-7 0,-1 1-9 15,0 1 10-15,1 2-9 0,-2 2 12 0,1 0-2 0,0 2-5 0,0 1-13 16,0 2 14-16,-1 3-10 0,-1 2 18 0,-1 0 3 0,-1 4-8 15,0 1-6-15,-2 4 8 0,-1-1-8 0,0 1 13 0,-1 0 1 16,0-2-2-16,0 0-19 0,-2 0 15 0,1 1-12 0,0-5 25 16,-2 0-7-16,2 0-9 0,0-1-8 0,1-1 8 0,0 0-3 0,0-3 12 15,1-1-4-15,2 1-6 0,0-1-19 0,1-2 20 0,1 1-13 16,1-1 29-16,1-1-4 0,1 1-11 0,1-1-8 0,0-1 9 16,0 1-7-16,1 2 11 0,-1-1-2 0,0 0-4 0,0 0-11 15,0 2 12-15,-2 0-8 0,-1 1 17 0,-3 0 0 0,0 2-6 0,-2 0-17 16,1 1 20-16,-2-2-16 0,-3 2 22 0,1 1 0 15,-1 0-9-15,-2 1 5 0,0-1 5 0,-2 0-3 0,0 1 4 0,0-1-2 16,1-1-4-16,-1 1-9 0,0 0 10 0,2 0-9 0,-1-1 11 16,0-2-3-16,1-2-8 0,-1 1 1 0,1-1 5 0,-2-2-4 0,-1 1 6 15,2-2 3-15,1-1-5 0,-1 0-13 0,0 0 14 16,0-1-14-16,-1-2 16 0,0 1-3 0,1-1-7 0,0-1-19 16,1 2 13-16,2-2-14 0,0 0 8 0,0 2-12 0,0-4-16 0,1 3-42 0,1-1-7 15,1 0-12-15,0 1-94 0,1 0-39 0,3-1-45 0,1 1-347 16,4-2 386-16</inkml:trace>
  <inkml:trace contextRef="#ctx0" brushRef="#br0" timeOffset="103267.29">7094 4021 783 0,'-7'12'91'0,"0"-1"0"0,2 3 71 0,2-2-37 0,3-3-36 0,1 0-74 0,5-1 25 0,1-2-38 0,2 0 38 0,2-2-1 0,0 0-16 0,4-3 3 0,0-1 37 16,1 2-33-16,1-2 40 0,0-2 13 0,-2-1-16 0,-9-3-21 16,-1 0 38-16,-2-2-50 0,-1 2 59 0,2-2-9 15,-1 1-18-15,-2-2 1 0,-2 0 23 0,-1 1-25 0,-4-2 23 16,-1 1-12-16,4 0-19 0,-4 0-20 0,1 1 5 16,-4 2-16-16,-7 1-9 0,0-2-4 0,1 2-8 0,-1 0-8 15,4 2 4-15,-1 1-5 0,3 1 5 0,2-2 1 0,1 2-3 0,3-1-30 16,0 2 4-16,2-1-16 0,1 1-54 15,2-1-41-15,0-2-38 0,1 0-100 0,3 0-298 0,2-2 62 0</inkml:trace>
  <inkml:trace contextRef="#ctx0" brushRef="#br0" timeOffset="103520.62">7533 3710 1709 0,'-1'0'141'0,"-2"2"13"0,2 1-4 0,-1-1-35 0,1 4-46 16,1 0-17 0,0 2-27-16,1 1-20 0,2 1 12 0,1 2-15 0,0 1 14 0,1-1-2 0,-1 1-9 0,2-1-11 15,-2 2 11 1,1-1-12-16,-1-1 19 0,1 1-5 0,-1-4-7 0,1 1-46 0,0-1-15 0,-1 2-3 0,-1-2-103 0,-1 0-59 15,-1 0-17-15,-1 0-321 0,-4 1 307 0</inkml:trace>
  <inkml:trace contextRef="#ctx0" brushRef="#br0" timeOffset="103662.89">7424 3945 1412 0,'0'-6'-594'0,"2"3"1070"0,0-1-109 0,2-1-207 0,1-4-53 0,2 1 21 16,2-1-54-16,3-1-30 0,2 0-7 0,1 1-20 0,3-3-23 15,2 1 11-15,1 0-17 16,2 0 11-16,1 1-20 0,0 1-13 0,3-2-120 0,-3 2-61 16,0 0 7-16,-2 4-94 0</inkml:trace>
  <inkml:trace contextRef="#ctx0" brushRef="#br0" timeOffset="104328.02">8094 4382 1045 0,'-2'-15'-658'16,"-3"9"1172"-16,1-1-126 0,-1 0-230 0,1-2-43 16,1 1 18-16,-2-1-46 0,2-1-1 0,0-1-17 0,1 2-21 0,-1-5-22 15,-1 2 24-15,2-4-25 0,-1-3 49 0,-1 1-12 16,1-1-15-16,0-2-18 0,-1 2 17 0,1 3-19 0,0 0 25 15,0 2 0-15,1 0-10 0,0-1-9 0,0-3 12 0,-1 1-18 16,1-3 8-16,1 0 0 0,1 0-11 0,0-3-20 16,1 1 22-16,1 0-26 0,2 2 21 0,0 2-4 0,2 1-9 0,1 2-8 15,-1 2 5-15,2 0-7 0,2 1 5 0,2 0-1 16,-1 2-3-16,2 0-13 0,1 3 14 0,-3-1-10 16,1 5 20-16,1-1-3 0,-1 3-7 0,0-1-7 0,0 2 4 0,-2 2-4 15,-1 0 7-15,-1 2 2 0,-6 1-3 0,-1 1-13 0,-1 1 15 16,0 1-11-16,1-1 20 0,0 2-3 0,1 0-6 0,-2 1-4 15,-1 1 3-15,-1 0-2 0,-2-1 6 0,0 1 0 0,4-2 0 0,0 0-12 16,0-1 11-16,-1 1-8 0,-3 0 16 0,-1-2-3 16,2-1-8-16,2-1-18 0,1-2 18 0,0 1-13 0,4-2 23 0,1 0-2 0,2-1-10 15,-2 0-14-15,3-1 19 0,1 0-14 0,2 0 25 0,8 0-4 16,4 1-10-16,-2 2-6 0,-2 1 6 0,-1 1-6 0,-6 1 10 16,-2-1 2-16,-4 3-2 0,-3-3-16 0,-2 3 16 0,-2 0-13 0,-2 1 27 15,-1 1-2-15,-3 0-8 0,-1 3-8 0,-1 0 10 0,-2-1-6 16,-2 1 24-16,0-2 0 0,-3 1-2 0,0 1-23 0,1-1 18 15,0 0-18-15,2-3 15 0,1-1-3 0,6-1-12 0,-1 0-9 16,0 2 8-16,2 0-8 0,-4-1 13 0,2-2-2 0,1-1-2 0,3-2-10 16,2-2 4-16,0-1-7 0,2 0-11 15,1-1-1-15,2-2-6 0,5-4-25 0,3-2-4 0,1-3-8 0,-3-1-50 0,0 2-18 16,0-1-21-16,4 3-162 0,4-1-101 0,2 2-26 0</inkml:trace>
  <inkml:trace contextRef="#ctx0" brushRef="#br0" timeOffset="104501.97">8533 4006 1520 0,'0'6'-169'0,"-1"0"382"0,-1-1-30 0,1 1-39 0,-2 0-61 0,2 2 2 0,1-1-34 0,0 0-26 0,0 0-4 0,0 2-11 0,4-3-6 0,-2 0 3 0,0 2-5 0,0 0 0 0,2-1 0 0,-1 0-1 15,2-3-11-15,-1 1 2 0,0-1-10 0,0-3-91 0,1 1-91 16,-2 0-49-16</inkml:trace>
  <inkml:trace contextRef="#ctx0" brushRef="#br0" timeOffset="104783.79">9172 3662 1928 0,'-3'-2'-223'0,"-3"2"437"0,-1 2-33 15,1 1-67-15,-3 3-37 0,1 3 7 0,0 1-33 0,-3 6-6 0,0 0-9 16,-1 0-9-16,-1 4-16 0,2-1 6 0,-1-1-10 0,-1 2 5 0,2-2 0 16,-1-1-3-16,-1 2-18 15,-1-1 14-15,2 0-16 0,-1 1 23 0,1-4-3 0,3 1-8 0,0 0-12 0,3-3 15 0,0 1-15 16,-1-2-10-16,2-3-21 0,0 0-22 0,0 1-81 15,-1-4-53-15,2 2 23 0,-2-3-267 0,1-1 267 0,2-3-21 0</inkml:trace>
  <inkml:trace contextRef="#ctx0" brushRef="#br0" timeOffset="104949.05">8843 3639 1120 0,'-2'0'143'0,"-1"0"18"31,1 2 35-31,-1 2-79 0,1 1 57 0,0 0-26 0,0 3-25 0,1 5-38 15,1 2 19-15,1 4-34 0,3 3 15 0,1-1-14 0,4 0-21 0,1 4-29 16,3-2 14-16,-2-2-22 0,3 2 14 16,0-5-9-16,3 0-13 0,4 0-6 0,2 0 8 0,0 1-7 0,3 1 4 0,-4-5-2 15,-1 0-7-15,1-3-43 16,0-1-23-16,-2 1 2 0,1-1-132 0,-3 2-135 0,-2-1-38 0</inkml:trace>
  <inkml:trace contextRef="#ctx0" brushRef="#br0" timeOffset="105451.01">9874 3701 1774 0,'-7'0'-105'0,"3"0"245"0,0 3-19 0,2 1-23 0,1 2-51 0,-1 2 5 0,1 2-28 0,1 3-7 0,0 1-4 0,1-1-7 0,1 3-12 0,0-2 14 0,2 1-14 15,0 0 21-15,1-2-3 0,-1 1-7 0,-1 0-7 0,2-1 5 16,-2-2-5-16,3 1 8 0,0-2 0 0,0 1-5 16,0 1-24-16,-2-2-8 0,1-1-5 0,-2 0-103 0,-2-1-107 15,1-2-42-15</inkml:trace>
  <inkml:trace contextRef="#ctx0" brushRef="#br0" timeOffset="105592.5">9719 3907 1068 0,'-6'-2'325'0,"2"1"-203"16,-1-2 133-16,2 2-101 0,2-1 25 0,0 2-49 0,1 0-7 16,0 0-29-16,0 0-42 0,0 0-35 15,2-1 4-15,1-1-15 0,3-1 1 0,3 0-3 0,1 0-4 0,5-1-12 16,2 0 12-16,2-1-11 0,2 1 20 16,-1-1-4-16,-1 1-8 0,3-2-63 0,-1-1-11 0,3 1-13 0,5-2-120 0,0 0-97 15,1 2-33-15</inkml:trace>
  <inkml:trace contextRef="#ctx0" brushRef="#br0" timeOffset="106035.3">10516 3624 1126 0,'-1'-3'162'0,"0"-2"19"15,1 2 15-15,-1-1-67 0,1 2 8 0,0 0-31 0,0 0-37 0,0-1-24 16,0 1 13-16,-1 0-19 0,0 1 21 15,0 0-9-15,-2 1-13 0,0-2-24 0,-3 2 15 0,1 0-21 0,-4 3 24 16,1 0-5-16,-2-1-10 0,-3 5-22 16,0 0 21-16,-1 2-21 0,0 1 26 0,0-2-4 0,0 0-14 0,0 1-3 15,1-2 5-15,2 5-5 0,-2-1 8 0,4-2-5 0,0 0-3 0,3 0-13 16,1 0 15-16,3-2-11 0,1-1 26 0,1-2-8 16,1-1-10-16,2 0-12 0,3 0 13 0,2 0-8 0,1-2 26 15,2-1-3-15,0 0-9 0,1 0-10 0,1 0 9 0,-1 0-9 16,1 0 12-16,-2 0-3 0,-1 0-6 0,-1 1-12 0,-1 2 13 15,-2-1-10-15,-1-1 22 0,-1 2-4 0,0 1-8 0,-2-2-15 0,0 4 16 16,-1-3-12-16,-1 1 23 0,0 1-3 0,-1-1-8 0,-2 3-2 16,0-2 2-16,-2 1-1 15,2 1 6-15,0-2-2 0,0 0-4 0,0 1-13 0,-1-1 13 0,2 0-10 0,1 1 22 0,-1-3-5 0,2 1-7 16,0 0-2-16,1-1 2 16,2-2-1-16,1 1 2 0,1 1 2 0,1-2 0 0,3 1-3 0,1-2 6 0,0 0-4 0,2 0 11 15,0 0-6-15,-1 1-4 0,0-1-14 0,0 0 13 0,-1 1-9 16,-1-1 19-16,0 1-5 0,0 1-9 0,1-1-11 0,-2-1 11 0,-1 1-13 15,0 1-42-15,-3-2-32 0,2 0-41 0,-1 1-232 0,0 0-195 16,-3 3-21-16</inkml:trace>
  <inkml:trace contextRef="#ctx0" brushRef="#br0" timeOffset="112733.45">6233 13809 354 0,'0'0'66'0,"0"-1"71"0,-1 1 47 0,1 0-66 0,0 0 14 0,0 0-23 0,-1 0-29 0,1 0-34 0,-1-2 26 0,0 2-35 15,0 0 43-15,0-1-5 0,0 1-13 0,1-1-45 0,-2 1 23 16,2-2-36-16,-1 2 39 0,-2-5-3 0,2 3-10 0,0 0 1 16,2-3 15-16,2 1-16 0,-2-1 12 0,2 0-2 15,-6 0-6-15,1 0-8 0,-1-1 2 0,-1 0-7 16,1 0 13-16,-2-2-6 0,1 1-6 0,-1-1-9 0,0 2 6 15,0-2-7-15,0-1 4 0,0 1-1 0,0 1-5 16,-1-4-2-16,2 1 8 0,-1-1-9 0,2-1 8 0,-2 2 0 0,2 0-5 0,-1-1-3 16,2 1 7-16,0 0-7 0,-1 0 3 0,1-2-2 0,1 1-5 0,0-1-12 15,1-1 16-15,0 0-11 0,1 2 19 0,2-1-2 16,0 1-13-16,0-1-16 0,1 0 24 0,0-1-18 0,2 1 33 0,-2 1-7 16,1 0-14-16,0 0-4 0,2 1 11 0,-1 3-7 0,1 1 13 15,-2 0-3-15,1 2-9 0,-2-1-9 0,1-1 10 0,-2 3-7 16,2 3 19-16,-2-2-5 0,0 2-5 0,0 2-15 0,-1-2 16 0,0 3-12 15,-4 1 22-15,0 3-6 16,-2-1-10-16,1 3-1 0,3-3 0 0,0 2 2 0,0 0 9 16,0-2-3-16,0 6-6 0,-2 1-7 0,4-3 5 0,1 1-3 0,-1 0 11 15,2-1-5-15,-4-3-2 0,0 0-14 0,0 1 13 16,0-3-9-16,0-1 20 0,0-1-5 0,1 1-10 0,-1-3-9 16,2 2 13-16,-4-2-9 0,1 1 19 0,-1-2-6 0,0 0-8 0,4 0-11 0,1 0 15 15,0-2-8-15,1 2 22 0,-1-1-2 0,2 1-11 16,-2 0 0-16,-1 0 1 0,2 3-2 0,-1-1 3 0,0 1-3 0,-1-1 1 15,2 2-7-15,-2-1 5 0,0 1-2 0,1 1 12 0,0-2 1 0,-2 3-4 16,1-3-13-16,-1 1 13 0,-1 0-12 0,0 0 14 16,0 0 0-16,0 0-6 0,-1-1-4 0,-1 1 5 0,1 0-4 0,-1-1 8 0,-1 1 1 15,1-1-5-15,-1 0-16 0,-1 1 19 0,1-2-15 0,1 1 22 0,-1-2-3 16,-1 2-11-16,1-3-5 0,-1 0-1 0,1 0-2 0,0-2-33 0,-1 0-13 0,2-1-19 16,-1 0-73-16,2-1-17 15,-1 0-20-15,0-1-205 0,2 2 237 0,0 2-46 16</inkml:trace>
  <inkml:trace contextRef="#ctx0" brushRef="#br0" timeOffset="113082.39">6375 13525 739 0,'0'-2'290'0,"-1"1"-91"15,0 0-10-15,0-1-117 0,-1 1 43 0,2 0-32 0,-1 0-36 0,1 1-22 0,-1-2 10 0,1 2-13 0,0 0 18 0,0 0-10 0,-1 2-11 0,1 1-30 0,0 1 26 16,0 1-27-16,1 1 33 0,1-1 4 0,0 1-11 0,1-1-3 16,0 0 11-16,1 0-13 0,0 1 27 0,1-3 0 15,0 0-10-15,1 0 6 0,-1-2 10 0,2 0-12 0,0-1 10 16,1 0-4-16,-1-2-7 0,-1 2-11 0,2-4 6 0,-2-1-10 15,-1 1 9-15,-1-1-6 0,-2-1-5 0,-1 3-11 16,-1-1 14-16,-1 0-13 0,-1 0 20 0,0 0-5 0,-3 0-10 0,1-1-13 16,-3 1 12-16,-2-1-10 0,0 0 18 0,-1-1-5 0,0 1-9 0,1 0-15 15,1-2 12-15,1 3-11 0,1 2-7 0,3 1-22 16,0-1-28-16,-1 4-100 0,1 0-67 0,-2 1-15 0,4 4-45 16</inkml:trace>
  <inkml:trace contextRef="#ctx0" brushRef="#br0" timeOffset="115160.45">6242 14612 527 0,'-2'0'146'0,"0"-2"41"0,-1 0-104 0,0 0-24 0,1 0-9 0,0-1-13 0,0-1-19 0,-1 1 11 0,1-3-15 16,0 3 18-16,1-2-3 0,3-2-15 0,0 2-12 16,0-1 23-16,3 0-23 0,-5 1 30 0,-1-1-3 0,0 1-7 0,0-2 2 15,-1 0 13-15,0 0-12 0,1 0 31 0,-1-2-7 16,0 0-12-16,-1-2-16 0,0 1 9 0,0 0-16 0,-2-3 8 15,3-1-2-15,-3 0-2 0,2-3-1 16,-1 3 7-16,-2-1-7 0,3 0 20 0,-3-1-7 0,3 1-9 0,-1-4-7 16,1-2 9-16,-1-1-11 0,2 3 5 0,1 1-4 0,0 0-7 0,1 4-7 15,1 1 7-15,1-1-5 0,1 2 13 0,0 1 0 0,0 1-6 16,2 0-19-16,-1 0 27 0,1 1-22 0,-1 1 34 0,1 0-6 16,-1 2-15-16,1-1-11 0,-1 2 13 0,1 2-10 15,-1-3 16-15,0 5-2 0,-2 0-10 0,1 0-19 0,1 1 18 0,-2-2-16 0,0 2 27 16,-2 2-5-16,-2 0-11 0,1 1-3 0,1 2 12 0,1 0-6 15,2 3 13-15,-1-1-4 0,1 2-8 0,-1 2-14 16,-1-3 12-16,0 3-10 0,-1-1 24 0,0 0-6 0,0-1-7 0,-1 0-9 16,0-1 9-16,1-1-4 0,-1 0 15 0,0-3-4 0,1 1-7 0,0-3-16 15,0 1 17-15,0 1-12 0,1-2 24 0,0 1-6 0,0-1-11 16,1 1-1-16,-1 0 5 0,1-2-1 0,0 1 1 0,-2 0 2 16,2-1-5-16,0 0-18 0,-1 1 20 0,2-2-18 0,-2 0 23 0,2 0 0 15,0 0-6-15,2-2-15 0,1 0 20 0,0-1-14 0,1 1 23 16,0 0-4-16,1 1-10 0,0-2-9 0,1 2 12 0,-2 1-8 15,1 0 19-15,-2 0 1 0,-2 0-5 0,1 3-24 0,-1-2 21 0,1 2-18 16,-2-1 25-16,1 2 0 0,-1-1-13 0,-1 0-2 0,0 3 12 16,0-1-9-16,-2 0 12 15,1 0 0-15,-1 0-4 0,-1 1-21 0,-1 3 26 0,-1-2-20 0,1 0 38 0,-3-1 1 16,2 0-15-16,-2-1 4 0,1 2 9 0,-1-4-11 0,1 2 1 0,-1-1 2 0,-1 0-1 16,-1-1-29-16,-1-1 18 15,-1-2-19-15,2 0 27 0,1 0-7 0,-1-2-10 0,1 0-18 16,2 0 15-16,-1-1-12 0,1 1 26 0,0 0-4 0,1 1-10 0,1 0-40 15,-3 0 5-15,3-1-14 0,-2 2 5 0,0 0-14 0,1 0-6 16,0 0-50-16,0 2-27 0,1-2 0 0,1 2-119 0,1-1-45 0,-1 2-38 0</inkml:trace>
  <inkml:trace contextRef="#ctx0" brushRef="#br0" timeOffset="115460.89">6502 14250 872 0,'0'0'149'0,"0"2"37"0,-1-1-91 0,1 2-5 0,0-1-16 0,2 1-18 0,0 3-9 0,0 1 22 0,2 0-22 0,-1 2 26 16,2-2-16-16,-2 2-18 0,2 0-27 0,0 2 1 0,0 3-10 0,0 0 5 16,-1 0 1-16,0-5-2 0,1 1-7 15,-2-1 6-15,1 0-7 0,1 4 4 0,-1 1-1 0,0 0-2 16,0 0-30-16,0-2-36 0,-1 1 12 0,2 0-217 16,-2-2-158-16,-1 4-56 0</inkml:trace>
  <inkml:trace contextRef="#ctx0" brushRef="#br0" timeOffset="118833.74">3933 13840 269 0,'-2'0'29'0,"1"0"14"0,0 1-34 0,0 0 32 0,1-1-33 0,0 3 64 0,-1-3-8 0,1 0-17 0,0 0-3 0,0 0 29 0,0 0-28 0,0 0 28 15,0 0-15-15,0 0-16 0,0 0-31 0,0 0 16 0,0 0-17 16,0 0 18-16,0 0-4 0,0 0-12 0,0 0-4 0,1 1 4 15,0 0-6-15,0 0 3 0,2-1 2 0,-2 2 7 0,1 0-8 0,0 0 3 16,0 0-2-16,2-1 5 0,-1 1-3 0,-1 0-7 0,2 1-4 16,-1-1 8-16,-1 0-8 0,2 0 3 0,-1 1-1 0,0-1-3 0,2 0 3 15,-1 0-2-15,0 1 5 0,1-2 7 0,1 2 3 0,0-5 3 16,2 1-12-16,-2 0 24 0,2 0-18 0,0 1 25 16,-1 1-11-16,1 1-17 0,1 0-11 0,-2 0 11 0,2 1-7 0,-1-1 16 15,0 0-1-15,0 0-10 0,0 1-19 0,0 1 25 0,0-3-22 16,-1 1 31-16,2 1-5 0,-1 0-10 0,1-2-9 0,-1 1 6 0,0 1-2 15,1-2 14-15,0 0-1 0,1 1-9 0,0-1-17 0,0 0 28 16,-1 1-24-16,-4-1 26 0,-1 0-2 0,1 0-12 0,0 1-3 16,5-1 0-16,1 0 0 0,0 2 5 0,-1-2-1 0,0 0-4 0,0 2-12 15,1 0 16-15,1-1-12 0,-3 1 21 0,-2-2-10 0,2 1-8 16,-1 1-4-16,1 0 2 0,0-3 2 0,-1 1 13 0,0 0-5 16,-1 0-3-16,2-1-4 0,0 0 7 0,1 0-3 0,1-1 15 15,0 1-8-15,2-1-9 0,-1 1-3 0,3 1 3 0,-1-1 1 0,1 0 11 16,-1 0 2-16,1 0-6 0,1 0-7 0,-1 0 11 0,0 0-11 15,2 0 12-15,-1 0-3 0,0 0-5 0,1 0-16 0,1 0 14 16,-1-1-12-16,0 0 21 0,-1-1 1 0,-7-2-7 0,1 1-3 0,-1 0 6 16,1-2-7-16,7 1 8 0,-1-1-4 0,1 0 0 0,1-2-16 15,1 2 15-15,-2 0-11 0,0-1 19 0,1 2-2 0,1-1-13 0,2 2-1 16,1 1 6-16,-1-1-5 0,0 1 4 0,0 2-3 0,-1-2-2 16,1 1-6-16,-1 0 6 0,1 0-2 0,-1-1 22 0,0 2-9 15,0-1-6-15,-1 0-17 0,0 2 12 0,-6 2-8 0,-1-2 26 16,-2 0-9-16,1-2-12 0,6-2 1 0,2 1 3 15,-1 0 1-15,0-1 12 0,0 0-3 0,-3 0-4 0,3 1-25 16,-1-2 22-16,-2 1-18 0,5 0 36 0,-3 0-11 0,4 0-10 0,1 3 1 16,-1-1 2-16,3 1 4 0,0 0-2 0,-2 1 2 15,2 1-6-15,0 0-5 0,1 1 14 0,-1-2-12 0,-3 0 9 0,-1 1 2 0,-6-1-3 16,-3 2-14-16,0-2 11 0,0 1-10 0,5-2 13 0,0 3-2 0,0-2-5 16,-2 1-3-16,-3-1 7 0,1 0-3 0,-1-1 8 15,-2 0-4-15,0 0-6 0,0 0-7 0,-1 0 11 0,1 0-5 0,-3 0 13 16,1 0-3-16,0 0-4 0,-2 1-14 0,1-1 12 0,0 0-9 15,-2 2 17-15,0-2-1 0,-1 1-7 0,0 0-9 16,1 1 12-16,-3-2-9 0,0 1 11 0,0-1 4 0,-1 0-11 16,2 1-11-16,-2-1 20 0,0 0-16 0,0 0 20 0,0 0-5 15,0 0-8-15,0 0-2 0,0 0-1 0,0 0 2 0,0 0-5 0,0 0-10 16,0 0-10-16,0 0-57 0,0 0-6 0,0 0-14 0,0 0-80 16,0 0-65-16,-2-5-53 0</inkml:trace>
  <inkml:trace contextRef="#ctx0" brushRef="#br0" timeOffset="120570.9">2287 14263 381 0,'-4'3'182'0,"2"-3"-89"0,-2 0 124 0,0 0-145 0,0-1 31 0,0-1-47 0,1 1 25 0,-1 0-12 0,1-1-19 0,-1 1-18 0,1 0 8 0,0 0-14 0,-2-2 10 15,2 0-3-15,-3 3-8 0,1-1-19 0,0 0 24 16,-2 0-21-16,2-1 20 0,-1 2-3 15,1 0-11-15,-1 0-15 0,1 3 14 0,1-2-14 0,-3 0 8 0,2 3 4 0,-2-1-12 16,0-1-12-16,2 2 18 0,-1 1-18 0,1 1 21 0,0-3-5 0,-1 4-5 0,-1-2-7 16,1 1 5-16,0-1-1 0,-1 1 11 0,1-1 3 0,0-1-7 15,0 2-15-15,2-2 26 0,-1 0-22 0,2-1 28 0,0 0-4 16,2 0-11-16,-1-2-5 0,2-1 3 0,0 1-3 0,0-1 8 0,0 0-2 31,2 1-5-31,0-1-14 0,1 0 16 0,1 2-12 0,0-1 24 0,1-1-1 16,0 0-10-16,2 0 1 0,-1 0 7 0,0 0-4 0,2 0 8 15,-1 0 0-15,1 0-4 0,0 0-20 0,1 0 17 0,1 0-14 0,0 0 25 0,-1 0-5 0,0 3-11 0,1-1-23 0,1 1 24 16,0 2-19 0,2 0 29-16,-4 1 0 0,0-2-13 0,-3-3-16 0,0 2 23 0,0-2-20 15,-2 1 30-15,-1 1-7 0,0 2-12 0,-1 1-4 0,-1-1 13 0,-1 2-8 0,-1 0 25 0,0 0-4 0,-1 1-9 16,-2 1-4-16,0 0 16 0,-1 1-8 0,0-1 24 0,-3 0-11 31,0 1-15-31,-2 1-10 0,-3-1 1 0,1 0-1 0,0-1 4 16,-2-1-2-16,0-2 0 0,-2 1-8 0,-1-1 4 0,1-2-3 15,2 0 5-15,-1-2-3 0,2 0-6 0,0 0-9 0,2-1 15 0,2-1-9 16,1 0 21-16,4 0-7 0,-1 0-8 0,2-1-10 0,1 0-1 16,-2-2 1-16,2-1 3 0,1-1-3 0,0-1-5 0,1-2-57 15,0 1 7-15,0-2-22 0,1-3-30 0,1 2-4 0,0-2-19 0,2-2-51 16,-1 1-43-16,2-3 1 0,0 0 45 0</inkml:trace>
  <inkml:trace contextRef="#ctx0" brushRef="#br0" timeOffset="120808.63">2286 14002 564 0,'1'0'181'0,"-1"0"-123"0,0 0 73 0,0 1-55 0,0 3 6 0,3 1-15 0,-2 3 28 0,1 0-5 0,0 1-19 0,1 1-20 15,-1 1 24-15,1-2-33 0,1 4 18 0,-1 0-19 0,0 0-16 0,3 3-11 16,-1 1 3-16,2 0-1 0,2 1-1 0,-1-3-4 0,-1 0-9 15,-2 1-3-15,1-3 3 0,0 1-2 0,0 0 8 0,1-1 1 16,-1 1-1-16,0-2-8 0,0 3 2 0,0-5-4 0,-2 0 2 16,2-1 2-16,-1-1-1 0,2-2-12 0,-1-1 16 0,1 0-14 0,0-1 9 15,1-1-22-15,0-2-18 0,2-1-161 0,0-3-82 0,2 0-5 16,-2-1 17-16</inkml:trace>
  <inkml:trace contextRef="#ctx0" brushRef="#br0" timeOffset="121066.35">2603 14298 733 0,'0'11'-67'0,"0"-5"137"16,2-3-9-16,0 1-24 0,3-3 7 0,-1 1 20 0,2-2-22 0,1-2 15 16,0 0-5-16,-1-2-13 0,2 0 4 0,0-1-2 0,0 0-2 15,-1 0 6-15,-1 1 5 0,-1-1-2 0,-2 1 42 0,1-2 13 0,-2 2-5 16,0-1-11-16,-1 1-10 0,-1-1-12 0,0 2-10 15,0-3 14-15,-1 1-11 0,-1 0 7 0,-2-4-10 0,0 2-17 0,-1-2-26 0,-1 0 6 16,-1 0-11-16,0 2-1 0,1 0 0 0,0 1-4 0,0 2-2 16,1-1 3-16,1 4-3 0,0-3-5 0,-1 2-6 0,1 2-9 15,-1 0-57-15,2 0-1 0,-2 4-22 0,2-1-93 0,-1 3-53 16,0-2-49-16</inkml:trace>
  <inkml:trace contextRef="#ctx0" brushRef="#br0" timeOffset="121914.93">2879 14202 996 0,'-2'0'89'0,"-1"0"19"0,1 0 9 0,0 0-32 0,1 0 8 0,1 1-21 0,-1-1-19 0,1 0-44 0,0 0 23 0,0 0-30 0,-1 3 25 0,1-1-9 16,-1 2-14-16,1 1 1 0,0 2 6 0,0 0 0 0,1 4 19 15,1-3-4-15,-1 5-5 0,1 0-20 0,2 0 22 0,-1 4-19 0,2-3 21 16,-1 1-6-16,0 2-13 0,-1-1-11 0,0-4 12 0,1-1-10 16,0 2 14-16,0-1-2 0,0 6-10 0,-1-3-1 0,1-1 2 15,-1-2-1-15,-1-2 4 0,2-3-2 0,-3 1 0 0,0-1 0 0,0 0-2 16,-1-3 3-1,0 2 10-15,0-2-3 0,0 1 1 0,-1-1-17 0,-1 0 13 0,1-3-9 16,-2 2 23-16,2-2-7 0,-1-1-8 0,0 0-10 0,-2 0 10 0,1 0-5 16,-1-2 36-16,-2-2-6 0,0-3-4 0,0-2-17 15,-1 1 12-15,-1-4-10 0,0-2 14 0,0 2-5 16,3-3-9-16,-2 0-8 0,0-3 10 0,2 0-6 0,0 1 17 0,2 2-8 0,-1 5-10 0,3-2-4 16,1 2 4-16,0-2-1 0,0-1 8 0,1 3-2 0,3 0-2 0,-2 0-20 15,2-1 21-15,1 1-17 0,-1 0 24 0,2 1 2 0,-3 1-11 0,2 1-13 16,0 0 17-16,0 0-15 0,1 0 23 0,-1 2-5 0,1 0-11 0,-1 1-4 15,1 0 6-15,0 0-4 0,0 2 7 0,1-2-2 16,-1 1-4-16,0 2-4 0,1 0 0 0,0 0-1 0,2 1 3 0,0 0-1 16,0 0-3-16,1 0 2 0,-1 2 1 0,-1 1 0 0,0 1 1 0,-3-1 3 15,1 1-3-15,-2 1-9 0,1-1 12 0,-2 1-9 0,1 3 22 16,-3 0-5 0,-1-2-9-16,0 3-5 0,-2-1 6 0,-2-1-4 0,1 2 12 15,-3 0-6-15,2 0-4 0,-2-1-2 0,0-2 2 0,1 1 0 16,-1 1 5-16,1-2-4 0,-2-1-5 0,1 0-8 0,1-2 2 15,-1-2-3-15,2 0-16 0,-1-1-10 0,2-1-13 0,0-2-39 0,1 0-7 16,2-3-6-16,-1 0-54 0,2 0-30 0,1-1-25 0,2 0-212 16,0-1 252-16</inkml:trace>
  <inkml:trace contextRef="#ctx0" brushRef="#br0" timeOffset="122232.23">3133 14226 458 0,'3'0'86'0,"2"-2"5"0,0 0 67 0,1-2-34 0,2 1-36 0,0-2-18 0,0-1 19 0,1 1-22 0,2-1 32 0,-1-1-18 0,1 0-27 0,0-1-10 0,-3 0 3 0,2 1-11 15,-5-1 0-15,-3-1-10 0,3 1-7 0,-1-1-11 0,5 1 14 16,1-1-10-16,-1 0 10 0,0 1-2 0,-1 1-12 0,-1 0-15 16,-2 0 18-16,0 1-16 0,-1 2 19 0,-1-1 0 15,-2 1-9-15,-1 0 7 0,0 1 2 0,-1 0 1 0,-3-1 8 0,0 2-3 0,-3 2-3 16,0-2-15-16,1 2 6 0,-1 2-7 0,-1 1 4 15,1 3-5-15,-1 1-2 0,1 2-2 0,-1 0 4 0,1 1 0 0,1 3 9 16,2 1-4-16,-1 2-6 0,6 0-7 0,2 1 6 0,1 0-5 0,1-3 8 16,-5-2 4-16,-1 0-1 0,1-1-12 0,-2 1 9 15,2-3-9-15,6 0 9 0,0-3 3 0,2-1-6 0,-1-1-14 0,2-1 19 16,1-2-16-16,1 0 17 0,0-1 3 0,0-2-8 0,0-1-23 0,-2-1-10 16,0 2-7-16,-2-2-56 0,-3 1-19 0,1 0-16 0,-2-1-140 15,0 3-55-15,-2-5-28 0</inkml:trace>
  <inkml:trace contextRef="#ctx0" brushRef="#br0" timeOffset="122691.38">2643 14131 391 0,'-5'0'135'0,"-2"0"45"0,0 0-96 0,-1 0 8 0,2 2-16 0,-2 0-17 0,-1 1-44 0,1-1 20 0,0 2-28 0,-1 0 31 0,1-1-5 0,0 0-17 0,2 3-17 0,-1-1 23 0,1-1-24 15,0 3 27-15,1-2-3 0,0 3-10 0,0 1-12 0,1 0 4 16,0 0-4-16,1 2 30 0,-1-2-5 0,1 2 1 0,1 0-33 16,0-1 16-16,0 2-19 0,1 1 28 0,1-2-10 0,0 1-13 15,3 2-7-15,-1 0-13 0,1-1 6 0,3 0-105 0,1-6-94 0,0 1-37 0</inkml:trace>
  <inkml:trace contextRef="#ctx0" brushRef="#br0" timeOffset="186662.23">16128 8427 484 0,'0'-2'158'0,"-1"-1"186"0,-1-3-150 0,2 3-14 0,-2-1-29 0,-1 0 1 15,1 3-27-15,-1-3-39 0,2 1-24 0,-1 1 18 0,2 2-27 0,0 0 12 16,0 0-18-16,0 1-25 0,2 4 0 0,0 3 14 16,2-1-12-16,1 8 25 0,0-3-6 0,0 4-8 0,-1 5-10 15,-2-1 13-15,4 1-16 0,0 5 10 0,7 0-7 0,-1-2-12 16,-1 3-7-16,1-4 9 0,-1-4-9 0,1 5 16 0,-2-1-6 16,0-1-9-16,-2 0-10 0,-1-7 12 0,0-1-10 0,2 2 18 15,-1-1-5-15,-1 1-7 0,1-4-4 0,-1-1 4 16,0-5-3-16,-2 0 7 0,0-2 0 0,1 1-2 0,-2 0-14 0,2 1 9 15,-1-1-10-15,0-1 15 0,-3-1-1 0,0-1-2 16,0-1-6-16,0 0 2 0,-1-1-2 0,-1 1 10 0,0-1 0 0,0 0-3 0,0-1 0 16,-3-1 0-16,0-2 1 0,-3 0 1 0,1-2-6 0,-3-1-1 15,-2 1-8-15,1-1 4 0,-2 0-1 0,-1 0 8 0,1 2 0 16,0-1-5-16,-2 1-16 0,-1 0 20 0,1-1-14 0,-1 3 22 16,1 1-3-16,1 0-10 0,1 0-6 0,0 2 8 0,1-1-5 15,0 1 14-15,1 1-3 0,3 1-5 0,1 0-12 0,0 0 11 0,-1 0-8 16,-4 2 20-16,1 0-7 0,1 0-5 0,1 1-17 0,0 1 15 15,2-1-9-15,0 2 26 0,0 0-5 0,2 1-9 0,1 2-9 16,-1 1 6-16,3 1-5 0,0 2 12 0,0 0-2 0,3 1-4 0,0 0-12 16,0 2 17-16,2-6-11 0,0 1 25 0,0-2-3 0,1-2-8 15,0 2-14-15,2-1 15 0,1-2-11 0,0 1 24 0,0-3-3 16,0 2-10-16,-4-5-15 0,0 1 14 0,0-2-10 0,0 0 22 0,5-1-6 16,-1-1-11-16,3-2-2 0,1 0 1 0,1 0 1 0,-1-2 5 15,-2 2-1-15,1-2-5 0,-1 0 0 0,0 0 1 0,-1 1-1 16,0-1 4-16,-2 1 0 0,1 0 2 0,-1 1-19 0,0-3 14 0,-1 3-14 15,-2-4 11-15,1 2-8 0,-3 0-14 0,2 0-36 0,-1-3-10 16,1-2-7-16,-1-5-63 0,-1-1-28 0,1 0-23 0,-2-4-111 16,0 1-115-16,4-1 7 0</inkml:trace>
  <inkml:trace contextRef="#ctx0" brushRef="#br0" timeOffset="186846.55">16434 8707 1573 0,'0'6'139'0,"0"2"30"0,2-1 6 0,4-1-44 0,0-1-54 0,3-1-54 0,-1 0 3 0,0 0-20 0,4-3 17 0,-2 1-8 0,1 0-1 0,1-1-21 0,1 0 9 0,-2-1-12 15,0-1-25-15,-4 0-26 0,0-2-24 0,-2 1-103 16,1-1-52-16,-3-2 27 0,0 0-122 0,-3-2 2 0,-4 0 25 0</inkml:trace>
  <inkml:trace contextRef="#ctx0" brushRef="#br0" timeOffset="186942.28">16507 8665 160 0,'-16'-10'137'0,"-3"-3"42"0,-1 0 245 16,1 1-145-16,0 5-85 0,0 2-71 0,1 1 8 0,2 1-9 15,2 2-18-15,1 1-17 16,3 0-21-16,1-1-36 0,4 1 13 0,1-2-26 0,1 2-2 0,2 0-3 0,0-3-11 0,1 0-8 16,1 0-4-16,2 0-7 15,0-3-74-15,2 3-36 0,1-3-36 0,0-1-169 0,2-2-123 0,7-1-11 0</inkml:trace>
  <inkml:trace contextRef="#ctx0" brushRef="#br0" timeOffset="187179.05">16616 8369 1190 0,'-9'24'-345'0,"-1"-13"676"0,0 1-61 16,2 3-109-16,1-1-54 0,4-2 26 0,0 1-55 0,1 0 0 16,2-3-15-16,2-1-22 0,1 1-15 0,1-1 4 0,3-2-10 15,4-2 12-15,0 1-4 0,2-3-2 0,-2 5-14 0,0-2 14 16,2 2-15-16,3 1 20 0,4-2 1 0,0 0-9 0,0 0-8 16,-2 2 16-16,-3-1-19 0,-2 1 43 0,-4 0-1 15,-1-1-2-15,-2 1-9 0,-2 1 9 0,-2 1-16 0,1 1 8 16,-3 2-14-16,0-3-12 0,-3 4-18 0,1-4 11 0,-2-1-10 15,0 1 20-15,0-5-8 0,0 0-10 0,1-1-20 0,0-3 0 16,0-1-10-16,0-1-39 0,1-3-16 0,-2-2-20 0,2-4-74 16,0-2-52-1,-1-3 4-15,-1-3-240 0,4-5 269 0,0 1-20 0</inkml:trace>
  <inkml:trace contextRef="#ctx0" brushRef="#br0" timeOffset="187347.31">16771 8159 1471 0,'-4'8'190'0,"0"1"-15"16,3 2 23-16,1 3-87 0,5 2 21 0,0 0-28 16,4 5-39-16,1 7-35 0,2 0 6 0,1 2-19 0,3 0-5 15,1-7-2-15,1 0-7 0,4 2-4 0,0-1 9 0,0-1-8 16,-1-2 8-16,-4-9-11 0,0-3-10 0,-1 0-49 0,-1-4-21 16,0 4 0-16,-2 0-131 0,-3-2-5 0,-3 0 8 0,-1-3-182 15,-4-1 204-15</inkml:trace>
  <inkml:trace contextRef="#ctx0" brushRef="#br0" timeOffset="187479.74">16874 8474 1280 0,'-18'-17'-384'0,"12"6"779"0,0-1-66 0,3 1-115 0,2-1-81 15,2 2 28-15,1 0-69 0,2-2 3 0,3 2-17 16,0-1-22-16,3-5-23 0,0 2 2 0,2-1-14 0,4-2-10 16,1 3-19-16,1-1-11 0,2-3-123 0,-1 1-142 0,0-3 57 15,5 3-185-15</inkml:trace>
  <inkml:trace contextRef="#ctx0" brushRef="#br0" timeOffset="188676.64">25913 15156 559 0,'-5'-2'180'0,"1"-1"237"0,-4-1-308 0,0-1-37 0,0-1-39 0,-2 1 37 0,2 1-6 0,-2-2-15 0,-2 1-2 0,0-1 12 0,-1 0-17 0,-1 3 25 0,1-4-5 16,1 5-6-16,-3-4-26 0,2 4 10 0,-1 1-20 0,-2 1 18 15,1 1-9-15,0 3-5 0,-6 0-30 0,2 2 20 16,-2-1-22-16,-4 4 33 0,5-3-7 0,-1 3-11 0,2 0 3 16,0 0-8-16,-3 2 6 0,-4 1-7 0,-3 0-1 0,-2-1 2 0,0 2-16 15,3 1 12-15,-1-1-11 0,1 3 32 0,3-2-10 16,5-2-11-16,3 1-9 0,5-1 11 0,1-2-8 0,2-2 16 16,3-2-1-16,1-2-6 0,4-2-14 0,0 2 17 0,2-2-16 15,1 1 15-15,3 0 4 0,0 2-2 0,1-1-7 0,2 1 11 0,0-2-10 16,1-1 16-16,2 3-1 0,0-2-8 0,4 6-11 0,2-1 13 15,1 0-10-15,2 3 21 0,0-2-8 0,1 0-10 0,2 0-12 16,0-2 16-16,1 0-10 0,2-2 18 0,-1 1 1 16,2 1-13-16,-2-1-15 0,-4 0 20 0,-1 1-17 0,-2-1 24 0,-1 1 0 0,4 0-10 15,-2 2-17-15,-2-1 19 0,-5 1-15 0,-2 0 29 16,-2 0-7-16,-2 0-11 0,-4 1 1 0,-2 0 2 16,-1 1-1-16,-4 1 5 0,0 2-1 0,-3-2-2 0,-1 2-5 15,-2 0 7-15,-2 0-6 0,-2 0 8 0,-2 2-3 0,0 2-6 0,-2-1-1 16,1 0 1-16,3-2 0 0,-3 0 2 0,1-3 3 0,-2 1-1 0,-4-3-22 15,-1-3 16-15,2-2-18 0,2-3 5 0,0-2 1 0,5 0-11 16,0-2-34-16,4-1 5 0,1-3-11 0,2-2 17 0,2-2-27 16,3-1-8-16,2-4-90 0,0 0-17 0,1-2-1 0,0-1-88 15,3 1-52-15,6-1-59 0</inkml:trace>
  <inkml:trace contextRef="#ctx0" brushRef="#br0" timeOffset="189647.04">25933 15309 280 0,'0'8'287'0,"0"-3"39"0,-1 1-110 0,1 3-82 0,0 0-19 0,1-2-33 0,1 3-18 0,1 0 25 0,0 2-32 0,0 4 34 0,2 2-13 0,-1 0-14 0,2 1-48 0,-2 3 14 0,2 0-22 16,0-2 9-16,-2-2 1 0,1-1-9 0,-1 0-7 0,1-1 15 0,-2 1-13 15,0 0 17-15,0 1-9 0,-1-3-10 0,1-1 1 16,-1 3-6-16,1-2 6 0,-1-1 7 0,0 0-7 16,-1-2 3-16,0 0-8 0,-1 0 2 0,2-2-1 0,-2-1 6 0,0 0 1 0,0-2-1 15,0-1-17-15,-2 0 14 0,0-2-13 0,1 0 25 0,-1-1-2 16,0-2-7-16,-1 0-1 0,1-1 4 0,0-1-3 16,0 0 13-16,-2-6 0 0,1 0 1 0,-2-6-21 0,0 0 18 0,-2-5-16 0,0-1 32 15,2-3-5-15,0 0-10 0,2-5-15 16,-1 2 13-16,3-3-12 0,1-2 17 0,1-1-2 0,3-1-4 0,1-2-5 15,3-2 18-15,2-1-12 0,1 1 21 0,0 7-14 0,2 2-16 0,1 4-12 16,1 0 6-16,-6 1-3 0,0 0 13 0,0 4 1 16,0 3-6-16,7-1-13 0,1 1 20 0,2 2-17 0,0-1 29 0,0 3-8 15,0 0-10-15,-1 2-17 0,1 1 12 0,2 0-8 16,1 3 24-16,-1 2-4 0,2 1-11 0,-2 2-20 0,-1 0 24 0,-1 2-19 0,-2 2 30 16,-4 1-4-16,-2 2-17 0,-2 0-2 0,-2 1 6 15,-2 3-1-15,-1 0 13 0,-3 1-5 0,-1 3-7 0,-1 0-19 16,-4 2 19-16,-2-1-14 0,-1 2 25 0,-1-1-3 0,-3 1-7 0,-1 1-17 0,-3-1 15 0,0 0-12 15,0-2 31-15,3-5-10 0,-2-4-8 16,1 0-16-16,-1-2 17 0,3 3-10 0,1-3 22 16,2-2-3-16,2-1-12 0,0-2-4 0,2 0 7 0,1-2-5 0,1-1 6 15,1-1 2-15,0 1-3 0,1-1-10 0,1 1 8 0,0-1-10 16,3 0 9-16,0 3 0 0,1-3-3 0,2 1 2 0,1 2 2 16,2 0-1-16,1 1 5 0,2-2-3 0,2 1 0 0,1-3-11 0,2 4 15 15,0-2-10-15,1 0 12 0,1-3 2 0,1-2-9 0,3-4-6 16,-1-1 9-16,2-3-7 0,1 0 10 0,-1-2-1 0,0 2-4 0,-6-3-4 15,0 0 9-15,-1 0-8 0,0 2 7 0,6-1 0 16,0 0-6-16,0 1-4 0,-2 2 6 0,-3-2-3 0,0 0 11 16,-2 2-3-16,0-1-3 0,-2 0-5 0,1 1 2 0,-3-1-1 0,0 1 5 15,-3 0-1-15,-3 1 1 0,0-3-10 0,0 0 9 0,-4 0-6 16,0 2 13-16,-2 3 1 0,0 2-10 0,-1 2-9 0,-2 1 16 16,-2 3-12-16,-1 1 19 0,0 1-3 0,-2 1-9 0,-2 3-18 0,0 3 18 15,-3 2-14-15,1 5 25 0,-2 4-7 0,2 1-13 0,-1 4-1 16,-2 1 8-16,2-2-4 0,-1 2 13 0,3 1-5 0,0-3-5 15,1 1-12-15,2-1 12 0,3-2-7 0,5 0 17 0,1-2 0 16,6-3-8-16,0-2-8 0,2-1 9 0,1-2-7 0,1-2 11 16,3-3-2-16,-1-1-3 0,3-3-7 0,2-2 9 0,2-1-4 15,2-5 10-15,2 0 2 0,2-2-10 0,0-1-7 0,1-2 12 0,0-1-10 16,-1 1 11-16,1-1-1 0,0 1-6 0,-1 0-12 0,-6 0 16 16,0-1-10-16,-3 0 17 0,0 1-1 0,6 1-10 0,-2-3-2 15,-2 1 2-15,-2 0-1 0,-3 0 4 0,-4 0-2 0,-2 1 0 0,-2-1-10 16,0 1 13-16,-3-2-8 0,-2 2 21 0,-1 3-4 0,-2 0-7 15,-2 3-15-15,-3 2 13 0,-1 1-10 0,-1 1 21 0,-1-1-5 16,-1 4-9-16,-4 2-2 0,1 3-3 0,-3 1 2 0,0 1 2 16,-1 2 2-16,1 4 0 0,1 5-13 0,2 2 13 0,6 0-11 15,0-1 15-15,3-3-1 0,3 1-8 0,-2-3-11 0,3-1 17 0,1-1-11 16,3-2 24-16,5 0-5 0,1-1-10 0,-2-1 3 0,2-1 1 16,2-2 0-16,3-1 6 0,9-2-6 0,2-1-1 0,3-1-9 15,-1 0 3-15,1-1-1 0,0-2 10 0,1 0-2 0,2 0-5 16,2-3-27-16,-1 1 4 0,-1-1-12 0,-1 0-13 0,-5 0-9 15,1-1-11-15,-1-1-48 0,-2 0-14 0,-6-1-10 0,-3-1-105 16,-4 0 2-16,-1-2-25 0</inkml:trace>
  <inkml:trace contextRef="#ctx0" brushRef="#br0" timeOffset="190012.22">27670 14514 1168 0,'-15'-41'-69'0,"7"19"213"0,1 6-21 0,0 2-5 0,3 2-32 0,2 8 32 0,0 2-35 0,1 1 47 0,1 2-32 0,0 3-41 0,1 3-20 0,-1 4 27 15,0 3-23-15,0 4 40 0,0 2-8 0,2 2-12 0,-1 1-22 0,0 1 14 16,1 1-14-16,0 1 1 0,0 3-12 0,2 1-17 0,0 4-12 16,2-2 6-16,0 0-4 0,0-4 13 0,0-1-5 0,1 0-5 0,-1-4-12 15,3-4-1-15,-2-1-5 0,1-3-9 0,-2 0 9 16,-2 1 2-16,2-3-21 0,-1-2 12 0,1-1-17 0,-2 1 5 0,0-2-3 16,-2 0-8-16,-1-3-19 0,-1 2 7 0,-1-3-8 0,-1-1 10 15,-2-1-5-15,-1 0-5 0,-2 0-15 0,0-3 11 16,-2 0-5-16,-1 0 41 0,-1 0 6 0,-2-4 1 0,-4 0-5 0,-2-1 12 15,-2 0-10-15,0-2 13 0,2 3 3 0,1 2-7 0,3 1 14 0,3 1 20 16,-3 3-10-16,3 0 28 0,-2 3-7 0,-2 1-8 0,2 0 1 16,2 2 6-16,0 2-1 0,3 0 17 0,2 1 2 0,1 2-2 0,4-1-10 15,1-1 13-15,1 1-14 0,3-1 8 0,3 1-2 16,2-2-2-16,4-1 0 0,3-1 9 0,2-2-6 0,4-2 10 0,2-1-10 16,1-3-11-16,0-1-21 0,-2-1 9 0,5-3-8 0,2-1 16 15,5-3-12-15,1-1-9 0,0-1 0 0,2-2-6 0,0-1 5 0,1 2-33 16,-2-2-21-16,-1 0-16 0,2-2-110 0,-1 1-60 0,-3-3-10 15,-1 1 5-15</inkml:trace>
  <inkml:trace contextRef="#ctx0" brushRef="#br0" timeOffset="210743.16">18533 6191 256 0,'-8'2'30'0,"2"-1"443"0,1 1-184 15,-1 2 19-15,-2 0-238 0,2 3 19 0,-3 0-28 0,1 1 32 0,-1 1-13 0,1 0-18 0,-1 2-24 0,1 0 13 0,0-1-22 0,0 4 18 0,2 0-4 0,0 3-14 16,2 3-9-16,-1 1 26 0,3 2-25 0,1 4 32 15,1 1-10-15,0 2-16 0,2 9-16 0,-1 1 13 0,1 1-15 16,-2 8 18 0,0-1-14-16,-3-2-11 0,1 6-2 0,-1-3 5 0,1 2 0 15,1 9 7-15,0 2-1 0,0 3-5 0,-4 12-10 0,-1-4 7 0,-1-1-7 16,0 7 12-16,3-5 0 0,0 79-4 0,3-152 11 0,1 136-22 0,1-67 11 0,2 1-1 16,-1 4-3-16,-1 7-4 15,-1 0 6-15,0-1-3 0,-1-3 13 0,1-3 9 0,0 4 1 0,1 4-23 16,-1 3 21-16,-2 1-23 0,-1-2 22 0,1 4-4 0,-1 3-13 0,-2 4-12 0,-1 0 17 0,-1-1-13 15,0-3 26-15,1 1-6 0,1-1-10 16,-3 7-9-16,-1-2 10 0,0 2-8 0,1 5 11 0,-1-3 0 16,-1 1-4-16,0 2-8 0,0 2 6 0,0 4-5 0,-3 0-1 0,1-3 0 15,1-2-9-15,-3 7 14 0,3 1 8 0,0-2-2 0,2 1 0 0,1-4 0 0,1 4-4 16,-1 6-6-16,2-1 11 0,1 0-8 0,1-1 18 16,1-3-4-16,3-4-8 0,2 4-9 0,0 0 10 0,-2 0-7 15,-1-1 25-15,1-13-7 0,0 3-9 0,0 4-12 0,-1-3 8 0,-1-1-6 16,0-3 14-1,3-1 1-15,3 2-6 0,-4 2-25 0,0-3 21 0,-4-3-19 16,-1 2 28-16,-1-3-3 0,-1 0-11 0,-2-2-4 0,2-10 5 16,-1 2-3-16,0 3 7 0,0-6-2 0,-1-2-2 0,-1-5-8 0,-1-7 7 15,-1 2-5-15,2 3 11 0,0-2-5 0,0-3-5 0,-2-1-13 16,1-6 4-16,-1-5-4 0,3 0 1 0,0-2 1 0,1 2-4 0,-1 6-23 16,2-5 12-16,-1-3-13 0,1-5 19 0,1-9-4 0,3-5-4 15,1 0-37-15,1-7-14 0,2-4-11 0,2-3-154 0,1-8-38 16,0-4-60-16</inkml:trace>
  <inkml:trace contextRef="#ctx0" brushRef="#br0" timeOffset="211551.15">13994 12262 217 0,'-31'-4'316'0,"-1"-5"-182"0,3 3 195 0,1 2-212 0,7 2-79 0,4 0 9 0,2 2 15 0,5 0-5 0,1 0-5 0,2-1-12 0,4 1 12 0,1 0-11 0,1 0 7 0,1 0-10 0,2 0-11 15,2-1-19-15,4 0 23 0,2 2-16 0,5-1 35 0,3 0-8 16,3 0-14-16,7 0-25 0,5 1 16 0,3 3-14 16,2-1 23-16,-1 3-6 0,1-2-8 0,4 2-18 0,-5 1 9 15,4 0-7-15,4 2 24 0,1 1-8 0,10-1 0 0,6 0-14 0,2 3 1 0,5-1-1 16,-2 2 5-16,-2-1 1 0,1 1-2 0,9-2-5 15,7 1 4-15,5-2-3 0,3-2 28 0,0-3-2 0,2-2 6 0,11-1-20 16,7 0 8-16,4 1-9 0,1-2 7 0,1 0-1 0,4 2-6 0,9-4-11 16,6 2 10-16,1 2-10 0,2-1 12 0,1 1 2 0,7-1-1 15,8 0-11-15,2-2 10 0,8 1-9 16,1 1 16-16,-6 2-6 0,6 3-6 0,9-4-13 0,-1 3 20 0,10-3-14 0,0 0 26 0,-4-3-5 16,7 0-12-16,5-3-14 0,5 1 10 0,3-1-9 0,1-2 17 15,0 0 2-15,-3-1-6 0,20-2-8 0,-1 2 21 0,6-2-15 16,5 4 36-16,-6-2-9 0,3 2-10 0,15-3-24 0,1-2 10 15,4 2-10-15,1-1 18 0,-5 0-3 0,1 2-6 0,11 0-6 0,1 3 4 16,1 0-3-16,-1 3 17 0,-12 0-3 0,1 3 0 0,10 3-17 16,-3 5 12-16,-2 0-9 15,0-1 29-15,-15-1-5 0,2-1-4 0,6-3-7 0,-3 2 4 0,-6-2-4 16,-3 0 10-16,-16 3-4 0,-2-1 1 0,4 3-15 0,-6-3 11 0,-9 2-9 0,-2-3 15 0,-15 1-5 16,-10-1-8-16,3-2-12 0,-8 1 9 0,-11-1-7 0,-4-3 14 15,-13-1-4-15,-9-2-4 0,-1-2-15 0,-6 0 10 16,-13-1-8-16,-6-2 14 0,-13 0-2 15,-10-2-5-15,-4 1-14 0,-7 2 11 0,-8-2-9 0,-8-1 16 0,-8 0-7 0,-8 0-9 0,-5 3-28 16,-2-2 7-16,-10 2-10 0,-5-1-4 0,-6-3-11 0,-3 1-16 0,-4-1-87 16,-3 3-25-16,-1 0-20 0,-7 4-270 0,-2-3 290 0,-4-3-56 15</inkml:trace>
  <inkml:trace contextRef="#ctx0" brushRef="#br0" timeOffset="-210634.99">18028 12594 333 0,'-4'-3'52'0,"2"1"59"0,0 0-99 0,0 0 2 0,0-1-19 0,1 2 20 0,-1 0-3 0,1-1-12 0,0 1-16 0,-1-1 24 0,-1-1-21 0,1 1 24 0,0 0-1 0,1 0-11 0,-2-1 1 16,1 1 0-16,0 2 1 0,1-3 2 0,-1 2 2 0,-1-2-1 0,1 1-6 15,1 2 6-15,-1-3-6 0,-1 2 22 0,1-1-1 0,1 1 3 16,-1 0 5-16,-2 1-8 0,2-1 11 0,-1 1 6 0,-2 0-10 16,1 1-1-16,-2 1-19 0,0 2 6 0,-1-1-8 0,-1 1 0 0,0 0 2 15,-2 1-3-15,-1 1-22 0,0 0 20 0,-3 3-16 0,1-1 36 16,-1 0-4-16,1 1-12 0,-1 0-9 0,2 1 5 0,-1-1-5 15,1 1 6-15,0 0-1 0,1 3 0 0,-1 1-1 0,1 0-5 16,0-1 5-16,0 0 7 0,-2-1 3 0,2 0 0 0,1 1-32 0,0 1 35 16,1-1-31-16,-1 2 38 0,2-1-4 0,0 1-15 0,-1 0 2 15,6 0 4-15,-1 1 0 0,1-1 14 0,1-5-4 0,-4-1-3 0,-1-1-25 16,1 0 20-16,0 3-17 0,1-2 34 0,2 0-8 0,1-3-12 16,1 2-20-16,1-2 16 0,0 1-10 0,0-1 33 0,2-1-5 15,0 1-11-15,2-1-28 0,-1 0 31 0,1-1-26 0,1 2 40 16,-1-2-6-16,1 1-15 0,1-1-7 0,-1 1 8 0,2-2-3 15,-2 2 22-15,-3-3 0 0,-1 1-9 0,1-1-12 0,0 2 16 0,5-1-17 16,0 1 11-16,-1-1-4 0,-1 0-1 0,1 1-14 16,-1 0 10-16,1-3-6 0,-2 3 23 0,2 0-1 0,-2 1-10 0,1 0-28 15,-1 3 28-15,0-1-26 0,-2 3 32 0,-1 2-5 0,0 2-12 0,-2 0 5 16,-1 1 0-16,-2 2 5 0,0-3-1 0,-2 2 3 0,0 2-5 16,-2-1 0-16,-1 3 5 0,-1-1-7 15,-2 1 3-15,1 2-5 0,4-1 0 0,0-2-1 0,-1-3 4 0,0-3-1 0,-4 0 7 0,-1-1-2 16,2 0-5-16,0 1 0 0,1-3 9 0,0 1-6 0,1-4 7 15,2 0-3-15,2-3-4 0,2 2 2 0,1-3 3 0,-1 0-1 16,2 1 2-16,1-3 0 0,0 1-3 0,0-1-22 0,1 0 21 16,1 2-20-16,0-2 33 0,0 0-3 0,0 1-5 0,2-1-15 0,0 2 3 15,2-2-3-15,-1 1 5 0,1-2 6 0,1 2-4 0,-2 2-17 16,2-1 18-16,1 1-18 0,-1 1 27 0,1-1-13 16,-1-1-6-16,2 1-2 0,-2-3 1 0,1 1 4 0,-1 1 12 0,-2 0-2 0,0-1-4 15,-4 3-12-15,-1 2 8 0,0 2-5 0,-1 1 11 0,3 1-2 16,0 1-7-16,1 2-5 0,-1 0 3 0,-1 1-4 0,0 1 10 15,-1 0 4-15,0 6 1 0,-2 5-25 0,0 2 25 0,-2 3-23 16,-1-1 26-16,-1-4 6 0,5-5-6 0,-1 1-26 0,1-1 17 0,1 1-19 16,-4 1 37-16,1-1-9 0,1-4-6 0,2-2-6 0,0-3 7 15,1-1-4-15,2 0 13 0,3-1-4 0,-4 3-8 0,2 1-12 16,1 0 9-16,2-2-7 0,5-3 16 0,1-2-5 16,4-1-10-16,3 1-25 0,1-2 10 0,1 1-14 0,-1-2-11 0,0 0-21 0,0-4-22 15,4 2-55-15,-2-3-50 0,2 1 13 0,0-4 23 0</inkml:trace>
  <inkml:trace contextRef="#ctx0" brushRef="#br0" timeOffset="-209320.41">16201 13712 199 0,'-5'1'51'0,"3"-1"27"0,0 0-43 0,-1 0 38 0,3 1-5 0,-1-1-11 0,1 0-23 0,0 0 21 0,0 0-32 0,0 0 12 0,0 0-9 16,0 0-8-16,0-1-17 0,0-3 16 0,0 3-13 0,3-2 41 0,-2 1-10 0,1 2-17 15,1-3-3-15,2 2 28 0,-1-2-23 0,3 1 47 0,-1 0-19 16,0 1-16-16,2-2-23 0,-1 1 14 0,0-1-14 0,1 0 32 16,-2-1-5-16,2 1-12 0,1-3-23 0,0 1 29 15,-1-2-30-15,2-1 40 0,-1 1-13 0,1 0-13 0,2 0-10 16,1 0-2-16,0 0 2 0,1-1 4 0,0 3-2 0,0-2-4 15,2 2-19-15,-2 0 19 0,0 1-15 0,-2 1 29 0,-1 0-10 0,-1 0-8 16,0 2-15-16,-1 1-17 0,0 0 6 0,-1 0-60 0,-1 1-1 16,-2 1-9-16,-1-1-57 0,0 2 18 0,0-2-29 0,-1 1 78 15</inkml:trace>
  <inkml:trace contextRef="#ctx0" brushRef="#br0" timeOffset="-208608.44">16609 13267 418 0,'-7'0'-85'0,"1"2"193"0,1-1-13 0,2 0-17 0,-1 0 18 0,0 1 2 0,1 0-6 0,1 1-5 0,-1-1-14 0,1 0-17 0,0 0-38 0,1 1 26 0,-2 1-33 0,1-2 24 16,1 3-2-16,0-1-15 0,0 0-18 0,0 0 27 0,0 1-22 15,1-1 45-15,0 1-5 0,0-1-12 0,1 2-9 0,0 1 9 0,0 0-10 16,1 2 2-16,-1-1-7 0,2 2-9 0,-1-1-11 0,-1 1 7 0,1-2-5 16,0 1 18-16,1 0-7 0,-1 1-10 0,1 5-8 15,2 2 10-15,-2 0-5 0,1 1 16 0,-1-2-6 0,-1 2-10 0,2 3-9 16,-1-2 10-16,0 3-6 0,2 1 17 0,-2 1 0 0,2-1-9 0,-1-1-17 16,1 1 23-16,-4-3-18 0,1 2 26 15,-1 0-9-15,0-3-16 0,6 0 5 0,-1-1-1 0,0-4 5 16,2 0-2-16,0-5-6 0,0-1-10 0,1-1-50 0,0-5 26 0,0-1-30 15,0 1-1-15,0-2-12 0,-2 0-21 0,-1-2-90 0,-1-1-37 0,-1-3-18 0</inkml:trace>
  <inkml:trace contextRef="#ctx0" brushRef="#br0" timeOffset="-207900.76">16789 13280 43 0,'-3'-1'62'0,"2"0"23"0,-2-1-22 0,2 2 42 0,0-1-12 0,1 0-17 0,-1-1-37 0,1 2 21 0,0 0-36 0,0-2 12 0,0 1-11 15,1-2-11-15,0 0-10 0,1 2 15 0,0-3-9 0,1 2 53 16,0 0-11-1,1-1-13-15,0-1-19 0,1 1 37 0,0-1-35 0,2 1 43 0,1-1-15 0,1 0-22 0,3 0-11 16,2-1 2-16,0 0-4 0,5-2 14 0,0 4-4 0,3-4-4 0,1-1-31 31,-1 3 25-31,0 0-28 0,3-1 33 0,-3 1-7 0,1 0-10 0,1 1-17 0,-3 1 11 0,-8 1-10 0,-3 2 34 16,-2-2-8-16,-1 2-13 16,4 2-7-16,-1 0 10 0,0 3-8 0,-2 0 8 0,0 1-3 15,-2 2-5-15,-1 1-6 0,0 2 10 0,-3 0-5 16,0 2 25-16,-1-1-2 0,-1 3-9 0,-1 0-18 0,-1 3 22 0,-1 0-17 15,0 0 33-15,0 1-7 0,1 2-10 0,0-1-8 0,-1-1 7 16,0-2-5-16,2 1 2 0,-1 0 4 0,-1 2-10 0,1 1-2 0,0-1 11 0,-2 0-12 16,2-3 5-16,-1-2-1 0,1-3-2 0,-1-3-6 15,2 0 3-15,-1-1-1 0,2-2 8 0,-1 1 2 16,0-3-5-16,1 1-23 0,0-1 13 0,1-2-23 0,1 1-44 0,0-1-15 16,1 0-30-16,0-1-109 0,1-1-19 0,4 0-31 0</inkml:trace>
  <inkml:trace contextRef="#ctx0" brushRef="#br0" timeOffset="-202393.26">18120 14315 217 0,'1'-7'41'0,"-3"2"-33"0,-1-1 1 0,1-1-21 0,0 2 9 0,1-1-14 0,0 2 25 0,-3-1 1 0,2 1 2 0,0 0-19 0,-2 0 19 0,2 0-15 0,-1 0 34 0,-1 1 0 0,2-2-5 0,-1 2 17 0,-1-2-1 15,1 1 7-15,0-1 11 0,-1 1-6 0,2-1-4 16,0 1-26-16,0-1 22 0,-1 1-20 0,1-1 26 0,1 2-4 0,-1 0-6 0,-1-1-17 0,2 1 7 0,-1 1-9 16,-1-2 14-1,0 3-6-15,1-1-8 0,0 1-6 0,0 1 12 0,-1-1-9 0,1 1 6 0,-1 1-14 0,1 0-14 0,-2 1 0 0,1 3-5 32,0-2 8-32,-1 6 3 0,1-1-2 0,-1 2-1 0,2 2-15 0,0 2 19 0,0-1-12 0,-1 1 24 0,2-3-5 0,0 1-8 0,1-2-9 15,0-1 0-15,0-1 0 0,1-1 11 0,2 1 0 16,-1-4-1-16,1 2-25 15,1-3 27-15,-2 1-23 0,1-2 34 0,-2 0-6 16,2-1-13-16,-1 0-11 0,-1 0 12 0,1-1-7 0,-1 0 29 0,0 0 2 0,1-1-6 0,-1 0-2 0,0-2 20 0,0 0-16 0,1-3 21 31,-1-1-6-31,1-1-8 0,0-2-11 0,0 1 4 0,-1-1-3 16,1 1 6-16,-1-2-6 0,-1 2-7 0,0 2-9 0,0 2 6 16,-1-1-5-16,-2 5 9 0,-2-1-6 0,0 2-5 0,-2 0-8 15,-2 2 11-15,0 1-4 0,-2 3 24 0,-2-1-5 0,0 3-9 0,0 1-22 16,-1-1 21-16,2 1-17 0,-2 0 27 0,2 0-5 0,1-1-12 0,-3 1-11 15,3 0 12-15,0 2-7 0,-1-4 17 0,3 0 1 16,3-2-12-16,-1 1-17 0,3-4 27 0,-2 0-24 0,3-2 28 0,-2 1-4 16,3 2-10-16,0-1-15 0,0-2 16 0,2 2-11 0,-1-2 24 15,1 0 0-15,0-2-12 0,0 2-2 0,1-2 7 0,2-1-8 16,-1 0 1-16,1 1 0 0,1 1 0 0,0 0-10 0,1 1 7 0,-1-4-7 16,2 3-21-16,-2-2-16 0,2 2-27 0,-1 1-85 0,0-2 10 15,-1 1-37-15,2 0 57 0</inkml:trace>
  <inkml:trace contextRef="#ctx0" brushRef="#br0" timeOffset="-197526.91">18128 14350 256 0,'0'3'28'0,"-6"-3"399"0,1 0-191 0,0 1 8 0,-1 2-239 0,3-1 13 0,0 0-10 0,-1-1 37 0,2 1-5 0,0-2-4 0,1 2 19 0,1-2-3 0,0 0 10 0,0 0-7 16,0 0-11-16,0 0-10 0,0 0-42 0,2-3 20 0,0 2-21 16,0 0 22-16,2-2-2 0,0-1-8 0,1 2-4 0,0-2 1 0,0 1-1 15,-1-1 7-15,0 3 1 16,-1-1-5-16,1-1-16 0,-5 0 26 0,-1 2-22 0,0 0 30 0,-2 0-1 0,6-1-10 0,-1 1-8 15,0 1 4-15,-1-1-3 0,1-1 18 16,0 2 1-16,-1 0-2 0,0 0-6 0,0 0 15 0,0 0-13 0,0 0 16 0,0 0-2 0,0 0-6 16,0-1-9-1,2-4 2-15,-1 3-3 0,1 0 11 0,-1 0-8 0,0-1-2 0,1 1-21 0,0 0 12 0,2 1-9 0,-1-2 20 0,0 1-6 16,1 1-9-16,1-3-16 0,0 1 17 0,-1 1-11 0,2 2 26 16,0-3-2-16,-1 0-14 0,2 1-5 0,1-1 13 0,0 3-11 15,1-2 13-15,-1 1-6 0,-2-1-9 0,1 0 7 0,0 0-3 16,-2 2 6-16,1-1 2 0,1-1-7 0,-1 0-1 0,2-2-11 0,-1 4 10 15,0-2-5-15,1-2 21 16,-2 1-10-16,3 1-11 0,-1-2-1 0,0 0 7 0,1-1 0 0,0 1 16 0,0 0-4 16,0 1-6-16,2-3-8 0,2 1 13 0,0 2-9 15,1-3 22-15,0 1-3 0,0 1-11 0,0-2-6 16,1 1 6-16,-1-1-7 0,3-2 8 0,0 0-3 16,1-1-2-16,5 0-11 0,-2 0 6 0,0-1-4 0,-5 1 11 15,-1-1 3-15,1 0-3 0,6-1-10 0,5 0 4 0,2-2-5 0,0 1 7 16,-3-2 0-16,2 2-3 0,2-4-1 0,3 0 0 0,2-2 0 15,-1 0 3-15,4-1 2 0,-1 1 1 0,1-3-20 0,0 3 12 16,-4-1-11-16,-1 0 25 0,0 0-1 0,1-3-4 0,5-1-14 16,-1 1 8-16,0-1-6 0,4 4 16 0,-2 1-5 0,4-1-6 0,2-1-14 15,-1 1 16-15,-5-1-9 0,2 1 25 0,-3-1-4 0,2 0-8 0,7-2-25 16,0-3 19-16,2-2-15 0,2-2 34 0,2 0-10 16,1 0-15-16,-1-3 3 0,1 1 4 0,-2-2 1 0,0 1 4 0,4 0-1 15,1 2-4-15,5-2-7 0,1 3 6 0,0 0-7 0,-5 3 9 16,-2-3 6-16,-1 1 0 0,4-6-21 0,3-1 19 0,1 1-18 15,2 0 24-15,-3 2-3 0,-5 0-13 0,1 0-5 0,-2 0 16 0,1 0-8 16,6 2 28-16,-3 0-7 0,2 2-11 0,1-2-5 0,-4 4 3 16,4-4-2-16,-3-2 10 0,-1-2-3 0,4-1-2 0,3 0-21 15,4 1 17-15,-2-2-13 0,-2 0 30 0,-3-1-6 0,-2 2-10 0,9 0-5 16,6 3 6-16,2 0-5 0,1-2 2 0,-4 1 2 0,0-4-4 16,3-5-13-16,4 2 14 0,4-4-14 0,-1 2 22 0,-5 3-3 15,-1-4-8-15,3 1-15 0,3 4 17 0,5 0-13 0,-1 3 28 16,-7-1-5-16,-1-5-11 0,1-3-9 0,3-1 7 0,1-2-5 0,-1 0 16 15,-4 3 0-15,-1-1-4 0,3 1-19 0,6 3 19 0,2 0-14 16,-4 0 18-16,-2 0 6 0,-1-4-13 0,4-8-12 16,4 4 14-16,0-1-11 0,-1-2 16 0,-2 6 0 0,-2 0-8 0,7 1-11 15,2 1 9-15,-2-1-5 0,-2-5 11 0,-4-1 0 0,2-3-7 16,6-1-3-16,-4 1 4 0,-1 3-2 0,-1 3 9 0,-5 5-3 0,6 2-3 0,4-4-17 16,-3-2 17-16,-2-4-12 0,-3-2 24 0,-2 4-5 15,-1 2-9-15,3 2-1 0,-2 0 3 0,-1 6 0 0,-2 2 11 0,2 3-3 16,-2 1-6-16,0-4-4 0,0 0 3 0,-3-3-3 0,-1 2 4 15,-1 3-1-15,2 1-3 0,2 0-6 0,-3 0 9 0,-1 0-6 16,-2 4 10-16,-2 3-1 0,2 1-6 0,4 1-11 0,-2 0 12 0,1 0-8 16,-4-3 16-16,-3-2-1 0,0 1-6 0,4-3-16 0,-3 1 15 15,-1 1-12-15,-1-2 21 0,-6 3 0 0,0 0-8 0,2 0-17 16,0 3 19-16,-2 0-16 0,-7 3 23 0,-3 1-1 0,-2 2-10 0,0-1-8 16,2 1 12-16,-7-1-9 0,-3 2 16 0,-2 1-4 15,-2-1-7-15,2 0-14 0,-1-1 16 0,-9 2-11 0,0-1 23 0,-4 4-2 16,-1 2-8-16,6-2-9 0,-5 1 7 0,-2-2-5 15,-2 0 11-15,-3 2 3 0,-1 0-7 0,2-2-13 0,-3 5 13 0,0-1-14 0,-2 1 17 16,0 0-4-16,0 4-2 0,0-1-10 16,0 0 7-16,-2 1-6 0,1 0 17 0,-3 2-3 0,0 0-6 0,1 0-31 0,-3 0 9 0,-3 2-15 15,-1-1-6-15,-2 0-4 16,1 2-11-16,-7-1-39 0,0 1 2 0,-1 1-12 0,0-1-40 0,3 0-23 16,2-1-29-16,2 1-94 0,1 0-94 0,3 2-1 0</inkml:trace>
  <inkml:trace contextRef="#ctx0" brushRef="#br0" timeOffset="-194301.4">24544 11250 217 0,'-7'3'235'0,"3"-1"-72"0,-2-2 151 0,1 1-158 0,-1 0 7 0,0 1-88 0,2-1 27 0,-2 0-18 0,3 0-27 0,-2 1-14 0,1 0 3 0,1 0-11 0,0-1 11 15,2 0-8-15,0 0-8 0,0-1-21 0,0 2 22 0,1-1-22 16,-1-1 42-16,1 1-9 0,0-1-16 0,0 0-24 0,0 0 24 16,0 0-26-16,0 1 24 0,0-1-1 0,0 0-17 15,1 2 1-15,1-2 17 0,0 0-16 0,4 1 20 0,0-1-7 0,-1 0-9 16,3-1-10-16,-1-1 6 0,1 1-7 0,2 1 14 15,-1-1-5-15,2 1 1 0,-1-1-24 0,-1 1 13 0,-5 0-11 16,1 1 26-16,1 1-1 16,-2 0-7-16,8 0-24 0,0 0 25 0,1 1-21 0,2 1 30 15,-1-1-1-15,2 2-16 0,1 0-8 0,-1 1 17 0,2 0-13 16,0-3 18-16,2 3-5 0,2-1-10 0,6-1 8 0,3-1 12 0,0 3-3 16,2-1 12-16,-1 0-6 0,1 4-11 0,-1 1-13 0,-1 1 7 0,-9-2-8 0,-1 0 10 0,-1 2 1 0,0-2-2 15,7 1-10-15,0 0 6 0,-3-2-6 0,1-1 9 0,-1-3-2 16,0 0-4-16,1-4-12 0,-1 0 17 15,-3 1-12-15,-1-1 22 0,-2 0-3 0,0 0-11 0,-1-1-12 16,-1 0 17-16,-2-2-13 0,-1 1 21 0,-3 2-1 0,-1-2-10 0,-1-1-17 16,-2-3 18-16,1-2-14 0,-2-1 23 0,-2-2-6 0,-1 1-10 15,-1-3-4-15,0-1 12 0,-1-2-5 0,0 0 13 0,-2-2-3 0,0 0-7 0,-1-3-15 16,-1-1 13-16,1-3-9 0,-2-1 23 0,2-3-3 0,-2 1-9 0,1-5-15 16,-1-4 20-16,1-4-16 0,1-1 21 0,-1-2-2 0,2 2-14 0,-1 1 0 15,0 4 3-15,2 3-1 0,-1 6 2 0,1 7 0 16,1 1-3-16,-1 2-2 0,-1 6 7 0,0-1-2 0,0 1 7 15,1 2-2-15,-1 1-5 0,1-1-14 0,0 0 16 0,-1 1-11 16,1-2 20 0,1 2-5-16,0 0-9 0,0-2-32 0,3-1-8 0,0 1-8 0,1-3-73 15,2 1-34-15,1-1-33 0,1 2-120 0,1 1-114 0,3 5 1 16</inkml:trace>
  <inkml:trace contextRef="#ctx0" brushRef="#br0" timeOffset="-193751.47">24998 11614 388 0,'-6'-1'129'0,"0"-1"30"0,1 0 19 0,0-1-68 0,2-3 1 0,1 4-17 0,0-2-26 0,-1-1-15 0,3 0 13 0,-1 0-19 0,1-2 35 0,0 1-7 0,0 2-9 0,0-1-16 16,0 2 11-16,0 1-20 0,0-1 9 15,0 2-3-15,1 1-4 0,-1 0-16 0,0 0 17 0,0 2-19 0,0 2 37 16,1 1-10-16,1 4-7 0,-1 3-12 0,1-1 4 0,-1 2-8 16,0 3-1-16,0-5-3 0,1 2-9 15,0 0-14-15,-1-2 10 0,0 2-12 0,0 0 16 0,0 1-5 16,-1-1-5-16,1 2-13 0,0-1 4 0,-1 0-5 0,3 0 20 16,-2 0-2-16,0 1-5 0,1 0-14 0,0 2 5 0,2-2-8 0,-2 0-9 15,1 2-15-15,1 0-13 0,0 0-89 0,1 0-46 0,0-4-7 16,2 1-239-16,4-4 253 0,-1 9-26 0</inkml:trace>
  <inkml:trace contextRef="#ctx0" brushRef="#br0" timeOffset="-191872.07">25721 10842 240 0,'-3'2'101'0,"-1"-1"112"0,0-1-63 0,1 1-13 0,0-1-34 0,0 2-33 0,0-2 16 0,1 0-38 0,0 0 8 0,0-2-2 0,1 2-7 0,-2 0-6 16,1-1 13-16,1 0-16 0,0 1 21 15,0-2-6-15,1 2-16 0,-1 0-18 0,1 0 25 0,0 0-28 16,0-3 29-16,0 0-6 0,0 1-13 0,0 0-17 0,0-2 16 15,1 2-19-15,0-1 29 0,0 1-12 0,-1 0-8 0,1 0-11 16,1 1 3-16,-1-3-4 0,2 1 5 0,-1 1-4 0,1-1-5 16,2-1-11-16,-2 0 15 0,3-1-11 0,1 1 18 0,-1-2 1 15,3 1-11-15,0-1-15 0,0 0 24 0,2 1-22 0,1 0 24 16,-1 3-2-16,-1-2-10 0,2 1-1 0,1 2 3 0,-1 0-1 0,0 1 2 16,0 1 2-16,-3 1-4 0,-2 2-8 0,0 0 13 0,-1 3-10 15,-3 2 15-15,-1-1-3 0,0 1-6 0,-2 0-1 0,-2 3 3 16,-1-1-2-16,0 1 7 0,-3-1-3 0,0 2-6 15,0 1-4-15,-2-1 6 0,-1 1-3 16,-1 0 6-16,0 0 0 0,-2 2-3 0,2-3-11 0,2-1 16 0,1-3-14 16,0-2 15-16,1 0 2 0,1 0-9 0,-1 1-6 0,3 0 10 15,-1-1-9-15,2-1 10 0,1-1 1 0,0-1-5 0,1-2-11 0,0-1 6 16,0-1-7-16,0 0 17 0,1 0-2 0,1 0 0 0,0-1-15 16,3-3 10-16,-1-1-9 0,1-1 16 0,1 0-3 0,-1 0-3 0,1-1-12 15,0 2 12-15,2-1-7 0,0 1 20 0,0-1-2 0,1 1-9 0,0 2-4 16,0 1 6-16,0 0-5 0,0 0 4 0,-1 2-2 0,1-2-5 0,0 2-3 15,-1 0 6-15,0 1-2 0,-2 2 12 0,0-1-3 16,0 1-3-16,0-2-15 0,-1 2 12 0,-1-1-9 0,0 2 21 0,-2 2-6 16,-1 1-7-16,-1-1-9 0,-1 3 8 0,0 0-3 15,-3 1 19-15,1 2-3 0,0-2-7 0,-3 0-16 0,0-1 17 0,0 2-12 0,-1 0 22 16,0-1-6-16,-1-1-12 0,0 2 2 0,1-2 1 0,-2-2 1 0,1 1 0 16,0-2 0-16,1-1-1 0,-1 1-15 0,2-1-15 0,-1-1-4 15,1-1-89-15,2 0-25 0,-1-2-26 0,1-1-148 0,0 0 188 0</inkml:trace>
  <inkml:trace contextRef="#ctx0" brushRef="#br0" timeOffset="-188301.91">26203 11013 256 0,'-8'-2'41'0,"3"1"600"0,2-1-250 0,0 0 24 0,0 1-346 0,1 0 6 0,2 0-32 0,-1 1-9 0,1 0-8 0,0-2-8 0,0 2-24 0,0 0 12 15,0 0-14-15,0 0 26 0,2 0-6 0,0 0-9 0,1 0-6 16,0 2 6-16,0-2-5 0,2 0 6 0,-1 1-4 0,1-1-7 16,0 0-49-16,1 0-1 0,-1 0-12 15,0-1-56-15,1-2-39 0,-1 0-15 0,2-3-143 0,2-2 163 16</inkml:trace>
  <inkml:trace contextRef="#ctx0" brushRef="#br0" timeOffset="-187736.41">26544 10520 508 0,'-2'-10'157'0,"-2"-4"17"15,1-1-26-15,1 4-33 0,1-2-41 0,0 3-20 0,1-2-23 0,0 1-20 16,0 1 15-16,-2-1-17 0,1 2 31 0,0 3-3 16,0 0-13-16,-2 0-10 0,0 3 20 0,-1-1-21 0,-1 3 38 15,1 1-10-15,-3 0-10 0,-1 2-8 0,-1 4 4 0,-2 0-8 16,-2 3-2-16,0 0-5 16,1 1-11-16,-3 3-2 0,2 3 6 0,-2 1-6 0,0-1 6 15,0 0 1-15,1 1-4 0,0 4-11 0,3 1 9 0,-1 0-9 16,0 0 16-16,3-3 2 0,0-1-7 0,2-2-13 0,2-2 23 0,1-1-22 0,2-1 31 15,1-3-1-15,1-2-6 0,1 1-26 16,1-2 14-16,3 0-14 0,-1-3 33 0,2 1-7 0,2-1-9 0,0-1-16 0,2-2 16 16,0 0-11-16,1-1 20 0,-1-3 2 0,1 0-8 0,3-2-14 15,-1 0 5-15,1-2-8 0,-2 0 17 0,1-1-4 0,-1 0 2 0,0-1-23 16,2 0 20-16,-1-2-14 16,0 1 28-16,-3-1-2 0,-1-1-14 0,-1-1-19 0,1 3 20 0,-3-4-15 0,2 2 37 0,-3-1-10 15,-1-2-10-15,0 2-17 0,-2 0 14 0,0 3-9 0,-1 0 24 0,0 5-5 16,-1 3-10-1,0 1-2-15,0 1 7 0,-1-2 0 0,0 2 44 0,0 1-4 16,0 0 0-16,0 0-26 0,-2 0 8 0,2 1-12 0,-1 2 4 0,0 0-2 16,0 1-4-16,0 1-1 0,1 0 4 0,1 3-3 0,1 1 3 0,2 5 1 0,0 0-3 0,2 3-2 0,-1 0 8 15,2-1-5 1,-1 1 10-16,0-3-7 0,-4 3-4 0,0-2-18 0,1 0 13 16,0 1-10-16,5 2 12 0,0-4 0 0,-1 0-10 0,0-1-14 0,1-2 17 15,1 1-14-15,1-2 23 0,-1 1-10 0,1 1-11 0,0-1-62 0,1 0 2 16,-1 0-14-16,-2 1-17 0,-1-2-25 0,0 1-22 0,1-2-72 15,-1 2-44-15,1-1-1 0,2-1 38 0</inkml:trace>
  <inkml:trace contextRef="#ctx0" brushRef="#br0" timeOffset="-176453.03">18518 12815 164 0,'-5'0'-35'0,"-1"2"-71"0,-1-2 85 0,1 1 35 0,-1-1-8 0,0 1 27 0,2-1-2 0,-2 1-5 0,1-1 5 0,1 0 1 0,-1-1 1 0,1-1 12 0,0 2 5 0,0-3-3 0,0 0-43 16,-1 2 33-16,2 0-37 0,-1 0 30 0,2-1-10 0,-1 2-16 15,0 0 1-15,1-1-10 0,0 1 10 0,0 0 1 0,1 1-4 16,1 1-1-16,-2 0-6 0,1 2 6 0,0 0-5 0,0 1 6 16,-1 0-3-16,0 2-2 0,0-1-14 0,0 3 13 15,0 0-6-15,0 1 31 0,-1 0 3 0,1-3-12 0,0 0-17 0,-1 1 16 0,2 1-20 16,0 3 13-16,-2-1-1 16,3 1 0-16,-1 0-9 0,0 1 13 0,1-1-7 0,-2 1 25 15,3-1 5-15,0-1-10 0,1 1-20 0,1 1 23 0,1-3-24 0,-1 2 23 0,2 0-8 0,0-1-8 0,1 1-19 16,0 0 13-1,2 1-8-15,0 0 26 0,-1-2-3 0,2 1-13 0,1-2-6 0,1-1 11 0,2-1-9 16,0-2 8-16,-1-1-4 0,0 1-7 0,2-3 5 16,-2-1 3-16,1-2 3 0,2 0 17 0,-1-3-5 0,3-2-6 15,1 0-12-15,1-3 16 0,1-1-15 0,1-1 14 0,-3-2-4 16,-7 1-8-16,-1-1-5 0,0 2 1 0,-1 0 1 0,4 0 10 16,-3 1 6-16,0 1-4 0,0-1-19 0,-2 0 21 0,-1 0-21 0,-1 0 18 15,-2 0-2-15,1 0-6 0,-3-1-4 0,1 0 2 0,-2-2 0 0,0 2 10 16,1-2-3-16,-1 1-4 0,0-2-15 0,0 0 16 15,0 1-14-15,1-1 19 0,-1 3-4 0,-1-1-7 0,0 4-13 16,0 0 13-16,-1 1-7 0,0 1 24 0,-1-2-3 0,1 3-13 0,-1-1-32 0,-1 3 13 0,0 0-24 0,-2 2-38 0,-3 3-24 16,0 2-30-16</inkml:trace>
  <inkml:trace contextRef="#ctx0" brushRef="#br0" timeOffset="-175158.81">18719 13027 217 0,'-6'-3'-48'0,"0"0"8"0,2 0-62 0,-1-1 76 0,1-1 26 0,0 2 1 0,2-2 14 0,-1 1 2 0,0-1 5 0,1 1-25 0,-1 0 24 16,0 0-21-16,1-1 30 0,-1 2-8 0,1-3-15 0,-2 1-7 0,1-1 3 15,-1 1 1-15,2-2 22 0,0 4-5 0,0-3-3 0,-3 1-15 16,2 1 9-16,0-1-9 16,-2 1 4-16,2-1-5 0,-1 2-5 0,4-1 3 0,0-1 0 0,0 2 4 15,0-2-3-15,-5 2 4 0,-1 2-5 0,-1 0-9 0,2-1 22 16,-2 0-19-16,0-2 11 0,0-1-3 0,1 1-8 0,0-1 6 15,2 0-3-15,-1-2 4 0,3 4 2 0,-1-2-2 0,-1-2-3 0,1 3-18 16,-2-2 28-16,1 2-22 0,-1-2 29 0,0 0-2 0,-1 1-13 16,0-1 0-16,2 2 0 0,-2-1 4 0,2 2 6 0,-1 1 2 15,1 1-2-15,-1-2-6 0,1 0 18 0,-1 3-17 0,0 0 2 16,0-1-5-16,2 1-4 0,-2 1 3 0,1 1-8 0,1 2 9 16,-1-1 1-16,2 4 2 0,-1-1-1 0,0 2-29 0,1 1 33 0,0 2-29 15,0 1 42-15,1-1-12 0,-2 5-10 0,2-2-17 0,-1 0 6 16,0-1 0-16,-1 2 19 0,2-2-3 0,0 4-14 0,1-1-20 15,0-2 23-15,0 0-24 0,1-1 8 0,0-1-5 0,2-1-8 0,0 0-7 16,0-3 13-16,2 1-3 0,-1 0 35 0,1-1 1 0,-1-2-8 16,2 2 0-16,0-1 6 0,-1 0-4 0,2 0 2 0,0-2 1 15,1 2-2-15,-1-1 2 0,3-1 0 0,2-1 0 0,0-2 0 16,0 1 0-16,2-3 0 0,2-2 0 0,-1 0 0 0,2-3 0 0,-1 2 0 16,-8-3 0-16,0 2 0 0</inkml:trace>
  <inkml:trace contextRef="#ctx0" brushRef="#br0" timeOffset="-60492.95">28791 14148 256 0,'-24'-5'0'0,"13"2"17"0,1 2 2 0,1 1 7 0,0 0-9 0,1 0 27 0,0 1-17 0,-1 1 36 0,2-1-8 0,-1 2-17 0,-1-2-23 15,2 1 24-15,-1 0-21 0,0 0 43 0,-1-1-6 0,0 2 2 0,0-2-12 16,0 1 1-16,1 0-1 0,1 1 4 16,0-1-1-16,0 0-8 0,0 0-15 0,2 1 13 0,-2 1-17 0,-1-1 8 15,3 2-5-15,-3-1-3 0,1 3-13 0,4 0 10 0,-1 1-6 0,0 1 22 16,-1 1-5-16,-5 1-9 0,-1 3-20 0,0 0 20 0,1 2-18 15,-1 2 26-15,4 0-15 0,-1 1-18 0,0-2-5 16,1 0 6-16,0 1 2 0,2 0 20 0,0 2-4 0,0-1-10 0,0 0-10 0,2 1 9 16,1-2-8-16,-1-2 9 0,1 1-3 0,2 1-4 0,0 1-7 15,0 0 8-15,0 2-4 0,1 0 18 0,0 0 1 0,2-1-8 0,-1 2-18 16,1 0 13-16,-1-2-16 0,2 1 9 0,-1-3-10 0,1 0-9 16,0 0-23-16,1 1-10 0,0-3 5 0,1 2-13 0,-1 0 0 15,1 0-2-15,-2 0-82 0,1 0 17 0,-1-4-34 0,0 2-15 16,0-5 107-16,4 3-14 0</inkml:trace>
  <inkml:trace contextRef="#ctx0" brushRef="#br0" timeOffset="-59765.56">28703 14571 619 0,'-9'3'-25'0,"4"1"62"0,0-1-1 0,3 3-4 0,1-1-9 0,0 3 12 0,1 1-17 0,1 0-4 0,0 1-4 0,2 2-4 0,1 0-10 0,-1-1-1 0,2 2 0 16,-1-3 14-16,0-1-2 0,-2 0-3 0,1-2-16 0,-1 2 20 0,1 0-17 15,-1-1 19-15,0 1-5 0,-1-1-7 0,-1 1-15 0,1-2 20 16,-1 0-9-16,1-2 42 0,-1 0-1 0,0-3-13 0,-1 2-6 0,1-1 25 16,-1-2-19-16,1 0 29 0,-1-1-13 0,0 0-8 15,1 0 13-15,-1 0-19 0,0-1 19 0,1-1-25 0,0-2-1 16,-1 1 1-16,1-3-25 0,0-1 16 0,1 1-15 0,0-3 20 15,-1 0-5-15,1 0-8 0,-1 0-14 0,1-1 11 0,0 0-8 0,-1-1 25 16,1 1-3-16,-1 0-11 0,1 0-6 0,1-1 11 0,-1 2-9 16,0 1 13-16,0-1-5 0,0 0-5 0,1 0-15 0,-1 1 15 15,2 0-10-15,-2 2 24 0,1-1-1 0,-1 1-13 0,1 1-21 16,1-1 34-16,-1 0-27 0,1 3 36 0,1-4-4 0,-1 3-16 0,2 1-8 16,-1-3 7-16,2 4-5 0,0-1 13 0,1 1 0 0,1 2-7 15,1 0-14-15,0 0 19 0,1 2-17 0,0 3 21 0,0 1-5 16,0 0-6-16,0 2-17 0,1 1 15 0,-1 0-10 0,-1-1 29 0,-3 4-3 15,2 0-10-15,-1 0-9 0,-1 0 6 0,-2 1-6 16,1-2 9-16,-2-1-2 0,-1 2-2 0,0-1-13 0,0 0 9 0,0-4-4 16,-2 0 24-16,0-2-4 0,1-1-8 0,-1 0-16 0,0-1 18 15,0-3-14-15,1 2 19 0,-1-2-2 0,0 0-9 0,1 0 14 0,-1-2 12 16,2 0-1-16,1-2 14 0,-1-2-10 0,1-1-13 0,2-2-26 16,-1-2 20-16,1-1-18 0,-1-1 28 0,3 2-5 0,0-3-9 15,1 0-2-15,2-2 0 0,-2 1 1 0,1 2 9 0,-2 2-4 0,1-1-3 16,0 2-21-16,-3 0 20 0,-2 2-15 0,-1 2 31 0,1 0-9 15,3 3-14-15,1-1-10 0,-1 3 12 0,-1-1-6 0,-1 2 24 16,-1 0-7-16,0 2-7 0,0 3-8 0,0-2-3 0,1 4 4 0,0-1 9 16,-1 1-7-16,1 2-3 0,0-2 0 0,1 2 1 0,0-1 3 15,1 1 0-15,0 0 0 0,1 2-2 0,1 2-10 0,-1 1 12 16,0-3-10-16,-1 0 9 0,0-3-12 0,0-1-11 0,0 2-57 16,0-1-21-16,-1-2 3 0,1 1-23 0,-1-1-12 0,-2-2 2 15,0-1-151-15,1 0 171 0</inkml:trace>
  <inkml:trace contextRef="#ctx0" brushRef="#br0" timeOffset="-59226.79">29375 14527 648 0,'-6'-3'195'0,"1"3"-160"0,-2 0 86 15,2 0-121-15,2 4-3 0,2 0 5 0,1 1 6 0,0 2-1 0,1 2-4 0,1 0-10 0,2 1 12 0,-1 1-10 0,2 2 11 0,-1-1-4 0,1 3-8 0,0 2-29 16,1 2 10-16,1 1-10 0,-1 2 30 0,1 1 0 0,0 0 0 0,-1 3-5 16,2 1 12-16,-1 0-8 0,1-4 12 0,0-2 0 0,-1-1-5 15,-2 0-13-15,1 2 13 0,0-2-8 0,-1-2 27 0,-1-2-2 16,1-4-11-16,-1 1-10 0,-1-1 21 0,-2-2-18 0,0 0 13 16,-1-2 1-16,-1 1-8 0,-1-3 7 15,0 1-10-15,0-2 8 0,0-3-1 0,0 0 3 0,-3-1 3 0,2-1-24 0,-2 0 31 0,1-3-24 16,-1 1 46-16,1-5-9 0,-1 1-10 0,1-4-4 0,-2-2 1 15,1-2 2-15,-1-1 12 0,2-3-3 0,-1-5-5 0,2-5 7 16,0-6-5-16,1-1 3 0,1-3-26 16,1 3-4-16,0-1-2 0,0 1 3 0,2 1-9 0,-1 2 8 0,2 3-2 0,-1 4-2 0,1 2 3 15,2 4-13-15,-1 2 16 0,3 2-13 0,-1 0 21 0,0 1-4 16,1 0-10-16,1-1-1 0,1 1 6 0,2-2-1 0,0 2 13 0,1 2-3 16,-1-1-12-16,1 3-6 15,-5 2 11-15,0 1-9 0,-2 4 11 0,0 0-7 0,4 2-6 0,0 1 4 0,0 2-1 16,0 1 4-16,0-1-3 0,-1 4 3 0,-1 0 0 0,1 2-19 15,0 2 21-15,0 3-19 0,-2-2 27 0,-2-1-6 0,-2 2-9 0,1 0 8 16,-1-1 5-16,-2 1 4 0,0-1 16 0,-2 1 0 0,1-1-4 0,-3-1-12 16,1 2 20-16,-3-2-18 0,-1 0 11 0,1-1-4 0,-2 0-7 0,1 2-5 15,-1-2-2-15,2-1 0 0,-1 0 4 0,1 0-5 16,1-2-4-16,-1-1-5 0,0 0 7 0,2-3-6 0,-2 0 7 0,3-2-4 16,-2 0-7-16,2-1-1 0,0-2-6 0,-2 1 4 0,1-2-21 15,-1 0-6-15,6 0-9 0,0 1-30 0,2-3 1 0,0 3-9 0,-4-3-32 16,-1 3-4-1,-1-2-13-15,3-2 1 0,0-1-34 0,4-2 16 0,2-1 23 0</inkml:trace>
  <inkml:trace contextRef="#ctx0" brushRef="#br0" timeOffset="-58847.52">29882 13016 837 0</inkml:trace>
  <inkml:trace contextRef="#ctx0" brushRef="#br0" timeOffset="-58460.72">30190 13811 393 0,'-3'-9'78'0,"3"2"-68"0,-1 2 14 0,0 1-31 0,1 2 14 16,-2 2-15-16,2 0-3 0,0 0-7 0,0 0-13 0,-1 2-42 0,-1 2-19 0,0-1 1 0,1 4 29 0</inkml:trace>
  <inkml:trace contextRef="#ctx0" brushRef="#br0" timeOffset="-57774.14">29730 13902 397 0,'5'-10'38'0,"0"-1"67"0,0 0-55 0,0 7 16 15,1-1 9-15,-1 1-6 0,2 3 34 0,-3-4-35 16,3 2 12-16,-2 2-10 0,0 1-18 0,1 1-9 0,1 5 13 0,-1 1-10 0,1-2 13 16,1 4-4-16,-1 2-15 0,-1 3-22 0,1 6 21 0,-1 2-23 15,1 4 8-15,-3 0-5 0,-1 3-13 0,1 0-6 0,-2 0 1 16,1 1-1-16,-1-1 8 0,0 0-1 0,-1-1-4 0,0 4-12 0,0-2 20 16,0 4-16-16,-1-5 18 0,0-4-4 0,0-4-10 0,0-2-4 15,0 1 0-15,0-1 3 0,-1-1 13 0,1-3-2 0,0-3-2 16,0-1-10-16,0-1 10 0,1-2-9 0,-1-1 10 0,0-1-5 15,0-3-3-15,0-1 1 0,1-1-1 0,-1-1 7 0,0 0 30 0,1 0-5 16,1-2 4-16,-1-1-36 0,1-3 24 0,0 1-24 0,2-3 24 16,-2-1-8-16,1-2-16 0,2-2 0 0,-1 0-1 0,1-2 2 15,0-2 5-15,1 0-2 0,2 2 2 0,1 0-15 16,1 3 9-16,0 1-7 0,1-1 15 0,-1 3-6 0,3-1-10 16,-1 1 5-16,-1 4 3 0,0 0 2 0,-2 3 1 15,-1 1 0-15,-4 1-6 0,-3 1-16 0,3 2 20 0,0 2-15 16,4 0 31-16,2 3-10 0,1-1-10 0,0 4-13 0,3-1 25 0,-2 0-15 0,1-1 33 0,-1 1-9 0,-1 3-15 0,-2 0-18 31,0 4 18-31,0-2-12 0,-1-3 29 0,1-1-5 0,-1-1-14 0,-1 3-11 0,2-1 14 0,-1-2-11 16,-1 1 16-16,0-3 0 0,-2 0-9 0,1-2-10 0,0-1 13 0,-2 0-11 15,2 1 7-15,-2-1-4 16,1-3-6-16,0 1-27 0,1-1-15 0,-1 0-1 0,2-2-74 0,-1 0-21 0,2-3-27 0,0-2-118 16,1 1-37-16,2-2-25 0</inkml:trace>
  <inkml:trace contextRef="#ctx0" brushRef="#br0" timeOffset="-57487.37">30388 13797 1030 0,'-9'-1'151'0,"3"0"524"0,2 2-671 0,3 5-2 0,1 5-8 0,4 5-12 0,5 3 21 0,2 2-15 0,5 3 26 0,1 3-5 0,0 3-11 0,1 4-7 0,0-1 9 31,-2-1-4-31,0-1 16 0,-1 3-2 0,-4 0-10 0,-1 6-3 0,-6 5 6 16,-1-1-5-16,-2 6 8 0,-1-4 0 0,2-3-2 0,2-2-17 15,-4-4 14-15,-2-5-10 0,-1-2 31 0,-2-4 2 0,-2 1-7 0,3 0-11 16,0 0 25-16,-4 0-21 0,-2-1 26 0,-7-2-9 16,-1 0-14-16,-1 1-23 0,-1 0 20 0,0-3-16 0,-1-5 28 0,5 0-7 15,-1-2-12-15,0 2-11 0,2 1 7 0,0-1-6 0,1 1 11 16,1-6-12-16,0 3-12 0,1-3-25 0,1 2-23 0,-1-2 6 15,2 2-100-15,0-1-21 0,2 0-28 0,1-1-173 0,1 2 230 16</inkml:trace>
  <inkml:trace contextRef="#ctx0" brushRef="#br0" timeOffset="-54896.65">17203 7484 217 0,'-3'-11'106'0,"0"2"-64"0,-1 1 50 0,3 2-84 0,1 1 10 0,0 3-29 0,0 0 35 0,0 1-4 0,0-1-16 0,0 1-18 0,0 1 20 0,0 0-18 0,0 0 22 16,0 0-4-16,0 0-9 0,0 0-18 0,0 0 21 0,0 0-14 0,0 1 36 0,1 2-5 16,-1-1-13-16,1 5 0 0,1 2 12 0,-2 0-7 0,0 4 22 15,0-1-5-15,-2 2-1 0,0 4-18 0,0-1 16 0,-3-2-11 16,0 3 32-16,-1 0-5 16,1 4-13-16,-2 1-24 0,1 0 29 0,-1-1-26 0,2 1 35 15,0-3-11-15,0 2-11 0,1 2 4 0,4 3-6 0,3 2 10 0,0 3-4 0,2-2 0 0,-4 2-5 0,1 3-14 0,-3 1 25 16,1 0-23-16,0-2 26 0,0-3-7 0,4 1-8 0,2-1-17 15,1-2 13 1,2-2-8-16,-2-2 29 0,1-1-5 0,4-1-12 0,0 2-16 16,2-2 11-16,1-1-11 0,0-3 8 0,-1-3-1 0,0-4-7 0,0 0-8 0,1-1 8 0,0 0-5 0,0-2 21 0,2 0-9 15,1 1-7-15,1-1-25 16,-1-2 15-16,-1 0-14 0,1-2 11 0,-1-2-5 0,0-3-9 0,1 0-38 0,-2 0 0 0,1-4-13 16,-1 0-76-16,-1-1-26 15,0-2-45-15</inkml:trace>
  <inkml:trace contextRef="#ctx0" brushRef="#br0" timeOffset="-54467.97">17637 7309 981 0,'-20'-3'137'0,"-3"3"-138"0,1 4-34 0,-2 4 21 0,1 1 32 0,-1 2-27 0,3 2 34 0,0-1-2 0,3-1-10 0,0 2-4 0,3-1 6 0,1-1-4 0,4 3 15 0,2-2-6 0,2 3-7 0,2 2-22 15,2 2 20-15,2 1-16 0,2 4 35 0,3-3-8 0,0 2-11 0,3 2-2 16,0 0-1-16,2 2 3 0,0-4 2 0,0-1 1 0,0-3-2 16,3-1-22-16,-2 0 25 0,1 0-22 0,1 0 26 0,-3-2-1 15,1 1-12-15,0-2-6 0,-1-4 22 0,2-1-16 0,-1-4 20 16,-1 2-5-16,0-2-16 0,1 3-12 0,1 0 16 0,1 0-15 0,-1-1 16 16,1-2-2-16,-5-2-8 0,-1 0-14 0,1-1 15 15,0 2-11-15,6 0 22 0,-1 1-3 0,1 1-11 0,1-1-10 0,-1 1 5 16,-1-1-9-16,-1 2-20 0,-2-1-4 0,-1 2-11 15,1 3-21-15,-2-3 2 0,-2 0-4 0,0-3-14 0,0 0-13 0,-2-4-21 16,-1-1-4-16,1 0 10 0,-2-1-5 0,0 4-11 0,-2-1 79 16,0 2-14-16</inkml:trace>
  <inkml:trace contextRef="#ctx0" brushRef="#br0" timeOffset="-54294.57">17517 8110 325 0,'-24'6'41'0,"4"0"-24"0,1 2 111 0,4-1-25 0,3 0-4 0,0-2-14 16,1 0 15-16,4-2-7 0,0-1 27 0,2-2-6 0,2 0-13 15,2-2-51-15,1-1 12 0,1-3-26 0,2-2-10 0,3-1-11 16,2-3-8-16,2-2-7 0,2-2 4 0,3-2-1 0,1 0 9 0,0 2-2 16,4 1-7-16,1-3-7 0,1 0 6 0,1-3-5 0,0 1-6 15,0 0-18-15,-3-1-16 0,-4 0-41 0,-2 0-18 0,1-2 4 16,0 1-41-16,6 1-23 0,-1 0-13 0,-1 2-43 0,0 0 111 16</inkml:trace>
  <inkml:trace contextRef="#ctx0" brushRef="#br0" timeOffset="-54072.36">18116 7269 1036 0,'13'-4'-228'0,"-11"6"360"0,-2 2-43 0,0-1-88 0,1 6-8 16,0 2 27-16,0 1-20 0,-3 3 34 0,0-1-6 0,0 1-12 16,-1-1-14-16,6 1 10 0,-1 0-8 15,1-1 16-15,2 0-6 0,0-2-12 0,1 4-17 0,2-3 21 16,-1-1-17-16,0 0 28 0,2-1-7 0,0 0-12 0,3 2-15 0,0 1 15 0,-1-5-9 0,0 2 23 15,-1-2-7-15,-2 0-11 16,1 3-38-16,-1-2 12 0,-1 1-17 0,-1 0-4 0,-3-2-18 16,0-1-14-16,0 1-24 0,-3 0-27 0,0 3 15 0,-2 1 33 0</inkml:trace>
  <inkml:trace contextRef="#ctx0" brushRef="#br0" timeOffset="-53898.94">17878 7760 859 0,'-3'-3'52'0,"1"1"-39"16,1 0 55-16,2 0-29 0,3-1-25 0,1 1-5 0,3-4-1 0,-1 1 7 0,5-2 13 0,-1-1-3 0,2-2-2 16,4-2-27-16,2-2 21 0,3 0-20 0,1-3 21 0,0-3-8 15,0-1-10-15,3-3 0 0,0-1-6 0,-6 1 6 0,0 1-12 16,0-2-9-16,2 0-9 0,4-1-46 16,-2-1-9-16,-1 1-14 0,-5-1-89 0,-1 2-22 0,-2 0-23 0</inkml:trace>
  <inkml:trace contextRef="#ctx0" brushRef="#br0" timeOffset="-53661.12">18221 6784 1115 0,'5'1'9'0,"3"3"-20"0,2 1 3 15,4 6 11-15,2 0 22 0,3 4-1 0,2 3-3 0,6 4-4 0,3 5 10 0,3 4-9 0,-1 0 12 0,0 1-6 16,-3 0-1-1,-2 0-12-15,1 2 12 0,-2-1-7 0,-1 1 23 16,-10-2-8-16,-1-2-12 0,-1 1-22 0,-2 0 21 0,6 2-19 0,1 0 19 16,-2 1-2-16,-1 2-11 0,-2-2-12 0,-2 1 10 0,-1-3-8 0,-1-4 17 15,-2 0 0-15,-2-2-7 0,-2-1-24 0,-2 2 20 0,0-1-20 16,-2-2 9-16,-2 0-14 0,-2 1-21 0,-3 4-53 16,1 2-32-16,-4 3-1 0,1 4-123 0,0-3-14 0,-1 4-16 0</inkml:trace>
  <inkml:trace contextRef="#ctx0" brushRef="#br0" timeOffset="34101.76">24547 11337 349 0,'-4'-7'41'0,"-1"1"-17"0,1-1-6 0,1 4-5 0,0-1 8 0,0 1 5 0,1-1-1 0,-1 2-25 0,0-1 29 0,1 1-25 0,0-1 40 0,-2 1-5 0,1 2-17 0,1-3-20 16,-1 2 26-16,1-1-23 0,1 1 26 0,0 0-8 0,1 0-12 0,0 1 2 15,0 0-5-15,0 0 8 0,1-2 7 0,1 1 1 0,0-2 4 16,2 1-3-16,0-1 18 0,0 1-11 0,-1-2 26 0,0 1-10 16,1-2-8-16,0 1-22 0,1 1 11 0,0-3-8 0,1 5 17 15,-3-1-4-15,1 0-14 0,-1 2-18 0,-1 0 17 16,1 0-17-16,0 0 13 0,-1 0-5 0,2 2-10 0,0-1 0 0,1 1-2 0,-1 0 4 16,2 2 10-16,0-2-1 0,-3 1 3 0,0-2-19 0,2 2 24 15,1-1-20-15,7-1 28 0,1 2-6 16,2 1-12-16,1-2-4 0,0 2-1 0,-2 1 2 0,1-1 2 0,-1 0 4 15,-1 0-2-15,2 1-12 0,-1-1 22 0,1 0-21 0,4-1 19 16,-1 3-1-16,1-3-7 0,2 3 3 0,2-3 0 0,-2 1 0 0,2 0 0 16,-2-3 3-16,2 2-4 0,1-2-15 0,1 2 18 15,-3-2-18-15,-4 2 23 0,-3-3-3 0,1 2-7 0,3-1-18 0,6 1 12 0,1-1-9 0,0 2 20 16,-4-3-3-16,4 0-7 0,2 1-19 0,4 0 17 0,2 0-13 16,1 1 30-16,0-1-8 0,2 0-11 0,1-1-13 0,-1 2 17 15,-5-2-11-15,-1 0 16 0,-1 0-2 0,1 0-12 0,7 0 2 16,-2 1 7-16,1-1-5 0,0 0 8 0,1 1-3 0,1 0-2 0,0 2-9 15,0 0 3-15,0-2-2 16,-8 1 12-16,-1 1 2 0,-1-2-4 0,1 0-19 0,8 2 22 16,-1-2-19-16,1 2 29 0,0-1-7 0,3 0-12 0,5-1-3 0,1 2 14 15,3-2-7-15,-3 0 16 0,-5 0-3 0,-1-1-13 0,2-2-13 16,2-2 20-16,7 0-15 0,1-1 28 0,1 2-9 0,3 1-12 0,0 3-9 16,-8 2 11-16,0 2-6 0,-4-3 22 0,-3 0-5 15,5-1-7-15,-1 0-19 0,0 2 11 0,1-1-8 0,0 4 25 0,-1-1-5 16,-4-2-6-16,-2 4-7 0,-2-1 12 0,-1-3-6 0,2 1 23 15,4 0-5-15,1 1-11 0,4 6-11 0,1 2 9 0,3 1-8 16,3-2 10-16,-2-5-4 0,-7-2-2 0,1 0-10 0,-3-2 6 0,0-2-4 16,5-1 5-16,-3 0 4 0,-1 0-6 0,2-1-5 0,2 0 16 15,-4-1-16-15,-1 1 11 0,-11-1 0 0,0 0-6 0,-1-1-10 16,-3 0 16-16,3-1-13 0,-5 2 18 0,-5-1-2 0,0 2-14 0,0-2-3 0,-3 3 11 0,-3-1-8 16,-1 1 12-16,-5 0-3 0,-1 2-6 15,0 0-6-15,-1 0 10 0,3 0-4 0,-1 1 18 0,3 1-2 0,2 0-8 16,4 1-6-16,3-1 7 0,-1 0-6 0,3-2 7 0,-7 1 1 0,0 0-6 0,3-2-20 15,2 1 21-15,5-2-18 0,-1 2 31 0,-3-1-5 0,-2-1-12 0,-1 1-18 16,-2-1 20-16,-2 0-13 0,-2 2 32 0,-3-1-9 0,-1-1-13 16,1 1-6-16,-2-1 4 0,-3 0-2 0,-1 0 12 0,-3 1-4 15,0-1-2-15,-2 0-18 16,0 0 16-16,-1 0-15 0,0 0-8 0,-1 0-19 0,0 0-33 0,-2 0-61 0,0 2-34 0,-4-1-7 16,-1 3-218-16,-2 1 234 15,-1 4-33-15</inkml:trace>
  <inkml:trace contextRef="#ctx0" brushRef="#br0" timeOffset="34830.72">26546 11887 217 0,'5'-1'170'0,"-5"-3"-94"0,1-1 94 0,1 2-125 0,0 1-23 0,-1 1-18 0,2-1 30 0,-1 2 4 0,0 0 1 0,-1 0-23 0,2 0 21 0,-3 2-23 0,1-2 18 0,0 1-9 0,0 0-8 0,-1 2 11 16,0-1 5-16,1 2 4 0,-1 0 16 0,0 2-8 0,1-2-11 16,0 3-28-16,2-1 27 0,-2 0-22 0,-1-1 36 0,1-2-11 15,0 2-14-15,0 0-12 0,0 4 14 0,0 0-8 0,0 0 19 16,-5 1-8-16,-1 1-14 0,5 0-4 0,-1-1 2 0,5 2-2 15,-1-2-5-15,-3 2 5 0,-1-1 1 0,0-1-15 16,1 2 6-16,0-2-9 0,0 0 14 0,0 1 0 0,2-2-2 0,-4 0-25 0,0 1 27 16,-1-1-23-16,2 0 39 0,2-2-8 0,4 0-12 15,-1 1-10-15,1-2 4 0,0 0-5 0,0-1-37 0,-2-1-19 16,3-1-35-16,-1-1-72 0,1 0-1 0,1-2-21 0,0 0-53 16,-2-2 141-16,4 2-7 0</inkml:trace>
  <inkml:trace contextRef="#ctx0" brushRef="#br0" timeOffset="35218.6">26822 11894 502 0,'-10'2'-188'0,"5"-2"319"0,-1 0-44 15,2 3-73-15,-2 1-24 0,2 3 22 0,-1 0-18 0,2 0 44 0,-2 4 1 16,1 0 2-16,0 6-25 0,0-1 18 0,0 2-16 0,1-1 25 0,0 0-7 0,0-2-17 0,0-1-17 15,1 1 27-15,1-3-20 0,0-2 38 0,1 0-7 16,1-2-11-16,1-2-3 0,0 1 15 0,3-2-8 0,-1 0 17 0,2-2-1 16,1 0-15-16,2 0-9 0,2-2 26 0,2-1-22 0,4 0 20 15,1-1-1-15,2-3-11 0,3 0-13 0,-1-1 7 16,3 0-10-16,-2-3 4 0,1 3-5 0,1-1-5 16,-2-2-24-16,-1 1 21 0,-2-2-14 0,-8 0 39 0,-2 0-3 0,2-2-10 0,-1 1-19 0,6-3 10 15,1 1-11-15,-3 0 22 0,-1-1-7 0,-3 0-4 0,-3-1-30 16,0 2 24-16,-3-1-19 0,0 1 39 0,-3 1-1 0,-2 0-11 0,-2 3-22 15,-3-1 10-15,0 1-11 0,-3-1 14 16,0 1 0-16,-3 4-8 0,-4-1-20 0,-2 3 29 0,-3 2-25 0,0 0 27 0,0 1 0 16,4 2-12-16,-2 0-14 0,-2-1-1 0,0 3-6 0,-5-1-21 0,4 1-4 15,3-1-10-15,2 1-59 0,5-1-12 0,3-1-19 0,3 0-171 16,4 0 193 0,2-3-38-16</inkml:trace>
  <inkml:trace contextRef="#ctx0" brushRef="#br0" timeOffset="36466.6">29294 8897 1 0,'-1'-3'0'0,"0"0"6"0,0 2 2 0,0-1 6 0,-1 2 7 0,2-2 2 0,-1 1 3 0,1 0 0 0,0 1 2 0,0-2-6 0,0 1-24 0,0 1 40 0,0 0-33 16,0 0 58-16,0 0-10 0,0 0-17 0,0 0 1 0,0 0-2 0,0 0 6 16,0 0 9-16,0 0-7 0,0 0-4 0,0 0-38 0,0 0 34 15,0 0-29-15,-2 0 52 0,1 3-8 0,0-1-12 0,-1 2-14 0,-2 3-3 0,0 0 0 16,-2 3 0-16,1-1 0 0,-1 4 0 0,-1 1-22 0,-1-1 20 16,2 2-19-16,-1-3 19 0,0-1-9 0,3 1-11 0,-1 0-3 15,1 4 4-15,0 0 1 0,0 0 10 0,0 0 1 0,0-1-9 0,1 0-22 16,-1 2 31-16,0 0-27 0,0-1 36 0,1 1-6 15,-2 2-15-15,0 3-12 0,0 3 25 0,0 5-13 0,0 2 51 16,3 0-5-16,0 1-12 0,1 2-30 0,-1-2 25 0,1 2-27 0,1 0 20 0,-1 1-7 16,0-1-10-16,1 3-10 0,-1-3 5 0,1-1-3 0,1 4 14 15,1 1 0-15,2 1-9 0,-1 2-19 0,-1 0 27 0,1-2-23 16,-2-4 29-16,0-2-5 0,-1-2-7 16,0 1-19-16,-2 0 15 0,-2 0-9 0,-1-2 31 0,-1 1-3 15,1 1-14-15,1 0-14 0,1 2 14 0,-1-2-14 0,2-1 13 0,0-2 2 16,1 0-4-16,0 0-17 0,2-1 15 0,1-1-8 0,2-2 56 15,2 0 0-15,1-5-1 0,2 4-33 0,-1-3 14 0,-1 4-20 0,1 3 6 0,-1 4-3 0,0 1-6 16,2 4-6-16,0-5 1 0,-1-4 0 0,1-3 8 0,-4-2-2 16,1-2-6-16,-2 0-11 0,0-2 19 0,-2 1-15 0,0 0 17 15,-1 3-3-15,-1 0-10 0,-1 1-9 0,-2 0-3 0,-1-2-4 0,0-3-49 16,-2-2-21-16,0 1-26 0,-5 1-105 0,0 3-60 0,-2-2-16 16</inkml:trace>
  <inkml:trace contextRef="#ctx0" brushRef="#br0" timeOffset="41386.14">29541 9654 256 0,'-4'-5'4'0,"1"1"100"0,1 3-16 0,1-1 27 0,0-1-67 0,1 0 25 0,-1 2-26 0,1-1 22 0,0-1-9 0,0 1-20 0,1 0-2 0,-1 1 7 0,0-2-4 0,0 2 14 0,1 0-4 0,0 0-10 16,0-1-23-16,0 1 18 0,0-2-22 0,2 2 10 16,-2-1-5-16,1 0-6 0,0-2-3 0,-2 1 2 0,-1 0 0 0,1-1 6 15,0 0 0-15,5 1-3 0,0-3-20 0,2 3 25 0,1-3-22 0,1 0 23 16,1 0-4-16,1-1-13 0,4 0-14 0,1-2 15 0,0 1-11 15,2 0 19-15,-2 2 1 0,1-1-11 0,0 0-8 16,-1 0 11-16,0 2-12 0,1 3 11 0,-2 0-2 0,-1 1-3 0,0 1 1 0,-3-1-4 16,-1 0 3-16,-2 1 1 0,-2 1 1 15,-1 1 0-15,-1 1-9 0,0 0 12 0,-2-2-11 0,1 4 12 0,-2-1-2 0,-1 3-4 16,0 4-2-16,-1-2-4 0,-2 2 5 0,0 1 7 0,-1-1-1 0,0-1 0 16,-1 2-11-16,0-2 13 0,-1 2-11 15,0-2 11-15,0 0 1 0,-1 0-7 0,2 1-3 0,-2 3 0 0,0-1-1 0,1-2 12 16,-1 1-5-16,1-2 1 0,2 0-10 0,-2-1 2 0,2-1-2 0,-1 1 7 15,1-2 1-15,0 0 2 0,0 1-5 0,0-3-1 0,2-2 1 16,1-1 0-16,1-1 5 0,-1 0-2 0,1-1-9 0,0 0 12 16,1 0-11-16,1-1 12 0,1 0-4 15,0-1-4-15,1 2-12 0,1 0 10 0,-1 0-4 0,2 0 18 0,0 2 0 0,-1 2-10 0,1 1-6 16,-1 2 8-16,2 1-9 0,1-2 9 16,1 1-2-16,0 1 1 0,1-3-6 0,1 1 6 0,-1 0 0 0,-1 0 33 0,0-3-3 15,-1 4-5-15,0-2-39 0,0 0 32 0,-1 0-28 0,-2 0 40 16,1-2-12-16,-2 1-19 0,0 0-8 0,-1 2 13 0,-1-1-6 0,0 2 28 15,-1-4-2-15,-1 1-4 0,-1-1-20 0,-3 2 19 0,0-1-17 16,-3 2 26-16,-1-1-2 0,-1 2-8 0,-1 0-27 16,-2 1 22-16,-2 0-22 0,0 1 20 15,-2-4 0-15,-1 1-13 0,0 1-11 0,0-1 18 0,0 2-17 0,3 1 20 0,-1 0-1 0,3 0-7 16,-2 1-19-16,2-1 16 0,1 0-14 16,1 0 25-16,2 0-4 0,2-3-13 0,2 2-36 0,2-1 20 15,0-1-25-15,2 0-9 0,3-2-19 0,1 0-28 0,3-3-68 0,3-1 10 16,3-1-27-16,3-6-95 0,2 1 176 0,7-1-45 0</inkml:trace>
  <inkml:trace contextRef="#ctx0" brushRef="#br0" timeOffset="42063.25">30437 9324 216 0,'-5'-4'55'0,"-1"0"125"0,0-1-121 0,3 3 0 0,0 0 4 0,0 0-8 0,0-1 0 0,1 1-3 0,-2 1-3 0,2-1-1 0,-1 0-5 0,-2 0-6 0,1 1 14 0,-2 1-15 0,1 0-1 16,-1 0-4-16,0 1-7 0,1 1-3 0,-1 0 2 0,2 0-1 16,-1 1 5-16,1 2-6 0,-1-1-5 0,1 1-16 15,-1 4 10-15,0-1-10 0,-1 2 11 0,-1 1-3 0,2-2-2 0,-1 2-1 16,-1 2-6-16,2-2 5 0,-1 2-3 0,2 0 2 0,-2-1 0 0,3-1-8 15,-2 3 11-15,3-2-11 16,0-3 5-16,0 0 6 0,1-4-2 0,1 0-8 16,1 2 4-16,2-1-7 0,0-3 13 0,0 3-1 0,2-4 2 0,-1-1-12 15,1 1 13-15,-1-2-12 0,2 1 10 0,-2-2-1 0,2-1-6 16,0 1 1-16,0-3-1 0,1 0 2 0,0-1 7 0,0 0 3 16,-2-1-2-16,2-1-27 0,0 0 30 0,1 2-29 0,-2-3 31 0,1 2-1 0,-1-2-11 0,0-2-12 0,1 1 12 0,-1 0-11 15,-1 0 22 1,1 1-3-16,-1-1-7 0,-2 1-22 0,0-1 26 0,1 3-20 15,-1-2 27-15,-1 2-5 0,0 0-11 0,2-2 6 0,-2 3-4 0,1 0 5 16,-1-2-3-16,-1 3 0 0,0-1 3 0,0 1-24 16,0 1 23-16,0 0-18 0,0 0 38 0,-1 1-5 0,0 1-10 0,1 1-4 15,-1-2 5-15,0 2-2 0,0 0 5 0,0 2-1 0,0 0-10 16,0 1-9-16,0 3 19 0,0 1-15 0,2 3 25 0,-2-1-5 16,1 4-9-16,0-2-2 0,0 2 5 0,-1 0-1 0,0 2 12 15,-1-1-1-15,0 1-6 0,-2 3-19 0,0 2 20 0,0-2-19 0,-1-1 26 16,0 3-1-16,0-2-5 0,1-1-9 0,0-2 1 0,2-3-1 15,-2 2 9-15,2 1-5 0,0-4-5 0,0 1-16 0,1-2 16 16,1-1-14-16,0 0 20 0,0-2-3 0,0 2-9 0,-1 2-10 0,0-1 6 16,0 0-5-16,0-1 21 0,0 0-5 0,0-1-7 0,0-1-48 15,0 2-15-15,0 2-9 0,0-1-88 0,-1 0-30 0,-1-2-24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29:29.58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6824 10584 558 0,'-8'-1'110'0,"0"-2"-72"0,4 0-38 0,2 3 0 0,2-1 9 0,0 0-2 0,1-2-9 0,1 0 2 0,1-3 0 0,2 0 2 0,-1-3 3 0,1 0-2 16,-1 1-4-16,0-1 1 0,-2 0 4 0,1 1-3 0,0 0 3 15,-1 0 0-15,1 3-2 0,-1-1 7 0,3-3 10 0,-2-2-2 16,2-3 24-16,-1-2-4 0,1-1-6 0,-2-2-19 0,0-2 24 0,1 1-21 15,-2 1 23-15,1 1-6 0,-1-1-10 0,0-2-7 16,0-1-6-16,0-1 5 0,1 0 7 0,-1 0 0 0,0-4 6 0,-1-2-34 16,0-4 26-16,2-3-24 0,-1-1 32 0,-1-1-4 0,1 3-14 0,-1-3-22 15,-1 3 25-15,0-1-22 0,0 1 36 0,-1 3-5 0,0 0-11 16,-1 0-15-16,0-2 13 0,-3-2-11 0,-1-1 18 0,0 0-3 16,-1 1-7-16,-3-1 0 0,-2 1-7 0,-2 1 4 0,-2 1 0 15,-2 3 2-15,0 3 2 0,-3 1-13 0,2 2 11 0,-1 2-10 0,3 0 9 16,-2 3 2-16,-3-1-4 0,-2 1 3 0,-7-2-6 0,0 2 4 15,0-2 0-15,-1 3-1 0,0-2 6 0,-2 5-24 0,0 2 22 16,3 5-17-16,-3 1 27 0,2 0-5 0,-2-1-14 0,-3 0-4 0,4 0 9 16,1 2-4-16,-2 0 9 0,1 1 3 0,-1 1-9 0,-2 0-19 15,2-1 24-15,1 1-20 0,2 0 26 0,3 1-3 0,1-1-8 0,-1 1-19 16,-1 2 13-16,-2-2-10 0,1 3 20 0,0-1-2 16,5 2-12-16,-3 0-11 0,-2 0 21 0,-1 2-18 0,-4-1 22 0,3 2-3 15,0-1-4-15,0 1-11 0,0 2 12 0,3 0-6 16,1 3 24-16,2 1 1 0,-1 2-10 0,-3 3-24 0,-2 2 25 0,0 0-23 15,0 0 28-15,3-2 0 0,1 0-10 0,-1 2-14 16,0 4 17-16,-1-1-14 0,0 1 25 0,3-2-1 0,4 0-8 0,-1 0-20 0,4 0 16 16,0 0-14-16,3-1 25 0,2 0-5 0,4 3-9 0,2-2-19 15,0 2 14-15,3 2-10 0,0 1 31 0,1 0-4 0,2 0-10 0,2 3-6 16,0 0 4-16,1 1-5 0,0-1 4 0,0-2 1 0,1 3 1 16,-1 0-8-16,0 4-1 0,1-2 1 0,-1 1 9 0,0-3 2 15,0 1-1-15,1 1-21 0,0 2 23 0,2 0-21 0,0 1 26 16,0 1-3-16,1 1-9 0,-2 4-12 0,0-3 10 0,0 3-5 15,1-4 22-15,-2-2-4 0,0 1-9 0,0-1-14 0,0 0 20 0,1-1-15 16,1 1 20-16,1-2-2 0,2 0-10 0,2 4-16 0,1 1 22 16,2 3-14-16,1 1 40 0,3-3-4 0,-1 0-16 0,3 0-15 15,2-2 21-15,3 3-19 0,0-3 26 0,2-2-4 0,1 4-9 0,2-3-12 16,4 1 15-16,0 1-11 0,-6 0 20 0,0-5-1 0,-1 0-13 16,3-5-15-16,6-5 22 0,-3-6-20 0,-1-3 25 0,1-3-6 15,0 1-11-15,5-1 0 0,1-3 3 0,1-2-1 0,2-1 0 16,-2-2 4-16,0 0-3 0,0-2-20 0,-7 0 23 0,1-3-21 0,-2 0 31 15,-1 0-1-15,3-2-6 0,-1 1-30 0,-1 1 16 0,0-2-17 16,3 1 28-16,0-1 1 0,0 4-8 0,0-3-8 16,0 4 9-16,-3-1-10 0,-1 0 6 0,-3 0 2 0,-3-3 0 15,-3-2-6-15,-3 1 3 0,-1 1-4 0,1-2 4 0,4-1 2 0,1 0-5 16,0-1-23-16,-2 0 25 0,-1-2-25 0,2 0 21 0,-1-1-8 16,2-1-12-16,2-2-14 0,1 1-4 0,0-2-1 15,1-1-26-15,0-1-10 0,-2-1-18 0,2-2-64 0,-1-1-36 0,2-4-13 0</inkml:trace>
  <inkml:trace contextRef="#ctx0" brushRef="#br0" timeOffset="10494.92">9004 9091 256 0,'1'-6'-8'0,"-1"1"-101"0,0 3 48 0,0 1 2 0,0 1 54 0,0 0 5 0,0 1 1 0,-1 1 18 0,-3-1-6 0,1 3-12 0,-3 0-9 0,0-1 10 0,-1 3-8 0,-2-3 11 16,0 1-9-16,0-1-4 0,-1 1-1 0,0-1-4 0,0 3 7 16,-2-3 6-16,2 1 0 0,0-1 0 0,-2-2 0 0,-1-1 0 0,0-4 0 15,0 0 0-15,0 2 0 0,-1-2 0 0,-3 0 0 0,0-1 0 16,-2 1 0-1,0 0 0-15,1 1 0 0,0-1 0 0,3-1 0 0,-3 1 7 0,-1-1-3 0,-1 1 25 0,-6-1-3 0,1-2 1 0,-3 2 5 16,-1-1-7-16,0 1 9 0,-1-1 4 0,3 1 2 0,1 0 2 16,2-1-13-16,3 2 12 0,1-2-14 0,2 4 2 0,0 0-6 15,-1-1-4-15,0 1-13 0,-1-6 1 0,1 2 0 0,3-1 11 0,3-1-5 16,2-1-6-16,-3 2-11 0,0-1 12 0,-5 0-10 0,-1 1 7 16,2-1 0-16,0 0-5 0,-1-1-21 15,-1 3 21-15,0 2-15 0,-1 0 34 0,0 2-6 0,-1 1-13 0,-1-1-27 0,0 2 35 16,2 0-27-16,0 0 45 0,0 2-8 0,1 0-16 0,-1 1-9 15,-4-1 3-15,3 1-2 0,-2 1 13 0,3-1 6 16,6 0-5-16,-2 1-12 16,-1-2 24-16,-1 2-24 0,-4-1 15 0,1-1 0 0,0 1-7 0,-2-1 3 0,0 1-1 0,0 0 3 0,-1-1 3 0,4 2-3 0,1-1-4 31,1 2-9-31,2 0 13 0,1 0-10 0,1 0 18 0,2 1-6 16,1 1-8-16,-3 1-16 0,3-1 8 0,-4 2-4 0,0-2 21 15,0-1 2-15,-1 2-9 0,0 2-24 0,0 3 27 0,1 2-24 0,3 0 33 16,-1 0-6-16,1-1-11 0,-3 0-8 0,-4 1 8 0,1-2-5 15,0 2 13-15,-1-3 0 0,3 2-8 0,-4-1-15 0,1 2 20 16,-1-1-16-16,1 3 27 0,2 1-11 0,-2-2-15 0,3 3-6 16,-1 3 15-16,1 1-6 0,1 2 28 0,0-2-5 0,1 4-14 0,-5-1-13 15,0 5 16-15,-1-1-15 0,-2-1 15 0,3-1 1 0,0-1-4 16,2 3-10-16,-1-1 3 0,-1-1-3 0,-2 0 16 0,-1 0 2 16,2-1-5-16,-2 3-22 0,4-1 27 0,2 1-25 0,3-2 27 0,1-3-2 15,3 4-10-15,2-1-6 0,1-1 5 0,2 0-3 0,1-1 8 16,2 1 5-16,1 0-8 0,0-1 0 0,1 1 10 0,1-3-11 15,0 2-3-15,3-1 1 0,0 0 2 0,3-1-13 0,0 2 13 16,2 0-8-16,0-1 18 0,0-1 0 0,1 0-9 0,0 5-21 0,2-5 27 16,0-2-22-16,1-1 30 0,0 1-6 0,2-1-10 0,-1 2 8 15,2 0-4-15,2-3 10 0,-1 1 5 0,1-3-6 0,-5-2-4 0,1 1-3 16,1 0 4-16,2 0-2 0,10 3 3 0,1 0-6 0,2 1 0 16,4 0-14-16,4 2 13 0,2 2-7 0,5 0 25 0,-1 0-1 15,-1-1-13-15,2 2-23 0,-2-5 24 0,-7 1-22 0,0 0 26 16,-3 0-5-16,-2-1-10 0,7 0 3 0,-2-3-1 0,1-2 2 15,1-1 11-15,-1-4-1 0,2 1 5 0,0-3-14 0,-1 0 7 0,-1 0-8 16,-1-1 10-16,-7 1-4 0,0 0-3 0,3-2-4 0,0-2 8 16,7 0-3-16,-1-2 18 0,-1 0-6 0,3-1-10 0,4-1-10 15,-1-1 18-15,-3-1-15 0,2-2 17 0,-5 1-7 0,-6-1-10 16,2-1 1-16,-2 0-5 0,0-2 7 0,4 1 2 0,-1-2 3 16,-1-2-3-16,3 2-16 0,0-1 21 0,1-1-20 0,-3 0 23 0,-1 0-5 15,-3-2-7-15,1-1-15 0,-3-3 15 0,-2-2-8 0,-6-2 32 16,-3-2-3-16,-1-3-12 0,5 0-21 0,1-3 22 0,-1-1-19 0,2-3 26 15,-4 2-5-15,1-6-8 0,0 2-8 0,2-1 3 0,-1 0-2 16,3 3 14-16,-1 0 0 0,0 2-6 0,-1-4-24 0,0-2 30 0,-3-3-26 16,-3-3 34-16,0 2-7 0,-1 0-15 15,-3-4-12-15,2 2 14 0,-3-1-8 0,-2 1 23 0,0 4 1 16,-4 0-11-16,-1-1-22 0,-2-1 23 0,-2-4-20 0,-1-1 25 0,-5 1-6 0,0 0-9 0,-5-1 2 16,0-1 2-16,-2 1 0 0,-2 3 1 0,-2 3 5 0,-1 2-6 15,-2-5-18-15,-2-3 27 0,-3 1-24 0,-2-2 34 0,1 2-8 16,-1 3-11-16,0-1-1 0,0 3 1 0,1 0 1 0,-2 4 2 15,4 7 2-15,-2 1-5 0,0 3-3 0,1 2 5 0,5-2-6 0,-1 2 2 16,1-1-1-16,-3 2-1 0,-4 1-10 0,0-1 7 0,1 2-4 16,1 4 12-16,0 4 1 0,0 2-6 15,0 1-17-15,2 0 15 0,0-2-16 0,1 0 12 0,4 3-7 16,-1 2-10-16,2-1-16 0,1 3 6 0,0-1-4 0,0 2 8 16,0 1-5-16,3 0-11 0,1 0-31 0,2 2 19 0,4 0-20 15,-1 1 2-15,2 2-17 0,2-2-19 0</inkml:trace>
  <inkml:trace contextRef="#ctx0" brushRef="#br0" timeOffset="18588.91">10370 10577 256 0,'-9'3'-9'0,"5"0"-109"0,0 0 54 0,1 3 0 0,1-3 64 0,0 3 0 0,0-1 0 0,1 1 0 0,-1-1 0 0,1 2 0 0,0-1 0 0,-1-1 0 0,1 1 0 0,-1 0 6 0,1-3-6 16,0 4 3-16,0-5-4 0,1 2 4 0,-1-1 3 0,1-1 8 15,0-2 2-15,0 2-12 0,0-2-16 16,0 1 36-16,1-1-31 0,-1 0 38 0,0 0-10 16,0 0-17-16,0 0-5 0,1 0 2 0,0 0 3 0,2 0 31 15,-1 0-5-15,-1 0-2 0,2 0 4 0,-1 0 6 0,3-1-3 0,-2-1-6 16,2 0-6-16,-2-2-4 0,2 1-7 0,-1-3-2 0,2 1 3 16,-1-2 5-16,1 1 2 0,0-2-3 0,-1-1-31 0,2 0 39 15,-1-2-34-15,-1-1 38 0,1 2-7 0,-1-4-22 0,2 0-12 0,-1-3 16 0,1-1-10 16,0 1 23-16,0-1-1 0,1 2-14 0,1-3 0 0,0 0 6 0,0-2-8 15,0-3 1-15,-1 1-1 0,1-1 0 0,0-3-14 0,0 0 7 0,-1-1-3 0,1 0 29 16,-2 1-7-16,2 0-7 0,0 0-24 16,0-3 21-16,-1 1-15 0,-1-3 31 15,-1 3-7-15,-2-2-9 0,-1 0-1 0,1 0-1 0,-1 3 4 16,-2-4 4-16,-1 1 4 0,0 2-2 0,-3-2-12 0,0 1 19 0,-1 1-19 0,1-1 14 0,-2 0-2 0,2 0-5 0,-3-5 7 16,0-2-11-16,-2-2 11 0,0 2-7 0,0 1 0 0,1-1 0 15,-1 1-9 1,1-2 10-16,-1 4-10 0,1-1 5 0,0 6-1 0,1 0-1 15,-1 0-8-15,0-1 3 0,-1-2 0 0,1-1 19 0,1 0-1 0,-2-2-3 0,0-1-18 0,-1 1 11 0,-1-1-13 0,0 1 11 32,0 4-1-32,0 3-1 0,-3 3-1 0,2 2-2 0,-1 2 5 0,-2 5 7 15,2 1-2-15,-3 3-4 0,-2-1-20 0,-1 3 22 0,-1-2-19 16,-2 2 26-16,1 2-7 0,-3 0-9 0,2 1-9 0,-1 2 8 0,2 0-3 0,0 2 19 0,-1 0-3 0,-2 1-10 16,-3 2-30-16,-4 0 33 0,1 2-29 15,-2 4 40-15,-2-3-4 0,2 3-12 0,-1 2-2 16,1 1-4-16,-1 0 5 0,1 2 2 0,-2-2 3 0,2 0 2 15,-2 1-10-15,6 1 18 0,-1 1-16 0,1-1 8 0,2 2 2 16,-6 1-5-16,-1 3-5 0,0 1 4 0,-1 2-2 0,0 0 12 16,4 0 3-16,2 0-5 0,0 5-16 0,0 0 19 0,0 4-18 0,0-1 20 15,0-3-9-15,1 2-8 0,6 1-6 0,-1-1 3 0,-1 3 4 16,0-1 23-16,-4-1-8 0,4 0-7 0,-3 3-17 0,2 1 14 16,1 4-12-16,2 0 19 0,2 1-2 0,2 0-3 0,3 3-9 15,0-4 6-15,3 0-3 0,1-2 13 0,2-2 3 0,2 1-8 0,-1-1-14 16,2 0 21-16,1 0-20 0,1 3 17 0,2-2-1 0,2 2-5 15,3 5-1-15,-1 1-2 0,1-2 3 0,1 0 6 0,-2-1 1 16,3-2 1-16,1 1-6 0,1 1 9 0,0-2-10 0,2 1 5 16,1 0-1-16,3 1 0 0,2 1-9 0,1 2 4 0,1-2-2 0,1 2 18 15,-1-6 2-15,2 0-6 0,3 0-35 0,2-3 36 0,-2 0-35 16,-2-2 46-16,-3-1-9 0,2-1-13 0,4 1-16 0,7 1 11 16,1-4-5-16,2 3 34 0,0-2-6 0,3-2-12 0,4 1-6 15,2-5 13-15,0 1-10 0,0-3 13 0,-4-4-2 0,-4-4-5 0,1-1-4 16,0-1 3-16,0 2-1 0,5-3 4 0,-3-1 3 0,2-2-4 15,4-1-27-15,0 0 30 0,-3-2-28 0,0 0 31 0,-5-2-5 16,-2 0-13-16,-5-2-18 0,0-3 21 0,-1 0-15 0,0-1 34 16,0-2-5-16,-2-1-13 0,0 0-20 0,0-1 21 0,1 0-21 0,-1-2 15 15,0 2-7-15,-2-2-15 0,2-2-29 0,0-1 12 0,-1-4-14 16,0-1-7-16,0 1-9 0,0-1-25 0</inkml:trace>
  <inkml:trace contextRef="#ctx0" brushRef="#br0" timeOffset="25903.21">13291 10939 256 0,'7'-21'4'0,"-3"9"64"0,2 2-31 0,1-1 3 0,2 2-45 0,0-1 6 0,0 1-2 0,1 0 20 0,-1 1-3 0,1 0-7 0,1-1-2 0,0 2 9 0,1-2-8 0,0-2-1 0,-1 2-2 15,0-1-5-15,3-3 0 0,-2 1-1 0,0-1 2 0,1 0 5 16,-3 1 3-16,1-2 0 0,-1 2-20 0,-1-4 24 0,1 2-21 0,-1-3 33 16,-1 1-3-16,0-1-5 0,0-2-18 15,-2-1 16-15,-2-5-13 0,-1 0 35 0,0-2-2 0,-3 1-11 0,0-3-11 0,-4-3 21 0,0 0-20 16,-3-4 13-1,-2-1-5-15,-1 0-9 0,-3-3 8 0,-2-1-10 0,-2-1 10 0,-2-4-5 0,-2-1-1 0,-3-1 0 0,-3-3-22 0,-2 3 19 32,-1 0-18-32,-2 0 25 0,1 7-2 0,-4 3-4 0,-2-1-17 15,-1 2 11-15,2-1-7 0,0-2 27 0,0 1-7 0,-2 0-11 0,-7 2-6 16,-2 1 12-16,-1 2-11 0,2-2 7 0,4 2 0 0,0 4-3 16,1 0 0-16,-2 2 2 0,5 0 1 0,0 1 7 0,-1 1 1 15,2-2-6-15,-4-1-8 0,-2-1 10 0,3 0-11 0,0 0 8 16,4 3 3-16,-2-1 0 0,-1 0-7 0,-1 0 1 0,4 2-3 0,1 3 0 15,1 4 1-15,-1 1-4 0,-5 0-16 0,1 1 23 0,0 5-22 16,2-2 21-16,3 2-3 0,-2 1-7 0,-5-1-12 0,-4 3 11 16,1 0-6-16,0 0 22 0,0 1-1 0,2 2-9 0,-5 0-12 15,-2 3 11-15,-1 2-12 0,1 1 10 0,2 1-1 0,-3 2-2 0,1 1-1 16,-3-1 0-16,5 1 1 0,2 3 2 0,2 0 1 0,1 2-4 0,-5 1-13 16,-1 5 24-16,2-1-19 0,3 2 23 0,-1 1-7 15,1 2-11-15,3 2-7 0,2 3 3 0,3 0 1 0,1 3 17 16,3 1-3-16,-3 6-5 0,-1 1-7 0,3 0 9 0,0 2-7 0,2 2 4 15,4-4 1-15,1 5-3 0,1 4-14 0,1 0 15 16,3 6-12-16,0 5 27 0,3 3-3 0,1-3-9 0,3 3-12 0,1-1 10 16,6-3-10-16,1 2 14 0,5-2-2 0,4 4-2 0,3 3-5 15,3 2 1-15,3-3 0 0,3-4 5 0,-1-4 0 0,1-2-1 16,2 2-17-16,2 1 15 0,3 0-15 0,4 1 14 0,2-3 1 16,3-5-6-16,4-1 9 0,2-4-5 0,2-4 5 0,1-1-2 0,-1-4 0 15,-7-2 1-15,7-2-7 0,-1 1 11 0,4-1-9 0,7-1 13 16,1-4-5-16,3-2-2 0,2-1-7 0,0-1 5 0,-1-1 0 0,-6-1 13 15,-2-3 0-15,1-2-4 0,3-1-14 0,7-4 13 16,-1-2-14-16,2-1 15 0,-3-3-2 0,2 3-5 0,-4-2-1 0,-3-2 5 0,1-2-1 16,-2-3 18-16,1-4-2 0,4 0-3 0,5-4-14 15,0-3 24-15,0-1-19 0,-4-7 27 0,-8 1-8 0,-1-1-12 0,0-1 0 0,3-4-8 16,5 2 5-16,-1-1-9 0,-3 4 3 16,-1 0-3-16,-2 1-22 0,-4 0 28 0,-8-2-24 0,0 0 33 0,-5 0-5 0,2-2-12 15,3 1-12-15,-3 1 8 0,3 0-6 0,-1 2 6 0,-1 0-5 16,0-2-15-16,-3 2-28 0,-3 1 12 0,-2 4-17 0,-3 1-5 0,-1 0-28 15,-2 3-15-15,15-13-276 16,-18 17 175-16</inkml:trace>
  <inkml:trace contextRef="#ctx0" brushRef="#br0" timeOffset="35310.08">16476 6700 120 0,'-10'-13'-3'0,"0"3"-86"0,-3-1 112 0,-1 1 4 0,-1 1-10 0,0 0 12 0,1-1 1 0,1 0 5 0,-1-2-9 0,0 1 11 0,1-1-9 0,-1-2 12 0,1 3-7 0,-1-4-3 0,0 3-30 15,-2-1 22-15,-1-3-17 0,0 0 30 0,1 2-3 16,0-2-15-16,0 1-18 0,2 1 16 0,3-1-17 0,0-2 17 0,0 3-4 16,-1 0-6-16,-9 2-5 0,0-1-2 0,0 2 2 0,-1-1 7 15,2 3 0-15,0 0-1 0,-2 2-18 0,-4 0 24 0,-1 1-21 16,1 1 21-16,-2 1-8 0,0 0-11 0,-4 2 4 0,-5-1 0 16,-2-1 4-16,-1 2 7 0,1-1-3 0,2 1-6 0,-5-1-9 0,-3 0 20 15,-6 3-15-15,2 0 18 0,1 0 0 0,-4 0-10 0,-4 2-15 16,-5-1 29-16,0 0-17 0,2 1 61 0,1-2-12 0,-1 2-16 0,-6 2-18 15,-5 2 9-15,0 1-10 0,-2-1 8 0,-1 1-5 0,4 2-3 16,-4 1-14-16,-1 3 10 0,-2 2-7 0,-1 2 21 0,7 0-4 16,-3 3-11-16,0 3-18 0,-1 1 19 0,1 3-16 0,1 0 17 15,8 1-4-15,2 0-9 0,-2-2 4 0,3 2-5 0,0-1 6 16,-1 2-4-16,6 2 1 0,-4-3 0 0,0 2-13 0,-1 2 23 16,4 2-20-16,5 6 19 0,3 1-5 0,1 4-6 0,-2 1-6 0,2-1 6 15,2 1-1-15,-1-2 12 0,5-1-2 0,-2-2-9 0,2 1 2 16,3 4 4-16,2 3-3 0,2 3-3 0,2-1 1 0,1 1 1 0,2-4-12 15,2 1 13-15,2-4-8 0,2-2 25 0,5-1-1 16,4 2-9-16,0 5-14 0,3-1 14 0,3 2-13 0,2-2 17 16,5-6-4-16,0-3-6 0,4 4-12 0,3-5 7 0,2 2-4 0,3-2 21 0,0 1 2 15,4 3-3-15,3 5-27 0,4 2 25 0,5 0-23 0,4-3 25 16,1-8-3-16,2 0-12 0,4-2-8 0,2-2 13 0,2-2-8 16,-3-3 14-16,4-5 0 0,-2 1-9 0,4 0-26 0,9-3 33 15,0 1-28-15,5-2 35 0,2-3-3 0,1-1-11 0,-3-1-11 0,5-1 9 16,1 1-6-16,5-4 20 0,4 1-1 0,0-1-10 0,5 0-4 15,-2 3 9-15,-1-4-9 0,1 1 7 0,-1-3 0 0,6-4-2 16,88 4-2-16,-166-9 10 0,157 7-16 0,-82-5 7 0,4-2 0 16,6 0-6-16,-4-3 12 0,0-3-9 0,-1-2 11 15,-1 0-4-15,5-1-5 0,79-16 6 0,-162 25 4 0,150-43-12 16,-77 19 1-16,5-1 0 0,0-5-19 0,-6-1 29 0,-3-1-24 16,-2 0 34-16,-5 0-4 0,5 2-15 0,2-1-7 0,-3-2 5 0,-1-5-5 15,-11 0 13-15,-2-3 2 0,-2-1-4 0,2-6-24 0,4 0 28 16,-6 0-23-16,-4 4 34 0,-5 3-6 0,-3 4-15 0,-3-2-2 15,-7-2 1-15,-4-4 2 0,-7 1 6 0,-2-4 4 0,1 1-4 0,-1-4-4 16,-4-1 11-16,-4 4-12 0,-4 4 8 0,-6 5 1 16,-1-5-2-16,-4-3-16 0,-3-6 13 0,-2-3-11 0,-5-1 25 0,-1 2-1 15,-4 4-10-15,-2 4-10 0,-2 7 9 0,1 2-8 0,-2-1 15 16,-4 2-6-16,-2-1-1 0,-4 1-19 0,-3 3 15 0,0 4-9 0,-4 2 21 16,-2 1-2-16,-4-2-15 0,-3 3-1 15,-3 1 10-15,2 2-7 0,-2 3 2 0,1 2 1 0,-4 2-1 0,-5 1 0 16,-1 4-1-16,-3 2 1 0,2 0 6 0,3-2-5 0,2 5-2 15,2-2-22-15,1 3 26 0,4-1-19 0,1 2 25 0,6 0-10 16,4 2-19-16,0 2-28 0,-1-2 8 0,6 2-10 0,6 0 0 0,6 2-15 0,9-1-16 16,3 3-50-16,1 0-9 0,3 1-11 15</inkml:trace>
  <inkml:trace contextRef="#ctx0" brushRef="#br0" timeOffset="42409.63">16326 7406 481 0,'-5'2'92'0,"-1"-1"0"0,4 0-11 0,0 0-13 0,2 1 8 0,0-2-24 0,3 0-29 0,2 0-22 0,1-3 20 0,3 1-19 0,5-4 38 16,0 3-10-16,3-4-10 0,3 2-9 0,2 0-3 0,0 0 2 15,2-2 14-15,-3-1-2 0,-1 0-1 0,3-1-24 0,-2 0 23 16,0 0-25-16,3-1 23 0,-4-1-6 0,-4 2-13 0,1 1-4 16,-3-1 6-16,1 1-3 0,6 0 9 0,-3 3-10 0,-2 0-9 0,0 2-32 15,-4 1 3-15,-2 1-6 0,0-1-19 16,-4 2-29-16,0 0-6 0,-2 0-47 0,-2 2-60 0,1-1 25 0</inkml:trace>
  <inkml:trace contextRef="#ctx0" brushRef="#br0" timeOffset="42614.54">16478 7618 1162 0,'-13'1'-95'0,"7"-1"202"0,4 0-9 16,1 0-19 0,1 0-39-16,2 0 18 0,1-1-34 0,3-3 28 0,0-1-9 0,3-1-16 0,3 0-14 15,-1-2 20-15,2 3-22 0,3 0 9 0,0 0-6 16,1 1-12-16,1-2-13 0,-1-1 16 0,-1 4-12 0,-3-4 22 0,-2 2-1 16,-1-1-14-16,4-3-19 0,2-2-4 0,3 2-7 0,-1-2-59 15,-2 1-43-15,-1-2-16 0,-3-1-125 0,0-3 131 0</inkml:trace>
  <inkml:trace contextRef="#ctx0" brushRef="#br0" timeOffset="42878.17">16706 7006 1079 0,'-12'6'163'0,"-2"3"18"16,1 1-9-16,-1 6-43 0,2 3-7 0,-1-3-19 0,6 6-25 0,-2 4-25 15,0 2 14-15,0 5-26 0,-6 6-4 0,3-2-13 16,-2-3-14-16,2 3-10 0,2-5 12 0,1 3-8 0,1 2 22 16,0-1 0-16,1 1-11 0,2 0-24 0,-2-3 26 0,1-2-29 15,2-6 36-15,0 0-9 0,3-5-13 0,1-1-19 16,0-3 21-16,1-1-17 0,3-2 33 0,0-1-7 0,2-3-16 0,1 1-32 16,1-2 2-16,-1-2-11 0,2-2-33 0,3-2-28 15,-1-3-15-15,2-5-81 0,2-3-28 0,1-3 23 0,-1-3-145 16,1-3 209-16,-1-5-12 0</inkml:trace>
  <inkml:trace contextRef="#ctx0" brushRef="#br0" timeOffset="43158.45">16990 7191 654 0,'-9'25'118'15,"1"-2"78"-15,0 1-119 0,2 7 79 0,1-2-29 0,3-3-41 0,2 1-30 16,3-6 26-16,3-1-36 0,4-3 25 0,0 1-26 15,2-2-23-15,3-3 7 0,-2-4 8 0,2-4-1 0,2-3 16 16,-1-1-12-16,0 1-14 0,0-2-8 0,-2-2 23 0,-2 0-18 16,-5-3 43-16,-4-2-15 0,1 0-22 0,-3-4-15 0,2 1 29 15,-1-3-27-15,-2-2 41 0,-2 0-11 0,-2-1-20 0,-3-2-9 16,-1 1 3-16,2-3-8 0,-3-4-1 0,-2 1-2 16,0-1-3-16,-8-3-14 0,1 4 11 0,1 0-10 0,-1 3 19 15,3 5-5-15,2 4-9 0,-2-2-5 0,1 1 6 0,0 2-4 0,1 1-17 16,0 5-9-16,3 0-20 0,0 4-60 0,0 2 0 0,0 0-22 15,2 1-89-15,1 1-23 0,3-1-39 0</inkml:trace>
  <inkml:trace contextRef="#ctx0" brushRef="#br0" timeOffset="43896.78">16149 6454 531 0,'-6'1'176'0,"2"-1"215"0,-1-1-217 0,3 2-54 0,0 0-14 0,2 5-42 0,1 1-8 0,1 3-15 0,5 6-16 0,1 6 2 0,0 2-12 0,2 5-1 15,0-3-3-15,-1-2-5 0,5-1-18 0,0-1 21 0,-1 2-19 0,0 1 31 0,-2-6-8 32,-1 0-12-32,0-2-1 0,-1-3-3 0,0-3 3 0,-1 2 3 0,0-3 0 0,0 1 1 0,-1-1-23 15,-1-1 21-15,0-1-22 16,-2-1 18-16,0 0-15 0,-2 0-15 0,0-2-44 15,-1 2-1-15,0-2-3 0,-1 0-40 0,0-1-6 0,-1-3-11 0,-1 0-119 16,-1-3 149-16</inkml:trace>
  <inkml:trace contextRef="#ctx0" brushRef="#br0" timeOffset="44086.1">16259 6757 429 0,'1'2'177'0,"1"-4"25"0,1 1 4 15,-1-2-73-15,1 1-26 0,2-1-32 0,-1-1-40 0,3 1-23 0,1-3 4 0,0 1-10 16,2-1 2-16,0 0-6 0,0-1-3 0,3-2 1 16,0 0-5-16,-2 0 6 0,3-1 5 0,-3 0-2 0,0-2-2 0,0-1-51 15,-1-1-7-15,-1 2-12 0,-1-1-54 0,-2 3-16 16,-3-2 5-16,-1-1-48 0,-2-1-43 0,-2-1 18 16</inkml:trace>
  <inkml:trace contextRef="#ctx0" brushRef="#br0" timeOffset="44276.45">16389 6403 215 0,'-6'-13'26'0,"-3"0"-29"16,2 4 17-16,1 0-18 0,2 1 99 0,0 3-1 0,2 0 3 0,1 3 3 15,-1-2 45-15,1 2-30 0,1 1 60 0,-2 0-28 0,2 1-27 16,0 0-39-16,0 1 12 0,0 3-12 0,2 0 26 0,-1 4-10 16,1-1-9-16,1 3-33 0,2 1 19 0,-1 3-25 0,3 1-5 0,1 2-3 15,0 2-13-15,0 3-26 0,-1-2 10 0,2-3-13 0,0-3 17 16,2 0-5-16,0-1-3 0,0 2-18 0,0 1 10 0,0-4-8 16,1 0 25-16,-2-2-2 0,0-1-5 0,0 3-34 0,1 0-1 15,-1 0-11-15,2 1-10 0,-3-2-14 0,0 0-6 0,-3-2-67 16,2 1-15-16,0 0-7 0,-1-1-65 0,1-1-30 0,-2-2-21 0</inkml:trace>
  <inkml:trace contextRef="#ctx0" brushRef="#br0" timeOffset="44625.31">16777 6770 462 0,'-6'-1'173'16,"3"-2"46"-16,-2 1-87 0,3-3-1 0,0 1-30 0,-1-1-33 0,2-3-33 16,1 3-8-16,0-3-5 0,-1-1-3 15,1 0-3-15,0-2 0 0,1-2-9 0,0 1 14 0,1-2-12 16,0-1 22-16,-1-1-10 0,0 2-9 0,0 0-2 16,0 0-3-16,-1 3 3 0,0 0 9 0,-1 3 2 0,0-3 1 0,0 0 1 15,0 2 17-15,0 1-15 0,0 2 25 0,-1 3-5 0,2 1-12 0,-1 0-12 16,1 1 8-16,0 1-13 0,0 0 15 15,1 1-8-15,1 3-7 0,0 0-20 0,1 2 21 0,1 2-19 0,0 1 34 16,1 0-13-16,-1 1-17 0,1 0-1 16,-1 1 9-16,3-4-3 0,-2 2 9 0,2-2-4 0,1 0-9 0,0 6-5 15,1 1 7-15,0 0-5 0,0 0 6 0,0-3 0 0,0-2-5 16,1-2-6-16,0 2 2 0,-1 2-5 0,0-1 6 0,-1-2-1 16,-1-1 0-16,-1 0-46 0,2 0 5 0,-1 0-18 0,0 0-27 15,-3 0-11-15,2 0-12 0,-2 1-51 0,0-1-48 0,-1-1 18 0,0 2-103 0,-2-5 162 0,3 3 14 16</inkml:trace>
  <inkml:trace contextRef="#ctx0" brushRef="#br0" timeOffset="44793.07">16787 6765 967 0,'-11'-3'-603'0,"7"3"1162"0,1-2-155 16,2 1-213-16,0-2-126 0,2 0 18 0,1 0-54 0,1-1-7 15,2-1-5-15,0-1-12 0,2 0-19 0,1-2 7 0,1 2-13 0,2-2-47 16,2 1-61-16,-2-1-36 0,2 0-177 16,2 1 176-16</inkml:trace>
  <inkml:trace contextRef="#ctx0" brushRef="#br0" timeOffset="45243.25">16849 6179 1455 0,'-20'-6'-102'0,"13"3"207"0,1 0-21 0,1 3-28 0,3 0-41 0,2 0 7 0,0 1-19 0,1 1-13 0,3 1-31 0,0 1-20 0,3 1-113 0,1 2-34 0,-1-3 6 15,3 2 11-15</inkml:trace>
  <inkml:trace contextRef="#ctx0" brushRef="#br0" timeOffset="45384.39">16982 6412 1275 0,'-13'11'-231'0,"3"-6"486"0,-1-4-65 0,3 3-73 0,-1 1-60 16,1-2-3-16,2 2-19 0,2-4-17 0,1 2-8 15,2 0-5-15,0-1-19 0,1-1-14 0,1 1 3 0,3 0-102 16,-1 0-61-16,1-1-32 0</inkml:trace>
  <inkml:trace contextRef="#ctx0" brushRef="#br0" timeOffset="67206.85">17762 10343 260 0,'13'-9'14'0,"0"0"3"0,5 2 15 0,3-1-2 0,2 0 7 16,3 1 2-16,1-2-4 0,2-2 0 0,4 0-17 0,-1-3 21 0,2 1-15 0,1-1 27 0,-3 0-3 0,-4-2-15 0,2 0-15 15,2 0 13-15,2-2-14 0,4 1 9 0,-1-1-1 0,-2 0-2 0,4-3-10 16,-1-1 11-16,2 2-8 0,-3-3 20 0,-4 1-6 16,2 2-9-16,0-3-12 0,-9 1 11 0,0-1-11 0,-2-1 6 0,0-2-2 15,4 2-4-15,0-3 2 0,-4 1-3 0,-4 2 3 0,-1-1-3 16,-4 2 1-16,-2 2-4 0,-2-5-16 0,-2-1 24 0,-3-2-19 16,-4-5 25-16,-2-4-4 0,0 0-14 0,-4-6-15 0,-3-1 13 0,-3-1-11 15,-1-2 19-15,-2 4 4 0,-1 4-9 0,-5 1-9 0,-3-1 11 16,-5-2-12-16,-4-6 12 0,-1 3-3 0,-3-1-1 0,0 2-11 15,-3 0 5-15,-4 1-1 0,-3 5 23 0,-4 4-5 0,-3 4-6 0,-4 5-7 16,-5 0 10-16,-1 2-9 0,2 0 4 16,-3 2 1-16,1 0-6 0,-5 1-5 0,-4 3 7 0,-2 2-6 0,1 4 6 0,6 4 3 15,-4 2-5-15,-2-1-13 0,-2 6 16 0,-2-2-17 0,-2 3 10 16,8 2 0-16,0 3-3 0,-3-3 0 0,1 3-1 0,-1 2 3 0,-2 3 13 16,1 6 0-16,1 2-1 0,-5 2-19 0,1 2 16 0,1 0-15 15,-1 4 20-15,0 1-4 0,-1 5-4 0,3 5-15 0,-2 3 15 16,2 6-10-16,1 4 24 0,2 1-2 0,2 1-9 15,1 3-11-15,4-3 13 0,2 3-12 0,5 4 15 0,1 3 0 0,2 8-5 0,3 5-10 16,5-3 16-16,4-3-11 0,1 1 24 0,10-2-6 16,-16 81-30-16,44-148 65 0,-17 137-89 0,20-75 65 0,3-7-7 0,1 3-13 15,5 3-11-15,1-1 14 0,7-2-9 0,10-7 40 0,3-5-10 16,5-6-10-16,4-5-27 0,2-2 18 0,9-4-14 0,2-5 30 16,7 0-4-16,1-3-9 0,1 0-5 0,4-5 3 0,1-5-2 15,7-3 5-15,6-5-1 0,5-4-4 0,1-1-8 0,-2-2 9 0,3-6-8 16,1-3 7-16,4-3-7 0,3 0-2 0,0-2-1 0,-3 0-3 15,0-2 5-15,2-2 3 0,-1 2-1 0,-3 1-4 0,-2-3-16 16,-3 0 19-16,0-4-18 0,3-2 6 0,-2 0-7 0,-4-2-15 0,-4 0-22 16,-5-1-7-16,-4 0-1 0,0 0-15 0,0-2-15 0,-6 2-7 15,0-1-50-15,-6 2-8 0,-9 1-5 0,-1 0 63 0</inkml:trace>
  <inkml:trace contextRef="#ctx0" brushRef="#br0" timeOffset="73257.05">20518 4385 217 0,'-8'-4'-41'0,"2"0"11"0,1 2-55 0,1 0 68 0,0 2 36 0,1 0-14 0,0 3 2 0,0-2-5 0,0 3-7 16,1-1 13-16,0 1 0 0,-1 1 8 0,2-2 6 15,0 3 1-15,-1-1-7 0,1 1-17 0,-2 2 25 0,0 1-23 0,1 1 30 16,-2 2-3-16,1 0-6 0,0 4-15 0,-1-1 12 15,0 0-9-15,0 3 27 0,1-2-4 0,0 0-9 0,-2 5-18 0,2-2 12 0,-1-2-13 16,1-1 12-16,1 0-2 0,0 2-3 0,-1 2-20 0,3 2 17 16,0 0-11-16,0-2 32 0,3 3 0 0,-2 0-15 0,-1 5-13 15,0 4 25-15,0 2-23 0,0 3 23 0,0 0-7 0,0-1-13 0,0 1 9 16,-1-4-12-16,0-1 13 16,1-1 1-16,-2-3-2 0,2 0 5 0,2 4-27 0,0-4 31 15,1 3-25-15,2 1 44 0,0 1-11 0,1 6-16 0,1 4-13 0,-1 1 14 0,1 1-8 0,0-2 23 0,0-6-4 16,-2 0-12-16,1-1-31 15,-2-1 26-15,1-1-26 0,-2 0 31 0,0 0-7 0,-1 1-8 0,-1 2-13 0,-1 1 9 0,0 1-6 16,-1-5 27-16,-2 0-3 16,0-4-7-16,0-4-28 0,-1 0 31 0,1-3-25 0,1 1 36 15,-1-1-6-15,2 1-17 0,0 1 1 0,0-1 0 0,0 0 3 0,1-1 14 0,0 0-3 0,0 2-3 0,0-1-20 16,1 0 25-16,-1 2-19 0,0-3 31 0,0 1-12 0,0-1-16 0,0 3 0 16,0 0 3-1,-1-6 4-15,0-1 17 0,-1-1-4 0,0-1-7 0,-1 3-16 0,1 0 13 0,-2-1-12 0,1-1 18 0,-1-2-2 16,0 1-6-16,1 2-9 0,-1 2 4 0,0-1-2 0,1 1 5 15,-1-3 1-15,2-1-7 0,1 1-15 0,1 2 21 0,0-2-18 16,0-2 23 0,0-2-2-16,2 0-10 0,0-1-16 0,1 0 18 0,0-2-13 0,0 1 27 0,2-1-2 0,0 0-13 15,2 0-9-15,0 1 25 16,1-2-18-16,1-2 29 0,0-2-8 0,1 0-13 0,2 1-5 0,1 1 7 0,0 2-2 16,2-1 14-16,-1-2-3 0,3 2-8 0,1-2-21 15,-4 1 27-15,-1-3-23 0,4 2 26 0,2-2-5 0,8 1-12 0,4 3-4 0,2-1 2 0,-1 0 0 0,4-3 13 0,0 0 1 16,4-3-6-16,5 0-23 0,3 2 30 15,1-1-27-15,2 3 28 0,-6-2-4 16,4 1-16-16,4-4 5 0,6-1-5 0,8 0 5 0,0 2 8 0,3-2-4 16,-1 2 2-16,6 1-14 0,2-3 9 0,1 0-7 0,4 0 13 0,-2 0 4 0,-1 1-4 0,-1-1-12 0,0 0 4 15,-2-1-5-15,-2-1 5 0,-3 1 4 0,-2 0-1 0,-2 1-6 16,-2-1 9 0,0 1-8-16,-1-4 13 0,0 1 0 0,0 1 1 0,4 2 4 0,-2 0 5 15,-4 0-1-15,2-2 1 0,-4 2-5 0,0 2-9 0,8-1 4 16,0 0 10-16,-1 0-3 0,0 1 3 0,-7-2-5 0,2-2-6 15,4 1-13-15,-2-1 17 0,4-1-10 0,-1 2 16 0,-2 1-2 16,-3 1-13-16,0 2-9 0,1-3 11 0,-1 0-9 0,3-2 8 16,-2-2-1-16,1 1-8 0,0 0-1 0,-4 1 7 0,-9-4-3 15,1 3 3-15,-7-3 2 0,-1 1-7 0,1 1-11 0,-5-2 15 16,-3 2-14-16,-2-1 17 0,-5 3-4 0,-2-2-6 0,-1 0-7 0,-3 0-9 16,-2 0 5-16,0 0-16 0,-3-1-13 0,-4 1-7 0,-4-1-62 15,-6 1-26-15,0-2-2 0,-2 0-153 0,5 3 175 0,-3 0-19 0</inkml:trace>
  <inkml:trace contextRef="#ctx0" brushRef="#br0" timeOffset="75951.22">21101 3817 718 0,'-5'-4'139'15,"2"0"254"-15,1 1-277 0,0-1 26 0,1 2-29 0,-4 1 18 0,2 1-23 0,1 0-28 0,0 0-23 0,1 0 4 0,1 0-15 0,0 0-7 16,0 0-12-16,0 2-15 0,0 3 5 0,3 2 13 16,-1-1-9-16,1 3 15 0,2 1 1 0,-2 1-11 0,3 1-4 15,0 2 13-15,-3 2-16 0,0 6 10 0,-1 1-10 0,2 0-11 16,3 1-6-16,2-1 1 0,-1 0 0 0,4 5 11 0,-3-2-6 15,-1 1-1-15,0-3-12 0,1-5 7 0,-2-2-6 0,1 2 15 16,-2-1-1-16,-3-1-8 0,0-1-13 0,1-4 18 16,-3-2-16-16,2-1 32 0,-2-3-7 0,-1 1-10 0,0-2-5 0,0-1 10 15,0 0-6-15,0-1 19 0,-1-3-4 0,0 2-4 0,-1-2-6 16,0 0 9-16,-1-2-8 0,0 0 6 0,0-3-5 0,-3-2-7 0,0-2-10 16,0-3 7-16,0 0-6 0,0-5 13 0,2-2-1 15,-1-3-5-15,1-1-13 0,1 0 10 0,0-1-8 0,1-2 18 16,1 2-4-16,1-3-6 0,0 3-11 0,0 1 12 0,1 1-7 0,0 2 17 15,-1 0-5-15,2 3-6 0,0-1 0 0,1 0 0 0,-1 2 1 16,1 0-1-16,1 3 0 0,-1-1-1 0,2 2-12 0,-1-1 12 0,2 2-9 16,-1-1 20-16,0 5 1 0,1 0-7 0,0 3-7 0,0 1 6 15,1-1-6-15,-1 3 14 0,1 1-1 0,0 1-5 16,2 4-5-16,-1 0 10 0,1 1-7 0,1 3 23 0,0 2-2 0,0 1-6 0,2 1-14 16,1 1 13-16,0 0-13 0,1 3 13 15,0 0-3-15,1 2-5 0,1 1-6 0,-2 3 2 0,0-1-2 0,-1-3 7 0,-1-3-3 16,0 0-6-16,0 2-3 0,-2 2 10 0,0-4-8 0,-2 1 11 15,0-3-2-15,-2-3-9 0,-1 1-2 0,1-2 5 0,-3-2-4 0,1 0 2 16,-2-5-3-16,-1 1-8 0,-1-1-22 16,1 1 8-16,-1-2-12 0,0-1-12 0,1-1-8 0,-1-1-15 0,0-4-69 0,1-3-9 0,2-2-20 15,0-4-122-15,-1-4-38 16,2-4-54-16</inkml:trace>
  <inkml:trace contextRef="#ctx0" brushRef="#br0" timeOffset="76267.17">21678 3822 918 0,'1'12'231'0,"1"1"-2"0,-1 1-3 0,0-1-74 0,2 2 15 0,1 0-42 0,1-3-55 0,1 1-32 0,-1-1 10 0,2-1-17 0,1-1 9 15,-1-2-6-15,1-1-14 0,-1-4-6 0,0-3 19 0,1 0-17 0,1 0 21 16,-1-1-8-16,0-4-14 0,0 0 5 0,-2-3 9 16,1 1-7-16,0-4 0 0,0 1-2 15,-3 0-9-15,2-4-3 0,-3 2 9 0,-1-1-10 0,1 1 9 0,-2-1-5 16,0 0-7-16,0 1-8 0,-1 1 9 0,1 3-8 0,0 1 20 0,0 3-2 15,1 1-7-15,1 3-8 0,-1 1 16 0,0 5-15 0,0 0 43 16,2 4-7-16,-1 0-7 0,1 6-13 0,0-2 16 0,2 1-13 16,-1-1 14-16,1 2-5 0,1 2-11 0,1 0-22 0,-2 1 13 15,1-3-11-15,0-3 18 16,-1-4-3-16,3-1-9 0,0 0-6 0,0 0 4 0,2-1-2 0,-4-2 7 16,1 0-3-16,-1-2-3 0,1-1-16 0,-1 2-1 0,0-3-4 0,0 1-13 0,-1-2-3 0,-1 0-8 0,0-2-40 15,1-1-1-15,-1-3-13 0,1 1-64 0,0-1-32 0,1-2-32 16,-1-2-207-16,1 0-66 0,0-3-41 0</inkml:trace>
  <inkml:trace contextRef="#ctx0" brushRef="#br0" timeOffset="76473.42">22147 3443 1972 0,'0'12'-184'0,"1"-3"406"0,1 4-26 0,0 3-40 0,4 5-81 16,-1 2 25-16,2 3-57 0,2 6 27 0,-1-1-19 0,-2-2-22 0,-2 4-26 15,-2-6 15-15,-1-4-18 0,2 4 17 0,0-4-5 0,-1-2-9 16,1 1-7-16,-2-6 9 0,0-2-8 16,0-2 10-16,1-1-7 0,0 0-9 0,2 0-22 0,-2-1-3 0,0-1-1 0,1-1-36 31,-1-3-27-31,1-1-11 0,2-1-128 0,-1-3-89 0,0 0 48 0,3-4-310 16,5-4 340-16,1-2 12 0</inkml:trace>
  <inkml:trace contextRef="#ctx0" brushRef="#br0" timeOffset="76647.13">22431 3374 1331 0,'4'3'244'0,"1"4"76"0,-1 2-149 0,3 4 30 0,1 3-44 0,1 3-45 0,1 4-54 31,-1 3 9-31,0 5-27 0,0 6-1 0,-4 0-9 16,0 1-12-16,-3-2-18 0,-1-6 12 0,0-3-13 0,1 2 14 15,-1 1-6-15,-1-4-7 0,0 0-12 0,-1-6 8 16,-1-3-8-16,2 1-5 0,2-3-12 0,0 1-11 0,1 0-40 15,2-1-39-15,-1-4 19 0,3 1-200 0,1-5-93 0,0 0-31 16</inkml:trace>
  <inkml:trace contextRef="#ctx0" brushRef="#br0" timeOffset="77391.28">23052 3422 1019 0,'-6'-5'252'0,"2"4"-147"0,0 1 73 0,2 0-48 0,1 0 32 0,1 4-66 0,0-1 8 0,1 6-12 0,1 0-23 0,2 5-20 0,0 3 27 0,1 4-34 16,0 7 15-16,0 0-15 0,-2 1-25 0,2 2-6 15,-2-5 7-15,1-6-8 0,2 5 11 0,-6-6-6 0,0 1-5 16,0 5-5-16,-1-8 8 0,2-2-6 0,0-1 14 0,0-5-3 15,0 0-7-15,0 0-10 0,-1-3 20 0,0-2-17 0,0 0 32 16,0-2-8-16,0-1-13 0,0-1-18 0,0 0 22 0,0 0-21 16,0-1 31-16,-1-3-7 0,1 0-14 0,0-4-10 15,1 0 8-15,1-1-9 0,1-1 7 16,0-2-1-16,2 1-5 0,2-3-1 0,-1 1 1 0,3-1-1 0,1-3 5 0,3 4-1 0,-1 0 0 16,2 3-16-16,-1 1 15 0,-1 4-11 15,1 1 21-15,-2 0 1 0,0 3-9 0,-1-3-12 0,2 3 13 0,-2 0-9 0,2 1 21 16,-1 2-2-16,2 3-8 0,0-1-10 0,1 0 14 0,-1 0-9 0,-1 1 15 15,3 1-1-15,0 6-10 0,-1-1-3 16,1 1 5-16,-3-2-5 0,-1-1 3 0,-2-2 2 0,1 0-3 16,-1 0-17-16,-2-1 19 0,0-1-15 0,-3 0 29 0,0 0-4 15,-1-2-11-15,-1 2-12 0,1-2 11 0,-2 2-10 0,-1-3 9 0,0 0-3 16,0 0-10-16,-1-1-22 0,1-1 5 0,0 0-9 0,-2 0-3 0,2 0-9 0,0-2-12 16,0-2-44-16,0-4-3 0,3-1-11 15,-1-1-56-15,2-3-5 0,1 1-23 0,1-2-81 0,-1-1 12 0,1 4-26 0,2-1 15 0,0 2 156 16,1 1 2-16</inkml:trace>
  <inkml:trace contextRef="#ctx0" brushRef="#br0" timeOffset="77722.45">23583 3642 175 0,'1'3'210'16,"-1"2"34"-16,-1 0-35 0,-1 0 20 0,0-2-57 0,1 3-52 0,-1-1-40 0,1 3 11 16,0 1-13-16,1 0 5 0,0-3-13 0,2 2-15 0,0-1-24 15,3-2 14-15,-1 1-16 0,-4-2 2 0,1 0-1 0,1-2-11 0,1 0-4 16,4-2 10-16,1 0-10 0,0-3 14 0,-1-1-4 0,1 2-4 16,0-4-19-16,0 1 19 15,1-1-16-15,-1 0 26 0,1-2-6 0,-3 1-14 0,2-2-10 16,-1 1 11-16,-1 0-10 0,-1 0 12 0,1 0-3 0,-2 3-7 0,2 2-2 0,-3-1 6 0,1 1-4 15,-1-2 12-15,-2 1-2 16,0 0 0-16,-1 2-19 0,1 0 20 0,-1 2-15 0,0 0 27 0,2 0-2 0,-2 2-14 16,2 0-2-16,0 3 16 0,1-1-10 0,2 3 22 0,0 0-8 15,2-2-11-15,1 2-12 0,2 2 12 0,1 4-9 0,1 2 9 16,0 0-3-16,1 2-9 0,2-2-6 0,1 1 4 0,2 0-4 0,-3 0 8 16,1 0-2-16,-1 0-2 0,-2 0-9 0,0 0 8 15,-1-1-7-15,0 2 14 0,-2-1-19 0,1 4-12 0,-2 0-6 16,-3-1 6-16,-2 1 5 0,-3-3 25 0,0 0-1 0,-1 2-7 0,-1 2-11 15,-3-1 13-15,0-1-9 0,-2-1 17 0,-2-5-3 16,1-1-10-16,-1-3-8 0,0 0 12 0,-1 2-6 0,0-2 17 16,0-1-4-16,0-2-10 0,-1-1-9 0,0-2 14 0,0-3-9 15,-1-1 12-15,3-5-4 0,-1 0-8 0,0-5-46 0,1-4-2 16,1-1-15-16,1-2-65 0,3-4-28 0,1-5-32 0,3-3 6 0,4-5-127 16,4 2 70-16,7 3-27 0</inkml:trace>
  <inkml:trace contextRef="#ctx0" brushRef="#br0" timeOffset="78133.14">24212 3635 1265 0,'9'10'160'0,"-2"-1"61"0,0 1-109 0,0 6 42 0,0-1-39 0,1 5-35 0,-1 2-54 0,0 2 6 0,-1-2-20 0,-2 3 7 0,0-8-3 0,-1 1-8 0,-1 2-4 16,3-4-1-16,-2 1-1 15,0 1 6-15,0-3-4 0,-2 1-1 0,1-1-2 16,0-4 7-16,1 2-4 0,0-1 14 0,-2-2-6 0,0-1-5 0,-1-1-8 15,0-2 12-15,0-1-9 0,0-2 33 0,-1-1-6 16,0 0-7-16,-1-2-15 0,-1 0 14 0,-1-3-15 0,-1-2 23 16,0-3-3-16,-3-1-11 0,1-5-20 0,-2-1 16 0,1-2-18 15,1-2 26-15,0-2-3 0,1 2-10 0,1-1-11 0,1 1 6 16,2-1-7-16,0 0 10 0,2 1 3 0,0 1-1 0,1-1-8 16,1 2 4-16,1 2-5 0,1-2 7 0,-1 2 0 0,3 0-4 0,1 3-4 15,2 0 7-15,1 3-4 0,0 5 11 0,1-1-1 0,0 3-4 16,3 0-5-16,-2-1 10 0,2 1-7 0,0 1 14 0,-2 2-3 15,3 2-8-15,0 1-12 0,-1 2 13 0,2-2-10 0,-1 2 17 16,-2 1-4-16,1 2-8 0,-2 3-2 0,-1 1 4 0,-2 3-2 0,-3-1 4 16,-3 0 2-16,-1-1-4 0,-2 1-7 0,0-1 10 0,-2-3-8 15,0 1 15-15,-2-1-2 0,-1-1-7 0,-2-1-8 0,-2 2 13 16,-1-2-10-16,0 0 19 0,1-2-5 0,2 0-10 0,-1-2-9 16,3 0 10-16,0-3-8 0,2 0 9 0,2-2-7 0,0-2-12 0,1-4-42 15,2-2-18-15,2-4-4 0,5-4-75 0,1-2-24 0,5-2-19 16,1-3-110-16,3-3 12 0,1-3-13 0,3-2 59 0,-6 3 136 15,5 3 15-15</inkml:trace>
  <inkml:trace contextRef="#ctx0" brushRef="#br0" timeOffset="78779.8">24733 3537 692 0,'1'13'151'0,"-1"5"50"15,-1 1 52-15,-3 4-100 0,1 2 40 0,-2-4-30 0,2 0-45 0,0-1-47 16,0-3 28-16,2 1-46 0,2-1 26 0,2-5-17 16,0 0-27-16,2-2-26 0,-2-3 21 0,0-2-23 0,2-1 36 15,-1-4-12-15,1 1-14 0,-1-1-1 0,0 0 8 0,-1-1-7 16,-1-2 7-16,1-2-2 0,-1 1-8 0,-1-4-7 15,-1 1 8-15,0-1-10 0,0-2 11 0,-2 1-4 0,-1-1-8 0,1-3-5 16,-1 0 5-16,-1 0-5 0,1-2 2 0,1 2-7 16,0 1-8-16,0 0-32 0,2 0-2 0,-1 1-4 0,1-6-2 15,1 2-8-15,3-3 2 0,0-1-62 0,2 2-13 0,0-1-3 16,-1 0-40-16,0 0-8 0,1 0-16 0,2 0-38 0,2 0 13 16,-1 2-6-16,0-1 66 0,0 0 14 0,-2 5 16 0,1-1 92 0,-1 3 14 15,-2 1 29-15,1 1 103 0,-1 3 18 0,-1 1 13 0,-1 1-8 16,-1 3 37-16,0 0-34 0,-1 0 45 0,0 0-14 0,0 2-15 0,0 2-31 15,1 1 3-15,1 1-12 0,0 3-2 0,1 1-20 0,1 0-9 16,-1 5-28-16,1 0-1 0,-2 2-3 0,1-2-9 0,-1 0-2 16,0 2-5-16,0 0-19 0,-2 2 11 0,-1 0-12 0,0 0 12 15,-1 0-5-15,-2-1-6 0,1-2-2 0,-1 0-2 0,2-2 1 16,-2 0 0-16,1-2 1 0,0 0 0 0,0-4-7 0,-1-1 10 0,1-3-8 16,-1 0 10-16,2-4 2 0,0 3-8 0,1-1-16 15,0-1 21-15,0-1-18 0,1-3 24 0,1 0-3 0,1-1-10 0,3-3-9 16,0 0 14-16,0-4-11 0,2 0 21 0,0-2-8 0,0-2-7 15,2-2-4-15,-2 0-1 0,1 2 3 0,0 1 7 0,-1 2 0 16,-1 2-1-16,1 0-18 0,-1 4 14 0,0 0-12 0,1 3 23 0,0 1-3 16,-1 2-7-16,1 3-15 0,0 1 24 0,-1 2-17 0,1 1 38 15,0 2-6-15,-6-2-11 0,1 2-6 0,2-1 7 0,-1-2-5 0,7-1 11 16,2-1 0-16,1-3-3 0,5-1-18 0,2 0 17 0,-1 0-15 16,0-2 23-16,-2-3-11 0,-1 2-13 0,0-3 4 0,1 2-5 15,0-2 7-15,1-1-2 0,-2 2-4 0,-1 0 3 0,-1 2-12 0,-1 1 10 16,-2 1-7-16,0 1 18 0,-2 0-4 0,0 3-7 0,-1 0-3 15,-1 2 2-15,-1 0-2 0,-1 0 2 0,-2-1 2 0,1 0-2 0,-2-1 2 16,-1 0-2-16,0 0 0 0,2-2 1 0,-2 1 0 0,1-2 2 16,0 0-7-16,0 0 4 15,0-2-4-15,2 0 13 0,-2-1-4 0,2 1-2 0,-1-1-11 16,1-1 7-16,-1 2-5 0,2-1 13 0,0 0-4 0,0 2-6 0,3 1 1 16,-1 1 1-16,0 3 0 0,-1-1 6 0,-1-1-6 0,0 2-2 15,1-2-7-15,-5-1 6 0,1 0-2 0,2-1 13 0,-1 0-2 0,8-4-6 16,1-3-34-16,3-1-16 0,3-2-6 0,1-1-55 0,-2 0-4 0,0-2-5 0,-1 0-44 15,-1-1-28-15,-2 1 4 0,1 1-71 0,-3 0-4 16,-1 1 0-16</inkml:trace>
  <inkml:trace contextRef="#ctx0" brushRef="#br0" timeOffset="78969.47">25838 3325 683 0,'-5'-9'-285'0,"-2"6"658"0,0 3-81 0,-2 0-75 0,0 3-69 0,0 1 8 0,0 0-33 0,0 1-18 0,1 0-5 0,1 1-24 0,-1-1-20 0,1 1 22 16,3-3-24-16,-1 2 18 0,3-2-15 0,1 0-15 0,2-1-33 15,3-1 10-15,2 2-13 0,4 0 10 0,3 0-4 0,1 1-10 0,4 3-6 16,1-1 11-16,2 2-9 0,0 1 11 0,-2 0-2 0,-4 0-7 15,-4 1-2-15,-4 1 3 0,-5 1 0 0,-2 1 11 0,-2-1-1 16,-3 0-2-16,0 3-10 0,-4-1 9 0,-2 3-9 0,-2 0 16 16,-2-2 1-16,0-1-2 0,-2 0-1 0,1-1 5 0,2 0-6 0,0-3-4 15,-1-2 0-15,3-4-6 16,1-1-33-16,1-3-2 0,3-1-19 0,1-3-115 0,4-2-92 0,2 0-76 0</inkml:trace>
  <inkml:trace contextRef="#ctx0" brushRef="#br0" timeOffset="79700.1">17633 9199 217 0,'-3'3'588'0,"4"0"-312"0,-2-2 391 0,1 1-473 0,0-2-150 0,2-2-17 0,-2-2-11 0,1-1 1 0,2-1-4 0,0-6-5 0,8-5 21 0,1-5-19 0,3-12 28 16,2 1-7-16,2-4-16 0,1-1-5 0,2 1 18 16,-2-1-15-16,5 0 27 0,3 0-8 0,4-2-13 0,8-6-13 15,5-4 6-15,-1-5-8 0,8-12 9 0,-6 5-3 0,-3 0-7 16,5-3-6-16,-3 5 10 0,2 1-11 0,13-12 10 0,-4 0 1 16,2-5-2-16,4-10-12 0,-8 9 10 0,-8 5-11 0,6-9 23 15,-7 7-2-15,1-6-10 0,7-6-7 0,-3 8 6 0,3 7-5 16,1 5 7-16,-5 7 1 0,-2-2-5 0,-4-7-9 0,-7-4 11 15,0 3-8-15,-2 4 19 0,-2 10-9 0,4 6-8 0,-4 2-20 16,1-3 3-16,-3 0-6 0,1-2-2 0,-4 2-3 0,-4 4-6 0,-2 2-10 16,-3 2 7-16,-2 7-9 0,-2 3-26 0,-3 5-4 0,-3 4-21 15,-3 2-24-15,-1 1-8 0,-4 2-6 0,-3 1-62 0,-1-1-18 16,-4 2-18-16</inkml:trace>
  <inkml:trace contextRef="#ctx0" brushRef="#br0" timeOffset="79940.84">19258 6158 683 0,'-6'9'-269'0,"3"-5"551"0,3-4-50 16,0-3-68-16,5-3-41 0,0-2 12 0,2-2-34 0,4-4 11 16,3 0-8-16,3 0-23 0,5-2-17 0,4 0 15 0,4 0-28 15,7 0 8-15,1 3-20 0,-1 3-18 0,3 1-18 16,-6 1 9-16,-6 0-10 0,1 3 20 0,-4 1 4 0,-2 3-4 16,4 1-6-16,-4 5 15 0,-4 3-20 0,-4 6 20 0,-2 0-7 15,-4 3-5-15,-1 3-1 0,-3 2 12 0,-2-2-8 0,-5 7 18 16,-2-2-11-16,-4 2-12 0,-3 5-21 0,0-3 15 0,-2-1-14 15,-1 3 21-15,-1-3-3 0,-1 0-11 0,2 0-14 16,1 1 14-16,3-4-15 0,2-3-10 0,3-3-18 0,3-2-24 0,0-3-117 16,6-3-59-16,3-4-13 0,6-5-346 15,9-2 354-15,3-10-43 0</inkml:trace>
  <inkml:trace contextRef="#ctx0" brushRef="#br0" timeOffset="81469.83">20539 5853 514 0,'-7'-2'87'0,"-1"-1"-25"0,-1 1 142 0,0 0-34 0,1 2-32 0,0-1-27 0,-1 0 10 0,0 1-25 0,1-1 12 0,1 1-13 0,0 0-20 0,0 0-8 0,1 1 18 0,2-1-26 0,1 0 6 16,-1 0-10-16,2 0-15 0,1 1-14 0,0-1 6 15,0 0-12-15,-1 1 6 0,2-1-4 0,-1 0-7 16,1 0-14-16,-1 2 17 0,0 0-17 0,0 0 27 0,1 0-4 16,0-1-10-16,1 2-13 0,1 0 15 0,1 0-17 0,2 1 17 15,0 0 1-15,1 0-7 0,2 1 1 0,1-1 6 0,0 1-8 16,3-1 7-16,-1 1-2 0,0-3-1 0,2 2-8 0,1-2 9 15,-1 0-9-15,2-2 13 0,1 0-7 0,1 0-5 0,-4-1-10 0,1-2 9 16,0 1-5-16,4 0 18 0,6-1-3 0,3-1-8 0,2 1-13 16,1-1 11-16,3 2-9 0,2 2 16 0,-1 0-1 0,4 0-7 0,2-1-7 15,-1-3 4-15,-1-1-3 0,-1 1 10 0,-4 0 0 0,-7 1-4 16,3-2-11-16,-1 3 12 0,3 0-10 0,6 2 14 0,-1 0-2 16,3 0-7-16,3 0-3 0,4-1 5 0,1-1-2 0,0-2 11 15,-5 2-2-15,-2 1-4 0,-5-1-12 0,5-2 7 0,-2 2-5 0,3 2 12 16,6 0 1-16,0 0-7 0,7 0-4 0,2-1 8 0,-2-1-6 15,-3-2 7-15,-9 2-1 0,-1 1-5 0,4 0-9 0,0 1 10 16,7 0-7-16,0 0 20 0,-2 1-5 0,3-1-7 0,1-1-7 0,-4 0 5 16,-5-1-3-16,1 1 9 0,-2-1 3 0,3 2-2 0,10 0-13 15,3 0 8-15,2 1-9 0,2 0 12 0,-4-1-2 16,-5 0-3-16,5-2-9 0,2 0 12 0,3 0-7 0,11 0 18 16,-5 2-5-16,0 3-11 0,-4-3 0 0,-7 0 2 15,0-1 0-15,1-3 7 0,1 0-1 0,4-2-3 0,1 2-14 0,-3-1 13 16,-5 1-9-16,-9 0 19 0,0 1-3 0,-1 1-6 0,8-5-10 0,8 2 9 0,3-2-7 0,1 0 20 15,-55 6 0-15,283-26-1 16,-226 23 2-16,-6 2-3 0,-1 0-8 0,-1 2-13 0,-9 0 12 16,1-2-9-16,-3-2 21 0,-1 1-3 0,4-2-6 0,2 0-7 15,-6 1 4-15,-1 1-4 0,-7 0 8 0,-3-2 1 0,-7 2-4 0,-2-3-13 16,-4 2 14-16,0-1-13 0,-2 1 20 0,5 0-4 0,-4 0-8 16,0 1-3-16,-2-3 3 0,0 4-1 0,-2-3 10 0,-1 3-2 15,0 0-6-15,-1-1-2 16,-3 1 2-16,-3 1-2 0,0 1 6 0,-4-2-1 0,-2 1 2 0,1 0-17 0,-3-2 14 0,-1 2-11 0,-1 0 20 15,0 1-4-15,-2 0-7 0,0-3-4 0,-1 3 7 0,-1 0-4 16,0 0 14-16,0 0-3 0,0 0-5 0,0 0-9 0,0 0 7 16,-2-1-6-16,0-1 10 15,0 1-3-15,-1 0-6 0,0 0-23 0,0 1 9 0,-2 0-13 0,2 0-9 0,-2 0-11 0,0 0-17 0,0 0-66 16,0 2-14-16,1 3-17 0,0-2-148 0,2 2-48 0,0 1-62 0</inkml:trace>
  <inkml:trace contextRef="#ctx0" brushRef="#br0" timeOffset="94023.77">22725 6049 440 0,'-6'-4'135'0,"1"-1"149"0,-1 1-151 0,0-2-4 0,1 0-38 0,0-3 1 0,2 0-23 0,-2-2-30 0,1-1-27 0,-2 0 19 0,1-2-21 0,0 0 39 16,0-1-9-16,0-2-16 0,1-2-20 0,0 0 26 15,1-2-26-15,-2-2 22 0,2 3 0 16,1-2-16-16,-2-3-16 0,2 2 16 0,2-2-19 0,-1-6 32 0,1 2-8 0,1-1-7 16,0-6-6-1,3 1 20-15,0-3-14 0,3-5 20 0,1 4-9 16,4 2-17-16,4-2-13 0,0 7 12 0,2 3-11 0,-2 3 21 15,-1 4-4-15,0 4-7 0,0 1-12 0,-2 4 12 0,-2 5-11 0,-1 2 19 0,-2 5 4 0,-3 1-7 0,0 1-22 16,-2 7 24-16,-2 1-20 0,1 3 44 16,-2 0-4-16,0 2-7 0,-4 2-15 15,0-1 17-15,-2 2-14 0,-1-1 17 0,-1 1-7 0,1-2-11 0,-1 1-12 0,1 0 12 0,1-1-9 0,2-1 17 16,2-3-5-16,-1 1-10 16,2-2-7-16,1-1 8 0,0-3-4 0,3-1 11 0,0-1-4 15,1 0-6-15,2-3-2 0,1 1 4 0,0 0 0 0,0-1 8 0,2 1-4 16,1 0-4-16,1 0-17 0,1 0 20 0,-1 2-12 0,1 1 24 15,0 2-7-15,-2-1-14 0,-2 2 3 0,-2-1 3 0,0-2 1 16,-1 3 8-16,-2-2 1 0,0 1 0 0,0 1-7 0,-2-1 22 16,-1 2-14-16,0-1 35 0,-1 1 3 0,-2-3-7 0,0 2-17 15,-2 0 6-15,1-1-11 0,-2 0 9 0,1-3-5 0,-3-1-2 0,0 0-24 16,-2 0 17-16,1 3-15 0,0-1 20 0,0 1-5 0,2 0-14 16,0-3-3-16,2 0 4 0,-1-2-2 0,1 1 4 0,1-2-2 15,1 0-3-15,-1-3-50 0,3 0 4 0,-1 0-19 0,2-3-35 16,0 0-6-16,0 0-16 0,2-2-77 0,1-1-34 0,-1 3-9 0,1-1-186 15,3 5 249-15,2-1-22 0</inkml:trace>
  <inkml:trace contextRef="#ctx0" brushRef="#br0" timeOffset="94231.13">23067 5474 1263 0,'-7'7'-610'0,"7"-1"1104"0,-3-3-120 0,3 2-209 0,-1-1-52 0,1 3 21 0,2 0-50 0,1 3-16 0,-1-1-22 0,0 0-30 0,2 1-16 0,-1-2 12 0,0 1-12 15,-1 1 10-15,2-1 0 0,-2 0-7 0,-2-1-9 16,0-4 7-16,-1 1-8 0,0-1-9 0,2-3-29 0,0 5-19 0,1-2-111 16,1 2-61-16,-1-3 22 0,2 3-292 0,4 1 302 15,3-2-19-15</inkml:trace>
  <inkml:trace contextRef="#ctx0" brushRef="#br0" timeOffset="94577.29">23162 5307 744 0,'0'-2'89'0,"0"-1"104"0,4-3-97 0,0 4-22 16,2-3-22-16,2 0-29 0,-1 0 0 0,0-2-8 0,3 2-2 15,0-1-1-15,0-1-9 0,2 1-8 16,0-3 17-16,0 2-17 0,1-1 13 0,1 2-1 0,-2 1-7 0,2-1-13 15,-4 2 14-15,0-1-11 0,-2 1 27 0,-2 0 0 0,0 0-13 16,-1 3-8-16,-2 0 10 0,0 0-13 16,0 1 2-16,-2 0-20 0,0 1-6 0,-1 1-31 0,0 4-29 15,-2-1 24-15,-2 4-67 0,1-3-31 0,-3 0-4 0</inkml:trace>
  <inkml:trace contextRef="#ctx0" brushRef="#br0" timeOffset="94756.93">23256 5414 549 0,'6'-5'187'0,"-1"-1"37"16,3-1 5-16,0 0-82 0,2-1-34 0,0 2-27 0,1-1-34 0,2 1-40 15,-2-1 10-15,-1 2-21 0,4-1 7 0,-2 1-7 16,3-2-5-16,0-2-1 0,-1 4-19 0,0-1 13 0,0-1-83 16,-2 1-33-16,-1 0-13 0,2-1-68 0,-2 0-43 0,0-1 41 15,0 1 27-15</inkml:trace>
  <inkml:trace contextRef="#ctx0" brushRef="#br0" timeOffset="94989.71">23583 5147 567 0,'-10'25'-139'0,"4"-8"323"0,2 0-8 0,0-1-18 0,2 2-45 16,0-2 17-16,2-2-44 0,2-2 25 0,0-3-13 0,4-1-16 16,1 0-33-16,0-1 6 0,-2-1-20 0,2-3 45 15,1-3-19-15,2 0 2 0,10-2-43 0,1-3 8 0,2 0-16 0,0-2 22 16,-5-1-12-16,-1 0-5 0,0-3-7 0,-4 1 16 15,0 0-11-15,-1-2 29 0,-4 2 0 0,-4 1-11 0,0-2-16 16,-4 0 29-16,-5 0-30 0,-3-2 47 0,-3 1-15 0,-2 1-20 0,-4-1-30 16,0 2 13-16,0 2-17 0,-2 3 21 0,1 3-4 15,0 1-10 1,0 1-12-16,4-2 15 0,1 1-13 0,2 1 5 0,2 0-22 0,0 3-25 0,6 0-80 0,0-3-6 0,1 2-14 16,1-2-121-16,-3 0-145 0,5 2-115 0</inkml:trace>
  <inkml:trace contextRef="#ctx0" brushRef="#br0" timeOffset="104190.47">6368 10195 92 0,'5'-14'-52'0,"0"0"24"0,1-1 33 0,0 3 1 0,1 1 14 0,1-1-6 0,-1 0-13 0,0 1-6 0,-1 2 5 0,-1-2 0 0,-2 2 25 0,0 0 5 0,-2 0-4 16,0 3 1-16,-5 2 18 0,1-1-14 0,-3 3 20 0,0 0-12 15,-3 2-8-15,0 0-14 0,-2 2 13 0,-1-1-7 0,-1 1 20 16,0 2-2-16,-2-3-12 0,-2 2-8 0,-1 0 21 0,-1-1-18 0,0-1 28 15,0 1-10-15,5-2-8 0,-2 0-8 0,-2 0 9 0,-1-2-4 16,-6 0 11-16,0-1-1 0,0-1-15 0,-2 2-28 0,0-1 31 16,-1 0-29-16,-1 1 37 0,0 0-9 0,1-1-15 0,-3 2-8 0,2 1 7 15,-2 0-4-15,-3 1 8 0,2 0-2 0,-3 2-10 0,2-2-17 16,1 1 19-16,-4 0-17 0,-1 4 18 0,-4 2 2 16,2 2-8-16,-2 3-9 0,2 3 10 0,2 0-9 0,1 0 9 15,1 0 4-15,-1 1-8 0,0 1-7 0,1 2 14 0,4 2-13 0,3 1 10 0,3 3-2 16,1 1 0-16,-2 2-13 0,2 3 12 0,2 1-8 0,3 3 22 15,3 0 0-15,3 0-13 0,4 0-2 0,2 0 4 0,5-1-5 16,0 1 4-16,4-1-3 0,3-1-2 0,5 4-5 0,6 0 6 0,5 0-1 16,7 1 15-16,3 0-1 0,4-1-4 0,4-3-18 0,-3-1 17 15,2-6-14-15,4-3 20 0,-1-4-3 0,7-4-6 0,6-6 0 16,5-5-1-16,5-3 5 0,4-3 9 0,-3-5 0 0,-1-5-2 0,3-6-20 16,2-5 23-16,6-5-19 0,7-2 28 0,-2-4-10 15,-5 2-13-15,-1-6-10 0,-3-1 11 0,2-1-6 0,4-3 20 0,-4 4-1 16,-4 2-12-16,-6 1-2 0,-2 2 5 0,-7 0-6 0,0-2 2 0,-3 0-4 15,-4 1-6-15,0-1-9 0,-5 5 12 0,-3 1-5 0,-4 2 27 16,-5 2-8-16,-3 2-10 0,-5 2-57 0,-3 2 1 0,-2 1-25 16,0 2-113-16,6 0-55 0,4 5-57 0</inkml:trace>
  <inkml:trace contextRef="#ctx0" brushRef="#br0" timeOffset="116273.93">24085 1195 568 0,'-2'-8'171'0,"-2"0"240"0,1 2-264 0,1-1-36 0,-1 2-21 0,2 0 46 0,1-1-25 0,0 3-41 0,1-1-49 16,0 3 19-1,1 1-36-15,-2 0 9 0,2 0-4 0,-1 1-9 0,1 4 9 16,-1 1 7-16,2 1-2 0,0 6 31 0,-1 1-11 0,0 4-7 0,-1 4-8 0,-1-2 11 0,0 1-10 0,0 2 9 31,0-1 1-31,-1 2-9 0,-1 3-27 0,-1-3 20 0,1 1-26 0,-2-1 39 0,2-4-6 0,1 2-8 0,1 1-19 32,0-2 14-32,2-1-15 0,0-1 20 0,3-3 0 0,-1-2-9 0,2-1-14 15,1-4 13-15,0-1-13 0,2 1 32 0,0-2-7 16,0-1-6-16,3 2-17 0,-2-2 10 0,1-1-6 0,-1 1 20 0,0-5 1 15,0 0-6-15,2 0-5 0,-1-1 7 0,1 0-7 0,-1 0 14 16,2-2-3-16,-1 1 0 0,2-1-10 0,-1-2 10 0,0 1-7 16,2 0 13-16,-1-2-8 0,-1 2-13 0,-1 0-1 0,0-3 4 15,-1 3-3-15,0-3 9 0,-1 1-6 0,3 1-2 0,-1-2-9 0,1 1 5 16,0-1-3-16,0-1 11 0,1 2 3 0,-2-1-4 0,3-2-24 16,-2 3 24-16,1-2-23 0,-2 2 32 0,0 0-3 0,-2 0-10 0,-5 0-24 15,-2 0 2-15,1 1-13 0,-1-2-21 0,3 2-7 0,-1-1-8 16,1-1-62-16,-1 1-4 0,0 2-16 0,-1-3-66 0,-1 3-9 15,-2-3-29-15</inkml:trace>
  <inkml:trace contextRef="#ctx0" brushRef="#br0" timeOffset="116522.77">24121 1462 826 0,'-1'-2'104'0,"-1"-4"50"0,4 3 6 0,1-1-27 0,3-1-35 0,3 0-57 0,2-1 2 0,2 3-25 0,3-3-11 0,-1 3-3 0,-1-1-3 0,2 0-14 0,-2-1 14 0,1 2-11 16,0-1 35-16,-2 1-11 0,2 0-10 0,-1-1-6 0,0 2 0 16,-2-2 0-16,1 1 3 15,-4 1-10-15,-2-1-3 0,1 1-43 0,-2-1-14 0,-1 0 5 0,0 0-55 0,-3-3-27 16,0 3-5-16,1-5-197 0,1 2 192 15</inkml:trace>
  <inkml:trace contextRef="#ctx0" brushRef="#br0" timeOffset="116703.01">24069 1192 1101 0,'1'-5'225'0,"1"-3"-27"0,-2 3-77 0,0-3 6 0,2-1-17 0,1 0-27 0,-2 1-26 0,0-4-56 15,1 3 16-15,3 0-25 16,5 0 31-16,1 0-9 0,3 1-11 0,3-2-8 0,-1 3-4 0,1-2 0 0,2 1-43 16,-1 2-30-16,-2-1-18 0,4 1-80 15,-3 3-46-15,2-2 30 0,5 1-242 0,0 3 266 0,0 0-26 16</inkml:trace>
  <inkml:trace contextRef="#ctx0" brushRef="#br0" timeOffset="117339.39">24754 1140 1024 0,'-21'2'-70'0,"8"-2"205"0,2 0 3 0,2 0-5 0,-1 1-38 0,3 1 19 0,-1-1-45 0,1 1-11 0,0-2-6 0,0 2-16 0,0 0-19 0,2 1 29 0,-1-1-31 0,2 0 34 16,-2 2-10-16,3-1-19 0,-2 1-12 0,2 1 13 15,-1-1-16-15,1 1 16 0,1-1-5 0,0 3-6 0,0-2-10 16,1-1 9-16,1 1-8 0,0-1 14 0,3-1 3 0,0 1-8 0,3 0-10 15,1 0 26-15,2-2-25 0,5 1 42 0,0-2-2 16,1 1-17-16,3 0-21 0,-1-2 30 0,1 1-33 0,2-1 49 16,1 3-11-16,2 1-15 0,0 1-23 0,1 1 11 0,-2-1-13 15,2 2 15-15,-1-1-2 0,-1 1-7 0,-2 0-14 0,0 2 14 16,-2 2-11-16,-2-3 21 0,-2 1-1 0,-4 0-10 0,-1 0-13 16,-3 0 16-16,-1 0-12 0,-3 2 28 0,-2-2 4 0,-2 1-4 15,-4 1-1-15,-2 0 20 0,-1 1-16 0,-2 2 17 0,-1-1-8 0,-1 3-13 16,0-2-19-16,-2 0 14 0,1 1-12 0,0-3 20 0,1 0-4 15,-1-3-9-15,0 0-11 0,0-2 7 0,3 0-6 0,0-3 7 16,2 0-2-16,1-3-2 0,1-1-4 0,2 0 5 0,-1-1-4 0,0-3 5 16,3-1-5-16,0-4-10 0,0-1-46 0,3-5-9 0,3-1-11 15,1-3-54-15,4-1-15 0,3-1-15 0,4-3-12 0,3-1-38 16,2-1 14-16,1-1-204 0,3-3 237 0,1 5-37 0</inkml:trace>
  <inkml:trace contextRef="#ctx0" brushRef="#br0" timeOffset="117504.85">25084 926 416 0,'-2'-4'238'0,"2"5"-91"0,1 2 178 0,0 1-171 16,3 1 45-16,-1 1-70 0,4 6 11 0,-1 2-36 0,2 5-46 0,1 8-41 15,-1 1 8-15,2 3-19 0,0-1 5 16,2-1-6-16,-1-1-2 0,-1 2-5 0,-3-4 3 16,0-2-1-16,1 2 17 0,0-6-7 0,-1-2-7 0,0-1-24 0,-2-3-7 0,1-1-5 15,1-2-60-15,-3 0-28 0,-1-2-14 16,0 0-84-16,-1-3-82 0,-1-1 59 0,2 0 3 0</inkml:trace>
  <inkml:trace contextRef="#ctx0" brushRef="#br0" timeOffset="117670.38">25073 1230 773 0,'-7'-2'262'16,"4"1"-132"-16,3-2 145 0,2 0-101 0,1 3 36 0,2-3-53 0,-3-2-35 0,-2-4-24 15,0 0-38-15,5 0-24 0,-1-4 7 0,7 0-19 0,4-1-4 16,1-1-4-16,3 0-10 0,2 0-19 0,0-2 18 0,0 3-19 15,0-1 14-15,-1 1-27 0,0 2-22 0,5 0-79 16,-1 0-37-16,-2 3 14 0,0 1-183 0,-3 1-150 0,0 3-30 0</inkml:trace>
  <inkml:trace contextRef="#ctx0" brushRef="#br0" timeOffset="123842.25">25816 716 311 0,'-3'0'47'0,"0"-2"51"0,-1 1 57 0,2 0-66 0,0 0 58 0,1 1-32 0,-2-2-30 0,2 2-34 0,0 0 28 0,1 0-33 0,-1 0 37 0,1 0-17 0,0 0-20 0,0 0-32 0,0 0 15 0,0 0-21 16,0 0 35-16,0 0 6 0,2 0-9 0,-1 0-2 15,0 3 21-15,1-2-26 0,0 0 20 0,-1 1-10 0,2 0-13 0,0 1-26 16,0 1 17-16,1 0-21 0,1 3 21 15,2 0-6-15,-2 0-11 0,2 1-8 0,-1-2 15 0,-1 3-14 0,2 0 21 16,-1 2-4-16,-1 1-9 0,2 5 3 0,-3 0-2 16,0-2 2-16,-1-3 1 0,1-3-6 0,0-1-3 0,-1 3-9 0,1-2 9 0,-1-2-3 15,-1 1 15-15,1-2-15 0,-2 1-12 0,1-1-40 0,0 1-22 16,-1-2 3-16,2 1-103 0,-1-1-18 0,-1-1-35 0</inkml:trace>
  <inkml:trace contextRef="#ctx0" brushRef="#br0" timeOffset="124079.09">25638 931 732 0,'-6'-1'130'16,"3"-2"21"-16,-1-1 82 0,4 2-55 0,2-2-59 0,2-3-47 0,3 1-3 15,0 1-13-15,3-2 9 0,-1 0-16 0,1 0-12 0,2 1-28 16,-1-2 10-16,2 2-14 0,0-2 16 0,2 2-11 0,-1-2-9 15,4-1-5-15,-1 1 9 0,1 0-5 16,1 0 12-16,0 4-3 0,-1-1-8 0,1 1-16 0,-3 0 15 16,-1 2-16-16,-1 0-15 0,-1 1-28 0,-1 1-27 0,0-1-103 15,-2 0-44-15,-1-1 18 0,3 0-215 0,-1 2 257 0,-3 4-13 0</inkml:trace>
  <inkml:trace contextRef="#ctx0" brushRef="#br0" timeOffset="124364.63">25776 1294 1111 0,'-10'4'-128'0,"6"0"303"0,3-3-24 0,0-1-31 0,2 2-40 16,2-1 9-16,1 0-33 0,2-1-16 0,2 0 5 0,1-1-7 16,4-2-24-16,0 0 24 0,3-3-32 0,3 1 25 0,0 0-6 0,-1-1-14 0,1-1-16 15,1 1 16 1,-1 0-17-16,2-3 22 0,-2 1-6 0,1 0-10 0,4-3-38 16,-5 2-22-16,-3-1 1 0,-1 1-141 0,0 1-73 0,4-4-29 0</inkml:trace>
  <inkml:trace contextRef="#ctx0" brushRef="#br0" timeOffset="125098.31">26531 674 597 0,'-7'1'215'0,"2"0"-104"0,0-1 99 0,1 1-61 0,1 1-3 0,2 0-40 0,0-1-46 0,1 3 1 0,0 1-16 0,2 1-7 16,-1 0 30-16,1 2-33 0,1 3 34 0,1 1-6 0,1 2-14 0,-1 4-14 16,2 1 8-16,-2 5-17 15,0 3 11-15,-1-1-3 0,-2-3-6 0,1 0-7 0,0-4 9 16,1 0-11-16,0 2 16 0,0 0-10 0,0 3-10 0,0 1-10 15,-1-4 3-15,-2-3-5 0,-1-1 15 0,1-1-6 0,-1-3-1 0,4 2-10 16,1-2 7-16,-1 1-7 0,1-1 8 0,-1-2-3 0,-1-1-5 16,0-1-11-16,2-1 13 0,-2-2-11 0,0 2 25 0,2-3-5 0,-3 0-9 15,1-2-14-15,-1 1 4 0,1-2-8 0,0 0-23 16,0-2-21-16,0 0-24 0,2 0-90 0,0 0-35 0,1-3-7 0,2-3-199 16,4-3 242-16,5 2-21 0</inkml:trace>
  <inkml:trace contextRef="#ctx0" brushRef="#br0" timeOffset="125347.08">26835 1113 1348 0,'-6'10'-143'0,"3"-4"335"0,1 1-27 0,0-1-36 0,2 0-72 0,0 1 24 0,2-2-51 0,0 1 8 15,0-2-14-15,1 1-19 0,0 1-2 0,0-3 3 16,-1 0-1-16,2 2 8 0,-1-2-6 16,0 0-4-16,2 1-5 0,-1-2 1 0,0-2-1 0,0 0-11 0,1 0-23 0,-2 0-11 15,2-4-92-15,-1 0-40 16,1 0 14-16,1-5-223 0,4 1 236 0,-2-2-21 0</inkml:trace>
  <inkml:trace contextRef="#ctx0" brushRef="#br0" timeOffset="125772">27211 631 695 0,'-9'-2'116'0,"0"0"111"0,0 2-59 0,0 3-30 0,0 2-38 0,-1 3-58 16,0 2 16-16,-2 2-35 0,-1 4 17 15,1 1-7-15,1 2-10 0,-2 2-7 0,3 0 14 0,0-1-13 0,1 1 24 0,2-4-2 0,6-2-11 0,1 1-14 32,1-5 19-32,3 1-24 0,-3-3 14 0,-2-3-4 0,-2 0-7 15,3-3-10-15,2 0 8 0,4-1-9 0,3-2 17 0,-1 0 3 16,2-1-7-16,3-3-11 0,-1-1 26 0,3-2-25 0,-1-1 25 16,1-1-5-16,-3 0-13 0,2-4-1 0,-3 0 1 15,-1 0-3-15,0-3 12 0,-2 4-3 0,-1-2-3 0,-1 2-14 16,0 3 15-16,-2 1-13 0,1 1 24 0,-2 3-1 0,1 0-6 0,-2 3-20 15,-1 1 22-15,0 0-19 0,0 3 30 0,0 1-4 0,1-1-11 16,0 3-12-16,0 2 18 0,0 4-13 0,-1 1 32 0,1 1-10 16,-1 3-13-16,0 0-7 0,0 0 11 0,-1 0-7 0,1 1 9 0,0 0-6 15,-1 2-10-15,0 1-6 0,1-2 3 0,0 0-3 0,4-2 4 16,0-2-2-16,1-1-4 0,1 3-14 0,0 1 16 0,-1-3-10 16,1 2 24-16,0-5-6 0,0 1-11 0,0-3-37 15,0-1 3-15,1 0-12 0,-1-1-8 0,-2 0-12 0,1-3-11 0,0-1-71 16,0-2-17-16,0 1-10 0,1-3-86 0,-1-3-37 0,3-2-28 0</inkml:trace>
  <inkml:trace contextRef="#ctx0" brushRef="#br0" timeOffset="126123.93">27723 457 1326 0,'-10'-2'157'0,"-2"2"12"0,2 0 3 0,-1 1-51 0,-1 5-21 0,2 1-29 0,-2 2-40 0,-2 5-33 0,3 2 24 0,0 4-25 0,-1 6 37 0,2 4-5 0,1 2-14 15,1 2-1-15,1 0 21 0,1-1-17 0,0 0 32 0,4-2-8 16,1-3-16-16,2-1-19 0,4-4 16 0,1-1-20 0,3-2 21 16,3-2-8-16,1-2-11 0,5-4-12 0,3-1 18 15,2-4-15-15,3 1 19 0,-3-3-2 16,-1 2-13-16,2-6-1 0,0 0 3 0,-1-1-3 0,2-1 7 0,-5 0 1 0,-3-3-2 15,-2-1-17-15,-6 0 20 0,-2-2-18 0,-4-1 34 0,-3-1-6 16,-1 1-11-16,-5-1-13 0,-1-2 13 0,-3 0-9 16,-1-2 19-16,-2 1 2 0,-1 0-13 0,0 0-13 0,-2 4 12 0,0 2-13 0,1 2 11 15,0 4-3-15,-1 2-6 0,-1 3-6 0,-1 0 8 0,0 2-5 16,0 2 9-16,0 2-11 0,3-2-11 0,-1-2-51 16,2 2-10-16,4-2-12 0,4 0-101 15,1-2-43-15,4 1-49 0,2-6-230 0,8 1 304 0</inkml:trace>
  <inkml:trace contextRef="#ctx0" brushRef="#br0" timeOffset="126719.03">28495 444 1011 0,'-17'-2'214'0,"2"-1"-163"0,0 1 31 0,-1 0 27 0,0 1-10 0,1 1-3 0,0 0-47 0,-1 1-9 0,0 1-12 0,-2 0-10 0,0 2 12 0,1-1-14 0,-2 0 25 0,4 3-1 0,0-3-5 0,0 3-8 15,2-1 9-15,1 0-15 0,-2 2 11 0,3-1-9 16,2 1-8-16,-1 1-14 0,2 1 5 0,0-1-6 0,0 1 10 16,4 0-7-1,-1-2-6-15,2 1-6 0,2 0 9 0,0-1-5 0,1 1 17 16,1 0 0-16,0-1-5 0,2 2-4 0,1-2 15 0,1 0-12 15,2 1 35-15,0 0-6 0,-1-1-8 0,2 0-2 16,1-2 6-16,1 3-7 0,0-3 1 0,2 1-3 0,0 1-7 0,0-1-16 16,4 0 11-16,0 2-10 0,2 1 18 0,-1 1-4 0,-1 2-7 0,0-2-24 15,1-1 17-15,1 0-15 0,1 0 34 0,-2-1-7 16,-2-1-6-16,-2 1-7 0,-3 0 4 0,-1 1-2 0,-2 0 6 0,-4-1 0 0,-1 0-2 0,0 1-3 16,-4-1 20-16,-1 2-12 15,-4 0 29-15,1 1 4 0,-3-3-8 0,-3 1-9 0,2 0 8 0,-2 0-12 0,0 0 6 0,-2-1-2 0,0 0 0 16,-2-1-26-16,0 0 20 0,0 0-19 0,0-3 25 0,0 0-8 15,2-3-12-15,0-1-6 16,1 0 4-16,2 0-3 0,0-1 12 0,2-3-3 0,1 0-5 16,0 1-16-16,1-3 12 0,2 1-10 0,0 2 15 0,1-3-14 0,2 3-16 15,-1-3-48-15,2 1-7 0,1-4-8 0,4 3-61 0,0-3-36 16,5-3-33-16,2-2-23 0,3-4-126 0,7-2 42 0</inkml:trace>
  <inkml:trace contextRef="#ctx0" brushRef="#br0" timeOffset="127055.92">28670 489 1519 0,'-4'1'111'0,"2"-1"-18"0,0 2 92 0,1 0-42 0,0 2-31 0,-1 1-76 16,1 2 12-16,1 3-30 0,0 1 15 0,-1 1-5 15,1-1-10-15,0 4-10 0,0 0 10 0,0 2-12 0,1 0 17 16,-1 0-4-16,0 0-9 0,0-1-3 0,0-2 8 0,0 2-8 15,0-1 15-15,1-1-4 0,2-1-4 0,0 0-1 0,0-3 8 16,3-1-6-16,0 1 2 0,0-2-5 0,1 0-8 0,2-1-7 16,-1 1 9-16,1-2-6 0,2 2 35 0,2-5-6 15,2 1-6-15,4-2-10 0,3-1 14 0,-1 1-13 0,4-2 20 16,-2 0-10-16,2 1-10 0,0 0-27 0,-3 1 22 0,0-1-18 16,0 0 32-16,-1-1-5 0,-3 1-13 0,-5-1-3 15,-3 0 0-15,-2-1 0 0,-2 0 5 0,6 0-4 0,-2-2 0 0,-1 2-13 16,-1-1 12-16,-2 1-8 0,1-1 19 0,-1-2-6 0,-3 2-10 0,2-1-18 15,-2 0 1-15,-2 0-4 0,-1 1-13 0,0-2-11 0,0 2-11 0,-1-5-47 16,-1 2-13-16,-1-1-5 0,0-1-95 0,0 1-28 0,-2-3-38 16,2-1-149-16,-1 1 250 0</inkml:trace>
  <inkml:trace contextRef="#ctx0" brushRef="#br0" timeOffset="127263.83">28627 631 760 0,'-3'0'123'0,"0"0"86"16,2 0 19-16,1-1-43 0,1 1-32 0,3-3-69 0,1 2 20 16,3-3-39-16,4 0 35 0,-1-1-17 15,2 0-24-15,4-1-32 0,0-1 10 0,1 1-24 0,3 0 0 0,2-2-2 0,1 0-8 16,3 1-7-16,-1 0 6 0,-2 1-7 16,-1 1 17-16,-4 0-4 0,-1-2-4 0,-1 2-31 0,-4-1-13 0,-2 0 0 0,-1 1-65 15,-3 2-31-15,-2-1-10 0,-1 0-51 0,-4 0-52 16,0 0 51-16,-4 0-190 0,1 3 228 15,-5 1-4-15</inkml:trace>
  <inkml:trace contextRef="#ctx0" brushRef="#br0" timeOffset="127423.59">28618 461 1238 0,'-12'3'-251'0,"9"-3"547"0,3 0-55 0,3-2-70 0,0 1-70 16,4-2 23-16,3 0-51 0,3 0 21 0,2-2-10 15,1 0-16-15,2-3-18 0,1 0 18 16,0-1-25-16,3-1 16 0,2 0-17 0,1 0-22 0,4-2-20 15,-1 2 8-15,-1 1-11 0,4-1-32 0,-3 0-35 0,2 1-23 0,3-2-174 16,-8 2-100-16,4-1-24 0</inkml:trace>
  <inkml:trace contextRef="#ctx0" brushRef="#br0" timeOffset="141967.41">12432 8927 254 0,'-15'-6'4'0,"1"-2"10"0,1 2 5 0,1 2 7 0,1 0 23 0,1 2-1 0,-1-1-3 0,-1-1-21 0,1 2 13 0,-1-4-16 0,1 3 8 0,-2 0-8 0,0 0-7 0,-1 1-5 0,0-1 5 0,-1 1 0 0,2-2 15 0,1 1 2 0,1 1-4 0,1-2-9 15,-1 0 21-15,5 0-19 0,1 0 23 0,-1-1-9 0,0 2-6 16,-5-4-9-16,0 2-3 0,0-1 4 0,-1 0 5 0,3 0-4 16,-1 0-5-16,-1-1-22 0,0 1 22 0,-2-2-19 0,2 0 30 31,0 2-7-31,-1 0-11 0,-1-1 1 0,0 0-2 0,-1-1 3 0,0 0-4 15,0 2 3-15,0-2-4 0,-2 0-12 0,-1 0 15 0,0-1-16 16,-2 0 13-16,2 0 3 0,-2 0-6 0,0-2-6 0,0 0 2 16,-3-3-4-16,-2 1 11 0,2-1-1 0,-1-1-1 0,2-1-15 0,4 0 18 15,-2-1-15-15,-1 3 19 0,-1-2-3 0,-3 1-8 0,0 0-18 16,-1-6 13-16,1 2-8 0,-3-1 30 0,1 2 2 0,-1 0-8 16,-2 0-17-16,1 0 15 0,0-3-16 0,-3 3 17 0,0-1-7 15,-1 1-5-15,0 0-12 0,3 2 16 0,-2 0-7 0,1 2 24 0,-1-1-3 16,-4 2-15-16,-2-1-14 0,0 3 19 0,-1 0-17 0,-1 2 16 15,3 0-4-15,0 0-8 0,-2-2-10 0,0 1 2 0,1-2-2 16,1 2 3-16,5 0 5 0,-1-1-3 0,-3 2-12 0,-2 4 24 0,-2 2-22 16,-2 0 25-16,0 0-3 0,1 1-6 0,-2 1 6 0,-3 1-6 15,0 0 7-15,-2 2 1 0,3 2-1 0,3 0 2 0,-5 1-8 16,-3-3 8-16,-1 4-7 0,-1-1 8 0,4 2-4 0,-1 4-4 0,-1 1 3 16,-1 1-8-16,1 0 10 0,0 0 3 0,6-2 3 0,-3 1 1 15,-3 1-23-15,2 0 21 0,1 1-20 0,2-2 25 16,2 1-2-16,0-1-9 0,-1-1-16 0,4 1 15 0,1-1-13 0,1 1 30 15,1-1-5-15,-4 1-8 0,-1 3-6 0,1 1 2 0,0-2-2 0,3 1 4 16,2-2-2-16,0 1-1 0,-3 0-1 0,0 1-4 0,2 1 6 16,3 0 8-16,-2-2 1 0,-1 3 1 0,-4-2-23 0,-2 1 18 15,2 0-18-15,-1-3 22 0,4-1-4 0,2 1-7 0,-2 1 2 16,-1 1-1-16,0 2 3 0,0-2 5 0,4-1-1 0,0 1 0 0,-1-2-15 16,2 0 13-16,-3-1-11 0,2-1 16 0,2 2-6 15,0-2-9-15,2 1-1 0,3 1 3 0,0-2 2 0,2 1 14 0,1-1-5 16,-1 1-4-16,0-1-5 0,3 3 5 0,1-1-4 15,8-2 5-15,-1 0-4 0,0 2-4 0,-1 0-2 0,-4-1 3 0,0 4 2 0,2 0 11 16,-1 2-2-16,0 2-6 0,-1 0-16 0,-2 2 23 0,1-2-19 16,-3 1 25-16,2 1-7 0,0-1-12 0,-3 4-11 0,2-2 13 15,-1-2-6-15,1 1 26 0,-1-3-2 0,0 2-9 0,-3-1-26 16,2 2 25-16,1-1-23 0,3 0 32 0,7 0-4 0,1-1-10 0,-1 1-9 16,3-1 6-16,-3 0-4 0,3-1 18 0,2-3 0 0,2 2-5 15,1 2-8-15,0-4 9 0,3 1-10 0,1-1 3 0,1 4 0 16,0 0-4-16,2 2-17 0,1 0 21 0,1-1-12 0,-2 1 32 0,1 0-4 15,0 1-17-15,0 3-13 0,-1-1 20 0,1 2-15 0,0 3 18 16,-1-1-3-16,1 0-9 0,1 2 2 0,0 1 0 0,2-2 1 0,-1-4 6 16,1 1-1-16,1-1-4 0,0-2-22 0,-1 2 30 0,1 0-25 15,-5-5 31-15,2 1-6 0,-2-1-13 0,2 0-6 0,4 2 9 16,1 0-3-16,1 2 16 0,-1-1 2 16,3-1-9-16,0 3-8 0,1-1 8 0,0 2-9 0,-2 1 6 15,-1-1 1-15,-2-4-2 0,2 2-10 0,0-1 10 0,0-1-7 16,0 3 15-16,-1-6 0 0,0 1-6 0,1-2-8 0,-1 0 11 0,0-1-10 15,0 0 7-15,0 0-1 0,1-2-5 0,1 2-5 0,0 0 7 16,2 0-3-16,1-3 16 0,0 1 0 0,1-5-5 0,2 0-17 16,0 0 16-16,1-2-15 0,2 0 21 0,0-1-7 0,1-1-5 0,3 1 0 15,0-2 0-15,-3 0 4 0,0 1 5 0,2-3 2 0,1 3-6 16,8-4-5-16,0 2 9 0,0 2-10 0,1-3 6 0,1 2 0 16,3-2 2-16,5 2-10 0,-2 0 1 0,2-1 0 0,-2 1 15 0,-2 0-5 15,-5 0-3-15,2-3-15 0,-2 3 15 0,0 0-12 0,5 3 21 16,-2 1-6-16,2 0-8 0,6 2-3 0,0 1-3 15,2-1 3-15,-1 0 9 0,-5 0-2 0,-3 0 3 0,1 0-22 0,1 1 16 0,1-2-12 0,5-1 27 0,-1 1-5 16,1-1-10-16,4 1-10 0,2 1 9 0,-1 1-6 16,0 0 25-16,-11 1-4 0,0 0-8 0,2 1-27 0,-2 0 26 0,7 2-21 15,0 0 33-15,0-3-5 0,2 1-13 0,1 1-15 16,-1 0 15-16,-1 0-9 0,-2 1 26 0,-7-1-1 16,3-2-10-16,-2 1-26 0,0-4 30 0,7-4-25 0,0-3 36 0,3 2-5 0,1 0-17 15,2 3-5-15,-2-1 8 0,-4 1-5 0,4 0 6 0,-3 0 5 0,0-1-7 0,9 0-12 16,0-1 20-16,4 0-19 0,-2-1 18 0,0 1-4 0,-7 2-8 15,-1-2 4-15,-3 0-2 0,0-1 5 0,1 0 0 0,3-2 2 16,-1 1-5-16,3 2-5 16,-2-3 16-16,-2 2-15 0,-3-3 6 0,-7-1 1 0,3-2-3 0,1 0 0 0,1-1 0 0,9 0 0 0,0-3 7 15,0-1-1-15,1 0-1 0,3-3-6 16,-2-2 9-16,-4-3-9 0,0-1 8 0,0-2-5 0,0-2-2 0,10-1-10 16,1-1 6-16,2 2-2 0,0 4 18 0,-5 4 0 0,-3 4-9 0,2 3-7 15,-2-1 12-15,3 0-11 0,3 3 10 16,-2-2-2-16,1 3-3 0,-1 1-13 0,-6 1 8 0,0 0-6 0,-5-2 20 0,-2 0-4 0,5-4-6 15,1-3-16-15,0-4 23 0,-2 0-17 0,-3-3 31 0,-5 0-8 0,-7 0-13 16,5-6 2-16,-3 2 4 0,1-5 3 0,4-2 24 0,-5-2-8 16,-2 0-7-16,1-1-19 15,-1-3 13-15,-4 0-13 0,-2-1 17 0,-5-1-3 16,-2-4-5-16,-2-5-16 0,-2 2 7 0,-3-3-7 0,-1 0 24 0,-8 2-5 16,0-3-4-16,-3 0-12 0,-2-1 4 0,-2 2-5 15,-1-7 0-15,-4-1-2 0,-2-6-3 0,-3-3-18 0,-4-1 19 0,-2 2-12 16,-1 2 33-16,-2 7-3 0,0-1-10 0,-2-3-10 0,-3-4 16 15,0 0-12-15,1-3 15 0,-1 5-4 0,2 3-4 0,2 1 5 0,1 4 7 16,1 2 0-16,2-2 8 0,0 4 2 0,2-3-7 0,-2 0-10 16,-2 2 15-16,0 0-15 0,0 5 13 0,1 1-4 0,0 5-9 0,2 2-6 0,-1 1 8 0,0-1-5 0,1 1 13 0,0-2 1 31,-3 0-9-31,-2-3-10 0,-7 0 11 0,0-1-13 0,-4 1 9 16,0 3-3-16,-4-2-3 0,-1 2-11 0,-1-1 11 0,0 4-8 15,-1-2 17-15,0 0-3 0,-3-4-11 0,0-8-17 0,-2-3 20 0,-1 1-17 16,-3-3 20-16,-5 6-7 0,1 0-12 0,-3 2 0 0,-1 4 12 15,1 4-4-15,0 2 28 0,4 4-5 0,-3 2-9 0,-2 1-26 16,-4-1 29-16,-2 3-24 0,0 1 33 0,1 1 0 0,1 1-14 0,-5 3-16 16,1 2 20-16,0 1-18 0,-2 0 22 0,1 3 3 0,-2-2-13 15,-5 2-9-15,1 0 15 0,4-1-13 0,-1 2 18 0,3 0-6 16,0 2-6-16,-7-1 1 0,-1 2-4 0,4 1 6 0,1-1-2 16,3 0 2-16,0 2 1 0,-6 0-15 0,-2 2 21 0,-1 2-18 0,1 0 18 15,3 2 0-15,2 2-10 0,-4 0-9 0,-3 2 10 0,1 3-8 16,-2 0 15-16,3 0 4 0,4 2-5 0,-7-1-21 0,0 3 8 15,-1 1 2-15,-2 4 21 0,3 2-4 0,1 1-19 0,-2 0-3 0,-3 6 5 16,0-1 2-16,1 5 21 0,0-1-7 0,2 1-6 0,0 0-13 16,-2 5 9-16,1-1-7 0,0 4 14 0,4 3-6 0,1-1-6 0,1 3 0 15,1-6 3-15,-1 0 2 0,2-2 3 0,2-2 3 16,2 1-5-16,-2-1-20 0,2-2 26 0,1 2-21 0,2 1 31 0,4 1-4 16,-1 1-12-16,0 4-3 0,-2 4-1 0,4-3 0 0,1 3 7 15,4-4-3-15,4-2-3 0,-2 2 0 0,5-1 2 0,0 2 0 16,-1 3-2-16,4 2 1 0,2 2-3 0,4 4-3 0,4-1 8 15,4 1-5-15,3-4 3 0,1-2 5 0,2-3-4 0,2 2-20 0,4 4 27 16,6 2-24-16,3 3 28 0,4-3-2 0,2-2-12 0,1 3-6 16,2-2 8-16,3-3-5 0,0 4 8 0,5-4 4 0,3 1-6 0,5 3-20 15,1 2 32-15,1-5-29 0,1-2 31 0,-2-5-4 0,4-4-9 16,1-3 0-16,3 1-4 0,3-1 4 0,1-1 2 16,0 2 3-16,3-1-3 0,0 4-16 0,1-1 18 0,-1 0-17 15,-2-1 20-15,-2-4-4 0,2-1-5 0,2 2-10 0,7-2 12 16,2 0-6-16,1-3 19 0,5-3-3 0,2 1-11 0,6-2-14 0,0 1 15 15,-4-1-13-15,2-1 27 0,0-4-5 0,4-2-6 0,14-1-12 16,4-1 5-16,1 0-3 0,2-2 14 0,-7-2-1 0,2 1-5 0,9 1-21 16,4-2 24-16,1-1-18 0,-9 0 26 0,-5-6-1 15,-2 0-12-15,4 1-18 0,7-1 19 0,-1 6-15 0,-1-2 27 0,-9 0 1 16,-3 0-13-16,4-2-24 0,6 2 28 0,1-2-26 0,2 0 33 0,-10 0-5 0,-4-1-8 16,4-2-5-16,3-2 2 0,3-2 0 15,0 2 4-15,-7-4 2 0,-6-1-2 0,0-3-19 0,-1-4 25 0,3-3-22 0,3-1 24 16,-3-2-4-16,-1-1-9 0,-3 0 2 0,-1 1-1 0,0 2 3 15,2-3 1-15,5 0 4 0,-2 0-2 0,4-1-14 0,-3 2 22 0,-6 1-21 16,0 2 23-16,-2 3-6 0,2 2-10 16,9 2-13-16,-1-1 18 0,0 0-12 0,-9 0 38 0,1 1-35 0,-1-1-4 0,6 1-30 15,6 2-2-15,-3-2-19 0,2 1-45 0,-7 0-15 16,-3-3-48-16,3-1-48 0,3 1 126 0</inkml:trace>
  <inkml:trace contextRef="#ctx0" brushRef="#br0" timeOffset="183375.63">24733 9311 256 0,'-6'0'9'0,"3"0"141"0,0 0-43 0,1 0 12 0,1-1-73 0,0 0 21 0,0-1-26 0,0 2 30 0,1-2-5 0,-1-1-20 0,1 1-21 0,-2 1 27 0,2-2-34 16,-1 2 29-16,1-2-4 0,-1 2-10 0,0 0-2 0,1 1 25 15,-1 0-22-15,0 0 40 0,0 0-12 0,0 0-22 0,-1 0-22 16,1 0 23-16,0 0-27 0,0 1 24 0,-1 0-7 0,1 2-10 16,-1-1-17-16,-1 0 13 0,2 1-14 0,0 0 25 15,0-1-7-15,0 2-10 0,1 1-25 0,0-2 20 0,-1 2-19 16,1 0 42-16,0 0-10 0,1 3-15 0,0-2-22 15,0 1 20-15,1 1-15 0,-1 0 34 0,1 0-7 0,0 1-9 16,0 0-13-16,0 1 13 0,0 2-9 0,2 2 16 0,-2-1-4 0,0 2-8 0,2 2-12 16,-2-4 13-16,0-1-6 0,0 2 27 0,0-2-7 0,0 5-12 15,-1 2-10-15,1 0 10 0,-1-1-7 0,0 0 13 0,1-3 1 16,-1-1-8-16,0 2-10 0,0 0 12 0,1 1-12 0,0 1 13 0,1-3 2 16,-1 1-7-16,-1-1-9 0,1-4 16 0,1 2-14 0,0 0 19 15,1 0-2-15,1 2-6 0,-1 1-11 0,1-2 9 0,-1 0-7 16,1-1 12-16,-2-1 2 0,2 0-8 0,-1-1-6 0,0 2 7 15,0 4-6-15,2 0 12 0,-2-2-1 0,2 2-3 0,-2-2-16 0,0 5 12 16,-1 3-11-16,0-2 19 0,0 2-1 0,0-4-5 0,-1 2-16 16,2 0 20-16,-1-1-16 0,-1 0 24 0,0-3-2 0,0-3-11 0,0 1-17 15,0-2 23-15,0 1-19 0,2-1 32 0,-2 0-7 0,1-2-13 16,1 3-12-16,0-1 11 0,-2 0-8 0,2 1 19 0,-2-4 0 16,-1 2-7-16,1 1-16 0,0 1 16 0,0 4-13 0,0-1 20 15,1 1 2-15,0-1-10 0,0 5-8 0,-1-2 12 0,2 3-12 0,-2 0 12 16,0-7-6-16,0 2-3 0,1 0 7 0,0-1-5 0,0 1 7 15,1-4 0-15,-1 1-1 16,0-4 3-16,0 2-16 0,-1-2 17 0,1-2-12 0,0 2 21 0,0-2-3 0,-1-2-15 0,2 2-7 16,-2-1 4-16,1 0-5 0,-1-2 21 0,1-1-4 15,-1 0 1-15,-1-1-22 0,0-1 12 0,0-1-8 0,0 1 21 0,-1-1-8 0,0 0-10 16,2-1-11-16,-2-1 19 0,0 0-10 0,0 0 24 0,0 0-12 16,0 0-17-16,0 0-42 15,0 0 1-15,0 0-12 0,0 0-35 0,-3-4-13 0,2 0-18 0,1 2-51 0,0-1-46 0,-1-2 11 0,1 0 47 16</inkml:trace>
  <inkml:trace contextRef="#ctx0" brushRef="#br0" timeOffset="184325.68">24593 9935 512 0,'-7'2'-298'0,"4"-2"562"0,0 0-63 0,0 0-97 0,0 0-40 0,1 0 12 0,1 0-26 0,-1 0 13 0,-1 0-13 0,1 0-17 0,-1 0-15 15,5 2 18-15,0-2-20 0,1 0 26 0,0 0-3 16,-4 1-7-16,-1-1-13 0,0 1 16 0,1-1-18 0,-1 1 29 15,-1 1-3-15,-1 0-16 0,1 2-14 0,0 3 18 0,-2 0-23 16,1 2 14-16,-2-4-9 0,2 0-6 0,-2 3-7 0,1-3 2 16,2 4-2-16,-1 3 19 0,0-2-6 0,1 1-6 0,-2 2-24 15,2 1 18-15,0-1-17 0,-2 3 35 16,3-2-7-16,-1 0-12 0,0 0 0 0,1-1 0 0,0-3 3 0,1 1 1 0,1 0 0 16,-1-2-2-16,1-2-6 0,1 1 8 0,0-2-8 0,1-1 7 15,1 1-3-15,1-4-3 0,0 1-3 0,1-2 6 0,-1-1-1 16,2-1 13-16,-1-2-2 0,3-1-7 0,2-1-14 0,-1 0 21 0,3-3-16 15,-3-1 31-15,0 2 2 0,-5-4-4 0,1 1-31 0,-1 0 16 16,2-2-18-16,3 1 24 0,-1-1 2 0,-1 3-10 0,2 1-8 16,-2 2 9-16,-1 1-10 0,-1 1 6 0,-2 2-2 0,-2 2-1 0,-1 1 0 15,0 2 4-15,-3 1 0 0,-1 5 11 0,0 1-1 0,-2 5-11 16,-2 2-9-16,0 1 11 0,-1 1-9 0,0 1 15 0,-1 0-4 16,1-3-5-16,2 4-23 0,1-2 21 0,-2-1-16 0,0-1 36 15,-3-1-2-15,1-2-13 0,1 1-18 0,1-1 29 0,3-3-21 0,1 1 41 16,3-5-5-16,1 2-15 0,2-4-21 0,2 1 10 0,2-4-12 15,0-2 23-15,1 1-7 0,2-2 1 0,3 0-14 16,-1 0 2-16,0-2-2 0,-4-3 16 0,-2 0 0 0,2 0-2 0,1-2-17 16,4 1 7-16,2 2-8 0,1-1 12 0,-1 0-4 0,0 0-5 0,-2 1-50 15,0 1 8-15,-2 0-22 0,0 3-39 0,-1-3-34 0,-1 1-28 0,-1 1-113 16,1-2 153-16</inkml:trace>
  <inkml:trace contextRef="#ctx0" brushRef="#br0" timeOffset="185555.78">24756 10289 289 0,'-2'0'123'0,"0"0"27"0,0 0-68 0,0 0-17 0,2 0 0 0,-1 0-8 0,1 0-16 0,0 0 12 0,0 0-22 0,0 0 22 0,0 0-1 0,0 0-12 0,0 0-11 16,0 0 21-16,0 0-27 0,0 0 37 0,1 2-9 16,1 0-2-16,-1 1-19 0,0 2 11 0,0-1-15 0,1 2 21 15,0-2-8-15,1 2-15 0,0 0-22 0,-1 1 19 16,2 0-21-16,-1 0 17 0,0 2-5 0,2 2-9 15,-1-1-15-15,1 0 12 0,-2-2-11 0,2 1 24 0,0 0-13 0,1 0-11 0,1 1-65 16,1-1-16-16,-2 0-1 16,3-2-106-16,-1 0-47 0,1-2-43 0</inkml:trace>
  <inkml:trace contextRef="#ctx0" brushRef="#br0" timeOffset="186918.48">26854 8212 468 0,'-1'-2'132'0,"-3"0"-3"0,2 0 7 0,0 0-56 0,0 1 10 0,1 1-22 0,-1-2-28 0,2 1-26 0,-1 0 16 0,0 1-16 0,-1-1 48 0,0 1-8 0,-2 0-17 0,0 1-26 0,-1 1 32 0,-3 2-35 16,0 3 26-16,-4 2-8 0,0 1-18 0,-2 3 1 0,0 1-5 15,-1 2 3-15,0 4 0 0,1-3-1 0,-1 4-2 16,2 1-14-16,1-3 20 0,-1 0-18 0,0 3 30 0,2-2-4 16,-1-2-12-16,3-1-6 0,4-3 7 0,0-2-7 0,4-4 14 15,1 1-3-15,0-2-5 0,2 1-20 0,3-5 19 0,-1 0-20 16,1-1 26-16,0 0-2 0,0 2-8 0,1-1-2 0,-1 3-4 0,0-4 4 15,-1 3 7-15,0-1-1 0,-1 2-2 0,0 0-9 0,0-1 11 16,0 2-7-16,0 1 21 0,1 1-5 0,-1 3-6 0,1-2-8 16,0 0 3-16,0-2-2 0,1-1 5 0,-1-1 2 15,1-1-2-15,0 0-16 0,2-1 29 0,1 1-24 0,1-1 29 16,0-3-8-16,1 1-16 0,0 0 3 0,1-1-2 0,1 2 4 16,-1-2 0-16,-2 1 5 0,-1 4 0 0,-3-1-10 0,0 1 15 0,-3 2-14 0,-2 2 20 15,0 0-6-15,-3 2-8 0,-2 1 12 0,-1 1 3 0,-1 0 1 0,-1 2 5 16,0 1-3-16,0-2-2 0,0 5-25 0,0 1 10 0,1 4-10 15,-1 0 27-15,0 2-7 0,0 3-5 0,0-4-6 0,1 3 8 16,1-1-6-16,-1-3 1 0,0 5 1 0,2-2-10 0,0-2-7 16,2-3 10-16,2-2-10 0,1-3 10 0,1-4 0 15,2-1-2-15,3-3-6 0,-1-1-2 0,3-1 2 0,1-1 10 0,0 0 0 0,1 0-3 16,2-1-6-16,-1 0 6 0,0 2-6 0,1-2 2 0,0 1 3 16,-2 1-1-16,0 1-24 0,-4-1 11 0,0 1-16 0,-4 4 1 0,-1 0 2 15,-1 1-8-15,-3 7-32 0,0-1 26 0,-2 2-26 0,0 1 30 16,-1 0-4-16,-1 1-11 0,-1 2 4 0,2-3-19 0,-2 0 10 15,1-5-67-15,-1-1-15 0,1-5-11 0,2-1-120 16,0-2 156-16</inkml:trace>
  <inkml:trace contextRef="#ctx0" brushRef="#br0" timeOffset="187554.3">26206 8820 404 0,'-9'-5'155'0,"3"-1"-74"0,1 0 86 0,-1 0-99 0,2 2 44 0,0-1-60 0,0 2 44 0,0 2-17 0,1 0-31 0,-3 1-10 0,1 1 5 0,-2 1-12 0,-1 5-1 0,0-1-7 0,2 4-9 0,-3 3-10 0,1-1 12 16,1 3-12-16,-1 2 15 0,0-2-3 0,2 4-4 15,-2 1-15-15,1-1 9 16,1 0-10-16,1-2 30 0,5-3-6 0,0-2-7 0,1-4-15 16,3-3 15-16,-1-3-16 0,0-1 14 0,-3 0-3 15,1 0-8-15,2-1-3 0,1 0 3 0,4-2-1 0,2 1 15 0,-2-2-6 16,2-1-4-16,0 3-22 0,-1 1 23 0,1 0-18 15,-1 0 27-15,-2 2 0 0,-2 1-14 0,0 1-10 0,-2 2 10 16,-1-1-10-16,1 3 26 0,-3-2-6 0,0 3-7 0,0 0-11 16,-1 2 13-16,-1-1-10 0,0 3 18 0,-1-1-5 0,1-3-8 0,-1 2-15 15,0-4 20-15,0 4-12 0,0-5 32 0,2-2-9 0,0 0-13 16,1-2-12-16,0 0 11 0,2-2-7 0,-1 0 21 0,3-2-5 16,0 0-7-16,0-3-13 0,0-1 13 0,1 0-8 0,-1-2 23 15,2 2-5-15,-2 1-11 0,2 0-25 0,0 1 25 0,-2 1-19 0,-1 2 33 16,1 0-2-16,-2 1-15 0,1 0-13 0,0 0 15 0,-1 0-11 15,0 1 13-15,0 2-2 0,2 0-13 0,-2 0-22 0,0 1 24 16,0-2-22-16,1 2 11 0,-1 0-13 0,0-1-18 0,0 0-72 16,2 1 6-16,-1-2-26 0,1-1-70 0,-1-1-18 0,3-1-40 0</inkml:trace>
  <inkml:trace contextRef="#ctx0" brushRef="#br0" timeOffset="187903.01">26424 9000 802 0,'-6'-1'240'0,"4"-2"-166"0,0 1 97 0,1-1-144 0,1 2 8 0,0 1-32 0,1-1 26 0,1-1-8 0,0 2-4 0,0 0-23 0,2 0 13 0,-1 4-12 0,1 1 29 0,-2 3-6 0,0-3-10 0,0 2-11 16,-1 2 10-16,1-2-10 0,-2 6 13 0,-2 0-6 0,0 0-1 15,-1 2-10-15,1-3 4 0,-2 0-2 0,1 1 20 16,2-5 3-16,0-2-7 0,1-1-6 0,2-2 16 0,1-1-19 16,4-2 3-16,1 0 0 0,0-1-2 0,3-1-14 0,0-2 8 15,0-1-9-15,3 1 27 0,-3-1-30 0,1 1-16 0,2 0-89 16,-3 1-9-16,-5 2-13 0,-2-1-102 15,0 0-11-15,0 1-33 0</inkml:trace>
  <inkml:trace contextRef="#ctx0" brushRef="#br0" timeOffset="200833.4">11832 8354 491 0,'-58'0'124'0,"7"1"177"0,0 2-238 0,-1 4-32 0,-4 2-16 0,-2 3 40 0,-4 4-8 0,1 5-17 0,-2 4-20 0,4 4 22 0,2 0-18 0,2-5 25 0,5 1-1 0,1-4-13 0,-3 1-14 15,-2 4 14-15,4 1-16 0,1 0 7 0,6 2-5 0,2 2-9 16,2 7 20-16,6 4-5 16,4 10 10-16,1 4-4 0,0 2-1 0,-2 6-2 0,-1 3-4 15,2 3 11-15,2 6-10 0,2 5 11 0,5 2-2 0,2 0-5 0,1 2-19 16,3-2 10-16,3 3-9 0,2 2 18 0,4 1-3 0,5-4-10 0,0 5-18 16,8-2 18-16,5 6-15 0,9 3 18 0,5-3-6 0,4-4-9 0,7 3-1 0,4-1 2 15,3 1 1-15,2-3 10 0,-5-9 2 16,0-5 1-16,6 0-17 0,7-7 14 0,12-4-12 0,3-4 14 0,2-13 2 0,-1-8-8 15,-4-9 6-15,0-14 8 0,3-8-3 0,9-9 7 16,4-10 1-16,5-12-6 0,2-10 4 0,-1-12 21 0,8-10-11 0,7-9 31 0,2-5-10 0,3-3-13 16,5-13-28-16,2-1 17 0,1-8-17 0,-3 0 18 15,-10 6-10-15,-3-1-12 0,1-5-3 0,-4 1-2 0,-12-1 3 16,-8 4 0-16,-17 11 2 0,-6 0-3 0,-2-4-20 0,-13-5 12 0,-8 1-14 16,-11 5 13-16,-9 4-6 0,-10-3-7 0,-11-11-22 0,-10-7 14 0,-7 2-11 31,-7 4 26-31,-3 6-21 0,-5 4-1 0,-10-3 6 0,0 6 22 0,-1 6-6 0,-3 10 18 0,0 13-2 0,-8 6-6 0,-9 4-15 15,-3 4 19-15,-2 5-12 0,-2 10 25 0,-4 8-5 0,-5 6-9 0,-6 7-11 32,-3 0 8-32,2 9-7 0,-2-1 12 0,5 5-13 0,1 6-10 0,-1 4-69 15,5 4 5-15,7 1-20 0,5-4-47 0,7 2-22 0,8 0-35 0,5 2-207 16,13 4 253-16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33:05.53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11195 4230 256 0,'-2'6'21'0,"1"0"336"0,1-3-117 0,1 0 26 0,2 2-180 0,1-2 21 0,1 0-37 0,3 1 33 0,-1-2-22 0,3 3-24 0,4-1-37 16,-1 2 21-16,0 2-28 0,3 3 22 0,-3-1-7 0,0 3-16 16,3 0 1-16,-1 0 9 0,1 0-8 0,1 2 17 0,0-1-8 15,2 0-9-15,2 2-2 0,-1-4 1 0,0 1-3 0,1-1-1 16,-2-1-4-16,1-1 0 0,-1 1-1 0,-1-4-3 15,0 1 3-15,2 1 0 0,-2-3-1 0,0 2-3 0,1-3-37 16,-7-1-6-16,1-1-11 0,1 0-89 0,1-1 26 0,6-2-7 0,-1-3-37 16,-2-1-11-16,-1-2-12 0,-2-2-101 0,-2 1 160 0,3-2-1 15</inkml:trace>
  <inkml:trace contextRef="#ctx0" brushRef="#br0" timeOffset="253.2">11857 3983 582 0,'-2'-8'125'0,"1"2"15"0,1-1 94 16,-1 2-32-16,-1 2-51 0,2 1-38 0,-1 2 23 0,1 0-47 16,0 0 7-16,0 2-21 0,0 1-33 0,-1 5-2 0,1 2 29 15,-1 3-26-15,0 6 32 0,1 3-8 0,-1 6-21 16,-1 12-35-16,-2 0 31 0,1 2-37 0,-2 5 53 0,1-5-12 0,-1 5-19 16,-2 2-21-16,-1 3 18 0,0-1-20 0,-1 12 26 15,-1-6-6-15,-1 0-11 0,-3 1-14 0,-1-10 10 0,1-3-10 16,-2 2 16-16,5-6-4 0,1-1-7 0,1 2-7 15,2-5 6-15,5-4-5 0,0 1 12 0,0-6-2 0,2-3-8 0,-2-2-15 16,0-3 6-16,2-1-12 0,1-1-15 0,1-3-13 0,2-1-15 16,0-2-42-16,-2-1-28 0,2-2 2 0,1-2-130 0,3-6-29 15,8-2-35-15</inkml:trace>
  <inkml:trace contextRef="#ctx0" brushRef="#br0" timeOffset="696.33">12370 4702 747 0,'-1'3'129'0,"1"-3"177"0,-1 0-137 0,1 0-35 0,1 0-37 0,1-3-45 0,2 3 18 0,0-2-29 0,4-2 12 0,2 0-9 0,3 0-19 0,2-1-7 0,2-1 0 16,1 1-5-16,2 0 0 15,1-2 0-15,-2 1-6 0,3-2-5 0,-2 0 9 16,2 2-11-16,1 1 12 0,0 1-9 0,-2 2-4 0,-4-5-2 0,-3 1 2 0,-1-2 1 0,0-1 7 16,4 3-1-16,0-1-6 0,-1 2-13 0,-3 0 1 0,-2 1-11 15,1 2-52-15,-5-1-23 0,1 2-14 0,-1 1-73 0,-5 0-7 16,1 1 9-16,-3 3-44 0,-2-2 3 0,-2 5-1 0</inkml:trace>
  <inkml:trace contextRef="#ctx0" brushRef="#br0" timeOffset="854.48">12477 4822 468 0,'-23'14'-75'0,"13"-8"196"16,5-1 55-16,0 0-44 0,3 0 47 0,2-2 30 15,3-1-97-15,4-2 35 0,3 0-22 0,4-1-40 0,5-1-48 0,1-5 30 0,4 2-43 0,5-4 36 16,3 0-18-16,4 0-21 0,1-2-23 0,2 0 9 0,-2 0-13 15,4-2-21 1,3 2-49-16,0-2-25 0,6 0-115 0,-1 0-115 16,1 0 13-16</inkml:trace>
  <inkml:trace contextRef="#ctx0" brushRef="#br0" timeOffset="2071.75">13689 4192 592 0,'-6'2'280'0,"3"-1"105"0,0 3-264 0,1 0-10 0,2 3-12 0,0 2-22 0,1 2-49 0,3 3 27 0,0 1-42 0,3 5 32 0,0 1-17 15,0 0-18-15,0 1-13 0,1-2 12 16,-1-1-9-16,3 7 20 0,-1-4-4 0,0 2-9 0,-1-1-14 0,-2-1 17 15,-1-4-14-15,1 1 34 0,-2-5-9 0,-1 1-12 0,2 3-8 16,-3-2 10-16,2-2-9 0,-3 0 21 0,0-8-5 0,-1-1-8 0,0 1-17 16,0-3 20-1,-1 1-19-15,0 0 45 0,-1-1 2 0,1-3-8 0,-1 1-12 0,-1-2 20 0,-1 1-23 0,1-5 26 16,0-1-13-16,-2-3-16 0,2 2-15 0,-1-3 13 0,2-5-13 16,0 3 6-16,0-6 0 0,0 0-6 0,2 1-1 15,0-1 4-15,0-1-3 0,2 0 0 0,0 1 3 16,1 0-4-16,2-1-4 0,-1 1 7 0,2 0-5 0,1 3 5 0,0 0 0 15,0 3-2-15,2 0-3 0,-1 1 3 0,0 0-1 0,-1 2 4 0,0 0-2 0,0 3 0 0,0 2-17 16,0 0 16-16,1 2-12 0,-2 1 26 0,2 1-9 0,1 1-12 16,1 1 6-16,1 2 2 0,2 1 3 0,-1 2 9 0,0 0-4 15,0 2-2-15,0 2-13 0,0-2 9 0,1 1-5 0,-1 0 14 16,-1-2-3-16,-1-1-6 0,2 2-6 0,0-1 6 0,-1-2-3 0,1 1 10 16,-4-1 0-16,3-2-5 0,-1 1-11 0,0-1 15 0,-2-1-11 15,-2-1 30-15,0-1 1 0,0-1-2 0,-1-1-11 16,0-1 5-16,-5-1-6 0,0-1 11 0,1-2-3 0,0 1-2 0,3-3-12 15,2 0 6-15,-1-1-5 0,-1 3 4 0,1 0-2 0,0 0-3 0,0 1-6 16,0 2 4-16,2 0-2 0,0 0 13 0,1 2-3 0,1 1 0 0,2 1-9 16,0 2 16-16,0 0-13 0,2 2 13 0,-2 1-5 0,1 2-10 15,1-1-12-15,0 1 15 0,1-3-13 0,0 2 15 0,2-4-3 16,1 3-10-16,1-3-12 0,0 3 14 0,0-3-9 16,0 2 14-16,-4-2-12 0,0 0-15 15,-1-1-32-15,-1-1 3 0,0 1-9 0,-2-1-25 0,0 0-14 16,-1 1-17-16,1-2-62 0,-1 0-34 0,-1 0 5 0,-1-3-82 0,-1-1 4 15,3-4 1-15</inkml:trace>
  <inkml:trace contextRef="#ctx0" brushRef="#br0" timeOffset="2595.48">15254 3868 1475 0,'-3'-2'111'0,"-3"2"-24"0,-1 3 2 0,1 2-37 0,-6 5 13 0,1 3-11 0,1 4-9 0,-4 5-31 0,3 3 10 0,1 5-19 0,-3 2 10 0,4-3 8 16,-1 2-2-16,-4 3-13 0,2-8 11 0,-3 0-17 0,-1-2 20 16,5-5-6-16,-1 4-5 0,1-2-10 0,1-3 4 0,2-1-5 15,1-1 5-15,1-5-1 0,2 0-2 0,-1-1-2 0,2-1-4 16,0 0-1-16,-1-2-50 0,1 1-9 0,-2-1-13 0,1-2-65 15,-2-1-19-15,1-2 8 0,-2-2-47 0,0-1-15 16,-2-4 20-16,0-2-36 0,-1-2 88 0</inkml:trace>
  <inkml:trace contextRef="#ctx0" brushRef="#br0" timeOffset="2752.93">14819 4135 1 0,'-6'-28'6'16,"-1"6"18"-16,2 7-3 0,2 3 174 0,1 7 5 0,1 3 47 0,0 2-70 16,1 1 4-16,1 2-25 0,0 2-4 0,1 1-10 0,0 2 0 15,3 3 0-15,-1 3 4 0,3-1-4 0,1 3-18 0,3-5-19 16,3-1-18-16,1 4-47 0,4 2 5 0,2 3-14 0,2 2-8 0,1-4-6 15,2 0-6-15,2-3-7 0,1 0 3 0,1-1-3 0,1 0 5 16,-2-2-3-16,-7 0-4 0,2-2-3 0,0-2-9 0,1 0 2 16,5-1-40-16,-1 0 5 0,-5-2-7 0,1 0-46 15,-3-3-12-15,1-1-17 0,-3 0-114 0,0 0-13 0,-1-1-31 0</inkml:trace>
  <inkml:trace contextRef="#ctx0" brushRef="#br0" timeOffset="2942.37">15833 3817 1712 0,'-1'7'125'0,"-1"0"-10"0,-2 3 19 0,0 1-58 0,-1 3-12 16,1 2-14-16,2 2-20 0,2 4-22 0,2 1 3 0,2-2-11 16,1 4 8-16,2-6 0 0,1 0-2 0,0 0-5 0,1-1-4 15,-2 3-4-15,2-2-58 0,0-3-1 0,0-4 0 16,3-3-122-16,-3-3-45 0,0 0 7 0,-2 1-205 0,2 3 255 15,-2 2-8-15</inkml:trace>
  <inkml:trace contextRef="#ctx0" brushRef="#br0" timeOffset="3121.71">15621 4221 1616 0,'-2'4'147'0,"-4"-4"-8"0,4 0 8 0,2 0-44 16,0-1 15-16,5-3-23 0,-1-1-36 0,6-4-33 0,-2-3 6 15,3-1-21-15,6-3-5 0,3-1-3 0,7 3-1 0,7-6-30 16,0 0 3 0,0-1-10-16,6-5-23 0,0 3-34 0,1-1-16 0,6-3-123 0,-6 4-47 0,0 0 20 0,4-3 4 0</inkml:trace>
  <inkml:trace contextRef="#ctx0" brushRef="#br0" timeOffset="3483.15">16417 3381 1206 0,'-8'3'205'0,"-1"1"-4"16,2-1-13-16,-2 4-60 0,0 3-5 0,1 2-26 0,-1 2-29 16,0 5-31-16,0 3 11 0,2 1-19 0,-1 5 12 0,3 0-5 0,-2 0-11 0,1 4-17 15,1-6 12 1,-1-3-17-16,2 0 14 0,-1-6-5 0,3-1-7 0,-2 2-13 16,2-2 15-16,0-1-12 0,2-2 24 0,0-1-8 0,0-3-12 0,1 0-2 0,0-2 7 0,1 0-4 0,3-1 11 15,-1-3-3-15,3 1-2 0,1 0-9 0,2-3 8 16,3 2-7-16,3-3 14 0,2 0 0 0,5-1-9 0,5-1 2 31,1 2 13-31,0 2-11 0,-1 2 7 0,-2-1-3 0,-2-1-11 0,3 0-2 16,-3 2 4-16,-3 0-3 0,-1 4 4 0,-4-1 2 0,0 5-3 15,8 4-6-15,-2 0 5 0,0 0-5 0,-2 0 4 0,-2-1 2 16,-1-1-2-16,1 3-1 0,0 0 1 0,-1-1-1 0,-1 0 1 16,-2-1 0-16,-4 2-4 0,-4-2-3 0,-4-2 9 0,-2-1-4 0,-5 0 13 15,-3-6-1-15,-2 3-4 0,-3 2-14 0,-3-1 13 0,-2 1-10 16,-1 2 21-16,-1-1-5 0,-1-1-8 0,-4-1-13 0,-1-1 13 15,-1-1-9-15,2-1 18 0,1-2-2 0,5 1-10 0,-2-3-22 16,0 0-2-16,2 0-7 0,-1-3-40 0,3-1-16 0,5-2-17 0,4-2-135 16,2-3-48-16,6-1-23 0,5 0 45 0</inkml:trace>
  <inkml:trace contextRef="#ctx0" brushRef="#br0" timeOffset="4113.95">16433 3823 581 0,'-18'0'-362'0,"11"1"707"0,2-1-62 0,-3 1-114 0,1-1-34 0,2 2 14 0,0-1-44 0,2 2-18 0,0-1-20 0,1-1-17 0,2 3-13 0,0 1-9 0,0-1 2 0,1 4 2 0,2 0-5 0,-1 1 3 15,2 2-22-15,0 2 10 0,0 1-13 0,2 3 11 16,-2 1 0-16,1-1-8 0,-1 5-6 0,0-3 4 15,-1-1-7-15,0-1 7 0,1-3-2 0,0 0 2 16,0 3-10-16,-1-1 1 0,0 2-2 0,0-2 0 0,-2-5-18 0,0 0-9 0,1-3-76 16,-1 4-26-16,1 1 8 0,1 0-139 0,1-3 161 0,2 6-13 15</inkml:trace>
  <inkml:trace contextRef="#ctx0" brushRef="#br0" timeOffset="5288.05">12099 5367 686 0,'-7'6'234'0,"1"-2"329"0,2 1-427 0,1 2-65 0,1 0-33 0,2 2 50 0,2 0-20 0,3 0-27 0,3 0-33 0,1 0 18 0,1-1-23 0,6 0 16 16,-2-2 0-16,2 2-10 0,-1-2-12 0,-2 0 11 0,3 1-15 16,4 0 15-16,4-1 0 0,0-3-5 0,2 3-13 0,-2-6 13 15,-2 1-13-15,4 1 23 0,-3 1-44 0,2 0-20 0,1-1-24 16,-2-2-107-16,-3-1 86 0,-2-6-306 0,0 1 233 0,-3-2 9 16</inkml:trace>
  <inkml:trace contextRef="#ctx0" brushRef="#br0" timeOffset="5493.92">12587 5098 817 0,'-8'4'318'15,"1"2"-185"-15,-2 1 177 0,0 0-189 0,3 4 14 0,-2 4-43 0,0 7 7 16,1 5-18 0,1 3-23-16,-2 4-16 0,1-2 10 0,-1 0-17 0,1 6 8 15,2 4-11-15,-2 3-9 0,-1 5-23 0,0-4 13 0,0-4-14 0,2 1 19 0,-1-6-2 16,-1-3-9-16,0 5-16 0,0-5 15 15,0 0-16-15,2-1 25 0,0-5-4 0,3 0-10 0,0 2-7 16,2-3 0-16,1-1-4 0,0 0-30 0,1-6-25 0,2-2-11 0,1-2-94 0,3-3-60 16,0-4 34-16,3-3-195 0,2-5 226 0,4-1 11 0</inkml:trace>
  <inkml:trace contextRef="#ctx0" brushRef="#br0" timeOffset="5795.01">12821 5554 1080 0,'-4'0'189'0,"3"0"78"0,1 0-159 0,0 0 49 16,0 0-27-16,1-3-27 0,1 1-50 0,3-1-1 16,-1 1-19-16,3-5-21 0,0 3-2 0,1-5-7 0,2 2-10 15,1-1 10-15,1 2-11 0,4-1 20 0,-1 1-5 0,1 1-5 16,-1 0-4-16,0-2 2 0,-1 2-1 0,1 0 6 16,-4 2-1-16,2-2-4 0,-2 1-37 0,-2 2-4 0,0-1-8 15,0 1-81-15,-1 0-44 0,-1 1-27 0,0 0-127 0,-1-2-109 16,2 3 7-16</inkml:trace>
  <inkml:trace contextRef="#ctx0" brushRef="#br0" timeOffset="5954.05">12934 5722 1598 0,'11'1'-96'0,"-2"-4"180"0,1-1-17 0,4-1-31 15,3-1-10-15,1-1 16 0,1-1-22 0,3-1-1 0,2 0-27 16,0-3-17-16,5 2-153 0,-8-2-70 0,1 0 12 0,13 0-46 15</inkml:trace>
  <inkml:trace contextRef="#ctx0" brushRef="#br0" timeOffset="7014.4">13922 5914 473 0,'-1'2'130'0,"0"-1"43"0,-1 1 29 0,-1-1-72 0,1-1 24 0,1 0-22 0,-2 0-29 0,0 1-37 0,0-2 13 0,1 0-29 0,0-2 22 0,-2 1-10 0,2-4-15 15,-3 1-13-15,1-2 16 0,0-1-20 0,-2-1 17 0,0-1-6 0,1 0-9 0,-1-5-20 16,0 4 23-16,2-3-25 0,-2-3 32 15,2 1-12-15,-2-4-17 0,1-3-3 0,-2-4-1 0,1-2-1 0,1-7 3 0,1 0-2 16,0-3-1 0,0-4-23-16,2 4 17 0,1 0-17 0,2 3 31 0,4 8-2 0,0 5-6 0,2 3-22 0,0 4 22 0,-1 1-19 31,0 2 34-31,1 0-4 0,0 2-15 0,-1 1-1 0,1-1 10 0,2 1-6 0,0 1 10 0,0 0-7 0,2 2-7 0,0 1-5 16,2 3 3-1,-1-1-1-15,-1 2 6 0,-1 2-3 0,-1 2-4 0,-2 2-15 16,0 3 21-16,-1 2-13 0,-3 1 22 0,-1 2 1 0,-2 2-14 0,-1 0-8 0,-3 1 17 0,-2 2-14 0,-1-2 21 0,-1 0-6 15,-1 0-9-15,2-2-12 16,-2 0 11-16,1-1-7 0,2-1 18 0,2-2-4 0,2-2-7 0,2-2-14 0,0 0 13 16,5-1-10-16,1 0 18 15,1-3-1-15,2 2-8 0,4 0-15 0,0-2 21 0,2 1-16 16,-1 1 26-16,2 0-5 0,-2 0-9 0,-2 1-1 0,-1 3 0 16,-1-2 0-16,-2 0 1 0,-1 1-1 0,-4 1 0 0,1 0-2 0,-3 1 2 15,-1 2 0-15,-1 2 11 0,-3 1-2 0,-1-1-3 0,-3 2-2 16,0 1 1-16,-1-3-2 0,0-1 2 0,0-2 4 0,-1-2 3 0,-1 0-9 15,-2 0 11-15,1 2-12 0,0 0 3 0,1 0 0 0,0-2-6 16,1 2-7-16,0-4 14 0,1-1-10 0,0-2 12 0,1-2-3 16,1 0-5-16,2-2-27 0,-1-1-5 0,3-2-8 0,2-2-48 15,1 1-20-15,3-3-21 0,3-1-101 0,2-2-13 0,2 1-26 16,3 1-182-16,4-3 271 0,2-1-48 0</inkml:trace>
  <inkml:trace contextRef="#ctx0" brushRef="#br0" timeOffset="7253.6">14203 5495 654 0,'-8'20'-365'0,"8"-7"665"0,0-3-57 0,1 2-124 0,1-1-5 0,3-2 14 0,-2 0-34 0,3-1-13 0,1-4-11 0,-1 0-14 16,3 0 5-16,0-4 4 0,-1 0-8 0,0 0 3 0,-2-2-5 16,-1 0-13-16,1-2-12 0,-2 0 34 0,0 2-32 0,-2-4 57 15,-1 1-10-15,0-1-21 0,-1-2-17 0,-1 1 22 16,-1-1-28-16,-4-1 29 0,1 0-13 0,-2-1-17 0,-2-1-24 15,-1-1 11-15,-3 0-16 0,0 1 14 0,1-1-7 0,2 3-12 16,1 1-10-16,2 3 9 0,1 4-10 0,2 0-17 16,-2 2-22-16,3 0-18 0,-2 2-88 0,2-1-27 0,2 0-4 15,0-1-155-15,1-1-59 0,1 0-48 0</inkml:trace>
  <inkml:trace contextRef="#ctx0" brushRef="#br0" timeOffset="7469.4">14549 5148 1539 0,'-4'8'128'0,"2"3"-9"0,2 2 16 0,0 2-53 16,4 1 2-16,1-3-16 0,2 1-27 0,2-2-34 0,0 1 16 0,1 0-23 15,2 0 8-15,0-3-2 0,-1 0-6 16,0-1-30-16,-1-2-14 0,-4 2-1 0,-2 0-69 0,-2-3-45 15,0 0-8-15,2 1-111 0,-1-1-91 0,-1-2 19 0</inkml:trace>
  <inkml:trace contextRef="#ctx0" brushRef="#br0" timeOffset="7602.72">14556 5323 1252 0,'0'-9'133'0,"2"2"153"0,2-2-132 15,1 0-28-15,0 0-30 0,2-1-52 0,-1 1-2 0,3-3-21 0,1 1-16 16,1-1-2-16,3 1-2 0,-2-2-43 0,-4 1-21 0,1-1 0 15,1 2-98-15,0-1-50 0,6 2-15 0,4-1-195 16,3 0 215-16</inkml:trace>
  <inkml:trace contextRef="#ctx0" brushRef="#br0" timeOffset="8216.79">15346 5765 315 0,'-2'3'165'0,"1"-2"62"0,-2-1-92 16,2 0 53-1,0 0-32-15,-1-1-42 0,1-3-48 0,0 0 13 0,1-2-35 16,-1-3 11-16,-2 0-2 0,2-2-6 0,-1-1-19 0,0 1 19 0,-1 0-25 0,0-1 38 0,0-1 1 16,-2 1-10-16,1 0-3 0,-1 1 23 15,0-1-28-15,-3 2 26 0,0 0-13 0,-1-1-13 0,0-1-19 0,0-3 13 0,-2-1-16 16,-3-2 25-16,1 1-10 0,-1-2-11 0,1-3-16 0,2 1 2 16,1-2-6-16,-1-2 7 0,4 3-3 0,-1 3-5 0,4-3-4 15,3 5 6-15,1 0-5 0,-1 2 10 16,-1 0-2-16,-2 3-5 0,3-2-3 15,0-1 4-15,0-1-3 0,1-1 8 0,0 2-4 0,2-3-3 0,2 1-3 0,0 1 3 0,2 5-3 0,-4 0 7 16,-1-1-3-16,1 2-4 0,2-1-12 0,3 0 11 0,2 2-7 16,-1 0 19-16,0 4-3 0,2 0-10 0,1-1-2 15,1 2 2-15,1 1-1 0,0 2 3 0,-1 1 0 0,0 1 0 0,2 4-8 16,-1-1 8-16,2 1-6 0,-2 3 12 0,-1 0-1 0,-1 1-5 0,-3 1-9 16,-1 2 12-16,-3 0-7 15,-1 2 12-15,-1-5 2 0,-2 2-6 0,0-1-7 0,-4 0 9 0,1 4-8 0,-2-1 11 0,2 1 1 0,-2-2-5 16,1-1-20-16,1-1 17 0,-2 1-15 0,2-1 25 0,0-2-4 31,2-1-8-31,1 0-9 0,3-4 9 0,0 3-7 0,3-3 14 0,0 3-2 16,2-5-5-16,0 1-14 0,1 0 14 0,0-1-9 0,-1 0 24 15,-1 0-6-15,-3 1-10 0,-2 0-5 0,-1 2 15 0,-2 0-6 0,-3 2 37 0,-3 3-5 0,-2 0-7 0,-2 2-10 16,-1-1 9 0,-3 3-8-16,0-2 3 0,2-1-3 0,-3 1-6 0,2 0-23 0,0 1 19 0,2-1-16 0,2-2 24 0,1-1-3 15,0-3-14-15,1 0-4 0,2-2 6 0,2-2-5 0,0-1-8 0,3 0-10 16,0 0-16-16,1-3-45 0,0-2-8 0,5-2-8 15,1-4-58-15,4-1-27 0,3 1-26 0,1 0-103 0,2 0-49 0,1 0-13 0</inkml:trace>
  <inkml:trace contextRef="#ctx0" brushRef="#br0" timeOffset="8421.18">15635 5166 944 0,'-4'4'301'0,"4"1"-185"0,-3-1 134 0,1 3-116 0,1 0 16 16,-2 0-42-16,3 1-9 0,0-1-20 0,1 2-27 0,2-1-34 0,-1 1 8 0,0 0-19 0,0 2 10 0,3-1-6 15,-3-1-9-15,2 2-5 0,-4-2 6 0,-2 0-4 0,1 2 9 16,0-3-1-16,2 0-7 0,2 0-22 0,-2-2-5 0,1-1-7 16,0 0-75-16,2-3-55 0,-1-1-23 0,2-1-138 0,4-3 156 15</inkml:trace>
  <inkml:trace contextRef="#ctx0" brushRef="#br0" timeOffset="8675.29">16339 4772 1777 0,'-16'1'-102'0,"6"3"227"0,1 2 5 0,-1 3-17 0,-3 3-32 15,3-1 23-15,-1 3-48 0,-1 3 9 0,-1-2-15 0,1 3-18 16,0 4-28-16,2-2 14 0,1 3-18 0,1 0 15 0,1 1 1 0,1-3-9 16,1 1-15-16,0-3 12 0,1 2-15 15,-1-1 16-15,3-3-6 0,0-4-8 0,0-2-14 16,2-1-7-16,-2-1 4 0,1 3-28 0,0-2-12 0,0-1-5 0,1 0-31 16,-1-3-45-16,0 0 34 0,0-1-144 0,0-3-30 15,-2-2 9-15</inkml:trace>
  <inkml:trace contextRef="#ctx0" brushRef="#br0" timeOffset="8849.17">15954 4815 822 0,'-7'1'141'0,"0"2"288"0,3 0-271 0,1-1-12 0,2 2-14 16,1 1-15-16,2 1 14 0,3 1-29 0,3 3 10 16,1-1-15-16,3 3-21 0,5 0-30 0,1 4 19 15,2 0-30-15,3 4 3 0,0-3-8 0,2-2-20 0,2-3-8 0,-2 0 9 16,-1-2-10-16,7 2 9 0,-2-2-5 0,5 0-2 0,0 0-17 15,-4-2-6-15,0-2 0 0,2 2-33 0,-2 1-22 16,-2 0-10-16,-3 1-126 0,-3-1-90 0,-2-4 37 0,2 4-64 0</inkml:trace>
  <inkml:trace contextRef="#ctx0" brushRef="#br0" timeOffset="9619.94">17404 4510 542 0,'-3'2'261'0,"3"0"-154"0,0 1 154 0,0-1-142 0,0 5 4 16,0 0-21-16,0 4 21 0,1 1-18 0,0 1-29 0,2 4-42 15,-1 1 18-15,0 1-33 0,1-1 6 0,1-3-7 0,-2-2-15 16,1-1-16-16,2-1 21 0,-1-1-17 0,3 2 23 0,0-1-3 15,1-2-15-15,0 0-2 0,-1-1-5 0,1 0-1 0,0-1-43 16,-2-1-20-16,-1-1-6 0,0 1-54 0,-3-2-33 16,0 0 24-16,-2 0-150 0,0-3 176 0,1 1-11 0</inkml:trace>
  <inkml:trace contextRef="#ctx0" brushRef="#br0" timeOffset="9798.23">17243 4828 644 0,'-10'-1'260'0,"3"1"-151"16,2 0 142-16,2 0-132 0,2-2 8 0,1 2-31 0,2-2-4 0,4 1-24 16,0-5-28-16,5 1-33 0,0-1 10 0,1-2-16 15,4 1 12-15,1-1-7 0,0-2-8 0,6-1-7 0,0 1 8 0,1-1-6 16,6-2-12-16,-5-1-10 0,1 1-10 0,3-4-40 16,-1 2-14-16,-1 1 6 0,4-3-57 0,-5 3-6 0,-6-1 4 0,0-3-55 15,-2 1-26-15,1-3 29 0,7-1 62 16</inkml:trace>
  <inkml:trace contextRef="#ctx0" brushRef="#br0" timeOffset="10153.94">18034 4318 318 0,'7'-9'195'0,"-2"2"0"0,-1-1 13 15,-1 2-40-15,-1 1 30 0,-1-3-62 0,0 3 32 0,-1 0-23 16,0-2-24-16,0 3-29 0,-2 2 12 0,-1-1-28 0,0 1-2 16,-2 2-17-16,0 0-21 0,-3 0-28 15,-1 2 19-15,-1 2-22 0,-2 1 22 0,-2 3-6 0,-2 1-11 16,0 2-8-16,-2 2 8 0,-2 1-9 0,0 4 11 0,0-1-7 0,0 1-6 15,0 2-10-15,2 1 12 0,3-2-8 0,3 1 22 16,2-2-2-16,2-4-8 0,1 0-20 0,4-1 16 16,2-2-16-16,1-1 26 0,2-3-5 0,1 0-8 0,2 1-12 15,0-1 17-15,1 0-10 0,-1-2 15 0,2 1 1 0,-1-1-11 0,2 2-2 0,-2 0 7 16,2 0-5-16,0-2 5 0,-1 3-2 16,1-5-4-16,-2 3-12 0,2-3 9 0,-2 1-7 0,0-3 18 0,-2 3-2 0,1-4-1 15,-2-1-17-15,0 0 17 0,2-1-13 0,0 2 22 0,1 0-2 16,1 0-9-16,2 2-14 0,-1 0 15 15,1 1-11-15,0-1 21 0,1 0-2 0,1 0-8 0,2 1-5 0,1-1 4 0,-1 0-3 16,1 0 10-16,-2 1-5 0,0-2-2 0,2 0-4 16,-2-1 3-16,0 2 0 0,-1-2 7 0,-2 0-5 0,-1 0 0 0,-1-2-24 0,-1 1 1 15,0-1-7-15,-5-1-16 0,-1 0-9 16,0 0-12-16,1-3-83 0,5 3-13 0,-1-3-19 0,2 3-118 0,0-5-53 16,3 2-53-16</inkml:trace>
  <inkml:trace contextRef="#ctx0" brushRef="#br0" timeOffset="11170.47">18070 4268 287 0,'-1'-1'102'0,"0"0"152"16,0 0-41-16,1-2-20 0,-1 2-16 0,-1-1-69 0,-1 1 16 0,1 1-49 0,-2 0-15 0,-2 1-16 0,0 2-18 0,-3 0-8 0,0 0-3 0,0 3 0 0,-2-1 8 0,0 1-5 15,-3 0-4-15,0 3-15 0,2 0 18 0,-2 0-16 0,-1 2 36 0,3-1-9 0,0 1-11 16,-2 2-5-16,2-1 10 0,1 2-9 0,-2 0 23 0,2 1-8 0,2 1-12 16,0 0-13-16,2 0 3 0,2 0-6 0,-2 1 9 0,3-3-6 15,-1 1-3 1,1 1-3-16,0-2 4 0,2 0-1 0,0 0 1 0,-1-1 2 0,2 0-4 0,1-3-2 16,0-4 6-16,1-2-5 0,1 1 4 15,0-4-1-15,0 3-3 0,1 0 2 0,1-3 12 0,0-1-5 0,2 2 13 16,0-2 7-16,0-2-7 0,3-1-12 0,0-1 26 15,4-1-22-15,-1-1 27 0,1 3-4 0,2-1-12 0,0-1-23 0,-1 0 18 0,2-4-16 16,0 0 25-16,-2 0-8 0,0 1-7 16,-1 4-12-16,0-1 9 0,-6 2-6 0,0 2 10 0,-2 0-3 0,-3 0-7 0,0 1 8 0,0 0 3 0,-2 1 0 0,0 1 5 15,0 1-3-15,-1 2-2 0,-2 2-20 0,-2 3 15 16,1 3-12-16,-3 1 22 16,-1-2-4-16,-1-1-12 0,-1 0-19 0,0 2 19 0,-1 1-15 0,1 3 29 15,0-1-3-15,2 1-13 0,-1-3-13 0,1 0 14 16,1-1-11-16,2 0 21 0,-1-2-3 0,3 0-9 0,0 0-12 0,1 1 14 15,0-2-10-15,2 0 18 0,0-1-1 0,0 0-9 0,1 0-1 16,2 1 0-16,1 0 0 0,1 1-2 0,1-1 2 0,2-1-1 0,2 0-2 16,0 0 5-16,2-1-2 0,2 0 4 0,2-1 2 15,-1-3-4-15,2 0-3 0,2-1 4 0,-1-3-4 0,4 0 8 0,-3 0-1 16,1-2-1-16,0-3-17 0,-6-2 0 0,0 0-10 0,0-4-36 16,0 1-22-16,6-1-20 0,1-1-137 0,-2 1-27 0,-1-3-29 0,-3 2-222 15,3 3 306-15,0 0-44 0</inkml:trace>
  <inkml:trace contextRef="#ctx0" brushRef="#br0" timeOffset="11581.82">17230 4294 971 0,'-22'6'69'0,"-3"3"-46"0,4 2 13 0,1 4-28 0,3 2 81 0,2 1-5 0,1 2-9 0,-1 6-25 0,-3 2 16 0,2 3-28 0,-1 7 23 0,5 2-6 0,1 1-14 0,1 3-31 16,3 3 28-16,1-3-35 0,2 8 21 0,2-1-5 0,1 3-16 0,3 2-3 16,5-5 2-16,3-1-3 15,4 1 8-15,4-10-2 0,2-1-5 0,5-3-36 0,1-8 12 16,-4-2-18-16,5-2 11 0,1-7-15 0,5-4-4 0,11-2-48 15,1-5-14-15,4-2 9 0,11-4-86 0,0-3-28 0,3-3-18 16</inkml:trace>
  <inkml:trace contextRef="#ctx0" brushRef="#br0" timeOffset="11819.1">18137 4044 990 0,'-11'0'233'0,"7"0"-151"0,-1 0 57 0,4 4-35 16,-2 3 32-16,3 2-54 0,3 1-3 0,3 5-18 0,2 2-32 0,1 5-3 0,2-1 7 16,4 4-9-16,8 8 10 0,5-1-3 15,3 4-7-15,2 6-8 0,-2-1 18 0,0 3-18 0,4 9 19 16,-1-1-14-16,-3 1-14 0,3 8-5 0,-6-5 10 0,-4-2-6 0,-2-1 14 0,-9-9-6 16,-3-3-11-16,-3 4-48 0,-7-4-11 0,-3 0-8 0,-7 3-66 15,-5-6 6-15,-3-5-2 16,-6 0-96-16,0-5-147 0,-4 6-4 0</inkml:trace>
  <inkml:trace contextRef="#ctx0" brushRef="#br0" timeOffset="15431.29">14123 7493 256 0,'-11'-3'20'0,"6"1"317"0,1 1-88 0,2-2 29 0,-1 1-161 0,2 1 31 0,0-2-58 0,1-1 0 0,1 2-28 0,2-4-33 0,-1 1-24 0,2 2 13 0,0-3-14 16,1 4 22-16,2-2-4 0,-1 1-10 0,0 1-20 0,0-1 26 16,0 1-25-16,-2 0 28 0,1 2 3 0,-2 0-10 0,-3 0-7 15,0 0 17-15,-2 0-17 0,1 2 34 0,2 0-2 0,1 1-8 0,2-1 2 16,0 0 10-16,-1 2-11 0,1-2 13 0,-1 1-2 15,1 2-12-15,1-3-14 0,-1 5 24 0,2-3-26 0,1 1 34 16,1-1-11 0,1-1-14-16,3 3-14 0,-1-3 9 0,0 2-10 0,2-1 12 0,-1 1-5 0,2 4-9 0,-1 0-7 15,2 0 11-15,-2-4-9 0,1-3 9 0,0-1-1 16,3 0-7-16,1 1-8 0,1 1 8 0,-1 3-6 16,0-4 11-16,-2 3-6 0,-2-2-8 0,1-2-4 0,0 0-2 0,-1 1-1 0,1-1-17 0,-3 0-12 0,0-1-5 15,0 0-69-15,-1-1-13 0,0-3-15 0,0 2-113 0,1-2-34 16,-1-1-45-16</inkml:trace>
  <inkml:trace contextRef="#ctx0" brushRef="#br0" timeOffset="15735.79">14772 7088 1323 0,'-14'-16'-208'0,"2"12"443"0,1-1 3 0,0 1-69 0,1 3-25 16,2 0 14-1,2 0-52-15,2 1-1 0,-1 1-26 0,3 1-30 0,-1 3-39 0,1 3 18 0,-1 2-23 0,1 4 36 0,0 4-6 16,0 0-13-16,-1 4-6 0,1-1 9 0,0-1-10 0,1 2 18 16,-2 0-4-16,1-1-4 0,1 11-11 0,-1 2 4 0,-2 2-8 31,2 2 0-31,-1-4-1 0,1 0-3 0,-1 5-10 0,1 0 14 16,-4 4-13-16,4 3 19 0,0-7-2 0,-1-3-11 0,2 0-3 15,-4-7 6-15,1 0-6 0,-1 6 10 0,-1-4-10 16,2-3-3-16,-1-2-16 0,2-6 11 0,1-5-7 0,1-1 15 0,0 1-7 15,1-3-12-15,0 0-8 0,0-1-6 0,0-4 1 0,1-2-22 16,0-3-11-16,2 0-9 0,1 3-62 0,0-1-20 0,2-2-9 16,0 0-145-16,1-2-28 0,0 0-54 0</inkml:trace>
  <inkml:trace contextRef="#ctx0" brushRef="#br0" timeOffset="16051.13">15010 7458 1108 0,'-2'0'295'0,"0"0"-193"0,1-2 96 16,1 2-65-16,1-1 4 0,2 0-34 0,2-2-21 0,1-2-7 15,2 0-16-15,4-2-34 0,-1 0 14 0,1 0-27 0,5 0 16 16,0 0-1-16,0 0-5 0,3-4-14 0,-6 4 17 0,0-2-18 16,4 0 23-16,1 1-9 0,5-1-13 0,4 0-12 15,-3 0 12-15,0 0-12 0,2 0 16 0,-3 0-2 0,0 2-9 0,3-2 0 16,-2 1-4-16,-1 2 0 0,-1 0-32 0,-4 1-16 16,-1 3-7-16,-1-1-50 0,-2 1-24 0,-4 2 15 0,-2 1-122 15,-5 3-26-15,0-2-14 0,-4 2-160 0,-1 3 246 0</inkml:trace>
  <inkml:trace contextRef="#ctx0" brushRef="#br0" timeOffset="16257.67">15193 7603 1461 0,'-2'-2'134'0,"2"1"65"0,0-3-14 0,3-3-25 16,4 1-33-16,3-2-55 0,4-2 3 0,-1 0-31 0,6 1-20 15,-1 1-8-15,3-1-9 0,1-2-7 0,-2-1 4 16,3-1-4-16,1 1 5 0,0 4-2 0,1 0-6 0,2 1-16 16,-3 1-9-16,-1 1 0 0,1 1-81 15,-3 1-33-15,-2 0-18 0,1 0-182 0,-3 2-104 0,1 1-24 0</inkml:trace>
  <inkml:trace contextRef="#ctx0" brushRef="#br0" timeOffset="19016.82">16207 7734 217 0,'-4'0'100'0,"0"0"-56"0,1 0 46 0,0 0-37 0,2 0-1 0,0 0-17 0,-1 0 10 0,2 0-16 0,0-1-14 0,0 0-12 16,0 1 2-16,0 0-1 0,0 0 8 0,2 0-1 0,-2 0-6 0,1-2 0 16,-1 2 32-16,0 0-22 0,0 0 85 0,0 0-6 15,0 0-5-15,0 0-17 0,0 0 6 0,0 0-17 0,-1 0 13 16,1 0-6-16,-2 0-13 0,2-1-21 0,-1 1 23 0,0 0-31 16,1 0 19-16,-1 0-12 0,1 0-17 0,-1 0 1 15,1 0 1-15,0 0 0 0,0 0 2 0,0 0-1 0,0 0-8 16,0 0-14-16,0 0 19 0,0 0-19 0,0 0 20 0,0 0-2 0,0 0-6 15,0 0-16-15,0 0 17 0,0 0-14 0,-1 1 24 0,2 1-2 16,0-1-11-16,0 0-10 0,0 0 14 0,2 1-11 0,-2-2 25 16,1 0-4-16,0 0-5 0,1 0-7 0,2 0 8 0,-2-2-7 15,3-1 13-15,-2 0-3 0,3 0-2 0,0 0-17 0,1-1 14 16,-1 1-13-16,-1-1 14 0,1 0-8 0,-1 3-10 0,1-3 4 0,1 2-6 16,0 0 9-16,0 1 5 0,0-1-4 0,0-1 2 0,1 2-14 15,0 0 12-15,0 1-8 0,1-3 14 0,0 2-2 0,0-2-10 0,0 1-9 16,1-1 17-16,1-1-11 0,0 2 19 0,-1-1-5 0,0 0-11 15,2 0-8-15,-3-1 10 0,0-3-6 0,1 1 18 0,0 0-1 16,2 0-8-16,-2-1-18 0,1 0 14 0,0 2-13 0,-1-1 23 0,-1 2-1 16,-1-1-8-16,-1 2-32 0,0 0 4 0,-2 0-17 0,1 2-47 15,-2 1-37-15,-2 1-34 0,-1 0-153 0,-2 4-81 16,0 6-18-16</inkml:trace>
  <inkml:trace contextRef="#ctx0" brushRef="#br0" timeOffset="20661.57">16925 7152 634 0,'-3'-4'-190'0,"0"4"423"0,0-2-28 0,0 2-40 0,0 0-33 0,1-1 5 0,0 0-31 0,1 0 2 0,0 1-13 0,1-3-18 0,0 3-31 0,0-1 19 16,0 1-32-16,0 0 4 0,2 0-1 0,0 4-12 0,0-1 0 15,2 3 17-15,-1 3-15 0,2 2 30 16,-1 4-11-16,1 3-15 0,-3 3-32 0,0 2 23 0,-1-1-25 0,3 3 35 15,-1-2-3-15,2 2-14 0,1 3-8 0,1-1 12 16,-3 2-13-16,1 2 15 0,-2-2-5 0,1-1-7 0,-1-2-10 16,0-2 11-16,1-1-10 0,-1 2 13 0,2-2 0 15,-2 0-7-15,1-3-11 0,2-6 12 0,-2 0-13 16,2-3 20-16,-1-1-8 0,0-2-5 0,1 1-36 0,1-3 6 0,-1 0-11 16,0 0 3-16,0-3-17 0,-1 2-14 0,1-2-70 0,-2 0-44 0,2-1 2 15,1-2-189-15,-2 0-28 0,4 0-46 0</inkml:trace>
  <inkml:trace contextRef="#ctx0" brushRef="#br0" timeOffset="21281.84">17293 7159 610 0,'-3'-4'126'0,"-1"3"210"0,0-1-168 15,1 2-17-15,-1-3-24 0,1 2-26 0,1-1 12 0,-1 0-30 16,2 1 1-1,1 1-8-15,0-2-19 0,0 2-10 0,0-1 21 0,0 1-28 0,0 0 24 0,0 0-13 0,0 0-17 0,0 1 1 16,3 1 20-16,-2-1-17 16,0 0 29-16,-1 2-6 0,1-1-16 15,0 0-15-15,0-2 15 0,-1 1-23 0,1 0 13 16,-1 0-6-16,3 1-10 0,-2-1-21 0,1 0 16 0,0 1-18 16,1-2 26-16,1 0-4 0,1 0-11 0,2-2-7 0,2 0 11 0,2-2-11 0,2 0 16 0,1-2-4 15,2 0-8-15,2 1-10 16,-2-1 11-16,1 2-9 0,1-4 14 0,-2 2-2 0,2 1-8 0,3-2-12 15,-2 1 16-15,0 2-12 0,-1-2 22 0,-1 2-4 0,-2-1-10 0,0 1-9 0,0 0 12 16,-2 0-7-16,-1 3 16 16,-6-1-4-16,-2-1-7 0,1 0-12 0,-1 2 11 0,5 0-9 0,0 1 21 15,-1 2-4-15,0-2-8 0,-1 0-7 0,0 0 7 0,-2 0-4 16,0 2 12-16,-2 2-2 0,0-1-4 0,1 2-11 0,-1 2 9 16,-1 2-6-16,1 1 15 0,-3 5-3 0,0 2-5 0,-3 2-9 15,1 1 9-15,-1 0-5 0,-1-1 11 0,1 2-1 0,0-1-7 0,-3 3-15 16,0 3 20-16,0 2-14 0,-1 1 24 0,1-2-2 0,1 0-11 15,-1 3-10-15,-1-3 15 0,1 2-12 0,-1 0 20 0,-2-2-4 16,4 0-9-16,0 0-7 0,-2-3 9 0,2 2-7 0,-6-4 13 0,1-3 0 16,1-2-7-16,0-2-22 0,3-1 18 0,0-1-18 0,1-2 22 15,3-2-3-15,0 0-12 0,2-1-22 0,0-2 8 0,0 1-12 16,1-1-9-16,1-1-7 0,2-1-14 0,-1 0-88 0,2-1-18 16,0-3-27-16,3 0-206 0,0 0-72 0,4 0-84 0</inkml:trace>
  <inkml:trace contextRef="#ctx0" brushRef="#br0" timeOffset="21520">18010 7699 1757 0,'-12'0'-702'0,"7"3"1213"0,-1 0-172 0,1 0-270 0,-1 1-36 0,3 0 1 0,-1-3-8 0,2 2-11 0,2-2-3 0,0 1-9 0,0-1-23 0,2 0 0 0,0 0-10 15,2 1-51-15,-1-1-37 0,2 0-20 0,-2-1-103 16,-1 2-79-16,1-2 54 0,1 3 4 0</inkml:trace>
  <inkml:trace contextRef="#ctx0" brushRef="#br0" timeOffset="22045.76">18322 7084 378 0,'-5'-2'200'0,"2"2"-66"15,-2 0 128-15,2 0-110 16,0 0 29-16,1 0-73 0,0 0-7 0,1-1-19 0,1 1-29 0,0 0-17 16,0-1 16-16,1 0-20 0,2-2 18 0,-1 0-5 15,1 0-18-15,2-1 10 0,-2 0 13 0,2 0-13 0,0-1 15 0,0 2-7 0,1 2-8 0,2-3-6 16,1 0 3-16,0-1-8 15,3-2 16-15,-2 0-11 0,2 0-2 0,1 0-24 16,1 3 11-16,-2-2-13 0,2 0 23 0,-3-1-8 0,1-1-11 16,1 2-11-16,-2 1 11 0,-1-1-9 0,2 0 13 0,-2 3-5 0,2-4-6 0,-2 1-12 15,-2 1 13-15,0 0-7 0,1-1 22 16,-2 4-3-16,0-1-9 0,-1-1-20 0,-2 3-3 0,1-1-4 16,-1 0-16-16,0 1-14 0,-1 0-10 0,0-1-68 0,0 2-16 15,-5 0-12-15,1-1-119 0,-1 0-36 0,0 1-40 0</inkml:trace>
  <inkml:trace contextRef="#ctx0" brushRef="#br0" timeOffset="22450.6">18445 7032 891 0,'-22'8'296'15,"2"2"-182"-15,-1-3 141 0,0 2-118 0,3 0 16 0,0 1-35 16,0 3-6-16,4 0-19 0,0-1-29 0,2 1-21 0,1-1 9 0,2-3-18 0,1 0 4 0,2-3-11 0,1 0-10 15,0 3-16-15,2-3 16 16,0-1-16-16,2 0 22 0,1-3-7 0,0 1-10 16,1-1-2-16,3 2 5 0,-1-2-4 0,2 1 8 0,-1 0-1 15,2 0-6-15,0-2-2 0,2 0 16 0,0 0-14 16,2 1 20-16,0-2-3 0,1 0-11 0,1 0-5 0,0 0 12 16,1 0-12-16,1 1 12 0,0-1 1 0,0 1-7 0,2 0-13 0,0-1 7 0,-1 4-10 0,1 1 10 0,-4 3 0 15,0 0-3 1,-2-1-15-16,0 1 16 0,0 0-13 0,1 1 24 0,-1 0-2 15,0 1-9-15,1 2-13 0,-2 0 13 0,-3 0-10 0,-1-1 14 16,-2 1-1-16,1-2-8 0,-2 0 0 0,-1 2 4 0,0 1-2 16,-1 0 4-16,-1-1-1 0,-2 2-3 0,-2 0-12 0,-1 1 15 15,-1-1-11-15,-2-2 21 0,0 0-4 0,1 3-9 0,-2-4-10 0,1-2 10 16,-1 2-7-16,-1-1 15 0,1 4-2 0,-1-1-5 0,-1 1-10 0,-2-1 10 16,1-1-7-16,-1-2 15 0,2-4-3 0,0 1-8 15,-1 0-12-15,1-3 9 0,2 1-9 0,0-3 6 0,2 0-7 16,0-2-9-16,1 0-33 0,3-4-3 0,0-2-9 0,2-4-40 0,2-2-27 15,4-5-18-15,2-6-162 0,3 0-58 0,2 0-13 0,9 0 94 16</inkml:trace>
  <inkml:trace contextRef="#ctx0" brushRef="#br0" timeOffset="22936.67">18802 7050 471 0,'-13'2'352'0,"6"-1"-178"0,1 0 268 16,0-1-304-16,3 2 23 0,1-2-53 0,2 1 15 0,0-1-36 0,3-3-47 0,2 1-28 0,2-2 7 0,1-1-12 0,3 0 17 0,0-1-4 0,2 1-6 0,1-1-21 15,1 0 21-15,-1 0-21 0,3 1 39 0,-2 1-3 16,2 1-11-16,1 1-2 0,-3 1 6 0,1 0-8 0,0 1 2 16,-4 0-2-16,-1 1-8 0,2 2-12 0,-4 2 13 15,-1 0-14-15,0 4 19 0,-4 1-2 0,1 4-5 0,-4-1-5 16,0 2 12-16,-1 2-10 0,-2 5 28 0,-3 3-7 15,-1 2-5-15,0-1 3 0,-2-6 3 0,1 0 0 0,1-3 3 0,1 1-7 16,-1 0-7-16,-1 1-17 0,0 3 12 0,-1 0-8 0,-1-1 18 16,-1-1-1-16,-2 0-8 0,1 0-9 0,1-1 2 15,0-4-5-15,2 1 7 0,3-4-1 0,-1 0 2 0,1-1-11 0,1 0 6 16,1-1-5-16,0-2 8 0,2-5-7 0,0 0-12 0,1 0-22 16,2-3 0-16,2 0-7 0,-1-3-29 0,3-2-11 0,-1 0-15 0,3-3-91 15,2-2-56-15,1-2-3 0,1 0-217 0,2 1 263 0,0-4-9 0</inkml:trace>
  <inkml:trace contextRef="#ctx0" brushRef="#br0" timeOffset="23353.85">19440 6971 1010 0,'-11'-3'-291'15,"4"2"570"-15,3 1-56 0,-2 0-87 0,2 0-58 0,-1 1 13 16,1 3-40-16,-1 0-18 0,0 1-1 0,-1 0-20 0,-2 3-12 16,1 1 24-16,1 1-27 0,-2 3 32 0,0 1-3 15,-1-4-8-15,0 3 2 0,1-1 17 0,0 1-13 0,2 2 40 16,0-1-11-16,1 1-13 0,1-2-26 0,2-3 22 0,1-1-27 16,1-1 27-16,0-2-9 0,1 0-12 0,0-3-21 0,2 1 13 15,1 0-13-15,-1-3 35 0,0 1-10 0,3-2-7 0,0-2-10 16,0-1-2-16,1-1 2 15,2 0 12-15,0-3-8 0,-1 2-6 0,1 0-6 0,0-2 8 0,-1 1-2 0,1-1 16 0,-3 0-4 16,1 0-6 0,0 0-5-16,0 2 8 0,-3 0-5 0,2 2 17 0,-2 2 2 0,0 0-2 0,0 1-15 0,-1 1 17 0,0 0-17 15,0 3 22-15,-1 1-3 16,1 4-9-16,0 0-1 0,-1 2 14 0,0 1-8 0,1 2 20 0,0-1-10 0,-1 3-11 0,2-2-19 0,-2 0 15 16,0 1-13-1,0 0 14-15,-1 2-1 0,1-2-9 0,0 3-6 0,-1-3 3 0,0-3-4 0,1 0-6 16,1-1 1-16,0 0-6 0,-1-2-29 15,0 0 15-15,1-1-19 0,-2 1-10 0,1-1-4 0,-1 0-19 0,0-1-32 0,0 0-25 0,2-2-6 0,-2-1-156 0,0-2-48 16,2 0-44-16</inkml:trace>
  <inkml:trace contextRef="#ctx0" brushRef="#br0" timeOffset="23585.77">19906 6942 1477 0,'-9'7'321'0,"3"1"-241"0,-1 2 61 0,-1 7-33 0,0 3 12 0,1 3-34 0,0 3-29 0,1 1-11 0,-1 0-20 0,-1 3-3 0,3 2 4 0,-1-2-8 0,-2 3-5 16,1-2-6-16,1 0-5 0,-1 1-8 0,5-4 10 0,0-1-7 15,2 0 16-15,0-2-5 0,0-2-7 0,0 2-11 0,0-1 0 16,-2-4-3-16,2-2-12 0,0-5-20 0,3-1-11 0,-2-1-92 15,0-1-65-15,0 1 26 0,1-2-324 0,5 0 307 16,4-2-25-16</inkml:trace>
  <inkml:trace contextRef="#ctx0" brushRef="#br0" timeOffset="24382.02">19389 7098 157 0,'-1'-9'157'0,"-3"1"61"0,2 2-85 0,-1-2 56 0,0 2-50 0,0-1-39 0,1 2-67 16,1 4 9-16,-1 0-21 0,1-1 18 0,1 2-14 0,-1-4-18 16,1 2-22-16,0-1 15 0,1 1-16 0,0 0-21 0,1 1-57 15,-1 0-32-15,-1 1-174 0,3 0 153 0</inkml:trace>
  <inkml:trace contextRef="#ctx0" brushRef="#br0" timeOffset="25520.28">20722 7120 609 0,'-3'3'183'0,"1"1"42"0,1 3-71 0,-1 0 5 0,2 4-22 0,0-2-33 0,1 6-31 0,0-2 5 0,1 3-25 0,0 2-17 0,0-1-9 0,-1 1-14 0,-1 1-19 16,0-1 20-16,0-1-20 0,0-1 21 0,2 0-3 16,1-4-11-16,2 4-24 0,-1-2-14 15,1 0-1-15,-1 3-68 0,-3-3-20 0,2-2-8 0,-3 1-132 0,-1-1-63 0,-3 1-19 16</inkml:trace>
  <inkml:trace contextRef="#ctx0" brushRef="#br0" timeOffset="25704.01">20532 7466 1111 0,'0'-6'102'0,"3"0"75"16,2-2-30-16,1 3-14 0,4-3-15 0,5-1-41 16,0-1-3-16,-4 1-22 0,4 0-23 0,-1 0-11 0,4 1-7 0,11-1-19 0,0 1 10 0,2 0-9 15,0 0 17-15,-2 2-10 16,1-1-7-16,1 1-78 0,-1 1-33 0,1 0 3 0,0 2-157 0,-4-1-76 15,0 3-15-15</inkml:trace>
  <inkml:trace contextRef="#ctx0" brushRef="#br0" timeOffset="27353.1">21765 7182 288 0,'-4'-5'64'0,"1"0"40"0,0 1 51 0,0 0-55 0,-1 1 73 0,1 0-28 0,-1-1-40 0,0 2-8 0,-1-1 11 0,2-1-20 15,-1 2 2-15,1-1-12 0,1-1-20 0,-2 2-15 0,2-1 29 0,0 1-32 16,0-2 34-16,1 1-12 0,-2-1-20 0,2 0-19 16,0 2 10-16,0-1-15 0,1-1 24 0,0 3-13 0,1-1-12 0,0-2-18 15,3 1 10-15,0-1-9 0,3 1 20 16,1 0-5-16,2-1-9 0,2 2-6 0,-1-2 9 15,3 1-8-15,2 1 15 0,0 2-5 0,2 0-5 0,3 0-14 0,0 1 12 0,-1 3-10 16,2 1 23-16,-3 3-5 0,-1 0-8 0,-3 1-14 0,0 0 11 16,-3 0-9-16,-1 2 22 15,-2-2-2-15,-2 1-5 0,-3 1-8 0,-3 2 8 0,-2 0-7 0,-4 2 7 16,-2-1 3-16,-2 0-5 0,-2 1-21 0,0-3 24 0,-1 4-19 16,-2-3 33-16,-1 2-6 0,-1-1-16 0,-1 3-13 0,0-3 15 15,0-1-10-15,1-1 25 0,2 1 0 0,1-1-10 0,2-2-15 0,2-1 8 16,5 0-10-16,0-2 10 0,4-1 1 0,0-1-3 0,5 1-13 15,2-1 20-15,2 2-16 0,1-1 23 0,1-2-1 16,0 1-8-16,3-2-17 0,-1 2 16 0,3 0-14 0,-2 2 22 0,-1 0-1 0,-1 1-8 0,-2 1-1 16,-1-2 2-16,-1 2-2 0,-1-2 1 0,-3-2-1 0,0 1 0 15,-2 1-7-15,-2 3 10 0,0 1-5 16,-2 2 15-16,-2 0-5 0,0 1-7 0,-3 0-1 0,-1 0-1 0,-1-1 1 0,-1 1 5 0,-1-2 0 0,-1-2 2 0,-1 1-12 16,1-2 10-16,-1 2-6 0,2-3 26 0,0 0-6 15,0-1-6-15,0 0-21 0,0-2 15 0,2 0-12 0,2-1 23 16,2-1-4-16,1-1-10 15,0-2-16-15,2 0-6 0,1-1-3 0,1-1-43 0,0-4-17 0,3 1-19 0,1-2-139 16,1-1-23-16,2-1-34 0,2 1-188 16,4 2 280-16,3 2-26 0</inkml:trace>
  <inkml:trace contextRef="#ctx0" brushRef="#br0" timeOffset="27550.33">22145 7627 1430 0,'-1'8'-121'0,"0"-5"239"0,1 0-20 0,0-1-39 0,1 2-28 0,0 1 7 0,2-1-22 0,0 1-12 0,0-2 4 0,2 0-2 0,2-1-17 0,-2 0 7 16,2 0-13 0,1-2-11-16,-1 0-37 0,-1-2-22 0,0 1-125 15,0-3-76-15,-1 2-9 0</inkml:trace>
  <inkml:trace contextRef="#ctx0" brushRef="#br0" timeOffset="27955.33">22730 7082 833 0,'-11'-12'165'0,"-1"3"-3"15,1 2-57-15,-1 6-36 0,1 0 21 0,1 2-39 0,-1 3-1 0,1 0-12 0,-1 6-20 0,-2 5-11 16,2 2 11-16,-1 3-12 0,2 3 13 0,-1 0 1 16,-1-2-10-16,-1 2-6 0,-4-3 21 0,0 0-20 15,2 1 25-15,3-3-1 0,2 0-9 0,1-1-2 0,3-2 12 16,2-3-12-16,3 1 14 0,2-6-7 0,2 1-13 0,2-2-18 16,1-2 19-16,0 1-20 0,3-3 25 0,-1-2-2 15,1 0-9-15,-1-2-7 0,0-1 10 0,-2-3-10 0,2 0 23 16,0 0 2-16,1-2-7 0,-1-2-11 0,0-1 18 0,0 0-19 15,-3-1 21-15,1 3-1 0,-6-2-5 0,1-1-16 0,-1 2 10 0,1 1-11 16,5 0 6-16,-2 3 0 0,2-1-7 0,-2 4 1 0,1-1 15 16,-2 2-10-16,-1 1 22 0,1 1-1 0,-2 0-5 0,-1 0-22 0,0 1 23 15,0 2-19-15,0 2 41 0,0 0-4 0,-1 3-6 16,-1 0-12-16,0 2 5 0,0 1-9 0,0 2-4 0,1-1-4 16,-2 3-4-16,3 2-16 0,-1-1 14 0,-1 1-11 0,1 0 22 0,1-6-4 15,0 2-10-15,2-2-7 0,0 2-5 0,2-1-1 0,-1-1-20 0,2 0-8 16,-1-4-3-16,2 2-45 0,-2-1 2 0,2 0-15 0,1-2-63 15,-1 0-40-15,2-3-44 0,2 1-169 0,0 1 236 16</inkml:trace>
  <inkml:trace contextRef="#ctx0" brushRef="#br0" timeOffset="28482.52">22963 7123 539 0,'-7'-7'217'0,"2"4"-116"0,-1-2 113 0,0 2-91 0,2 0 9 0,1-1-36 0,1 2-7 0,1 0-22 0,1-2-27 0,1 2-23 0,3-2 21 0,-1-1-24 0,3 1 28 0,-1-1-2 0,1-1-13 0,2 1-3 16,0 0 22-16,2 1-23 0,1-1 30 0,0 1-4 0,0-3-19 0,2 0-20 16,-2 2 23-16,3 0-28 0,-1 3 30 0,-1-1-14 15,-5 2-15-15,0 1-9 0,-3 2 9 0,1 0-7 16,4 3 13-16,-2-1-2 0,-1 2-7 0,1 2-10 0,-4-2 12 0,0 2-11 16,-2-1 25-16,-2 0-4 0,-3 0-7 0,0 2-10 0,-2 4 6 15,-2 0-6-15,0 2 9 0,1-3 3 0,-2 2-7 0,0-2-4 16,3-2 9-16,0 0-9 0,0-1 7 0,0-1-1 0,-4 1-3 0,0-2-4 15,2 0 1-15,1-1-3 0,4 0 6 0,2 0-1 0,1-3 3 16,3 0-14-16,3 0 10 0,4-1-7 0,4 1 28 0,2-1-1 16,-4 2-3-16,2 0-3 0,2 2 6 15,3 1-4-15,8-1-2 0,2 1-2 0,-1 1-8 0,-2 1-9 16,-4 0 11-16,-2 2-9 0,-3 0 16 0,-4-1-4 0,-4 1-8 0,-3-2-4 16,-3 1 10-16,-3-1-7 0,-1 0 17 0,-5 0-3 0,-2 2-5 0,-2 0-9 0,-2 1 7 0,-2 1-7 15,0-1 13-15,-1-1 0 16,-1 1-7-16,0-2-7 0,1 1 7 0,-2 0-7 0,0-1 11 0,2 0-5 0,2-3-5 0,1-2-15 15,2 0 15-15,1 0-11 16,3 0 22-16,1 0-16 0,3-4-19 0,2 3-83 0,0-2-22 0,4-2-10 0,0 0-127 0,4-3-35 0,1 0-45 16</inkml:trace>
  <inkml:trace contextRef="#ctx0" brushRef="#br0" timeOffset="29903.91">23605 7034 1233 0,'-12'-2'-153'0,"5"1"342"0,3-1-22 0,4 2-36 0,0-2-37 0,2 0 16 0,0 1-40 0,-2-2-13 15,0-1-10-15,2 2-21 0,2-4-8 0,-4 1 14 0,1-1-18 16,3 0 17-16,1 0 2 0,5-1-3 0,3 2-9 0,1-1 8 16,1 1-14-1,1 2 18-15,0-1-5 0,1 1-5 0,0 1-20 0,-1 2 17 16,-1 0-19-16,2 1 18 0,-1 1-4 0,-2 4-12 0,3 0-10 15,-4 2 16-15,-3-1-14 0,-1 4 22 0,-4-1-4 16,0 1-10-16,-3 2-16 0,-2 2 19 0,-1 0-17 0,-4 1 32 16,0 1-6-16,-4 2-12 0,-1 4-10 0,-3-2 14 0,1-2-11 15,-1-1 13-15,1 0 1 0,0-3-13 0,1 0 3 0,0 1 9 16,-1 2-6-16,2-2 3 0,0 1-3 0,1 1-3 0,0 0-2 16,2-3 0-16,1 0 1 0,1-2 7 0,3-1 1 0,1-2 3 0,1 0-16 15,2 1 12-15,1-3-10 0,2 0 19 0,-2 0 1 0,3-4-8 0,-1 2-13 16,1-2 14-16,1 1-13 0,1-2 15 0,0 0-2 15,1 0-6-15,0-2-11 0,1-1 11 0,1 0-8 0,1-1 21 16,2 0-4-16,-1-2-8 0,2 2-8 0,0-2 4 0,0-1-2 0,-1-1 14 16,0 2-9-16,0-3-4 0,0 1-34 0,1 1-3 15,-1-3-6-15,0 0-39 0,0 0-22 0,0-1-21 0,-1 0-62 0,1 1-51 16,-1-4 13-16,1 4-162 0,-1 0 218 0,3 1-3 0</inkml:trace>
  <inkml:trace contextRef="#ctx0" brushRef="#br0" timeOffset="30204.74">24251 7006 653 0,'-3'1'229'0,"-2"3"-119"15,-1 1 108-15,0 4-66 0,-1 2 8 0,-1 0-39 0,-1 1-20 16,2 0-18-16,1 2-27 0,1 3-32 0,1-2 20 0,3 0-28 0,1-3 14 16,1-3-4-16,2-1-12 0,3-2-3 0,0-2 5 15,3 0-7-15,3-2 0 0,-1-2 9 0,2-1-3 0,4-3-4 16,1 0 25-16,2-2-26 0,5-1 19 0,-2 0-6 15,-1-4-12-15,2 0-20 0,-4-1 20 0,-2 3-20 0,-1-2 32 0,-4 1-9 16,1-1-12-16,-2 1-4 0,-2 1 3 0,-2 4-1 0,-1-1 13 16,-4 4-4-16,-1 1-6 0,-1-1-3 0,-1 2 8 0,0 0-5 15,0 0 14-15,0 2-2 0,-1 1 0 0,0 4-3 0,-1-1 9 16,0 1-3-16,0 5 30 0,0 1-4 0,0 8-5 0,1 4-19 16,-3 2 5-16,1-1-9 0,0 0 5 0,2-4-4 15,2 1-5-15,3 1-3 0,1 0-1 0,0 3 0 0,1-4-2 0,1-2-2 0,1-2-2 16,2 0-13-16,0-2 2 0,1-2-6 0,-1 1-11 0,-1-5-9 15,-4 1-9-15,-1-3-61 0,1-2-28 0,-2 1-10 0,6-2-184 16,-1 0-49-16,2 0-66 0</inkml:trace>
  <inkml:trace contextRef="#ctx0" brushRef="#br0" timeOffset="30871.2">25749 6838 834 0,'-10'1'299'0,"-3"2"111"0,1 2-246 0,-1 3 15 0,-1 2-38 0,0 4-42 0,-3 5-60 0,-1 3 17 0,1 1-34 0,-2 4 16 0,2 0-5 0,4 2-16 0,-7 4-16 0,0 3 13 15,-2 0-15-15,-10 1 18 0,2-2-5 0,0-5-8 0,-3 6-11 16,3-4 13-1,-2 2-12-15,2 0 17 0,3-4 0 0,4 0-8 0,1 0-15 0,2-5 4 0,2-2-10 0,0 1-11 0,3-9-10 16,3 0-7 0,2-2-36-16,2-1-25 0,2 2 13 0,1-3-141 0,0-3-38 0,2-2-22 0</inkml:trace>
  <inkml:trace contextRef="#ctx0" brushRef="#br0" timeOffset="31103.69">25139 6986 1624 0,'-2'3'107'15,"2"1"45"-15,4 1-11 16,7 3-8-16,3 2-13 0,6 5-49 0,3 1 4 0,-1 1-33 0,9 7-19 16,0-3-6-16,3 4-5 0,7 0-10 0,-1-2 8 0,-1-2-7 15,4 1 12-15,-8-3-2 0,-4 0-6 0,0 3-15 16,-3-4 20-16,-1 1-19 0,8 1 27 0,-5-2-15 0,-2-2-11 15,-2 0-38-15,-4 0-6 0,-3-5-1 0,0 2-44 16,-6-3-34-16,-1-1-16 0,-5-1-197 0,-5-4-90 0,-2 5-30 0</inkml:trace>
  <inkml:trace contextRef="#ctx0" brushRef="#br0" timeOffset="31598.4">24519 6917 195 0,'1'-1'85'0,"-1"0"89"0,0 1-51 0,0-2-7 0,2 2-23 0,-1 0-27 0,-1 2-5 0,0 0-19 15,0 3-34-15,1 1 5 0,-1 1-4 0,0 2-5 0,0 1 27 0,-1 2-26 0,-2-1 26 0,3 2-7 16,-1 3-15-16,-1 2 0 0,0-1-5 0,0-1 3 0,-1-1-5 15,1 1 2-15,-1-2 0 0,0 5-39 0,1-4-13 0,0 1-9 16,1-2-140-16,-1-2 123 0,3 3-20 0</inkml:trace>
  <inkml:trace contextRef="#ctx0" brushRef="#br0" timeOffset="44068.88">28309 9725 256 0,'-44'-13'23'0,"20"5"335"0,1 2-156 0,0 0 7 0,-3 3-209 0,1-2 19 0,0 2-20 0,3 1 17 0,6-1-8 0,1 2-8 0,-7 0-7 0,0-1 7 0,-10 1 0 0,0-4 28 16,1 1-1-16,-1-4-6 0,-3 1-20 0,-1 0 26 0,-3 0-24 15,-5 2 18-15,-4-1-7 0,-4 3-15 0,-3-3 2 0,-3 3-4 0,-2-3 3 16,-3 4 1-16,-2-1 0 0,-6 3 1 0,-6 0-12 0,-4 0 12 16,-5 0-11-16,1-2 10 0,3 1 3 0,-7 1-5 0,-9-2-6 15,-1 1 5-15,0-2-6 0,0 3 11 0,1-2-2 0,-6-1-1 0,-6-1-16 16,2-1 16-16,1 0-12 0,-3-2 23 0,2-2-1 0,-2 0-6 15,-4-3-2-15,-2-1 10 0,-1 2-3 0,-1-1 36 16,4 1-5-16,-123-11 23 0,240 22 25 0,-258-21-109 0,127 7 46 16,3 2-7-16,-2-3-2 0,-9 1-8 0,-2 2-5 0,-7 0 6 0,-4 3 4 15,-1 3-5-15,-2 1-2 0,-9-1-5 0,-5 4 1 16,2-1-1-16,0 3 2 0,2 0-2 0,2 0-1 0,-8 0-6 16,-5 0 16-16,4 0-9 0,-1 2 20 0,3-2-4 0,5 0-13 15,-8 0-19-15,-1-2 3 0,4 1 9 0,1-3 15 0,6 0 3 0,3-1-7 0,-3 0-30 16,-3-1 22-16,3-2-21 0,2 0 28 0,3 3-1 15,3-1-11-15,-8 2-12 0,-6 1 7 0,4 2-9 0,-5 1 7 0,3 3-2 0,3-1 3 16,-11 3-2-16,-2 1 0 0,0 3 3 0,-4-1 12 0,2 1 1 16,0 2-1-16,-8 1-16 0,-4 3 15 0,1-4-13 0,-1 3 22 15,10-2-3-15,-1 0-7 0,-5 3-2 0,2-3 5 16,0 2-1-16,3 1 10 0,11-3-2 0,4-1-4 0,-3-4-22 0,3-4 21 16,6 1-19-16,0-2 27 0,14 0-6 15,1-2-8-15,-4 0-8 0,4 0 3 0,1 0 2 0,1-2 15 0,4 0 1 0,4-2-4 0,-5 3-19 16,1-1 17-16,2 0-14 0,-1-1 17 0,5 2 2 0,-134 1-15 15,263 1 25-15,-263 2-38 0,132-3 34 16,7-2-2-16,2 1-5 0,-7 2-25 0,0-2 25 0,2 1-22 0,2 0 35 0,7 0-7 16,0 1-13-16,-4 1-6 0,-1-2 7 0,2 0-4 0,1 0 10 15,6 1 2-15,0 3-7 0,-4 1-14 0,2 0 15 0,-1 1-14 16,0 3 15-16,5-2-2 0,2-1-7 0,-4 2 3 0,4 0-1 16,2-6 3-16,-1 2 6 0,8-3-2 0,-2-1 0 0,-3 2-14 15,4-6 19-15,0-1-14 0,5-1 25 0,3 1-5 0,4-1-11 0,-1-2 6 16,-1 2-10-16,4-1 10 0,-1 4-6 0,7-2-2 0,2 1 1 0,-6 0-18 15,5 3 15-15,-1 1-11 0,-3 2 22 0,6 2-1 0,1 1-9 16,-5 3-21-16,0 2 16 16,0 5-14-16,-4 2 24 0,5 0 2 0,2 2-11 0,-8 0-12 15,2 3 14-15,1 3-14 0,-3 2 18 0,8 1-3 0,-3 3-3 0,-9 5-20 0,3 4 18 16,-2 2-14-16,3 3 19 0,6 0 4 0,-2-2-13 0,-3 4-19 16,1-3 25-16,2-2-22 0,5 1 30 0,8-4-5 15,1 3-8-15,0 2-12 0,3 1 14 0,3 2-9 0,6 1 24 16,7-6-1-16,5-3-11 0,1 2-11 0,3-3 13 0,1 0-11 15,5 0 18-15,2 0-3 0,6 2-5 0,3 4-6 0,4 2-2 0,7 1 3 16,3 0 11-16,4-1-2 0,5 1 1 0,2 0-8 0,3 5 8 16,3-1-6-16,5 3 11 0,6-2-8 0,3 4-3 0,3 2 1 15,5 1-2-15,4-2 7 0,3-1 6 0,4-5-4 0,2 3-4 0,0 1-21 16,6 0 19-16,2 1-15 0,6-4 22 0,10-7-3 16,7-2-9-16,12-4-9 0,0-6 11 0,5-2-6 0,4-6 23 0,6-8 0 15,12-5-10-15,4-2-20 0,7-3 23 0,7-5-21 0,3-2 26 0,1-2-4 0,6-1-10 0,9-2-13 16,1 1 14-16,9-1-9 15,6 2 19-15,-10 2 3 0,10 0-12 0,11 2-15 0,-2 0 25 0,7 1-22 16,5 3 27-16,-13-1-8 0,11 2-12 0,3 0 3 0,3 0-7 16,13 3 7-16,-8-2 5 0,4 1-3 0,-2-2 1 0,10 1-15 15,11-2 19-15,-6-3-14 0,11 0 18 0,-14-1-4 0,9-1-8 0,9 0-7 16,5 0 12-16,6-1-6 0,0-1 15 0,-5-1-3 16,-1-3-10-16,15 3 0 0,1-3 4 0,1 0-4 0,1 1-7 0,-9-1 7 15,0 0 1-15,11 0-12 0,-1 0 8 0,-1 0-9 0,-2 1 19 16,-7 3-1-16,-7-2-4 0,13 1-13 0,-5 3 16 0,3 0-14 15,-5 4 16-15,-7 1 1 0,-1 3-8 0,9 0-18 0,1-1 25 16,3 1-20-16,-1 2 32 0,-9 1-3 0,2 1-15 0,9 4-12 0,4 0 19 16,0 0-16-16,4-1 20 0,-9-5-4 0,2-2-7 0,11-3-16 15,1 0 18-15,2-2-14 0,0-1 15 0,-6-2 4 0,1-3-11 16,11-6-16-16,1 0 26 0,-1-4-22 0,0 1 31 0,-12 1-8 16,1 1-14-16,7-2-1 0,0-1 1 0,-4 2 2 0,0 0 12 15,-16-1-4-15,-3-2-1 0,7 1-21 0,-7-3 18 0,-5-2-13 0,-1 1 28 16,-16-3-2-16,-6-3-10 0,7-5-18 0,-10-3 13 0,-5-3-11 15,-2-2 29-15,-17 3-5 0,-3-3-6 0,1 1-8 0,-7-2 13 16,-5 0-10-16,-9 2 26 0,-13 6-3 0,-4 0-3 0,-4-3 19 16,-10 1-5-16,-10-2 8 0,-11-5-14 0,-11 3 2 0,-7-3-7 0,-6 0-2 15,-10 2 6-15,-12 2-7 0,-10 2 4 0,-12 2-4 0,-7 5-3 16,-6 2-16-16,-10 1 17 0,-7 4-14 0,-9 1 11 0,-4 3-1 16,-11-1-13-16,-5-2-33 0,-7-2 7 0,-8 0-18 0,-1-2-18 15,-6 2-8-15,-7 1-11 0,-10 0-28 0,-9 2-11 0,-6 0-1 0,-4 0-75 16,0 8-53-16,-3 3-44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33:58.40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3456 4007 217 0,'-3'11'98'0,"3"-10"-49"0,5 5 45 0,5 1-34 0,4-1-8 0,5 2-13 0,8-1 12 0,5 1-4 0,4-4-5 0,5 1-14 15,2-5 25-15,-5-1-18 0,2-4 25 0,1-3-13 0,3 0-18 16,15-1-23-16,7 0 16 0,9 0-11 0,2 0 25 0,-8 0-4 15,-1 0-13-15,5-2-21 0,7-1 21 0,11 3-22 0,0-1 21 16,-4 1 2-16,-6 2-5 0,6-4-5 16,6 2 8-16,6 0-7 0,-1 2 10 0,-4 3-2 0,-2-3-10 0,9 4 0 0,7-1 12 0,-1 1-9 15,-2 2 7-15,-5-2-2 16,4 2-5-16,10-1-14 0,-2 2 12 0,-1 0-10 0,2-2 23 16,0 1-5-16,0 1-10 0,6-1-10 0,3-2 10 0,-1 2-10 0,2-2 11 15,-1 1-1-15,0-3-4 0,7-2-4 0,4 2 9 0,5-3-3 0,1 1 15 0,-4-1 0 0,4-2-10 16,14-2-11-16,-3 0 15 0,4-4-14 15,11 0 12-15,-9-2-5 0,0-3-8 0,18-1-4 0,-4 2 4 16,-1-2-2-16,11-2 18 0,-14-1-8 0,-1-3 0 0,18 0-24 0,-14 0 14 0,5 0-10 0,3 1 29 16,-22 4-6-16,6 0-11 0,4 1-14 0,-10 4 12 0,3 0-7 15,1 3 40-15,-13 5-7 0,0-1 0 0,11 1-11 16,-4 2 8-16,-5-1-10 0,2 0 23 0,-7 3-10 0,-6 1-12 0,5-1-3 16,2 0 1-16,-6 3 2 0,0-1 4 0,-7-1-4 0,-4 2-8 0,5-1-16 15,-3 3 17-15,-2 0-14 0,-1 1 20 0,-8 0-4 0,-1 0-10 16,-1 1-7-16,-2 2 16 0,-2-1-9 0,-2-1 13 0,-9 4-5 15,-3-1-13-15,0-1-38 0,-2 1 10 0,0 1-19 0,-7 1-23 0,-8 1-23 16,-3-4-26-16,3 1-54 0,-1 1-66 0,1-2 26 0,0 3 40 16</inkml:trace>
  <inkml:trace contextRef="#ctx0" brushRef="#br0" timeOffset="1826.66">19183 12927 184 0,'-18'-13'-23'0,"-1"-1"28"0,8 6 10 0,0 0 19 0,1 1 1 0,-1 0-6 0,-4-2-15 0,0 0-3 0,0 2 7 0,1 0-3 0,-1 2 15 0,2 0-11 0,0 1-14 0,2-1-13 15,0 1 12-15,0-1-9 0,0 1 11 0,0 3-6 0,1-1-6 16,0 0-15-16,0 1 14 0,1 1-6 0,-1 0 35 0,0 0-3 16,-1 1-11-16,-2 2-14 0,0-1 14 0,-1 5-13 0,0-3 17 0,-1 3 4 15,-2 1 0-15,1 2-4 0,-5 2 7 16,-1 3-5-16,-3 2 17 0,0-3-5 0,0 2-5 0,-2 2-26 0,3 3 30 0,-2 3-25 15,-1 1 29-15,0-1-6 0,-3 1-14 0,-5 4 0 0,2 4-9 16,-1 5 9-16,0 3 10 0,5 5-2 0,0 4 3 0,0 5-24 0,-1 0 27 16,0 4-22-16,1-1 50 0,2 0-3 0,9 6-6 0,-1 10-15 15,0 6 15-15,0 1-10 0,-8-2 25 0,2 0-12 0,0 3-17 0,1 8-28 16,0 5 21-16,4 0-21 0,1-2 22 0,5-2-9 16,5 3-7-16,5 8-1 0,4-2-4 0,3-1 7 0,6 0 4 0,5 0 0 15,4 2-2-15,5 0-25 16,6-3 27-16,4-2-24 0,4-2 31 0,2-3-9 0,-2-6-11 0,6-5-4 0,1-7 2 0,1-4 3 0,9-5 10 15,-2-5 4-15,5-4-6 0,4-5-8 0,2-5 25 0,-3-6-21 16,3-7 31-16,-4-6-3 0,3-6-5 0,10-6-10 0,0-5 5 16,2-4-3-16,-1-5 13 0,-4-5-2 0,0-6-6 0,4-6-4 15,3-5 10-15,6-9-8 0,1-6 16 0,-4-5-8 0,-1-10 0 0,3-8-8 16,2-2-2-16,3-6 1 0,0-1-5 0,-9-3-3 0,-6-7-8 16,-1-10-2-16,-5 0 8 0,-1 2-7 0,-4-3 2 0,-8 3-6 15,-3-3-5-15,-8-6-8 0,-10 1 17 0,-9 3-9 0,-6-6 18 0,-9 0-2 16,0-7-13-16,-7-3-17 0,-3-2 19 0,-8-4-16 0,-7 0 28 15,-2 9-7-15,-7 5-10 0,-8-1-11 0,-9 3 12 0,-11 0-6 16,-4 8 28-16,-4 15-7 0,-6 7-9 0,-6-1-17 16,-4 2 17-16,-5 0-12 0,-1 6 21 0,-1 9-5 0,-3 4-10 0,-5 7-12 0,0 7 10 15,0 3-8-15,-1 8 10 0,1 1-1 0,2 4-12 0,-1 0-25 16,0 4 19-16,5 1-20 0,0 4 12 0,8 6-4 0,2-1-12 0,5 1-29 16,5 2 1-16,5 2-6 0,7 3-5 0,5 1 3 0,8 2-7 15,9-1-61-15,5-2 32 0,11 0-38 0,7-2-3 0,11-2 99 16,13 0-24-16</inkml:trace>
  <inkml:trace contextRef="#ctx0" brushRef="#br0" timeOffset="4425.8">20472 15231 217 0,'-9'-2'62'0,"1"0"-36"0,1 2 18 0,-1 0-6 0,2 2-2 0,-2 0-8 0,1 3-4 0,2-1-5 0,-2 1-2 0,2-1 9 0,-1 0-3 0,1-2 7 0,2 1 10 0,0 0-3 0,0-2-3 16,2 0 6-16,-1 0 0 0,1-1 1 0,0 0 1 0,1 0-3 16,0 2 2-16,0-2-14 0,0 0-2 0,0 0-2 0,0 0-3 15,0 0 0-15,2 1-1 0,-1 0-5 0,1-1 12 0,1 3-9 16,-2-2 16-16,1 0-7 0,0 2-8 0,1 1-17 0,-1 0 13 0,0 1-8 16,1 0 26-16,1 0-6 0,-1-1-10 0,2 2-18 0,0-2 8 15,1 1-10-15,1-1 9 0,-1 0 0 0,1-2 0 0,1 1-18 16,1-2 14-16,1 2-10 0,1-2 25 0,-1 0-3 0,3-1-9 0,0-1 0 15,1 1 6-15,1-1-5 0,0 1-1 0,0 2 0 0,0 0-4 16,-3 0 0-16,-2 1 0 0,0-1 2 0,0 0 14 0,6 2-4 16,2-2-2-16,0 1-10 0,1-1 5 0,-1 2-5 0,0-1 8 0,-2-1-6 15,2 2-3-15,0-1 7 0,0-1-10 0,1 3 11 0,3-1-2 16,-3 1-1-16,1 0 0 0,1 0-5 0,1-1 6 0,-1 1-5 16,1-1 4-16,1 1 3 0,-2-2-3 0,4-1-16 15,-1 2 17-15,-1-1-13 0,-3 1 32 0,-1-2-1 0,4 1-9 0,2 1-23 16,7 0 24-16,1-1-21 0,0 2 30 0,2-1-5 0,1 0-12 15,3 0-5-15,3 2 4 0,-2 0-4 0,3-1 11 0,-2 2-4 0,-4-2-4 0,4 1-11 16,1-1 13-16,-1-1-11 0,8 1 15 0,-6-2-3 16,3 1-8-16,5 0 7 0,-1-1-7 0,2 2 6 0,-4-3 1 0,-4 1 0 15,3 0 2-15,4-1-9 0,2-2 4 0,7 0-5 0,1 0 5 16,0-1 1-16,1 0 1 0,2-3-15 0,2 1 7 16,0-2-8-16,2-1 18 0,1-2 1 0,5 2-6 0,2-3-11 0,-2 2 13 0,2-2-13 15,-1 0 17-15,-1 0-2 0,6-1-6 0,86-5-3 16,-164 12 13-16,153-7-19 0,-79 5 14 0,2 0 0 0,5 1-18 15,-1 0 16-15,-3 1-15 0,-2 2 20 0,-1-1 2 0,3 0-7 0,4 2-15 16,3 0 12-16,-7 0-10 0,3 2 26 0,-3-4-3 0,1 2-2 16,6-1-8-16,1 1 6 15,-2 0-6-15,-1 0 7 0,0-1-1 0,2-1-4 0,5-1-12 0,0-1 8 0,-4-1-6 0,1-3 22 0,-3 2-6 16,2-2-5-16,4 1-13 0,-2 1 9 0,0-2-8 0,2 1 13 16,-5 2 1-16,4-1-1 0,4 0-19 15,-4 0 10-15,0-5-12 0,1 1 27 0,-3-1-6 0,1 0-2 0,4 1-12 16,-6 0 2-16,2-2-1 0,-1 1 14 0,-3 1-1 0,1-1-3 0,1 1-10 15,-4 0 8-15,0 1-6 0,0-1 4 0,-2 2 5 0,0 0-6 0,0 2-11 16,-1 2 15-16,-2 0-14 0,1 3 20 0,-1 0 0 16,-1 1-4-16,0 1-23 0,-2 2 16 15,0 0-15-15,0-1 32 0,-3 0-5 0,-2 1-4 0,3-1-8 0,-3 0-1 16,-3 0-1-16,1-1 4 0,-5 1-3 0,0-1-2 0,1 2-9 0,-2-2 13 0,2 1-6 0,-7 2 19 16,-1-2-3-16,0 0-12 0,-1 2 3 0,4-1 4 0,-4-3-3 15,-4 2 1-15,-3 1-3 0,2-2 0 0,-1 0-12 0,-3 0 12 0,2 1-8 16,-2-1 22-16,-3-1-3 0,2 0-8 0,-1 0-8 0,-4 0 5 15,1 1-4-15,-2 2 10 0,-3-1-4 0,1 2-6 0,0 1-2 16,-2 1 3-16,-6-1 1 0,-2 1 16 0,-1-2-5 16,0 1-4-16,4-1-24 0,-1 1 21 0,-1-1-17 0,-1 1 33 0,0-3-3 0,-1 1-12 15,-1 1-9-15,-1-2 7 0,1 2-5 0,0-1 12 0,-1-1-3 16,2 1-5-16,5 1-11 16,-2-2 16-16,-6 1-11 0,3 1 18 0,0-2 5 0,2 0-6 15,7 0-15-15,1 1 16 0,-4-2-15 0,1-1 19 0,-2 0 0 0,0-1-10 0,0-1-10 0,0 1 14 0,-2 0-11 16,-1 1 12-16,-1 0-5 15,-3 0-9-15,0 0 0 0,-3 0 7 0,-3-1-4 0,-1 1 4 0,-2 0 1 16,-2-2-5-16,2 2-11 0,-5-1 14 0,-1 1-12 0,-3 0 16 16,-3 0 1-16,-2 0-6 0,1-1-14 0,-2 1 5 15,1 0-9-15,1-2 2 0,-1 1-1 0,1-1-8 0,0-1-28 0,1-3 17 0,3 1-20 0,2-2 9 16,2-2-3-16,1 0-10 0,3-1-38 0,0-2-9 0,1 2-8 0,2 1-65 16,-1 0 2-16,-1 3-16 0,3 0-34 0,0 0 130 0</inkml:trace>
  <inkml:trace contextRef="#ctx0" brushRef="#br0" timeOffset="4799.85">31452 15007 967 0,'-19'-22'-299'0,"5"12"480"0,2 2-55 0,5 3-109 0,0 1-17 0,1 3 11 0,3 1-10 0,1 1 20 0,0 1-3 0,1 0-14 0,1 0-15 0,0-2 26 0,0 2-19 0,0 1 44 0,1-1-9 0,1 1-8 16,0 2-10-16,0-2 18 0,0 3-11 0,3-2 21 0,-1 3-2 16,2 0-16-16,1-2 6 0,3 3 7 0,0-2-5 0,2-1 12 15,3 2-8-15,2-4-3 0,1 3-8 0,2-3-1 0,0 1 1 0,0 0 5 16,3 1-7-16,1-1-3 0,3 2-19 0,0 1 16 0,-1-1-12 16,-1 1 26-16,0 0-3 0,-2 1-8 0,2 1-14 0,1 1 2 15,0 0-6-15,-2 3 11 0,-1-3-1 0,-2 2 1 0,3-2-14 16,0 0 11-16,1 3-10 0,-1 0 17 0,-4-1-5 0,-2 0-10 0,-1 1-9 15,-2 1 9-15,1 0-5 0,-4 2 20 0,0-2 0 0,-3 1-5 16,-4-5-22-16,-1 1 27 0,-2-1-22 0,-2 0 34 0,0 3-1 16,-2-2-13-16,-3 1-15 0,-3 1 9 0,-2-2-10 0,-3 1 18 0,-2-1-5 15,-1 0-7-15,-2-1-11 0,-3 0 7 0,-4-1-7 16,-2-1 6-16,-3-1-5 0,0 0-10 0,-3 0-18 0,-3 0 0 16,-2-1-6-16,-2 2-13 0,-3-2-5 0,-5 2-7 0,-7-3-29 0,-6 2-5 15,-1-2-3-15,3 0-22 0,4 1-26 0,2 1-14 0,-3-2-115 0,-4 1 155 16</inkml:trace>
  <inkml:trace contextRef="#ctx0" brushRef="#br0" timeOffset="5626.75">21034 15022 851 0,'-22'-12'215'0,"-2"0"-97"0,2 3-85 0,2 4 5 0,2 3-15 0,0 3-4 0,0 4-17 0,-1 3-14 0,1 2 9 0,-1 3-7 0,0-1 27 0,0 3-5 16,-1 2-7-16,-2 1-22 0,-2 2 20 0,-1 0-17 0,0 2 23 15,1 0-5-15,1 2-12 0,0-1-3 16,2 3 8-16,0-1-2 0,-3 1 19 0,2-2-2 0,-5-1-6 0,-1 0-20 0,0 0 21 0,-1-1-19 15,-1 4 22-15,3-6 2 0,2 1-6 0,-1-1-13 0,0-2 17 16,2 1-12-16,1-1 42 0,-1-1-6 0,2-2-9 0,0 2-20 16,6-1 19-16,1 1-17 0,4-2 20 0,3-1-8 0,7 2-14 0,1-2-6 31,2 3 6-31,5-1-4 0,-7 0 14 0,1-1 0 0,3 2-7 0,5-1-12 16,8 1 20-16,6 0-17 0,4-3 28 0,2 1-7 0,5 2-10 0,1 4-13 0,7 1 18 0,5 1-14 0,5-1 24 15,-1-2-7-15,3 1-18 0,0-1 1 0,1 0 4 0,3-1-3 0,1-1-1 16,5 0 0-1,1-2-3-15,3 1 1 0,-1-3-2 0,-6 1 2 0,0-3-3 0,-2-2-9 16,1-1-7-16,10 0-31 0,-1-3 19 0,2 1-20 0,0-5-1 0,-2-2-17 0,1 0-23 0,8-6-54 16,5-3-48-16,5-2 13 0,4-2 34 15</inkml:trace>
  <inkml:trace contextRef="#ctx0" brushRef="#br0" timeOffset="7575.62">32259 5961 332 0,'-17'-28'3'0,"0"-4"27"0,5 10-99 0,0 3 133 0,1 3-49 0,0 5-1 0,0 2 1 0,-1 3-12 0,2 0 9 0,1 3-6 0,-1 3 22 0,0 0-6 0,-2 1-11 16,-2 7 0-16,0 2 9 0,-2 8-7 0,0 7 8 0,1 5-7 16,-2 8-4-16,-1 7-3 0,-2 5 7 15,-1 1 0-15,0 2 23 0,2-7-6 0,1 2-8 0,0 7-15 0,2 6 16 0,1 4-13 16,0 7 21-16,3-5-6 0,0 0-6 0,3 1 8 15,4-2 23-15,2 7-10 0,3 5 21 0,5 8-8 0,2 3-28 16,2 4-4-16,2 13 14 0,2 4-13 0,3 7-5 0,1-6-6 0,7-1-12 0,6 3 2 0,6-4-1 16,3-3 5-16,4-12-5 0,1-7 0 0,3-2-4 0,6 2-23 15,-2-6 20-15,2-9-21 0,-1-9 13 0,1-8-3 0,3-7-7 0,2-3 2 16,0-5 0-16,-2-10 3 16,1-12 14-16,-2-9 8 0,-1-10 4 0,2-13-7 0,3-10 34 15,0-10-24-15,1-5 49 0,-5-4-12 0,-6-1-16 0,-3-10-2 16,-7-5 9-16,-1-6-1 0,-8-8 18 0,-5-3-9 0,-5 1-16 0,-3-9-36 0,0-4 23 0,2-7-24 0,0-10 21 15,1 2-10-15,-1-2-14 0,-1-8-26 0,-4-1 14 0,-5 0-9 16,-5 0 32-16,-4 5 1 0,-1 1-7 0,-7-4-16 0,-4 5 18 16,-8 2-17-16,-5 5 21 0,-2 3 1 0,-3 3-3 0,-7 8-8 15,-7 7 4-15,-8 7-3 0,-8 2 11 0,-3 3 2 0,-7 1-5 16,-6 4-18-16,-6 7 24 16,-3 10-21-16,-6 8 26 0,-3 8-6 0,-1 2-11 0,-6 3-2 0,1 3-4 0,1 4 3 15,3 6-37-15,3 5 1 0,6 4-10 0,4 5-42 16,4 4-6-16,6 6-13 0,6 3-65 0,8 0-12 0,7 2-16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34:52.45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19929 13674 256 0,'-25'0'14'0,"14"-1"222"0,2 1-94 0,2 0 14 0,0 0-137 0,2 1 20 0,0-1-18 0,1 0 39 0,0 0-11 0,2 0-6 0,0 0-7 0,0 0-6 0,1 0 6 0,1 0-8 16,0 0-2-16,0 0-3 0,0 0-29 0,0 0 14 0,0 0-18 16,1 0 7-16,2 3-1 0,0 0-4 0,3-1 17 0,1 1-7 0,1-1 11 15,2 2-4-15,1 0 2 0,1 1-2 0,2-1-9 0,-1 1 20 16,2-2-16-16,-1 2 19 0,2-3-5 0,1 1-7 0,1-1-13 16,0 0 19-16,1-1-12 0,-1 0 30 0,1-1-5 0,-1 0-18 0,-6 0-5 15,0 0 10-15,-1-1-9 0,2 0 12 0,8-2-7 0,1 0-4 16,2 1-5-16,0-2 11 0,2 2-3 0,2-2 23 0,0 1-5 15,4 1-12-15,1-1-20 0,2-1 14 0,0 3-12 0,1 0 21 0,-2-2-7 16,-1 0-8-16,-2 0-6 0,-7 0 4 0,-1-2-1 16,2 0 15-16,-2-2-3 0,6 1-4 0,3-3-21 0,-4 0 18 0,1 0-15 15,-1 1 25-15,0 1-2 0,0-1-7 0,1 0-10 0,1-1 1 0,-1 3-2 16,-1-2 12-16,1 2 0 0,0 0-2 0,-1-3-8 16,-4 0 11-16,-2-2-10 0,3 1 21 0,0-1-5 0,5-1-6 15,3 1-5-15,-3-5 0 0,3 3 0 0,-1-1 2 0,0 2 0 0,-1 0-1 0,2 2-9 16,-1-2 8-16,1 3-7 0,-1 0 5 0,-2 3-4 0,-7 0-3 15,0 0-1-15,-2 1 7 0,1-2-1 0,5-1 7 0,-1 3 0 16,-2 0-11-16,0 0 2 0,-1-1 7 0,0 4-7 0,2-3-1 16,-2 2-1-16,1-1-1 0,1 1 2 0,2-3 1 0,0 0 1 0,1 0 12 15,-1-1-5-15,2 0-4 0,0-2-8 0,-4-2 5 0,0 0-2 16,1-1 6-16,2-1 6 0,5 1-2 0,3-2-12 0,0-1 5 16,-1 0-8-16,2 2 8 0,-2 1 1 0,2 0-2 0,1 2-18 0,-2 1 20 15,1 2-16-15,-3 1 29 0,-10 1-5 0,0 0-11 0,0 0-2 16,0 0-3-16,6-1 2 0,-1 1 8 0,-3 1-3 0,-1-2 1 0,1 1-9 15,1-1 8-15,1-1-6 0,0 1 11 0,-1-2-2 0,1 2-5 16,3-3-8-16,1 2 14 0,2 0-9 0,-3-2 15 0,-5-3-2 16,-1 1-11-16,1-2-7 0,1-3 13 15,4 4-11-15,2-2 14 0,-5 3 0 0,1 1-2 0,1-1-18 0,-1 0 15 0,2-2-11 16,-2 5 24-16,-1-1-1 0,0 0-9 0,-1 0-6 16,1 1 7-16,-1 2-7 0,-1-1 7 0,-8 2 4 0,-3 0-2 15,0-2-9-15,1 2 8 0,6 0-8 0,2-1 10 0,-3 1-1 0,0 0-5 0,-3-1-2 16,2 0 2-16,0-2-2 0,1 2 2 0,2 0 1 0,-1-1 0 0,3-2-11 15,1-1 8-15,0-2-7 0,3 0 14 0,-2 0-4 0,2 1-4 16,1 0-3-16,-2 0 2 0,-4 1 0 0,-1-1 7 0,1 0 3 16,2 1-3-16,6-3-23 0,0 3 16 15,-2-3-14-15,1 0 32 0,-1 3-7 0,0-2-7 0,2 1-15 16,-1-1 11-16,-1 1-9 0,3-1 17 0,-2 2-1 0,0-2-5 0,-3 0-18 16,-6 1 16-16,0 2-11 0,-1-1 29 0,1 1-3 0,4-2-11 0,3-3-21 0,-2-2 21 15,0 1-18-15,2-1 32 0,0 0-7 0,1-1-11 0,2-1-10 16,2-1 7-16,0 1-3 0,2 0 20 0,-3 2-5 0,1-1-7 0,-6 0-18 15,0 1 18-15,3-2-13 0,0 2 29 0,5 2-6 0,-3-1-10 16,1 0-10-16,2 0 15 16,0 0-9-16,1 1 16 0,-1 1-3 0,0 0-13 0,2-2-2 0,0 1 9 0,-7 0-5 0,-1 1 7 15,-3-1-5-15,1 2-5 0,7 1-5 0,-1-3 10 16,-2 1-5-16,-1-5 8 0,0 1 4 0,3 0-7 16,3-1-7-16,2-2 13 0,1 3-11 0,2-1 12 0,-4-3-8 0,-8 1-8 0,5-2-2 0,-2 3 11 15,1 1-3-15,5 0 14 0,-2 0-5 0,-1 0-9 0,0-1-11 0,1 1 13 16,-1 1-7-16,0 1 21 0,-4-1-7 0,3 2-9 15,-1-3 0-15,-8 0-4 0,-1 1 5 0,-2 2 7 0,0 1-5 0,6-3 5 16,0 0-14-16,-1-3 7 0,-2 1-6 0,1-2 11 0,0 2 0 0,1-3-6 16,2 0-11-16,2-1 11 0,1 0-8 0,2-1 24 0,0 4-4 15,-1 2-7-15,1-3-7 0,-6 1 4 16,0-1-2-16,0-1 9 0,0 2-5 0,4-3-3 0,-1 0-12 16,1-2 9-16,-2 2-5 0,1 3 20 0,-1 1-2 15,-1 0-6-15,3-1-19 0,-1-3 18 0,1 2-14 0,-3-3 26 0,-3 1-2 16,-8 0-11-16,2 0-5 0,-1-2 2 0,3 2-4 0,5 0 9 0,-1 2 1 15,1-1 1-15,-1-2-14 0,3 0 16 0,-1-3-14 16,2 0 19-16,0 1 5 0,1-1-7 0,4 2-11 0,3-1 5 0,2-2-9 16,-3 0 9-16,-9-1-3 0,1-2-1 0,2-1-15 0,2 0 14 0,6 0-9 15,-2 2 25-15,-2 3-7 0,0-1-12 0,3 1-12 16,0-2 19-16,1-1-12 0,2 1 25 0,-4 2-8 0,-8 0-9 16,1-2-16-16,1-2 16 0,-1-1-9 0,6-2 23 0,-3 0-5 15,0 2-11-15,1-1-9 0,-1 2 13 0,2-1-7 0,1 1 17 16,-2 3-3-16,1-4-9 0,2-2-12 0,-7-3 15 0,-1 1-11 15,0 0 21-15,0 0 0 0,5-1-8 0,2-7-12 0,1 3 7 16,-3 2-9-16,0 0 14 0,1 4 2 0,0 0-3 0,5-3-10 0,1 0 10 16,0 0-9-16,-9-2 9 0,0 2 0 0,-1 0-6 0,0-6-2 15,8 2 7-15,0-1-5 0,-2 3 7 0,-2 2 0 0,-1 1-6 16,2-2-13-16,2-1 17 0,2-1-13 0,-1 0 20 0,-1 0-1 0,-8 0-7 16,0-5-2-16,0 0 0 0,1 2-1 0,5 0 3 0,-3 5 1 0,-5 1 0 0,1-5-17 0,2-3 16 0,-1 4-13 15,2-4 21-15,1 2 1 0,3-2-10 0,3-4-7 0,-2 4 9 16,-5 2-8-16,-2 0 12 0,-1 2-2 15,2-2-5-15,4-4-10 0,0 0 13 16,-2 1-9-16,1 0 17 0,-1 0-3 0,-2 3-8 0,3-4-13 0,-1 3 19 16,2 4-14-16,0-2 19 0,-5-1 0 0,-5 1-12 0,-2-3-17 15,-2 1 23-15,1-1-18 0,4-1 28 0,-2 0 0 0,0 4-14 0,0 2-12 0,-2 0 14 0,0 0-13 0,-1-3 20 0,0 1-2 16,0 1-8-16,4-3-12 0,1-1 15 0,1-2-12 0,3 0 22 16,1 4-3-16,-3 3-10 0,2-2-6 0,1 1 7 0,-2-2-4 15,2-1 8 1,-3 0-1-16,0 3-4 0,1-4-6 0,1 0 7 0,0-1-4 15,1 3 12-15,-4 4-5 0,1 5-5 0,0-3 0 0,2 0 1 16,2-2 3-16,-3 2 4 0,-2-1-2 0,-4 0-5 0,-2-5-10 16,2-2 11-16,-3 1-7 0,1 1 16 0,-2 5 3 0,-3 2-5 0,2-6-21 15,-3 0 18-15,-3-3-16 0,1 0 23 0,-1 4-3 0,-1-2-9 16,2-3-5-16,-2-3 5 0,2 3-3 0,-2 1 10 0,2 6-1 16,0-2-5-16,1-3-11 0,0 0 13 0,1-1-10 0,0 1 14 0,0 2 0 15,-1-2-6-15,4-1-4 0,-1 2 4 0,1 2-4 0,-2 3 6 16,-2 4 0-16,-3-2-2 0,1-3-15 0,-2 1 14 0,1 0-11 15,-1 2 25-15,1-1-4 0,1 1-8 0,-1-1-7 0,2 2 5 16,-3 2-3-16,2 5 7 0,-2 2-3 0,0 2-4 0,1-2-12 0,1-1 19 16,-2-2-12-16,1 3 22 0,-1 1-5 0,2 3-11 0,-3 0-7 15,0-2 7-15,0 3-4 0,1 1 14 0,0-1-4 0,0 4-6 0,-1 0-13 16,-1 4 13-16,-2 0-13 0,-1 4-22 0,0 2-6 0,0 3-25 16,0 1-55-16,2 3 8 0,1 1-26 0,2 2-59 0,4 5-62 15,1 4-50-15</inkml:trace>
  <inkml:trace contextRef="#ctx0" brushRef="#br0" timeOffset="10681.66">19028 1719 256 0,'-7'-6'19'0,"4"2"321"0,1 0-89 0,-2-1 35 0,2 1-151 0,0-1 9 0,1 1-37 0,0-1-26 0,1 2-6 0,0-1-17 15,0-1-10-15,0 2 7 0,0-1-16 0,0 2 9 0,1-1-3 16,1-1-3-16,0 2-10 0,2-1 25 15,-1-1-24-15,2 0 41 0,0 2-10 0,2-1-20 0,0 2-19 0,-1 1 22 0,1 0-27 16,0 3 24-16,0 0-13 0,-1 3-11 0,2 1-13 16,0 1 10-16,-1 2-9 0,1 4 23 0,-3-1-9 15,2 2-7-15,-1 2-15 0,-5 2 18 0,1 0-15 0,0 7 26 16,0-4-5-16,5 0-13 0,1-3-14 0,0-4 21 0,0 3-18 0,1 0 23 16,0-1-5-16,0-2-14 0,2-2-7 0,0 0 11 0,2 1-9 15,-2 1 14-15,-1-1-1 0,0 0-6 0,0-5-5 0,1-2-2 0,-1-4-3 16,-1 3-22-16,0-3-7 0,0-1-6 0,-1 0-34 15,1-2-11-15,0 0-4 0,0 0-73 0,0-1-28 0,1 0-29 16,-1-4-130-16,1-3-98 0,4 0-7 0</inkml:trace>
  <inkml:trace contextRef="#ctx0" brushRef="#br0" timeOffset="10934.93">19627 1471 1419 0,'-4'-8'-528'15,"2"7"1032"-15,0-1-110 0,-2 0-170 0,3 2-83 0,-1 0 13 0,1 2-56 16,0 3-34-16,0 4-11 0,0 3-21 0,-2 6-2 0,6 4 6 0,-1 2-10 16,-1 11 8-16,-1 2-7 0,-7 4-5 0,-3 9-21 0,-3-5 16 15,-1-3-17-15,-2 7 28 0,0-4-5 0,-1 6-11 0,-6 6-18 16,1 0 17-16,-1-2-18 0,0 0 24 0,1-8-5 16,2-5-10-16,-1 1-2 0,4-7 4 0,0-1-3 0,0 3 7 15,3-3 0-15,1 3-5 0,1 1-4 0,1-3 6 0,2-4-6 16,1-3 6-1,4-9 0-15,0-1-5 0,3-2-23 0,1-6 5 0,0-3-14 0,1-3-13 0,3-3-4 0,1 2-12 0,1-2-63 16,2-2-22-16,-1 0-16 0,4-6-162 0,-1-3-78 0,7 1-65 0</inkml:trace>
  <inkml:trace contextRef="#ctx0" brushRef="#br0" timeOffset="11378.27">19951 2032 613 0,'-3'0'291'0,"3"-1"-154"0,0-2 176 0,0 0-172 0,1 1 13 0,1-2-46 0,3 0-1 0,0-1-24 0,3 3-34 0,3-4-24 0,0 3 18 0,1-1-22 0,2 0 31 0,-1 0-4 0,1-1-13 15,3 1-7-15,0-2 9 0,1 1-15 0,-6-1 9 16,0 1-5-16,-1 1-7 0,1 1-12 0,6-1 4 0,0 1-8 16,0 1 6-16,-2-1 0 0,-2 1-3 0,0 0-13 0,-3 0 13 15,-1 0-12-15,0 1 17 0,-1 0-7 0,-2 1-9 0,0 0-38 16,-3 1 0-16,-1 2-8 0,-1-1-22 0,-2 1-11 16,0 1-8-16,-2 0-113 0,-1 1-2 0,-1 0-24 0,-1 1-129 0,2 1 214 15,2 2-31-15</inkml:trace>
  <inkml:trace contextRef="#ctx0" brushRef="#br0" timeOffset="11548.25">20064 2193 1540 0,'-16'1'-203'16,"12"1"443"-16,2-1-24 0,1-1-53 0,1 0-39 0,1-1 14 16,1-2-47-16,5 1-24 0,1 0-15 0,3 1-17 0,3 0-25 15,-1 1 4-15,-3-5-11 0,2 1 3 0,-1-1-15 16,2-2-7-16,13 0-59 0,0-1-35 0,2 0 11 0,5-1-218 15,-4 0-109-15,8-1-48 0</inkml:trace>
  <inkml:trace contextRef="#ctx0" brushRef="#br0" timeOffset="12499.81">21072 2436 586 0,'-7'4'98'0,"0"1"73"0,2-2 23 0,-1 2-36 0,3-2-30 0,-1 0-76 0,2 1 30 0,1-1-47 0,-1-2 45 0,2 0-11 0,-1 1-18 0,1-2 6 0,0 0 26 0,-1 0-22 0,1 0 31 0,0-2-14 0,0-1-25 0,-2 0-24 15,2-3 24-15,-1 1-30 0,-1-2 29 0,1-1-8 0,-1 1-15 0,0-4-23 16,-2 0 21-16,1-2-23 0,-1-2 31 0,0-1-10 15,1-1-13-15,-2-3-6 0,1-1 6 0,-1-2-6 16,-1-4 11-16,2 0 0 16,-2 0-3-16,2-1-8 0,0 2 8 0,2 0-9 0,0-2 11 0,1 3-1 0,1-3-3 15,1-2 0-15,2 4 7 0,2 2-6 0,2 2 5 0,-1 4-2 0,2 2-8 0,5-2-14 16,0 0 11-16,2 1-9 0,1 1 23 0,0 4-8 0,0 1-7 16,1 0-16-16,-8 2 12 0,-1 3-9 0,-2 0 21 0,-1 3-4 15,5 1-10-15,-2 2-15 0,-1 0 21 0,-2 2-14 0,1 1 20 0,-3 2-1 16,0 1-11-16,-1 1-2 0,-2 2 6 0,0 1-4 0,-2 0 6 15,0 2 1-15,0-2-2 0,-2 1-15 0,0 0 16 16,1-2-14-16,-2-1 25 0,2 1-5 0,2 0-10 16,0-2-7-16,1-1 7 0,3 1-3 15,2-4 9-15,1 3-2 0,4-3-4 0,3 3-12 0,0-4 20 0,1 3-16 16,0-2 17-16,0 3-1 0,-2-1-14 0,2 3-10 0,-2 1 19 0,-3 1-13 0,0 2 25 0,-3 1-2 0,-3 1-12 0,-1-2-3 16,-2 2 5-16,-3-1-5 0,-3 1 7 0,-1 0 1 0,-3 4-2 15,-2 2-7-15,-3-3 10 0,1 1-9 0,-3-1 14 0,-1-3 4 16,0 0-5-16,-1 0-1 15,0 2 12-15,2 0-9 0,1-3 4 0,7-1-2 16,-1-2-8-16,0-1-7 0,2-3 8 0,-4 1-8 0,2-5 11 16,3 1-1-16,2-3-4 0,3-2-6 0,1 0 7 0,0-3-7 15,2-2 6-15,1-2-11 0,3-1-11 0,2-1-40 0,2-3-3 0,2 2-6 16,2-2-21-16,1 2-11 0,-5 0-17 0,1-1-86 0,-1 4-25 0,0 0-10 0,5-3-138 0,3 2-95 0,2 0-69 0</inkml:trace>
  <inkml:trace contextRef="#ctx0" brushRef="#br0" timeOffset="12748.66">21492 2037 1286 0,'-14'10'112'0,"1"3"31"0,2 0 9 0,1 2-34 0,2 2-7 0,3-4-28 0,4-2-33 0,3 2-23 0,4-4 16 0,2 0-19 0,3-1 24 0,3-5-7 0,2 1-11 0,5-2-12 16,-1-1 6-16,1-1-12 0,1 0 11 0,-5-3 7 0,-5-1-2 15,-4-1-16-15,-3 1 26 0,-4-1-27 0,4 1 55 0,-4-1-8 16,-1 2-13-16,0-3-11 0,-2 3 15 0,-2-3-18 0,-4 1 13 16,-1-2-11-16,3 0-18 0,-3-2-13 0,-2 3 5 15,-1-1-8-15,-5 0 6 0,3 3-1 0,1-1-2 0,1 1-11 16,2 0-9-16,2 2 0 0,1-2-48 0,4 1-15 0,1-1-13 0,2-1-91 16,0-1-27-16,4-4-3 0,3-4-102 0,3-2-131 15,5 5-70-15</inkml:trace>
  <inkml:trace contextRef="#ctx0" brushRef="#br0" timeOffset="12972.5">21933 1805 1160 0,'0'5'121'0,"2"2"84"0,2 2-41 0,0 2-31 15,2 0-32-15,3 3-81 0,-1 0 20 0,0 0-40 0,1 1 20 16,-2-3-2-16,4-1-12 0,0 5-6 0,-2-4 5 16,-1 2-6-16,-2 2 10 0,0-3-3 0,0-2-5 0,-2 3-18 15,-1-2-20-15,0 1 9 0,-3-3-24 0,0 0-15 0,-1-1 12 0,-2 1-70 16,1-1-14-16,-2 0 9 0,0-1-51 0,1-2-40 16,0 1-5-16</inkml:trace>
  <inkml:trace contextRef="#ctx0" brushRef="#br0" timeOffset="13130.69">21916 1961 922 0,'-3'-5'-205'0,"1"1"510"0,1 2-60 16,0-2-49-16,1 2-71 0,1-2 7 0,1 1-36 0,1 1-20 15,2-2-21-15,0-1-24 0,3 1-32 0,0-1 18 0,1 0-23 16,3-1 17-16,1-1-4 0,0 2-7 0,5-3-25 16,-1 2-39-16,2-2 17 0,2 0-188 0,0 0-69 0,-3 1-31 0</inkml:trace>
  <inkml:trace contextRef="#ctx0" brushRef="#br0" timeOffset="13997.58">22640 2273 384 0,'-2'2'86'0,"1"1"34"0,0-2 29 0,1 2-54 0,0-3 30 0,0 0-22 15,0 0-25-15,0 0-20 0,0 0 30 0,0 0-31 0,0 0 74 16,0 0-11-16,0 0-17 0,0-2-41 0,0-2 29 0,0 2-44 16,0-1 43-16,0-2-14 0,-1 3-17 15,-1-5-10-15,0 3 13 0,0-2-17 0,0 1 18 0,1-2-9 0,-1 1-16 0,0 1-19 16,-1-2 15-16,0 2-22 0,1 0 18 0,-1 0-7 15,1-1-12-15,0 1-12 0,-1-1 7 0,-1 1-8 0,1-1 16 16,-1 0 0-16,1-6-5 16,0 1-5-16,-1-1 13 0,4-1-13 0,0 0 16 0,2 1-3 0,-1-1-8 15,-5 1-4-15,1-1 2 0,0 2-2 0,-2-2 3 0,2-1 0 16,-1 0-1-16,0-1-11 0,0 2 6 0,0 0-5 0,-1 1 10 16,1 4 0-16,-2-3-3 0,3 1-6 0,0 1 7 0,0 0-5 0,1 0 11 0,0 1 0 15,0 0-6-15,-1 0-10 0,2 0 16 0,-1 2-12 0,0-1 21 16,1 0-4-16,0 2-11 0,-1-2-5 0,2-1 7 0,0 2-5 0,0 0 12 15,0 1 0-15,0-3-2 0,3 1-9 16,-1 1 6-16,2-3-6 0,0 1 5 0,0-1-2 0,2 0-3 0,3 1-12 0,0-1 12 0,2 1-8 16,0-1 15-16,-1 0-2 0,-4 1-8 0,-2 1-8 15,1 0 11-15,-1 0-8 0,5 0 14 0,-1 2-2 16,0 0-4-16,1 1-2 0,-1 0-1 0,-1 2 1 0,1 0-3 0,-3 0 0 16,1 1 0-16,-1-1-4 0,0 2 6 0,-2 0-3 0,0 2 5 0,0 0 0 0,-2 1-5 0,0 0-9 15,-1 3 13-15,0 0-8 0,-1 2 16 0,-2 1 1 0,-1-2-7 16,0 4-14-16,-1-4 16 0,1 2-13 0,-1-1 23 0,0 0-5 15,3-2-9-15,-2-1-8 16,2 1 7-16,2 0-7 0,0-1 14 0,0 0-4 0,1-1-4 16,0 2-9-16,1-1 10 0,1 0-6 0,-1 0 16 0,1 1-1 15,2-4-7-15,-1 3-7 0,3-1 3 0,1 1-4 0,0-1 10 0,0 2-2 0,2-2-2 0,0 3-12 16,1-1 12-16,1-1-9 0,0 2 22 16,-2-1-5-16,0 2-8 0,-3-2-5 0,-2 2 9 15,0-2-6-15,-2-1 8 0,-1 0-1 0,-2 3-6 0,0-3-5 0,-3 2 8 16,-2 0-4-16,0 0 16 0,-3-1-2 0,-1 2-5 0,-2-1-19 0,-3 2 16 15,1-1-13-15,-3 0 27 0,-2-1-4 0,1 0-11 16,-1 1-10-16,0-2 14 0,4-1-10 0,-1-1 15 0,4-1-2 0,2-1-9 0,-1-2-1 0,8 0 2 0,-1-1-2 16,2 0 4-16,0-3-2 15,-3-1-3-15,0 2-23 0,2 0-3 0,0 0-6 0,1 1-36 0,1 0-14 0,0-1-15 16,2-1-62-16,1 0-22 0,3-1-7 16,-1 0-128-16,2-1-43 0,-2-1-42 0</inkml:trace>
  <inkml:trace contextRef="#ctx0" brushRef="#br0" timeOffset="14175.68">23075 1851 1139 0,'2'0'314'0,"1"4"-203"0,-3 0 111 0,-3 1-75 0,2 2-2 0,1-1-30 0,1 2-56 0,1-1-16 0,-1 0-22 0,1 3-12 0,1 0 4 0,0 0-8 16,0 2 1-16,-4-3 1 0,-1 0-4 0,2 0-13 15,-3 1 10-15,6 0-15 0,-1 1-40 0,1-2-48 0,-1 1-30 0,3-1-180 16,-1-2-163-16,7 1-3 0</inkml:trace>
  <inkml:trace contextRef="#ctx0" brushRef="#br0" timeOffset="15143.64">23777 1412 278 0,'-6'-6'253'0,"2"5"-82"0,2-2 199 0,-2 0-178 0,1 1 21 0,1 1-67 0,-1 1 9 0,2-2-38 0,0 2-32 0,-1 2-53 0,-1 0 9 0,-1 3-21 0,-2 3 21 0,-1 1-3 0,-1 2-9 0,-3 6-14 15,-1 1 17-15,-1 2-20 0,-3 7 30 0,2-1-2 16,-1 3-10-16,-2 5-18 0,2-2 14 0,-2 1-20 0,3-4 20 16,2-2-6-16,-1-1-8 0,2-2-10 0,-3 1 7 0,0-5-9 15,0 3 12-15,1-4-3 0,0-1-4 0,0-1-13 16,6-4 11-16,0 1-10 0,0-1 17 16,1-3-21-16,2-1-15 0,-1 0-46 0,2-3-14 15,1-2 2-15,0 1-68 0,-1-4-13 0,2-1-21 0,-1 0-124 0,0-6-60 0,3 1-25 0</inkml:trace>
  <inkml:trace contextRef="#ctx0" brushRef="#br0" timeOffset="15362.32">23293 1485 822 0,'-7'1'174'0,"2"-1"241"16,-1 0-176-16,4 3-48 0,2 0-49 0,0 0-67 0,3 4 28 15,2-1-45-15,5 4 42 0,1 2-25 0,4 3-29 0,3 5-38 16,0-1 13-1,2 0-19-15,5 1 12 0,1-2 0 0,1 2-10 0,3-1-12 0,-3-1 18 0,1 0-18 0,0 0 26 0,-9-2-5 16,-1 0-11-16,0 0-3 0,-1 0 4 0,4-2-3 0,0 1 5 16,-4-2 1-16,-2 0-5 0,-2-2-26 0,-2 1-1 0,0 0-11 31,-3 0-45-31,0 1-31 0,-2 0-13 0,1-1-150 16,-3 0-102-16,4-1-13 0</inkml:trace>
  <inkml:trace contextRef="#ctx0" brushRef="#br0" timeOffset="16690.71">24414 1439 256 0,'-4'-14'14'0,"2"8"227"0,1 1-44 0,1-2 27 0,0 3-113 0,0 0 14 0,0 2-47 0,1 1-23 0,0-2-7 0,2 2-9 16,-2-1-19-16,1 2 9 0,-1 0-16 0,0 2 11 0,1 0 8 16,0 1-7-16,0 5 9 0,0-2 36 0,-1 4-33 0,1 2 46 15,0 2-18-15,-1 0-23 0,0 3-10 0,0 0 5 16,1 3-11-16,-1 4-5 0,1-4-3 0,1 2-10 0,0-3-18 15,2-3 19-15,0-1-20 0,2 1 24 0,-1-2 0 0,-1 2-6 16,3 0-25-16,-1-5-12 0,1-1-2 0,-1 1-58 16,-1-2-25-16,0 1-8 0,-3-1-101 0,0-2-71 0,2 1 10 0</inkml:trace>
  <inkml:trace contextRef="#ctx0" brushRef="#br0" timeOffset="16880.07">24309 1731 1538 0,'-4'-6'110'0,"0"-2"-53"0,4 0 97 0,4-1-37 15,4 0-40-15,4-2-62 0,3 1 6 0,3-1-21 0,3 1 15 16,0 2-5-16,2-1-7 0,3 2-38 0,-2 0 3 0,0 1-16 0,3 0-61 16,-4-1-48-16,1 3-22 0,-5-3-175 0,2 1 179 15</inkml:trace>
  <inkml:trace contextRef="#ctx0" brushRef="#br0" timeOffset="17276.48">25064 1926 2036 0,'-1'-3'-58'0,"-5"-1"112"0,2 3 2 16,0 0-17-16,2-1-2 0,1 2 10 0,0 0-20 0,1-1-11 0,0 1-4 16,0 0-12-16,2 0-14 0,0 1-13 0,2-1 0 0,1 2-62 15,1-1-32-15,1 0-5 0,1 0-108 0,-5 1-86 0,0-2 56 16,9 1-16-16</inkml:trace>
  <inkml:trace contextRef="#ctx0" brushRef="#br0" timeOffset="17481.49">25437 1938 682 0,'1'0'-431'15,"0"3"814"-15,0-3-43 0,0 1-110 0,-1-1-56 0,0 0 6 0,0 0-59 0,0 0 1 0,0 0 14 16,0 0 2-16,0 0-42 0,0 0 19 0,0 0-48 15,0 0 28-15,0 0-15 0,0 0-20 0,0 0-22 0,0 0 5 16,0 0-16-16,0 0-7 0,0-1-8 0,0 0-8 0,0-1-16 16,1 1 14-16,2-1-13 0,1-1-10 0,1 3-30 0,1-1-29 15,6-1-102-15,-1 1-62 0,3-1 29 0,8 0-319 0,-1 4 323 16,7-2-23-16</inkml:trace>
  <inkml:trace contextRef="#ctx0" brushRef="#br0" timeOffset="17592.56">26070 1929 1355 0,'0'0'63'0,"0"0"1"16,-1 0-26-16,0 2-8 0,0-2-10 0,0 1-22 15,-1-1-10-15,2 0-5 0,3 0-122 0,-1-1-68 0,5-2-39 0</inkml:trace>
  <inkml:trace contextRef="#ctx0" brushRef="#br0" timeOffset="17782.43">26620 1924 1203 0,'-13'2'-125'0,"5"-1"289"0,1 0-6 0,-2 2-22 0,0-2-50 16,1 2 3-16,2-3-38 0,5 1-41 15,1-1 2-15,2 1-8 0,1-1-20 0,-2 0 11 0,0 0-16 0,3-1 12 16,-4 1-9-16,1-1-7 0,3-1-27 0,1 1 12 16,7-2-6-16,4 1 41 0,3 1-9 0,1 1-6 0,3 0-82 15,-2 0 7-15,-2 0-22 0,0-2-28 0,-2 2-10 0,-1-1-4 16,4 0-20-1,-2 1 77-15</inkml:trace>
  <inkml:trace contextRef="#ctx0" brushRef="#br0" timeOffset="17862.8">26935 1933 74 0,'4'2'58'0,"0"-1"20"0,-2 0 65 15,-1 0-22-15,-1-1-24 0,1 0-73 0,-1 0 23 0,0 0-44 16,0 0 15-16,1 0-27 0,3-1-16 0,0-1-51 0,3-2-70 0,3-1 48 0,9 2-21 0</inkml:trace>
  <inkml:trace contextRef="#ctx0" brushRef="#br0" timeOffset="18003.25">27412 1904 1046 0,'-3'0'159'0,"0"0"245"0,1 0-209 16,1 0-47-16,1 0-45 0,1 0-73 0,3-1 2 16,1 1-25-16,5-2-16 0,5 0-20 0,2 0-9 0,4 2-94 15,1 0-53-15,1 0 22 0,2 0-169 0,-9 2-63 0,2 0 6 16</inkml:trace>
  <inkml:trace contextRef="#ctx0" brushRef="#br0" timeOffset="18132.18">27775 1924 425 0,'0'2'168'15,"-1"-2"-7"-15,1 1 102 0,0 0-52 0,-2-1 68 0,1 0-121 0,0 1 9 0,-1-1-25 0,1 0-40 16,0 0-53-16,-1 0 17 0,0 0-40 0,0 0 6 0,1 0-12 16,1-1-15-16,0 0-113 0,1 0-76 0,3-2 11 15,9 2-465-15,2 2 393 0,4 2-45 0</inkml:trace>
  <inkml:trace contextRef="#ctx0" brushRef="#br0" timeOffset="24953.81">25112 2363 326 0,'-2'0'83'0,"0"0"66"0,-2 0-22 0,3 0 46 0,-1 0-49 0,1-1 54 0,0-1-38 0,1-1-48 0,-1 0-34 0,1 1 26 0,0-2-34 0,-1 0 38 0,1 0-13 15,0 1-17-15,-2-4 1 0,1 2 0 0,1-3-6 0,-1-1 19 16,1 2-12-16,-1-2-4 16,0-3-27-16,0-1 17 0,0 1-22 0,-2-2 18 0,1-1-7 0,0 3-17 0,-1-2-14 15,-1 1 16-15,2-1-18 0,-3-2 26 16,5 0-9-16,0-1-9 0,0-1-7 0,0 1 5 0,-3 2-5 0,-3 1 10 0,2-1-1 16,-1 1-2-16,0-6 0 0,0 2 5 15,1 1-5-15,-1 0 6 0,2 2-4 0,0 0-2 0,-1 0-7 16,2-2 7-16,0 1-5 0,1-2 3 0,1-3 0 0,0 2-6 0,0-6-11 15,2-4 13-15,2 1-10 0,2-1 22 0,2 3-6 0,0 1-9 0,1-1-1 0,1 4-1 16,-5-1 1-16,1 4 2 0,1 4-2 0,-2 1-1 16,7 1-13-16,-1 1 18 0,0 3-13 0,0 2 24 15,2 1-4-15,-1 1-10 0,-1 3-1 0,-1 0-2 16,-2 1 2-16,-1 1 3 0,-1 0-3 0,-1 1 0 0,1 2-6 0,-2 1 9 0,1 1-6 0,-2 1 11 0,1 3 1 16,-3 2-6-16,-1-1-17 0,0 4 19 0,-1 0-16 0,-1 3 28 15,-1 1-3-15,0 0-9 0,-3 1-10 0,0-1 10 0,2 0-9 16,1-3 7-16,-1-2 2 0,2 0-5 0,1-3-14 0,1-3 18 0,1 0-14 15,0-1 22 1,2-2 0-16,2 0-6 0,1-2-19 0,0 0 15 0,2-2-13 0,0 0 25 0,1 0-4 0,0 0-9 0,1 1-10 16,0 0 9-16,0 2-8 15,0-1 15-15,-2 4-1 0,0-1-6 0,-3 2-13 0,-2 2 16 0,-2 0-13 16,-1 2 25-16,-2-2-3 0,-3 1-11 0,-1 1-11 0,-3 2 20 0,0-1-11 0,-1-1 39 0,1 2-9 16,-2 0-14-16,1 0-6 0,-1 1 14 15,0-4-9-15,1 0 11 0,0 0-4 0,1 1-9 16,0-2-13-16,1-2 9 0,-1 1-8 0,1-2 14 0,2-2-3 0,2 0-5 0,1-3-7 15,0-1 7-15,2 0-6 0,0-2 12 0,1-2-16 0,0 0-12 0,1-2-56 16,4-1-6-16,0 0-9 0,2 0-44 0,2-1-18 0,-1 5-18 0,-1-1-135 16,-2 2-17-1,0 0-33-15,0 2 112 0</inkml:trace>
  <inkml:trace contextRef="#ctx0" brushRef="#br0" timeOffset="25395.69">25414 1826 1149 0,'-2'0'-258'0,"0"-2"540"0,0 2-55 0,2 0-72 0,0 0-66 0,0-1 9 0,0 1-36 0,0 0 11 0,0 0-3 0,1 0-12 0,1-4-4 0,0 2 19 0,0 1-25 16,2-2 15-16,0 2-14 0,1-2-16 0,2 1-18 0,-2 2 20 16,2-2-20-16,0 1 22 0,-1 1-7 0,1-1-15 0,1-1-3 15,-1 1 6-15,1 1-7 0,-2 0 6 0,0 0-3 0,0 0-8 16,-2 1-6-16,2 1 8 0,-3 0-8 0,0 0 9 16,0 1-2-16,-2 3-4 0,-2 1-5 0,-4 3 7 0,0 1-5 15,-2 3 10-15,-2-3-4 0,0 1-5 0,-1 1-9 0,1-3 14 16,0 0-10-16,1-1 13 0,3-1-1 0,0-1-9 0,1 0-11 15,2-1 17-15,0-2-12 0,1 1 23 0,1-2-1 0,0 1-9 16,2-1-4-16,0-1 9 0,1 0-7 0,0 1 18 0,0-1-1 0,2-2-3 16,0 2-7-16,2-1 4 0,0-1-4 0,1 1 11 0,0-1-3 15,-2-1 0-15,3 0-25 0,-1-1 16 0,1 1-15 0,0-1 24 16,-1-1-4-16,0 0-11 0,-1 2-3 0,-1-3 1 0,1 3-2 0,-1-2 5 16,-5 2-2-16,-1 0 0 0,1-2-17 0,1 1 2 0,5 0-8 15,1 0-18-15,1-2-17 0,1 2-17 0,4-4-88 0,3 3-28 16,1-5-19-16,0 1-212 0,5 0-99 0,1 2-80 0</inkml:trace>
  <inkml:trace contextRef="#ctx0" brushRef="#br0" timeOffset="26059.29">26309 1376 1080 0,'-1'-1'207'0,"-1"0"73"0,1 0-149 0,0-1 10 0,1 2-44 0,0 0-47 0,0 0-50 0,0 2 17 0,0-1-22 0,-1 3 28 0,-1 1 4 0,0 2-4 0,-1 2-10 15,-2 2 26-15,0 0-26 0,-2 3 42 0,0 2-3 0,1 2-16 16,-2 5-15-16,-1-2 21 0,1 5-25 0,-1 1 30 16,0 0-11-16,-1 0-15 0,-2 2-8 15,1-2 6-15,-1-1-7 0,-2 0 8 0,0-3-6 0,-1 1-7 16,1-1-8-16,1-3 3 0,2-1-3 0,1-1 9 15,1-2-2-15,2-4-3 0,2 1-18 0,1-3-13 0,1-1 2 0,1 2-56 0,1-5-1 0,1-1-8 0,0 0-66 16,0-2-26-16,0-1-9 0,1-2-116 0,1-2-51 0,3-2-29 16</inkml:trace>
  <inkml:trace contextRef="#ctx0" brushRef="#br0" timeOffset="26313.1">25940 1492 1545 0,'-7'-2'135'0,"2"1"45"16,0 1 21-16,4 0-42 0,1 0-38 0,1 1-91 0,2 3 20 16,4 0-42-16,2 5 43 0,2 1-12 0,2 3-12 0,1 2-8 15,3 2 8-15,0 3-9 0,1 6 8 0,0-2-6 16,-5 3-11-16,3-2-9 0,1-4 9 0,2 0-9 0,8 2 10 16,-1-3 0-1,-4 0-6-15,1-2-5 0,-5-2 8 0,0-4-8 0,0 3 15 0,-2-3-15 0,-1-1-9 0,0 2-20 0,-4-2-14 16,-1-2 10-16,-1 0-63 0,-1-1-9 0,-1-3-3 0,0 2-107 15,0-4-53-15,0 0 20 0,2-3-286 0,-1 1 320 16,-3-1-21-16</inkml:trace>
  <inkml:trace contextRef="#ctx0" brushRef="#br0" timeOffset="26768.98">26407 1246 947 0,'-6'-3'203'15,"2"-1"60"1,-1 4-105-16,2-3 22 0,1 0-40 0,1 2-42 0,1-1-59 15,0 0 17-15,1-1-31 0,2-1 20 0,2 2-6 16,0-3-15-16,2 1-4 0,1 0 2 0,2-1-7 0,1-1 11 0,2 0 0 0,1 1 3 0,1-1-7 0,0 2 7 0,0-2-11 16,2 1 6-16,-2-1-5 0,-1 4-9 0,-5-3 0 31,-2 3 4-31,-2 1-4 0,2 0 7 0,2 1-3 0,-2 0-3 0,0 2-15 0,-2 2 17 0,-1 1-16 0,-2 4 36 16,-1-1-8-1,-1 2-10-15,-1 3-15 0,-3 3 13 0,-1-1-12 0,-3 0 22 16,1 1-6-16,-2-4-11 0,0 4-11 0,0-1 11 0,5-1-10 15,-1 2 14-15,1-5-2 0,0 2-8 0,-4-2-2 0,0 0 4 0,2-1-3 16,0-2 6-16,3-1 1 0,1 0-2 0,1-3-15 0,0 1 14 16,1-2-12-16,1 0 22 0,0 0 0 0,1-2-6 0,1 1-1 15,2 0 10-15,-1-1-7 0,1 0 19 0,2 1-4 0,0-2 0 0,2 0-19 16,-3-2 11-16,0 1-10 0,-1 0 22 0,1-1-8 16,4 2-10-16,0 0-8 0,2 0 3 0,2-1-3 0,-1 0 3 0,2 1-1 15,-3 0-2-15,1-3-15 0,-3 3 18 0,0-1-13 0,0 0 21 16,-1-1-11-16,-1 2-15 0,0 0-45 0,0-1-23 0,-1 1-3 15,1 0-125-15,0 0-80 0,0 0-57 0</inkml:trace>
  <inkml:trace contextRef="#ctx0" brushRef="#br0" timeOffset="35961.67">27605 639 688 0,'-19'-24'155'0,"0"-2"-114"0,6 3-45 0,-2 3-8 0,-2 2 44 0,1 1-10 0,-5 3-16 0,0-2-10 0,-2 4 7 0,2-1-4 0,-2 0 9 0,2 2-6 15,0-2-5-15,-3 3-6 16,2-3 7-16,0 0-2 0,0 0 22 0,2 2-7 0,-1-3-9 0,-1 1-9 0,-3 0 10 0,0 0-8 0,-2 0 10 16,1 2-3-1,1 1-4-15,4 1 0 0,-3-2 4 0,-2 1 2 0,-3 2 19 0,-6 3-7 0,-5 4-12 0,-6 1-14 0,-5 3 15 16,-4 0-13-16,-3 3 14 0,1-3 4 0,-1 0-6 0,-3 1-8 16,-2 0 5-16,-5 5-7 0,-4 0 7 15,2 2 4-15,-1 3-5 0,4 1-16 0,-4 0 26 0,1 1-22 0,-2 2 30 0,-1 0-7 16,-2 3-11-16,0 2 2 0,2 1 11 0,-1 4 0 0,2 4 38 0,-1 4-6 0,-2 2-5 15,-3 2-29-15,2 4 30 0,5-5-26 0,1 1 30 0,5 0-3 16,1-1-14-16,-3 4-14 0,-3 1 8 16,7 6-9-16,3 4 19 0,8 2-1 0,5 5-4 0,-1 1-15 15,2 1 6-15,0 0 12 0,3 3 17 0,7 6 1 0,3 7-46 16,4 8-5-16,3 1 8 0,5-7-4 16,3-2 32-16,10-3-8 0,8-1-5 0,10 1-23 0,7-3 14 0,3-9-11 0,5-5 31 0,3-7-3 0,6-4-5 0,7 3-23 15,8 3 17 1,5-4-14-16,5-1 27 0,1-8-10 0,0-7-15 0,7-6-5 15,3-1 16-15,9-7-12 0,6-3 10 0,-1-1 5 0,1-5-7 0,6-4-15 16,3-3 13-16,4-3-13 0,2-1 30 0,-6-4 1 0,-1-4-1 16,8-4-24-16,5-5 19 0,-1-2-14 0,0-4 35 0,-6-4-4 15,-1-3-6-15,8-8-17 0,-4-7 4 0,-3-4-6 0,-6-2-2 16,-6 1-2-16,-3 3-4 0,0 0-16 0,-10-3 14 0,-13-5-10 16,-6-4 23-16,-11 2-6 0,-6-4-11 0,0 1-2 0,-9 0 2 0,-5 2 0 15,-9-1 3-15,-8-2 1 0,-7-7-4 0,-7-6-21 0,-7-1 13 16,-6 6-15-16,-7 6 13 0,-4 6-6 0,-7 0-7 0,-6-1-2 15,-3-4 5-15,-1 1-1 0,-1 3 14 0,-3 7-2 0,-3 6-5 0,-63-37-57 16,116 81-55-16,-112-82 161 0,63 39-89 16,6 1 1-16,4-2-28 0,3 1-7 0,3 2-3 0,2 4-44 0,5 3-22 15,5 8-23-15,4 3-180 0,7 7 218 0</inkml:trace>
  <inkml:trace contextRef="#ctx0" brushRef="#br0" timeOffset="38029.04">24537 394 864 0,'-5'-3'236'0,"-3"-1"-53"0,3 1-30 0,2 2-51 0,1 0 55 0,1 1-52 0,1 0-44 0,0 0-50 0,1 2 13 0,1 2-13 0,1 1 54 0,2 3-1 15,0 1-9-15,2 1-11 0,2 0 21 0,1 3-26 0,1 4 15 16,0 2-12-16,-7 1-18 0,3 3-2 0,-3-2 8 0,2-2-8 16,5 2 3-16,-1 0-3 0,2 0-11 0,-1-2-12 15,-1-4 10-15,-2 0-12 0,1-4 15 0,-1-1-2 0,-2 2-8 0,0-1-3 16,-3-2 9 0,0-1-8-16,-1 0 17 0,-1-3-4 0,0 1-5 0,1-1-36 0,-1 0 1 0,0-1-12 0,2-1-39 15,-1-1-7-15,0 0-16 0,2-2-80 0,-1 0-19 0,1 0-20 0,0 0-152 16,0-2-14-16,2 1-36 0</inkml:trace>
  <inkml:trace contextRef="#ctx0" brushRef="#br0" timeOffset="38362.17">24963 473 536 0,'-6'0'251'15,"0"0"79"-15,-2 2-156 0,-2 4-2 0,1 1-33 16,0 1-44-16,-3 3-41 0,2 1 10 0,-1 0-26 0,0 4 3 0,1 0-10 15,1 0-14-15,-1 0-5 0,3-1 4 0,2-4-4 0,2-1 9 16,3-2-8-16,0-2-6 0,3 1-14 0,1-2 14 0,1-1-10 16,2 0 25-16,1-4 1 0,1 0-10 0,1 0 11 15,0-4 9-15,1-1-7 0,2-2 15 0,-3 1-9 0,1-3-10 0,-1 1-8 16,0-1 15-16,-2-1-13 0,0-2 24 0,-2 2-5 16,-1 1-10-1,1-1-14-15,-2 4 17 0,1 0-18 0,-1 3 23 0,-1 1-6 0,0 1-11 0,-1 1-17 0,-1 0 15 0,2 0-14 31,-1 3 18-31,-1-1-4 0,1 1-9 0,0 2-10 0,1 0 8 0,-1 0-6 0,1-1 15 0,2 0-4 0,-1 0-3 0,1-4 0 0,-1 1 3 32,0-1-1-32,1 0-1 0,1-1-5 0,-1-2-6 0,2-2-25 15,0 1-5-15,-1-4-5 0,-4 2-36 0,0 0-11 0,0-2-15 0,-1 2-80 16,6-3-4-16,-1 2-20 0,-1-1-69 0,-1 2 5 0,-1-2-24 16,-1 2-5-16,-1 0 164 0</inkml:trace>
  <inkml:trace contextRef="#ctx0" brushRef="#br0" timeOffset="38758.01">25081 298 385 0,'0'-1'126'0,"-1"0"65"0,1 2 57 0,0 0-20 0,0 3-44 16,1 3-43-16,1 0 36 0,0 2-64 0,2 2 21 0,-2-1-27 15,1 1-37-15,2 3-27 0,-2-1 9 0,2 0-20 0,0 0-4 16,1-2-6-16,1 1-12 0,2 2-13 0,-2 0 13 0,2-1-12 16,4 1 22-16,-3-4-5 0,-1-1-10 0,1 1-22 15,-6-1 21-15,2-1-20 0,-1 0 16 0,-2-2-3 0,-1 2-17 16,-1-1-4-16,-1-1 9 0,0-3-5 0,-2 3 10 15,-1-4-1-15,-1 1-3 0,0-3-13 0,-1 0 14 0,1-2-11 0,-3-4 13 16,0 0-4-16,2-1-11 0,-1-2-3 0,3 2 10 0,1-1-4 16,0-1 25-16,2 1-2 0,3 0-2 0,1 0-10 0,2 1 9 15,-1 1-7-15,1 2 9 0,0 1 6 0,-1 1-4 0,1-1 9 16,-1 1 10-16,2-1-7 0,0 1 7 0,-1-2-1 0,0 0-3 0,1 1-15 16,0-2 12-16,-1 1-11 0,2-2 12 0,-1 1-1 0,1-2-7 15,2 1-9-15,-1 0 10 0,1-1-11 0,0 0 11 0,-1-1 0 16,-1 0-1-16,0 2-9 0,-2-2 5 0,-1 0-4 0,1 1 14 15,-3 2-6-15,1-1-4 0,-2 1 7 0,0 3 2 0,-2 1 4 0,1-1 13 16,-1 2-7-16,-1 0-5 0,0 2-11 0,-2 0 3 0,-2 3-3 16,-1 2 10-16,1 0-4 0,-1 2 2 0,1 0-16 0,-1 1 15 15,1 1-11-15,1-1 21 0,2-1-1 0,1 0-13 0,1-1-16 16,2-1 21-16,2 0-18 0,2-1 23 0,2-2-2 0,1 1-14 0,2-2-9 16,0-3 18-16,3 0-14 0,0 0 16 0,2-4-20 15,1-1-23-15,2-1-114 0,0-1-55 0,1-2-12 0,2 0-275 0,0 2 283 16,2-2-30-16</inkml:trace>
  <inkml:trace contextRef="#ctx0" brushRef="#br0" timeOffset="38884.61">25767 167 1821 0,'-21'14'-201'0,"6"-3"481"0,0 5-52 0,1 1-50 0,-5 5-87 0,2 1 0 0,-1 2-37 0,-1-1-24 0,4 0-9 0,3-5-9 0,-1 2-12 0,5-3 2 15,1-2-4-15,1 2-4 0,5 0-34 0,1-1-15 0,3 2-170 0,4-2-156 16,4-1-12-16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35:54.08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21064 5643 365 0,'0'-6'77'0,"1"2"87"0,0 2-107 0,0 2-23 0,3-2-10 0,1 2 0 0,2-1 3 0,1 1 5 0,2-1-4 0,2 0 22 0,-3 1-15 0,4-4 33 0,1 1-15 0,7 1-12 0,8-1-23 0,3 0 6 0,4 1-5 16,2-1 13-16,3 1-2 15,3-1-6-15,4 1-25 0,0 2 21 16,2-2-21-16,-1 2 20 0,-1-1-7 0,3-2-9 0,5 0 1 0,7 1-1 16,5 1 4-16,3-1 4 0,-2 0 2 0,-3-2-4 0,2-2-7 15,4 0 15-15,6-1-11 0,4 0 9 0,1 0-4 0,-1 2-7 0,3-3 1 16,5-1-3-16,4 2 6 0,9-1 2 0,-6 2-4 16,1-1 0-16,6 0-6 0,6-1 5 0,4 3-5 0,0 0 6 0,-2-2 0 15,1 3 0-15,8-2-13 0,2 2 8 0,-1-2-7 0,3 2 17 16,-3-1 1-16,2 1-6 0,7 0-14 0,0 0 28 0,0 2-22 15,2-2 30-15,1 3-3 0,-2-3-13 0,8 1-13 0,2 1 11 16,3-1-10-16,-1 0 21 0,-4 1-4 0,4 1-6 0,3-1-15 0,-2 1 17 16,3-2-15-16,0 1 15 0,-12-1 6 0,3 0-7 0,143-3-10 15,-281 5-6-15,269-3 1 0,-144 0 8 0,-3 3 1 0,2-3-15 16,0 2 13-16,-5 0-11 0,-2 0 15 0,-5 1 2 0,-4 1-4 16,3 0-23-16,-1 1 16 0,-2 1-16 0,-4 1 28 0,-9 1-2 15,-2 0-6-15,2 1-17 0,1-1 22 0,-7 2-18 0,-8 0 25 16,-6 0-2-16,-4 0-10 0,66 6-8 0,-134-12 15 0,102 15-21 15,-63-9 13-15,-7-1 0 0,-5 2-7 0,-14-3 5 0,-7 0-4 16,-8-1 4-16,-2-1 0 0,1-2-3 0,-2 0-2 0,-4 0-3 16,0 0 4-16,-6 0 6 0,-7 0 0 0,-6-2 2 0,-11 1-5 15,-3 0 3-15,-3 0-2 0,-4-1 7 0,-1 2 2 0,-8 0 0 0,-8 0-9 16,-1 2 4-16,0-1-4 0,-1-1 13 0,0 0 1 16,-3 1-3-16,-15-1-12 0,-2 1 13 0,-2 1-12 0,0-2 12 15,5 0 0-15,-3 0-8 0,-13 0-5 0,-3 0 0 0,-2 0-1 0,-3 0 9 0,4 0-4 16,-7 0-2-16,-7 0-4 0,-3 0 4 0,-1 0-1 0,-4-3 11 15,4 2-8-15,-6-2-4 0,-5 1-14 0,-3 0 11 16,-3-1-5-16,-1 0 22 0,2 0-3 0,-1 3-7 0,-6-2-14 0,-4 2 13 0,2-1-9 16,-3 1 20-16,6 0-6 0,-5 0-9 0,-1 0-6 0,-3 1 6 15,-5 1-3-15,7-2 16 0,3 3-3 0,1 2-3 16,-2 0-24-16,-2 2 22 0,1-2-18 0,-2 2 35 0,11 0-9 16,2 1-12-16,-3 0-8 0,4 0 9 0,2 1-4 0,2 0 7 0,10 0 3 15,1 0-8-15,1 0-4 0,4 1 14 0,6-1-12 0,6 1 10 16,4-1-5-16,6-2-6 0,1-1-8 0,9 1 10 0,7-1-5 15,6 3 27-15,5-1-11 0,2-1-6 0,7 1-2 0,11-2-3 0,8 0 3 0,10-3 1 16,6 0 4-16,5-1 0 0,5 1-24 16,7-2 13-16,4 1-14 0,4-2 22 0,5 2 4 0,6-1-6 15,9 2 0-15,4-3 2 0,2 0-3 0,9 0 1 0,4-4 0 0,6 2 3 16,14-2-3-16,2-1 1 0,5 3-1 0,5 0 7 0,0-1-3 16,7 1-1-16,9 0-8 0,7 0 6 0,7 1-6 0,2-1 30 15,1 2-12-15,6-1-12 0,8 1 0 0,6 0-1 0,2 0 5 0,5 3 10 0,-5-1-5 0,5-1 0 16,10 3-8-16,1 0 5 15,4-1-2-15,2 2 12 0,-7-1 0 0,1-2-2 0,8 3-25 0,-2-2 20 0,-2 1-18 16,1-2 24-16,-9 1-3 0,-1 2-12 0,5-3-12 0,-3 1 19 0,-2 2-13 16,-4-2 26-16,-4 1-9 0,-3-1-13 0,3 0-9 15,-4 1 7-15,-2-2-2 0,-3 1 26 0,-7-1-11 0,-2 2-4 0,-1-1-8 0,-5-1-1 16,-6 2 1-16,-4-2 2 0,-9 1 4 0,-9 1 1 0,-3-2-14 16,-8-1 14-16,-8-1-13 0,-7 0 12 0,-10 0 6 15,-10 0-10-15,-7 1-4 0,-9-1 13 0,-8 0-13 0,-4 0 14 16,-7 0-1-16,-1-1-5 0,-8 0-14 0,-5-3 14 0,-7 1-12 0,-9 1 13 0,-6-1 2 15,-9 3-9-15,-14 0-7 0,-6 0 10 0,-3 0-8 0,-8-1 16 16,2-1-6-16,-5 1-3 0,-16 1 1 0,-4 1-2 0,-3 2 4 16,-4 0-4-16,0-1 3 0,-4 2 0 0,-11 0-12 15,-3 2 3-15,0-1 5 0,-5 0 10 0,5 3 2 16,0 0-13-16,-10-2-2 0,2 3 7 0,3-1-2 0,-1 2-1 0,6 0 7 0,4 1-7 0,-3 0-2 16,2 2 16-16,8 1-16 0,0-1 4 15,12 1 0-15,8-3-4 0,7 2-2 0,13-1 8 0,9-2-3 0,8 0 4 0,13-2 0 0,11 0-5 16,9-5-5-16,11 0 3 0,11 0-4 0,10-2 8 0,12-1-1 15,10 0-1-15,15-7-5 16,13 1 10-16,12-3-6 0,11-1 10 0,7 1-1 0,14-1-6 0,12 1-10 0,10-2 16 16,9 4-12-16,5 2 20 0,2-1-5 0,5 5-10 0,173 2 6 15,-323-1-6-15,334 8 5 0,-170-1-5 0,-4-1 0 0,12 4-14 16,-3 2 18-16,-7 1-15 0,2 2 24 0,-11 2-6 0,-6 0-11 0,5 1-3 16,-6 3 0-16,-3 1-1 0,-5-4-18 0,-10 1-10 15,-5 4-10-15,-2 0-56 0,-5 2-11 0,-4 4-11 0,-6-4-85 0,-7 0-71 0,1 7-47 16</inkml:trace>
  <inkml:trace contextRef="#ctx0" brushRef="#br0" timeOffset="9154.93">15027 7493 283 0,'1'-5'32'0,"0"0"23"0,4 3-44 0,4-2 19 0,3-1-26 0,4 1 25 0,4-1-4 0,3 1-9 0,1-3-2 0,-1 2 5 0,0 1-2 16,5-2 18-16,3 3-6 0,8 0-8 0,1 0-17 0,-1 1 15 16,2 2-15-16,1-2 14 0,-1 1-1 0,2 1-6 0,2 0-10 0,-1 0 10 15,-6 0-9-15,3 0 17 0,0 0-2 0,4 0-7 0,8 0-25 16,-1 0 32-16,3 1-29 0,1 1 33 0,2-1-2 0,-2 0-13 0,1-1-19 16,3 0 12-16,0 0-10 0,8-1 36 0,0 0-6 0,3-1-9 15,2 2-21-15,-1-1 26 0,3 1-20 0,1-1 33 0,3-1-8 16,3 1-15-16,2 0 17 0,-2 0-6 0,1-1 11 0,1 0 0 15,-2-2-1-15,7 1-1 0,0-1-15 0,-4 1 23 0,-1 0-18 0,0 1 23 16,-1 0-8-16,2 1-14 0,3 1-9 0,-2 0 11 0,1 1-6 16,2 1 29-16,0-1-6 0,3 0-9 0,6 0-23 0,-3 1 16 15,4-2-17-15,3 1 20 0,-3-1-5 0,3 0-4 0,3 0-11 16,0 0 8-16,4-1-4 0,-1 1 17 0,-4 0-3 0,1 0-10 0,2 1-21 16,1 1 22-16,-1 2-20 0,-1-2 25 0,-5-1-5 0,-1 0-9 15,4 0-2-15,-2 2 2 0,-1-2 0 0,-2 1 8 0,-6-1-2 16,3 1-2-16,-2 2-19 0,-1-2 15 0,-3 0-14 0,-3-1 24 15,-4 2 0-15,-2-2-8 0,1 0-18 0,-3-1 13 0,0-1-12 0,-3 0 35 16,-3-2-16-16,-1 2 2 0,1 0-12 0,-2 0 10 0,-3 1-7 16,1 0 27-16,-5-2-6 0,-1 2-13 0,3 0-7 0,-2 0 15 15,-3 2-9-15,-5-1 26 0,-3 0-8 0,-1 0-10 0,2 1-26 16,4-1 24-16,-10 0-19 0,-2 0 32 0,-3-1-3 0,-2 2-14 0,3-1-9 16,-5-1 10-16,-8 0-7 0,-2 0 33 0,-1 0-11 15,-2-3-7-15,6 2-10 0,-1-3 10 0,-5 1-7 0,0 0 14 0,-3-1-7 16,-3 2-9-16,2-2-17 0,0 0 18 0,-1 3-12 0,0-2 29 15,-3 0-5-15,0 2-14 0,1-1-18 0,-2 2 17 0,1 0-15 0,-2-2 18 16,-3 2 4-16,0 0-6 0,-2 0-15 0,-2 0 6 0,-1 2-9 16,-4-2 17-16,0 2-2 0,-3-1 1 0,2 2-27 15,-2-2 21-15,-1 1-19 0,2-1 33 0,-2 0-2 0,0 2-10 0,1-1-7 16,-1 0 6-16,-1 0-6 0,-1 2 6 0,1 0 1 0,1 0-3 0,-1-1-8 16,1 3 9-16,-1-3-10 0,1 3 0 0,0-3-3 0,0 4-7 0,1-2-12 15,-1 1 12-15,1-1-9 0,2 1 7 0,-1-1 0 0,-1 0-13 16,1 1-30-16,1 2 16 0,0 0-22 0,0 2-4 0,-1-1-13 15,-3-3-16-15,0 1-65 0,0 0-1 0,-1 1-14 0,4 3 86 0</inkml:trace>
  <inkml:trace contextRef="#ctx0" brushRef="#br0" timeOffset="24101.31">15333 9916 382 0,'-12'-6'74'0,"2"3"95"0,2-2-119 0,1 3-4 0,2 1-14 0,2 0 25 0,2 1-14 0,1 1-28 0,-2 2-16 0,2-1 7 16,2 3-10-16,-1 0 7 0,1 0-1 0,0 3 1 0,2 1-20 0,-1 1 15 16,0 1-12-16,1 1 33 0,-1-3-4 0,-1-1-8 0,2 2-14 15,-2 2 13-15,0 1-12 0,0 2 11 0,2-1-4 16,-1 0-8-16,0-1-10 0,1 0 15 0,-1 0-8 0,1-1 31 0,-2 0-5 0,1-2-10 15,-1 2-21-15,1-1 18 0,0 1-15 0,-2 0 28 0,1-1-12 16,1 0-9-16,-2 2 3 0,0-1-4 0,0 2 8 0,0 0-1 0,1 1 7 16,1-1-6-16,-1 2 0 0,-1-4 20 15,-1 2-18-15,0-2 29 0,0 1-4 0,0 0-2 0,0-2-3 0,1-1 3 0,3 1 1 16,-1-4 12-16,2 0 1 0,1-1-4 0,2 0-19 0,1 0 18 16,3-1-21-16,3-2 9 0,2 1-6 0,1-1-9 15,1-2-1-15,0-1 1 0,1-1 0 0,1-2 3 0,0 1 0 0,0-2-8 0,1-1-12 16,-1 1 19-16,-6-2-17 0,-1-1 13 0,-2 2 2 0,2-1-5 0,4 1-9 15,1-1 6-15,0 0-5 16,-2 0 11-16,-2 0 0 0,0 0-10 0,-2 1-10 0,2 0 19 16,-1 2-14-16,-2 1 21 0,-1-2-2 0,0 3-11 0,-1-1-17 15,2 1 17-15,1 1-14 0,0 0 34 0,-1 0-6 0,0 1-11 0,-1 1-18 0,1 0 17 0,-1 1-13 0,1-1 22 16,-2 0-3-16,3 1-9 0,-1 3-10 16,2-3 7-16,1 2-4 0,1 3 18 0,1-3-2 0,0-1-5 0,0-1-21 0,-1-1 25 15,1 0-21-15,-6 0 31 0,1-1-5 16,0-1-10-16,3 0-5 0,6 2 0 0,0-2 0 0,2 0 5 0,-2-2 3 15,-1 2-4-15,3 0-17 0,-2 0 18 0,0 2-16 0,2-1 26 0,-2 1-4 0,-1 0-6 16,0 0-16-16,-3 0 19 0,0-2-14 0,-1 2 20 0,0 1 0 16,-1-1-14-16,1 2 2 0,-1 3 3 0,1-4-4 0,-2 1 1 0,0-3 1 15,-1 2 1-15,-1-2-18 0,-5 1 15 0,0-1-12 16,0 0 32-16,-1 0-3 0,6-1-12 0,1 2-18 0,1 0 24 0,1 0-20 16,2-2 25-16,-2 0-3 0,-1-3-11 0,2 0-11 0,-1 2 11 15,-1-3-7-15,0 2 15 0,-1-1 1 0,1 1-8 0,0-2-6 0,1 1 8 16,-2 1-9-16,2-1 6 0,-3 1-1 0,0 0-1 0,-1 0-6 15,-1-1 6-15,-1 1-2 0,-1 0 17 0,-2 0-3 0,1 0-7 0,0 2-14 16,-1-1 13 0,-1 1-11-16,1-1 17 0,-1-2-4 0,2 1-4 0,-1-2 2 15,2 1 1-15,-1-3 2 0,4 1-5 0,0-2 8 0,0 0-5 0,4 0-1 0,1 0 26 16,2-1-22-16,2 0 17 0,-7-1-5 0,0 3-14 0,4-2-11 0,2 3 7 0,7-1-7 0,0-1 15 16,-2 2-5-16,-2-2-3 0,-2-1-24 0,-1-1 17 0,-1 0-14 15,-2-3 26-15,0 2-5 0,-3-1-9 0,0-1 8 0,-3-1-9 16,-1 2 10-16,-3-2-5 0,0 2 1 0,-3-1 4 0,0-1-21 0,-3 0 22 15,0-1-18-15,-3 0 27 16,-1-1-8-16,-2-3-12 0,0-3-12 0,-2 0 9 0,-2-4-4 0,0 2 27 0,-3 0-4 16,1-1-6-16,-1-2-19 15,1-4 22-15,1-1-16 0,0-2 31 0,1 1-7 0,-1 0-11 0,1 3-6 0,0 3 8 0,0 0-2 0,1 2 20 0,1 1-1 32,2-3-7-32,-1-2-5 0,0 0 13 0,1-1-10 0,0 3 17 15,-1 3-11-15,1 0-5 0,1 2-11 0,-2-2 12 0,0 2-4 0,1 4 28 16,-1 0-8-16,0 2-13 0,0 0-11 0,1 1 6 0,0 0-5 15,-1 0 5-15,0 1-5 0,4 2-5 0,-1 1-7 0,-3 2 9 16,-1 2-5-16,-7-1 11 0,0 3 3 0,-1-1-9 0,-1 0-20 16,-1 0 25-16,0 0-23 0,-2 0 28 0,0 1-7 0,-3 1-11 0,-4 1-13 15,-2 2 15-15,-2 0-9 0,-1 1 35 0,0 2-8 0,-4 0-10 16,-3 0-16-16,-2 2 10 0,5-2-8 0,0 1 19 0,4-2-4 16,-1-1-6-16,-4 2-15 0,1-1 16 0,-2 4-10 0,-1-1 26 15,-3 2 0-15,-1 1-14 0,-5 1-21 0,1 0 26 0,0 1-24 0,3 1 34 16,4-3-3-16,-2 3-11 0,-2-2-19 0,-3-2 15 0,2 0-14 15,1-1 25-15,2-2-1 0,0 1-7 0,-4 0-3 0,1 2 2 16,5 2-4-16,0-2 0 0,2 1 2 0,-1 1 2 0,-6-1-1 16,2 1-3-16,4-2 1 0,2 2 6 0,3-1-4 0,2 1 1 0,-2-1-12 15,4-5 13-15,2 3-9 0,2-4 17 0,7 2-4 0,2 0-8 16,8 0-10-16,2-1 11 0,3-1-8 0,1 2-1 0,-2-2-10 16,3 1-18-16,2-1-59 0,2 3 1 0,1 0-17 0,4 3-40 0,1-1-25 15,2 0-27-15</inkml:trace>
  <inkml:trace contextRef="#ctx0" brushRef="#br0" timeOffset="41257.58">4402 16006 229 0,'0'-8'20'0,"-1"0"-13"0,1 1 82 0,0-2 43 0,0 0-24 0,0-2 18 0,1 3-12 0,0-1-32 0,1 0-13 0,-1 0 21 0,-1 0-32 0,3-2 22 0,-2 4-8 0,0-1-13 0,0 0-20 16,0 3 26-16,0 0-26 0,0 0 17 0,1 2-7 0,-1 1-10 15,-1 1-9-15,0-1-3 0,1 1 1 0,-1 1-3 0,0 1-1 16,0 1-5-16,1 1-19 0,-1 1 20 0,0 1-19 0,1 4 28 16,-1 0-5-16,1 2-8 0,0 0-3 0,0 3 1 0,2-1 0 0,-1 2 6 15,1-2-5-15,1 3-5 0,1 1-11 0,1 4 8 0,1 1-6 16,-1 1 10-16,1 0-3 0,2-1-8 0,1 2-5 0,1-2 9 16,2 1-6-16,-1 0 5 0,-1-1 1 0,1 1-4 0,-2 2-18 15,0-2 18-15,-2-2-18 0,-2-3 21 0,0-6 3 0,-2 4-5 0,0 0-18 16,-2-2 18-16,-2-1-15 0,0 0 28 0,-1-4-8 0,-1 1-10 15,-3-1-19-15,1 2 17 0,-2-4-10 0,0 1 30 16,1 0-4-16,-1-2-11 0,2 0-21 0,-2-2 22 0,3-1-16 0,-1 1 32 0,2-4-3 16,1 0-10-16,1 1-14 0,0-1 16 0,0-1-14 0,0-3 15 15,2-3 0-15,-1-2-6 0,2 0-2 0,-1-5 11 0,1 2-6 0,2-5 24 16,-1 0-7-16,1-2-10 0,0-1-24 0,3 0 20 0,-1 1-17 16,2 3 35-16,0 0-7 0,-1 2-11 0,2-1-6 0,0-1 11 15,1 1-7-15,-1 2 19 0,0 3-8 0,-1 1-9 0,3 4-2 16,-2 1 0-16,0 1 3 0,0 2 3 0,-2 1-3 0,-1 0-4 0,-5 1-8 15,0-1 15-15,-1 4-10 0,1 1 19 0,5 2-5 0,-1-1-10 16,2 2-17-16,-2 0 17 0,2 1-12 0,-1 1 26 0,1 1-6 16,0 2-13-16,1 1-2 0,0 0 5 0,1-3-2 0,-2-1 5 0,-1 1-4 15,0 2-2-15,-1 2-1 0,-1 0 1 0,2-1 0 0,0-3-8 16,0-1-10-16,-2-1-7 0,1-1-19 0,-2-3-17 0,2 0 5 16,-2-2-85-16,1-2-23 15,-1-1-30-15,1 0-117 0,-1-1-14 0,4 0-31 0</inkml:trace>
  <inkml:trace contextRef="#ctx0" brushRef="#br0" timeOffset="41539.11">5140 16227 1159 0,'-3'37'-235'0,"0"-16"435"0,-3-2-62 0,1-5-86 0,-1 1-41 0,2-2 28 0,1 3-29 0,0 0 64 0,1-3-14 0,2 0-11 0,0-3-11 0,0-3 10 0,2-1-9 0,0 0 23 15,3-2-10-15,-1-1-12 0,2 1-25 0,2-3 18 0,0 0-16 0,1 0 21 16,0-1-10-16,1-1-12 0,2-1-6 0,0-2 11 0,2 0-8 16,-2 0-2-16,-5-1 1 0,-1 0-12 0,-1 0-7 0,1 1 20 15,3-1-13-15,-1 0 43 0,0-1-8 0,-3-1-9 0,0 0-14 0,-3 1 17 16,0-2-13-16,-2 1 21 0,0-1-7 0,-2-1-10 0,-3 1-13 16,-1-2 17-16,-1 4-12 0,-2-1 16 0,-1-2-9 0,1 2-16 0,-2-5-4 15,4 1 2-15,0 2-1 0,-1 0 6 0,2 4-5 0,-7-1-3 16,3 4-38-16,0-1 10 0,1 1-15 0,2-1 5 0,2 1 12 15,0-2-5-15,2-1-78 0,2 0 0 0,1-2-36 0,0 1-110 16,3 2-17-16,3 0-41 0</inkml:trace>
  <inkml:trace contextRef="#ctx0" brushRef="#br0" timeOffset="42301.89">5455 16234 567 0,'1'0'158'0,"2"0"42"0,-2 0-107 0,1 0-25 0,0 0-8 0,-1 0-16 0,2 2 15 0,-1-1 7 0,0 2-5 0,0 0-4 0,-1 0-6 0,2 3-7 0,-2 0-20 16,0 0 14-16,0 3-13 0,0 0 17 0,0 0-2 0,2 3-12 16,-2-2-8-16,2-2 11 0,-1 1-10 0,2 0 18 0,-2 0-10 15,1 2-7-15,1 1-25 0,-2 0 19 0,1 0-16 0,-1-1 20 16,1 0-6-16,-2-2-14 0,0 0 0 0,1-2 8 0,-1-2-4 0,-1 1 16 15,1-3-9-15,-1 1-9 0,-1-3-2 0,0 2 3 0,0-2 0 16,0 1 5-16,1-1 3 0,-1-1-1 0,0 0-22 0,1 0 20 16,0 0-19-16,-3-3 28 0,1 1-5 15,1 0-8-15,-1-3-5 0,0 0 1 0,-2-1-1 0,2-2 8 0,-1-1-2 0,-1 0-2 0,1-2-12 16,0-1 14-16,0-3-10 16,2 1 23-16,0 0-9 0,1 1-9 0,-1 0 5 0,1 4-2 0,0 0 5 15,1 0 1-15,0 0 0 0,0-2 0 0,0-1-9 0,3 1 13 0,-2 0-10 16,1 2 19-16,2 2 0 0,-2-1-7 0,3-1-19 0,-1 1 24 15,2 2-20-15,1 1 20 0,0 1 0 0,0 1-19 0,0 1 2 16,1-1 9-16,-1 3-9 0,1 0 9 0,-1 2-2 0,0 1-2 0,1 1-17 0,1 1 16 16,-1 2-13-16,0 1 25 0,-1-1-6 0,0 1-11 0,0 0-7 15,0 1 5-15,1-3-3 0,1 2 10 0,-1-3-1 0,0 2-1 0,-1-1-17 16,-1-1 13-16,0 0-10 0,-6-3 24 0,1 0-4 0,-2-1-7 0,-3-1-11 16,4 0 11-1,1 0-7-15,-1 0 19 0,0-1 3 0,0 1-5 0,0-2-4 0,1 1 8 0,1-1-7 0,-1-2 8 0,1 0-3 16,2 0-5-16,-1-1-8 0,2 0 14 0,2 0-9 0,1 0 17 0,1 2-5 15,1-2-11-15,2 4-9 0,0-2 9 0,-2 2-9 0,0 1 8 16,-1 0 1 0,0 1-6-16,1 2-15 0,-2-1 17 0,-2 3-14 0,1 0 25 0,-1 3-4 0,1 4-10 0,2 0-13 0,-2 1 16 0,1 3-12 15,-2-6 22-15,-1 1-2 0,1 2-9 0,-2-1-9 0,-1 6 7 16,1-4-5 0,-2 0 13-16,-1-3-4 0,0 1-5 0,2-2-15 0,-3-2 17 15,1-1-15-15,0 0 2 0,0-1-7 0,0-2-18 0,-1 1-26 0,1-2 7 16,0-1-12-16,-1 1-9 0,2-3-6 0,-1 1-13 0,2-1-35 0,0-2 9 15,1-1-12-15,1 0-12 0,0-2-7 0,2 1-21 0,1-2-22 0,1 0 4 0,0-2-6 0,1-2 3 16,1 1 107-16,1-1 1 0</inkml:trace>
  <inkml:trace contextRef="#ctx0" brushRef="#br0" timeOffset="42556.09">6247 16252 595 0,'-3'2'216'0,"-2"2"-27"0,-1 0-5 0,1 3-109 0,4 2-27 0,0 2-2 0,-1-1-6 0,1 3-8 0,-5-3 26 0,1 0-19 0,2-3 23 0,2 0-12 0,1 2-19 0,1 0-21 0,2-1 17 0,2 0-13 16,1-2 31-16,2-1-7 0,-4 0-13 0,1-1-15 0,2-1 15 15,0-2-14-15,6-1 12 0,-2 0-3 0,3-1-5 0,-1-3 4 16,1 0 5-16,-1-1 0 0,-2 0 27 0,-2 0-5 0,-1-2 3 16,0 1-18-16,-2-2 14 0,-1-1-12 0,-1 0 19 0,-2 1-7 15,0-1-11-15,-2 1-22 0,0 0 8 0,-1-1-11 0,-1-1 8 0,0-3-5 16,-4-1-3-16,0 1-20 0,-1-1 14 0,-2 2-10 0,1 0 21 15,-1 0-7-15,-1 3-13 0,1 1-39 0,-1 3 2 0,2 0-13 16,1 3-26-16,1-2 14 0,2 1-5 0,2 1-48 0,2 0-31 0,2 1-14 16,0-2-174-16,3 2-3 0,0 1-21 0</inkml:trace>
  <inkml:trace contextRef="#ctx0" brushRef="#br0" timeOffset="43059.9">6781 16182 1049 0,'-11'-5'-204'0,"3"1"392"0,3 1-37 0,-2 1-69 15,-1-3-32-15,0 3 36 0,-1-1-47 0,-1-2 35 0,6 1-10 16,-2-1-21-16,2 0 3 0,-2 0-2 0,-4 1-3 0,-1 1-6 16,1 1 1-16,-1 0-5 0,2 2-23 0,0 0 27 15,2 0-24-15,-2 2 23 0,0 0-10 0,1 1-18 0,1-1 4 0,0 2 2 0,2 1 2 16,0-1 3-16,1 1-6 0,1-1-3 0,0 1-23 0,1-1 18 15,1 3-13-15,-2-4 27 0,2 3-2 0,1 1-13 0,0-2-5 16,1 3 10-16,2 0-8 0,1-1 11 0,1 4 3 0,0-4-6 0,3 2 0 16,1 0 6-16,2 0-5 0,1 1 6 15,0 1-1-15,1 0-2 0,1-1-9 0,2 1 8 0,-1-5-8 0,0 2 10 16,-7 1-4-16,-1 0-5 0,-1 3-12 0,1 3 13 16,3-4-10-16,1 1 17 0,-2-2-2 0,0-1-6 0,-1 1-15 0,-3 0 17 0,-2-1-10 15,-3 0 28-15,-3-1-5 0,-2 0-12 0,-2-1-1 16,-2 1 4-16,-1 0-2 0,-2-1 5 0,0-2-11 0,-3 1-4 0,3 0 0 0,-2-2-1 15,-2 0 6-15,0-1 3 0,-5-3-6 0,1 0-6 0,2 0-40 16,1 0 10-16,2-3-15 0,2-2-8 0,2-2-8 16,2-1-17-16,1-1-41 0,4-2 5 0,0-1-11 0,4-3-15 0,0-2 23 0,5-3-7 0,3-1-9 15,3 0-33-15,4 1-16 0</inkml:trace>
  <inkml:trace contextRef="#ctx0" brushRef="#br0" timeOffset="43488.86">7099 15970 644 0,'0'0'253'0,"0"0"-78"0,0 1-34 0,0 2-83 0,0 1 10 0,0-2 2 0,0 4-6 0,1 2-2 0,0-1 26 15,2 2-32-15,-1 0 20 0,1 1-14 0,0 0-20 0,1 2-24 0,1 2 31 0,-2 1-25 0,1 3 34 0,2 2-4 0,-1 2-19 16,0 2-21 0,0 5 10-16,-1 0-15 0,2 2 0 0,0 0-2 0,2-6-6 15,0 1-9-15,-1-1 10 0,0-3-6 0,-2 2 14 0,0-4-1 16,-2-2-7-16,1-3-26 0,-2-4 5 0,-1 0-10 0,0-4 0 0,-1-2-19 0,1-1-10 0,-1-2-83 0,0-2-39 0,0 1 1 31,0-1-141-31,1-1 8 0,3-5-16 0</inkml:trace>
  <inkml:trace contextRef="#ctx0" brushRef="#br0" timeOffset="43924.51">7424 16167 801 0,'-3'3'239'0,"-1"-1"-45"16,-3 2-33-16,1 0-82 0,-3 2-39 0,-2-1-8 0,1 0-4 15,-3 4-29-15,-1-2 21 0,0 2-23 0,-3 0 32 16,0 0-5-16,-2 1-7 0,1 0-3 0,1 2 19 0,1 1-10 0,2 1 21 15,5-4-6-15,1 0-17 0,0-1-2 0,1-1 3 0,-3-1-4 16,0 5 4-16,3-2-2 0,3-1 0 0,1 1-24 0,1-2 17 0,2-2-15 16,0 2 25-16,3-4-4 0,0 0-11 0,3 0-10 0,2-2 8 15,1 2-6-15,2-3 21 0,0 1-3 0,0-2-6 0,-2-2-14 16,2 0 12-16,2-2-11 0,1 0 12 0,9-1-1 0,-1 1-8 0,3-4-14 16,-1-1 18-16,-2 1-14 0,1-3 26 0,-2 1-10 0,1 0-13 15,1-2-8-15,0 1 16 0,0 2-7 0,-2-1 31 16,-2 1-11-16,-1-3-12 0,-1-3-8 0,-2 2 6 0,-2 0-3 15,-2 2 13-15,-2 2 0 0,-3-2-7 0,-3 2-9 0,0 0 14 0,-2 4-13 0,-1 0 11 16,-1 0 2-16,-2 1-7 0,-2 2-16 0,-1 0 20 0,-2 2-16 16,-1 3 26-16,-1 0-4 0,-1 2-12 0,-1 1-18 0,-1 2 15 15,0 1-13-15,0 1 32 0,2 1-6 0,1 1-6 0,0 1-19 16,2 1 16-16,2-1-13 0,2 1 20 0,2-3 1 0,2 0-9 0,1-4-3 16,1 1 12-16,3-2-9 0,0 1 18 0,2 2-6 0,0 0-10 0,2-2-3 15,0-2 2-15,2 1-2 0,2-3 6 16,0 1-1-16,2-3-4 0,2 1-17 0,0-1 2 0,2 2-8 0,0-3-7 0,2 0-5 15,-2 0-6-15,-5-2-17 0,-1 0-10 16,-1-1-2-16,1-3-59 0,4 2-28 0,1-2-20 0,0-1-93 0,-2 2-17 0,1-3-1 16,0-1 131-16</inkml:trace>
  <inkml:trace contextRef="#ctx0" brushRef="#br0" timeOffset="44518.74">8069 15858 681 0,'0'-5'214'0,"0"3"-135"0,0 1 91 0,-1 1-107 0,-1 0 26 0,1 2-41 0,-2 3 70 0,0 0-9 0,0 2-13 0,1 3-10 0,-1 1 10 0,1 2-22 0,1 0 7 0,-1 2-4 15,2 1-6-15,0 0-30 0,0 2 6 0,0 2-14 0,1 0-2 16,1 1-9-16,-1 0-8 0,0 2-18 0,1 0 9 16,-1 0-7-16,2-2 13 0,0-4-1 0,3-1-6 0,0-2-8 0,-1 2 5 0,2-2-4 15,-1-1 6-15,0-1-1 0,0 0-2 16,1-1-13-16,-2 0 12 0,0-4-10 0,-2-2 8 0,-1 1-6 0,0-4-9 0,-2 1-8 0,-3-1-1 15,1 0 1-15,-2-1 0 0,-1 0-1 0,-2-1-1 0,1 0 0 16,-2 0 10-16,0-2-2 0,1 0 25 0,-2-3 2 0,-1 0-2 0,-1-1-10 16,-2-2 7-16,1-1-7 0,-1-1 10 0,-1 1-3 0,1 0-1 15,0 2-9-15,0 2 14 0,2 1-10 0,-1 3 18 0,2 1-1 16,1 1-7-16,0 5-17 0,1-1 14 0,1 2-10 0,0 4 29 16,1 0-5-16,1 2-8 0,0 2-8 0,1-3 11 15,0 2-8-15,1 0 18 0,0 1-2 0,1 3-4 0,2-1-12 0,3-2 8 0,1-1-9 16,2-3 8-16,1-1-4 0,2-1-6 0,2-2-11 0,1-1 9 15,3-3-7-15,2 1 16 0,-1-2-3 0,3-2-6 0,2 0-23 16,0-4 6-16,0 1-9 0,1-2 6 0,-2 1-3 0,1-2-4 0,1 1-25 16,1-3 2-16,2 0-10 0,-3-1-13 0,-6-1 9 0,-1 0-1 15,-1-2 15-15,2 0 10 0,5-4 0 0,1 1 40 0,-4-1-1 16,-2 4-1-16,0-2-3 0,-2-2 10 0,-1 1-5 0,-2-2 9 0,1 2-3 16,-3 5-5-16,0-1 5 0,-2 2 2 0,-1 3 3 15,-1 2 15-15,-3 2 5 0,-1 2 1 0,-1 0 10 0,-2 2 3 0,-2 2-3 16,-2 2-10-16,-3 5 2 0,-2-1-1 0,0 4-2 0,-1 0 1 15,-3 1-2-15,2 1-2 0,-1-3-5 0,0-3-3 0,0-3-16 16,1 1 9-16,2-1-9 0,4 0 13 0,3-2-5 0,4-1-6 0,2 0-6 16,4-1 0-16,3-2 0 15,1-1 11-15,3 0-2 0,-1-1-1 0,2-5-8 16,-1 1 4-16,3 0-4 0,-1-1 5 0,1-2 0 0,1-1 1 0,1 3-5 16,-1-1-6-16,0 2 2 0,1 0-14 0,-3-1-4 0,1 1-1 0,-1-2-30 15,-2 3 0-15,-2-2-10 0,1 2-31 0,-3-1-14 0,0 2-13 0,-2 2-73 0,2-1-18 0,0 0-2 0,0 1-33 16,-1-1-11-16,4-1-5 0</inkml:trace>
  <inkml:trace contextRef="#ctx0" brushRef="#br0" timeOffset="45104.6">8914 16075 888 0,'-1'-3'262'0,"0"2"-65"0,-2 1-16 0,-1-1-100 0,-2 1 11 0,1 0-13 0,-3 1-9 0,-1 2-51 0,-1-1 11 0,-3-1-20 0,1 3 14 0,0 0-5 0,-1-1-5 0,0 2-3 0,0-1 5 0,2 1-2 0,2-1 9 0,5-1-4 0,-1 3-7 0,5 0-17 31,0 2 23-31,3 1-17 0,1 0 33 0,2-1 3 0,3 3-12 0,1-2-2 0,0 2 19 0,1 2-16 0,0 2 17 0,1-2-6 31,0 4-12-31,-1 1-26 0,0 0 15 0,-1 0-16 0,-1-6 20 16,-1-1-6-16,0-2-9 0,-1 0-15 0,-2 1 12 0,-1-1-8 0,-1 0 26 16,-1-3-6-16,0 1-9 0,-2-5-11 0,0 1 1 0,0-1-3 15,-2-2-11-15,0 0-8 0,0 0-11 0,-1-2-33 0,-2-3 0 16,2 1-10-16,-2-4-48 0,2 0-16 0,-2-2-24 0,2-1 1 15,1-4-16-15,0 4 17 0,0-4-26 0,2-3 3 0,3-2-2 0,1-6 118 16,2-1 5-16,1 1 35 0,1 2 34 0,1-1-1 0,0 2-8 16,0 0 19-16,-1 0 22 0,1 2-2 0,-1 0 71 0,-1 1 4 15,-2 0-2-15,0 0 5 0,-1 2 18 0,1 1-18 0,-3 2-32 0,0 2-34 16,1 4-42-16,-1 2 61 0,1 1 10 0,1 5 19 0,-1-3 9 16,-1 4-18-16,-1-1-22 0,1 1-18 0,-1 1 9 0,0 3-8 15,1-1 14-15,0 3-1 0,1 0-2 0,0 3-10 0,0 2 14 0,2 1-13 16,-1 1 4-16,2 1-9 0,-2 2-15 0,2 0-20 15,-2 4 10-15,1 0-11 0,-1 1 14 0,0-4-2 0,-1 3-5 0,2-1-18 16,-1 0 8-16,3-1-12 0,-1-1-11 0,-2-2-10 16,1-3-14-16,-3-1-60 0,0-1 4 0,-1-1-17 0,-1-4-13 0,0 2-23 15,-3-3-14-15,-2-3-39 0,-1 3 5 0,-2-3 8 0,0-1 83 16,0 0 17-16,0-4 13 0,0 0 28 0,-1-3 29 0,1-1-11 16,3 0 69-16,-1 1 38 0,3-1 21 0,2-1 129 0,1 0 12 0,2 0 11 15,4-1-34-15,0 0-35 0,3-3-40 0,2 3-45 0,3-2-2 16,2 3-9-16,-1 1-25 0,4 5 2 0,-1 0-6 0,2 3 11 15,-1 3 13-15,-8-1-12 0,-1 2-1 0,-1 1-10 0,-1 0-14 0,6 3-17 16,1 0 13-16,1 0-10 0,-1 3 22 0,-2-1-9 0,-1 0-11 0,-1 0-18 16,-2 1 10-16,0-2-11 0,0-2 7 0,-2 1-1 0,-1-2-3 0,-1 0-15 15,0-3-2-15,-2 0-6 0,2 0-37 16,-3-3-18-16,1-3-17 0,0-1-129 0,0-2-67 0,0 2-6 0,3-3-256 0,2-2 308 16,1-3-6-16</inkml:trace>
  <inkml:trace contextRef="#ctx0" brushRef="#br0" timeOffset="45623.07">9514 15961 1510 0,'0'0'109'0,"0"-1"84"0,0 1-75 0,0 0-16 0,-2 0-13 0,0 1-27 0,-1 1 3 0,-1 1-10 0,0 0-12 0,-1-2-11 0,1 0-12 0,-2 2-20 0,0-2 15 0,0-1-13 0,0 1 19 0,2-1-6 0,-1 0-12 0,2 0-17 0,1-1-4 0,0 1-5 16,0 0-27-16,2 0 0 0,0 0-8 15,0 1-21-15,3 1 3 0,-2-1-5 0,2 3 24 0,1-1 3 0,0 3 7 0,0-1 12 16,2 2 8-16,1 0 1 0,-2 1 18 0,2 0 0 0,0 1-4 0,0 3-4 15,-1-2-3-15,0 2 2 0,0 1 3 0,-2 1 0 16,-1 1 1-16,1-1-27 0,-3 1 27 0,0-1-30 0,-1 1-18 16,0-4 23-16,0-1-12 0,0 2 49 0,1-2 2 0,-1-2 6 15,1-3 30-15,0 0 4 0,1-2 8 0,0-3 8 0,2 0 10 0,3 0-3 0,2-4 11 16,3-1-20-16,3-3-15 0,4 0-23 0,5-1 0 0,-1-1 1 16,3 1 21-16,-8 0-5 0,-1 0-1 0,0 0 1 0,-2-1-2 15,8 0 3-15,-4-1-4 0,-4 3-1 0,-2-1 0 0,-2 0-15 0,1 1 20 16,-3 2-18-16,0 0 21 15,-3 1-8-15,0 1-14 0,-1 2-20 0,0-1 16 0,-1 1-13 16,1 2 32-16,-2 0-3 0,2 0-7 0,-1 1-8 0,2 2 16 16,-2-1-12-16,2 2 22 0,0 1-6 0,-1 0-7 0,3 4-6 0,2 0 2 0,1 3-2 15,4 0-1-15,1 3-5 0,2-1-4 0,3 2-19 0,2 3 12 0,-1 1-9 0,3 3 19 16,-1 0-2-16,3 1-8 0,0 0-14 0,-4-2 6 0,-4-1-7 16,-1 0 3-16,-4 0-1 0,2 2-8 15,-4 0-14-15,-4-2 14 0,-7-4-14 0,-2-1 10 0,-8-3-3 16,-4-2-10-16,-6 2-20 0,-7-2 22 0,1 0-17 0,-4-1 50 15,-2 0-3-15,-2-2-3 0,-8 0-2 0,1-2 10 0,0-2-4 0,-2 0 22 16,3-2 4-16,1-1-2 0,-4 1 17 0,3-1 22 0,4-1-10 0,5-1 34 0,16-1-9 0,6-1-16 16,5-3-19-16,4 1 6 15,-1-2-12-15,5-2-13 0,4-3-6 0,-1-1-11 0,6-3-13 16,7-1 8-16,5-2-10 0,8-2-5 0,-3-3-11 0,0 0-14 0,1-6 1 16,0 1-21-16,3-1 10 0,-1 4-89 0,-1 0-31 0,-2 5-29 15,5 2-285-15,1-4 302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36:55.72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11405 10228 217 0,'-2'-3'23'0,"1"0"-27"0,1 3-12 0,0 0 10 0,1 0 6 0,2 0-4 0,-1 1 6 0,0 0-2 0,0 0 2 0,1 1-10 0,0-1 4 0,-1 0-2 0,1 1 20 15,-1-1 3-15,-1 0-2 0,1 2-11 0,0-1 27 0,1 1-20 16,-1-1 45-16,0 1-13 0,0-1-12 0,2 1-5 0,-1 0 9 16,2 0-4-16,1 1 6 0,0 0-5 0,2 0-17 0,1 2-28 15,1-2 34-15,0 3-31 0,1-4 39 0,0 3-10 0,1-3-18 0,0 3-1 16,2-3 0-16,0 2 3 16,2-1 8-16,0 1 1 0,2-2-9 0,-1 1-15 0,1-2 26 15,0 2-22-15,-5-1 35 0,-1-1-3 0,0 0-6 0,3-2 1 0,8 0 3 16,-2 0 1-16,1-2 3 0,1 1 2 0,-3-1-10 0,4-1-18 0,-2 0 24 0,2 2-24 0,-2 0 19 15,1-2 1-15,-1 2-9 0,0 0-16 16,3-1 13-16,0 1-11 0,0 0 26 0,-2 1-2 0,0-1-6 16,-1 1-24-16,1 0 26 0,-3-2-23 0,-7 2 32 0,1 0-4 0,-1 0-11 15,5 0-4-15,6 0-1 0,-3 0 1 0,2-1 0 0,-3 1 0 16,-1 0-2-16,2 0-13 0,-1 0 16 0,3-1-13 0,0-1 17 0,1 1-3 0,1 0-8 0,-1-2 2 16,2 2-4-16,-1-1 6 0,1 2 3 15,-2-2-1-15,0 1-2 0,0 0-26 16,-8 1 25-16,-2 0-20 0,-2 0 36 0,1 0-8 0,3 0-11 0,4 0-4 0,-1 1 2 0,-1-1 0 0,0 1 6 15,-3 1 3-15,1-2-7 0,1 1-22 0,0 0 31 0,0 0-27 16,1 2 37-16,1-1-7 16,0 0-14-16,1 0-8 0,-1 1 3 0,-1-1 1 0,1 1 15 0,-2 1-1 0,2-2-6 15,-1 2-21-15,1 1 25 0,1-2-21 16,1 2 34-16,-2-2-10 0,-1 0-10 0,-5 1-2 16,-1-1-1-16,3-1 3 0,2 1 6 0,6-2 3 0,1 1-2 0,0-2-16 15,-1 0 20-15,0-2-19 0,0 1 24 0,0-2-3 0,0 2-8 0,4-1-16 16,-1 2 16-16,1-3-9 0,-1 2 23 0,1-1 3 0,0 1-16 0,2-1-10 15,0 2 28-15,-1-3-24 0,-5 2 32 0,-4-1-7 0,1 0-12 0,4 1-11 16,4 1 8-16,0-2-6 0,1 1 13 16,-2-1-1-16,1 0-6 0,4 1-17 0,3 1 15 0,2-1-15 15,3-1 13-15,1 2-3 0,1 0-4 0,-1 0-15 0,-4-1 14 0,-1 0-8 16,2 0 31-16,1-1-7 0,2 0-10 0,3 0-13 0,0 0 12 16,1-1-9-16,2 1 13 0,-2 0-3 0,-1 0-4 0,-7 1-3 15,-3-1-2-15,0 1 3 0,0 1 11 0,3-1 0 0,-1 1-2 0,-1-1-21 16,-1 1 19-16,3 0-17 0,2 0 24 0,-1-2-2 0,1 2-9 15,4 0-3-15,-4-1-2 0,-4 0 2 0,2-2 9 0,-1 1 3 16,3-2-2-16,9-3-23 0,0 0 26 0,3-1-22 0,3 0 29 16,2 1-4-16,2-1-13 0,-6 0-14 0,1 1 15 0,-1-1-9 0,-1 0 29 15,7 2-4-15,-2-1-13 0,3 1-2 0,3 2 1 16,-3-1-2-16,-9 1 0 0,-3-1-5 0,-1 2-4 0,1 0-8 0,5-1 20 16,-2 1-10-16,-4-1 17 0,1 2 3 0,1 1-14 0,0-2-5 15,1 2 11-15,-8-2-12 0,0 2 9 0,-5 0-1 0,-1-2-5 0,5 0-12 16,-4 2 23-16,0-1-15 0,0 2 16 0,-3-2 0 0,1 1-17 15,1 0-2-15,1-2 21 0,-2 2-14 0,0-2 30 0,-8 2 2 0,-2-1-5 16,1-1-29-16,1 0 20 0,6 1-20 0,-4-1 25 0,-4 2-3 16,0-2-10-16,0 2-27 0,-2 0 27 0,-1-2-23 0,0 1 34 15,-5 1-7-15,0 1-13 0,-1 0 1 0,-3-2-3 0,-2 2 5 16,-2-1 2-16,-2 1-1 0,-2 0 0 0,0 0-22 0,-2 0 20 0,0 0-17 16,0 0 27-16,2 1-3 0,0-1-8 0,3 0-65 0,2 0 1 15,1 2-21-15,1-1-34 0,3 0-17 0,1 0-20 0,3 1-121 16,0 0 167-16</inkml:trace>
  <inkml:trace contextRef="#ctx0" brushRef="#br0" timeOffset="6487.48">8970 11938 170 0,'-20'0'-10'0,"1"0"-48"0,2 2 70 0,2 0 8 0,1 2 1 0,0 0 21 0,1 1-3 0,0-2-4 0,0 3-28 0,1-1 30 0,-15 7 10 16,13-6-20-16,0 2-13 0,0 1-5 0,1 1-7 0,-1 0 9 0,1 3 4 16,3-2 4-16,-2 4 0 0,-2-1-30 0,-1 1 28 0,-6 2-28 15,-1-1 32-15,2 2-4 0,1 0-11 0,1 3-15 0,0-1 10 16,2 1-7-16,0 0 25 0,1 1-4 0,2 0-7 0,-1 1-27 15,3 0 28-15,0 1-25 0,1 1 33 0,-1-4-7 0,1 1-15 0,0 4-11 16,0 1 20-16,0 2-10 0,2 1 37 0,0-2 2 0,-1 1-13 16,1 4-16-16,1 3 21 0,-1 1-23 0,2 2 16 0,2-5-2 15,-1 1-3-15,2 3-13 0,-1-1 0 0,1 4-2 0,0-1 8 0,0 0 3 16,0 2-4-16,3 5-14 0,1 3 14 0,2 3-13 0,4 1 20 16,0-3-5-16,1-4-6 0,1 4-24 0,1 1 25 0,2-2-17 15,1 3 38-15,1-1-3 0,2-3-19 0,4 5-18 0,3-5 25 16,-1-3-22-16,3-5 25 0,-1-5 2 0,1-2-13 0,3 0-1 15,0-1 8-15,4-2-7 0,-1-2 15 0,0-2 1 0,-7 0 1 0,3 1-12 16,1-2 13-16,5-1-11 0,7-3 28 0,-2-2-4 0,2 0 1 16,4-2-20-16,2 0 10 0,4-4-8 0,3 1 24 0,-3-3-6 15,-2-2-12-15,1-1-14 0,-3-2 23 0,3 0-21 0,3-3 18 0,-2-4-7 16,0 0-14-16,4 0-1 0,0-2 5 0,-1 1-1 0,-6-4 11 16,-3-1 3-16,-4-3-6 0,-1-4-7 0,4 0 15 0,-3-5-13 15,0-4 23-15,-2 1-8 0,-3-5-4 0,0-1-18 0,0-2 12 0,-2-3-7 16,-3-2 17-16,-7 1-4 0,-4-2-13 0,-1-4-21 0,2-3 25 15,1-5-22-15,-2 3 25 0,-2-1-1 0,-1 1-12 0,1-1-11 16,0-2 10-16,-3 2-8 0,1 0 21 0,-2 6-6 0,0-2-4 0,-3-1-13 16,1-3 12-16,-2 3-9 0,0 1 9 15,-1 3 1-15,-1 3-5 0,-1-5 0 0,1 1-6 0,-1 4 5 0,-1-1 7 0,0 5 0 16,-2 3 4-16,1-2-30 0,-3 0 25 0,0-1-23 0,-1-1 33 0,-2 3-5 16,-2 0-10-16,-1-1-5 0,-2 0 4 0,-3-2-2 15,-1 1 10-15,-2-2-2 0,-1-1-5 0,-2-3-8 0,-2-2 7 0,-2 3-5 16,-4 0 7-16,-3 1-6 0,-4-3-6 0,-4-3 4 15,-2 4 1-15,3 1 4 0,-2 2 5 0,-1 1 1 0,1 1-2 0,-6 1-10 16,1 1 9-16,0 6-10 0,0 1 9 0,4 4-1 0,-2 1-1 0,-3 1 0 16,0 1 1-16,2-1 0 0,0 3 0 0,1 0 2 0,0 2-2 15,-4 0-21-15,1 0 25 0,4 3-21 0,0 3 32 16,3-1-11-16,1 2-11 0,-2 1-33 0,3 0 11 0,-2 1-13 0,2 1 0 0,7 0-7 16,2-1-18-16,-2 2-38 0,1 0-2 0,-1 1-12 0,4 1-49 15,3 3-6-15,2 1-14 0</inkml:trace>
  <inkml:trace contextRef="#ctx0" brushRef="#br0" timeOffset="18336.32">12024 11809 217 0,'5'5'200'0,"-6"-4"-120"0,-3 2 115 0,1 1-154 0,-3 4-39 0,1 1-8 0,-2-1 6 0,-1 4 3 0,0 1-6 0,-2 0-15 0,1 1 28 0,0 1-23 0,0-2 25 15,0 0-3-15,0 2-9 0,-1 3-2 0,0 2-6 0,1 3 5 16,-1 1 7-16,1-1 4 0,0 0 2 0,2 2-17 0,-1 2 17 0,3 1-18 15,1 2 15-15,3-1-2 0,1 2-1 0,4 0 23 0,1 1-7 16,2-2 14-16,2 0-7 0,0-3-3 0,1 2-6 0,1 2-37 16,1 0 35-16,-1 2-32 0,1-2 39 0,-1-5-10 0,0 0-17 0,0 4 2 15,0 2-1-15,-1 1 4 0,-1 3 4 16,-1-2 1-16,-2 3-4 0,-1 2-21 0,0 0 27 0,-2 1-23 0,-1 1 33 0,-1-3-6 16,1 2-12-16,-1 1-1 0,-1 1-3 0,0-2 4 0,1 0 8 15,1-6-2-15,0 0-2 0,3-4-22 0,-1 0 26 0,3-2-23 0,1-6 27 16,2-2-5-16,1-2-10 0,0-1 3 0,3-1-6 15,0 1 6-15,1-3 6 0,1 0-2 0,0 0-3 0,-5 0-18 0,0 2 22 16,1-3-17-16,3 1 30 0,6-2-5 0,3-1-9 0,-1 1 1 16,1 1 1-16,0-1 2 0,0 1 9 0,2-3 2 0,3-1-6 0,5-1-20 15,2-3 23-15,0 0-22 0,2-1 26 0,0-3-6 0,2-1-7 0,-6 0-8 16,2-1 5-16,-1-3-2 0,2-1 15 0,4 1 0 16,1-3-8-16,7-2-22 0,1-1 26 0,4 0-22 0,0 0 41 0,-5 2-6 15,-4 3-4-15,5 4-25 0,-2-1 21 0,5 2-13 0,6-1 48 16,-2 0-7-16,5-2-20 0,2 2-25 0,-2 0 17 15,-6-1-19-15,-2 0 9 0,-3-2-2 0,0 1-5 0,10-2-2 0,-1 1 1 0,5 1 0 16,-4 0 13-16,-8 0-3 0,2 3-3 0,1-1-23 0,0-1 22 16,11-1-17-16,0 1 32 0,0-2-7 0,4 1-13 0,-6 1-10 15,3-1 11-15,-4-1-6 0,0 0 17 0,3 0 0 0,2 1-13 0,4-1 0 16,-4 0 4-16,-5 0-5 0,-1 0 3 0,-6 0-2 16,2 1 0-16,4-3-1 0,-1 0 0 0,0 0 2 0,-5-1 4 0,-10 0 1 15,-4-2-4-15,1-2-17 0,-2 0 27 16,0-2-23-16,0 2 33 0,-4 0-1 0,-2 0-11 0,3 2-5 0,-4-1 5 0,-2 3-4 0,-2-1 13 15,-2 2-5-15,-3 0-3 0,-7-5-13 0,-4 1 6 16,-1 0-4-16,-2 1 13 0,3 1 0 0,0 1-4 0,1-2-2 16,-4 0-4-16,-2 0 3 0,-1-1 0 0,-2-1 6 0,0 1 4 0,-2-1-10 15,1-2 19-15,-2-1-18 0,0-2 15 0,-1 0-6 0,0-4-8 0,1 0 2 16,-2-1-1-16,1 2 3 0,2-3 8 0,-1 1-3 0,1-4-3 0,1-2-24 16,1-2 20-16,1-3-17 0,1-1 23 0,1 2-7 15,2 0-13-15,0-1 2 0,0 0 3 0,3-1 1 0,1-3-1 0,-2 2 2 16,0-2-7-16,0-1-20 0,1 1 31 0,-1 0-24 0,2-2 38 15,-1 0-7-15,-1 0-17 0,1-2 3 0,-2 1-3 0,-1-2 3 16,-1 0 6-16,-3 2-3 0,-3 2 2 0,1 1-16 16,-3 0 7-16,1 3-6 0,-2 1 21 0,-2-2-7 0,-2-1-4 0,-2-2-2 15,-4 4 5-15,-2 3-1 0,-1 5 8 0,-1 2-3 0,-2 2-7 0,-1 1-4 16,-4 4 4-16,1 0-2 0,-2 0 5 0,4 2 5 16,-3-3 0-16,-3 5-28 0,0 0 21 15,-3 4-20-15,1 1 40 0,2 0-9 0,-3 1-5 0,-3 1-14 0,-2-2 4 16,-2 1-1-16,1-2 11 0,0 1-5 0,0-1-8 0,-6 0 0 0,-4 1 7 0,-2-1-1 0,-6 0 1 15,3 4 4-15,-3-1-8 0,-5 1-5 16,-1 2 13-16,-3-1-13 0,-3 1 12 0,-2 1-1 0,-3 1-1 0,-5 1-17 16,-3 4 12-16,-3 0-9 0,-3 1 31 0,0 2-5 0,-4 0-11 0,-1 1-15 15,-3 1 18-15,-1 0-15 0,2 0 19 0,-1-1-3 0,1 0-10 16,-3 0-3-16,0 2 7 0,6-2-3 0,-2 0 5 0,3 1 5 16,3 1-7-16,-4 1-19 0,5-1 25 0,1 0-23 0,3-2 26 0,-1-2-1 15,2 1-10-15,-4 1-4 0,2 0 9 0,-2 1-6 0,2 2 5 0,3-1 2 16,-2 1-7-16,-2 0-12 15,4 3 20-15,-2-1-15 0,1 4 18 0,2-1-3 0,-3-1-10 0,-5 2-4 0,3 2 2 0,1-1 0 0,2 7 13 16,7-5-4-16,1-6-1 0,-4 0-16 0,5-2 10 0,3-1-10 16,3-2 7-16,13 0-3 0,4-2-8 0,4-2-25 0,5-3 4 15,5 1-11-15,6-3-21 16,6 1-3-16,7-2-15 0,2 3-50 0,6 1-7 0,1 1-20 16,2 3-94-16,3 1 150 0,2 5-16 0</inkml:trace>
  <inkml:trace contextRef="#ctx0" brushRef="#br0" timeOffset="31350.84">21549 11026 321 0,'-4'-3'41'0,"-2"2"26"0,0-2 39 0,1 2-45 0,-1 0 43 0,2 1-18 0,-1 0-25 0,1 0-22 0,1 0 11 0,0 0-21 0,1-2 6 16,1 2-8-16,0-1-6 0,0 1-15 0,-1-1 19 0,2 1-15 15,-1-2 37-15,1 2-2 0,0 0-15 0,0 0-19 0,0 0 38 16,0 0-40-16,0 0 36 16,0 0-11-16,0 0-21 0,0 0-16 0,-1-1 18 0,2 5-17 15,0 0 26-15,1 2-1 0,0 3-14 0,0 4-3 0,0 2 16 0,-1 1-17 16,-1 3 20-16,0 0-7 0,0-1-7 0,-1 4-18 0,0 1 14 0,-1 0-13 16,0 3 30-16,-1-1-6 0,1-4-15 0,0-1-16 0,0-1 23 15,1-1-19-15,-2 3 29 0,2-2-8 16,0 3-12-16,1 3 3 0,0 0-3 0,0 2 4 0,1 1-2 0,-1-5 2 0,1 2-1 0,0-2-28 15,1 0 34-15,-1 0-27 0,0-1 44 0,0 0-10 0,0 2-16 16,1 4-17-16,2-1 16 0,-2 2-10 16,1-4 32-16,-1-4-5 0,1-1-13 0,-1 1-10 0,0-1 16 0,-1 1-13 15,2-2 10-15,-1 1-1 0,0 2-6 0,-1 0-1 0,0 1 2 16,-1-3 0-16,1-2 5 0,-1-5 4 0,2 2-5 0,-1-1-18 0,0 1 25 0,0-3-22 16,1 2 22-16,0 1-1 0,1-1-10 0,-1 2-7 0,0-4 8 15,2-1-3-15,-2-2 20 0,1-1-8 0,-1 0-5 0,2 1-20 16,-2 0 15-16,0-2-10 0,1 2 22 0,-1 1-3 0,1-1-9 0,1 3-8 15,-2-2 4-15,-1-1 0 0,1-2 13 16,-1-2 1-16,1-2-5 0,0 4-17 0,-2-2 23 16,1 0-19-16,-1-1 22 0,0-1-6 0,0 0-12 0,0-1-14 0,0-1 17 0,0 1-9 0,0 0 28 0,0-1-1 15,0-1-12-15,0 1-8 0,0-1 9 0,0 0-10 0,0 0 0 16,0 0-22-16,1 0-13 0,-1 2-96 0,1-2-35 0,1 0-3 16,-1 0-118-16,-1 0 165 0,0-2-5 0</inkml:trace>
  <inkml:trace contextRef="#ctx0" brushRef="#br0" timeOffset="32411.68">22687 10841 346 0,'-4'0'137'0,"0"0"33"0,0 0-77 0,0 0-1 0,1 1-19 0,-1-1-20 0,2 0-42 0,1 2 23 0,0-1-30 0,0 2 17 0,1-2-11 0,0 1-13 0,1 2-14 16,0 1 12-16,0-1-7 0,1 1 34 0,0 2-7 0,2-2-12 15,-2 3-15-15,0 1 21 0,1-1-19 16,-1 1 21-16,0 3-4 0,0 0-9 0,-1 0-17 0,1-1 25 15,0-2-19-15,-1 2 49 0,-1 2-7 0,0 1-16 0,0 4-15 16,0 0 14-16,0 0-17 0,-2 3 19 0,1 0 7 0,-1-1-3 0,2 5 13 16,-1-3 7-16,1-1-8 0,0 1 2 0,0 0-8 0,1 1-10 0,2 0-24 15,0 1 22-15,-1-2-19 0,1 0 28 0,-1-3 2 16,0 0-6-16,0 2 3 0,1 0 3 0,-1 0-2 0,-1 1-5 0,0-2-2 16,-1 1-8-16,0 0 8 0,0-1 5 0,-1-2-3 0,0-1 3 15,-1 3-8-15,0-2-3 0,0 1-2 0,1 3-3 0,-1-1 5 0,0 0 4 16,0-1-1-16,1-1-1 0,0 1-19 0,-1-1 15 0,1 0-12 15,-1 2 24-15,0-1-2 0,1 3-8 0,1 1-23 16,-1-2 21-16,0-3-18 0,1-1 26 0,-1-5-1 16,1 2-13-16,0 2-17 0,0-2 25 0,1 0-19 0,0-4 36 0,0 3-10 0,2-1-12 0,-1 1-1 15,-1-1-2-15,1 0 3 0,-1-3 4 0,2-1-2 0,-1 0 0 0,-1 0-13 16,1 0 12-16,-1 0-9 0,2 1 19 0,-1 1-7 0,0-2-8 16,1 2 0-16,1-2 4 0,-1-2 0 0,1-2 5 0,-1 1 1 15,-1-3-8-15,0 3-20 16,-1-3 26-16,1 0-21 0,-1-1 34 0,0-2-7 0,0 0-12 0,-1 2-2 15,0-2-2-15,0 0 3 0,0 0 8 0,0 0-5 0,1-2-2 0,-1 0-22 16,0-3-36-16,0 1-1 0,0-2-258 0,0 0 198 0,3 0-50 16</inkml:trace>
  <inkml:trace contextRef="#ctx0" brushRef="#br0" timeOffset="33786.08">21760 14259 458 0,'0'0'135'0,"0"2"162"0,0 0-219 0,0 1-19 0,0-1-39 0,1 4 16 0,2-3-6 0,0 1-7 0,3 1 3 0,0-3 10 0,2 0-8 0,1 1 19 0,2-3-11 16,2 1-12-16,1-1-14 0,2 0 8 0,1-1-8 0,2-1 8 0,1 2-6 0,0 0-3 0,3 0-18 15,-1 3 6-15,0-2-4 0,0 1 25 16,0-2-6-16,0 1-6 0,0 1-8 0,-4 1 7 0,-2 0-5 0,2 0 10 16,0 3-3-16,6-3-5 0,-1 2-9 15,1-2 9-15,-3 2-5 0,2-2 15 0,-2-1-2 0,0 1-9 0,4-1-13 16,1-2 19-16,0 0-14 0,-2 0 25 0,0 2-10 0,-1-2-10 0,3 1 3 16,-1 0-1-16,0-1 6 0,-2-1-1 0,-1 0 1 15,-7-1-3-15,1 2-18 0,0-2 17 0,1 1-13 0,4-1 25 0,-1 2-8 0,-1 0-9 16,-1 0 4-16,-1 0-8 0,-2 0 10 0,-3-2-1 0,0 0 0 15,-1 2 4-15,0-1-17 0,-3 0 12 0,-2 0-14 0,-1-1-23 0,-2 1-27 16,-2 0-30-16,-1-1-84 0,0 2-60 0,-3 0-3 0</inkml:trace>
  <inkml:trace contextRef="#ctx0" brushRef="#br0" timeOffset="34213.68">21798 14180 1094 0,'-5'-6'76'0,"1"-1"6"16,2 0-18-16,1-1-7 0,1 2-13 15,0-1-11-15,2-1-15 0,-1 1 14 0,2 0-13 0,-2 1 29 0,1 0-6 0,-1-1-9 0,1 3-28 16,0 0 21-16,-2 3-20 0,0 0 30 0,0 1-3 0,0 0-6 0,0 0 3 15,-3 2-6-15,1 2 3 0,-2 0-14 0,-3 3-4 0,0 2 1 16,-3 3-21-16,0 1 15 0,-1 1-11 16,-2 0 24-16,1-1-7 0,-1 1-11 0,-4 2-6 15,0 1 11-15,-2 1-4 0,1 2 14 0,1-3-3 0,1 3-11 0,0-1-18 0,4 0 23 0,1-2-15 16,0-2 27-16,1 0-6 0,-3-2-16 0,3 5-3 16,1-2 10-16,0-1-6 0,4-2 7 0,1-2 4 0,2 1-7 0,1-1 0 15,1 0 9-15,1-2-7 0,3-1 9 16,2 1 1-16,1 0-7 0,2-1-8 0,0 0 7 0,2-2-7 15,2 1 11-15,2-1 2 0,0-1-3 0,-4 1-13 0,-1 0 9 16,0 0-11-16,2 0 14 0,6 2-3 0,1-3-2 0,3 0-13 0,0-2 12 16,0-1-7-16,-1 0 19 0,0-1-2 0,2-1-12 0,1 0-13 15,4 0 11-15,2 0-16 0,0 0-26 0,-1-3 7 0,0 0-11 0,1-4-42 0,-1 1-30 0,-1-3-6 0,-1 0-170 0,-7 0-69 16,1 1-68-16</inkml:trace>
  <inkml:trace contextRef="#ctx0" brushRef="#br0" timeOffset="34529.85">22549 14117 1218 0,'-8'2'71'15,"1"0"-26"-15,4-1 22 0,-1 3-41 0,3-1 41 0,1-1 4 16,2 1-8-16,2 1-5 0,1-2 29 0,3 1-35 0,0 0 30 15,2-1-23-15,0 1-22 0,-2-3-29 0,0 2 11 0,1 1-12 16,1 1 10-16,5-2-6 0,2 3-8 0,3 0-17 0,-2 2 20 16,0 0-16-16,0 0 23 0,-4-1 2 0,2-1-11 0,-1 2-8 15,-1-2 7-15,0 1-8 0,-3-1 12 0,-1 2 1 0,-2 1-3 0,-1 0-22 16,-2 1 26-16,-1 4-20 0,-2 1 40 0,-2-1-10 0,-1 3-16 16,-2-1-7-16,-2 2 16 0,-3-3-10 0,-1 1 24 0,-1-2-2 15,-1 3-9-15,1 2-5 0,-2 0 11 0,3-1-10 0,0 0 6 0,0-3-5 16,0-2-12-16,0 3-11 0,0-3 11 0,2 0-10 0,0-1 15 15,-1-2-17-15,-1 0-15 0,-1 0-91 0,-1 0-45 0,-1-2-12 16,2-1-339-16,1 2 316 0,1-3-64 0</inkml:trace>
  <inkml:trace contextRef="#ctx0" brushRef="#br0" timeOffset="38129.93">22578 11575 336 0,'0'0'98'0,"-1"0"76"0,0-1-18 0,-2 1 24 0,1 0-38 0,0-2 13 0,0 2-20 0,-2 0-33 0,2-1-38 0,-1 0 34 0,-1 1-46 0,1 0 40 15,-2 0-9-15,0-2-18 0,-1 2-22 0,0-1 15 0,0 0-25 16,-2 0 25-16,-1 1-6 0,-2 0-13 0,-2-2-15 16,-1 1 18-16,-1 0-21 0,-1-1 22 0,0 0-9 0,-2 1-11 0,-6-3-4 15,0 1 3-15,0 1-6 0,-5-1 4 16,3 0-7-16,-1 1-3 0,-7-1-15 0,2 2 6 0,-1 0-5 0,-4 1 23 15,7 0-6-15,-2 0-6 0,-4 2-21 0,2-2 19 0,-4 4-17 16,1-1 29-16,6 1-5 0,-1-2-12 0,4 2-13 0,4 0 15 16,0 1-11-16,4-1 23 0,3 1-5 0,1-2-9 0,-1 0-5 15,4 0 5-15,-1-1-2 0,3 2 9 0,2-1-1 0,1-1-5 0,3 1-9 16,0 0 6-16,2-1-4 0,2-2 14 0,1 1-5 0,0-1-4 0,2 0-11 16,3 0 10-16,1 0-8 0,4-1 12 0,3 0-2 0,4-2-7 15,3-1-7-15,1 1 13 0,4-3-8 0,1-1 19 0,4 0-1 16,3 0-9-16,5 0-22 0,3 0 23 0,3 0-18 0,0 3 26 15,-4-1-2-15,0 3-11 0,-7 0-5 0,1 0 9 0,0 1-7 16,-1 1 12-16,2 0 0 0,-2 0-5 0,2 1-6 0,-1 1 8 16,0 0-6-16,-1 0 11 0,-5 1-4 0,-3-1-7 0,0 1-9 0,-2 2 14 15,-2-2-9-15,-4 0 22 0,-3 1-2 0,-1-2-9 16,-8 1-22-16,0 0 20 0,-4 0-16 0,-2-2 40 0,1 0-4 0,0-1-7 0,-2 1-6 16,-2 1 10-16,0-2-5 0,2 0 23 15,-3 0-6-15,-2 0-5 0,-4-3-19 0,-7 1 12 0,-2-1-12 16,-3-1 16-16,1 2-6 0,-3-1-10 0,-2-1-6 0,-3 2 6 0,1-4-5 15,-3 3 6-15,3 1 1 0,3-1-7 0,-1 0-8 0,2 2 11 16,-2 1-11-16,0 1 13 0,1 3-2 0,1 0-7 0,5 1-14 0,-1 0 18 0,0 3-11 16,-1-1 25-16,-4 1-5 0,2 0-10 0,0 1-15 0,1-2 16 15,2 2-11-15,1-1 23 0,3 0-2 0,2-1-9 0,2 0-14 16,2-2 13-16,1 0-11 0,1-1 20 0,2 0-5 0,2-1-6 0,3-3-13 16,0 3 11-16,2-3-8 0,1 1 12 0,2-1 1 0,3 0-7 15,2-1-9-15,3-2 13 0,4 0-9 16,3-4 19-16,3-3-3 0,4 0-6 0,4-4-7 0,4 1 8 15,3-3-7-15,1 1 11 0,-6 0 1 0,-1-1-4 0,4-2-12 0,-2 1 11 16,7-1-9-16,-5 2 14 0,-3 3 2 0,-3 1-5 0,1 3-18 16,-3 2 17-16,-6 1-14 0,-5 5 28 0,-9-2-2 0,-5 2-10 0,-2-1-2 0,-7 2 9 0,-5 0-7 15,-6 4 8-15,-6 0 1 0,-4 3-6 16,-5 2-22-16,-2-1 22 0,-4 0-21 0,-4 2 27 16,0 1-4-16,1 4-8 0,-3 2-7 0,-4-2 5 0,2 2-5 0,-3 1 13 0,10-4-2 15,5-2-2-15,3 1-24 0,5-4 19 0,5-2-16 16,2-4 15-16,7-1-13 0,4-2-24 0,5 0-45 0,3-2-23 0,4-1-14 0,7-4-224 15,4-2-165-15,7 2-121 0</inkml:trace>
  <inkml:trace contextRef="#ctx0" brushRef="#br0" timeOffset="39430.1">23639 10453 204 0,'-2'-2'84'0,"-1"0"52"0,1 0 28 0,0-1-24 0,1 1-31 0,-1 0-26 0,0 0 19 0,1-1-33 16,0 0 20-16,0 1-4 0,-1-2-14 0,1 2-7 0,0 1 12 16,-1 1-22-16,2-3 22 15,-1 2-14-15,0-1-11 0,1 1-13 0,-1 1 16 0,1 0-18 0,0 0 16 0,0 0-15 0,0 0-14 16,0 0-27-16,1 3 7 0,-1 1-10 0,1 2 19 15,2 3-1-15,-1 2-6 0,0 1-19 0,0 2 19 0,2 1-19 16,-2 7 35-16,0 4-5 0,0 3-10 0,0 10-14 0,-2-1 22 16,0 4-20-16,0 4 23 0,0-6-2 0,0 1-15 0,1 0-8 15,0-1 15-15,0-1-14 0,-1 5 16 16,0-2 3-16,0 0-5 0,-1 6-17 0,0-5 16 16,1 0-16-16,1-2 24 0,1-2-2 0,3 0-11 0,-1-1-6 0,-1 0 11 0,2-3-9 0,1 0 7 0,-2-2 6 15,2 0-4-15,-2 3-18 0,1-1 23 0,-2-3-21 0,0 0 22 16,-2-3-2-16,2 0-13 0,-2 0-9 15,1-2 14-15,-2-1-8 0,0-4 21 0,0 0-4 0,0-3-7 0,-1 2-13 16,-1-3 14-16,1-6-10 0,1 1 12 0,-2-4-3 0,2-3-8 0,-1 3-7 0,1-1-11 16,1 0-1-16,-1-3-83 0,2-2-38 15,-1-1-31-15,0-1-211 0,0-2 228 0</inkml:trace>
  <inkml:trace contextRef="#ctx0" brushRef="#br0" timeOffset="40159.98">23608 11166 703 0,'0'0'207'0,"-2"-1"107"0,2 1-211 0,-1 0 58 0,1 0-33 0,0 0-36 0,-4 1-73 0,2 1 15 0,-3-1-33 0,-2 0 45 0,1 1-7 0,2 0-11 0,-4 1-17 0,-3 0 29 0,-1 0-29 15,-13 2 44-15,0-1-7 0,-2 1-16 0,-9 0-4 31,1 2 8-31,-5 0-12 0,-4 1 7 0,7 0-8 0,0 1-9 0,-3 1-10 16,4 0 3-16,1-1-5 0,-4 1 4 0,9-1-3 16,-3-1-3-16,-5 2-3 0,4-1 3 0,-2 0-2 0,-1 0 11 15,8-2-3-15,0-2-4 0,2 2-12 0,5-2 10 0,4 1-9 16,3-3 22-16,3 1-8 0,4-2-6 0,0-1-3 0,3 1 4 16,2 0 0-16,1-2 2 0,2 1-5 0,0-1-10 0,2 0-7 15,2-1 16-15,4-1-8 0,2-1 39 0,3 0-6 0,2-2-6 0,6-2-10 16,3 0 8-16,7-1-7 0,2 0 2 0,3-1 1 0,2 2-6 15,4-1-14-15,-1-1 14 0,0 0-12 0,-7 1 20 0,-3 1 0 16,-1-2-7-16,2 0-19 0,5-1 25 0,-1 2-22 0,-1 0 25 16,-1 1-5-16,1 0-13 0,0 3-10 0,-4-1 18 0,-2 3-12 0,-8 0 21 15,-4 1 1-15,-5-1-8 0,-4 0-16 0,-4 2 19 0,-2 0-12 16,-2 0 66-16,-3 0-1 0,1 0 3 0,-5 2-39 0,-2-2 6 16,-2 1-14-16,-5-1 2 0,0 1-8 0,-4-1-6 0,-5 0-19 15,-5 0 19-15,-1 3-13 0,-3-2 27 0,4 1-6 0,-1 4-12 0,-2-3-7 16,0 3 8-16,2 0-6 0,1-1 9 0,2 3-1 15,7-1-5-15,-2 1-3 0,1 0 1 0,1-1-1 0,-2 0 5 0,3-1 1 16,2-1 1-16,4 1-12 0,3-4 9 0,3 2-8 0,3-2 15 16,3-2-4-16,2 2-7 0,0-2-22 0,3 1 18 0,4 0-13 0,3 1 28 15,4-1 0-15,1-1-9 0,3 0-10 0,3-3 15 0,1 1-11 16,1-1 15-16,-1-1-2 0,-3 1-5 0,-2-1-9 0,2-1 9 16,2-2-5-16,4 1 10 0,0-2-1 0,-2 0-7 0,0-1 2 0,-2 0 1 15,0 1 1-15,-1 0 0 0,-4 3 2 0,-4 0-2 0,-5 2-11 16,-2 2 13-16,-4 1-9 0,-1 0 30 0,-3 1-7 0,-4 2-10 0,-4-1-14 15,-5 3 7-15,-2 0-8 0,-1 3 2 16,-1 1-12-16,0 1-15 0,-2 1-49 0,-2-1-9 0,-1 0-13 0,1-1-100 16,3 0-67-16,1 0-52 0</inkml:trace>
  <inkml:trace contextRef="#ctx0" brushRef="#br0" timeOffset="50376.12">24604 10175 164 0,'-2'-2'-30'0,"0"-2"-69"0,1 2 137 0,0-1 17 0,-1 0 15 0,1 1-5 0,-3 1-2 0,1-2 5 0,1 0-2 0,-2 1-6 0,2 1 3 0,-1-1-14 0,-1 1 1 0,2 1-3 0,-1 0-43 16,-1 0 30-16,1 0-34 0,0 0 29 0,0 0 0 0,1 0-7 0,2 0-22 16,0 1 13-16,0 1-13 0,-1 1 11 0,1 4 0 0,-1 3-10 15,1 4-13-15,0 2 22 0,0 0-18 0,1 5 32 0,0-1-5 16,1 2-7-16,-1 1-17 0,2 0 11 0,-1 0-9 0,0 0 21 15,0 1-2-15,1 1-10 0,0-1-6 0,1 2 8 0,1 3-8 0,-1 1 0 16,2 2-3-16,0-2-3 0,-2 4 5 0,-4 1 0 0,0 6 5 16,1 4 8-16,0 0-4 0,5-1-7 0,0 0-22 15,-2-4 28-15,1 0-23 0,-1-3 38 0,-2-3-9 0,0 1-13 0,-1 0 3 0,-1-3-8 16,-1 0 8-16,-1 0 0 0,2 0-3 0,0-4 3 0,0 0-28 16,0-3 30-16,0-4-23 0,-1-1 40 0,1-3-9 0,-1 0-16 0,1-3-12 15,0-1 11-15,0-2-6 0,2-3 19 0,0-2-3 0,0-1-9 16,0-1-39-16,0 0 4 0,0 0-20 15,1-2-66-15,-2 0-22 0,1-1-30 0</inkml:trace>
  <inkml:trace contextRef="#ctx0" brushRef="#br0" timeOffset="51100.17">23889 11018 287 0,'5'-10'35'0,"-2"2"43"0,2 2-59 0,1 0-4 0,1 5-15 0,3-1-22 0,2-1 42 0,1 2-31 0,0-1 67 0,1 1-7 0,1 0-13 0,0 0-2 0,4-2-2 0,-1 1 3 0,3 0 5 0,-2 0-4 15,-6-2-3-15,3 1-20 0,0-1 18 0,3 1-19 0,5-4 9 0,0 3-1 0,1 1-8 0,-2-3-12 16,0 3 13-16,0-3-10 0,1-1 22 0,-3-2-1 0,1 1-9 0,-2-1 3 16,-2 1 12-16,0 2-10 0,-1-2 7 0,-3-1-1 0,-2 3-4 15,1 1-4-15,-3-2 1 0,-2 5-2 0,-1-2-3 16,-3 3 4-16,-3 0-6 0,0 1-11 0,-1-2 26 0,0 2-21 0,0 0 38 15,0 0-9-15,-1 0-10 0,-1 0-12 0,-3 0-1 0,0 0-1 16,-2-1-4-16,-1 1 1 0,-2 0-3 0,-1 0-7 0,-3 3 6 0,-1 0-8 16,0 1 2-16,-1-3-3 15,2 3-1-15,-2 0 5 0,-1-1-1 0,-1 1 4 0,0-1 12 0,1 0-6 0,1 1-3 0,-2-2-17 16,0 0 12-16,1-1-11 0,-1 1 20 0,1 1-2 0,0-2-5 0,-1 1-4 16,4-2 2-16,0 2 0 0,1-1 6 0,1 1-2 0,7-1-4 0,-2 0-12 15,3-1 16-15,-1 2-11 0,-4-2 17 0,1 0-3 16,1 0-5-1,3 1-17-15,1-1 12 0,1 0-10 0,2 0 23 0,0 0-7 0,2 0-8 16,1 0-15-16,4 0 16 0,2-1-11 0,2 1 28 0,2-2-4 0,-3-2-6 16,4 1-3-16,1-4 1 0,4 1 1 0,6-1 11 0,1-2 0 0,1 2-2 0,0-1-16 0,0-1 12 0,-1 0-12 15,2 0 10-15,-3 0 3 0,-1 2-4 0,1-2-7 0,-2 0 5 16,0 1-4-16,-1-1 11 0,-6 3 1 0,0 0-4 0,-4 3-11 16,-3 1 16-1,-1 1-14-15,-4 1 16 0,-2 0-6 0,-2 0-9 0,0 0 19 0,0 0 4 16,-5 1 5-16,0 1 4 0,-4 1-5 0,-4 1-9 0,-3 1-23 15,-5 2 15-15,-1 1-15 0,-2-1 16 0,1 2-5 0,-1-1-4 0,-2 1-13 0,-1 0 8 0,0 0-3 0,2-2 25 0,1 2-4 32,2-1-8-32,-2 0-12 0,0-1 11 0,3 1-11 0,1-3 12 15,4 2-3-15,4-4-2 0,1 3-3 0,5-4 4 0,3 2 0 16,0-1-1-16,3 0 0 0,-2 0-12 0,1-1-9 0,1 0 4 16,0 0-12-16,0 2-39 0,1 0-15 0,1 2-17 0,2 0-55 0,1 0-56 15,-4-1 11-15,3-1 19 0</inkml:trace>
  <inkml:trace contextRef="#ctx0" brushRef="#br0" timeOffset="52241.56">25606 9781 224 0,'-5'-8'41'0,"-1"3"-16"0,2 2 6 0,-2-3 12 0,7 4 31 0,0 1-30 0,1-2 25 0,1 2-10 0,-6-1-14 0,1 2-29 0,0-1 15 0,1 1-14 16,-1 0 17-16,1 0-7 0,-1 0-18 0,1 0-27 0,0 3 23 16,0-1-21-16,0 3 32 0,-1 2-8 15,-1 2-8-15,2 4-1 0,0 1 3 0,-1 4 2 0,1 1 11 0,0 3 0 0,1 1-9 0,0 5-5 16,1 2 19-16,0 0-17 0,0 2 16 0,0 2-9 15,1 2-6-15,0 4-19 0,-1 2 14 0,-1 3-7 0,0 2 28 0,0 0 0 16,0 1-15-16,1 1-8 0,-1-4 10 0,0-2-11 0,0-1 7 16,-1-4-2-16,1-1-1 0,0 0 5 15,0 0-7-15,0 3 8 0,0-1-5 0,1-2-1 0,0 1-2 0,1-4-15 0,2-1 22 0,-1-1-15 16,1-3 25-16,1-4-7 0,-1-2-10 0,-4-1-2 0,3 0-7 16,-2-2 8-16,0-2 0 0,6-2-11 0,-1-2-4 0,3-2-92 15,-1-1 2-15,0-2-25 0,0 0 53 0</inkml:trace>
  <inkml:trace contextRef="#ctx0" brushRef="#br0" timeOffset="52963.95">24905 10517 298 0,'-5'-4'99'0,"1"-1"-77"0,0 2-22 0,2 3-7 0,0-2 37 0,2 2-10 0,0-1-19 0,0 1-14 0,0 0 11 0,0 0-6 0,0 0 33 0,0 0-3 0,0 0-9 0,0 0-2 16,2 0 19-16,0-1-13 0,2-1 20 0,-1 0-9 0,0 1-8 0,2-1-23 15,0-2 10-15,2 3-6 0,1-1 37 0,1 0-4 0,2 1-7 16,2-2-12-16,1 2 32 0,2-1-23 0,1 2 34 0,1-3-11 15,0 0-17-15,2 0-12 0,-1 1 8 0,-4-1-6 0,-3 0 4 16,2 0-4-16,2 1-11 0,8-1-20 0,-2 1 22 0,1 2-19 16,-3 0 25-16,-2 0-9 0,-1 1-11 0,0-2-8 0,-1-1 7 0,1 0-2 15,0-1 17-15,-2 2 2 0,-3 0-8 0,-2 1-24 0,-1 0 26 16,-1 0-23-16,0 0 32 0,-1 0-6 0,-2 0-10 0,0 0-10 16,-2 0 4-16,0 0-1 0,-1 0 17 0,-2 0-1 0,1 0-8 0,-1 0-11 15,-1 0 18-15,-2 0-16 0,0-2 3 0,-3 2-2 0,0 0-15 16,-5 0-14-16,0 0 2 0,-2 3-4 0,-3 0 4 0,-4 0 1 15,0 3-2-15,-2-4-25 0,0 1 35 0,1-1-27 0,-3 2 52 16,-1 1-1-16,-2 0-10 0,1-1-3 0,-1 1 11 0,8-1-5 16,-1 1 23-16,-1-1 0 0,0 1-6 0,-6 0-25 0,0 0 26 0,3 1-24 15,2-1 29-15,2 1-1 0,4-1-12 0,1-1-14 0,5-1 14 0,2-1-8 16,4-1 30-16,2 1-4 0,2-2-9 0,0 0-20 0,4-2 19 16,1 0-17-16,4-2 20 0,4-1-1 0,3-1-5 0,1-3-14 15,1 0 2-15,5-2-2 0,23-8 38 0,-20 9-20 0,-2 1-33 16,1 1 30-16,-8 2-25 0,0-1 42 0,0 0-8 0,0-2-15 0,4 1 5 15,-2 0-2-15,-2 2 6 0,-3 0-1 0,-3 2 3 16,-2 0-6-16,-2 1-16 0,-2 2 26 0,-1 0-24 0,-1 0 20 0,-2 1-3 16,-1 0-10-16,1 0-10 0,-1 1 10 0,0 0-5 0,-1 0 21 15,0 1-1-15,-1 3-9 0,0-1-24 0,1 1 10 0,-1 1-23 16,2 1-64-16,0 0-40 0,2 0-42 0</inkml:trace>
  <inkml:trace contextRef="#ctx0" brushRef="#br0" timeOffset="59399.82">21820 1999 770 0,'-15'-13'183'0,"-1"1"-113"0,5 7-85 0,2 3 18 0,1 3 14 0,2 1-8 0,-1 5-6 0,1 3-18 0,1 2 17 0,0 0-12 0,2 2 21 0,1-1-3 0,0 1-7 0,2 0-12 0,0 2 11 0,2 3-7 0,1 4 28 16,1 1 0-16,2-1-7 0,1 6-16 16,2-1 17-16,1 4-18 0,1 4 13 0,0-2-5 0,1 2-5 0,-2 8-4 0,2 2 6 15,0 6-1-15,2 2 19 0,-1-2 4 0,1 0-6 0,-3-2-23 0,0-1 33 16,-2-1-30-16,-2 6 43 0,-1-2 0 0,-3 3-6 0,0 3-19 16,0-1 10-16,-1-2-12 0,-1-1 17 0,1-1-1 0,-1 2-8 15,0 7-18-15,-1 6 20 0,2 1-20 0,-2 1 19 0,0-10 3 16,-2-1-7-16,1-2-16 0,-1 0 9 0,2 4-12 0,-1 0 20 0,1-2-6 15,0-4-2-15,2-1-22 0,0-6 14 0,2-5-10 0,1-1 26 16,1 1-9-16,1 4-10 0,1 5-5 0,1 3 4 0,1-3 0 16,1-8 19-16,1-4-5 0,0-5-5 0,1 2-15 0,-1-1 9 15,2-2-7-15,-1 2 13 0,1-3-9 0,-3 5-10 0,0-1 6 0,-2 2 2 16,0-3 3-16,-5-3 11 0,-2-3-5 0,1-3-5 0,1 0-8 16,2 0 8-16,2-6-7 0,0 2 9 0,0-3 0 0,1-1-4 0,1 1 1 15,1 0-1 1,0-4 0-16,2 0 0 0,0-5 0 0,1 1-3 0,4-1-1 0,2-2 9 15,1 0-7-15,5-1 4 0,2-1 8 0,2 0 0 0,6 0-9 16,4 1 9-16,2-1-10 0,3-2 14 0,-7 0 2 0,4-1-2 16,1-3-8-16,3 0 13 0,7 0-13 0,0-1 7 0,0-1-2 0,6-1-6 0,5 0 4 0,-5-2-2 0,4 2 4 15,-2 1 8-15,-4 1-8 0,8 0 0 0,6 0-8 0,6-4 19 16,4-3-9-16,1-2 24 0,-3 0-12 0,-2 1-20 16,10 0-3-16,4 0 2 0,-2 2 0 0,2-3 4 0,-5-1 3 0,-2-1-3 0,13 0-11 15,-1 2 17-15,-4 4-16 0,-3 0 18 16,-8 2 1-16,3-2-7 0,10-4-4 0,1-3 20 15,0 0-15-15,2-2 18 0,-6-1-6 0,9 3-15 0,3-1-2 16,-2 0 7-16,-1-1-5 0,2-1 6 0,-1-2-2 0,2-2-3 16,4 0-13-16,-1-4 10 0,3-2-9 0,1 0 13 15,-5 0 1-15,-1 1-9 0,-1 0-10 0,5 2 17 0,-3 1-15 0,0 3 18 16,-11 3-1-16,-6 0-6 0,7 2-13 0,-4 1 14 0,-6 3-11 0,-3 0 20 16,-13 3-8-16,-5 0-8 0,3 2-6 0,-5 1 4 15,-3 2 0-15,-4 1 12 0,-9 0 0 0,-12 0-4 0,-4 1-13 0,-5-1 5 16,-5 2-7-16,1-1 13 0,-6-1-2 0,-5 1-2 0,1 0-13 15,-5-1-8-15,-1 0-3 0,-3 0-44 0,-1 0-4 0,0 0-7 0,-1 0-58 0,0 0-77 0,0-1-6 0,1 0-78 0</inkml:trace>
  <inkml:trace contextRef="#ctx0" brushRef="#br0" timeOffset="59924.61">22608 3750 256 0,'-6'-23'21'0,"4"14"309"0,2 3-141 0,-1 2 9 0,0 2-193 0,0 2 18 0,1 0-18 0,0 0 23 0,0 0-7 0,0 0-11 0,0 0-24 0,0 0 26 0,0 0-21 16,0 0 27-16,0 0-8 0,0 0-15 0,0 0-11 0,0 0 2 16,0 4-1-16,0 1 5 0,3 2-25 0,2 2-14 0,3 1-162 15,-4 2-6-15,3 0-42 0</inkml:trace>
  <inkml:trace contextRef="#ctx0" brushRef="#br0" timeOffset="60164.9">23172 4221 1019 0,'-31'-23'-41'16,"19"15"72"-16,4 3-9 0,4 4-16 0,0 1-12 0,1 0 15 0,1 0-15 0,-2 0 6 0,1 1-2 15,3 1-8-15,1-1-8 0,-1 1-14 0,2 1 4 0,-5 1-63 16,-1 0-27-16,0 1-29 0</inkml:trace>
  <inkml:trace contextRef="#ctx0" brushRef="#br0" timeOffset="60352.21">22763 3598 1446 0,'-22'-9'-44'0,"-4"2"2"15,3 5 29-15,5 2 16 0,4 4 7 0,5-1-5 0,3 0-12 16,4 2-14-16,1-2 11 0,1 2-12 0,3-1 5 0,3 3-21 0,3 0-15 0,3 0-60 0,4 2-31 0,2-2 9 16,1 0-90-16,0 2 127 0,1 3-1 0</inkml:trace>
  <inkml:trace contextRef="#ctx0" brushRef="#br0" timeOffset="60550.64">22915 4226 1697 0,'-25'-19'-60'0,"4"5"7"0,7 8 56 0,7 3-8 0,4 3-1 0,2 0-23 0,1 1-24 0,0 1-58 0,0-1 0 15,0-1-11-15,0 0-4 0,2 0 15 0,2-1 5 0,0-1 6 0,3 0-37 16,2 0 15-16,1 0 11 0</inkml:trace>
  <inkml:trace contextRef="#ctx0" brushRef="#br0" timeOffset="60716.6">23519 3543 1665 0,'-19'-25'37'0,"-2"6"-176"0,5 5 170 15,6 8-13-15,2 2-15 0,2 1-12 0,0 2-1 0,3 1 2 0,-1 0 4 16,1 0-3-16,1 1-5 0,0-1-67 0,1 0-6 0,1 0-23 16,0 0-103-16,0 1-20 0,0 2-29 0</inkml:trace>
  <inkml:trace contextRef="#ctx0" brushRef="#br0" timeOffset="60875">23890 3581 1757 0,'-26'41'-449'31,"20"-45"-175"-31,0 68 712 15,9-49-193-15</inkml:trace>
  <inkml:trace contextRef="#ctx0" brushRef="#br0" timeOffset="61065.15">23597 3700 788 0,'-3'-3'-488'15,"0"-2"543"-15,-1 5-231 0,1 5 107 0,-2 3-22 0</inkml:trace>
  <inkml:trace contextRef="#ctx0" brushRef="#br0" timeOffset="61238.85">23387 3187 1300 0,'-13'-20'-4'0,"5"8"-238"0,8 5 99 0,6 6-44 0,7 1-82 0</inkml:trace>
  <inkml:trace contextRef="#ctx0" brushRef="#br0" timeOffset="61430.03">24262 3550 1405 0,'-23'12'224'0,"11"-17"-346"0,1 1 40 15,4 3 87-15,4 1-23 0,3 2 10 0,0 2-13 0,1 0 14 16,3 1-3-16,0 0-4 0,5-1-48 0,2-2-2 0,3 0-12 0,1-1-27 0,1-1-13 0,3 0-17 16,3-3-87-16,1 2 129 0</inkml:trace>
  <inkml:trace contextRef="#ctx0" brushRef="#br0" timeOffset="61572.8">24881 3365 1394 0,'-33'-21'-15'0,"17"13"40"0,4 6-8 16,3 2-7-16,3 0-24 0,1 0 15 0,1 1-15 0,0 0 16 16,2 1-2-16,1-2-6 0,0 0-50 0,0-2-18 0,1 1-10 0,-2-1-126 15,2-2-34-15,0-1-45 0</inkml:trace>
  <inkml:trace contextRef="#ctx0" brushRef="#br0" timeOffset="61735.25">24860 2902 1241 0,'-14'-9'194'0,"-4"1"-190"0,1 0-26 0,4 5 22 16,5 2 14-16,3 1-16 0,1 1 4 0,2 1-3 0,-1 0-9 16,1 2-13-16,2 0-21 0,0 3 5 0,5 1-89 0,0 1-7 15,3 3-17-15,5 6-114 0,2-1 166 0</inkml:trace>
  <inkml:trace contextRef="#ctx0" brushRef="#br0" timeOffset="61889.31">25259 3733 1114 0,'-30'-23'192'15,"-4"0"-201"-15,-3 1 64 0,0 8-214 0,15 9 45 0,4 3-25 0,3 0 24 16</inkml:trace>
  <inkml:trace contextRef="#ctx0" brushRef="#br0" timeOffset="62080.53">24176 3317 1935 0,'-52'-31'-32'0,"32"20"52"0,12 5-12 15,6 6-14-15,2 1-35 0,0 7-12 0,-1-1-2 0,-2 3-46 0,3 1-14 16,1-1-13-16,5 1-89 0,-5 2-20 0,4-1-13 0,0 3 87 16</inkml:trace>
  <inkml:trace contextRef="#ctx0" brushRef="#br0" timeOffset="62237.35">24835 3672 1897 0,'-11'-16'0'0,"-3"0"-39"0,5 7 14 0,5 2 18 0,3 6 8 0,1-1-34 15,2-2-28-15,3 0-88 0,6-2 11 0,4-2-17 0,7-2 7 0,2-3-27 16,7-3-27-16</inkml:trace>
  <inkml:trace contextRef="#ctx0" brushRef="#br0" timeOffset="62418.68">25566 3334 1728 0,'-16'-28'-150'0,"-7"11"201"0,-3 4-17 0,4 3-57 0,9 4 19 0,4 2 5 16,7 1 0-16,1 1 4 0,1 0-6 0,1-4-14 0,1-2-68 15,4-3 21-15,3-1-31 0,2-3 2 0,2 1-10 0,3-2-20 0,1 1-132 16,3 0 157-16</inkml:trace>
  <inkml:trace contextRef="#ctx0" brushRef="#br0" timeOffset="62553.53">25673 2917 1681 0,'-28'-13'46'0,"2"6"-114"0,5 3 87 15,15 4-9-15,2 0-13 0,4 0-4 16,3 0-2-16,-3 0 3 0,0-1-9 0,0-1-32 0,2-3-20 0,1-3-104 0,3-2 14 0,-3-3-27 16,3-4-30-16,4 0-36 15,1-3-46-15</inkml:trace>
  <inkml:trace contextRef="#ctx0" brushRef="#br0" timeOffset="62727.33">25676 2499 1742 0,'-45'0'153'0,"25"-8"-245"0,6 2 30 0,4 4 64 0,4 2-14 0,1 0 13 15,-3 1-7-15,0 0 22 0,2-1-2 0,-2 0-11 0,2 0-13 16,0-2 16-16,2-1-15 0,1-2 7 0,1 1-34 0,1-2-26 16,4-1-123-16,2 0-40 0,3 0-4 0,4-2 62 0</inkml:trace>
  <inkml:trace contextRef="#ctx0" brushRef="#br0" timeOffset="62902.42">25995 2500 1512 0,'-10'-12'55'0,"1"3"-86"0,0 1 73 0,4 4-4 0,1 2-16 0,0-4-23 0,1 3 16 0,0-2-20 0,-2-2 14 0,2-1-5 0,1 1-5 0,-1-4-19 31,3-1-6-31,0-5-9 0,5-2-89 0,3-2-14 0,3 0-29 0,5-5-108 0,5-3-18 0,5-2-31 0</inkml:trace>
  <inkml:trace contextRef="#ctx0" brushRef="#br0" timeOffset="63027.45">26204 1428 1722 0,'-17'-16'-24'0,"-7"0"-15"0,3 7 8 0,4 1 32 0,4 5 1 16,4 2 3-16,2 1-8 0,2 0-22 0,1 0 31 0,6 0-27 15,0-1 28-15,3 0-28 0,1-2-24 0,-6-1-119 0,-2-2-42 16,2-2-6-16,5-3-122 0,3-1 185 0,13-1 2 0</inkml:trace>
  <inkml:trace contextRef="#ctx0" brushRef="#br0" timeOffset="63186.97">26056 1084 1821 0,'-35'-17'120'0,"4"-1"-182"0,1 7 17 16,9 8 46-16,7 1-17 0,6 2 10 0,5 0-7 0,2 0 14 16,1 0-12-16,2 0-17 0,2 2-12 0,5 0 9 0,6 1-4 0,7 4-19 15,6 1-26-15,6 4-34 0,5 5-135 0,-1 9-37 0,6 6-32 16</inkml:trace>
  <inkml:trace contextRef="#ctx0" brushRef="#br0" timeOffset="63361.55">26811 2593 1871 0,'-20'-9'275'0,"-6"-12"-292"16,2 5-62-16,3 5 20 0,9 9-15 0,4 2-13 15,4 0-115-15,-1 1-22 0,3-1-31 0,0-3-40 0,-1-2 150 0</inkml:trace>
  <inkml:trace contextRef="#ctx0" brushRef="#br0" timeOffset="63552.47">26333 1915 2132 0,'-62'-57'22'0,"32"32"-34"0,7 9 5 15,5 3 9-15,5 3-17 16,3 1-23-16,3-1 3 0,4-1-66 0,2 0-14 0,2-3-6 0,7-3-93 16,2-5-5-16,2-1-19 0,5-4-62 0,-1-1 170 0,3 1-8 0</inkml:trace>
  <inkml:trace contextRef="#ctx0" brushRef="#br0" timeOffset="63700.18">26534 1140 1946 0,'-105'-2'-109'16,"103"-2"66"-16,-83 16 71 0,74-10-40 16,7 0 22-16,4-2-12 0,0-3-14 0,0-3-70 15,4-4-38-15,0-2-1 0,5-5-155 0,5-3-33 0,5-3-39 0</inkml:trace>
  <inkml:trace contextRef="#ctx0" brushRef="#br0" timeOffset="63867.71">26552 685 2081 0,'-81'-24'-98'0,"43"19"103"0,2 5 5 16,8 1-3-16,11 7-10 0,2 2-2 0,2 1 3 0,2 1 3 15,-1-2 0-15,6-1 2 0,2-5-3 0,3 0-9 0,0-3-16 0,1 0-5 16,1-1-3-16,1 0-33 0,5 0-14 0,3 2-13 0,6 0-71 16,4 2-41-16,6 1 0 0,4 3-198 0,9 6 235 0,2 5-22 0</inkml:trace>
  <inkml:trace contextRef="#ctx0" brushRef="#br0" timeOffset="64041.57">26936 1524 1862 0</inkml:trace>
  <inkml:trace contextRef="#ctx0" brushRef="#br0" timeOffset="64152.68">26774 763 1520 0,'-35'-25'236'0,"-3"0"-236"0,0 3-36 0,0 5 41 16,12 8 21-16,6 1-17 0,1 1 17 0,3 2-10 0,-2 3-16 0,1-2-2 15,5 1 2-15,2 2-1 0,2-1 5 0,1-2-5 0,3 0-4 16,1-3-91-16,5 1-32 0,2-4-17 0,5 0-220 0,6-6 219 16,1 0-33-16</inkml:trace>
  <inkml:trace contextRef="#ctx0" brushRef="#br0" timeOffset="64314.01">26323 437 2075 0,'-25'-14'-15'0,"0"1"-29"0,7 8 5 0,5 3 33 16,3 4-1-16,4 2 1 0,2-3-6 0,3 1-43 0,1 1 25 0,0-3-30 16,0 0 32-16,2 0-5 0,2-1-4 0,4-2-69 15,2-1-29-15,3 0-9 0,2 1-161 0,6 0 180 0,1 2-23 0</inkml:trace>
  <inkml:trace contextRef="#ctx0" brushRef="#br0" timeOffset="64454.38">26688 945 1921 0,'-19'-6'0'0,"-2"3"-40"0,7 4 21 15,3 4 4-15,5 2 19 0,4 0-17 0,3-1-15 0,4-3-33 0,4 1 6 0,7-1-6 0,6-3-9 16,3-3-17-16,5-2-22 0,1-4-106 0,0-2-45 0,3-2-20 16</inkml:trace>
  <inkml:trace contextRef="#ctx0" brushRef="#br0" timeOffset="64549.45">26842 1125 434 0,'-3'-20'414'0,"4"12"-405"0</inkml:trace>
  <inkml:trace contextRef="#ctx0" brushRef="#br0" timeOffset="66600.61">22606 3578 114 0,'-1'-7'-32'0,"1"0"81"0,-1 1 42 0,1 0-14 0,0 0 31 0,0 1-7 0,0-1-6 0,0-1-20 0,1 1 24 0,0 0-35 0,0 1 24 0,0-1-11 16,0 0-15-16,0 2 10 0,-1-1 15 0,1 1-14 16,-1 0 31-16,0 2-17 0,0 1-23 0,-1 1-16 15,1 0 14-15,0 0-22 0,0 0 2 0,0 1-6 0,-1 3-7 0,1 1-7 0,-1 4 1 16,0 1-4-16,0 4 6 0,0 0-6 0,0 3-8 0,-1 5-5 16,1 1 10-16,1 1-9 0,-1 2 21 0,1 0-9 15,1 4-10-15,-1 7-9 0,0 3 19 0,0 2-16 0,0-2 22 16,-1-6-7-16,2-2-16 0,3 1-11 0,0 3 12 0,1 1-9 15,-2 1 22-15,-2 0-4 0,0-3-9 0,-1-2-10 0,0-4 14 16,0-3-11-16,0 2 14 0,0-4 1 0,0 1-9 0,0 2-9 0,0-1 14 16,0 0-12-16,0-5 15 0,0-4-6 0,0-5-7 0,4 1-2 15,-2-4 5-15,1-3 0 0,1-1 6 0,-1-3 1 0,2-1-7 0,0-2-42 16,2-3 8-16,1-4-23 0,1-3-48 0,1-5-42 0,-1-2-33 16,2-4-262-16,1-1 267 0</inkml:trace>
  <inkml:trace contextRef="#ctx0" brushRef="#br0" timeOffset="66881.95">23082 3432 1312 0,'4'-1'-143'0,"-5"0"347"15,0 1-52-15,1 0-38 0,0 2-77 0,1 1 13 0,0 3-28 0,3 3 21 16,-4 3-6-16,0 2-8 0,1 4-11 0,1 1 11 16,4 4-12-16,1 8 14 0,-3 1-6 0,-1 2-10 0,1 1-9 15,-1-3 4-15,-1 3-7 0,1 3 11 0,-2 3-9 0,0 0-5 16,0 4 0-16,2-3 4 0,0-4 0 0,0 3 11 0,1-7-3 16,1 1-6-16,1 0-11 0,-2-5 10 0,1-4-10 0,-1 0 9 15,3-6 4-15,-2-2-4 0,2-1-72 0,-1-5-18 16,-2-1-14-16,1-2-181 15,-3-3-155-15,3 3-60 0</inkml:trace>
  <inkml:trace contextRef="#ctx0" brushRef="#br0" timeOffset="67483.47">22582 3968 731 0,'-2'-4'64'0,"2"1"25"0,0 1-17 0,2-1 24 31,2 1-24-31,0-2-32 0,-2 0-1 0,2 0 21 0,1 0-15 16,3 0 53-16,6-1-14 0,1 0-20 0,6-1-36 0,0 2 28 0,1-1-36 0,2 2 24 0,-3 1-15 0,2-2-21 15,4 0-9-15,1-4 8 0,3 1-7 16,5-2 18-16,-3 2-2 16,-3 2-9-16,0 0-6 0,-4 2 10 0,-3 3-11 0,-2 0 9 15,-4 0-6-15,-4 3-1 0,-5 1-5 0,-4-2 3 0,-1 2 0 16,-3 1 18-16,2 0-3 0,-1 1-9 0,-3 0-6 16,-4 2 12-16,0 1-12 0,0 0 23 0,-2 1-8 0,-3-1-7 0,-4 0-12 15,-7-2 24-15,-2 1-16 0,1 0 30 0,-2-1-7 0,-1 0-17 16,-3-2-11-16,1 1 9 0,0-3-9 0,1 1 8 0,5 0 2 15,-1-3-6-15,3 1-4 0,1 0 5 0,2-1-5 0,1 0 5 0,3-1-1 16,1 0-1-16,1 0-6 0,3 0 4 0,3 0-5 16,0-1 8-16,3 1-2 0,1 0-2 0,0-1-10 0,1 1 7 0,0 0-5 15,0 0 16-15,1 0-3 0,2 0-4 0,2 0-10 0,2-2 15 16,1 0-9-16,3 1 23 0,0-3-5 0,-1 0-10 0,2-1-19 16,2-2 19-16,-1-2-14 0,3 2 23 0,-1-2 0 0,0 0-12 0,3 0-12 15,0 0 18-15,0 1-16 0,0-1 24 0,-1 0-2 0,-1 2-8 16,-1 0-10-16,-2 0 5 0,-3 1-6 0,-3 3 21 0,-3-1 0 15,-2 2-1-15,-2 0 25 0,-1 1 14 0,-2 1-3 0,-2 0 1 0,-1 0-15 16,-3 0-18-16,-3 1-16 0,-2 1 10 0,-3 1-7 0,0 0 12 16,-1 0-6-16,0 1-10 0,0 0-3 0,0 1 4 15,1-1-3-15,3 1 7 0,-1-1 0 0,3 1-4 0,0 0-12 0,3 0 9 16,0-1-10-16,4-1 15 0,1-1-15 0,2 0-9 0,2-2-78 0,4 0 2 16,1-2-19-16,3 1-55 0,1-3-54 0,3-2-50 0,2-3-124 15,6-1 209-15</inkml:trace>
  <inkml:trace contextRef="#ctx0" brushRef="#br0" timeOffset="68651.83">23548 3528 270 0,'3'-3'-57'0,"0"0"142"0,1 1 6 0,1 0-4 0,0 0 19 0,3 0 2 0,0 0-14 0,-4-2-16 0,0 1-4 0,0 1-12 0,2-1-26 0,4 1 22 16,0 0-32-16,1 0 20 15,-1-1-10-15,1 2-14 0,0 0-8 0,-2-1 1 0,-1 2-4 0,-3 0 1 0,-3 0 3 16,1 0-5-16,-2 0 13 0,-1 0 26 0,0 2-19 0,-1 0 37 16,-4 1-15-16,0-1-17 0,-3 4-19 0,-3-3 2 0,0 4-6 15,-3-2 14-15,0 3 1 0,1-3-5 0,-5 1-15 0,4 1 31 16,0-1-30-16,-5 0 34 0,1 1-9 0,-2-1-18 16,-2-1-17-16,4 0 14 0,3-3-14 15,-2 2 29-15,1-2-4 0,0 1-8 0,2-2-16 0,1 0 15 0,3 2-14 16,1-1 21-16,4 0-8 0,0-1-12 0,2 0 2 0,0 0 1 15,2-1 2-15,1 2-3 0,-1-2-2 0,1 0-6 0,1 0-8 16,0 0 13-16,3 0-8 0,0-2 17 0,1 0-4 0,2 1-10 0,2-2-10 0,2-1 23 0,1 2-15 16,3-3 20-16,-1-1-2 15,1 1-13-15,0-1 5 0,-1-1-1 0,2 1 2 0,1 0-3 0,-2 1-4 0,3-3-3 0,-1 3-4 0,-1 0 10 16,-1-2-3-16,-8 3 13 16,0-1 0-16,-1 0-10 0,-1 0-6 0,4 1 11 0,-1 0-11 15,-1 0 13-15,-3 1 0 0,1-1-2 0,-4 3-10 0,0-1 17 0,-1 2-12 0,-1 0 24 0,-2-1-3 16,-2 1-15-16,-2 0-8 15,0 1 8-15,-3 1-7 0,-2 0 10 0,0 1 3 0,3 0-4 0,-5 1-16 0,0 1 12 16,-1 1-12-16,-6-1 12 0,2 2 2 16,0 0-7-16,1 2-9 0,0-2 19 0,-1 2-14 0,0 0 15 0,0 0-4 0,1 2-10 0,2-1-8 0,0-1 11 15,3 0-6 1,-1 1 24-16,2-2-6 0,2-1-5 0,2 0-7 0,1 0 1 16,2-3 0-16,1 1 3 0,2-3-1 0,1 0-2 0,0-1-22 0,1-1 17 15,1-1-15-15,0 0 31 0,2 1-5 0,0-1-6 0,2 1-7 16,2 0 9-16,1-2-4 0,2 0 9 0,2-2 1 0,3 1-5 0,2 0-8 0,2-3-4 0,4 3-13 0,4-3-154 0,1 0-101 31,2-3-94-31</inkml:trace>
  <inkml:trace contextRef="#ctx0" brushRef="#br0" timeOffset="69569.38">24458 3336 556 0,'-5'0'72'0,"-2"0"51"16,2 0 37-16,-1 0-53 0,-1 2 6 0,0-1-31 0,-1 0-34 0,-2 1-26 0,-2-1 20 0,0 1-20 0,-3 1 48 0,2 0-14 0,-2-2-17 0,-2 3-14 0,3-2 9 0,-1 1-15 16,1 2 10-16,1-1-7 0,2 1-9 0,-1 0 2 0,2 0-1 0,1-1 2 15,-1 2 12-15,1-2-10 0,1 1-1 0,0-1-20 16,0 1 19-16,2-2-16 0,0-1 33 0,2 1-7 0,1-1-17 0,1 0-22 15,1 0 19-15,1 0-20 0,1-1 17 0,1-1 1 16,2 1-14-16,3-1 4 0,1-1 14 16,1-2-9-16,1-1 24 0,0 2-8 0,3-2-11 0,0-1 5 0,0-1-3 15,2 2 6-15,1-1 3 0,0-1-4 0,-1 3-1 0,3-4-18 16,1 1 11-16,1-1-9 0,1-2 19 0,-3 3-11 0,-1 1-7 0,-2-1 6 0,-1 2-1 16,-4 0 9-16,-2 3 7 0,-4-2-4 0,-2 2 0 0,0-1 27 15,-2 2 15-15,-3-1-2 0,0 1 6 16,-3 0-11-16,-2 1-20 0,-3 2-13 0,-3 0 11 0,-3 0-9 0,-3 3 19 0,-2-1-8 0,-1 1-9 15,-3 0-17-15,-1 3 14 0,1-2-12 0,2-1 19 0,3 1-4 16,0-1-8-16,1-2-15 0,-1 1 8 0,2-1-8 16,2-2 11-16,4 1-1 0,3-2-1 0,2-1-16 0,2 0 12 15,2 0-8-15,2-1 25 0,2 0-7 0,0-1-11 0,0 1-8 16,1 0 10-16,1 0-6 0,2-3 7 0,0 1 2 0,1 1-4 0,1-2-17 0,0 0 18 16,2 1-13-16,-1 0 27 0,1 0-3 0,0 0-11 0,0 2-15 15,0-3 20-15,-1 3-16 0,-2 0 22 16,0-1-3-16,-2 2-9 0,-1 0-12 0,-2 0 14 0,0 0-9 0,-3 4 23 0,-4 0-3 0,-2 3-8 15,-3 0-16-15,-3 2 19 0,2 1-16 0,-2 1 19 0,3-2-3 16,-2 0-12-16,5 1-8 0,2-3 12 16,1 1-11-16,1-3-12 0,1-3-25 0,4-1-28 0,2-2-58 0,5-1-21 0,3-4-8 0,-1-1-207 15,3-1 226-15,6-3-46 0</inkml:trace>
  <inkml:trace contextRef="#ctx0" brushRef="#br0" timeOffset="70203.89">25161 3220 327 0,'-7'1'69'0,"0"0"85"0,0 1 22 0,-1 0-27 0,-2 2 27 0,1-1-25 0,-2 2-32 0,-1 0-36 0,-1 1 22 0,4 2-37 0,-3 0 11 0,-1-2-12 0,-1 2-18 16,-8 1-14-16,1-2 18 0,1 2-21 0,-1-1 21 16,2 0-3-16,0-2-13 0,0 2-10 0,3-3 13 0,1-1-18 15,3 1 20-15,4-2-6 0,1-2-9 0,4-1-15 0,3 0 5 16,0 0-11-16,3-1 4 0,2-2-4 0,4-3-5 0,4-3-1 15,3 0 0-15,2-2 0 0,3 1 7 0,1-1-4 0,-1-1-3 16,4 1-10-16,-2 0 15 0,0 1-10 0,-1 1 12 0,-4 1 1 16,-7 1-8-16,1-1-15 0,-2 0 17 0,1 2-13 0,5-2 28 15,-1 2-10-15,-1 1-10 0,-1 0 4 0,-3 2-1 0,-2 1 4 16,-1-1-1-16,-4 2 0 0,1 1-2 0,-3-2-5 0,-1 2 13 0,0 0-9 16,0 3 20-16,-3 0-6 0,-1 0-8 0,0 1-14 0,-4 1 13 15,-1 2-9-15,-2-1 19 0,-2 2-3 0,-1 0-9 0,-1 0-6 16,-1 3 13-16,0-1-8 0,3-1 23 0,0-1-2 0,-2-1-6 15,-1 0-3-15,-4-1 1 0,2-1-3 0,2 0-5 0,2 0-2 0,3-2-2 16,1 0-11-16,2-2 13 0,3 0-8 0,1-1 20 0,1 0-5 16,2 0-12-16,1-1-4 0,0 1 2 0,0 0-1 0,1 0 3 15,2-1 0-15,0-1-3 0,3 0-11 0,2 0-6 0,1 0-7 16,1-2-79-16,3 0-37 0,2-1-37 0,4 0-243 0,0 0 261 0</inkml:trace>
  <inkml:trace contextRef="#ctx0" brushRef="#br0" timeOffset="70833.97">25785 2774 485 0,'0'-2'105'0,"-1"-2"78"15,0 0 12-15,0 2-26 0,-2-1-34 0,1 0-47 0,-1 3 23 0,-1 0-45 0,0 0 4 0,-1 0-12 0,0 3-19 0,-3 2-21 0,0-1 15 0,-2 2-19 0,-4 3 25 0,1 2 1 0,-4-1-10 0,-5 3-9 16,-1-1 23-16,1-1-26 16,-3 1 28-16,8 0-10 0,-1-2-12 0,-2 1-7 0,2-3 2 0,-3 0-4 0,0 0-3 15,6-3 1-15,2 1-5 0,3-2-16 0,5-1 20 0,1-1-20 16,3 0 22-1,1-2-10-15,4 0-11 0,3-4 4 0,5-1 1 0,3-2 4 16,8-4 3-16,2 0-1 0,3-3-3 0,-3-2-14 0,-1 0 16 0,3-2-13 0,0 2 21 0,3 0 1 16,-1 1-10-16,-1-2-7 0,1 3 7 0,-2 2-7 0,-1 0 7 0,-2 4 3 15,-3 1-5-15,-2 2-6 16,-3-1 11-16,-3 3-10 0,-4-3 13 0,-3 5 2 0,-1-1-5 16,-3 2 13-16,-2-2 34 0,-1 2-17 0,-4 0 37 0,-1 2-17 0,-3 1-27 0,-6 1-30 15,-2 3 17-15,-4 0-15 0,-2 4 23 16,0 0-2-16,-1 2-9 0,1 0-6 0,-2 0 6 0,0-1-6 0,-2 0 4 0,0-1 0 0,0 1-6 15,0-1-17-15,2-2 21 0,4 0-17 16,1 2 29-16,1-5-2 0,0-1-13 0,0 0-19 0,3-1 22 0,4-1-20 0,4-2 24 0,4-1-1 16,2 0-11-16,2-1-19 0,3-2 18 0,2 1-17 0,2-4 29 15,4 1 2-15,3-2-9 0,1-4-54 0,5 1-3 0,0-3-23 16,0 1-93-16,-3-4-50 0,1 1-46 16</inkml:trace>
  <inkml:trace contextRef="#ctx0" brushRef="#br0" timeOffset="71462.23">26297 2005 753 0,'0'-3'120'0,"0"1"27"0,3 1-46 0,2-2 2 0,0-1-23 0,2 2-25 16,1-2-23-16,0 0-2 0,1 3-6 0,0-1 1 0,0 1 0 0,-1-1-4 0,1-1-10 0,-4 0 16 0,0 3-16 16,-3 0 53-16,-3-1 15 0,-2 1 9 0,-5 1-25 0,-4 1 1 15,-3 2-24-15,-7 2 4 0,-2 2-4 0,-1 2-1 0,-4 1-17 16,2 1 26-16,-1-2-25 0,-4 0 39 0,3-2-11 16,0-2-21-16,-4 3-13 0,8-1 7 0,-1 0-12 0,-2-1 11 15,4 1-3-15,0-3-7 0,2 2-19 0,5-2 13 0,3-1-14 16,2-3 22-16,6 1-4 0,1-2-9 0,3 0-10 0,2 0 10 15,0 0-8-15,0 0 0 0,3-1 6 0,2-1-7 0,3-2 2 16,2-3 11-16,2 2-9 0,2-1 7 0,1-1 1 0,4-1-5 0,3-1-14 16,3 0 16-16,2 1-13 0,0-1 24 0,-5 0-5 0,-3 0-10 15,4-2-6-15,0 2 7 0,5-2-3 0,-2 2 10 0,-4 0 2 16,1 3-7-16,-1 0-13 0,-1 0 18 0,-1 1-16 0,-4 1 21 16,-4 2-1-16,-5-2-10 0,-1 2-6 0,-3 2 15 0,-3-2-11 0,-1 2 29 15,-3 0-4-15,-3 2-6 0,-4-1-18 0,-4 3 15 0,-4-1-14 16,-2 5 24-16,-2 0-2 0,0 1-9 0,-4 1-7 0,-2 0 10 15,-3 2-9-15,0 1 13 0,2-2-5 0,0-1-9 0,-5 1-11 0,-2-2 11 16,-4 0-9-16,0 0 14 0,5-1-3 0,5 1-4 16,3 0-19-16,7-3 18 0,4-3-13 0,4-1 28 0,5-1-6 0,4-1-14 0,4-1-26 15,0-2 22-15,2-2-18 0,4-1 37 0,3-3-10 16,3-3-9-16,4-1-106 0,4-2-8 0,5-3-31 0,5-2-157 0,3-1-164 16,-1-1-111-16</inkml:trace>
  <inkml:trace contextRef="#ctx0" brushRef="#br0" timeOffset="71976.64">26469 1451 697 0,'4'-9'95'0,"1"1"63"0,-2 2 25 0,2-1-44 0,-3 1 19 0,-1 2-27 0,-1 0-33 0,0 2-37 0,-3-2 33 0,-2 1-42 0,-3 2 36 0,-2 0-26 16,-2 1-28-16,-5 0-15 0,-2 0 7 0,-4 0-7 0,-4 5 17 0,-1-1-12 0,-2 1-9 15,-3 1-16-15,5 0 13 0,1 2-12 0,-2 0 26 16,2-2-7-16,1 1-10 0,2-2-7 0,5-1 7 0,4-2-5 0,2 1 21 16,9-1-8-16,2 0-6 15,2-2-16-15,2 0 7 0,-2 0-8 0,1 0 14 0,2-2-1 0,0 1-7 0,-1-3-9 16,2 2 9-16,1-4-9 0,2 3 14 0,4-2-1 0,4-1-4 0,2 1-6 16,1 0 8-16,0 0-6 15,0 0 11-15,-4-1-5 0,2 0-4 0,0 1-7 0,-1-1 8 0,1 1-3 16,2-2 12-16,0 1 0 0,-2 2-8 0,-1-1-3 0,-3 1 5 0,-1 0-4 0,-3 2 8 0,-2 0-1 15,-2 0-3-15,-2-1 4 0,-1 3 14 0,-1-1-6 0,-1 1 29 16,-2 0-12-16,-2 0-8 0,-3 1-25 0,-1 2 11 16,-2-1-9-16,-3 2 15 0,-3 1-3 0,-2 1-12 15,-3-1-2-15,2 2 5 0,-1-2-3 0,0 2 12 16,1-2-5-16,-2 0-4 0,-1 0-20 0,2-2 16 0,3 1-12 0,3-3 30 0,4-1-6 0,2 0-12 0,9-3-87 16,0 0-11-16,2-5-27 0,7-1-181 0,2-4-166 15,12 0-121-15</inkml:trace>
  <inkml:trace contextRef="#ctx0" brushRef="#br0" timeOffset="72390.98">26586 741 686 0,'-4'-3'154'0,"1"-1"7"0,-1-1-23 0,2 1-22 0,1-1 29 0,-1-1-26 0,1 1-30 0,-3 2-41 0,2-1 21 0,-2 1-34 0,0-1 23 0,0 2-8 16,-5 0-13-16,-5 2-18 0,-6 0 4 0,-5 2-12 0,-6 2 5 0,-3-1-6 0,-2 4-3 0,-6 2-15 16,0 0 11-16,3 0-10 0,-4 1 20 15,5 0-4-15,1-1-7 0,-1 1-5 0,7-3 4 0,6-1-3 16,0-1 12-1,8-2 7-15,0-2-7 0,6-1 1 0,8-2 18 0,4-1-19 0,9-5 15 16,8-2-16-16,4-4-15 0,10-5-10 0,-2 0 20 16,3-4-12-16,2 0 21 0,-1 2-3 0,5-1-14 0,5 1-14 15,1-3 20-15,1 4-15 0,-2 2 24 0,-7 5 5 0,-6 2-7 0,-2 0-11 0,-6 4 7 0,-6 0-10 0,-5 1 8 0,-5 3 2 16,-5 1-1 0,-1 1 22-16,-2 1 5 0,-2-2 3 0,-4 2 0 0,-3 0-8 15,-6 4-10-15,-3-1-16 0,-4 3 11 0,-2 2-10 0,-1 1 7 16,-2 1 0-16,0 0-8 0,-2 1-12 0,-3 1 15 0,4 1-12 15,2 1 21-15,5-1-5 0,2-1-7 0,5-1-21 0,2-2-26 16,4-3 0-16,4 2-166 0,4-3-99 0,2 0-79 0</inkml:trace>
  <inkml:trace contextRef="#ctx0" brushRef="#br1" timeOffset="89967.72">23576 9393 256 0,'-9'-2'-5'0,"5"-1"-34"0,-1 1 41 0,2 0 20 0,0 0 14 0,0 0 15 0,1 1-18 0,0-1 19 0,1 0-8 0,-2 0-8 0,2 0-17 0,0 0 4 0,0-1-5 0,1 2 8 0,-1 0-8 15,0 0-9-15,0 1-15 0,1 0 17 0,-2 0-13 0,2 0 18 16,-1 0-7-16,0 0-9 0,0 0-2 0,0 0 1 0,0 0 3 16,-1 3 5-1,-1 2 3-15,1 1-8 0,-2 1-10 0,-1 1 25 0,-1 1-22 16,2 0 19-16,-2 0-6 0,2-1-12 0,2 1-11 0,-2-2 16 16,2 2-7-16,1-1 26 0,0 0-2 0,0-1-15 0,1 1-5 15,1-2 10-15,0-1-8 0,1 1 10 0,0-1-6 0,-1 2-3 0,3 2-17 16,-3-1 16-16,1 1-9 0,2-1 33 0,-3 1-6 0,2 0-13 15,-1-2-13-15,1 1 13 0,-1-2-12 0,0 1 14 0,0 0-2 16,2 2-5-16,-2-2 7 0,1 2-9 0,2-2 9 0,-1 2-3 0,2 0 4 16,0 2 2-16,0 1-12 0,-1 0 10 0,-1 2-12 0,3-1 8 15,-3 1 0-15,2-1-2 0,-1 3-8 0,0 0 8 0,0 0-5 16,0 0 15-16,1 0 1 0,-6-3-7 0,2 0-20 0,0-2 21 16,2 0-17-16,5-1 28 0,0 0-7 0,2-1-10 0,2 1-2 0,2-2 4 15,1 0-2-15,-2 1 7 0,1 0-3 0,0 2-5 0,0 3-20 16,1-4 27-16,0-2-21 0,-2-1 32 0,1-2-5 0,0 2-12 0,-1 5-6 15,1 1 1-15,-1 1 1 0,0 2 8 0,-2-1 2 0,0-1-7 16,0-4-16-16,-2 0 25 0,0 0-22 0,-1-1 31 16,1 0-8-16,-1 1-11 0,2 3-6 0,-1-1 4 0,0-1-1 0,1 0 14 15,-4-2 0-15,1-2-2 0,2 1-25 0,0 0 24 0,1 1-22 16,-2-2 24-16,-3 1 1 0,2 1-7 0,-2 1-18 0,1 2 15 16,-2-2-12-16,-3 3 27 0,-1-3 0 0,1-1-10 0,0-1-3 0,3 1 23 15,3-1-16-15,-1 3 21 0,1-2-11 0,1 0-11 0,-1 1-3 16,2-1 0-16,0 1 2 0,0 2 0 0,1 0 4 0,-1 2-4 0,1-2-9 15,-2-6 11-15,1 0-13 0,-1-3 6 0,0 2-2 0,0 3-2 16,-2-1-13-16,2 2 11 0,-1-3-4 0,0 0 25 0,-1-1-3 16,0 3-11-16,-1 1-24 0,1 0 25 0,-1 1-21 0,-1 1 36 0,1-5-3 15,0 0-10-15,-1 1-13 0,0 0 6 0,-1-1-7 0,2 0 17 16,-2 0-1-16,2-1-8 0,-1 1 0 0,0 1 5 0,1-2-5 16,-1 1 5-16,1 0-5 0,-2-1-1 0,3 1-15 0,0 2 12 0,0 0-4 15,0-1 30-15,0 1-6 0,-1-1-12 0,-1-1-20 0,1-2 18 16,0 2-14-16,-1-1 29 0,0 0-9 0,-1 2-11 0,3-1-5 15,-1 1 7-15,0 0-2 0,1 0 12 0,0 0-1 0,-1 0-8 0,1 1 1 16,1-1 5-16,1 0-4 0,0 0 2 16,1-2-6-16,-1 4-3 0,1 2-3 0,0-2 9 0,-1 1-1 15,-1-1 18-15,-6-2 0 0,1 0-12 0,-1-2-8 0,0 1 11 0,5 2-12 0,-1-3 11 16,-2 2-6-16,1-2-5 0,-1 1 4 0,-1 0-3 16,0 3 7-16,-1 0 2 0,0 0 0 0,-1-1-1 0,0 1-12 0,0 0 16 0,-1 3-13 15,2-2 17-15,-2 4 1 0,0-1-4 0,0-4-20 16,0 0 20-16,-2 0-17 0,2-1 31 0,0 1-7 0,-1-1-14 15,1 1-20-15,0-1 21 0,1 1-17 0,-1-2 25 0,0 1-5 16,0 0-10-16,-1-1-1 0,1 2-1 0,0 0 4 0,-1 2 6 0,1 0 6 16,-2 1-4-16,1-1-32 0,-1-1 34 0,-1-1-32 0,1 0 42 0,0-1-11 0,-1 0-12 15,0-1 3-15,0 1-5 16,0 0 8-16,-1-1 6 0,1 0 0 0,-1 1-5 0,0-2-8 0,-1 2 9 16,1-1-9-16,-1 2 8 0,5 0 0 0,-2 0-2 0,0 1-17 15,0-1 14-15,-7 2-11 0,-1 0 31 0,0-1-7 0,-3 1-11 16,3 1-15-16,-2 0 20 0,-1 1-15 0,1 1 23 0,1-3-10 15,-2 2-10-15,1-1 2 0,0-1 0 0,-1 5 5 0,1-4 13 0,1 2-5 0,0-2-6 0,-2 1-13 16,1 0 10-16,0-1-8 16,-2 1 18-16,1-3-7 0,0 2-3 0,-1 1-12 0,0-2 8 0,1 0-2 0,-1 0 22 0,0 1-4 0,-1-2-7 15,0 1-18-15,-1 0 20 0,-1 3-16 0,-1-2 19 0,0 1-1 16,1 1-9-16,0-2 6 0,1 1-2 0,5-1 2 0,1 3-1 16,-1-1 7-16,-2 1 6 0,-3-1-13 15,-1 3 11-15,2 1-12 0,2-2 10 0,0 1-4 0,2-6-5 0,1 4-20 16,0-3 14-16,2 2-12 0,-1 6 26 0,2-2 0 15,-1 1-11-15,1-1-5 0,-1-4 9 0,0 0-10 0,0-3 8 0,0 0-4 0,1-2-1 0,0 0-12 16,0-2 13-16,0 1-5 0,-1 0 23 0,0-2-4 16,0 2-13-16,0-1-11 0,0 1 18 0,0 0-14 0,0-2 17 0,0 2-3 0,1-1-9 15,-1 2-6-15,3-1 6 0,-1-1-3 0,1 0 13 0,0 1 1 16,1 0-3-16,-1 1-25 0,1-1 23 0,1 1-21 0,2 2 29 0,0 0-2 16,1 1-7-16,0 1-21 15,0 2 16-15,1-1-14 0,2 3 33 0,-1 1-5 0,0 2-11 0,0 2-12 16,1-3 11-16,-1-2-8 0,-1-2 15 0,0 2-4 0,0-2-5 15,0-1-9-15,0 1 8 0,2-3-3 0,-2-1 16 0,0 0-6 0,-1-2-5 0,0 0-23 0,0-3 23 16,0 0-16 0,-1 1 33-16,0-3-8 0,-1 0-13 0,2-1-32 0,-1 0 8 15,1 1-12-15,0 0-5 0,0-2-10 0,1 2-17 0,1 0-76 0,0 0 12 16,0 0-30-16,1 1-64 0,2 0 141 0,1 0-29 0</inkml:trace>
  <inkml:trace contextRef="#ctx0" brushRef="#br1" timeOffset="91672.9">24591 11102 113 0,'-10'2'3'0,"-2"0"27"0,1 1-2 0,-7 1 13 0,1-1 15 0,2-1-3 0,-1 0-2 0,2 1-22 0,-1-2 27 0,2 0-24 0,0-1 28 0,1 2-14 0,1-1-15 0,-2-1-17 16,2 1 9-16,-1-1-5 0,-1 0 20 0,1 0-3 0,-2 0-11 0,-1 0-22 16,-1-1 32-16,2 0-27 0,-2-1 35 0,1 0-10 0,1-1-17 0,-2-1 2 0,1-2 1 0,-1 0 1 15,-1-1-3-15,0 0-1 0,-1 0-8 0,1-1-3 16,0 1 9-16,1-2-9 0,5 1 1 0,0 0 2 0,-1 0 1 15,-3-1-27-15,-4 2 18 0,1 2-16 0,0 1 36 16,1 2-3-16,1 2-13 0,0 0-20 0,1 0 27 16,0 2-22-16,1 2 27 0,1 0-5 0,2 1-14 0,-1-1-4 0,2 2 4 0,-1-2 0 15,2 0 10-15,0-2 3 0,1 2-3 0,1 0-17 0,0-1 17 0,3 1-18 0,-1-2 19 16,1-1-5-16,2 1-3 0,-1 0 0 0,2 0-10 0,0-2 9 16,1 1-5-16,1-1 3 0,1 1 2 0,3 0-11 0,1 1 16 0,0 0-11 15,4 1 24 1,0-2-2-16,4 0-5 0,1 1-9 0,1-2 2 0,2 0-2 15,3 0 5-15,1-2 2 0,3 1-3 0,3-2-20 0,3 1 23 0,1-1-20 16,-6 2 25-16,-3-1-8 0,1-1-12 0,2 0-2 0,5 3 9 16,-1-2-2-16,-1 1 14 0,-2-2-1 0,-1 2-8 0,2-1-18 15,-1 1 24-15,0-1-21 0,0-1 26 0,-2 0-5 0,2 2-9 0,1 0-12 16,0-2 14-16,1 1-6 0,-3 1 26 0,-2-3 0 0,-9 0-11 0,1 3-19 16,0-3 17-16,-1 1-18 0,6 2 14 0,-3 0 0 15,0-2-4-15,-3 2-9 0,-1-2 9 0,-2 2-6 0,-1 0 19 16,-3-1-2-16,-1 1-8 0,-3 1-22 0,1-1 27 0,-3 1-22 0,0-1 31 0,-2 1-2 15,0-2-12-15,0 2-4 0,-2 0 9 16,0-1-6-16,-3 0 16 0,-1-1-2 0,-1 1-11 0,-2-1-22 0,-3-1 25 16,-1 2-21-16,-1-1 31 0,-4 2-9 0,-1 0-11 0,-3 0-9 15,0 0 7-15,1 0 0 0,3 0 24 0,0 2-4 0,-3-1-9 0,-1 0-15 16,-8 1 19-16,0 0-16 0,2-1 13 0,3 1-3 0,-1 2-8 16,-2-1 3-16,1 1-4 0,-3 3 4 0,2-1 2 0,-1 0 0 15,0 1 2-15,-4 0-5 0,0-1 3 0,-1 0-3 0,4 0 1 16,1 0 0-16,-1-3-3 0,0 2-3 0,-5 1 5 0,5-3-1 15,1 1 16-15,4-2-3 0,1 0-7 0,2 2-6 0,1-1 7 0,0-2-6 16,3 3 8-16,3-2-2 0,-1-1-5 0,0 1-6 0,2 0 4 16,0 1-2-16,1-2 18 0,2 0-3 0,2 1-4 0,1-2-11 15,1 1 5-15,4-1-6 0,0 0 5 0,2 0-2 0,1 0-6 0,1 0 1 16,2 0-6-16,1 1 8 0,3 1 0 0,1-1 6 0,1 0 4 16,2 0-18-16,0 1 25 0,1 0-24 0,1 0 26 0,0-1-4 15,2 0-9-15,2-1 10 0,0 0-5 0,3 0 8 0,0 0 1 0,1 0-3 16,3-1-3-16,-1-2-4 0,4 2 10 0,1-2-8 15,1 2 8-15,1-1-5 0,0-2-8 0,-2 1-2 0,-3-2 9 0,-4 1-5 16,2-1 18-16,-2 1-2 0,4 0-10 0,0-1-3 0,-3 0 9 16,-2 0-9-16,0 0 2 0,-3 1-2 0,0-1-4 0,0 2-1 0,-1 1 0 15,-3-2 2-15,-2 3 2 0,-2-1 0 0,-2 1-3 0,-2 0-19 16,-2 0 26-16,-2 1-21 0,0 0 37 0,-1-2 2 0,0 2-9 0,-2 0-8 16,-1 0 6-16,-3 0-8 0,-2 0 1 0,-3 0 0 15,-3 0-7-15,-2 2-6 0,-2 0 7 0,-1 1-7 0,-3-1 6 16,1 2-1-16,-1 0-2 0,-3 0-11 0,-3-2 12 0,0 2-7 15,-2-1 22-15,9 1-7 0,-1-3-9 0,-3 1-20 0,-2 0 19 0,-3 0-15 0,0 0 29 16,2-1-8-16,2 3-12 0,0 0-16 0,0-2-9 16,0 2 0-16,2 0-46 0,2 1-7 0,0-3-15 0,2 4-94 0,1-3-9 15,0-1-30-15,2 2 68 0</inkml:trace>
  <inkml:trace contextRef="#ctx0" brushRef="#br1" timeOffset="99064.93">26705 8018 217 0,'-3'-4'-48'0,"1"2"8"0,1-1-62 0,0 1 76 0,0-1 26 0,1 1 0 0,0 0 0 0,-1 0 4 0,1-2 2 0,0 1-10 0,0 0 24 15,0-1-20-15,0 2 25 0,0 1-15 0,1 0-14 16,0 0 4-16,1-1-11 0,1 1 14 0,1 0-3 0,0 1 2 0,1 0 4 0,0 0-19 16,0 0 6-16,-2 1-11 0,1 0 8 0,-1 1 4 0,2-1 3 0</inkml:trace>
  <inkml:trace contextRef="#ctx0" brushRef="#br1" timeOffset="99799.65">26736 8011 34 0,'-3'0'12'0,"-1"0"60"0,1 0-16 0,0 2-22 0,-2-1-17 15,2 2 8-15,-1 0-8 16,1-1 8-16,2-1-2 0,-1 1-11 0,0 0-41 0,2 0 41 16,0 4-39-16,0-2 46 0,2 2-4 0,-1 1-17 0,2-1 1 0,-1 3 0 15,2-1 2-15,0 2 6 0,0 0-2 0,-1 2-5 0,0-1-4 16,1-1 15-16,-1 1-14 0,0-1 3 0,2 0 0 0,-2 0-8 0,2 1-5 16,-1-2 13-16,0 0-6 0,-2-1 27 0,1 0-5 0,-1 0-11 0,2 1-7 15,-2 0 14-15,3 1-12 0,-3 0 17 0,2 0-6 0,-1 1-7 0,0 0 5 16,0-2-3-16,1 1 6 0,-1-2 5 0,0 0-4 0,1-1-5 0,-1 0-18 15,2 1 17-15,-2-1-14 0,1 0 22 0,1-1-6 0,-1 2-10 16,2 1-13-16,0 1 18 0,0 1-10 16,2 4 20-16,0 1-2 0,1 1-15 0,0-1 0 15,-1 1 12-15,1 0-9 0,0-3 11 0,0-3 0 0,1 3-6 0,1 1-13 0,2 2 10 0,-1 0-7 0,0-2 22 16,1 0 0-16,-1-3-10 0,3 2-12 0,-2 1 18 0,3-3-18 16,-3 0 10-16,0-2 0 0,-7 2-4 0,1-1-9 0,1-1 9 0,0 1-4 15,6-1 21-15,1 1-1 16,2 1-11-16,0-1-20 0,0-2 27 0,-1 2-23 15,0-2 29-15,0 0-9 0,1-2-12 0,0 2 5 0,2 0-7 0,0 1 8 16,1 4 2-16,0 1-3 0,-1-1 1 0,1-2-26 16,-2 1 24-16,0-1-20 0,-1 1 37 0,0-3-5 0,1 4-11 0,0 1-24 0,2-1 22 15,-2-2-15-15,0-2 36 0,-1-1-2 0,-2 1-13 0,-5 1-9 16,0-1 10-16,0-1-11 0,2 1 8 0,7 0-3 16,0 0-4-16,2 1-4 0,-1 0 9 0,-1-2-3 0,0-2 14 0,-1 0-1 15,0-2-10-15,2 2-16 0,0 0 22 0,1 1-18 0,0 2 23 0,0 3-7 0,-2 1-15 0,2-1-2 16,-1 1 10-16,1-4-4 0,-1 2 14 15,1-1 1-15,-2 1-8 0,-1 0-18 0,-2 3 20 16,-1 0-18-16,-3-1 26 0,-6-2-6 0,-1-2-7 0,-1 0 0 0,-1-1-7 16,5 0 7-16,-1 0 9 0,0 0-4 0,-2 0 1 0,1 0-23 15,0 4 24-15,-1 0-18 0,0 3 23 0,-1-4-4 0,0 1-14 0,-2-1-7 16,0 3 17-16,-2 2-8 0,0 1 24 0,-3 2-4 0,-2-1-16 16,1 1-8-16,-2 2 15 0,-1 1-11 0,-1-2 17 0,-1-2-1 15,1 1-5-15,-1 1-25 0,0 2 17 0,1 2-15 0,-1 2 36 16,5 0-6-16,-1 0-10 0,-3 0-28 0,-1-1 34 0,-9-2-28 15,1-1 37-15,0-1-7 0,-2 2-18 0,1-1 5 0,-2 4-1 16,1 1 3-16,0-1 3 0,1 1 0 0,-2 0-4 0,-2 2-4 0,-1 0 9 16,-1 1-7-16,1 1 6 0,0-2-6 0,1-2-3 0,-4 5-12 15,-2-1 12-15,0-1-3 0,-2 0 25 0,1-3-2 0,3-1-13 16,-3 1-23-16,-3-3 26 0,-1 1-22 0,-3-2 37 0,4 2-10 16,2 1-11-16,1 4 2 0,3 1-8 0,2-2 10 0,2 4 2 0,2-5 3 15,0 6 5-15,2 2-20 0,-2 0 14 0,-2 1-16 0,2-2 10 16,0-3 2-16,3-3-2 0,2-1-1 0,3-1 1 0,2 1-2 15,7 0 1-15,2-2 0 0,1 0 1 0,1 2-10 0,-2-2 13 16,1-1-13-16,0-2 5 0,2-2-21 0,2-2-13 0,2-3-27 0,-4-3-19 16,0 1 11-16,3-2-43 0,-1 1 69 0,8-3-9 0</inkml:trace>
  <inkml:trace contextRef="#ctx0" brushRef="#br1" timeOffset="101047.74">26847 11123 139 0,'-8'-8'20'0,"0"-1"-25"0,-1 2-6 0,2-1-8 0,-1 3 16 0,0 0-7 0,1-1 31 0,-1 1-5 0,0 3-13 0,1-2-15 0,-2 1 23 0,-2 2-18 15,3 0 26-15,-1 1-5 0,-2 2-9 0,1 5-8 0,0 2 12 0,0 1-5 0,0 3 34 0,-2 3-6 16,-2 1-11-16,1 4-2 16,0 2 6-16,3 4-6 0,1 3 6 0,3 0-3 0,-1 2-4 0,0 2-7 0,1 1-1 0,2 2 0 0,1-2 4 0,1-1-4 0,2-4-2 31,0-1-24-31,2 2 26 0,0-7-21 0,2 0 37 0,3-4-8 0,0-5-12 16,2 0-10-16,1-1 4 0,2-3 0 0,3-1 24 0,1-1-2 15,-2-2-8-15,2 0-18 0,-2-3 27 0,0-2-23 16,-1-2 38-16,1-1-2 0,-2-3-9 0,2-4-14 0,0 0 10 15,3-3-10-15,0 0 8 0,1-1 4 0,1-2-11 0,1-4-3 0,2-6 23 16,0-3-20-16,3-4 9 0,-3-2-7 0,2 0-14 0,2-6 0 16,-5 5-3-16,1-2 2 0,-9 1-3 0,-4 5 3 0,-1-2 3 0,-3 0-12 15,4 1 19-15,-1 3-18 0,-3 3 16 0,-4 4-5 16,-2-1-6-16,-5-2 3 0,-3 2-3 0,-1-1 5 0,-2 1 5 0,3 3-1 16,-3 3-1-16,-3 2-25 0,-3 8 25 0,-9 3-22 0,-3 5 29 15,2 3-4-15,0 4-11 0,0 4-4 0,-1 1 0 0,1 2 3 16,0 1 15-16,3-3-2 0,3 1-3 0,0 1-21 0,0-2 24 0,-1-1-19 15,2-1 27-15,1-1-7 0,2-2-11 0,4 0-19 0,4 0 17 16,4-1-11-16,1-1 22 0,5 1-3 0,1-3-13 0,4 2-55 16,4 0-8-16,2-2-21 0,6 0-109 0,3-2 119 0,5-1-21 0</inkml:trace>
  <inkml:trace contextRef="#ctx0" brushRef="#br1" timeOffset="101706.47">26970 7752 217 0,'-5'-15'32'0,"-5"4"-24"0,1 2-3 0,1 0-15 16,1 2 25-16,2-1-22 0,-1 0 41 0,1 2-2 0,0 0-13 0,-1-1-5 0,2 2 23 0,-1 0-18 0,1 0 18 0,-1 0-6 0,1 0-6 0,0-1 7 0,0 3-5 15,1-1 8-15,-1 1 2 0,2 2 0 0,-1 1-2 0,-2 0-20 16,-1 3 9-16,-3 2-16 0,-2 2-8 0,-1 2 5 0,0 3-2 0,-1 3-7 16,-1 2 2-16,0 3-4 0,1 5 6 0,-2 0 5 0,0 7-3 15,1 5-14-15,1 6 27 0,1 1-22 0,2 4 26 0,1-3-5 16,1 1-14-16,2 0-15 0,0-3 19 0,3 0-11 0,0-5 34 16,3-1-4-16,4-1-14 0,4-2-24 0,3 1 22 0,0-4-20 0,1-3 29 15,0-5-5-15,0-1-9 0,0-3-5 0,2-5 3 0,-2-5 1 16,1-4 27-16,-2-4 3 0,1-2 0 0,1 0-15 0,-2-2 14 15,0 2-16-15,-2-2 10 0,0 3-9 0,-3-2-7 0,1-3-5 0,-2 1-4 16,-1-1 4-16,1 0 7 0,-2-2-4 0,0 0-1 0,0-1-6 16,-1 0 3-16,2-2-3 0,-1-2-11 0,0 1-11 0,1-3-11 15,0 0-45-15,1-2-8 0,0 1-3 0,2 1-39 16,1-1-8-16,0-3-17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38:48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21724 2652 562 0,'-5'-8'156'0,"0"3"231"0,2 3-330 0,1 2-48 0,-1 2-21 0,2 2 31 0,-1 1-4 0,1 4-17 0,-2 1 13 0,1 1 5 16,1 0 2-16,0 1 11 15,1 4 6-15,1 3-1 0,2 5-7 0,0 4 32 0,-1 2-26 0,3-1 36 16,0 3-3-16,2 4-12 0,2 4-30 0,3 2 13 0,3 3-17 0,1 2 18 0,-2-2-2 0,2-1-4 0,2-1-25 15,1-3 18-15,1-3-20 16,0 1 15-16,2-3-1 0,0 0-9 0,1 2-20 0,-2 0 18 0,-1-1-16 16,0 0 22-16,-4-6 1 0,0-2-10 15,0-3-9-15,-3-5 10 0,1-2-11 0,-3-1 10 0,-1-1 1 0,-6 2-2 0,1 0-11 16,-1-2 11-16,0-4-10 0,2 1 10 0,-1-3 2 0,1-2-8 0,-3-3-8 0,-1-1 15 16,0-1-9-16,0-3 31 0,-2 0 1 0,0 0-4 0,0-2 24 15,-2-1 5 1,1-5 0-16,-2-4-7 0,0-7-10 0,-2-6-13 0,2-7-24 0,-3-3 22 0,2-5-18 0,-2-3 29 0,0-2-5 0,2-4-12 0,2-1-15 15,1-1 15-15,1 1-13 16,1-6 25-16,2-6-6 0,4-4-11 0,4-12-17 0,10-3 11 0,7-2-9 0,6-7 20 0,5-2-5 31,0-8-6-31,8-6-22 0,2 1 23 0,5 0-17 0,2-1 27 0,-5 1 1 0,-5 2-16 0,3 2-9 16,-2 1 16-16,4 2-16 0,4-2 17 16,-3 9-2-16,54-68-20 0,-104 159 17 0,97-157-15 15,-57 76 5-15,1 11-9 0,-3 7-12 0,3 7-34 0,5 3-2 16,-4 2-10-16,1 2-45 0,-2 3-15 0,0 4-19 0,0 4-122 15,-2 0-132-15,2 6-1 0</inkml:trace>
  <inkml:trace contextRef="#ctx0" brushRef="#br0" timeOffset="999.88">31478 9098 256 0,'-48'-59'58'0,"25"36"815"0,8 10-406 0,2 6 4 0,8 6-466 0,0 0-5 0,4 1 4 0,-1 0 5 0,0 1-4 0,-2 2 1 0,0 4-16 0,-3 1 11 0,-1 5-6 0,-2 6 19 0,-2 5 0 0,-3 8-10 0,-2 5-6 0,-3 6 8 15,-2 11-6 1,-2 8 16-16,-1 10 1 0,-1 7-2 0,-5 3-8 0,-3 0 21 16,2 1-15-16,3 3 29 0,-2 3-10 0,1-1-14 0,-5 0-15 15,-5-5 11-15,-1 2-11 0,2 2 15 0,1-3-5 0,0-2-7 0,-1-5-16 0,0-4 14 0,3-2-11 0,1-2 14 0,5-1 1 0,5-4-11 16,2-4-19-16,0-3 12 0,0-5-13 0,-3-6 20 0,3-5 1 31,2-6 0-31,2 5-28 0,1-1 2 0,1-1-9 0,2-1-10 16,0-4 0-16,0-1-7 0,0-2-54 0,0-2-19 0,2-2-11 0,0-3-95 0,2-2-37 0,1-1-27 0</inkml:trace>
  <inkml:trace contextRef="#ctx0" brushRef="#br0" timeOffset="1335.3">29573 9549 1796 0,'9'9'276'0,"-13"-6"-292"0,8 2-47 0,5 9 40 16,4 5 20-16,6 11-9 0,5 7 27 0,4 8 3 0,4 9-12 0,9 10 0 16,1 5 25-16,4 1-16 0,5-3 36 0,1-8-2 0,-1-4-7 15,3 0-18-15,2-2 16 0,3 1-16 0,6-1 13 0,7-5 3 16,6-3-8-16,8-3-2 0,1-2 18 0,8-7-16 0,0-1 9 15,4-3-8-15,3-3-10 0,4 4-23 0,1-1 17 0,0 2-14 0,1-2 19 16,-9 1-4-16,-3-2-10 0,1 0-6 0,-6 2 3 0,-1-1-3 16,-6-1 1-16,-7 0 0 0,-1-1-1 0,-2 2-18 0,-6 0 20 15,-4 2-16-15,-4-2 22 0,-5 1-6 0,-2 0-12 0,-3 5-28 16,-3 2 0-16,-5 3-8 0,-3 1-21 0,-4 2-5 0,-5-1-10 16,-1 5-64-16,-3 1-9 0,-2-2-16 0,-3 3-86 0,-1-2-20 0,-2 3-25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39:03.83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2618 525 1134 0,'-11'1'316'0,"1"-2"-158"0,1 0-108 0,2 1-8 0,0 0 79 0,3 0-17 0,1 0-13 0,2 0-48 0,0 1 7 16,1 0-25-16,-1 1 1 16,1-1-9-16,0 1-9 0,2 4-1 0,-1 0 23 15,1 2-15-15,2 2 39 0,-2 1-4 0,0 5-18 0,0 3-19 16,1 1 23-16,-3 1-27 0,0 1 48 0,-3-3-8 0,1 0-8 15,-2 3-43-15,-1 1 26 0,0-1-32 0,-2 5 45 0,0-3-6 16,-2 0-15-16,1 3-15 0,-1-3 13 0,0 3-14 0,0-1 26 16,0-2-9-16,3-1-9 0,1 0-9 0,2 0 4 15,0-2-3-15,2 1 10 0,1-4-1 0,0-3-3 0,3 0-16 16,-1-1 14-16,1 0-11 0,3 1 19 0,-2-4 1 0,1 1-9 0,0-3-8 16,2-2 12-16,0 0-11 0,1-1 13 0,0 0-2 0,1-2-6 0,1 0-2 15,2-1 8-15,2-3-3 0,1 1 17 0,2-1-4 16,2 0-5-16,1-1 3 0,4-3 7 0,1-3-2 0,2-2 9 15,1 0-8-15,1-2-6 0,1-1-13 0,3 3 5 0,-2 3-4 0,0-2 11 16,-1 3-3-16,-1-2-2 0,4-1-21 0,-1 1 17 0,-3 1-13 16,-1 1 24-16,-3 1-5 0,-2 3-11 0,-3 0-10 0,-1 1 11 15,-2 1-9-15,-4 0 16 0,0 0-2 0,-3 1-6 0,-4-1-9 0,0 2 4 16,-1-3-7-16,-3 3-4 0,-3 0-8 0,-2-1-13 0,0 1-46 16,1 0 4-16,2-2-16 0,2 1-57 0,0-2-55 0,2 0-46 0,1-1-347 15,7-3 366-15</inkml:trace>
  <inkml:trace contextRef="#ctx0" brushRef="#br0" timeOffset="523.87">2862 539 1712 0,'-7'-2'-61'0,"3"-1"167"0,1 2-1 0,2 1-2 0,1 0-56 0,0 1 16 0,1 2-40 0,2-1 15 0,-1 3-1 0,2 0-9 0,-1 2-8 0,2 2 14 15,-1-2-17-15,1 4 14 0,-1-4-1 0,2 0-6 0,-2-2-9 16,1 0 18-16,-1-2-17 0,1-1 41 0,-2-2-3 15,2 0-10-15,-1-1-11 0,1-3 29 0,-1-2-27 0,2-5 48 16,-1-1-15-16,2-3-22 0,2-4-18 0,0-1 15 0,2-1-19 16,0-1 15-16,0 2-9 0,-1 0-12 0,0-4-18 15,-1 4 10-15,-1-3-11 0,1-4 13 0,-2 3-3 0,1-2-6 0,1 2-15 16,-1 5 12-16,-1-1-10 0,0 2 13 0,-1 4-11 0,1 2-14 16,2 0-25-16,-1 2-3 0,0 1-5 0,1 0-34 0,-1 3-13 15,2-2-18-15,1 0-21 0,4-1-89 0,1-1 29 0,3-2-447 16,4 3 388-16,1 0-53 0</inkml:trace>
  <inkml:trace contextRef="#ctx0" brushRef="#br0" timeOffset="1344.45">3909 562 364 0,'-3'-2'232'0,"0"-1"102"0,1 0-206 0,0 2 65 0,1 0-45 0,1 1-34 0,-1 0-81 0,1 0 7 0,0 1-28 0,0 0 5 0,0 6-3 0,0 1-6 0,1 3-1 0,0 1 26 16,0 4-18-16,1 2 52 0,0 0-2 0,2 1-11 0,-1 2-3 15,1 1 15-15,0-1-20 0,1 4 10 0,-2 0-12 0,0 0-15 16,0 1-32-16,-2-1 16 0,0-6-20 0,2-2 30 16,1-3-6-16,0 0-10 0,0 0-8 0,1 0 4 0,1-3-6 15,-1 2-24-15,1 0-7 0,-1-1-18 0,3-3-57 16,0 0-22-16,0-2 2 0,1 0-122 0,-2-2-6 0,-2 0-13 0</inkml:trace>
  <inkml:trace contextRef="#ctx0" brushRef="#br0" timeOffset="1596.52">3605 1227 1060 0,'-18'6'173'0,"-1"0"-3"16,3-2-19-16,5 1-27 0,3-2 33 0,3-2-21 0,3 0-32 0,2-1-53 0,0 0 20 15,5-1-39-15,1-1 22 0,4-1-17 0,4-2-16 0,4 1-25 16,1 0 12-16,3-1-12 0,6-1 24 0,0-1-5 15,2-2-10-15,-2-2-7 0,-2 1 8 0,3-2-9 0,3-2 6 16,5 1 4-16,-1-1-7 0,4 0-12 0,-2 1 19 0,0 0-17 16,4 2 28-16,-8 2-5 0,0 0-11 0,0 0-21 15,-6 3 1-15,-6 2-8 0,-5-1 8 0,-7 1-20 0,-2-1 4 16,-1 1-97-16,2 0-28 0,-2 1 9 0,-3 0-100 0,-2-1-36 0,2-1-28 0</inkml:trace>
  <inkml:trace contextRef="#ctx0" brushRef="#br0" timeOffset="1826.16">3615 636 2105 0,'-35'-9'-74'0,"19"0"203"0,7 1-6 0,4-1-7 0,2 0-49 15,6-3 6-15,3-1-33 0,6-1-24 0,1 0-4 0,3 1-10 16,4-1-6-16,1 1 9 0,3-1-9 0,4 2 9 0,-1-1 0 15,-1-1-5-15,5 1-19 0,1 0 20 0,2 2-17 0,11-4 31 16,-1 4-23-16,3 1-14 16,11-1-54-16,-5 2-18 0,4 1 8 0,0 0-76 0,-8 3-42 0,1 0-11 15,-1-3-136-15,-2 4 169 0</inkml:trace>
  <inkml:trace contextRef="#ctx0" brushRef="#br0" timeOffset="2307.33">4742 494 1044 0,'-4'21'169'0,"0"1"-20"0,1 3 29 0,1 5-69 0,-1 0-13 16,5 0-21-16,-1 0-31 0,1-1 16 0,-1-2-31 15,-3 1 6-15,-2-3-7 0,1-3-14 0,1 0-1 0,0-7 16 32,-1-2-14-32,1-1 28 0,0-2-7 0,0-1-13 0,-2-2 0 0,2 0 24 0,0-5-20 15,1 1 26-15,-1-2 0 0,1-1-19 0,1 0 10 0,-1 0 21 0,0-2-24 0,-1-2 1 0,-1-3-8 16,-2 0-20-16,1-5-11 15,0-1 10-15,0-1-13 0,0-5 10 0,1 0-2 0,0-3-4 0,-1-3-5 0,1-1 3 16,1-1-4-16,0-1 3 16,2 4 1-16,0-1-2 0,3 2-1 0,0 1 0 0,2 3-1 15,1 3 2-15,1 3-1 0,1 5-1 0,0 2-11 0,-2 2 16 0,0 3-11 16,-3-1 21-16,1 2-2 0,0 3-10 0,-1 3-3 0,1 2 7 0,-1 3-5 0,2 6 18 0,1 1 0 16,-5 3-3-16,2-2-21 0,3 0 21 0,0-1-18 0,9 0 28 15,2-2-5-15,4 0-14 0,3-1-7 16,2-1 12-16,2-2-10 0,3 1 12 0,1-2-4 0,2-1-9 0,3-1-6 15,0-2 12-15,2-2-8 0,-1-1 13 0,-3-1-2 0,-5 0-8 0,-5-2 4 0,-7 1 4 0,-4-2-2 16,-3-2 9-16,3 1 0 0,-3-2-1 0,0 1-8 0,-1-3 12 16,-1 1-8-16,-1-2 20 0,-2-1-3 0,-3-1-8 15,1 0-11-15,-2-4 12 0,-1-1-10 0,-1-3 5 0,-1-2-2 0,-2-4-7 16,-1-2-11-16,-3-5 9 0,0 0-8 0,-4-3 11 0,1 2 0 16,1 2-6-16,0 3-15 0,0 3 13 0,0 4-12 0,0 1 20 0,2 6-2 15,-1 1-6-15,2 2-7 0,-1 2 6 0,3 0-5 0,-1 3 6 16,5 3-3-16,0-2-6 0,2 2-23 0,0-1 1 0,-3 1-5 15,0 0-17-15,1 1-16 0,0 1-20 0,2 3-23 0,-2 0-19 0,1 2 4 16,3 0-117-16,2 2-28 0,7-3-40 0</inkml:trace>
  <inkml:trace contextRef="#ctx0" brushRef="#br0" timeOffset="2771.85">5720 417 1589 0,'1'-2'109'0,"0"-2"24"0,-2 2-34 0,-1 2 8 0,0 0-36 0,0 1-36 0,-2 5-34 0,0 1 18 0,-2 2-18 0,-1 3 37 0,0 1 0 16,-4 3-5-16,1 5-9 0,1 1 18 0,-1 1-19 0,-1 4 31 16,1-1-9-16,-1 0-12 0,1 0-11 0,1-5 17 0,2 0-19 15,1 1 21-15,4-5-6 0,2-1-11 0,3 0-14 0,4-3 24 16,2 1-23-16,6-2 39 0,0 3-8 0,4-1-14 0,4-2-17 15,-1 1 21-15,-2-3-22 0,3-1 26 0,2-1-7 16,2-2-17-16,8 3-5 0,-2-2 2 0,1-1-5 0,-2 2 2 16,-2 0-2-16,0 1 0 0,4 0-10 0,-1-3 11 0,2 0-7 0,-2 1 12 15,-3-1-2-15,-1-2-8 0,-1 0-13 0,-6 0 15 0,-4-2-12 16,-2 1 18-16,-1-2-4 0,6-1-9 0,1-1-13 0,-3-2 2 16,-1-1-3-16,-4 2-1 0,-2-3-5 0,-1 1-6 0,-1-3-23 15,-2 2-4-15,-1-2-5 0,-3 0-33 0,-2 0-9 0,-1-2-12 0,-2-2-120 16,-3 2-36-16,-2-2-17 0,-1-3-197 0,1 4 282 0,0 1-19 15</inkml:trace>
  <inkml:trace contextRef="#ctx0" brushRef="#br0" timeOffset="2970.6">5773 695 1411 0,'-4'0'-140'0,"6"-2"270"15,6 0 24-15,2-1-66 0,7-3 68 0,2 3-10 0,3-2-22 0,4-2-55 16,-1 3-17-16,2-1-27 0,4 0-31 0,2 1 24 15,0 0-25-15,4-1 29 0,0 1-4 0,-2-2-13 0,3 0-15 16,-7 0 12-16,-5-1-14 0,-7-1 3 0,-8 2-12 0,-3-2-17 16,-4 0-44-16,2-1 9 0,-4 2-12 0,-2-1-20 15,-3 2-46-15,-2-2-17 0,-4 0-33 0,-1-1-75 0,-2 0 83 16,-1 0 14-16</inkml:trace>
  <inkml:trace contextRef="#ctx0" brushRef="#br0" timeOffset="3081.58">5961 437 215 0,'-18'-2'162'0,"5"2"-49"16,4-1 124-16,4 0-5 0,2 1 2 0,3-1-14 0,3-1-82 15,1 0-25-15,4 0-48 0,4-1 4 0,4-1 26 0,3 0-11 0,2-1 41 16,4 0-15-16,1 0-21 0,5-1-53 0,4 3 19 0,2-4-28 0,0 3-4 16,-2-1-1-16,-4 1-15 0,1-2-37 0,2 0 8 0,-1-2-21 15,7-1-33-15,-4 0-15 0,0 0-22 0,2 1-115 16,-1 1-32-16,-2 0-37 0,-1 3 14 0</inkml:trace>
  <inkml:trace contextRef="#ctx0" brushRef="#br0" timeOffset="3675.93">4649 1636 1277 0,'8'-21'184'0,"-1"-4"117"0,0-2-266 0,4-5 65 0,0 2-26 0,1-1-24 0,0-2-31 16,0 4 14-16,-4 0-19 0,-3-4 17 0,-4-1-4 0,0-3-9 16,-1-8-14-16,2-1 18 0,-2-5-18 0,-2-6 24 15,-1 4-5-15,-1 2-13 0,-1-4 5 0,-2 1 6 0,-3-5-5 16,-3-10-2-16,-7-1-4 0,-3 0-8 0,-6-1-16 0,0 9 19 16,-6 3-15-16,-7-2 30 0,2 2-6 0,-5 0-15 0,-8-6-10 15,3 11 15-15,-3 5-11 0,-4 6 17 0,4 12-5 0,-3 6-8 16,-9 4-10-16,3 10 4 0,0 3-3 15,-1 7 19-15,9 3-5 0,4 5-5 0,-4 7-13 0,3 4 8 0,-1 6-5 0,-5 8 19 16,7 8-1-16,2 6-2 0,-2 13-16 0,1 3 13 0,-1 2-11 0,0 0 23 16,1-2-4-16,2 4-6 0,0 9 1 0,3 3 8 0,10 2-2 15,7-2 13-15,8-8-7 16,6-1-7-16,10-1-2 0,7-2 3 0,10-6 1 0,12-7 13 16,6-10-1-16,11-6-3 0,11-3 3 0,4-2 10 0,4-5-5 0,1-6 8 15,0-3-7-15,5-5-6 0,12-1-22 0,5-3 11 0,-5-2-9 0,0 1 12 0,-8-2 4 0,-2-2-8 16,10 1-13-16,-4-1 12 0,-2 0-12 0,-11-1 10 0,-8-1-11 15,-5 1-14-15,-4-2-63 0,1-1-15 0,-5 1-14 16,-2-1-136-16,-3 0-55 0,-3-4-62 0</inkml:trace>
  <inkml:trace contextRef="#ctx0" brushRef="#br0" timeOffset="29621.85">8042 8926 256 0,'-19'-24'8'0,"12"11"124"0,2 1-52 0,3 0 5 0,2 0-65 0,2 0 21 0,3 4-11 0,-1-1 34 0,1 1 5 0,-1 1-10 0,0 1-44 0,1 0 40 0,-2 2-44 0,1 1 33 0,-1 2-12 0,2 0-17 0,-1 1 1 0,1 0-3 0,-1 1 5 16,2 2 0-16,0 0-4 0,1 1-3 0,3 3-14 0,0-2 11 15,2 0-9 1,1 3 10-16,1-3-6 0,-1 0-7 0,3 1-9 0,-2-1 13 16,-2 0-5-16,-1 2 22 0,0-3-3 0,2 1-14 0,9-1-3 15,-1 1 10-15,2-1-7 0,0-2 13 0,0 1-3 0,2-1-3 0,5 0-17 16,2 0 15-16,2 1-9 0,2-2 33 0,-1 2-8 0,0-2-13 0,-1 3-15 0,1-1 15 0,-2 1-12 0,-5 1 17 15,1 3-7-15,0-3-12 0,7 2 7 16,3-1 4-16,2-1 4 0,3 0 15 0,2-1 2 0,2 1-3 16,4-1-4-16,-1 0 10 0,-5-2-10 0,1 2 5 0,1 0-1 0,-1-3-7 15,10 3-31-15,3-1 25 0,-1-2-21 0,2 0 44 0,-3-1-7 16,-3 0-14-16,1 0-12 0,2-1 10 16,1-4-9-16,6 0 6 0,0-3-1 0,2 1-5 0,62-10-2 0,-127 17 16 15,121-19-25-15,-60 8 15 0,7 2-1 0,2-1-13 0,-3 1 13 0,-6 2-9 0,-6-2 17 16,-6 2-3-16,2 1-8 0,6-2-16 0,7 0 20 15,-4 1-15-15,-2-1 22 0,-5 2 7 0,-7-1-12 0,-1 1 11 0,0 0 18 0,0-1-15 16,2-1 7-16,3 3-2 16,-2 0-9-16,1-1-25 0,-4 3 19 0,-5 1-18 0,-4 0 24 0,-6 2-1 0,-4 2-14 0,-4 0-10 0,-6 1 17 15,-1 2-15-15,1 0 14 0,4 1-1 0,-1-2-5 0,1 1-63 16,-2 2-7 0,-3-1-21-16,1 1-85 0,-4 0-41 0,0 0-41 0</inkml:trace>
  <inkml:trace contextRef="#ctx0" brushRef="#br1" timeOffset="34886.75">4792 13157 567 0,'-28'-23'174'0,"6"4"241"0,3 4-322 0,0 2-60 0,3 3-19 0,-4 1 15 0,2 1-7 0,0 1-8 0,-1 0-17 0,0 3 21 0,-2-2-17 15,-1 0 19-15,-1 0-7 0,-1 0-13 0,-3 0-7 0,0 1 9 16,0 4-4-16,-2 0 19 0,-2 1-6 0,-2 2-11 0,-5 7-8 16,0 2 9-16,2 0-5 0,-1 7 10 0,-3 1-4 0,-1 6-6 0,-7 4-7 15,-1 9 10-15,0 6-4 0,2 5 17 0,1 2 0 0,1 3-6 16,-1 1-7-16,5 0 7 0,4-2-6 0,1 5 3 0,5 0-2 16,-2 6-2-16,3 10-13 0,1-1 21 0,3 1-12 0,3 0 25 0,4-1-3 15,5 4-17-15,0 10-12 0,3 0 21 0,1 2-17 0,2-1 26 16,4-4-5-16,0 7-8 0,4 7 8 0,2-5 14 0,2-3-4 15,1-3 27-15,4-5-8 0,4 2-11 0,5 1-16 0,4-8 9 0,6-6-7 16,6-5 11-16,3-6-4 0,2-1-9 0,5 2-26 0,-1-2 22 16,-6-4-19-16,1-3 26 0,-3-5-7 0,0-9-13 0,5 0-11 15,1-4 13-15,0-2-9 0,2-2 16 0,1-3-3 0,-1-1-8 0,6-3-9 16,-3 0 3-16,-3-3-5 0,5-2-12 0,-3-1 4 0,1-2-6 16,7-1-14-16,3-3 0 0,0-4-12 0,5 0-53 15,1-3-23-15,-5-4-25 0,6-5-144 0,2-3 174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42:25.8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10323 6027 256 0,'-2'11'18'0,"2"-7"291"0,2-1-79 0,3 3 32 0,0-3-166 0,2 3 12 0,1-1-47 0,3-3-9 0,0 1-8 0,2-2-10 0,2-1-14 0,0 0 13 16,0 0-15-16,1-1 21 0,0-2-4 0,0 1-15 0,0-1-2 16,-2 1 14-16,1-2-15 0,-2-1 26 0,-1 1 2 0,-2 0-4 15,-3-1-2-15,0 2 15 0,-1-2-18 0,-1 1 20 0,0-2-5 16,-1-1-12-16,1 1-7 15,-2-2 14-15,0-1-17 0,-2 0 15 0,0 2-7 0,-1-1-14 16,0-1-12-16,-2 1 19 0,-2 1-18 0,0-1 17 0,-2 2-8 16,-1-2-12-16,1 2-8 0,-2-1 9 0,0 1-8 0,0 1 9 0,-2 0-3 15,-1-2-5-15,-1 3-3 0,-1 0 4 0,1 2-4 0,-1 1 4 0,2 1-2 0,0 1-4 16,0 1-9-16,-1 4 13 0,1 1-8 0,0 0 20 0,2 2 0 16,-1 1-9-16,2 1 5 0,-1 0 9 0,1 4-6 15,0-1 13-15,1 1-1 0,1 1-2 0,0-1-14 0,2 0 17 0,0 3-12 16,1-2 27-16,1-2-9 15,1-1-14-15,1-2-14 0,1-1 11 0,1-1-9 16,2 3 11-16,1-1-3 0,2 1-4 0,0-1-7 0,4 0 6 0,1-2-5 0,3-2 10 0,1 1-3 0,2-2-5 0,4 2-12 0,1 0 12 31,1-2-8-31,2-1 15 0,0-2-3 0,0-1-10 0,4-2-34 16,-1 2 9-16,-1-2-17 0,-6 0-29 0,-1 0-33 0,0-2-29 0,4 2-6 16,3-3-59-16,-1-1 33 0,-3-3-186 0,-2-2-28 0,-2-2-31 15</inkml:trace>
  <inkml:trace contextRef="#ctx0" brushRef="#br0" timeOffset="190.27">11025 5861 161 0,'-7'-8'181'0,"3"6"10"0,-1-3 153 15,1 3-85-15,-2 0 44 0,1 1-107 0,-1 1-6 16,-1 2-27-16,0 1-40 0,-2 3-26 0,0 1 29 0,1 1-42 16,-1 5 10-16,2-1-22 0,0 4-28 0,-1 1-24 0,1 1 15 15,1 0-19-15,-1 1 17 0,2-1-10 0,1-3-14 0,0 2-15 16,0-2 14-16,2 2-12 0,0-3 20 0,1-4-2 0,1-2-11 15,0 0-13-15,0-2 3 0,0 3-9 0,2 0-26 16,1-1-22-16,1-1-12 0,1 0-100 0,2-1-47 0,1-4 18 16,3-2-221-16,5-2 253 0,2 2-10 0</inkml:trace>
  <inkml:trace contextRef="#ctx0" brushRef="#br0" timeOffset="441.86">11297 5791 1294 0,'-13'3'222'0,"0"1"62"16,1 0-131-16,-3 3 13 0,4 0-38 0,2 0-34 0,-1 0-48 16,3 1 9-16,0 0-22 0,2 3 11 0,0 1-5 0,1 1-12 0,0 2-24 15,2-1 21-15,1 3-24 0,-1 1 30 0,0-2-9 16,1 1-15-16,1 2-7 0,-1-2 5 0,1-2-5 0,1 2 15 15,0-3-7-15,2-1-6 0,-1-3-13 0,1-2 12 0,1-2-9 16,1 0 13-16,1 1-18 0,1-1-14 0,2-1-54 16,1 0-21-16,2-2 6 0,4-2-123 0,0-1-64 0,-1-1-20 0</inkml:trace>
  <inkml:trace contextRef="#ctx0" brushRef="#br0" timeOffset="702.58">11616 5951 1662 0,'-25'29'-164'0,"13"-17"363"16,3-2-25-16,1 0-38 0,2 0-54 0,4-3 19 0,2-2-45 15,1 0 1-15,2-1-11 0,2 0-17 0,3 0-7 16,1-2 12-16,1-1-13 0,0-1 22 0,-1-1-2 0,-1-3-9 0,1 0 9 16,-1-1 14-16,-2 1-13 0,0-3 30 0,-4 2-7 15,0-3-10-15,-2-1-18 0,-2-1 21 0,-1 0-26 0,-4-5 22 16,0 5-14-16,0-1-22 0,-2-1-17 0,0 2 10 0,1 4-12 15,-1-1 8-15,0 1-2 0,1 2-5 16,0-1-24-16,2 2 0 0,3-1-6 0,1 2-28 0,2-1-25 0,0-1-14 0,2 1-107 16,5-3-28-16,2 1-8 0,1-2-212 0,6-1 268 0,3 4-40 15</inkml:trace>
  <inkml:trace contextRef="#ctx0" brushRef="#br0" timeOffset="872.16">11901 5832 1794 0,'-32'23'-145'0,"16"-8"324"0,1 0-33 0,3 1-40 0,-1 2-63 15,4-2 2-15,3 0-26 0,0 0-7 0,3 0-7 0,1-1-4 0,2-1-7 16,3-2-9-16,0-1 2 16,3-1-52-16,0-1-30 0,3 2-10 0,2-4-134 0,0-2-69 0,2-2-13 0</inkml:trace>
  <inkml:trace contextRef="#ctx0" brushRef="#br0" timeOffset="1124.18">12313 5729 904 0,'-30'4'204'0,"-1"-1"540"0,0 3-603 0,4 0-18 0,6 2-31 0,-4 5-36 15,-1 5 3-15,-2 4-26 16,-3 6-19-16,8-4 2 0,10-6-5 0,9-6 13 15,7-5 6-15,3 1-5 0,6 2 5 0,3 2 4 0,4 3-5 0,5 5-4 0,-2 0 9 0,1 0-16 0,-1 2-5 16,-7-4-2-16,-1-3-6 0,0 1-3 0,-6-6 6 0,1 0-6 16,-5-2 7-16,-5-2 1 0,-4 3-4 15,-7 0-7-15,-1 1 9 16,-3 1-10-16,0-2 8 0,0-1-6 0,-4 0-6 0,-1-1-38 0,-5-1-2 0,3-1-7 0,-2 0-52 0,5 2-59 16,2-4-24-16,3 3-229 0,5 0 235 0</inkml:trace>
  <inkml:trace contextRef="#ctx0" brushRef="#br0" timeOffset="1693.6">10639 7516 1274 0,'-9'3'386'0,"3"0"-199"0,4-2-140 0,2 0-22 0,3 2 20 0,7-1 7 0,5 1 5 0,7-1-16 0,1 0 19 0,6-2-26 0,14 0 41 16,5-2-14-16,16-1-11 0,13-3-24 0,5 1 4 0,3 0-13 15,9-1 4-15,-2 1-8 0,7-1-8 0,13 4-18 16,-8 1 18-16,-5-2-16 0,12 1 33 0,-9-1-8 0,2-1-9 0,4 3-6 15,-15 0-6-15,-3 1 1 0,8-3-21 0,-8 0 0 16,-6 1 0-16,-3 1-34 0,-14-3 1 16,-5 1-6-16,3 1-22 0,-8 0-34 0,-5 1-13 0,-4 0-111 0,-14 1-72 0,-5-3 39 15,-2 5-63-15</inkml:trace>
  <inkml:trace contextRef="#ctx0" brushRef="#br0" timeOffset="1979.71">10402 7783 1971 0,'24'15'-124'0,"3"-6"198"0,3-4-33 0,3 2-55 0,10-2-2 16,1 0 13-16,2 0-6 0,5-1 18 0,2-3 5 0,3 0-2 15,13-1-13-15,2 0 24 0,4-2-22 0,1 0 32 0,-4 0-6 16,3-2-14-16,5 2-7 0,7-2 9 0,5-1-7 0,-4 2 15 0,-7-1-6 16,-2 2-4-16,2-1-21 0,2-1 13 0,2 2-11 0,-2 0 20 15,-9-1-10-15,-1 0-8 0,3 0-70 0,2-2-21 0,4 1-13 16,0 2-120-16,-6-3-18 0,-3 1-30 0</inkml:trace>
  <inkml:trace contextRef="#ctx0" brushRef="#br0" timeOffset="4593.85">23655 5202 217 0,'-5'0'226'0,"4"0"-95"0,-1-2 139 0,0 2-144 0,0 0-6 0,2 0-55 0,-1 0 44 0,1 0-16 0,-1 0-28 0,1 0-35 0,0 0 30 0,0 0-39 0,0 0 22 16,0 0-6-16,0 0-20 0,0 0-12 0,1 2 18 16,0 0-18-16,1 0 26 0,0 1-4 0,0 3-13 0,1-1 0 15,0 0 14-15,0 2-14 0,0 1 10 0,2 0-5 0,-2 0-9 16,2 0-7-16,-1 0 5 0,0 1-6 0,0 0 18 0,1 0-5 15,-2-1-5-15,1 2-23 0,0-1 18 0,-1 0-16 0,1 1 31 16,-2 2-6-16,0-2-12 0,1 1-8 0,1 1 13 0,-1 1-8 16,2 0 11-16,-2 1 3 0,2-2-10 0,-1 0-18 0,1 1 29 15,-1-2-23-15,0 0 39 0,-1-3-3 0,0 1-15 0,2 2-18 16,-2-1 16-16,0-2-16 0,1 1 16 0,-1-2 0 0,-1 2-7 0,2-1-19 16,-2 1 26-16,2-3-20 0,0 2 33 0,-1-3-11 0,1-2-18 15,0 2-4-15,1-1 10 0,0 1-2 0,1 0 20 0,-1 1-6 16,2-1-8-16,1 0-14 0,-1 3 14 0,1-3-9 0,-2 0 21 0,0 2 1 15,1-3-9-15,-2 2-21 0,1-1 17 0,-1 0-16 0,0 0 27 16,-1-1 0-16,1 0-12 0,-1 1-11 16,1-1 13-16,-1 2-11 0,1 0 19 0,-1 0-3 0,1-1-9 0,2 0 0 0,-1 0 4 15,2 0-1-15,0 1 13 0,1-3-3 0,1 3 0 0,3-1-6 0,0-2 5 16,3 1-3-16,1 0 12 0,1-1-2 0,1-1-5 0,-5 2-13 16,1 0 9-16,2 0-8 0,1-2 12 0,7 1-3 0,1 1-7 0,1 0-13 15,-2-2 14-15,0 2-11 0,-1-1 18 0,1 2-3 16,-1-1-9-16,0 1-12 0,1 0 15 0,0 1-11 0,-3-1 16 15,3 0 0-15,0 1-8 0,0-3-13 0,2 4 16 0,-3-3-13 0,0 1 23 16,-10-1-8-16,1-2-12 0,3 2-7 0,3-1 17 0,7 0-8 16,0 0 19-16,-1 0-2 0,-1-3-12 0,2 1-7 0,1 1 6 0,3 0-4 15,0 0 11-15,0-1 3 0,0 2-4 0,2 1-24 0,1-3 26 16,-2 0-23-16,-6 2 29 0,-3-2-5 0,1 1-13 0,3-2-8 16,5 1 13-16,-1 0-7 0,-5-1 18 0,-4 0-1 0,-1 0-9 0,0 0-12 15,1-1 11 1,-4 0-9-16,-1-2 16 0,-4 2-3 0,0-1-4 0,-1 1-5 0,-1 0 5 0,-2-2-3 0,-1 1 5 0,-3 0 1 15,0 0-4-15,0 1-13 0,-2-2 17 0,-1 1-13 0,1 0 22 16,-3 0-2-16,0-1-11 0,-1 1-7 0,0-1 9 0,0-1-5 16,0 2 19-16,-1-4-7 0,-1 1-8 0,-1-1-15 0,-1 2 17 0,1-4-11 15,-2 3 18-15,2-1-1 0,-1-1-8 0,0-1-7 0,-2-1 8 16,1 0-5-16,-3-2 13 0,1 2-4 16,-1-1-6-16,0-1-16 0,0 0 18 0,1 2-13 0,-1-1 29 0,1 1-7 0,1 2-10 0,2-1-5 15,-2 1 3-15,2 0-2 0,0 0 5 16,1 2 5-16,1-1-1 0,0-1-21 0,0 2 21 0,2-1-19 0,-1 1 26 0,1 0-4 15,0 0-10-15,0-1-15 0,1 3 15 0,1-2-10 0,-1 2 26 16,1-1-6-16,-1 2-11 0,2-1-3 0,0-1 3 0,-1 2-4 0,1-1-16 16,0 0-13-16,-1 1-11 0,0 1-51 0,0 1-28 15,1 0-2-15,0 0-132 0,-1 0-59 0,5 5-42 0</inkml:trace>
  <inkml:trace contextRef="#ctx0" brushRef="#br0" timeOffset="9231.24">12762 15874 463 0,'-3'4'137'0,"-1"-3"165"0,2 0-238 0,0 1-34 0,0-1-31 0,1 0-2 0,-2-1 2 0,3 1 1 0,-1-1-18 0,1 2 26 0,0-2-20 0,0 0 27 0,0 0-11 0,0 1-14 0,0 0 6 0,0 2-1 0,0 1 6 0,0-2 0 15,1 3 1-15,0 0-5 0,-1 1-8 0,2 0 11 0,-1 0-10 16,-1 2 12-16,1-2-3 0,0 3-1 0,0-1-9 0,0 1 11 15,0 0-7-15,0 0 19 0,2 1-3 0,-1 0-9 0,0 1-14 16,-1 1 18-16,3 0-14 0,-2 0 19 0,1-1-4 16,1 1-8-16,-1-1 2 0,2 1-10 0,-2-1 7 0,0 2-27 0,2 0 5 0,-1 0-4 0,1-1-5 15,-1 0 3-15,1-2-8 16,-1 0-14-16,1 1-14 0,-2-2-4 0,2-2-34 0,-2 1-7 16,1 0 4-16,1-3 57 0</inkml:trace>
  <inkml:trace contextRef="#ctx0" brushRef="#br0" timeOffset="9685.62">13224 15760 1020 0,'-10'8'-152'0,"4"-7"256"0,1 0-43 0,1-1-60 0,0 1-53 0,1 1 10 0,1-2-12 0,1 1 50 0,0 2 7 0,0-1 5 0,1 2-21 0,-1 0 37 0,1 2-30 0,1 1 38 0,0-1-13 0,1 0-18 0,1 5-18 0,0-4 13 15,1 2-9-15,-1 2 30 0,1-5 0 0,-1 0-12 0,2 3-7 16,-1 0 20-16,1 5-18 0,0 0 18 0,-1 0-4 0,1-2-6 0,0 2-12 0,-1-2 11 0,2 0-8 0,0 1 20 16,-2-3-1-16,1 2-13 0,-1-2-26 0,-1 2 31 0,1-2-28 31,-1-1 31-31,-1 0-1 0,2 0-13 0,-2-1-18 0,1 1 19 15,2-2-15-15,-2 1 36 0,3 0-10 0,-1 1-12 0,1-2-29 16,1 0 3-16,-2-1-9 0,1 0-23 0,0 0-21 0,0-3-18 0,2 0-61 16,1 1-16-16,0-3-5 0</inkml:trace>
  <inkml:trace contextRef="#ctx0" brushRef="#br0" timeOffset="18841.07">13146 13541 256 0,'-10'-4'-9'0,"3"4"-109"0,3-2 54 0,-1-1 0 0,1 1 64 0,1-1 1 0,-1-1 0 0,2 0 0 0,0 2-1 0,1-1-2 0,1 1 2 0,-2 1-1 0,1-1 1 15,0 0 0-15,0 0 0 0,0 1 0 0,1-1 0 0,-1 2 0 0</inkml:trace>
  <inkml:trace contextRef="#ctx0" brushRef="#br0" timeOffset="19046.95">13092 13494 1 0,'-2'8'18'16,"0"-7"-13"-16,0 3 23 15,-1 0-6-15,2-4-4 0,0 2 9 0,1 2-25 0,-1-2 21 0,0 1-23 16,1 2 14-16,0-2-3 0,-1 2-5 0,1-1-6 0,0 1 0 0,1 1 0 16,0 1 6-16,0 2 2 0,1 0-2 0,-1-1-23 0,1 1 38 15,-1 2-30-15,1 0 42 0,0 2-8 0,0-1-20 0,2 4 0 16,-1-2-7 0,2 0 6-16,-1-1 2 0,2 0-1 0,-1 1 4 0,1 1-26 15,0 2 23-15,-2-2-21 0,1 1 29 0,-1-2-9 0,-1 0-7 0,2 3-17 16,-2-2 11-16,1 3-4 0,-5-3 31 0,-2-5-2 0,1-2-12 0,1-1-31 0,3-2 39 0,2 2-35 0,-3 2 26 0,1-1-17 15,0-2-31-15,0 2-25 0,1-3 16 0,0 0-9 0</inkml:trace>
  <inkml:trace contextRef="#ctx0" brushRef="#br0" timeOffset="20245.32">13155 14186 8 0,'-5'0'6'0,"3"0"3"0,2 0 4 0,-1 0-21 0,0 2 21 0,-3-1-23 0,-1 0 18 0,1 1-6 0,-1-2-10 0,1 0 5 0,0 1-2 0,0-1 6 0,1 0 12 15,0 0 1-15,0 1-2 0,2-1-21 0,-1 0 28 0,0 0-23 16,2 0 37-16,-1 0-15 0,1 0-13 0,0 0 6 0,0 0-15 16,0 0 18-16,0 0-8 0,0 0-3 0,0 0-7 0,-1 1-7 15,1 2 14-15,1 1-9 0,-1 0 12 0,1 2-5 0,2 0-3 0,-2 3-4 16,1 0-4-16,0 3 7 0,2-1 16 0,-1 1-7 0,0 1-2 16,1 0-15-16,0 1 1 0,0-2-4 0,0 4-17 0,-1-3 2 15,2-2-7-15</inkml:trace>
  <inkml:trace contextRef="#ctx0" brushRef="#br0" timeOffset="22977.09">23999 12888 492 0,'13'2'130'0,"-1"-2"181"0,2 0-249 0,4 2-52 0,1 1-8 0,-4 1 7 0,2-1 0 0,3 1-3 0,4-1-5 0,7-2 28 0,3 0-18 0,1-1 47 0,1 0-7 16,1-1-5-16,7 0-21 0,2 0 13 0,2-2-12 15,3 0 19-15,-2 0-3 0,-1 0-13 0,5-1-31 0,0 0 37 0,5-2-34 0,5 1 43 16,1-2-12-16,2 1-18 0,3 1 2 0,-1-2 1 0,1 0 3 16,3 0 12-16,2 1-5 0,3-3-5 0,5 0-20 0,-3 0 16 15,2 0-16-15,0 1 20 0,-1-1-3 0,8 2-6 0,1-1 7 16,-1 0 4-16,0 1 0 0,2-1 13 0,0 0-3 0,4 1-3 0,5 2-17 16,-4-1 11-16,3 0-12 0,1 1 14 0,-3-1 5 0,4-1 1 0,3-3 5 15,2 0-1-15,3-1 6 0,2 2-7 0,-1 3 5 16,-2 0-31-16,6-1-6 0,3 0 11 0,0 1-11 0,1 1 8 0,-6 0 0 15,1 1-5-15,2 4-21 0,1-1 20 0,-3-3-18 0,0 0 29 16,-6 2-8-16,-4-2-9 0,4 1-15 16,-4 0 10-16,-1 0-6 0,-2 3 13 0,-10 0-6 0,-2 1-12 0,-1-1-18 0,-4 2-1 15,-1-1-4-15,-2 1-17 0,-7 1-14 0,-5 0-7 0,2-2-129 0,-7-1-21 16,0-1-50-16,-5 3 4 0</inkml:trace>
  <inkml:trace contextRef="#ctx0" brushRef="#br0" timeOffset="24164.34">25815 13669 318 0,'0'-1'85'0,"0"0"62"0,-1-1-77 0,1 2 39 0,0 0-63 0,0 0 41 0,0-1-1 0,0 0-13 0,2-2 5 15,1 2 12-15,-1 1-20 0,0 0 8 0,0 0-13 16,2 1-21-16,-1 2-22 0,0-1 29 0,1 0-28 0,0 2 46 16,0-1-14-16,0 3-19 0,2-1-5 0,-1 0 20 0,1-1-18 15,1 2 30-15,1-1-15 0,-1 0-18 0,2 0-14 0,-1-1 6 16,1-3-10-16,3 2 6 0,-2-2-5 0,1-1-7 0,2 0-6 16,1-1 5-16,-1-2-4 0,4-2 7 0,-1 0 0 15,1-2-2-15,1-2-11 0,-7 0 10 0,0-2-9 0,-1 1 10 16,-1-3 0-16,5 2-6 0,0 1 2 0,0-2-2 0,0 3 1 15,-1 0 6-15,-3 0-1 0,-2 1 1 0,-2 1-23 16,-1 0 19-16,-2 1-17 0,1 0 30 0,-3-1-2 0,0 2-7 0,-1-1-19 0,-1 2 22 16,-2-1-18-16,0 0 24 0,0 1 0 0,-3 0-14 0,2-1-7 15,-3 2 12-15,-1 1-11 0,-2-2 14 0,-1 3-3 16,-1 1-7-16,0-2-14 0,0 2 20 0,-1 0-14 0,1 2 23 16,0 0-6-16,4 2-12 0,-1 1-5 0,-2 1 6 0,-1 1-3 15,-2 1 10-15,-2-1 0 0,2 1-5 0,-1 1-16 0,0 1 21 0,1 0-17 0,1 2 25 16,2-1-2-16,0 1-12 0,1 2-19 0,-1 0 22 15,0 1-15-15,2-2 31 0,3 0-5 0,0-1-12 0,3-3-23 0,1 1 25 16,2 1-20-16,1-2 33 0,2 0-2 0,1 0-14 0,2-2-12 0,3 0 18 16,0 0-15-16,1-1 20 0,0 0 1 0,2 0-8 0,1-3-17 15,2 3 16-15,0-3-14 0,2 1 28 0,0-1-6 0,2-1-8 0,0 0-12 16,-1-1 12-16,-3-1-9 0,-2 1 13 0,-2-1 0 0,3-1-6 16,6 0-8-16,0-1 12 0,-1-1-9 0,-1-1 13 0,-2 1-5 15,-1-1-8-15,-1 0-25 0,1-1 8 0,0 0-12 0,-1-1-6 0,2 2-10 16,1-1-14-16,-2 2-65 0,0 1-12 0,0-2-14 0,-2 1-87 15,1 1-16-15,-2-2-28 0</inkml:trace>
  <inkml:trace contextRef="#ctx0" brushRef="#br0" timeOffset="24419.52">26639 13299 600 0,'-10'-9'-183'0,"4"7"389"0,-1 2-31 0,1 1-52 0,-2 2-40 0,3 2 16 0,-1 0-39 0,-1 4-1 0,1 0-6 0,0 2-9 0,-1 5-18 0,4 0 9 16,1 3-13-16,-2-2 14 16,0 1-3-16,-5 1-8 0,0 0-30 0,-1 5 23 0,1-3-24 0,0-2 24 0,0-1-3 0,2 0-11 15,-1-2-7-15,-1-4 4 0,1 3-3 0,3-4 7 0,-1 1 1 0,2-3-7 16,0 1-17-16,2-3 9 0,0 2-17 0,2-3-46 0,0-3-37 15,0-1-37-15,2 0-92 16,1-2-44-16,1 2-4 0</inkml:trace>
  <inkml:trace contextRef="#ctx0" brushRef="#br0" timeOffset="24688.21">26886 13288 419 0,'-11'7'259'0,"-1"2"65"0,-3 3-170 16,-2 1-52 0,3 3-13-16,-1 2-26 0,1 1-1 0,1-2 7 0,2-2-14 0,1 2 5 0,2-2-19 0,0 3-14 0,0-1-36 15,3-2 20-15,-2 0-19 0,3-1 29 0,-1-3-8 16,1-1-13-16,0-1-13 15,2 0 15-15,0-2-10 0,2-2 21 0,0 1-9 0,0-3-14 0,1 1-62 0,2-1 13 0,-1-1-28 0,3-1-33 16,-1 0-28-16,1-1-31 0,1-1-72 0,-1-2-25 0,3 1-5 16</inkml:trace>
  <inkml:trace contextRef="#ctx0" brushRef="#br0" timeOffset="24954.56">26981 13441 579 0,'-9'17'54'0,"0"-2"64"16,0-1-61-16,2-1 18 0,3-2-7 15,0-3 12-15,3-1 42 0,2-3-48 0,3 0 31 0,0-2-15 0,4-1-30 0,1-1-24 0,1 0 17 0,1-2-26 0,2-2 5 16,0 0-1 0,1-2-14-16,0-1-12 0,1 1 43 0,-6-2-30 0,0 1 59 0,0-2-12 0,-1-2-21 0,4 2-22 0,-1-1 13 0,-2-1-12 31,-1 0 26-31,-3 1-8 0,-1 1-7 0,-3-1-22 0,-1 1 7 15,-2 4-11-15,-3-2 4 0,1 5 1 0,-2-2-1 0,0-1-20 16,-2 0 10-16,0 1-9 0,-1 1 17 0,1 1-3 0,-1 2-4 0,0 0-13 16,1 1-1-16,3 3-6 0,0-1-34 0,1-2-11 0,-1 1-15 15,-2 0-69-15,1-2-18 0,1 0-11 0,3 0-99 0,2-2-24 16,2 0-24-16</inkml:trace>
  <inkml:trace contextRef="#ctx0" brushRef="#br0" timeOffset="25163.56">27725 13248 613 0,'-1'1'209'0,"-3"3"-71"16,-4 0-3-16,-2 2-102 0,-4 1 5 0,-1 1 4 16,-2 2-1-16,-4 1 8 0,1 1-1 0,0 1-5 0,2 1 3 0,2 2-8 15,5 1-2-15,-1-2-25 0,-2 1 21 0,2 2-19 0,-4 0 13 0,4-1-9 16,0 1-15-16,0-1-16 0,2-2 11 0,2-2-13 0,3-3-18 15,0-2-30-15,2-1-35 0,1-2-98 0,0 0-77 0,2-1-4 16</inkml:trace>
  <inkml:trace contextRef="#ctx0" brushRef="#br0" timeOffset="25514.26">27965 13220 743 0,'-20'2'78'0,"-1"0"144"0,0 0-182 0,1 0-2 15,0 1-13-15,0 3 29 0,3-3 5 0,2 3-2 0,1-3 27 16,4 1-15-16,1 0-11 0,3 1-25 0,3-1 17 15,2 2-22-15,1-2 10 0,0 3-11 0,3 0-16 0,1 2 4 16,1 2 6-16,2-3 1 0,2 5 20 0,0 0 0 0,1 0-4 0,3 4-30 0,0-6 23 16,0 2-23-16,1-2 19 0,-1 3-6 0,0 3-14 0,-1 1-16 15,-2 1 14-15,-1-2-11 0,-1-2 21 0,-1-3-4 0,-2-1-7 0,1 0-11 16,-3-3 7-16,1 1-5 0,-4 0 12 0,0-2-3 0,-5 0-7 16,0 0-25-16,-3-1 8 0,-2-1-13 0,1 2-16 0,-3-3-17 15,1 1-21-15,-2-1-162 0,-3-2-41 0,0 2-34 0,4-3 62 0</inkml:trace>
  <inkml:trace contextRef="#ctx0" brushRef="#br0" timeOffset="26710.86">23676 12634 1437 0,'17'14'69'0,"0"0"67"0,0-3-128 0,4-1-3 0,5-1-6 0,5-2-17 0,7 1 9 0,4-5-8 0,-2 0 19 0,0-3 4 0,-2-1-4 0,1-3-10 16,-5 0 12-16,2-2-12 0,-1-3 13 0,-1-3-1 16,7 1-3-16,0-2-9 0,1 1 14 0,1-3-7 0,-2 1 28 0,-4-3-1 15,-1 0-11-15,-1-3-15 0,-1-3 24 0,-3 0-19 0,-5-5 28 16,-1 1-10-16,0-1-13 0,3-4-21 0,3 0 13 0,-3-2-9 0,-1-1 32 16,-1-1-8-16,2 2-11 0,1-1-12 0,0 0 9 0,0-2-7 15,-3-3 13-15,-3-3-5 0,-2-5-4 0,0-3-9 0,1-5 10 16,-1 1-3-16,0-2 16 0,-3 6-5 0,-1 3-10 0,4-5-20 15,3-3 25-15,4-6-19 0,0 0 29 0,-2 3-4 0,0 4-10 0,4 1-4 16,4 3 4-16,3 2-1 0,1 2 9 0,-2-2-2 0,1-2-7 16,1-3-8-16,0-2 9 0,-5 4-6 0,2 1 12 0,1 5 2 15,2 5-2-15,9-1-18 0,1 3 10 0,1 2-11 0,1-4 26 16,0 3-2-16,0 2-4 0,1 0-15 0,-5 2 23 0,1 0-16 0,0 4 30 16,0 3-5-16,8 3-11 0,2 3-6 0,2 3 11 0,-1 1-8 15,-2 6 10-15,-5 2-3 0,-3 4-8 0,3 2-4 0,-1 2 2 16,3 4-2-16,7 0 2 0,-4 6-2 0,1 4 0 0,0 5-15 15,-3 3 14-15,-3 3-10 0,0 3 18 0,-1 4 1 0,2 6-12 0,8 5-11 16,1 1 18-16,0 4-16 0,-1-4 17 0,-5 1 2 0,-2-1-5 16,2 4-19-16,2 5 15 0,4 5-13 0,3 5 30 0,-4-2-3 15,0 3-9-15,-1-2-9 0,-7-2 5 0,0 1-5 0,0-4 8 0,-2 2 4 16,6 0 0-16,0-2-17 0,-1-1 16 0,-1-4-12 0,0-3 11 16,-10-7 8-16,4-6-13 0,5 3-11 0,-3-3 19 15,12 3-16-15,-2-3 24 0,-3 1-1 0,0 0-8 0,3 0-18 16,-6-3 18-16,4 1-13 0,0-4 20 0,0-3-2 0,5 0-15 0,1-1 2 0,-3-3 7 15,1-2-5-15,-2 1 4 0,-7-4-3 0,4 0-3 0,0-3-4 16,1 0 3-16,4-3-4 0,-4-1-1 0,0-2 1 0,-2-2-6 0,-2 1-37 16,3-3 16-16,-1-1-24 0,0-2-5 0,3 1-19 0,-5-2-18 15,4-1-76-15,-1 0-42 0,-2-1-1 0,-4 0-210 0,5-1 248 16,-1-4-24-16</inkml:trace>
  <inkml:trace contextRef="#ctx0" brushRef="#br0" timeOffset="49687.36">4109 782 653 0,'-5'-11'208'0,"0"-1"301"0,-1 0-371 0,2 0-52 0,0-1-27 0,2 0 69 0,2 2-26 0,-1 1-39 0,1-2-21 16,2 1 19-16,-1 2-25 0,3 0 28 0,-1 4-5 0,0-1-13 0,0 1-16 15,-1 3 21-15,-1 0-25 0,0 2 21 0,-1 2-3 16,1 0-14-16,1 3 2 0,0 3 19 0,0 2-20 0,0 6 19 16,-2 3-8-16,0 1-17 0,-1 6-8 0,-1-4 13 15,-1 0-16-15,-1 1 12 16,-2 1-7-16,0 1-9 0,-6 4-14 0,1-2 14 0,-2-1-12 15,-1 1 25-15,3-2-7 0,-1 2-13 0,-2 1-4 0,3 1 10 0,1 2-9 0,0 0 12 0,2-6 0 0,0-2-7 16,2-2-2-16,3-5 7 16,2-2-7-16,1 1 1 0,0-5 0 0,2-1-2 0,3-2-2 15,0 0 3-15,3-1-3 0,1-2 9 0,2 0-2 0,3-2-2 0,2 0-6 0,1-1 5 0,3-1-3 16,1-1 10-16,1-2-3 0,2-1-4 0,2-1-7 16,0 0 8-16,1 1-6 0,-6-3 8 0,-2 3-1 0,0-3-5 15,2 1-1-15,5 2 2 0,0 0-2 0,-3 2 3 0,-4 0 0 0,-3 1-2 0,1-1-3 16,-1-1 4-16,1 2-3 0,-1-1 0 0,-1 2-8 15,-1 0-8-15,0 0-23 0,0 2-10 0,-2 0-1 0,2 1-47 0,-2-1-18 0,1 0-15 16,1 0-138-16,1 0-62 0,-2-1-28 0,4 4 7 0</inkml:trace>
  <inkml:trace contextRef="#ctx0" brushRef="#br0" timeOffset="50021.97">5160 636 1704 0,'-2'6'-289'0,"-1"-4"544"0,1-2-54 0,0 1-89 0,-1 4-42 0,0 1 7 0,0 1-28 0,1 2-7 0,-1 1-12 0,1 2-15 0,2 3-32 0,0 3 24 0,0 2-23 16,2 1 38-16,-2 4-6 0,2 0-13 0,-2 2-11 16,0-4 14-16,0-4-12 0,2 3 22 0,1-4-3 0,-1 2-7 15,2 1-12-15,-2-1 9 0,0-2-10 0,1-1-2 0,0-2-17 16,0-3-15-16,2 3-53 0,-1-3-26 0,1-1 9 15,-1 2-143-15,1-4-55 0,-2-1-12 0</inkml:trace>
  <inkml:trace contextRef="#ctx0" brushRef="#br0" timeOffset="50287.77">4854 1215 1153 0,'-9'6'185'15,"3"-3"54"-15,1 0-82 0,3-1 27 0,1-1-47 16,1-1-46-16,2 0-47 0,4-1 23 0,3-3-29 0,4 0 34 16,3-1-14-16,3 0-27 0,7-2-35 0,1 0 21 0,4 1-27 15,6-2 34-15,-1 0-10 0,2 1-9 0,4-2-15 16,-4 0 11-16,-6-1-8 0,2 1 24 0,-3 0-6 0,0 0-11 0,8 1-7 16,-4 2 12-16,-2-1-9 0,2 1 15 0,-6 1-5 15,1 0-6-15,-1-2-40 0,-4 3 12 0,-5-1-18 16,-2 1-12-16,-4-1-24 0,-3 3-16 0,-1-5-67 15,-4 3-38-15,-2 1 27 0,-3-3-136 0,-1 3-34 0,-2-3-31 0</inkml:trace>
  <inkml:trace contextRef="#ctx0" brushRef="#br0" timeOffset="50493.54">5117 691 866 0,'-10'-1'303'0,"3"-3"-152"15,-2-1 170-15,3-2-132 0,0 0 32 0,4 1-57 0,1-1-31 16,1 0-29-16,3-1-35 0,3 2-47 0,0-2 10 0,3 1-23 16,3-1 3-16,0-1-3 15,3-3-9-15,4-1-13 0,0 2 15 0,2 0-12 0,-1-1 27 16,-1 1-12-16,5 0-12 0,5-1-47 0,6 3-19 0,0-1 2 0,5 1-112 0,0 2-53 16,0-2-18-16,7 2-282 0,-1 5 289 0</inkml:trace>
  <inkml:trace contextRef="#ctx0" brushRef="#br0" timeOffset="50959.96">6171 584 768 0,'-5'26'204'0,"1"-1"16"0,-1-2-31 0,-1 3-37 0,2 1-23 0,-2 0-34 0,1-1-37 0,0 1 9 16,1-4-27-16,0 2-7 0,0-5-9 0,1-1-10 0,0-1-3 15,0-4 2-15,2 0-3 16,-1 1 13-16,0-5-6 0,2-1-1 0,0-2-13 0,-1 1 19 0,0-4-15 0,0 0 55 15,0-2-2-15,0 0-6 16,-1-2-11-16,-1 0 26 0,1-2-29 0,-1-1 29 0,-2-3-17 0,2-3-25 0,-2-2-25 16,0-4 15-16,0-2-17 0,1-2 29 15,0-1-10-15,1-3-12 0,1-6-9 0,2 0 2 0,0 0-2 16,2-3 5-16,1 5-3 0,2 2-1 0,2 1-15 0,0 1 17 0,1 3-11 0,1 4 21 0,-1 3-1 16,0 3-10-16,-1 1-3 0,1 4 10 0,-2 1-7 0,1 2 14 15,0 2 0-15,0 0-3 0,-1 3-10 16,3 2 21-16,1 2-15 0,2 1 32 0,0 3-4 0,0 2-9 0,2-1-7 0,-5 1 4 0,1 1-5 15,0 0-1-15,2-2 0 0,6 1-6 0,4-1-7 16,0-1 8-16,2 0-8 0,-1 1 7 16,1-3-1-16,2-2-4 0,1 1-8 0,2 1 8 0,-2-1-6 15,0-1 12-15,0-2-3 0,0 1-4 0,2-3-7 0,-1 0 6 0,-1 0-4 16,-2-3 6-16,-10 0 1 0,-1-2-6 0,0-2-6 0,-1 1 13 0,1-1-9 0,2-1 16 16,-2-2-3-16,-2 1-9 0,-2-2-9 0,-2-2 14 0,-1 0-8 0,-2-4 22 15,0 1-4-15,-1-3-12 16,-2-2-7-16,0-2 6 0,-1-2-5 0,-1-2 8 0,0 0-2 0,0 1-3 0,0 0-16 0,1 2 11 0,0 3-10 15,0 3 12-15,-1 4-3 0,0 3-9 0,0-1-26 0,-2 3 15 16,0 3-16-16,-3 0 6 16,1 0 2-16,-1 2-11 0,2 0-67 0,-1 1 1 0,1 1-27 15,0 3-73-15,0 0-44 0,2 1-40 0,2 1-348 0,9 5 390 16</inkml:trace>
  <inkml:trace contextRef="#ctx0" brushRef="#br0" timeOffset="51495.54">7276 382 1337 0,'-2'0'258'0,"0"2"-107"0,-1 2-47 0,-1 1-46 0,-1 5 56 0,-1 1-20 0,1 1-26 0,-3 5-29 0,0 0 9 0,1 1-21 0,-2 3 11 0,5 0-10 0,0 5-10 0,-4 2-22 0,2-1 18 16,-7-1-18-16,0 0 27 0,4-8-3 0,2 0-13 0,1-1-7 16,4-2 6-16,0 0-8 0,1 1 11 0,1-4-2 15,0 1-3-15,5 3-2 0,3-6 6 0,6 1-2 0,5 1 26 16,1-2-6-16,-1 0-3 0,4-1-9 0,1 0 14 0,3-2-12 15,12-2 26-15,-4 0-10 0,0-3-9 0,3 0-21 0,-3 2 8 16,-2-2-10-16,-2-1 9 0,-6 2 3 0,0-2-6 0,-3 2-18 16,3-3 19-16,1 1-17 0,-2-1 25 0,-5-1-3 0,-4 0-9 0,0-1-15 15,-1 0 0-15,5 0-5 0,0 2-15 0,-4-2-5 16,-1 1-7-16,-6-2-26 0,-1 0 2 0,-2 2-9 0,-2-1-28 0,-3-2-21 16,0 1-20-16,-4-2-96 0,-2 1 23 0,-3-1-37 0,-3-1-74 15,-2 1 202-15,0-2-49 0</inkml:trace>
  <inkml:trace contextRef="#ctx0" brushRef="#br0" timeOffset="51664.67">7320 720 887 0,'3'0'-151'0,"0"0"350"0,3-4 5 0,2 0-45 0,3 0-43 0,2-1-5 16,3 1-45-16,3-1-33 0,1 1-13 0,3-1-16 0,3 1-4 15,-2-1 7-15,1 3-5 0,2-4 6 0,-4 3-20 16,0-1-12-16,-1-1-95 0,-5 1-20 0,-1 0-2 0,-1 0-94 15,-5-1-45-15,-2 1-9 0</inkml:trace>
  <inkml:trace contextRef="#ctx0" brushRef="#br0" timeOffset="51860.21">7359 443 96 0,'-21'-8'25'0,"2"3"58"16,1 0 32-16,4 1 24 0,3 0 30 0,2 3 7 15,4-3 17-15,2 3-37 0,3-1-6 0,2 0-25 0,4 0-36 0,3-2 10 16,4 0 20-16,3-1-20 0,6-2 35 0,3 0-15 0,2-1-22 0,8-1-52 15,-2 1 27-15,4 1-45 0,5-1 10 0,-4 2-12 0,-1 1-20 16,4 1-14-16,-4-1 12 0,-7 2-12 16,4-2-3-16,-5 1-27 0,1 0-22 0,5 2-123 15,-6 0-65-15,-5 2 23 0,-2 4-314 0,-4 5 322 0,-3 7-9 16</inkml:trace>
  <inkml:trace contextRef="#ctx0" brushRef="#br0" timeOffset="52232.02">6608 1241 1291 0,'-3'6'100'0,"0"3"-29"0,-1 5 107 0,0 4-21 0,1 3-25 0,0 4-48 0,0 1 8 16,1 2-34-16,-2 8-22 0,1 0-9 15,0-1-18-15,0 4-20 0,2-6 20 0,1-2-20 0,1 2 37 0,2-5-14 0,-2-1-11 0,1 0-16 16,0-5 3-16,0 0-3 0,1-3-13 0,-1-4-10 16,0 1-11-16,0-5-11 0,1-1-18 0,-3-1 16 0,1 0-76 15,-1-1-37-15,-2-2-5 0,-1-1-95 0,1-1-82 0,0-2 18 16</inkml:trace>
  <inkml:trace contextRef="#ctx0" brushRef="#br0" timeOffset="52548.92">6383 1454 1198 0,'-5'-5'100'16,"2"2"-11"-16,0-1 52 0,0 2-33 0,3 0-38 0,0-1-48 0,1-1 13 0,2 1-23 15,0-3 26-15,0-1-6 0,3 0-12 16,1-2-11-16,1-1 16 0,-1 1-19 0,5-4 10 0,-2 2 5 0,2-2-3 0,2-2-18 15,0-1 24-15,1 1-25 0,1-3 40 0,-1 1-3 0,1 2-15 16,1-2-6-16,-3 2 15 0,1 1-16 0,-1 0 24 16,-2 4-4-1,-2 3-9-15,-1 3-20 0,-1 3 27 0,-1 1-27 16,-1 1 38-16,-1 2-8 0,-1 1-16 0,1 2-10 0,0 3 23 16,0 0-20-16,2 5 41 0,-1-2-5 0,2 1-15 0,-1 1-30 0,0-4 23 0,1 3-26 0,-2-1 24 0,-2-1-2 0,-1 0-13 15,2 1-12 1,-1-2 13-16,6 0-11 0,0 0 10 0,0-1-13 0,2 2-16 15,0-2-57-15,1 0-16 0,1 0-12 0,-2-2-168 0,-1 1-77 16,2 1-83-16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43:20.5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4144 635 771 0,'-5'-5'200'0,"1"0"-9"0,-1 0-25 16,1 1-34-16,0-1 41 0,1 2-33 0,0 1-38 0,0-2-39 0,1 3 22 0,0-2-33 0,1 0 30 0,1 2-11 0,-1 1-20 0,1-1-13 16,0 1 9-16,0 0-15 0,0 0 24 0,0 0-18 0,0 1-11 0,1 3-24 15,1 0 16 1,1 4-15-16,1 3 29 0,-1 4-10 0,-1 5-11 0,1 0-13 0,-3 2 8 0,1-2-9 0,-1 1 14 16,1-1-2-16,-1 1-7 0,0 4-13 0,0-2 16 0,-4 2-15 15,1-2 25-15,0-4-5 0,-1-1-7 0,1 4-16 16,0-3 15-1,-1 1-13-15,0 5 35 0,0-2-10 0,-1 4-14 0,-1 0-3 0,-1-1 4 16,1 0-2-16,0-3 12 0,0-1-6 0,1 0-4 0,-2 1-4 16,0-2 4-16,2-1-2 0,-1 0 11 0,0 1-4 0,1-2-5 0,-2 0-10 0,2-2 9 0,-1-5-5 0,1 3 18 0,2-5-5 31,1 1-7-31,0-2-5 0,0 0 5 0,2-1-4 0,0-2 7 16,2 1 0-16,0-1-4 0,1 0-11 0,2 0 14 0,1 0-11 15,2-1 20-15,1 0-3 0,2 0-10 0,2 0-8 0,0 2 11 0,2-5-7 16,2 1 16-16,0 0 1 0,2-2-7 0,0 0-14 0,1 0 16 15,1-1-14-15,1 2 15 0,-7-1 2 0,0-1-7 0,2-1-4 16,3-1 5-16,6 0-5 0,2-2 8 0,-1 1-2 0,-2-2-3 0,0 1-5 16,3-1 4-16,2 0-2 0,2-1 7 0,2 1 0 0,-2 0-5 15,3-3-6-15,-1 3 5 0,0-2-4 0,-2 2 12 16,-8 1-4-16,-2 1-3 0,1 0-28 0,-2 0 5 0,5 1-15 0,-3 1-29 16,-2-2-14-16,-3 2-20 0,-3 0-105 0,1 1-38 0,-2 0-18 0,1 0-357 15,2 2 378-15,-1 3-69 0</inkml:trace>
  <inkml:trace contextRef="#ctx0" brushRef="#br0" timeOffset="332.54">5434 585 1684 0,'-3'5'88'0,"0"0"24"15,2 3 21-15,1 4-31 0,1 0 2 0,2 4-28 0,1-1-32 0,2 3-30 0,1 4 11 0,0 1-16 0,2 4 7 0,-2-2-5 0,1 1-7 0,2-3-4 0,1 0 1 16,0-2-1-16,2-1 7 0,-3 2-1 0,0 0-1 0,0 1-7 15,-1-2-6-15,0 1 1 0,0 2-19 0,-1 0-18 16,-1-3-7-16,-1 2-36 0,0-5-40 0,-2 1 28 16,-1-1-159-16,-3-2-45 0,0-1-8 0</inkml:trace>
  <inkml:trace contextRef="#ctx0" brushRef="#br0" timeOffset="570.32">5125 1439 1502 0,'-25'12'-58'16,"18"-11"192"-16,3 1-3 0,3-2 3 0,2 0-51 0,6 0 14 0,2-1-39 15,7-1-2-15,4-5-14 0,5 2-18 0,5-3-19 0,-4 1 12 0,4-1-13 0,6 0 26 16,1 1-9-16,7-1-10 0,7-1-13 0,0 1 10 0,3 5-9 16,5-3 18-16,-2 6-5 15,-6 0-6-15,0-1-11 0,-8-1 4 0,-1-2-5 0,4 1-7 0,-1-2-9 0,-3 2-11 0,2-2-15 16,-5 2 3-16,-2-1 0 0,-2-1-25 0,-7 2-18 15,-4-2-16-15,-1 0-67 16,-6-2-18-16,-4 0 8 0,-6-2-145 0,-3-2 197 0,1 3-22 0</inkml:trace>
  <inkml:trace contextRef="#ctx0" brushRef="#br0" timeOffset="777.76">5374 766 1904 0,'-15'-19'-51'0,"11"7"170"0,4-2-2 0,4 1 4 0,4-2-37 0,2-1 1 0,4 1-26 0,6-2-32 15,4 1-9-15,5 0-14 0,8-3-15 16,4 1 14-16,4 0-13 0,7-1 25 0,-3 4-4 0,-2-2-7 0,9 0-27 16,-4 3-5-16,4 2-5 0,11-1-51 0,-4 1-23 0,0 5-12 0,3-2-98 15,-12 2-48-15,-3 1 24 0,3-1-2 0</inkml:trace>
  <inkml:trace contextRef="#ctx0" brushRef="#br0" timeOffset="1224.31">6726 608 212 0,'-2'34'126'0,"1"-2"-53"16,-1-3 100-16,0 6-79 0,-3-5 10 0,1 1-14 0,4 0 30 16,-2-4-33-16,1-3-14 0,-1-1-41 0,-4-1 27 0,1-3-26 31,-1 1 46-31,1-3-12 0,-1 0-21 0,0-2-24 0,2-1 26 15,1-2-28-15,-1-2 35 0,4-2-11 0,-1-2-18 0,2-1-26 0,-1-2 20 16,1-1-21-16,0-2 75 0,-1 0 17 0,2-4 13 16,-1-3-56-16,-1-5 16 0,1-3-44 0,-1-7 6 0,0 0-5 0,-1-5-12 0,-2 1-9 0,2-3 3 0,-1-1-6 15,1-6 20-15,0 0 12 0,1-4 3 0,2-1-30 32,1 5 20-32,1 6-28 0,-2 0 22 0,0 3-3 0,2 4-8 0,-2 0 2 15,1 5 9-15,1 4-3 0,-1 1 17 0,0 5-1 0,1 2-5 16,-2 3-9-16,0 1 7 0,0 1-8 0,1 1 3 0,0 3-2 15,2 0-5-15,0 6-7 0,-3 2 24 0,2 1-17 0,3 4 31 0,2 0-5 16,6 4-13-16,8-1-13 0,3 0 10 0,0 3-11 0,3-2 9 16,0-1-4-16,2 2-6 0,5-3-8 0,6-1 9 0,3 0-8 0,3 0 9 15,0-3-1-15,-4 0-3 0,-5-1-15 0,2-1 15 0,-1-3-12 16,2-2 23-16,1 0-4 0,-2-2-10 0,-1-1-8 0,-4-3 10 16,-3 0-8-16,-4-1 15 0,-3 0-3 0,-4-2-8 0,-2-1-9 15,-2-2 14-15,-2 0-8 0,-3-2 23 0,-3-2-2 0,-3-2-8 0,0-3-9 16,-2 0 11-16,-3-3-10 0,0-3 13 0,-2-1-5 0,-1-2-8 15,-1-3-4-15,-3-3 1 0,2-3-3 0,-2 0-6 0,0 3-4 16,0 4-8-16,0 5-19 0,-3 4 4 0,0 2-7 0,0 4-10 16,1 1-14-16,1 0-14 0,1 1-67 0,2 1-9 0,-1 0-14 0,1 0-83 15,2-1-38-15,1 0-33 0</inkml:trace>
  <inkml:trace contextRef="#ctx0" brushRef="#br0" timeOffset="1535.29">8000 332 1062 0,'17'16'-100'0,"-7"-8"290"0,0 0-9 0,1 2-11 0,-1 3-59 0,0 1 13 0,-2 2-47 0,-2 2-4 0,-1-1-14 0,-1 1-11 0,-1 2-25 0,-1 1 19 0,-2 2-22 0,0 4 21 0,-3-3-6 16,0 2-15-16,-1 1-10 0,0-3 24 0,-2-4-22 0,1 6 39 16,0-5-8-16,1-1-15 0,-1 2-24 0,1-6 23 0,1 1-25 15,2-2 35-15,1-3-7 0,0-3-12 0,2 0-3 16,2-1 7-16,-1 1-8 0,4-2 8 0,-1-2-3 15,1 0-8-15,4-1 9 0,1 0 0 0,1-3 0 0,4 1 1 0,0-1-3 16,1 0-4-16,1 1-12 0,-1-2 6 0,-7 0-8 0,1 1 9 16,0 0-2-16,0 0-4 0,7-1-9 0,2 3 7 0,-2 0-6 0,0-1 15 15,-2-1-4-15,-1 1-4 0,1-1-17 0,1 0 17 0,-1 2-12 16,1-2 23-16,-1 2-2 0,-1-3-11 0,2 1-33 0,0 0 16 16,-3 0-19-16,1-1 15 0,-3 0-5 0,2 0-10 15,-1-1-38-15,0-1 11 0,0 0-18 0,-2 0-8 0,-2-1-13 16,-3-1-17-16,-2 2-81 0,-2-2-18 0,-3 1-17 0,1-3-223 0,1 3 280 0,-4 3-55 0</inkml:trace>
  <inkml:trace contextRef="#ctx0" brushRef="#br0" timeOffset="1742.48">8158 688 1655 0,'-1'2'-108'0,"3"-2"250"0,2 0-37 0,1 0-30 0,5-1-25 16,0 1-4-16,3 0-5 0,-4 0-21 0,-1 0-7 0,1-1-7 16,2-3-12-16,5 0 10 0,3-2-10 0,1-2 15 0,0 0-16 15,-1 2-12-15,-1-2-79 0,-2 0-40 16,0-1 12-16,-4-1-149 0,-2-3-72 0,-1-1-3 16</inkml:trace>
  <inkml:trace contextRef="#ctx0" brushRef="#br0" timeOffset="1925.32">8040 277 626 0,'0'-5'345'0,"-2"-1"-197"0,2 3 265 0,2-5-308 15,5 3 34-15,2-3-33 0,4-2 31 0,4 1-21 0,5-3-31 16,6 2-30-16,2 0 14 0,-1 0-28 0,2-1-5 0,-3 4-12 16,2-1-20-16,7 2-5 0,2-1 5 0,1 0-5 0,4 0-21 15,-2 2-21-15,-2 0-17 0,5 2-93 0,-5 3-46 16,-2 2 15-16,0-1-262 0,-2 7 270 0,0-1-23 0</inkml:trace>
  <inkml:trace contextRef="#ctx0" brushRef="#br0" timeOffset="2263.52">8288 1373 1564 0,'-6'12'115'0,"-1"2"-79"0,1 4-22 0,0 5-13 0,-1 6 22 15,1 1-7-15,1 2-7 0,-1 2-22 0,1-6 15 0,2-1-14 16,0 3 26-16,-1-4-10 0,2-2-9 0,-1 3-36 16,3-4-17-16,-1-2 5 0,1-1-52 0,1-3-4 0,0-2 3 0,1-3-53 15,0-1-47-15,2-2 30 0,-2-1-18 0</inkml:trace>
  <inkml:trace contextRef="#ctx0" brushRef="#br0" timeOffset="2598.75">8075 1511 447 0,'-6'-4'151'0,"4"1"113"0,0-2-205 0,1 1 120 16,1-2-46-16,1 0-37 0,2-2-67 0,1-2 22 0,0-2-32 15,3-1 43-15,2-1-12 0,1 2-15 0,1-4-10 16,2 2 12-16,0-1-12 0,3-3 23 0,-1 2 0 0,2 0-8 0,-1-2-12 16,-7 2 25-16,-1 0-29 0,0 2 39 0,-3 4 0 15,4 1-11-15,1 0-3 0,1 3 15 0,0 1-21 0,1 2 24 16,-1 3-10-16,-1 0-13 0,3 0-14 15,-3 3 24-15,0 2-25 0,2 1 34 0,0-1-8 0,-1 1-19 0,2 1-21 16,0-1 18-16,0 2-24 0,1-1 15 0,-3 1-6 0,0 0-14 16,-1-1-9-16,0 2 11 0,-1-1-9 0,-2 1 6 0,-1-1-11 15,-1 1-17-15,-1 1-69 0,-2 1-3 0,0 1-20 0,-2-1-99 0,0 2-48 16,0-1-52-16</inkml:trace>
  <inkml:trace contextRef="#ctx0" brushRef="#br0" timeOffset="6459.68">18647 3719 272 0,'-4'-4'40'0,"2"1"3"0,1 1-4 0,1 2-31 0,0 0 12 0,0 2-23 0,0 0 11 0,1-1 2 0,0 1 3 0,1-1 19 0,0 0 8 0,2 1 1 0,0 0 7 0,1-1-9 0,0 1-13 0,1-1-29 16,0 1 20-16,-1 0-18 0,3 0 27 0,0 0-4 0,1 0-9 0,2 1-13 16,0-1 12-16,1 0-8 0,1 1 21 0,-1 0 0 0,2 0-12 15,2-1-14-15,0 1 17 0,4 0-18 0,0-1 14 0,0 0 0 16,2 1-7-16,4-1-13 0,1 0 18 0,1-1-10 15,3 2 47-15,-4-2-9 0,3 0-8 0,2 0-21 16,-1-1 13-16,-4 0-14 0,3 0 17 0,-1 0-6 0,4 0-7 0,5-1-12 0,-1 0 13 0,1 0-9 16,3-1 31-16,-2 1-4 0,2 1-10 0,2 0-25 0,1-1 21 15,-3 1-21-15,-2-2 24 0,0 2-9 0,-1-2-10 0,5-2-7 16,5 1 5-16,-1 2 0 0,2 0 17 0,-1 0-4 0,0 1-12 0,2 0-21 16,-3 1 28-16,-2-1-23 0,0 0 30 0,-1 0-6 0,4 0-9 15,4 0-9-15,3 0 7 0,-1 0-3 0,1 0 14 0,-2 2-4 16,-7-2-9-16,5 0-2 15,1 0 4-15,3-2-4 0,6-1 1 0,-4 0 1 16,2 3 1-16,1-2-5 0,0 1 4 0,-6 1-1 0,1-3 12 0,-1 1-1 16,1 1-3-16,9-2-20 0,-2 0 25 0,-2 3-21 0,1 0 26 0,-4 0-2 0,-2 0-9 0,5-1-16 0,-1 0 13 15,3 0-10 1,2 1 27-16,-1-2-3 0,-1 1-10 0,0 0-19 0,-1-1 26 0,1-1-21 0,0-1 24 0,1-3-2 0,-1 5-11 0,4-3-15 16,0 3 16-1,-3-1-10-15,0-1 29 0,-3 1-3 0,2-2-15 0,4 1-5 0,3-1 10 0,0 3-8 0,1-2 4 0,-7 0 0 0,2 0-4 16,3-1-4-16,3 1 4 0,4 0-2 0,1 0 9 0,-6 3 3 31,-2-1-4-31,5-2-32 0,0 1 36 0,2 2-31 0,5 1 50 16,-5 0-13-16,-3 0-16 0,2 0-4 0,0-3-1 0,1 2 4 0,2-2 11 0,-2 3-1 0,0 0-4 0,-1 0-8 0,0 0 6 0,-2 0-5 31,2 2 12-31,0-2-4 0,-1 0-4 0,4 1-17 0,-3 0 12 16,2-1-8-16,4 0 26 0,-1-1 2 0,1 0-9 0,4 1-21 15,-6 0 25-15,3 0-24 0,0 0 21 0,0 0 0 0,5 0-8 0,1 1-15 16,0 2 16-16,0-1-11 0,0-1 28 0,1-1-3 0,2 2-8 15,1-1-14-15,1-1 11 0,0 0-10 0,-1 0 15 0,0 0-6 16,-1 3-7-16,2-2-9 0,1-1 14 0,-1 0-8 0,0 0 24 16,-1 0-3-16,-5 2-9 0,3-2-24 0,0 0 25 0,-3 0-21 0,4-1 37 15,-2 0-5-15,-2 0-13 0,5-1 2 0,-2 1 4 0,0 1 2 16,0 1 13-16,-4 3-7 0,-3-1-7 0,3 0-24 0,-1 0 22 16,0 0-19-16,0 2 29 0,-9-1-5 0,-6-1-11 0,7 0-16 15,-4 0 13-15,-1-3-9 0,1 2 32 0,-8 2-9 0,-3-2-11 0,0 0-3 16,-5-1 5-16,-2 0-4 0,-3-1 4 0,-4 2-3 0,-1-1-2 15,-2 0-3-15,-7 0 2 0,-3 2 1 0,-3 0 6 0,-4-2-1 16,-1 0-4-16,2 0-40 0,-3-1 1 0,-3 0-21 0,-1-1-88 16,-9-1-67-16,4-1-53 0</inkml:trace>
  <inkml:trace contextRef="#ctx0" brushRef="#br0" timeOffset="9797.94">2843 4272 411 0,'0'0'88'0,"4"0"117"0,5 2-162 0,5 0-12 0,6 1-16 0,9-1 45 0,5 0 0 0,12 0-11 0,9-2-8 0,7-1 29 0,1-2-24 16,-2-3 24-16,0-3-10 0,7-3-14 0,14-6-18 0,10 2 5 15,1-2-4-15,-3-1 13 0,-6 1-7 0,5-1-12 0,11 2-23 0,2 2 21 16,-4 0-20-16,-7 0 23 0,-5 0-9 0,5-1-10 0,6 4-7 16,-5-1 7-16,-10 3-4 0,-9-2 8 0,-4 2 0 0,5 1-11 0,4 0-16 15,-2 1 25-15,-10 0-19 0,-9 1 33 0,-6 2-11 0,-2-2-12 16,2 1-1-16,5-1-2 0,-3 1 5 0,-2 0-2 0,-6 2-17 15,-8-1-13-15,-5 2-54 0,-4 1 0 0,-7-1-11 0,-5 0-44 16,-11 3-51-16,-4 0-42 0</inkml:trace>
  <inkml:trace contextRef="#ctx0" brushRef="#br0" timeOffset="10073.75">3081 4140 1540 0,'142'-50'-100'16,"-141"48"175"-16,197-44-62 0,-118 29 2 0,20-1 33 0,3-2-9 16,4-5-8-16,10-1-13 0,6-1 10 0,2 2-8 0,2 1 22 15,-6 2-14-15,0 3-8 0,1 0-12 0,-4 0 2 16,-4 1 2-16,-2 0 5 0,-8 0-1 0,-1 3-5 0,-2-2-13 15,1 2 3-15,-4 2-2 0,0 2 6 0,-8 6 0 0,-6 2-3 16,3-1-9-16,1 4 6 0,1-2-12 0,-1 5-56 0,-9 3-26 0,-6 1-33 0,3 0-174 16,0 6 184-16</inkml:trace>
  <inkml:trace contextRef="#ctx0" brushRef="#br0" timeOffset="17063.72">19099 1285 641 0,'-1'-3'196'0,"-4"-1"289"0,2 3-354 0,1 1-66 0,1 0-13 0,1 0 27 0,-2 1-16 0,2 1-31 0,3 3 0 0,-2 1 13 16,2 3-13-16,1 5 28 0,0 4-11 0,-1 2-10 0,2 6-13 15,-2 3 16 1,1 2-16-16,-2 7 27 0,1 1-14 0,1 3-15 0,-4 4-18 0,0-5 12 0,0 0-14 0,0-1 13 0,0-10-5 31,2-2-5-31,-1 1-17 0,0-8 14 0,0-3-13 0,-1-1 29 16,1-5 0-16,-1-2-9 0,0-3-13 0,-1 1 13 16,1-3-16-16,0 0 21 0,0-2-1 0,-1-1-6 0,1 0 2 15,0-2 16-15,0 0-12 0,0-3 41 0,-1-1-15 0,1-1-7 0,0-5-30 16,1-2 12-16,0-4-13 0,3-3 10 0,0-2-1 0,1-4-9 15,1-4-16-15,2 2 18 0,2-5-16 0,3 2 21 0,0 2-2 16,2-3-9-16,0 3-2 0,1 1 3 0,-1 2-2 0,0 6 2 16,-1 1 1-16,-1 6-1 0,0 0-13 0,-2 4 14 0,0 2-11 15,-2 2 22-15,-2 2-4 0,0 0-11 0,-1 2-6 0,0 2 9 0,1 0-5 16,1 3 17-16,-2 0-5 0,3 3-3 0,0 1-3 16,3 4 1-16,0 0 2 0,0 3 6 0,1 1-3 0,-2 1-4 0,0 2-15 15,1 1 19-15,0 1-14 0,-1 1 28 0,0 0-4 0,-2-2-9 0,0 2-8 16,-1-2 2-16,0-6-2 0,0-1 10 0,0-1-2 0,-2 0-4 15,0-1-27-15,0-2 0 0,-4 1-9 0,1 0 1 0,-2-3-9 16,2 0 2-16,-3-1-74 0,1 0-6 0,-1 0-17 0,1-4-64 16,0 3-20-16,0-4-27 0,0-1-205 0,1-1 269 0</inkml:trace>
  <inkml:trace contextRef="#ctx0" brushRef="#br0" timeOffset="17380.04">19627 1824 516 0,'1'0'118'0,"1"0"262"15,1-2-279-15,2-3 14 0,1 1-18 0,1-4-29 0,4-2 23 0,1-2-50 16,2-2 2-16,1-1-11 0,-1 1-12 0,1-3-15 16,-1 1 2-16,-1-1-6 0,2-1 11 0,-4 1-4 15,1 1-4-15,0-2 2 0,-3 1 12 0,-2 1-7 0,-1-4 23 0,-3 6-3 16,1-1-3-16,-3-3-12 0,-1 1 13 0,-1 2-16 0,-1 1 5 16,-2 5 2-16,0 0-12 0,-2 3-7 0,-2 4 26 0,0 2-24 15,-3 3 31-15,1 5-13 0,-3 3-18 0,-2 7-13 16,0 4 28-16,0 1-20 0,-2 5 55 0,1 0 5 0,0 2-16 0,3 0 3 15,3-1 16-15,3-5-21 0,4-2 10 0,2-2-3 0,3-2-10 16,2-3-29-16,3 1 26 0,2-3-25 0,1-3 21 16,5 0-5-16,-1-1-15 0,2-1-3 0,2 1 4 0,-1-6-4 0,3 1-1 15,3-2 2-15,1-2 0 0,4 0-46 0,0-2-1 0,-1 0-14 16,0-1-10-16,-1-1-25 0,-2-2-10 0,0-2-145 0,0-1-25 0,-3-1-24 16,0-1-197-16,0 2 289 0,-1-2-36 0</inkml:trace>
  <inkml:trace contextRef="#ctx0" brushRef="#br0" timeOffset="17555.66">20274 1218 1093 0,'-15'12'314'0,"7"-3"-203"0,-1 4 117 0,0 5-107 16,1 3 0-16,1 0-37 0,1 6-33 0,0-4-12 16,1 2-16-16,0 0-10 0,2 2-2 0,0 0-2 0,3 1 0 15,5-4-3-15,3 0 2 0,1 1-39 0,-1-4 4 0,-2-1-15 16,2 2-29-16,-1-7-23 0,-1 1-12 0,-1-4-82 0,-1 1-53 15,-2-3 29-15,0-1-24 0</inkml:trace>
  <inkml:trace contextRef="#ctx0" brushRef="#br0" timeOffset="17886.84">20085 1599 1526 0,'10'3'-489'0,"-6"-3"919"0,-2-2-112 0,0 0-170 16,2-2-49-1,2-2-3-15,-3-1-24 0,3 0-44 0,4-1-8 0,1-2-10 16,13-2-8-16,-1-1 3 0,4-2-5 0,5 0 8 0,-1-1-4 0,3 0-1 0,5 0-8 16,-1 3-5-16,-1 1 3 0,4 0-19 0,-9 3-2 15,1 0-5-15,1 0-19 0,-11 0-1 0,0 0 1 0,-2-1-14 0,-3 1 9 0,3 0 7 16,0 0 14-16,-5 1 13 0,-2 1 0 16,-3-2 36-16,-4 1-4 0,-3 0-7 0,-1 5-12 15,-3 0 21-15,-3 2-15 0,-2 1 55 0,-1 4-12 0,-3 3-13 0,-2 4 6 0,-3 1 15 16,0 1-6-16,-2 2 25 0,-2 3-6 15,2-1-10-15,1 1-9 0,1 0 13 0,2 1-11 0,5 0 15 0,2-1-7 0,1 0-9 0,1 0-21 16,-1 0 7 0,1 0-11-16,2-1 0 0,1-3-6 0,1-2-9 0,4-1-11 15,1-2 12-15,3-2-8 0,0-2 17 0,-4 1-6 0,0-3-9 0,2 1-47 0,0-1 16 0,5-3-23 0,3 0-13 0,-1-4-20 16,3 1-30-16,0-3-67 0,-1-2-44 0,0-1-1 0,-2-1-230 16,0 0 269-16,4 1-26 0</inkml:trace>
  <inkml:trace contextRef="#ctx0" brushRef="#br0" timeOffset="18241.47">21113 1337 816 0,'-1'-4'-238'0,"0"0"536"0,1 0-52 0,-2 0-59 0,1-2-73 0,0 1 27 0,0-2-55 0,-1 2 9 0,1 1-14 0,0 1-28 0,-2-3-15 0,4 5 15 16,0 0-22-16,0 1 14 0,0 0-9 0,-3 2-13 0,-2 4-26 15,-3 1 18-15,1 5-21 0,-3 1 40 0,0 2-4 16,0 0-4-16,-1 3-25 0,1-1 20 0,0 0-22 0,-2 3 30 16,0-1-10-16,1 2-16 0,0 2 0 0,1-1 1 0,1-3-1 15,1 0 3-15,4-5-9 0,0-1-5 0,2 0-62 0,1-3-6 16,3 0-9-16,1-1-64 0,2-3-53 0,0 2-18 0,2-5-182 16,3 2 211-16</inkml:trace>
  <inkml:trace contextRef="#ctx0" brushRef="#br0" timeOffset="18503.41">21474 1513 325 0,'-11'16'115'16,"-2"-3"172"-16,1-1-59 0,3-3-35 0,3-1-28 0,3 0-91 0,3-3 25 15,3-1-57-15,3-2 6 0,3-1-4 0,2-1-13 0,3-1-9 16,-1-1 15-16,2-4-16 0,-1 1 32 0,0 0-5 0,0-1-10 15,0-1 10-15,-2 1 14 0,0 0-13 0,-1-1 24 16,-5 0-6-16,0-1-15 0,-6 1-12 0,-1 0 17 0,-2-1-24 16,-2-1 13-16,6 1-12 0,-1 0-14 0,-2-3-27 0,0 2 20 15,-7 0-20-15,-2-1 26 0,0 2-8 0,2 1-13 0,3 2-54 16,2 1-9-16,2 3-9 0,1-2-89 0,1 2-60 16,2-1-23-16,2 0-226 0,5 1 260 0</inkml:trace>
  <inkml:trace contextRef="#ctx0" brushRef="#br0" timeOffset="18771.32">22065 1342 1239 0,'-33'2'-325'0,"16"1"626"15,1-1-58-15,1 4-100 0,-2-3-17 0,5 4-4 0,3-3-22 0,1 1-41 16,3-1-16-16,4 1-17 0,1 0-31 0,2 1 13 15,5-1-15-15,3 2 21 0,1 1-1 0,3 2-9 0,3 3-7 0,0-1 6 0,1 2-7 16,2 3 9-16,-2-2 0 0,-1 3-7 0,-4 2-9 0,-7-3 18 16,-3 0-14-16,-3 1 25 0,-1-3-4 0,0 1-9 0,-4 0-3 15,3 0 6-15,-5-2-6 0,-4 1 4 16,-2-2-1-16,-5 0-1 0,-3-2-5 0,3 0-10 16,3-4 4-16,-1-3-39 0,6-3-28 0,3-1-7 0,4-1-137 15,4-4-28-15,3-3-20 0,7-3 35 0</inkml:trace>
  <inkml:trace contextRef="#ctx0" brushRef="#br0" timeOffset="21491.37">23079 1376 256 0,'2'-9'-2'0,"0"4"8"0,0-1 32 16,1-1 22-16,-1-1 2 0,1 0 3 0,-1 0-16 0,2 0 37 0,-2 1-1 15,-1-2-3-15,0-1-19 0,-1 1 23 0,-1 0-35 0,-1-2 8 16,-1 2-6-16,-1 2-12 0,1-3-6 0,-3-1 22 16,2 0-21-16,0 1 37 0,1-2-17 15,0 2-22-15,-3 1-31 0,-2 1 31 0,-1 0-31 0,1 2 52 16,3 3-9-16,0 2-14 0,1 1-24 0,-1 1 11 0,1 6-15 16,-2 4 22-16,-2 2-1 0,2 5-12 0,-2 4 10 15,0-2 25-15,0 3-20 0,0 3 30 0,1-2-12 0,2-2-16 0,-1 1 1 0,3-4 8 0,0-2-7 16,3 0 6-16,0-3-7 0,4 1-13 0,0-1-20 0,2 0 17 15,2-1-16-15,0 0 20 0,2-3-1 0,2 0-8 0,2-1-23 16,2-1 22-16,2-2-20 0,2 0 27 0,-5-1-5 0,1-3-11 0,2-1-4 16,3-1 8-16,6 0-9 0,1-1-24 0,-2-4 14 15,-2 0-9-15,-1-3-72 0,1-3-13 0,1-1-30 16,-2-1-125-16,1-2-33 0,0 0-31 0</inkml:trace>
  <inkml:trace contextRef="#ctx0" brushRef="#br0" timeOffset="21872.83">23625 860 1083 0,'0'0'123'0,"0"2"171"0,-1 2-178 0,0 2-9 0,-1 3-29 0,0 2-14 0,-2 6 26 0,1 0-38 0,1 3 17 0,1-1-8 0,-2 4-15 0,3 4-26 16,0 0 0-16,0 0-13 0,0 0 1 0,3-4-1 15,0-2-2-15,1-2-11 0,2-1 11 0,0 0-10 16,0 0 19-16,1-6-8 0,1 0-7 0,0-1-3 15,1-3 6-15,-1 0-2 0,-1 1 8 16,-2-4 0-16,-3 0-5 0,-1-3-9 0,-1 1 5 0,-1 0-7 0,-2-2 5 0,-1 0 5 16,-3-1 1-16,-2-1-17 0,-1-4 11 15,-2 0-15-15,-1-3 7 0,-1-1-1 0,1 0-4 0,-2-2-13 16,6-1 13-16,-1 0-10 0,0 0 23 0,-1 3-2 16,-4 1-9-16,0 4-13 0,-1 4 22 0,1 4-16 0,1 2 27 0,-1 5 0 15,-1 1-10-15,0 4-6 0,-2 0 13 0,0 4-8 0,1 1 31 16,3-3-3-16,3 3 1 0,1-2-10 0,3-1 19 0,2-1-13 15,1-1 27-15,3-3-9 0,2-1-14 0,5-1-16 0,2 1 9 0,3-2-9 16,2 0 13-16,5-1-3 0,3-1-5 0,2-1-16 0,2-3 14 16,1 0-11-16,1-1 18 0,0-2-3 0,0 2-12 0,-5-3-3 15,-1-3 3-15,0 0-3 0,2-2 13 0,4 1-5 0,0-2-4 0,-2 1-24 0,-2-1-6 0,-1-3-7 0,0 0-57 0,0 0-16 16,-1 0-23 0,0-2-90-16,-1 2-17 0,-2 1-27 0,-1 0 54 0</inkml:trace>
  <inkml:trace contextRef="#ctx0" brushRef="#br0" timeOffset="22330.18">24150 1140 796 0,'-16'-4'-496'0,"11"1"969"0,-1 1-139 0,1 0-175 0,-1 0-89 0,1-1 30 0,1 1-46 0,-2 2 25 0,2 0-11 0,-1 0-33 0,0 0-16 0,0 1 21 0,-1 4-28 0,1 1 16 16,3 5-8-16,-2 1-14 0,-1 8-11 0,-2 0 22 0,-7 3-17 15,1 5 59-15,1-2-12 0,0-2-11 0,2 3-18 0,3-5 11 16,2-3-15-16,1-1 12 0,4-4-8 0,4 0-10 0,1-2-12 15,2-2 11-15,1-4-9 0,1 1 21 0,0-3-4 0,1-3-11 16,0 0-2-16,0-1 8 0,-1-2-9 0,-1-1 7 16,-1-2 3-16,-3 0-1 0,1-2-9 0,-5 0 7 0,-3 0-8 0,-1 0 17 15,1-2-2-15,3-2-1 0,0 1-14 0,0-1 14 0,-1 0-11 16,0 0 18-16,1-1 0 0,0 1-9 0,0-1-12 0,0 1 9 16,1 1-9-16,1 1 21 0,0 1-6 0,-1 3-6 0,0 1-12 15,2 1 9-15,-2 3-6 0,1 0 16 0,-1 0 1 0,1 3-8 0,1 0-23 16,1-1 22-16,1 3-18 0,-1-1 38 0,2 2-8 0,0 1-11 15,1-1-7-15,2 1 4 0,-1-1-2 0,2-1 7 0,0 0-4 16,0-1-3-16,2-1-33 0,-2-1 6 0,1 0-15 16,1-2-31-16,2 0-22 0,-1-2-28 0,3-2-95 0,-1 1-18 0,1-4-18 0,1-2-144 15,-2 0 231-15,2 2-26 0</inkml:trace>
  <inkml:trace contextRef="#ctx0" brushRef="#br0" timeOffset="22566.62">24479 1068 587 0,'-29'8'-365'0,"14"-2"761"15,1 0-82-15,-1 2-100 0,-2 4-89 0,1-1 17 0,2 1-48 16,-1 3 19-16,4-4-16 0,3 1-30 0,4 0-16 16,2-2 9-16,4-1-20 0,4 0 14 0,6-2-5 0,3 0-6 0,8 0-6 15,3 2 13-15,3 2-17 0,4 0 3 0,1 5-10 16,-2-2-15-16,1 2-11 0,-8 0 9 0,-4 2-9 0,-2-2 11 16,-5-2-3-16,0-1-7 0,-3-1-4 0,-7-1 3 15,-3 1-2-15,-4-1 17 0,-5-1-1 0,-3 2-2 0,-3-1-16 16,0 1 10-16,-2-2-11 0,-2 0 22 0,7-3-6 0,-2-1-7 15,0 1-20-15,-1-4 5 0,-4 0-8 16,3-2-9-16,1-1-10 0,3-1-12 0,2-4-46 0,5 0-19 0,1-4-4 16,6-3-99-16,2-2-21 0,4-2-28 0</inkml:trace>
  <inkml:trace contextRef="#ctx0" brushRef="#br0" timeOffset="22874.54">24811 907 1090 0,'7'0'-245'16,"-5"1"504"-16,-1 1-44 0,1 2-70 0,-1 4-15 0,-1 3 26 0,0 3-40 0,1 3 6 15,1 1-24-15,1 3-37 0,3 3-36 16,1 0 23-16,-1 6-32 0,1 2 23 0,-1-3-8 0,-2-1-16 0,3-1-15 16,-1-6 8-16,0-1-11 0,2-1 16 0,0-3-4 0,-1-2-4 15,0 2-5-15,-1-4-1 0,0-3 0 0,1 1 7 0,-3-3 0 16,0-4-2-16,-1 2-12 0,-1-3 13 0,-1-1-12 0,0-1 25 16,-1 0-5-1,2-3-7-15,-1-2-10 0,1-1 6 0,0-4-4 0,2-4 6 0,0 0-7 16,1-1-10-16,-1 1-3 0,2 4 7 0,-1 2-2 15,2 5 9-15,-3-1-1 0,2 3-5 0,1 2-12 0,1 3 18 0,1 2-14 16,0 3 24-16,1 1-1 0,-1 2-7 0,0 2-11 0,1-3 13 0,-5 2-9 0,2 0 24 0,1-2-5 16,1-2-8-16,9 2-21 0,1-2 18 0,1 0-14 0,-1-3 28 15,-2-2-36-15,-1-2-25 0,-4-2-205 16,-2 2-44-16,-4-2-38 0,0 0 56 0</inkml:trace>
  <inkml:trace contextRef="#ctx0" brushRef="#br0" timeOffset="23009.7">25084 1099 1117 0,'-11'-15'218'16,"8"7"-159"-16,-1-1 22 0,3 3 14 16,1 3 12-16,-4 1-34 0,1 1-43 0,3 0-15 0,0 1-17 0,4 0-14 15,1-2 10-15,3 2-6 0,-2-1 8 0,3 0-44 0,3 0-23 16,7-2-124-16,8-1-61 0,1 0 27 0,5 1-23 0</inkml:trace>
  <inkml:trace contextRef="#ctx0" brushRef="#br0" timeOffset="23151.85">25520 1014 170 0,'-14'13'167'0,"2"2"-35"0,0 2 132 16,-3 2-76 0,2-1 28-16,-1 1-57 0,3-1 6 0,2-4-31 0,3-2-39 15,3-2-37-15,3-2 13 0,3-1-26 0,6 0 13 0,4-2-17 0,3 0-17 0,6-1-16 0,4-3 3 0,3-1-5 16,5-1 2-16,-4-2 1 0,2-1-6 0,3-1-37 16,-2-1-22-16,2 1 0 0,-4-2-134 15,-5 0-61-15,-3-1-25 0</inkml:trace>
  <inkml:trace contextRef="#ctx0" brushRef="#br0" timeOffset="25045.62">22580 1375 274 0,'-1'-2'118'0,"-1"0"61"0,4 0-92 0,0 0 64 0,2 1-29 0,-1 0-26 0,-4 0-52 0,-3 1 12 0,1 0-26 0,-1 0 28 0,-2 1-12 0,-3 1-16 0,-1 2-24 0,-1 1 15 15,-1 2-19-15,-2 0 27 0,-1 2-5 0,1 0-6 0,-4 2 0 16,1 1 2-16,1 0-1 0,-2 5 17 0,2-2 2 31,0 2-1-31,-1 2-3 0,3-3 26 0,4 1-25 0,2 1 34 16,3-1-14-16,2-2-14 0,3-1-20 0,1 0 7 0,3-4-10 16,3-1 16-16,3-2-4 0,2-2-8 0,5 0-23 15,1-2 21-15,1-1-25 0,2 1 27 0,1-2-3 0,-1 0-10 0,3-1-21 16,-1 0-8-16,1-2-9 0,-2 0-82 0,-4 0-26 0,0-1-33 0,2-1-172 15,3 1 209-15</inkml:trace>
  <inkml:trace contextRef="#ctx0" brushRef="#br0" timeOffset="37282.96">12677 5916 379 0,'2'-9'72'0,"3"1"93"0,-4 5-145 0,1 0-10 0,-2 3-18 0,1-1 35 0,2 1-1 0,3 1-7 0,5-1-7 0,5 3 24 0,4-2-18 0,2 0 24 0,2 0-14 15,1 3-18-15,2 0 10 16,5-1-7-16,7 1 11 0,2-1-2 0,3 1-3 0,0 1-2 0,4-1-25 0,0 1 24 0,-2 0-20 16,5 1 30-16,-4-1-5 0,7-1-14 0,9 2-10 15,2-1 12-15,5 1-8 0,-1 1 37 0,-70-6 22 16,337 32-52-16,-259-26 14 0,-1-1 6 16,-6-1 6-16,3 0-13 0,-1 1 15 0,2-3-12 0,9 1 23 0,1 0-6 15,-4-3-11-15,7 2-20 0,-1-2 24 0,5 1-23 0,9 0 14 0,-2-1-6 0,1 1-11 16,4 1-7-16,5 1 10 0,3 0-6 0,1 3 14 15,-4-2-1-15,2 2-8 0,8 4-8 0,2 0 11 0,-2 1-12 0,-1-2 7 16,-7 1 0-16,3 1-3 0,3-2-8 0,-1-1 3 0,-3-1-4 0,-1 1 13 16,-5-2-2-16,-9 2-1 0,-1-1-19 0,-5 0 18 15,-3-1-15-15,-1 2 22 0,-16 2 3 0,-6-2-9 0,-8 0-18 0,-5-2 13 16,-2 0-14-16,-6-1 21 0,-6 0 0 0,-5 3-6 0,-4-3-22 0,-4 0 19 16,-6 0-23-16,-6-2-31 0,-6 0-20 0,-5-1-33 15,-2-2-36-15,-9 0-63 0,-7 0 18 0,-9-1-2 0</inkml:trace>
  <inkml:trace contextRef="#ctx0" brushRef="#br0" timeOffset="37688.74">13187 6002 1106 0,'3'-3'-32'0,"4"-3"-17"0,6 3 59 0,10 1-28 0,7 1 44 0,6-3 3 0,5 1-6 0,9-5 32 0,5 1-1 0,10-3 7 0,8-3-3 0,-1 0-6 0,4-1-7 16,7-3-9-16,5-1 9 0,11 0-10 0,1 0 6 0,-3 3-8 16,2 0-6-16,6-1 2 0,6 0 3 0,2 2 2 0,3 0 18 15,-3-1-13-15,2 3-5 0,7-4-17 0,2 3 3 0,0-2-2 16,2 1 9-16,-3-1 0 0,-1 1-1 0,5 0-26 0,-1 1 21 0,-4 2-21 16,-2 1 18-16,-7 5 2 0,-8-1-15 0,5 3-7 0,-2 1 10 15,-8-2-11-15,-2 2 6 0,-9 0 0 0,1 2-3 0,-1 1-10 16,-7 3 15-16,-8 1-10 0,-3 0 15 0,-7 0 1 0,2 4-12 0,4 2-9 15,-6 1 5-15,-8 5-16 0,-5 4-82 0,-9 0-50 0,-3 2-49 16,2 4-361-16,-9 6 354 0</inkml:trace>
  <inkml:trace contextRef="#ctx0" brushRef="#br0" timeOffset="42908.97">26559 8475 217 0,'-2'-7'89'0,"-4"-1"-51"0,0 0 36 0,1 3-52 0,0 1 17 0,1 2-28 0,0 2 36 0,2 0-10 0,-1 1-20 0,-2 3-30 0,2-2 38 0,-1 4-29 16,1 0 61-1,-2 3-4-15,1 2-11 0,-2 5-21 0,0 0 22 0,-3 0-17 0,-1 3 38 0,1 0-8 0,-2 4-18 0,2 3-27 16,-1 1 29-16,2 1-27 16,1 4 36-16,1 4-7 0,3 6-12 0,-1 7-13 0,1 3 13 0,1 1-9 0,-2-3 30 0,2-3-15 15,-1-2-12-15,-1 0-20 0,0 1 8 0,0 1-6 0,1 2 15 0,0 1-5 0,-1 0-5 31,1 3 1-31,0-5 0 0,-2 2 1 0,1-3-6 0,-1-2 6 16,1 2-5-16,-2 2-17 0,0 6 27 0,2 2-25 0,-1 2 27 16,2-4-6-16,-1-2-14 0,-1-2 2 0,-1-2 4 0,1-1 0 0,-2-2 11 15,3 2-6-15,-2-2-3 0,3 3-22 0,-1-1 15 0,2-4-11 16,-1-5 30-16,2-1-8 0,-2-3-10 0,2-1-8 0,0 0 8 16,0 0-4-16,1-1 9 0,-1-1 4 0,1 2-7 0,0 1-5 15,0-3 12-15,1 0-11 0,0-3 13 0,1 0-6 0,1-3-6 0,-1 1-1 16,1-2 7-16,2-1-2 0,0 2 4 0,1-5 5 0,2 2-12 0,3-1 2 15,1-3 9-15,3-3-10 0,1-1 5 0,3-2-6 16,1-2-6-16,6 2-1 0,3-2 5 0,3-1 0 0,6-1 15 0,0-2 2 16,-3 1-1-16,7 0-17 0,2-2 15 0,3 1-16 0,9 2 12 15,-2 3-6-15,3 4-5 0,6 2-14 0,0 1 21 0,0-1-12 16,1-2 34-16,-1-3-3 0,1 1-12 0,8 2-10 0,2-1 14 16,2 2-10-16,1-2 25 0,-1-3-6 0,0-4-8 0,8 1 2 15,4-1-1-15,3 2 2 0,5 1 6 0,-2-5-5 0,3-1 0 0,8 2-16 16,4-5 11-16,2 1-11 0,4-3 12 0,-4 0-5 0,2 0-7 15,9-3-5-15,0 2 3 0,3 1-1 0,0-1 14 0,-6 1-5 16,-1-2-3-16,4 1-17 0,-2 1 10 0,-2-1-8 0,-1-1 14 0,-9 0 0 16,0 1-4-16,1 1-5 0,-6-3 1 0,0 2-1 0,-7-2 14 15,-8 2-3-15,-3 1-1 0,-3 0-23 0,-3 0 22 0,-5 0-18 16,-7 0 31-16,-7 0-6 0,-7 2-11 0,-4 1-8 0,-4 0 6 16,-6-1-5-16,-4 1 5 0,-6-2-2 0,-4-1-3 0,-2 0-52 0,-2-1 7 15,-7-2-20-15,-4 1-25 0,-4-1-14 0,-4-2-22 0,0 1-66 16,0-2-53-16,-2-2-3 0</inkml:trace>
  <inkml:trace contextRef="#ctx0" brushRef="#br0" timeOffset="44326.7">26077 10825 361 0,'-2'-7'49'0,"2"5"53"16,1-1-15-16,2 0-6 0,-3 3 3 0,0-1-34 0,1 0-7 0,0 0-11 0,4-3-33 0,-5 0 25 0,2-1-24 0,3-2 27 0,1 1-7 0,8 0-12 0,3-3-17 0,3-2 22 0,1 1-13 15,4 0 42 1,-3 1-8-16,1-1-15 0,4 0-15 0,1-3 26 0,3 1-18 0,3-1 33 0,0 1-4 0,2-1-11 0,4-1-14 16,3-2 23-16,-4-2-16 0,5 0 38 15,2-2-6-15,0-4-14 0,12-2-24 0,1-3 21 0,1 2-21 16,7-1 19-16,-2-3-10 0,-2-2-10 0,7-8 5 0,4 0-10 0,7-2 11 15,8 2-1-15,-3 6 1 0,90-46-17 16,-176 83 43-16,182-95-84 0,-87 47 61 0,-5 1-1 0,-3 0-11 0,4-2-5 0,0 2 11 16,5 3-8-16,85-34 44 15,0-7-16-15,-84 37-24 0,1 0-1 0,-4 0 7 0,-2-2-9 0,2 2-2 0,8-2-2 0,2 3-1 16,-4 4 4 0,1 3 2-16,-3-1-1 0,-1-2-6 0,4-1-1 0,-4 0 0 0,-2 1-1 15,-1 0-2-15,-5 6-2 0,2-2 0 0,-2 4-3 16,-6 2 1-16,-3 2 1 0,-1 3 5 0,-5 6 2 0,-2-1-2 0,-2 2-13 15,-5 0-2-15,-7 1-4 0,-1-3-16 0,-6 2-7 16,-1 1-7-16,1 0-35 0,-8 2-2 0,-2 3-7 0,-5 2-46 0,-5-1-4 16,-4 1-17-16,0-3-173 0,-1 2 217 0</inkml:trace>
  <inkml:trace contextRef="#ctx0" brushRef="#br0" timeOffset="45324.59">27100 9780 861 0,'-4'-14'50'0,"0"2"-36"0,1 3 57 0,0 3-21 0,2 3-17 0,-1 1-3 0,1 1-7 0,0-2 10 0,-1 3 3 0,0-1-8 0,0-1-5 0,2 2-33 15,-1 0 21-15,1-1-20 0,0 1 22 0,-1-1-5 0,1 1-10 0,0 0-18 16,0 0-7-16,1 2-1 0,1 0-26 0,2 2-4 0,0-1-8 15,2 1-43 1,2 1-7-16,-1 0-12 0,4 1-61 0,1-1 109 0,4 1-9 16</inkml:trace>
  <inkml:trace contextRef="#ctx0" brushRef="#br0" timeOffset="45592.38">26741 10542 1509 0,'-23'-9'37'0,"2"2"-171"0,2 5 176 0,7 2-12 0,3 2-20 0,5 3-31 15,2-2 25-15,1 1-22 0,2 0 27 0,2-2-1 0,4 2-11 16,2-1-34-16,1 0 8 0,2 1-15 0,3-1-8 0,-2 1-12 16,3 0-17-16,0-2-60 0,-1 3-27 0,1 0-3 0,2 0 41 15</inkml:trace>
  <inkml:trace contextRef="#ctx0" brushRef="#br0" timeOffset="45760.49">26977 10714 1194 0,'-10'-24'86'0,"-2"0"105"0,2 2-139 0,4 9-17 16,3 3-15-16,1 2-20 0,1 1 2 0,1 2-4 0,-2-1-8 0,2 0-16 16,2 0-13-16,0-2-73 0,1 0-10 0,2-3-9 0,0-2-53 15,2 0-37-15,4-5-34 0</inkml:trace>
  <inkml:trace contextRef="#ctx0" brushRef="#br0" timeOffset="45925.94">27171 9840 1117 0,'-40'-27'76'0,"20"13"-88"0,4 4 18 0,3 2 42 15,1 0-33-15,7 5 11 0,2 0-18 0,0 1 6 0,2 2-6 0,-3 0-7 16,0 0-10-16,2 0-3 0,1 0-6 0,1 1-66 0,0 3-8 0,2-1-29 15,5 6-73-15,1 4-13 0,-1 3-25 0</inkml:trace>
  <inkml:trace contextRef="#ctx0" brushRef="#br0" timeOffset="46136.68">27477 10428 1365 0,'-19'-18'82'0,"-2"-3"70"0,2 7-98 0,6 5-16 0,5 4-19 0,5 3-31 16,2 2 18-16,1 0-17 0,0 0 17 0,0 0-11 0,0 0-15 0,1 0-21 15,1 2-10-15,2 3 5 0,0 0-29 0,3 3-7 16,0 1-10-16,2 0-63 0,1 0-24 0,2 2-8 16,2 0 44-16</inkml:trace>
  <inkml:trace contextRef="#ctx0" brushRef="#br0" timeOffset="46304.89">27308 10423 1600 0,'-33'-20'37'0,"-2"2"-167"0,3 7 171 0,6 3-12 15,2 4-16-15,4 2-26 0,2 2 21 0,5 1-19 0,4 2 18 0,2 1-19 0,3-3-20 16,2 1-104-16,2 0-4 0,0-1-24 0,2 0-50 0,2 0 3 15,3-1-17-15</inkml:trace>
  <inkml:trace contextRef="#ctx0" brushRef="#br0" timeOffset="46463.52">27567 9863 1633 0,'-26'-54'-36'0,"17"31"64"0,1 5-35 16,5 9-13 0,3 8-37-16,0 1-20 0,4 1-79 0,3 2-41 0,4 0 7 0,4-2 30 0</inkml:trace>
  <inkml:trace contextRef="#ctx0" brushRef="#br0" timeOffset="46637.71">27857 10106 1534 0,'-32'-24'269'0,"12"13"-395"15,1 5 44-15,4 6 107 0,2 2-47 16,2 4 25-16,2 3-27 0,1 1 0 0,0 1-18 0,2 1-30 0,0 2-36 0,0-1 6 0,1 3-11 16,1-4-41-16,0 2-9 0,-3 3-33 0</inkml:trace>
  <inkml:trace contextRef="#ctx0" brushRef="#br0" timeOffset="46780.43">27714 10305 1081 0,'-15'-23'23'0,"9"9"-11"0,-1 3 0 15,3 4 17-15,0 2-44 0,1-1 23 0,3 5-27 0,0-1-21 0,2-1-27 16,3 1-42-16,2-5-195 0,10 2 197 0</inkml:trace>
  <inkml:trace contextRef="#ctx0" brushRef="#br0" timeOffset="46970.04">27805 9693 1716 0,'-25'-49'205'0,"9"24"-354"0,1 3 64 16,5 4 90-16,3 3-16 0,6 0 11 0,1 5-20 0,6 3-36 16,3 1-20-16,3 1-35 0,6 0-25 0,3 1-33 0,4 0 8 0,1 4-135 15,3 0 170-15,5 3-12 0</inkml:trace>
  <inkml:trace contextRef="#ctx0" brushRef="#br0" timeOffset="47125.45">28226 9704 1564 0,'-28'-6'-44'0,"-2"0"27"15,2 6 29-15,3 3 13 0,3 4-20 0,6 2-4 0,8 0-8 16,3 2-45-16,5 2-20 0,5-1-7 0,-3 2-86 0,3-2-22 0,-2 3-13 16</inkml:trace>
  <inkml:trace contextRef="#ctx0" brushRef="#br0" timeOffset="47287.49">28333 10231 1749 0,'-30'-31'-118'0,"8"9"137"0,2 3 2 15,3 5-43-15,4 2 8 0,4 6 6 0,4 1-17 0,3 2-86 0,1 1-24 0,1-1-46 0,4 0-191 16,6 1 234-16</inkml:trace>
  <inkml:trace contextRef="#ctx0" brushRef="#br0" timeOffset="47464.33">28192 9544 1487 0,'-24'-18'136'0,"5"0"-181"0,0 2-116 0,5 9 124 16,8 6 3-16,5 2-8 16,2 3-93-16,4-1-3 0,3 3-12 0,4 4-7 0,5 2-29 0,3 3 4 0</inkml:trace>
  <inkml:trace contextRef="#ctx0" brushRef="#br0" timeOffset="47652.27">28304 10118 1703 0,'-44'-32'-18'0,"20"19"41"0,5 4-7 16,3 1-3-16,4 5-25 0,3-1 10 0,3 2-11 0,4 2 2 0,0 0-34 0,2-1-26 0,1 1-61 16,2-2-8-16,3-2 2 0,2-3-28 0,4 0-25 0,3-4-30 15</inkml:trace>
  <inkml:trace contextRef="#ctx0" brushRef="#br0" timeOffset="47807.75">28692 9246 1268 0,'-13'-15'-3'0,"-2"-1"5"0,-1 3-1 0,2 5 33 15,3 0-9-15,2 1-5 0,2 5-14 0,2-2-21 0,2 3 18 0,2-1-17 16,1 2 8-16,0 0-45 0,1 0-33 0,2 2-31 0,5-1-33 15,3 2 28-15,7 0-59 0,1 0-20 0,5 3-19 0</inkml:trace>
  <inkml:trace contextRef="#ctx0" brushRef="#br0" timeOffset="47970.99">28698 9608 1546 0,'-24'-7'-27'0,"0"-1"33"0,4 5 8 0,4 1 27 16,3 2-36-16,3 2-3 0,3 2-3 0,3 3-37 0,1 2-8 0,3 0-9 0,2 1-57 16,4 1 4-16,5 2-11 0,4 1-94 0,8 2-33 0,4 0-31 15</inkml:trace>
  <inkml:trace contextRef="#ctx0" brushRef="#br0" timeOffset="48114.64">28745 9944 1498 0,'-42'-26'-356'0,"23"18"259"16,6 1-125-16,0 6 30 0</inkml:trace>
  <inkml:trace contextRef="#ctx0" brushRef="#br0" timeOffset="48288.54">28477 9701 1372 0,'-3'-18'-700'15,"-12"9"1054"-15,0-2-116 0,0 6-273 0,5 3-35 0,4 3-26 16,1 3-20-16,4 0-168 0,1 5 166 0,4 0-23 0</inkml:trace>
  <inkml:trace contextRef="#ctx0" brushRef="#br0" timeOffset="48438.92">28559 10004 1052 0,'-15'-3'198'0,"-2"-7"-186"0,-1-1 51 0,-1 2-105 0,4 7 42 0,9 2-15 0,2 0-16 15,3 0-28-15,2-1-40 0,5-3-113 0,3-3-5 0,9-5-35 0</inkml:trace>
  <inkml:trace contextRef="#ctx0" brushRef="#br0" timeOffset="48589.47">28902 9540 1223 0,'-21'-16'37'0,"1"0"-85"15,-1 8 93-15,5 0-9 0,1 4-9 0,0-1-14 0,4 5 9 0,1 0-11 0,1 0 0 0,3 0-6 0,3-1-4 0,1-1-58 16,1 0-20-16,1-1-11 0,4-1-156 0,6-5 149 0,7 4-28 0</inkml:trace>
  <inkml:trace contextRef="#ctx0" brushRef="#br0" timeOffset="48752.52">28840 9010 1585 0,'-12'-15'-19'0,"1"2"-13"0,4 7 29 0,4 1 3 0,2 3-38 0,1 2-19 0,0 7-43 0,1 1-9 32,2 2 2-32,4-1-11 0,2 1-76 0,1 0-22 0,3 2-24 15</inkml:trace>
  <inkml:trace contextRef="#ctx0" brushRef="#br0" timeOffset="50031.36">26890 10031 164 0,'-8'0'-30'0,"0"0"-69"0,0 0 72 0,-1 1 48 0,1 2-18 0,3-2 52 0,-1 0-11 0,2 0-13 0,-1-1-5 0,2 2 13 0,1-2-10 0,-2 0 8 0,3 0-2 0,-1 0-3 0,1-2-8 15,1 2 14-15,-1 0-7 0,-1-1 22 0,2 1-11 0,-1-2-15 0,1 0-33 16,0 0 29-16,0 1-26 0,0-2 29 0,0-2-6 0,1 1-16 31,1-1-5-31,0 0 7 0,0-2-3 0,1 1 19 0,1 0 0 16,1-1-6-16,2-2-16 0,1 2 18 0,2-2-17 0,1 0 15 15,2-2-4-15,1-4-8 0,3 0-9 0,3-1 8 0,4-2-4 0,2-1 13 16,1 0 1-16,0-2-7 0,2 1-26 0,-7-1 28 0,2 1-25 16,3 1 29-16,-1 2-5 0,6 1-12 0,0-2 3 0,-5 1-2 15,0 2 5-15,-2 0 9 0,1 1-2 0,0 2-1 0,0 0-11 16,1-1 13-16,1 2-10 0,0-1 11 0,0 1 2 0,1-2-5 0,-1 1-1 15,-3 0 4-15,1 0-3 0,1-1 1 0,1 3 2 0,7 0-5 16,0-3-16-16,-1 1 22 0,1-4-20 0,1 2 19 0,-1-2-3 16,0 1-9-16,3-2-6 0,1 1 8 0,1-2-3 0,-3 0 15 15,-7 1-3-15,1 1-6 0,3-2-12 0,2 2 14 0,3 2-11 0,-3-1 13 16,-2 3-1-16,-4 1-9 0,3-1-6 0,-4 2 5 0,1 1-3 16,-2 0 13-16,0 3-1 0,-1-2-4 0,0 0-10 0,-1 1 15 15,-8 0-12-15,0 1 13 0,-2 1-7 0,2 1-6 0,4 0-50 16,0 2 18-16,-1-1-19 0,-3 2 13 0,-1-1-10 0,-3 2-25 0,0-1-60 15,-2 1 91-15</inkml:trace>
  <inkml:trace contextRef="#ctx0" brushRef="#br0" timeOffset="50767.34">26889 10795 12 0,'-3'-4'5'0,"2"0"36"0,1 4-7 0,-1-2-1 0,0 1-27 0,1-1 6 0,-1 0-9 0,0 0 12 16,0 0-4-16,0-1-4 0,0 0 7 0,1 0-1 0,0-2 5 0,0 2-7 0,0-2 3 0,0 1-5 0,0 0-20 15,1 1 31-15,0-1-27 0,0 1 32 0,0 1-2 0,0 0-12 16,1 1 4-16,-1-1 3 0,1-1-2 0,-1 2 14 0,-1-1-2 16,1 1-1-16,0 0-34 0,0 0 29 15,0-1-28-15,1 2 25 0,0-1-7 0,0 0-16 0,0-1-10 0,1 2 11 0,1-1-5 0,1 0 28 16,1-2-4-16,1 1-12 0,1-1-14 0,2-1 23 0,1 1-17 15,1-4 28-15,0 3-8 16,1-1-11-16,2 0 9 0,0-1-14 0,3 1 17 0,0-1-7 0,-6-1 3 0,-2 0 1 0,2 1-23 0,3 0 38 16,5-1-32-16,3 1 40 0,-1 1-10 0,1-3-18 0,-1 3 5 15,-2-2-8-15,1 0 9 0,-1 0-6 0,2 1 0 0,0 0 1 16,3-2-8-16,1 1 11 0,0 0-11 0,2-2 4 0,0 0 1 0,2-1-2 16,3-2-2-16,-1 1-1 15,-4-2 0-15,1-1 1 0,1 3 1 0,1 1 0 0,6-3-19 16,0 1 23-16,-1-4-19 0,0 1 25 0,-2-1-7 0,1 1-14 0,3 0 4 15,0-1 0-15,1 1 3 0,-1 0 5 0,-10 1 0 0,-1-4-4 0,3 1-7 0,0 2 11 0,7 1-9 16,-1 2 7-16,-6 1-3 0,2 0-5 0,-2 1 9 0,-1 0 6 16,0 2 2-1,-1 0 11-15,2 3 2 0,-1-1-8 0,2 1-18 0,2-2 26 0,-2 2-25 0,-4 0 19 0,-1 0-7 0,2 0-14 0,1 0-17 16,5 0 17-16,-3 0-13 0,-1-2 4 16,-3 2-7-16,0-1-23 0,2 1-73 0,-2-2 14 15,0-1-36-15,1 1-39 0,-1-1 103 0,3 5-15 0</inkml:trace>
  <inkml:trace contextRef="#ctx0" brushRef="#br0" timeOffset="55971.41">29301 7866 217 0,'-16'-13'304'0,"0"2"-162"0,1 0 190 0,1 5-232 0,2 2-69 0,2 3-19 0,0 0-10 0,2 1-4 0,1 1-5 0,3 0-24 0,1-1-8 0,3 0-2 0,0 1-49 0,0-1-20 15,1 0-26-15,3 0-74 0,2 2 123 0</inkml:trace>
  <inkml:trace contextRef="#ctx0" brushRef="#br0" timeOffset="56160.06">29415 8110 1559 0,'-2'-14'218'16,"-9"3"-219"-16,2 2-63 0,2 6 58 0,4 5 30 0,2 0-37 0,1 6 25 15,0 2-5-15,0 2-14 0,2 2-37 0,1 2 0 0,2 1-13 0,1 3-36 16,2 2-10-16,1 5-18 0,5 9-125 0,-2 7-8 15,1 9-41-15</inkml:trace>
  <inkml:trace contextRef="#ctx0" brushRef="#br0" timeOffset="56334.75">29559 9978 2038 0,'-9'-2'51'0,"0"0"-149"15,2 2 133-15,6 2-15 0,-2-2-14 0,1 0-31 0,2-2-4 0,1 2-6 0,1 0-16 0,2 0-6 16,3 3-4-16,2 0-47 0,-2-1 1 0,1-1-12 0,2-1-17 16,1 0-5-16,7 2-6 0,3-1-137 0,0 3 171 0</inkml:trace>
  <inkml:trace contextRef="#ctx0" brushRef="#br0" timeOffset="56469.48">29696 10291 1386 0,'-16'2'35'0,"-4"0"-9"15,2-1 1-15,0 3 11 0,0 1 12 0,5 0-9 0,0 0-15 0,3 1-20 16,0 0 10-16,3-1-13 0,1 1 3 0,6-3 0 0,1 0-3 0,1 0-44 0,3-2 8 0,-5 1-20 16,2-2-28-16,-2 0-18 0,1 0-26 0,5 0-59 0,6-4-75 15,15-1 1-15</inkml:trace>
  <inkml:trace contextRef="#ctx0" brushRef="#br0" timeOffset="56682.88">29503 7861 2179 0,'-15'-44'-4'0,"0"7"-5"15,3 12 24-15,5 8 14 0,0 5-9 0,1 7-2 0,3 1-18 16,1 4-18-16,-1-1 8 0,2 1-16 0,1 0-52 0,1 1-22 15,3 1-35-15,4 2-56 0,4 1-8 0,8 1-17 16,7-1-207-16,9 5 261 0,7 2-60 0</inkml:trace>
  <inkml:trace contextRef="#ctx0" brushRef="#br0" timeOffset="56873.09">30147 7849 2448 0,'-22'-48'-311'0,"10"35"289"0,4 5-41 0,7 9-19 16,1 10-39-16,10 9-11 0,7 11 13 0,4 6-17 0,3 4 4 16,-1 6-134-16,-2 3 161 0,2 7-28 0</inkml:trace>
  <inkml:trace contextRef="#ctx0" brushRef="#br0" timeOffset="57048.34">30308 10350 2547 0,'-3'29'-1537'0,"-9"-40"2470"0,-1-10-325 15,2 2-605-15,2 5-14 0,3 6 10 0,3 6-16 0,1-1-41 16,2 2-29-16,0 1-38 0,0-2-69 0,1 1-14 0,0-1-8 0,2-1-84 15,6-1-73-15,2 2-50 0</inkml:trace>
  <inkml:trace contextRef="#ctx0" brushRef="#br0" timeOffset="57208.18">30242 10484 1903 0,'-16'-9'340'15,"-2"-6"-323"-15,0-5 21 0,-1 3-50 0,4 4 19 0,4 1-8 0,1 6 1 0,6-1-29 0,1 4-18 16,3-3-76-16,4-1-13 0,1-1-7 0,5-1-81 0,4-2-2 16,4-1-24-16</inkml:trace>
  <inkml:trace contextRef="#ctx0" brushRef="#br0" timeOffset="57381.48">30078 8320 2340 0,'-12'-46'62'0,"5"4"-105"0,2 8 63 0,1 10-8 16,0 7-10-16,-3-1-53 0,2 1-15 0,4 2-14 0,2-3-109 16,8-2-29-16,3 0-35 0,3-2-130 0,13-1 214 0</inkml:trace>
  <inkml:trace contextRef="#ctx0" brushRef="#br0" timeOffset="57555.6">30244 7501 1817 0,'-28'-43'274'0,"16"19"-405"0,4 7 8 0,3 8 132 0,4 3-39 0,1 6-44 0,6 3-39 16,3 2-37-16,4 5-6 0,5 4 10 0,4 4-32 0,1 3-22 15,3 4-33-15</inkml:trace>
  <inkml:trace contextRef="#ctx0" brushRef="#br0" timeOffset="57721.36">30822 9553 1773 0,'0'9'303'0,"-4"-14"-299"0,-3-5 21 0,0 2-56 0,5 6 8 0,0 3 0 0,2 5-84 0,1 3-18 16,4 2-27-16,2 3-26 0,5 0-8 0,0-2-6 0,3 1-112 15,0-2 181-15,3 4-32 0</inkml:trace>
  <inkml:trace contextRef="#ctx0" brushRef="#br0" timeOffset="57891.1">30996 10009 1628 0,'-10'-5'78'0,"0"-3"99"0,2 2-149 0,3 2-6 15,1 3 1-15,1 1-34 0,1 0 11 0,2-2-13 0,-2 2 3 16,2 0-21-16,0 0-26 0,0 3-108 0,1 0-1 16,2 0-26-16,2 3-87 0,3 1 166 0,1 9-19 0</inkml:trace>
  <inkml:trace contextRef="#ctx0" brushRef="#br0" timeOffset="58069.9">30192 9169 2555 0,'-5'-47'-94'0,"7"-4"20"16,-2 5 30-16,0 8 65 0,-3 9 7 0,-2 7-7 0,0 4-14 0,-3 3-26 15,-1 0-1-15,0 2-13 0,4-1-71 0,5 2-39 0,6-2-43 0,7-3-130 16,8-2-96-16,4 1-7 0</inkml:trace>
  <inkml:trace contextRef="#ctx0" brushRef="#br0" timeOffset="58236.07">30110 7388 2054 0,'-32'-25'268'0,"20"-17"-297"0,-2 2-86 0,1 1 100 0,4 13 23 16,-4 0-8-16,2 5 5 0,4 1-12 0,6 1-6 0,2 0-81 15,7 1 4-15,3 0-20 0,4 2-9 0,2 0-11 0,-3-1-13 0,5-2-96 16,6-2-45-16,3-2-14 0</inkml:trace>
  <inkml:trace contextRef="#ctx0" brushRef="#br0" timeOffset="58347.43">30441 6502 1298 0,'-7'-25'48'0,"-2"2"-24"0,0 2 49 16,2 7-21-16,-1 3-2 0,2 2-43 0,1 2 15 0,2 4-17 0,0 0 6 15,1 2-8-15,2 1-12 0,0 0-96 0,0 2 0 0,1 2-28 0,2-1-67 0,1 3-45 16,4 0-47-16</inkml:trace>
  <inkml:trace contextRef="#ctx0" brushRef="#br0" timeOffset="58506.21">30453 6849 2220 0,'-39'-12'176'0,"21"1"-275"0,8 5 37 0,3 2 73 0,2 5-28 16,2 5-17-16,2 4-7 0,2 6-85 0,6 9 7 0,6 3-11 0,12 8-65 16,10 3-15-16,8 8-31 0,11 5 38 0</inkml:trace>
  <inkml:trace contextRef="#ctx0" brushRef="#br0" timeOffset="58722.78">31258 10594 1042 0,'-4'-5'380'0,"1"2"593"0,0 5-842 16,1 5-186-16,-2 2-20 0,2 2-15 0,0 0-20 0,2 1-20 0,0 0-49 0,3 3-12 0,2-1 3 16,3-3-19-16,-1 1-14 15,2-2-6-15</inkml:trace>
  <inkml:trace contextRef="#ctx0" brushRef="#br0" timeOffset="58887.38">31074 8888 2140 0,'-23'-85'-60'0,"-1"-1"-21"0,4 8 18 0,-5 1 53 0,1 1 8 0,5 3-36 0,1 9-26 0,2 5-73 0,3 6-22 0,4 3 4 16,2-1-52-16,4-3-13 0,0-5-13 0</inkml:trace>
  <inkml:trace contextRef="#ctx0" brushRef="#br0" timeOffset="59030.56">30867 6696 1672 0,'-29'-72'75'0,"15"32"-105"0,0 2 22 0,-1 3 37 0,2 5-3 16,-3 2 4-16,-1 4-8 0,2 5-10 0,0 5-5 0,-1 3-5 0,3 3-3 15,-2 3-5-15,2 0 0 0,2 5-48 0,2 0-45 0,3 5-36 16,5 3-159-16,2 4-105 0,6 6-9 0</inkml:trace>
  <inkml:trace contextRef="#ctx0" brushRef="#br0" timeOffset="59966.15">29205 8576 309 0,'1'-25'24'0,"1"2"13"0,-1-2-8 0,1 0 13 0,0-2 12 0,3-2 1 0,0 0-5 0,2-1-13 16,1-2 22-16,1 2-22 0,1-2 11 0,0 3-10 0,1 1-14 0,2-2-17 0,0-2 12 0,3-4-11 0,1-1 18 0,2 0-3 15,1-1-10-15,1-3-30 0,4 0 28 0,0 0-26 0,2 1 31 16,-1 3-7-16,-3 5-10 0,2-1-19 16,-6-2 17-16,0-2-11 0,1-1 35 0,0-3 0 0,5 2-14 0,0-2-13 0,0 1 14 0,-3 1-15 15,0 0 15 1,-1 4-4-16,0-1-3 0,1 2-5 0,2 2 3 0,0 3 0 0,-3-2 12 16,-1 1 1-16,2-5-9 0,1-3-18 0,1-1 21 15,0 2-20-15,0-1 26 0,-2-1-3 0,-8 0-8 0,1-4-4 0,-1 4 1 0,1 3-1 0,7 2 13 16,-3 4-5-16,-1-2-4 0,-2-5-12 15,-1-2 12-15,-2 2-7 0,1 0 20 0,-2 5-9 0,0-1-8 16,1-1-21-16,-1 2 13 0,1 2-10 0,0 1 12 0,0 6-3 16,0 5-18-16,-2 3-69 0,0 2 25 0,-2 3-40 0,1 0-40 15,-1 3 97-15,2 2-27 0</inkml:trace>
  <inkml:trace contextRef="#ctx0" brushRef="#br0" timeOffset="60637.81">29303 10336 217 0,'9'-12'378'0,"0"-2"-214"16,1 0 241-16,2 4-296 0,3 2-94 0,2 4-6 0,2 1-5 0,3 3 0 0,3 2-4 0,4 2 0 0,4 2 4 0,-1 2-1 16,-1 1 8-16,0 1 2 0,2 1-6 0,5 6-17 0,6 1 28 0,-2 2-25 0,1 7 23 0,-2 0-6 15,1 0-15-15,5 1 3 0,4-1-2 16,2-4 4-16,1 2 3 0,-4-8 0 0,0 1-2 0,1-1-2 0,1-2 7 0,-2-1-6 0,3 2 10 15,1-3-3-15,0-1-3 0,0 0 13 0,0 0-6 0,-4-1 9 16,2 4-3-16,2-1-2 0,-5 2-1 16,2 0-7-16,-1 0 4 0,1-2-4 0,-2 0 6 15,-7-1 1-15,-1 1-1 0,0-3-32 0,-3 3 22 0,0-1-21 0,-5-1 35 16,-5-1-1-16,-2 0-11 0,-3-1-27 0,1-1 24 0,-4-3-25 0,0 1 9 0,0-6-25 16,0 0-25-16,1 0-65 0,4-2-19 0,-1 1-8 0,7-2-166 0,2 2 198 0,5-3-43 15</inkml:trace>
  <inkml:trace contextRef="#ctx0" brushRef="#br0" timeOffset="75539.07">10991 18582 256 0,'-21'12'1'0,"9"-8"41"0,0-4-2 0,3 1 16 0,3-1-49 0,0 0 11 0,2 2-15 0,-1-2 30 0,3 1 2 0,-2-1-2 0,2 0 7 0,1 0-4 32,-1 0 3-32,1-1-13 0,0-1-2 0,-1 2-4 0,1 0-25 0,1 0 31 0,-1-1-26 15,1 1 40-15,0 0-9 0,0 0-15 0,0 0-9 0,0 0 4 0,0 0-3 0,0 0-4 0,0 0 0 0,0 0-7 16,2 0-4-1,1 0 13-15,-1 0-9 0,1-1 14 0,2 0 4 0,-1-1-3 0,2-1-12 16,0 1 19-16,-1-3-14 0,2 1 41 0,0-2-9 0,-1 1-13 0,1 0-12 16,1-2 11-16,-1 0-11 15,-1-1 9-15,0-2-2 0,1-1-1 0,0-1-18 0,-1 0 8 16,1-1-7-16,-1 2 19 0,-1-1-2 0,2 1-7 0,0-3-21 0,1 1 22 16,-2-3-20-16,1 1 22 0,0 1-3 0,0-1-10 0,0-5 1 15,1 1 2-15,-1 0 1 0,0-3 9 0,-1 2-1 0,2-1-5 0,0-2-7 16,1 0 10-16,1-2-11 0,0 3 11 0,-1 1-6 0,-4 1-2 15,-1 1 1-15,1-1-5 0,-1 1 5 0,8 0 0 0,0 1 2 16,0 0-3-16,4 0-23 0,-1 2 28 0,-1-4-24 0,0 3 33 16,-2-3-9-16,-1 0-13 0,0-3 6 0,2 0-3 0,-3-2 7 15,1 1-1-15,-1-2 1 0,0 0-2 0,-1-4-10 0,0-1 15 16,0 1-13-16,-2-2 11 0,1 2-3 0,-1-2-4 0,1-1-1 0,-1-2-3 16,1 2 5-16,0-3 10 0,0-2-5 0,1-2 2 0,0-2-13 0,0 1 7 15,0 0-5-15,-1 3 8 0,0 2-4 0,-2 0-3 0,2 3 6 16,0 1-10-16,-1 0 12 0,0 1-5 0,-1 1 1 0,0 0 3 15,0-5-6-15,-1-2 5 0,2 1-6 0,0-1 5 0,-1 0-3 0,1 0-4 16,-1-3 0-16,-1 0 5 0,0 3 0 0,2 0 9 0,-2 1-3 16,2-1-6-16,0-6-6 0,-2-6 6 0,2-2-5 0,-1 0 10 15,-1 1-3-15,0 4-2 0,-1-2-1 0,2 5-3 0,-5 0 4 16,0 4 2-16,0 2 1 0,0-6 1 0,5-1-16 0,0-1 14 0,-2-3-13 16,2 1 21-16,-2 3-10 0,2 1-10 0,2-1-3 15,2 7-2-15,1-1 5 0,0-1 7 0,2-2 3 0,-3-1-4 0,1-5-2 16,-1 1 10-16,-1 2-8 0,1 2 6 0,-1 4-3 0,1-1-3 15,0 2-6-15,3 4 1 0,-1 1 2 0,1 1 12 0,0-1 3 16,-1 0-4-16,2-5-9 0,-1 0 12 0,1-2-11 0,0 2 10 16,2 3-6-16,0 0-6 0,0-1 6 0,4 4-2 0,-2 1 6 15,2 2-2-15,-1 3 2 0,1 2-4 0,1-3-15 0,1 0 22 16,-2 1-18-16,-4-5 23 0,-1 2-3 0,2-3-9 0,3 2-11 0,5-2 9 16,0-1-5-16,-3 0 18 0,-2 1-3 0,2 2-7 0,1 0-17 15,4 3 22-15,3 0-19 0,1 2 23 0,-2 4-3 0,-1-1-7 0,1 2 3 16,0 1-7-16,1-1 5 0,-1 0-12 0,-6-1 5 15,-1-1-2-15,0-4-17 0,2 2 23 0,3 1-20 0,0 1 30 0,-4 1-7 16,-1 3-6-16,0-5-3 0,1 4-2 0,0 3 6 0,1 0 11 16,-1 5-2-16,-1 4-4 0,-2-2-11 0,-1 4 10 0,0 3-9 15,-3 1 16-15,0 3-3 0,-2 0-4 0,0 1-14 0,-1 3 14 16,1 0-8-16,-1 0 22 0,1 2 0 0,-1 1-13 0,-4 0-21 0,0 2 28 16,-1 0-25-16,1 3 30 0,6-3 0 0,-1 2-13 0,2 3-13 15,1-4 15-15,-2 1-13 0,1 0 17 0,-1 1 5 0,-2 2-9 0,2 1-14 16,-1 0 25-16,1 0-24 0,1-2 18 0,-1 0 0 15,0 0-8-15,2 2-12 0,-3-1 14 0,2 2-9 0,-1 0 20 0,-1 2 0 16,0-1-12-16,-1 1-15 0,1-1 21 0,-2 2-18 16,1 1 26-16,0-1-10 0,-1 2-9 0,4 1-1 0,-1-2 2 15,0-2 4-15,1 0 9 0,0-2 0 0,2-1-6 0,-7 3-24 0,0-2 26 16,3 0-23-16,-1-2 35 0,7 1-4 0,1-3-10 0,0 0-16 16,0 1 11-16,0-1-9 0,-1-1 25 0,0 1-3 0,4 3-12 0,1-1 1 15,5 1 3-15,0 1-3 0,1-2-2 0,0 1 2 0,-2-2 1 16,1 1-14-16,2 1 13 0,-3-1-9 0,-3-3 26 0,-3-2-4 15,2-1-10-15,2-1-23 0,4-2 30 0,0-2-25 0,-1-1 32 0,-1-1-4 16,3-3-12-16,2 0 5 0,1-1-10 0,-1 0 8 16,2-2-3-16,-1-3 2 0,-2-3 3 0,2-3-23 0,-5-3 25 0,2-4-22 0,0-5 34 15,0-4-3-15,5-3-7 0,0-6 0 0,3-2-6 0,4-3 6 0,1 1-6 0,-1-1 1 16,1-3-1-16,-1-8-8 0,-5-3 10 0,1-4-10 0,1 0 8 16,-1 2-5-16,7 1-4 0,2 0-4 0,0 0-8 0,0 0 7 15,2-2-18-15,-3 1 1 0,-3 0-6 0,-3 2-27 0,-2 5-30 0,1 3 0 16,-1 3-120-16,4 3 118 0,2 2-1 0</inkml:trace>
  <inkml:trace contextRef="#ctx0" brushRef="#br0" timeOffset="84268.58">14947 16974 384 0,'-1'-4'68'0,"1"-1"95"0,1 1-136 0,4-1-24 0,1-2-4 0,0 0 7 0,2-4 2 0,1 0-4 0,1-5-17 0,-1-3 12 0,1-3-11 0,0-2 20 0,1 1 4 0,-1-3-7 0,1 0-23 0,0-3 28 0,0 0-25 0,-2-2 32 0,-1 4-5 0,-1 1-9 31,0-3-10-31,-2 1 13 0,0-1-6 0,-1 1 38 0,-2-1-4 0,1-3-9 0,-1-6-10 16,1-4 21-16,1-1-15 0,0-1 33 0,0 3-11 0,-1 1-8 0,-1-1-38 0,-2 3 15 0,-2 3-13 0,1 1 28 31,-1 5-7-31,2 0-13 0,2-3-16 0,-2 1 16 0,0-3-14 16,-1-4 16-16,-2 3-4 0,1 0-6 0,0-3-4 0,2 1 0 15,1-1 3-15,-1 1 10 0,0 3 3 0,-6 0-1 0,0 0-25 16,-1-2 22-16,-2-2-21 0,0-3 27 0,1 0-3 0,-1-2-6 0,-1-3-23 16,0 0 19-16,1-1-14 0,0 1 27 0,2 2 3 0,4 3-14 15,2-1-11-15,1-1 23 0,4-2-22 0,3-1 27 0,3 0-3 16,2-1-8-16,4 0 0 0,2 2 2 0,0 0 0 0,0 4 1 0,-3 7-1 15,0-1-6-15,3 0-10 0,4-1 12 0,4-3-10 0,-1 0 10 16,0 0-2-16,-1 2-7 0,1 0-6 0,1 1 7 0,1 1-4 16,1 3 11-16,2 6 4 0,-2-1-4 0,1 2-5 0,-2 4 5 0,-3 1-7 15,1 2 2-15,-2 1-2 0,-2-1 2 0,-3 0 2 16,0-1-9-16,-1 1 10 0,2 0-2 0,3 1 0 0,1 3 2 0,0 1-18 16,-2 2 22-16,0 7-17 0,-1 1 23 0,-1 3-6 0,0 5-12 15,4-2 2-15,0 5 1 0,4 6 3 0,0 6 12 0,-2 4-1 0,0 3-2 16,-1 4-13-16,0-1 9 0,-1 2-8 0,1 0 11 0,-4 1-1 15,-1 0-4-15,-1 3-5 0,4 1-1 0,1 3-1 0,6-1 6 0,0-3 4 16,0-5-2-16,0-2-8 0,1-3 9 0,3-2-10 0,-1-1 7 16,0-5 0-16,-2-1 0 0,2-2-13 0,-3 1 6 0,2-1-3 15,1 0 18-15,-8 3-2 0,2 2-8 0,0 1-23 0,0 2 27 16,3-2-22-16,0 1 34 0,-4-1-6 0,-2 0-12 0,2 3-7 0,0-1-11 16,0-1 4-16,-1-1-37 0,0-7-5 0,-2-4-9 0,2-2-142 15,-2-5 18-15,1 0-56 0</inkml:trace>
  <inkml:trace contextRef="#ctx0" brushRef="#br0" timeOffset="87323.32">19233 17002 164 0,'-7'-2'-26'0,"1"1"29"0,2 0 12 0,0 0 10 0,3-1-1 0,0 2-11 0,1 0-8 16,-1 0-5-16,1 0-6 0,0 0 6 0,0 0 14 0,0 0 5 0,3-1 3 0,0 1-16 15,-1-3 24-15,1 2-20 0,-1-3 46 0,1 1-10 0,0 0-4 16,2-3-26-16,-1 0 22 0,1 0-14 0,0 0 41 0,2-5-10 0,-2 2-17 16,2-1-27-16,0-1 16 0,0-3-19 0,1-2 13 0,-1 0-8 15,2-4-5-15,3 1-24 0,-1 1 15 0,1-2-10 0,2-2 37 16,0 0-6-16,2-3-13 0,1-2-5 0,2 2 15 0,0-1-10 0,1 1 19 15,-1 2-6-15,2-2-7 0,-1 0-4 0,1 1 2 16,3 1 1-16,-3 1 6 0,-4-2-2 0,-1 1-6 0,-1-4-25 0,2-3 30 16,4 0-24-16,1 2 35 0,-3-1-6 0,-1 2-16 0,-2 1-13 15,-2-3 11-15,0 6-7 0,-1 0 19 0,0 0-1 0,0 2-13 0,-1-4-16 16,2 3 27-16,-2-3-22 0,1 1 27 0,-3-3-5 0,0-3-10 16,-1-4-10-16,0-7 13 0,0-2-6 0,-1-4 23 0,-2 2 0 15,1-1-12-15,3-3-20 0,-1 5 25 0,1 1-22 0,3 1 29 0,0 0-4 16,1-3-12-16,1-4-4 0,0-2 4 0,2 3-3 0,1-1 12 15,-2 5-1-15,1 1-4 0,-4 2-21 0,-1 1 20 16,3 1-18-16,-1-2 22 0,6-3-2 0,0-5-10 0,-2-3-9 16,-2-3 11-16,0 2-8 0,-1 2 20 0,-1 4-6 0,2 3-10 0,0 1-8 15,-1-3 12-15,0-3-6 0,-1-6 18 0,-2 1-6 0,0-1-8 16,1 0-1-16,1 5-6 0,1 0 7 0,0 7 8 0,-1 0-5 16,1 2 3-16,-1-3-31 0,0-4 31 0,0 1-24 0,1 0 38 0,-3 0-9 15,3 8-16-15,-1-3 0 0,0 4 1 0,0 4 4 0,-1 1 9 16,-6 3-2-16,-2 2-6 0,2-4-13 0,-2 0 15 0,6 0-12 0,-2 0 20 15,-2 4-9-15,1 2-9 0,1-2-1 0,-2 4 5 0,0-2 2 0,0 0 20 16,0 2-6-16,1 1-10 0,1-3-2 0,1 0 5 0,2 4-5 16,-1 0-3-16,1 5 0 0,0 1-2 0,3-3-9 0,0 2 7 15,2 0-3-15,0-1 25 0,1 3-2 0,0 1-7 0,2-3-26 16,-1 2 22-16,0 2-22 0,0 2 23 0,0 0 0 0,-2 8-7 0,2-3-14 16,-2 4 3-16,-1 1-5 0,0-1 13 15,-1 2 0-15,-1 2-2 0,1 1-14 0,-3 3 20 0,-5-1-17 0,0 4 27 0,0 1-3 16,-1 6-3-16,8 2-2 0,-2 3 0 0,3-1 1 0,-1 2 2 0,-1-1 1 15,0-1-3-15,-2 1-9 0,1 0 13 0,-1 2-13 0,-1 0 11 16,1 0 1-16,0 3-4 0,2-3-3 16,0 1 2-16,1 1-2 0,-1-3 5 0,1-1 3 0,-1 1 0 15,2-1-20-15,-3-2 18 0,0-4-16 0,1-2 24 0,-2-2-4 0,0 0-7 0,0-1-13 16,0 0 9-16,-4-2-4 0,2-2 22 0,-2-1 0 0,0-1-8 0,0-1-7 16,-1-2 9-16,1-1-9 0,-1 0 1 0,-1 0 5 0,0-2 0 0,0-2-25 15,0 0 24-15,1-3-21 0,-1 0 37 16,2-1-2-16,1-2-16 0,-1 0-19 0,0 1 26 0,0-2-23 0,1 2 28 15,-2 0-4-15,0 4-8 0,-5 0-1 0,1-1-1 16,-1 1 3-16,-1-4 3 0,5 0 1 0,0 1-2 0,0-1-20 0,1 1 20 0,0-1-18 0,-2-1 28 16,2 0-9-16,-1-3-8 0,0 0 3 0,0-2-4 0,0 0 9 15,-1-2 5-15,0-1-3 0,0 0-4 0,1-2-7 0,-2 0 7 16,2 1-7-16,-2 1 8 0,0 2 0 0,-1-1-1 0,-1-1-12 16,-1-2 10-16,0-2-7 0,-1 0 17 0,-2-3-3 0,2 0-10 0,-1-4 1 15,0 2 2-15,-1-1-1 16,2 0 5-16,0-1-6 0,1 0-1 0,0-2-19 0,0-1 19 0,4 0-12 0,0 3 33 0,1 1-2 15,-1 2-12-15,-1-2-21 0,1 0 25 16,-1-3-22-16,-1-2 30 0,2-1-1 0,0 2-8 0,0-4-18 0,0 4 18 0,2-1-13 0,-1 0 31 16,2 5-2-16,0 2-12 0,1 3-20 0,0 1 21 0,-1 2-19 15,1 2 26-15,0 1-10 16,0 4-12-16,1-2-8 0,0 4 9 0,2 0 0 0,2 2 22 0,-2 0-1 0,1 2-13 0,2-1-20 0,0 3 27 16,1-1-25-16,2 2 26 15,-1-1-5-15,1 3-13 0,4-2 2 0,-1 2 0 0,0 2 2 0,1-1 5 0,1 1-1 0,-2 0-1 16,2 0-24-16,-5 1 25 15,1 0-22-15,2-1 29 0,3 0-3 0,7-2-13 0,2-3 0 16,0-2 3-16,2-2 1 0,2-1 9 0,0 1-2 0,1 1-6 0,3-1-12 16,-1 2 15-16,1-1-14 0,-4 0 14 0,-8 4-1 0,1 1-4 15,4-1-3-15,0 1 2 0,4-3 0 0,-2 1 7 0,-2 0 0 16,-3-3-5-16,1 1-9 0,-1 2 12 0,-1-1-11 0,-2 1 15 16,-3 0-6-16,0 2-4 0,-2-2 2 0,0 0-7 0,-3 0 9 15,-1 1 3-15,-2-1-2 0,-7 1 0 0,0-1-17 0,0 0 19 16,0 0-16-16,5 1 16 0,1-1-7 0,-1 0-12 0,2-1 5 0,-1 3-10 15,1-3 10-15,0 3-13 0,0-3-5 0,2 3-5 0,0-4-41 16,2 2 17-16,0 0-21 0,2-1-35 0,2-2-44 0,2 0-54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45:21.26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16369 11905 492 0,'-1'-5'61'0,"0"0"132"0,1 4-203 0,0-2 11 0,1 3-16 0,0 0 18 0,2 1 2 0,2 1-4 0,1-1-3 0,0 3 20 0,3 0-17 0,0 3 17 0,4 0-2 16,0-1-7-16,2 3-10 0,2 2 9 0,-1 2-5 0,2 4 21 16,1 2-1-16,3 0-11 0,0 1-21 0,4 1 20 0,-2 1-21 15,-5-1 23-15,-1-2-10 0,0 1-5 0,3-1-1 0,6 2-1 0,3-2 4 16,-1-2 11-16,0-2-2 0,0-1-3 0,3-1-11 0,4 0 9 15,1-2-8-15,-1 0 7 0,-1-5 0 0,-4 2-6 0,1-3-1 16,-1 0 4-16,-7-1-2 0,-2-2 4 0,-1 1-3 0,0-3-7 0,5 0-95 16,1-3-18-16,-1-1-25 0,-3 1 22 0</inkml:trace>
  <inkml:trace contextRef="#ctx0" brushRef="#br0" timeOffset="260.11">17338 11283 935 0,'-20'-12'33'15,"1"3"-42"-15,3 3 31 0,3 5-4 0,0 2-11 0,2 4-12 0,2 2 14 16,1 1-14-16,4 4 13 0,1 2-6 0,3 4-2 0,3 6 2 16,1 5-1-16,3 4 7 0,2 1 12 0,0 6-2 0,1 1-6 0,1 6-14 15,0 7 11-15,1 8-13 0,-1 5 11 0,0 3-2 0,2 1 0 16,-2 4-2-16,-1 1-3 0,0 5 5 0,0 4 10 0,-1-4-6 15,0 1 0-15,-1 0-12 0,-1-1-1 0,-1 2-6 16,-1 0 15-16,0-5-4 0,2-2-4 0,-1-4-4 0,1-2-3 0,-3-2 1 0,3 4-31 16,-2-7-22-16,1-1-26 0,1-1-92 0,-2-6-25 0,1-2-19 15</inkml:trace>
  <inkml:trace contextRef="#ctx0" brushRef="#br0" timeOffset="1095.26">29195 17602 1120 0,'-22'-1'183'0,"-3"1"494"0,0 6-687 0,0 8 12 0,0 8-15 0,6 9 17 0,0 6 1 0,-3 7-5 0,-1 5-13 0,-9 3 18 0,1 1-15 0,-1 1 24 0,3 0-1 0,-1 2-8 0,0 4-20 0,0 2 15 16,2-2-12-16,1-1 18 0,2-5-2 0,-2-6-12 0,1 1-28 0,3-5 15 15,3-2-17-15,4-2 7 0,4-7-7 0,2 0-13 0,5-1-22 16,2-2-13-16,1-4 2 0,1-3-50 0,-5-1-10 0,0-3-14 0,3-2-154 15,-1-4 195-15</inkml:trace>
  <inkml:trace contextRef="#ctx0" brushRef="#br0" timeOffset="1316.78">28426 17757 1845 0,'-2'6'55'0,"-5"0"-12"0,4 3-41 0,3 3 1 16,2 6-3-16,5 7-8 0,4 1 14 0,3 1-10 0,8 5 16 0,5 2-6 0,1 2-9 0,3 6-6 15,-2-3 9-15,3 2-1 0,3 0 18 0,0-3-5 16,4 0-7-16,2 3-17 0,2-1 10 0,2 1-10 16,6-3 12-16,2-3-17 0,2-3-12 0,3 0-48 0,-1-3-32 0,-4-1 6 0,0-4-152 15,-3 0-107-15,-4-3-77 0</inkml:trace>
  <inkml:trace contextRef="#ctx0" brushRef="#br1" timeOffset="10200.79">3277 14275 256 0,'-36'-14'0'0,"18"7"144"0,2 0-54 0,0-1 64 0,-5-2-123 0,2-1 18 0,-1-1-15 0,1 0 21 0,1-2-9 0,0 1-12 0,-1-3-9 0,0 2 3 0,-1-1 0 0,1 1 22 16,1 3-3-16,2 1-3 0,-2 1-4 0,1 1 0 0,0 2-4 0,0-1-12 16,1 2-4-16,-2 2-2 0,-1 2-25 0,0 1 11 0,-1 1-10 15,1 2 27-15,0 1-7 0,1 0-10 0,-2 2-14 0,-1 2 10 16,0 1-9-16,-1 1 15 0,-1 2-3 0,0 0-7 0,-3 2-18 0,-1 3 22 16,0-2-15-16,-1 1 33 0,3 0-3 0,1 1-14 0,1 0-7 15,2-1 7-15,0 2-7 0,2-2 12 0,1 0-5 0,1 0-2 16,1-2-7-16,-1 2 5 0,3-2 0 0,2-3 14 0,2-2-3 15,1 0-5-15,2 1-3 0,0 1 1 0,2 1-2 0,0-1 2 0,2 0-6 16,1-2-1-16,1 1-10 0,-1-1 10 0,2 1-3 0,0 2 24 16,2-2-2-16,-1 1-10 0,2 1-23 0,-1-1 24 0,1 1-20 15,1 1 32-15,-1 0-6 0,2-2-11 0,-1 3-6 0,1-1 3 0,0 2 0 16,1-2 9-16,1 1 2 0,1-2-3 0,0 2-17 16,1-1 17-16,1-1-16 0,0 1 18 0,1-1-4 0,-1 2-6 0,0 0 0 15,-1 1 2-15,0 1 2 0,1-1 7 0,0-1 0 0,0 0-5 16,1 0-2-16,-1-4 5 0,1-1-6 0,0-1-3 0,1-1 2 0,1 1-2 15,0 1-6-15,3-1 10 0,-1 0-6 0,1-2 17 16,1-1-2-16,1 0-10 0,2-1-7 0,1 1 10 0,0-1-8 0,2 1 10 16,-2 2-1-16,1-2-3 0,1 1-12 0,-2-1 12 0,-1 1-7 15,-2-4 25-15,0 2-7 0,1-1-11 0,2 2-10 0,-1 0 11 0,0 1-8 16,-1-1 15-16,-1-1-3 0,0-3-6 0,2 1-14 0,2-1 15 16,1-1-10-16,2 0 23 0,0 0-1 0,0-1-12 0,5 1-9 15,-1 0 13-15,2 0-10 0,0-2 16 0,-3 0-7 0,-7-3-5 0,0-2-15 16,-1 2 17-16,2-2-9 0,4 1 27 0,-1 0-3 0,-1 1-15 15,-2 1-8-15,2 1 11 0,0 2-10 0,0 1 11 0,0-2 0 16,-3 2-1-16,2-3-16 0,-2 3 13 0,-2-1-10 0,0 1 22 16,-2 0-3-16,-1 1-10 0,1 0-4 0,-2 1 10 0,1-2-8 0,1 1 4 15,-1 0 3-15,-5 0-5 0,-1 1-12 0,0-1 15 0,1-1-11 16,5 1 21-16,1-1 1 0,2 0-12 0,1 0-3 0,2-2 7 16,-1-1-9-16,1 1 7 0,2-2-2 0,2-1 1 0,3 1-8 0,2-1 1 15,3 1 1-15,2 1 13 0,-1 2-3 0,1 2-3 0,-1 1-11 16,-6-2 8-16,-2-3-6 0,-4 0 14 0,0 1-6 0,3 1-3 0,1-1-13 15,-3 2 10-15,0 0-5 0,-3 0 21 0,-1 3 1 0,2-1-8 16,1 1-14-16,1 2 13 0,1-1-13 0,-1 1 14 0,-1 0-2 16,-1 2 0-16,3 0-7 0,-2 0-1 0,3 0 2 0,1-1 10 15,-2-1 1-15,-5-2-3 0,2 0-12 0,-2 0 12 0,2-2-12 16,5 0 9-16,-1-1-2 0,-1-1-4 0,-1-2 3 16,4 1-1-16,2 0 3 0,1 2 5 0,-1-1 0 0,0 0-3 0,2 2-5 15,0 2 8-15,-1 2-7 0,0 0 1 0,-2 0-2 0,-7-2-3 0,-2 1 2 16,0-1-2-16,2 0 3 0,4 1 8 0,-2 0 0 15,0 1-3-15,-2 0-6 0,2 1 7 0,0-1-7 0,2 0 7 0,1 3-3 16,3-3-1-16,0 0 0 0,1 2-6 0,2-3 7 0,-2 1 3 0,1-1-1 16,-4-2 3-16,-5 1-7 0,0 1 7 0,-1-3-8 0,2 1 0 15,4 1 3-15,0-2-1 0,0 1-16 0,0 0 16 0,1 1-14 0,3-1 31 16,-1-1-6-16,2 1-9 0,1 0-2 0,-1 1 0 16,2 1 0-16,-1 1 0 0,-3-1-2 0,-8 0-2 0,-2-2 4 0,-1-1-5 15,3 1 8-15,3 0 2 0,-1 1-1 0,0 1 0 0,-2-3-19 16,1 3 21-16,2-2-18 0,2 1 25 0,1-1-6 0,2 1-9 0,1-2-2 15,2 1 0-15,0-2 3 0,0 0 7 0,-2 0-2 0,-7 0-3 16,2 0-6-16,-1-2 9 0,3 0-8 0,4-1 9 0,-1 1-4 16,0-1-4-16,3-1 5 0,0 2-5 0,4-1 6 0,-2 1-1 0,0-1 2 15,-1 2 2-15,1-1-13 0,-2 1 18 0,-6 0-17 0,-2 0 14 16,-1-1-3-16,1 1-8 0,7-2-9 0,-2 3 15 0,1-2-7 16,0 2 27-16,2 1 0 15,2 0-9-15,2 2-29 0,0-3 29 0,-2 0-29 0,1-3 28 0,-4 2 0 0,-7 0-11 0,2-2-7 16,0 1 5-16,3 0-3 0,3 0 18 0,0-2-4 0,-1 1-6 0,4 0-24 15,3-2 26-15,0 1-20 0,1-1 32 0,0-1-7 0,-2 1-16 0,0-1-5 16,-7 1 9-16,-2-2-4 16,1 1 16-16,-3 1-3 0,6-2-7 0,-1 2-9 15,1 2 12-15,1-4-9 0,1 3 14 0,-1 0-8 0,1 1-5 0,0 1 6 0,0 0-3 16,-2 0 10-16,-6 1 9 0,-3 1-1 0,0 0-6 0,2-1-13 0,6 2 12 0,0 3-12 0,-1-1 12 16,1 0-3-16,-2 0-4 0,2-3-5 0,2 1 1 15,-1 1 0-15,1-2 16 0,-2 0-7 0,0 0-5 16,-7 0-13-16,-1 0 9 0,-2 0-6 0,1 0 16 15,3 0-2-15,2 1-5 0,-1-1-8 0,-1 0 1 0,1 0-1 0,0 0 10 0,2-1 2 0,-1 1-3 0,1-2-10 16,2 1 10-16,0 0-9 0,0-1 10 0,-1 1-3 0,-3-1-4 16,-3 2 3-16,-2-2-4 0,1 2 6 0,0-1 2 0,3 1 0 15,-1-1 0-15,-2 1-15 0,0-2 12 0,2 2-11 0,0-1 17 16,1 1-4-16,0-1-4 0,2 1-11 0,0-1 10 0,-1 1-6 0,3 0 22 16,-3 0-4-1,-7-2-6-15,0 0-20 0,-1 1 16 0,0-2-12 0,5 2 28 16,1-1-5-16,-2 1-10 0,2 1-4 0,-2 1-1 0,4 2 2 0,-1 1 20 0,1-2 8 0,0 0 9 0,1-2-34 15,2 1 23-15,-2 0-26 16,4 0 20-16,-4 1-5 0,0 0-13 0,-3 0-12 0,-1 4 9 0,3-1-6 0,2 2 25 0,4-5-4 0,-2-1-4 16,2 1-16-16,-1-2 9 15,2 0-7-15,-2-2 15 0,1 0 0 0,-1 1-7 0,2 1-19 16,0-2 19-16,-2 2-16 0,-6-2 30 0,-5-3-3 0,2-3-9 16,1-1-6-16,3 0 2 0,-1-3-1 0,-2 2 9 0,-3-1-10 15,-1-2-8-15,-1 0 12 0,-1-1-2 0,-1 1 10 0,0-2-2 0,-3 1-1 0,0 1-4 0,-3 1-17 0,-1 0 23 16,-5 3-16-16,1 0 37 0,-3 0-8 0,-2 1-12 0,-1-5 4 15,-2 0 0-15,0 1 1 0,-2-2-2 0,-1 1 0 0,-3-3-6 0,-1 1-10 16,-2-2 13-16,0 1-11 0,-1-1 19 0,-1-1-11 0,-2 0-8 16,-2-1-13-16,0 0 18 0,0 1-9 0,-1 0 23 0,0 0-3 15,-1 1-13-15,-2 0-9 0,-1-3 15 0,-1 2-12 0,-2-2 16 0,0 2-2 16,-2-1-10-16,-1 0-10 0,0 1 16 0,4 1-12 0,-3 4 17 16,-2 0-2-16,-2 3-11 15,-7-1-10-15,0-3 11 0,-1 1-8 0,-2 0 15 16,0 1-3-16,-3 3-4 0,-3-2-15 0,-1 2 12 0,1 0-7 0,1 0 27 0,-1 1-7 0,-2 2-4 0,-4 0-16 0,-6 0 7 15,4 1-5 1,-1 1 18-16,2 1-7 0,0-1-7 0,-2 0 7 16,1 0-1-16,0 2 5 0,-2-2-5 0,1 1-2 0,0 1-1 0,-1-1-6 0,0-1 7 15,1 2-4-15,2 0 11 0,2-1 0 0,-1 0-3 0,-3 0-12 16,-2 0 5-16,-1 0-6 0,1 0 14 0,3 2-2 16,-1-1-2-16,0-1-15 0,1 0 14 0,-3 1-11 0,0-2 22 0,0 2-1 15,-2-4-7-15,0 0-14 0,0 0 11 0,2-2-9 0,-3 4 13 16,4 0 1-16,-1 3-5 0,-3 1-8 0,-3 0 14 0,1 0-11 15,3 0 13-15,2 0-2 0,1 1-6 0,-2-1-12 0,-3-1 15 16,2 0-11-16,-3-1 14 0,1 1 1 0,4 0-10 0,-2-3-7 16,0 0 12-16,0-2-10 0,2-1 16 0,2-2-3 0,0 2-4 0,-4-4-2 15,-3 2 1-15,4-1 0 0,0 0 0 0,3 0 5 0,-1 0-4 16,-1 1-9-16,0-2 14 0,-2 2-13 0,1 0 17 0,1 4-4 16,1 0-6-16,-2-1-3 0,-1 2 4 0,5-2-1 0,-4-1-1 15,3 2 5-15,-2 0-6 0,-4 1-2 0,3 0 11 0,6 2-10 16,-2-2 9-16,5 1-3 0,-3-1-3 0,-3-1-11 0,1 4 9 0,-2-2-6 15,0 2 17-15,3 0-1 0,2-4-6 0,0 0-11 0,-1-1 10 16,3 0-10-16,-2 1 16 0,0 1 4 0,-1 0-2 0,-6-1-28 16,-2 3 19-16,1-2-20 0,2 1 37 0,3 3-6 0,1-1-7 0,-5 1-10 15,-2 0 6-15,-2 1-3 0,0-1 9 0,-1 1-1 0,3 1-6 16,1 2-11-16,2-2 13 0,1 3-9 0,-2 0 13 0,0 1 5 16,0 1-10-16,-2 0-18 0,1 0 28 0,6 1-25 0,-1-2 30 0,5 2-1 15,0 0-10-15,1-1-16 0,-1 5 12 0,0-1-12 16,-2 1 17-16,0 1 0 0,3 0-5 0,-1-3-8 0,5-1 11 0,-1 0-7 15,2-3 14-15,4-2-5 0,1 0-9 0,-1-4 1 0,-1 0-1 16,-3-4 4-16,-3 0 2 0,5-1 2 0,0 1 1 0,2-2-10 16,2 1 10-16,1-2-9 0,1 0 11 0,0-1-6 0,0 0-6 15,5-1-9-15,-1 2 13 0,-4-1-7 0,0 0 23 0,-4 1-6 16,2 1-8-16,1 1-15 0,1 0 13 0,1 1-10 0,3 1 17 0,3-3 0 16,2 4-7-16,1 2-17 0,0 0-3 0,1 0-6 0,2 1-35 15,2-1-10-15,3 1-12 0,3 1-66 0,-1-1-27 0,4 3-15 0,0 0-227 16,0-2 252-16,0 3-46 0</inkml:trace>
  <inkml:trace contextRef="#ctx0" brushRef="#br1" timeOffset="26608.48">2365 13627 372 0,'-15'-13'85'0,"2"4"93"0,0 3-106 0,2 1-24 0,1 2-10 0,1 1-9 0,0 0 2 0,1 1-1 0,-1 0-13 16,0-1 13-16,0 2-15 0,-1 0 11 0,-1 0-9 16,1 2-4-16,-2 0-13 0,0 2 1 0,0-1 0 0,0 3 19 0,-3-1-7 0,0 2-8 15,0 2-12-15,-3 0 17 0,0 0-13 0,-1 2 20 16,1 2-2-16,0 0-8 0,0 1-20 0,0 1 16 0,2 2-12 0,2 3 28 15,0 2-1-15,1 1-13 0,0 6-23 0,1 2 25 0,1 0-23 16,-2 4 26-16,2-1-1 16,-2 1-12-16,-3 4 2 0,-1 2 1 0,-1 3 0 0,1 3 1 0,4 2 3 15,-2 1-1-15,-1 4-16 0,-2-3 20 0,-1 1-18 0,1 1 24 0,0-5-3 0,3 4-7 0,-1 3-2 0,1-2 0 32,3 4 1-32,2-3 1 0,1-6 4 0,2 0-3 0,0-1-14 0,4-2 16 0,0 2-16 0,3-1 17 0,1 0-4 0,2 2-6 0,3 0 5 15,2 3-5 1,2-3 7-16,1 4 0 0,0-3-1 0,2 2-2 0,2 4-16 15,2 2 17-15,1 0-14 0,0 1 27 0,-1-2-6 0,0-1-6 16,-1 2 1-16,-2-2 6 0,0-3 2 0,-1-2 27 0,2-1-4 0,0-1-4 0,1 2-16 0,0 1 15 0,-3 2-12 16,-1-2 20-16,-3-2-9 0,-1-2-7 0,1-2-14 0,-1 0 5 15,1 1-3 1,3 0 18-16,0-1-8 0,-1-2-6 0,0 0-7 0,1-8 12 16,-1-6-8-16,2-3 14 0,3-6-8 0,1-2-11 0,2-1 5 0,3 1-2 15,2 2 4-15,3-2 3 0,0-3 4 0,1-6 0 0,2-3-22 16,1-3 21-16,1-3-20 0,3 0 19 0,1 0-3 0,2 2-14 15,4 1-13-15,1-1 13 0,5 1-9 0,3-3 27 0,1 1-23 16,3 1-15-16,7 0-87 0,-2 1-34 0,1-1-12 0,5 0-271 0,-1 3 261 16,3 0-55-16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46:03.50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14042 5692 456 0,'-2'-6'73'0,"-2"-2"-48"0,2 2-28 0,2 2 3 0,2 0 14 0,0 1-2 0,0 0-3 0,1-1-8 0,1 1 19 0,-1-1-9 0,1 0 37 0,-1 3-6 0,3-3-16 16,-1 2-24-16,1 0 24 0,-1 1-25 0,1 1 16 0,0 0-2 16,-2 0-9-16,3 0 5 0,0 1 10 0,-1-1-1 0,3 3 29 15,1 0-4-15,1-1-10 0,0 1-35 0,1 2 26 0,-1-1-27 16,-3 0 29-16,0 1-2 0,2-3-7 0,5 3-11 0,5-2 7 16,2-1-6-16,2 2 15 0,-2-2-3 0,1-2-7 0,-1 1-9 15,1-1 4-15,2 1-6 0,-1 0 3 0,1 1-1 0,0-1 3 0,0 0-22 16,1 1 21-16,1-1-15 0,2 0 34 0,0 2-2 0,-4-1-16 0,3-1-7 15,-7 1 15-15,-1-1-15 0,3 2 15 0,1-2-6 16,5 0-5-16,3 0-1 0,-2-1 3 0,0 0 1 0,3 0 8 0,1 0-2 16,1 0-10-16,5 0-2 0,1 2 3 0,1-1-4 0,-2 0 5 15,-6-1-4-15,0 2-1 0,2-2 1 0,2 0-2 0,4 0 5 16,-1 0 2-16,-1 0 0 0,1 0-5 0,6 1-20 0,2 0 29 16,1 0-23-16,-3 1 35 0,-8-1-8 0,2-1-15 0,0 0-10 15,3-3 9-15,7 1-5 0,0-2 16 0,1 1 2 0,3 2-9 0,4-3-13 16,-1 2 18-16,-6-1-17 0,1-1 24 0,-5 1-5 0,3 0-6 0,6-1-11 15,1 2 12-15,2 2-6 0,2-2 24 0,-5 2 1 0,-2-2-9 16,-1-1-15-16,-2 1 15 0,3 0-17 0,3 0 9 0,2 0 2 16,4 2-3-16,1 0-3 0,-5-1-2 0,1 1 2 0,-4-2 4 15,2 2 1-15,4-3-2 0,7 2-9 0,5 1 8 0,-2-1-9 0,-4-1 8 16,-5 0 0-16,-2-1 3 0,6 1-21 0,8-1 13 0,3 2-12 16,0-1 28-16,-6 1-2 0,-1-3-5 0,1 2-14 15,3 0 8-15,6 1-9 0,0 1 8 0,-8 0 3 0,-1 0 0 0,-2 0-22 16,0 0 17-16,5 0-16 0,2 0 34 0,-5 1-2 0,-6-1-11 0,0 0-6 15,-5 0 6-15,2 0-6 0,3 0 3 0,2 0 1 0,1 0 0 16,-4 0-2-16,0 2 3 0,-3-2 1 0,-1 0 25 0,3 1-3 16,3 0-1-16,8 2-31 0,-2-1 21 0,-1 1-19 0,-4-2 26 15,-4 1-9-15,5-1-14 0,10 0-11 0,0 0 13 0,-2-1-7 0,1 2 19 16,-8-2-1-16,0 0-7 0,12 0-8 16,-1 0 5-16,-1 1-4 0,-4 0 7 0,-7-1-3 0,-4 0-2 0,3 0-16 0,3 2 16 15,2 0-8-15,-2 1 19 0,-5-2 3 0,-3 0-12 0,0 0-16 16,0-1 22-16,3 2-17 0,1 2 30 0,0-3 3 0,-3 3-9 0,-1-2-13 15,-4-2 23-15,-1 2-21 0,-1-2 25 0,0 0-4 16,4 1-11-16,5 0-11 0,-8 2 16 0,1-2-15 0,-2-1 15 16,-3 0 2-16,3 0-8 0,0 0-24 0,0 0 23 0,2 0-21 0,-2 1 28 0,-9 1-2 15,-2-2-12-15,-2 0-17 0,-2 0 18 16,2 0-16-16,-6-2 21 0,-4 2 0 0,0-1-8 0,-3 1-12 16,0 0 9-16,-2 0-9 0,-5 0 19 0,-3 0-1 0,-1 0-5 0,-6 0-22 15,-1 0 23-15,-4 0-19 0,-2 0 27 0,-4 0-2 0,0 1-9 16,-1-1-25-16,-1 2-7 0,-1-2-6 0,1 1-39 0,-1 3-5 0,0-1-11 15,1 5-48-15,-2 1-27 0,-3 3-11 0,-3-1 16 0</inkml:trace>
  <inkml:trace contextRef="#ctx0" brushRef="#br0" timeOffset="17462.18">25565 5788 217 0,'0'-9'340'0,"-2"4"-192"0,-2 2 214 0,2 1-269 0,-4 1-57 0,1 1-25 0,0 1 62 0,1 1-10 0,-1 1-20 0,1 2-5 0,-1 0 26 0,2 2-26 16,0 2 38-16,0 0-12 0,1 2-16 0,1 4-26 0,0 1 15 15,1 3-21-15,0 7 36 0,1 3-8 0,0 6-11 0,1 7-22 16,-2 1 14-16,1 1-19 0,-1 3 22 0,0-3-8 15,0 1-9-15,0 8-9 0,0 0 9 0,0 1-8 0,0 7 12 16,3-6 1-16,0-4-8 0,1 8-8 0,3-4 18 0,-1 0-18 16,3 9 15-16,-1-2-1 0,1-2-8 0,0 4-6 0,-6-8 8 15,-1 2-8-15,1 0 16 0,-3-1-4 0,4 5-6 0,0 2-8 16,1-2 5-16,-1 2-3 0,0-5 10 0,-2-2-1 0,-1-2-4 0,-1 4-18 16,1-1 18-16,0 5-15 0,1-1 22 0,1-3 3 0,-2-4-13 15,0-2-2-15,-1 1 13 0,0 0-13 0,0 1 11 0,1 3-8 16,2 0-4-16,0 4-3 0,0-2 8 0,1-6-3 0,-3 0 7 0,0-7 1 15,0 2-9-15,-1 7-4 0,0 0 8 0,0-1-7 0,1 0 10 16,1-2-2-16,0-1-5 0,-2 1 0 0,-3 1 6 0,1-4-4 16,-1-2 4-16,-1 0-3 0,2-1-3 0,1 0-2 0,0-2 3 15,-1-4-1-15,-1-2 2 0,1-6-2 0,0-1-3 0,1 2-12 16,0-2 17-16,-2 4-9 0,3-3 27 0,0 1-4 0,0-3-11 0,3 2-13 16,0-2 8-16,3 1-7 0,0-2 17 0,1-2-4 15,2-2-4-15,1 1-2 0,1 0 0 0,-1-4 0 0,2 1 1 0,-2-3 1 0,1 0-1 16,3 2-7-16,-1 1 10 0,3-1-8 15,2-4 14-15,0-1-1 0,3 0-8 0,4 1-1 0,5-1 6 0,3-2-4 16,4 0 14-16,1-3 0 0,2 1-4 0,2-2-12 0,-5 0 26 0,2-3-18 16,0-1 31-16,2-3-11 0,8-1-19 0,6-3-12 0,5 1 12 15,4 0-9-15,1-2 15 0,-9 0 2 0,2-2-4 0,1 0-16 0,4-5 23 16,8-2-16-16,4-3 49 0,2-2-14 0,-4-3-10 0,5-4-24 16,-1-2 8-16,4 2-7 0,12-2 16 0,-1-2-5 0,-2 4-3 0,1-5-23 15,0-1 12-15,5 0-10 0,5 0 22 0,-6 5-2 16,94-25-9-16,-195 47 1 0,213-49-7 0,-108 26 4 0,-6-1 1 15,-1 1 0-15,4-1-12 0,8 5 13 0,-10-1-10 0,-1 1 18 0,-7 0-4 16,0 0-7-16,11 0-14 0,-5-1 16 0,-6 2-11 16,-4-1 20-16,-10 1-1 0,2-1-10 0,7 0-17 0,0 1 21 15,-5 3-17-15,-5 0 26 0,-9 5-5 0,-6 3-10 0,3 1-8 0,2 0 14 16,2 0-9-16,-1-1 11 0,-7 1-1 0,-10-2-12 0,-6 2-20 0,-4 1-9 16,-4 0-5-16,1-2-57 0,-5 5-16 0,-4-5-18 0,-2 3-95 15,-3-2-101-15,-3-1-11 0,-5-3-84 0</inkml:trace>
  <inkml:trace contextRef="#ctx0" brushRef="#br0" timeOffset="18521.28">25567 9261 791 0,'1'2'212'0,"-1"0"-147"0,0 1 72 15,0 1-74-15,-4-3 29 0,0 0-40 0,2 2 23 0,1-2-24 0,1-1-30 0,0 1-21 0,0 1 4 0,1 0-5 0,2 1 33 16,0-1 2-16,1 0-4 0,0 1 0 0,0 0 12 0,-4 0-15 16,0 0 8-16,0 1-8 0,0-1-9 0,3-1 11 0,2 0 17 15,0-2-9-15,2-2 20 0,-1 0-12 0,1-1-22 0,0-1-12 16,2-1 23-16,2-1-22 0,1-2 33 0,0-1-14 16,2-1-16-16,0-2-7 0,1 1 6 0,-2-2-4 0,4-1 19 15,0 0-7-15,1 0-6 0,2-3 2 0,2-1-1 0,2-1 3 16,2-1 0-16,2-3-5 0,0 1-6 0,3-3-11 0,0-1 8 15,3 0-7-15,-1-2 16 0,-7-2-4 0,1 2-2 0,4-5-9 16,-1 0 3-16,8-1-2 0,2 0 14 0,2-1-1 0,3 2-3 0,4-3-9 16,2-1 4-16,2 1-6 0,-4-1 4 0,-6 2-1 0,-2 1 0 15,1-5-9-15,0 1 14 0,9-4-8 0,2-2 25 0,1 5-10 16,4-4-13-16,2 0-9 0,-8-1 9 0,1-3-5 0,-1-2 18 0,-5 2-4 16,8 1-7-16,4-3-13 0,4-1 9 0,6 2-8 0,-3 0 19 15,-10 3-1-15,-1 1-7 0,-1-4-12 0,1-2 13 0,7 3-10 0,0 0 19 16,1 0-1-16,0 4-9 0,-4-6-3 0,-5 3 3 15,-2 0 7-15,-2-3 8 0,1 2 0 0,4-2-12 0,3-3-5 16,3 2 10-16,-1-2-8 0,-2-1 10 0,-8 1-1 0,1 2-6 0,0-3-19 16,5 1 17-16,7-1-15 0,0-1 29 0,0 4-5 0,-2 2-11 0,-8-2-3 15,0 1 1-15,-1 2-1 0,0 3 6 0,4 5-1 0,-2 1-2 16,0-1-4-16,0 0 2 0,-3 1-1 0,-4 3 6 0,-12 2-2 16,-3 0-3-16,-2 1-8 0,-2-1 12 0,6-1-8 0,-2 4 16 15,-2 3-3-15,-2 0-8 0,0 2-7 0,-1 2 7 0,-2-1-5 0,-2 4 8 16,-4-1 2-16,-1 2-3 0,-2 0-13 0,-3 2 14 0,1 0-12 15,-3 5 19-15,-2 0-3 0,-2 2-5 0,-2 3-20 0,0 4 17 16,-3-1-13-16,0 1 26 0,-2-1-13 0,1 3-18 0,-1 0-67 0,0 1-11 16,0 0-17-16,0 0-116 0,0 2-69 0,0 2-59 0</inkml:trace>
  <inkml:trace contextRef="#ctx0" brushRef="#br0" timeOffset="22629.34">27050 6607 256 0,'0'-3'3'0,"0"1"79"0,0-2 15 0,-1 2 23 0,1-1-35 0,-1 1 23 0,0-1-44 0,1-1 25 0,2 2-12 0,2-1-13 0,-2-1-28 0,2 3 24 0,-5-1-28 16,1-1 41-16,-1 3-10 0,0-1-19 0,0-1-9 16,-1 4 20-16,1-2-23 0,-2 2 24 0,2-2-8 0,-1-1-11 15,0 2-6-15,-2-1 3 0,1 3-8 0,-2-1 7 0,1 4-6 16,-1-3-9-16,0 4-25 0,0-1 19 0,1 2-21 0,-1 2 24 15,2 0 0-15,0 3-8 0,-1-1-4 0,1 0 1 0,0-1-3 16,0-1-4-16,2-2 7 0,1-2-5 0,0 0-9 16,1-2 19-16,0-1-20 0,2-1 21 0,0-2-3 0,-1 2-4 0,2-2-1 15,-1 0 0-15,3 0 0 0,-1-2 0 0,2 0 2 0,1-2-3 16,0 0-11-16,0-2 15 0,1 1-12 0,-6 0 23 0,0-3-8 16,1 0-11-16,0-1-14 0,4-1 21 0,0-2-12 0,-1 3 25 0,-2 1-3 15,1 0-15-15,-3 1-14 0,1 2 23 0,-3-1-15 0,-1 3 31 16,-1-2-12-16,-2 3-15 0,0 0 4 0,-2 1-3 15,0 1 7-15,-1 1 3 0,1 1-3 0,-2 2-4 0,0-1-9 0,2 5 11 16,-2 0-9-16,6-1 12 0,0 2-4 0,-1 0-7 0,1 0-6 16,-4 2 10-16,-1-3-5 0,2 0 22 0,0-1-8 0,1-1-7 0,2-2-16 15,0 0 15-15,1-2-9 0,0 0 21 0,1-2 0 0,1 1-10 0,-1-1-5 16,1 0 11-16,2 0-10 0,-2-1 5 0,1-1 3 0,1-2-7 16,-1 1-11-16,0 0 15 0,0-1-10 0,0 0 26 0,-2 0-11 15,0 1-11-15,0-1 3 0,1-1 0 0,-1 1 4 0,0-1 2 16,-1 1 2-16,0 0-3 0,-1 1-14 0,0 0 15 0,-1 0-14 15,1 0 15-15,-1 1 3 0,0-1-5 0,-2 2-27 0,1 0 21 0,1 0-21 16,0 1 12-16,0 0-57 0,1 2-43 0,0 2-312 0,-2 4 267 16</inkml:trace>
  <inkml:trace contextRef="#ctx0" brushRef="#br0" timeOffset="23733.87">27048 6778 308 0,'-1'-3'132'0,"-1"1"48"0,2-1-62 0,0 0 6 0,-1 2-30 0,1-1-43 0,0 0-27 0,0 0 28 0,0 1-27 0,0 1 55 0,0-2-7 16,-1 2-26-16,1 0-5 0,-3 0 16 0,2 0-24 0,0 0 5 15,0 0-6-15,-1 2-6 0,-1-2-8 0,2 1 11 0,-1 1-9 16,0 1 16-16,-2-1 0 0,1 1-17 0,-1 1-4 16,-2 0 16-16,0 2-21 0,0 1-4 0,0-1 5 0,0 2-2 15,-1-1-15-15,-1 1 13 0,-1 0-15 0,-1 1 28 0,1 0-1 16,0-2-8-16,0 2-21 0,0 0 27 0,2-1-27 0,0 0 36 15,2-1-4-15,0 0-11 0,1-1-10 16,0 0 7-16,1 1-9 0,0-3 5 0,1 2 1 0,0-2-4 16,1 2-7-16,0-2 8 0,1 3-6 0,-1-4 8 0,1 1-1 0,0-1-6 15,1 2-17-15,0-1 20 0,0 0-13 0,0-1 33 0,0 1-4 0,1-1-10 16,0-1-16-16,-1 1 9 0,1 0-8 0,0-1 14 0,-1 1 2 16,2-3-5-16,-2 1-7 0,1 0 13 0,0 0-10 0,1 1 19 0,-1-1-3 15,1-1-9-15,1 1-6 0,0 1 9 0,1-2-9 0,-2 1 10 16,1-1 1-16,1 1-2 0,1 0-12 0,-2 2 10 15,-1-2-9-15,2 1 8 0,-3 0 5 0,0 2-9 0,1-1-3 16,-2-1 7-16,1 2-7 0,-1 0 8 0,-1 2 4 0,1-1-3 0,-1 2-15 0,-1 0 20 0,0-2-17 16,0 1 20-16,0-1-1 0,-2 1-13 0,1 4-3 0,-1 2 6 15,0-1-6-15,-1 1 9 0,1 1-1 0,1-3-2 0,-2-1-9 16,2 0 4-16,0-1-4 0,-2 1 11 16,3-2 0-16,-1 0-1 0,1-1-23 0,0-2 22 15,0 1-19-15,1-1 31 0,0-2-4 0,0 2-13 0,0-2-17 16,0-1 21-16,1 1-16 0,0 0 24 0,0-2 0 0,1 1-13 0,0-1-13 15,2 0 19-15,0 0-13 0,1 0 25 0,0 0-4 0,1-1-11 0,1 1-13 16,1 0 15-16,1-2-12 0,0 2 15 0,0 0 1 16,-2 0-8-16,2 2-8 0,2-1 13 0,-3 1-11 0,1 0 16 0,-1 0-4 0,-1 1-5 0,0-1-12 0,-6 1 11 15,0 2-7-15,-1-1 21 0,0 2-3 0,2 2-10 0,1 2 0 16,-2 1 1-16,0-1 0 0,0 1 13 0,-1 1 0 0,0 1 1 0,-1-2-10 16,-1 2 6-16,-1 0-5 0,0 1 11 15,-2-1-7-15,5 3-2 0,0 1-16 0,-1 0 9 0,0 0-5 0,-6 3 17 16,0-1-2-16,-1 0-8 0,-1-1-8 0,0 0 7 0,1-1-5 15,0 1 9-15,2 1-1 0,1-1-6 0,-1 1-7 0,2-1 11 0,-1-3-9 16,3 0 11-16,1 1 3 0,1-3-5 0,0 1-19 0,3 1 18 16,1 0-17-16,0 2 26 0,2-4-3 0,-2 1-9 0,4-2-17 0,0-4 19 15,0 3-14-15,2-1 27 0,-1 0-4 0,1 2-12 0,0-2-13 0,-1 0 15 32,-6-2-9-32,2-3 25 0,-2 0-5 0,1-1-12 0,5-1-14 0,0-1 11 15,1-1-10-15,0-1 3 0,1 0-34 0,0-2-30 0,3-2-176 0,-1-1-174 0,1-2-2 0</inkml:trace>
  <inkml:trace contextRef="#ctx0" brushRef="#br0" timeOffset="24783.69">26360 7231 401 0,'-4'-4'126'0,"0"2"217"0,2-2-172 0,-2 1-31 0,3 1-33 0,-1 2-63 0,1-3 26 0,0 2-43 0,1-2 37 0,-1 2-14 0,1 0-19 0,0 1-13 16,-2-2 7-16,2 1-10 0,-1 1 17 0,1 0 2 0,0 0-5 15,0 0-11-15,0 0 30 0,0 0-30 0,0 0 40 16,0 0-4-16,-1 0-17 0,0 0-19 0,-2 1 16 0,1 1-22 16,0-2 17-16,0 2-4 0,1-1-12 0,-1 1-16 0,0 0 15 15,-1 0-15-15,1-2 28 0,1 1-12 0,0 0-13 0,0 0 1 16,0 1 3-16,-1-1 0 0,1 0 4 0,0 1-2 15,0-2-4-15,0 1-13 0,0 1 17 0,-1 1-14 0,-1-1 26 0,0 2-7 16,-2 1-8-16,0 2-13 0,-1-1 12 0,1 1-7 0,-2 2 19 16,1 0-1-16,1-2-7 0,-1 1-8 0,2 0 4 0,-1-1-4 15,1 1 6-15,0-2 0 0,2 2-3 0,-1-2-7 0,0 0 6 0,2 0-5 16,-1-1 15-16,1 0-4 16,0 0-3-16,0 0-9 0,-1 1 6 0,1-1-4 0,0 1 9 0,0-2-1 0,1 4-2 0,-1-2-17 15,1 0 19-15,0 2-15 0,-1 1 20 0,1-3 1 0,0 3-14 0,0-2-8 16,1-1 18-16,-1 2-13 0,1 0 20 0,0-2-8 0,0-2-9 15,2 2-5-15,-1-2 10 16,0 0-4-16,0 0 8 0,1-2 2 0,0 1-8 0,0-2-13 0,1 0 22 16,0-1-18-16,1-1 26 0,0-1 0 0,1-1-7 0,1-1-9 0,2-1 16 0,0-1-13 0,1-1 21 15,0 0-2-15,0-4-14 0,0 2-9 16,0 0 11-16,0 0-10 0,0 1 12 0,-1-1-6 0,1 0-8 16,-1 2-3-16,-1 2 10 0,-2-1-5 0,-2 2 10 0,1 0-2 0,-3 1-8 0,0 2-2 15,-1 0 5-15,-1 1-3 0,0-1 13 0,0 1-2 0,0 0-2 0,-1 2-16 16,-1-1 12-16,-1 3-9 0,-1 1 14 0,-1 2-2 0,-1 0-10 15,-2 4-1-15,0 0 3 0,-1 1 0 0,0 2 2 0,2-1 5 16,-1 1-1-16,-1 0-18 0,1 2 12 16,0 1-12-16,1-2 19 0,1-3 0 0,0-3-4 0,1-1-20 15,1-3 21-15,2 4-18 0,1-2 30 0,1 0-6 0,0-2-12 0,2 0-14 0,1-1 16 0,1 1-11 16,0-2 26-16,1-2-6 0,-1 1-10 0,2 1-13 0,-1-2 14 0,1 1-7 16,0-1 29-16,-1-1-5 15,2 0-9-15,0 0-12 0,0 0 8 0,1 0-6 0,0 0 10 0,0 0-1 0,0-1-5 0,0-1-15 16,0 0 18-16,-1-2-12 15,2 1 27-15,0-2-8 0,0 0-12 0,0-1-9 0,0-1 10 16,2 2-4-16,-1 0 14 0,-1 0-3 0,0 0-8 0,-2 0-12 0,0 0-9 16,1-1-5-16,-1 1-78 0,0 0-29 0,-1 3-29 0,1-1-212 15,-1 0-158-15,-3 2-20 0</inkml:trace>
  <inkml:trace contextRef="#ctx0" brushRef="#br0" timeOffset="24940.5">26653 7431 1341 0,'-1'2'221'0,"0"1"72"0,1 1-178 0,0 2-22 0,2 0-26 0,0 2-34 0,2 0-33 0,0-2 12 0,-1 1-16 0,1 0 24 0,0 1-5 0,0 0-8 16,0 2-13-16,2-1 5 0,-1-1-8 0,3 0-30 16,-2-2-117-1,-1 0-48-15</inkml:trace>
  <inkml:trace contextRef="#ctx0" brushRef="#br0" timeOffset="26327.12">28452 8497 256 0,'-11'-19'39'0,"4"10"584"0,0 0-238 0,2 1 30 0,-2-1-328 0,2 2 14 0,0 0-35 0,0 1 16 0,1 2-13 0,-1 0-16 0,1 2-30 0,-1 2 13 0,1-2-21 0,-1 2 8 16,2 0-6-16,0 2-13 0,0 1-15 0,0 3 10 0,1 1-12 0,-1 1 25 15,1 0-5-15,1-1-5 0,0 2-14 0,0 0 11 16,1-1-10-16,0 0 24 0,1-2-3 0,0-2-10 0,1 0-11 16,1-1 10-16,0-3-11 15,1 2 25-15,1-2-8 0,1 0-5 0,-1 1-12 0,2-4 12 0,-2 1-8 0,2-3 23 0,0 1 0 16,-1-1-10-16,-2 1-19 0,-1-1 21 0,1 2-19 0,-3 1 31 15,1-1-4-15,-2 2-9 0,0 0-4 0,0 1 14 0,-1-2-9 16,-1 1 24-16,-2 0-7 0,1 0-10 0,0-1-26 0,-2 2 18 16,0 0-16-16,0 2 23 0,1 0-2 0,-2 1-11 0,1 0-8 0,0 3 7 15,-1 1-7-15,2-2 13 0,-1 2-1 0,2-1-4 16,-2-1-9-16,2 0 9 0,1-1-8 0,0-1 4 0,-1-2-16 0,2 0-16 0,0 3-64 16,0-1-32-16,1-1-8 0,1-2-222 0,0 2-142 0,1 0-110 15</inkml:trace>
  <inkml:trace contextRef="#ctx0" brushRef="#br0" timeOffset="27766.64">28282 7245 475 0,'-6'0'-156'0,"1"0"324"0,-1-1-15 0,3 1-38 0,0 0-34 0,-1 0 19 0,1-2-41 0,1 2 14 0,-1-1-8 0,1 1-13 0,2-2-27 0,-1 2 17 16,1-2-25-16,0 0 27 16,1 0-10-16,0 2-14 0,0-1-15 0,2-1 23 0,-2 0-22 0,0 1 32 0,0 0-5 15,0 0-12-15,0 1-3 0,2-2 9 0,-1 1-11 0,0 0 23 16,1-1-10-16,2 0-3 0,2 1-16 0,1-2 12 0,1-1-11 16,2 2 24-16,0-2-13 0,2 0-11 0,2 1-10 0,2-3 20 15,0 2-15-15,2-2 27 0,0 2-8 0,1-3-16 0,0 4-1 16,1 0 1-16,-1 1-3 0,0-1 6 0,-2 0-1 0,-8 2-1 15,0 0-10-15,-3 1 6 0,0 1-6 0,2 2 1 0,-3-1 7 16,0 1-8-16,-3 1-4 0,1 1 17 0,-4 2-15 0,0 1 21 16,-3 1-5-16,-1 1-6 0,-2 1-10 15,0 1 9-15,-2 1-6 0,-1 0 16 0,-1 0-6 0,4 0-9 0,-1 1-15 0,-1 0 20 0,1 0-14 16,-7-1 29-16,1-1-3 0,1 0-13 0,2-1-22 0,1-2 12 16,1 0-11-16,1 2 34 0,1-4-9 0,2 1-3 0,0-2-15 0,3 1 8 15,-1-1-4-15,1-2 8 0,1 0 0 0,0-2-8 0,0 1-2 16,1 0 1-16,0-1 0 0,1-1 9 0,0 2-4 0,2 1-1 0,0-2 0 15,1 1 1-15,1-1 0 0,0 2 13 16,0-2-3-16,-1 1-1 0,1 0-9 0,0 0 0 0,-1 0 0 0,2 1 13 0,0 0-4 16,-2 0-4-16,0-2-6 0,-1 4 6 0,0-3-5 0,-2 3 7 15,0-3 2-15,-1 3-2 0,1-3-7 0,0 4 3 0,-2-3-4 16,1 3 4-16,-1-2 3 0,1 1-3 0,0-1-15 0,1 0 20 0,-2 2-15 16,1 2 23-16,-1 0-6 0,0 0-10 0,0 2-15 0,0 0 21 15,0-1-15-15,-1 2 30 0,0-3-7 0,1 0-13 0,-1 0-5 16,1 0 5-16,0-3-2 0,0 1 4 0,2-1 2 0,2-1-4 0,0 1-2 15,2 2 8-15,-5-3-5 0,1 2 27 0,1-2 0 0,2 0 1 16,6 1-27-16,1 1 19 0,1-2-17 0,0 3 24 0,0-2-4 16,-2 0-12-16,0 2-19 0,-2 1 20 0,-2 1-18 0,-2 2 29 15,-1 1-1-15,-2-3-8 0,0 4 3 0,-1 1 9 0,-1 2-5 0,0 2 11 16,-2 2-4-16,-2 0-6 0,-1 0-3 0,-2 2 6 0,0-1-4 16,-1-4 8-16,0-1-4 15,-1 1-2-15,0 2-9 0,-1 3 0 0,1-3-3 0,1 1-7 16,0-5 1-16,0 1 0 0,2-3-12 0,-1 3 9 0,0-3-8 0,0-2 12 0,1 3-4 0,4-4-6 0,1 1-36 31,-1-2 2-31,1 1-13 0,-5-2-27 0,1-2-13 0,0-3-16 0,2-3-113 16,1-1-146-16,-2-5 3 0</inkml:trace>
  <inkml:trace contextRef="#ctx0" brushRef="#br0" timeOffset="28716.19">29036 7248 587 0,'0'-3'113'0,"2"0"54"0,3 3 31 0,-5-2-31 0,0 1-45 0,-2-1-32 0,2 1 24 0,-1 0-40 0,-1-1 23 0,1 1-18 0,0-1-21 0,-1-1-14 0,-1 2 8 0,0 0-13 15,0 1 5-15,-1 0-10 0,1 0-13 0,-2 0-11 0,0 0 7 16,-1 1-7-16,-1 3 9 0,0-2-2 0,1 1-2 0,-2 3-20 16,1-1 12-16,1 0-14 0,-3 4 29 15,1 2-6-15,0-2-9 0,-1 5-4 0,1-2 5 0,0 3-3 0,-1 0 6 16,1-1-2-16,2 0-5 0,-2 0-19 0,2-2 24 0,0-1-21 16,1-1 30-16,3-2 1 15,-1 0-14-15,3-1-7 0,0-1 9 0,0-3-10 0,3 3 15 0,-2-3-2 0,2 0-5 0,0 1-15 16,1-2 16-16,1 0-12 0,0-2 27 0,1 1-6 0,0-1-9 0,2 0-12 15,2-1 13-15,-1-1-7 0,1-1 24 0,2-1-2 0,-1 1-11 16,0-1-23-16,0 0 22 0,-1 1-19 0,-2 0 26 0,1 0-3 16,-2 1-13-16,-3-1-10 0,1 2 10 0,-4 1-5 0,0-1 22 15,-1 1-4-15,0 0-8 0,0 1-20 0,0-1 20 0,-1 1-16 0,0 3 22 16,0-1 2-16,-3 3-12 0,1 2-4 0,-1 1 11 0,-1 0-11 16,-1 1 4-16,1-1 0 0,-1 0-3 0,1 1-1 0,0 0 3 15,1 1-1-15,-1-1 6 0,2-1-1 0,-1-3-4 0,1-1-19 16,1 1 23-16,0-4-18 0,0 4 29 0,1 1-3 0,0-2-13 0,1 0-18 15,1-1 20-15,0-1-16 0,2 0 31 0,-2-1-5 0,1-2-11 0,-1 1-5 16,1-1 8-16,2 0-4 0,0-1 33 0,1-1-4 0,0-1-1 16,3-3-23-16,0 0 18 0,3 0-18 0,1-2 19 0,-2 2-6 15,0-3-16-15,-6 5-21 0,1-1 26 0,-2 1-19 0,1 0 31 16,1 0-6-16,1 0-17 0,-1 0-15 0,0 4-6 0,-1-1-4 16,0 1-54-16,-1 0-22 0,0 0-21 0,2 1-172 15,-1 2-233-15,5 1 10 0</inkml:trace>
  <inkml:trace contextRef="#ctx0" brushRef="#br0" timeOffset="29102.66">29187 7473 1547 0,'-4'0'-129'31,"2"-1"300"-31,1 1-21 0,1 0-28 0,1-3-65 0,3-1 18 0,2 0-44 0,3-2 5 0,1 1-7 0,0-2-11 0,2 5-14 0,1-2 2 0,-2 1-6 0,1 3 6 0,-2 0-1 0,-1 2-3 0,-2 2-2 15,0 1 7-15,-3 2-5 0,0 2 20 0,-2 2-7 16,-1 1-4-16,-2 2-4 0,-2 3 10 0,-1-1-7 0,-1-2 16 16,-1-4-4-16,0 1-6 0,1 2-15 0,-1-1 20 0,2 0-19 15,-1 0 27-15,4-4-10 0,1-2-13 0,0 0-5 16,3-3-3-16,1 1 2 0,0-2 9 0,2-2-3 0,1 2 4 0,0-1-9 16,4-1 3-16,0-1-4 0,2-1 5 0,0 2 1 0,0-2 0 15,1-2-18-15,-1 1 9 0,0-3-16 0,0 2-27 0,-1-3-18 16,2 0-24-16,-1 1-121 0,2-1-78 0,-1 0-24 0,2 0-55 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47:28.41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21776 1914 217 0,'-11'-8'331'0,"3"5"-161"0,0-1 211 0,0 2-204 0,3 1-54 0,-1 1-31 0,1 0 6 0,3 0-22 0,0 0-30 0,0 1-37 0,1 1 24 0,-1 2-31 0,1-1 30 0,0 1-3 16,1 1-13-16,-1 3-6 0,1 1 25 0,0 0-21 0,0 2 42 15,0 1-3-15,1 2-13 0,0 5-4 0,2 1 7 16,-1 1-14-16,1 4-3 0,1 0-2 0,-1 2-7 0,1 9-18 16,1-4 16-16,-1 0-18 0,1-1 21 0,-3-10 0 0,2 2-13 15,0 1-6-15,-1-4 7 0,2-2-8 0,-1 0 10 0,0-4-4 16,-1-3-4-16,0 1-2 0,0-3 8 0,-2-3-5 16,2 2 10-16,-2-3-1 0,2-1-8 0,-2 1-15 0,0-4 19 0,0 2-15 15,0 0 24-15,0-3 0 0,0 1-11 0,-1-1-5 0,1-3 10 16,-1-1-9-16,0-3 17 0,2-2-4 0,-2-2-6 0,0-4-13 15,0-2 6-15,0-2-5 0,-3-1 12 0,1-2-2 0,1-4-5 0,-1 0-14 16,1-1 16-16,1-2-12 0,0 5 26 0,0 1-3 0,0 0-12 0,0 0-14 16,1-3 16-16,0 6-14 0,1-2 21 0,0 2-1 0,1 1-6 15,0-5-8-15,1 3 4 0,3 1-5 0,0 4 10 0,2 0 0 16,0 2-2-16,0 2-4 0,1 0 2 0,0 3-5 0,0 3 5 16,0 1 5-16,2 2 1 0,0 3-26 0,1 3 26 0,0 2-23 0,-2 4 39 15,1 2-2-15,-2 2-10 0,2 4-10 0,-1 1 17 0,0-1-14 16,0 4 15-16,-2 2-3 0,0-2-10 0,0-1-16 0,0-1 16 15,0-2-13-15,-1 1 26 0,-1-2-7 0,-2 0-8 0,1-3-5 16,0-1 6-16,-1 0-4 0,1-1 12 0,0-2-2 0,-6 0-5 0,0-4 6 16,0-3 14-16,0-2-7 0,3 0 13 0,1-2-3 0,0 2-13 15,0 0-1-15,2-3 6 0,-1-5-6 0,1-1 4 0,1-1-5 16,0-1-4-16,0 0-17 0,2-2 13 0,0 2-9 16,1-1 20-16,-2 2-7 0,0 2-7 0,0 3-14 0,-2 3 17 15,0 0-9-15,1 2 30 0,1 2-3 0,-1 3-9 0,1 1-6 0,-2 3 9 0,1 1-6 16,0 2 12-16,0-1-3 0,-1 1-9 0,1 3-16 15,0-2 14-15,-2 1-13 0,2-2 19 0,0-3-4 0,-2-1-7 0,2 1-18 16,0 4 16-16,0-2-14 0,1 0 10 16,-1-1-12-16,0-2-18 0,1 0-42 0,0-2 6 0,-1 0-15 0,0 0-34 0,0-1-17 15,0 1-27-15,1-1-94 0,0 0-92 0,0-1 9 0,2 3 3 0</inkml:trace>
  <inkml:trace contextRef="#ctx0" brushRef="#br0" timeOffset="348.67">22585 2343 569 0,'0'-4'296'0,"2"0"130"16,0-3-305-16,1 0 23 0,1 0-33 0,0-2-33 0,2-2-51 0,1 0 13 0,-2 1-27 0,1-5 9 0,-1 1-2 0,1 3-8 0,1-5-20 0,-3 4 21 0,0 0-20 0,-2-1 41 0,0 1-1 0,-2-1-10 15,1-4-8-15,-2 4 24 0,-1 1-23 0,-1-1 42 0,-2 5-7 16,-1-1-13-16,1 3-21 15,-2 1 22-15,1 2-25 0,0 2 33 0,0 2-10 0,-1 3-14 0,-2 4-14 0,6 2 17 16,-3 3-16-16,-1 4 34 0,-1 4-7 16,-7-1-11-16,0 3 2 0,4-1 10 0,-1-1-9 0,3-1 17 0,0 1-8 15,2-2-10-15,3-1-16 0,-1-4 13 0,4 1-13 0,0-3 17 0,1-2-8 16,2 0-8-16,3-1-12 0,1-1 10 0,2 0-8 0,0-3 10 16,1-1-6-16,2-1-8 0,3-1-17 0,3-1 9 0,1-1-9 15,-4-3 0-15,2 0-7 0,1-3-15 0,5 0-37 0,6-3-2 0,3-1-13 16,-1-2-63-1,-1 1 19-15,2-2-18 0,0-2-100 0,0-3-15 0,0-3-55 0,1-2 48 0</inkml:trace>
  <inkml:trace contextRef="#ctx0" brushRef="#br0" timeOffset="586.45">23144 1940 1154 0,'-17'6'147'0,"0"3"72"0,-3 6-13 15,5 5-46-15,-2 0-57 0,-3 4-54 0,1 1 15 0,-3-1-30 0,0 3 13 0,3-1 1 0,3 0-16 0,3-3-2 16,4-6 14-1,3-4-20-15,4-3 7 0,2-5-1 0,4 0-10 0,3 1-14 0,4-5 13 0,3-1-18 0,4-3 18 32,1-1-3-32,0-2-5 0,5-3-14 0,-3 0 17 0,-1-1-15 15,-3 1 30-15,-3 0-6 0,-3 0-11 0,1-1-10 0,4-1 12 16,0 3-11-16,-1-3 15 0,-2 4-4 0,-2 3-9 0,0-1-7 16,-3 3 10-16,-2 2-10 0,0 0 15 0,0 3-4 15,-3 1-7-15,1 0-7 0,-2-1 6 0,-1 1-4 0,0-1 12 0,0 1-4 16,2-2-2-16,0 0-18 0,2-2 2 0,-1 0-6 0,3 0-14 15,0-2-14-15,-1 0-16 0,2-2-48 0,1 0-10 0,0-2-8 16,1 0-76-16,-1 0-17 0,1-2-26 0,1-1-60 0,2 0 24 16,1 1-22-16</inkml:trace>
  <inkml:trace contextRef="#ctx0" brushRef="#br0" timeOffset="881.26">23471 1955 458 0,'-9'-3'273'0,"0"1"51"0,0 1-107 15,-2 1-23-15,1 0-40 0,-2 2-40 0,-4 2-52 0,2 1 20 0,-1 2-33 16,2 0 42-16,0 1-4 0,2 0-14 0,-1 1-21 15,3 0 32-15,0-4-39 0,3 0 34 0,2 0-18 0,1-3-23 0,2-2-15 16,1 2 9-16,2-2-12 0,3 0 17 0,2 0-6 16,2 0-9-16,3-2-20 0,2 2 18 0,0 0-20 0,4 2 28 15,0 3-11-15,0-1-13 0,0 3-1 0,-2 0-1 0,-4-1 2 16,0 6 1-16,0-2 1 0,-2 1 0 0,0 4-9 0,-1-4 5 16,-2 1-6-16,-2 0 10 0,-1 1 7 0,-3 0 1 0,-1 1-8 15,-1-2 10-15,-3-2-11 0,-3 0 10 0,0-1-3 0,-2 0-5 0,1 4-11 16,-2 0 9-16,2-3-6 0,-1-1 10 0,2-1-1 0,1-2-5 15,1-4-8-15,1 2 5 0,1-2-4 0,2-2-3 0,1-2-6 16,0-2-12-16,3-4-34 0,2-4 0 0,3-3-12 0,0-5-32 16,3 1-14-16,1-1-16 0,4-3-87 15,2-2-56-15,2 0 4 0,1-2-235 0,1 3 290 0,-4 1-13 0</inkml:trace>
  <inkml:trace contextRef="#ctx0" brushRef="#br0" timeOffset="1131.22">23743 1878 641 0,'-1'2'-294'0,"0"-1"677"0,0 4-54 16,-2 1-73-16,0 2-76 0,1 1 19 0,1 1-64 0,-1 2-27 15,1-2-21-15,-2 1-24 0,3 0-23 0,0-2 10 0,2 1-17 16,1 0 14-16,1-2-6 16,2 0-12-16,1-2-18 0,-1-2 21 0,1-2-21 0,3-2 32 0,-1-1-11 15,4-1-18-15,1-5-10 0,2-1 8 0,1 1-9 0,3-4 10 0,-2 1-3 16,0 1-4-16,0-1-4 0,-3 0 3 0,-1 1-4 0,0 1 5 16,-3 0 1-16,-1 3-2 0,0 0-16 0,-3 1 18 0,-2 4-17 15,0 0 33-15,-2 0 0 0,0 2-9 0,-1 3 3 0,-2-1 10 16,1 3-9-16,-1 0 11 0,0-1-4 0,0 1-6 0,0 0-8 15,0 0 3-15,0-2-4 0,0 1-1 0,1-2-1 0,1 0-3 0,1-2-7 16,1 1 7-16,0-1-7 0,3 1-2 0,0-2-6 0,1 1-11 16,1-2-28-16,1 0-9 0,-1 0-4 0,-3 0-59 31,-2 0-25-31,2-2-22 0,1-2-180 0,10-1-52 0,5 0-39 0</inkml:trace>
  <inkml:trace contextRef="#ctx0" brushRef="#br0" timeOffset="1300.27">24489 1714 888 0,'-9'4'408'0,"1"1"182"16,-1 3-435-16,-2 4 17 0,0-1-34 0,0 4-43 0,-3 1-52 15,3-1 18-15,1 1-33 0,0-1 17 0,3-4-13 0,0 3-18 0,0-2-22 16,3-2 14-16,1-1-14 0,-1-1 26 0,3-2-5 16,1-1-8-16,1 1-22 0,3-3 5 0,0 1-11 15,0 0-22-15,2-1-29 0,1-3-16 0,2 0-125 0,2-2-104 0,3-2 54 16,2 1-40-16</inkml:trace>
  <inkml:trace contextRef="#ctx0" brushRef="#br0" timeOffset="1581.8">24633 1855 1154 0,'-7'-1'-272'0,"7"0"534"0,0-2-63 0,3-2-87 0,4 0-71 15,1-2 15-15,2-2-37 0,4 1 12 0,-2-1-11 16,0 0-14-16,-1-3-10 0,-2 1 6 0,-1-2-4 0,1 2 15 15,-3 1-3-15,-2 1-3 0,-1 0 18 0,-2 0 18 0,-1 3-5 16,0 1 56-16,-4 2-20 0,0 1-16 0,-5 2-23 16,0 4 12-16,0 1-17 0,-2 4 23 15,-2 1 3-15,1 3-6 0,-3 1-10 0,2 4 26 0,2 0-30 0,-2 0 35 0,3-2-11 16,2-2-22-16,2 2-9 0,2-6 6 0,1 0-13 0,3 0 4 16,1-3-7-16,2 0-6 0,3 0-11 0,2-3 5 0,2 0-7 31,4-2-3-31,2-1-12 0,5 1-9 0,0-2-47 0,4 0-10 15,-2-2-9-15,1-1-83 0,-1-1-40 0,1 0-35 0,6-3-280 16,2 6 321-16</inkml:trace>
  <inkml:trace contextRef="#ctx0" brushRef="#br0" timeOffset="1933.27">25691 1690 1372 0,'-22'8'310'0,"7"-1"-226"16,-1 2 63-16,2 0-37 0,4 0 8 0,3 0-36 0,3 1-24 15,1-1-15-15,1 0-19 0,2 2-24 0,3-2 15 0,1-3-15 16,3 0 22-16,2 0-9 0,2-4-8 0,4 1-4 0,0-2 14 15,2 0-8-15,1-1 21 0,-1 0-7 0,0 0-12 0,0-1-11 16,-1-2 8-16,-3 0-8 0,2 0 14 0,-4-2-1 16,-2 0-5-16,1 0-10 0,-2-2 15 0,0 2-14 0,-3-1 29 15,-1 1 7-15,-2-1-5 0,-2-1 1 0,-3 0 16 0,-3 1-18 16,-2-3 15-16,0 1-11 0,0-1-13 0,-1-1-20 16,1 1 9-16,0-1-10 0,-1 0 12 0,1 2-4 0,0 0-7 0,2-1-18 15,2 0-8-15,0 2-2 0,2-2-50 0,2 0-17 0,2 0-17 0,4-3-126 16,3-1-60-16,3-1-1 0,4-2-205 0,5 2 282 0,4 0 8 15</inkml:trace>
  <inkml:trace contextRef="#ctx0" brushRef="#br0" timeOffset="2110.23">26199 1307 1597 0,'-35'10'-92'0,"15"-2"303"0,2 0-23 0,3 2-8 16,-1 2-52-16,5 0 9 0,2 0-39 0,7 3-40 0,4-2-13 15,1 1-17-15,5 0-12 0,-9 2 2 0,0 0-7 0,2 3-2 16,0-1-3-16,7 0-5 0,1 0-10 0,1-1-6 15,0 0-1-15,1 0-32 0,-1 1-14 0,0-1-6 0,-2 0-65 16,-1-1-10-16,-4-2 3 0,2 0-69 0,-4-1-33 0,-1 0-8 16,-1-3-42-16,-5-1-62 0,-2 0 35 0</inkml:trace>
  <inkml:trace contextRef="#ctx0" brushRef="#br0" timeOffset="2219.48">26116 1767 35 0,'-19'0'-13'0,"9"-3"232"16,2-1 26-16,6-2 49 0,1 0-52 0,1-1 15 0,3 0-67 16,-3-1-18-16,1 0-12 0,4-2-18 0,-4 0-39 0,1-1 8 15,1 1-19-15,2 3-5 0,5-1-15 0,2 3-12 0,2 0-24 16,0-2 1-16,1 2-4 0,0-1-10 0,-2-1-7 15,1 2-10-15,0-2-13 0,0 0 7 0,0 2-9 0,1-1-32 0,-1-2-20 0,2 1-28 16,2 1-99-16,0-2-47 0,0 2-10 0,2 0-285 0,-2 0 314 16,0-1-40-16</inkml:trace>
  <inkml:trace contextRef="#ctx0" brushRef="#br0" timeOffset="3014.74">27083 1582 853 0,'-8'8'-207'0,"4"-3"470"0,0-2-41 0,1 2-53 15,0-1-75-15,5 0 29 0,1 0-58 0,1 1 20 0,0-2-9 16,-4 1-19-16,0 1-24 0,0-1 28 0,1 1-31 0,-1-2 39 16,0 1-6-16,-3 0-23 0,-1-2-12 15,1 1 25-15,0-1-28 0,4 0 25 0,0 0-13 0,1-1-19 0,-1 2-11 0,2-2 8 16,-2 1-10-16,0 0 6 0,1-1-2 0,-1 2-6 0,-1 0-13 16,1-2 14-16,-1 1-13 0,0 1 28 0,0-1-8 15,0-2-9-15,0 2-15 0,0 0 18 0,0-2-15 0,0 2 32 16,-1-2-6-16,1 0-10 0,-1 0-13 0,1 0 17 0,0 0-12 15,-3-2 34-15,2 0-5 0,-1 0-10 0,0-1-19 0,0-2 17 16,0 1-15-16,1-1 24 0,2-1-7 0,2 3-12 0,2-5-14 0,-2 2 15 16,-4-1-11-16,-1-1 21 0,0 2 1 0,1 1-12 15,0-1-9-15,0 0 8 0,0 1-9 0,0-1 8 0,0 1 0 0,0 0-3 0,-1-1-5 16,1 1 5-16,-1 3-3 0,1-3 11 0,-1 2-1 0,-1-1-2 16,2 0-6-16,0 1 8 0,0-3-7 0,1 3 13 0,0-2-3 15,0-1-7-15,0 1-8 0,1-1 9 0,0 1-7 0,2-2 15 16,0 2-4-16,0 1-8 15,1 1-9-15,-1-1 12 0,0 2-7 16,0 0 17-16,0 1-1 0,0 1-8 0,-3-2-5 0,0 2 7 0,0 2-6 16,0-1 17-16,6 1-3 0,2 1-5 0,-1 1-9 0,0-2 2 15,1 4-2-15,1-3 6 0,1 0 0 0,1 1 0 0,1-2-11 16,0 0 9-16,-2-1-7 0,0-1 10 0,-1 0 1 0,0 0-6 0,0 0-2 16,0-1 5-16,-1 1-5 0,0-2 2 0,-2 0 2 0,0 0 0 15,0 1-16-15,-1 0 13 0,-1 1-10 0,-1 1 17 0,0 2-1 16,-1 1-6-16,-1-2-4 0,1 2 3 0,-1 0-3 0,2 1 6 15,0-1-2-15,-1 1-1 0,3 0-12 0,0 0 12 0,3-2-7 0,0 2 22 16,3-3-4-16,1 1-9 0,2-2-13 0,2 1 12 0,0-1-8 16,2-1 20-16,-2 0-5 0,3 0-9 0,2-1-12 0,-1-1 11 15,0 1-8-15,0 0 19 0,-1 1-1 0,-2 0-5 0,-2 1-4 0,-8 2 1 16,-4-1-1-16,0 1 2 0,-2-1 1 0,5 2-2 0,-1-1-8 16,-3-1 7-16,-1 1-6 0,0-1 11 0,-1 0 1 0,0 0-5 0,1-1-2 15,-1 1 7-15,-1-2-5 0,1 1 14 0,-2-1 3 0,1 0-2 16,0 0 4-16,-2-1 8 0,0-1-5 0,0 0 10 0,-2 1-7 15,-1-3-5-15,0-1-20 0,5 1 9 0,1-1-8 0,-3 0 15 16,3-1-6-16,-6 1-5 0,-1 0-13 0,0-3 11 0,0 2-8 16,1 0 14-16,2-2-9 0,1-1-10 0,2 0-30 0,1 1 4 0,0 1-8 15,0 2-15-15,3-1-12 0,2 5-17 0,3-1-50 0,1-1-25 16,2 3 0-16,2 0-106 0,-5 1-7 0,2 3-24 0</inkml:trace>
  <inkml:trace contextRef="#ctx0" brushRef="#br0" timeOffset="3648.27">28009 1526 974 0,'-28'-2'-613'0,"13"-1"1105"0,0 2-107 0,0 1-208 0,2 0-40 0,1 2 17 0,0 1-52 0,2 2-26 0,2-1-15 0,-1 4-25 0,3-1-16 0,-1 0 11 0,1 0-16 16,3 2 14-16,1-1 4 0,1 0-9 0,1-2-3 0,0 0 15 15,2 0-20-15,1 0 21 0,1-2-5 0,0 1-6 0,2-3-6 16,-2 0 4-16,3 0-8 0,1-2 2 0,0 0-5 0,1-1-6 16,3-2-2-16,0 0 2 0,3-2-2 0,3-2 3 15,-1 1-4-15,2-2-4 0,2-1-5 0,-1 0 8 0,-1 0-5 0,-6 0 5 16,-4-1 0-16,0 0-5 0,-2-2-8 0,3 2 10 0,-1 0-8 15,-2-2 18-15,-1 1-1 0,0-2-5 0,-3 0-8 0,2-2 5 16,-3 2-5-16,-1-2 10 0,0 0 0 0,-1 0-4 0,0-2-10 16,-1 1 13-16,0 0-10 0,0 2 18 0,0 2-3 0,-2 3-6 0,1 1 4 15,0 1 15-15,-2 6-6 0,2-1 25 0,-1 2-7 0,-1 0-10 16,1 3-14-16,-3 3 7 0,1 1-8 16,-3 2 9-16,2 3 1 0,0-1-1 0,0 0-15 0,0 0 17 0,2 2-14 0,1-2 17 15,0 2-3-15,1-1-9 0,2 1-11 0,1-5 10 0,1 3-9 0,3-1 14 16,1-1-3-16,0 0-2 0,3 1-11 0,1-2 5 0,4 1-5 15,2-2 9-15,3 0 0 0,-1-2-5 0,2 0-6 0,-2-1 7 16,-1-2-5-16,0 0 8 0,-3-2-1 0,1-3-5 0,0-1-6 0,1 1 6 16,-1-3-5-16,0 1 3 0,-2-1 0 0,-1-1-7 0,-1-1-4 15,1-1 4-15,-1 0-3 0,-2 0 5 0,0-2 1 0,-2 4-1 0,-1-4-9 16,1 3 14-16,-2-1-11 0,-1 0 18 0,-1 1-3 0,1 0-5 16,-2 2-1-16,0-1-5 0,-2 4 5 0,0 0-2 0,-2 0 0 15,0 3 2-15,-2 0-14 0,0 2 14 0,-1 2-11 0,-1-1 19 16,0 4 4-16,-1-1-5 0,1 2-6 0,0 1 16 0,3-1-13 15,-1 1 23-15,4-2-6 0,0 1-10 0,1 1-11 0,4 1 7 0,0-2-5 16,2 1 11 0,1-2-1-16,3 0-6 0,3 0-12 0,0 0 14 0,7-2-12 0,-1 0 9 0,2-2-3 0,2-1-13 0,-7 1-18 15,-2-2-1-15,2-1-6 0,1 0-30 0,7-1-7 0,1-2-13 0,0-1-61 16,-3 2-5-16,-3-2-19 0,-1 0-104 0,-2-2-53 16,3 2-58-16</inkml:trace>
  <inkml:trace contextRef="#ctx0" brushRef="#br0" timeOffset="3864.51">28891 1008 1892 0,'-6'7'-145'0,"3"0"376"0,1 0-21 0,1 5-25 16,1 3-82-16,1 3 19 0,2 3-57 0,3 6-13 0,-1-2-15 0,2 3-17 0,1 2-15 0,0-3 4 0,0-2-6 0,2-2 6 15,0-2-7-15,2-2-6 0,3 2-23 0,-3-4-12 0,2 1 4 16,-2-1-60-16,0-3-41 0,-2 0-10 0,1 0-189 0,-6 2-113 16,2 2-16-16</inkml:trace>
  <inkml:trace contextRef="#ctx0" brushRef="#br0" timeOffset="4562.91">23137 2536 1241 0,'-13'-11'143'0,"-2"-1"12"0,0 2-35 0,6 1 7 0,0 1 8 0,0 5-29 0,-1-1-30 0,-4 1-45 0,-1 3 18 0,0-1-27 16,1 1 26-16,0 1-7 0,1 2-14 0,-1-1-5 0,3 2 12 0,0 0-13 15,1 2 22-15,1 1-5 0,1 2-9 0,-2 5-12 16,1 2 21-16,0 4-20 0,0 4 38 0,1 2-9 0,3 0-14 0,0 4-15 15,3-3 14-15,1 1-18 0,1 1 10 0,2-2-6 16,2 1-11-16,2-1-4 0,2-2 3 0,0-2-3 0,2 1 8 16,0 0-3-16,0-1-3 0,1 3-14 0,-1-3 12 0,0-3-12 15,2-2 13-15,0 2-4 0,-1-2-7 0,1 2-14 0,-2 1 9 16,1-4-9-16,-1 1-3 0,0-5-5 0,0-3-11 0,3 2-8 16,0-2 0-16,-1 3-3 0,2-2-34 0,-7 1-15 0,-2-3-18 0,1 0-104 15,-2-1-36-15,5-3-12 0,1-1-205 0,2 1 276 0,1 1-22 0</inkml:trace>
  <inkml:trace contextRef="#ctx0" brushRef="#br0" timeOffset="4800.72">22898 3137 1112 0,'-10'-8'126'0,"1"-2"107"0,2 0-56 15,4 2-32-15,0-1-31 0,4-3-77 0,5 1 6 0,1-1-32 16,3-2 2-16,0 3-2 0,1 0-10 0,2 0-6 15,-1 2 10-15,0 0-10 0,4 1 15 0,-1 1-3 0,-1 0-6 0,1 3-14 16,2 1 17-16,-2 1-15 0,3 4 23 0,-2 1 0 16,0 1-12-16,-6 3-9 0,0 0 20 0,-1 1-19 0,3 0 31 15,5-1-8-15,1 0-9 0,1 2-4 0,-1-2 0 16,-2 2 1-16,0 0 6 0,-3-2-5 0,0 0-3 0,-2 0-14 16,-2 1 3-16,-1-2-7 0,-2-1-10 0,-1-1-17 0,-2-2-10 0,1 1-99 15,-2-3-26-15,-1 0-1 0,1-1-123 0,4-3 174 16,-1-2-5-16</inkml:trace>
  <inkml:trace contextRef="#ctx0" brushRef="#br0" timeOffset="4950.17">23336 2628 1592 0,'-32'-9'-161'0,"17"6"300"0,1-2-29 0,2 1-51 0,1 0-11 0,2 3 5 0,2-2-15 15,2 0-18-15,3 1-16 0,2 1-16 0,0-3-63 0,3 0-9 16,3-1-9-16,2-2-107 0,1-2-43 0,2 0-15 0</inkml:trace>
  <inkml:trace contextRef="#ctx0" brushRef="#br0" timeOffset="5086.18">23483 2459 110 0,'11'6'197'0,"-1"0"62"0,-3 0-52 16,-1 6 55-16,-4-1-27 0,0 5-61 0,0 4-33 0,1 1 43 16,-1 3-67-16,1 2 26 0,3 1-32 0,-1 1-40 0,1-3-63 15,0-2 26-15,-1-2-35 0,2-2 30 0,0 0-7 0,2 0-18 0,-1 2-6 16,1-1 3-16,-7-2-1 0,-1 2 2 0,0-6-7 0,0 0-10 15,6 0-55-15,1-1-14 0,0 2-11 0,1-1-101 0,1 0-2 16,0-2-25-16,1-3-180 0,5 0 256 0</inkml:trace>
  <inkml:trace contextRef="#ctx0" brushRef="#br0" timeOffset="5247.35">23611 2790 1372 0,'-2'-3'104'0,"1"2"-2"15,-1 0 49-15,2 1-31 0,0 0-31 0,4-2-40 16,0 1 5-16,3-3-20 0,5-2-11 0,4-3-1 0,5-1-9 0,7-4-17 16,2-2-13-16,2 2-4 0,8-4-98 0,1 4-33 15,7-1-19-15,11-2-189 0,3-1 199 0</inkml:trace>
  <inkml:trace contextRef="#ctx0" brushRef="#br0" timeOffset="6029.69">23586 2741 694 0,'-2'4'-83'0,"-1"-3"202"0,1 1-4 0,0-2-10 0,2 2-48 0,-1-2 25 0,1 1-44 0,0 1 20 0,-1-2-6 0,0 1-23 0,-1 0-8 0,-1-1 30 0,1 1-31 0,-1 1 41 0,-1 0-6 16,0 1-14-16,-3-1-12 0,2 0 10 0,-2 2-16 0,0-1 22 15,0-1-14-15,-2 2-10 0,-1-1-19 0,1 0 12 16,-1-1-12-16,-1 1 23 0,2-2-3 0,-1 1-8 0,0-2-11 16,0 0-2-16,-2 0-2 0,-1 0 9 0,-1 0-4 0,2 1 4 15,-1 0-21-15,1 2 8 0,3-1-11 16,-2 0-13-16,3 1-37 0,0 3-20 0,2-3-144 0,1 1-34 0,2-1-15 0,3-1 42 16</inkml:trace>
  <inkml:trace contextRef="#ctx0" brushRef="#br0" timeOffset="6442.2">26089 2330 584 0,'-11'3'300'0,"1"6"-159"0,8 0 225 0,-3 2-243 0,2 5 26 0,1 4-35 0,-9 8-32 0,4 2-6 0,-2 5-27 0,0 6-29 0,4 0 23 0,2 2-34 0,3 5 31 0,1-5-14 0,1-1-16 0,3 1-6 0,-1-7 2 0,2-1-2 0,0 2 2 0,1-5-2 31,1 0-3-31,1 1-40 0,-1-2 14 0,-4-3-23 0,2 2-22 0,-2-6-21 15,1 0-19-15,6-1-74 0,-2-7-44 0,1-4 26 0,6 0-6 0</inkml:trace>
  <inkml:trace contextRef="#ctx0" brushRef="#br0" timeOffset="7029.63">25792 2541 1431 0,'-10'-15'-47'0,"5"6"153"0,4 1-2 0,3-1-3 0,4-1-39 16,4-3 20-16,6-1-38 0,6-4 20 0,4 3-6 15,4 0-9-15,7-3-5 0,3 1 22 0,2 0-24 0,8-2 35 16,-4 0-10-16,2 1-16 0,6-5-16 0,1 3 10 0,3 3-18 15,10 2-2-15,-4 4-7 0,-3 6-12 0,0 0-16 16,-7 3 14-16,-5 0-12 0,5 4 27 0,-4-1-9 0,-3 5-10 0,-2 2-11 16,-8 0 11-16,-5 2-7 0,-4 1 16 0,-5 0-1 15,-5 0-7-15,-6 1-12 0,-6-1 15 0,-6 1-13 0,-9 3 32 16,-5-1-8-16,-4 1-9 0,-5 1-13 0,-1-2 15 0,-2 3-11 16,-2-2 19-16,-1 0 0 0,-1 2-10 0,-4 1-8 0,2 2 8 15,1 0-8-15,-2 0 10 0,-2 1 0 0,0-4-4 0,-1 3-18 16,5-1 18-16,0-3-14 0,1 2 23 0,1-3-3 0,-2-1-10 0,1 0-4 15,2-4 4-15,4-1-2 0,2-1 9 0,3-1 0 16,3 2-3-16,2 0-14 0,1-1 10 0,5 0-9 0,3-2 15 0,3-1-4 16,0 0-2-16,2-1-15 0,2 1 13 0,1-4-9 0,3 3 23 0,-1-1-4 15,4-1-8-15,2 0-8 0,2 0 13 0,1-1-8 0,1 1 14 16,2 0 3-16,1 0-8 0,2 1-6 0,3 3 21 16,3 0-17-16,0 0 23 0,2 1-4 0,3 2-12 0,-1 1-8 0,-3 3 6 15,0 0-6-15,2 1 3 0,-3-2 1 0,5 3-6 0,1 0-9 16,-2 3 13-16,3 1-11 0,0 4 19 0,-2-2-4 0,-1-1-6 0,-2 2-3 15,1 0 1-15,-1-2-1 0,-1 2 5 0,-2-2-1 0,-4 0-3 0,-5-4-12 16,-3 0 11-16,-2-2-8 0,-1-2 24 0,3 2-5 0,-2-1-9 16,-1 0-17-16,-1-3 13 0,-1-2-13 0,-1-2 15 0,-4 0-7 15,2 0-11-15,-2-1-7 0,-1 0-7 0,2-2 2 0,-2-1-30 0,0-2-3 16,1 0-6-16,1-1-27 0,1-2-23 0,2-4 2 0,4-2-132 16,-1-4-37-16,3-4-49 0</inkml:trace>
  <inkml:trace contextRef="#ctx0" brushRef="#br0" timeOffset="7424.4">27387 2191 858 0,'-15'0'274'0,"-2"-2"-185"0,2 0 147 0,1-1-138 16,2 3 41-16,3-4-28 0,3 3 25 0,2 0-25 0,2-2-40 0,2 1-24 0,0 0 11 0,2 1-22 0,3-4 1 0,1 1-5 0,5-2-15 0,3 1 0 16,3 0 16-16,2 1-15 0,6 0 30 15,-2 3-7-15,4 1-10 0,4 0-32 0,-2 1 21 0,0 3-24 0,-3 0 30 16,-5 2-7-16,1 0-14 0,0 3-8 0,0-1 9 0,-1 2-9 16,-2 0 10-16,-8-2-1 0,-2 1-6 0,-2 4-8 15,-6 1 11-15,-2 4-9 16,-6 4 20-16,-3-3-4 0,-4 0-7 0,-2 0-13 0,-4-2 13 0,0-3-10 0,0 1 21 0,2-2-4 0,0 1-10 15,7-2 2-15,-1-1 3 0,0 1-1 0,1-2 3 0,-2 2-1 16,2-3 0-16,3 1-7 0,3 0 4 0,3-2-2 0,2 1 11 16,1-2-2-16,3 0-5 0,2 0-7 0,4 0 7 0,2 1-5 0,3-2 12 15,0-1-3 1,0 1-5-16,-3-2-4 0,0 0 6 0,3-1-5 0,0-1 8 0,8 1-2 0,-1-1-4 0,2-2-7 16,-3 0 4-16,-1 2-8 0,1-2-12 15,-2 0-13-15,1-2-13 0,0 2-44 0,1-1-18 0,0 1-5 0,0-1-124 0,-2-2-48 0,1 1-52 0</inkml:trace>
  <inkml:trace contextRef="#ctx0" brushRef="#br0" timeOffset="17247.8">11802 5491 171 0,'-11'0'-27'0,"1"0"-64"0,-1 1 100 0,2 2 20 0,0-1 6 0,1-2 7 0,2 2-2 0,0 0-2 0,2 0-4 0,-1-1 22 0,0 0-16 0,0 0 20 16,1 1-2-16,-2 0-10 0,1 2-19 0,-2-1 17 0,0 1-16 0,5-1 20 15,1 2-6-15,-1 1-15 0,-2 0-19 0,-3-2 30 0,1 4-25 16,-2-2 34-16,2 2-9 0,-1-1-14 0,3 1-18 0,0-2 11 0,1-1-10 15,2 1 11-15,1-4-1 0,1 1-10 0,3 1-12 0,1 1 32 16,1-1-24-16,2-1 42 0,0 1-8 0,1-2-16 16,1 1 7-16,-6-1-3 0,3 0 5 0,0-1-1 0,-1-1 0 0,8 0-4 0,2 0-6 15,-1 0 8-15,2 0-9 0,0 0 3 0,-1 0-4 0,-3 0-2 16,2 2-12-16,-1-2 13 0,2 2-8 0,-1 0 25 0,0-1-4 16,1 1-8-16,0 1-17 0,0 0 17 0,-1 0-16 0,2 0 20 15,0 1-11-15,0 0-9 0,4-1 2 0,-1 1 4 0,4-2 0 0,-2 1 9 16,2-1 0-16,2-1-4 0,-1 0-18 0,-4 1 14 0,1-2-14 15,3 0 16-15,2 0-1 0,6 0-3 0,0 0-23 0,1 0 17 16,0 0-16-16,2-2 23 0,-1 1 0 0,1 1-11 16,1-1-15-16,-1 1 20 0,0 1-18 0,-1-1 24 0,-8 1 1 15,0 1-10-15,2-2-11 0,-1 0 15 0,6 1-14 0,0 0 11 16,-5 0 1-16,3 1-8 0,2-1-7 0,1 0 13 0,0 1-8 0,-2 0 14 0,-2 1-5 0,0-1-9 16,2 1 0-16,-1-2 8 0,-5 2-3 15,4-2 2-15,0 0 2 0,3-1-11 0,5 0 0 0,1 0 10 0,1 0-6 16,2 0 13-16,-2 1-8 0,1-1-8 0,-1 3 4 0,2 1-3 15,-4-2 6-15,-4 0 4 0,-1 0-2 0,-1 0-1 0,3-1-20 0,6-1 18 16,-2 1-14-16,2-1 30 0,-2 0-3 0,2 1-9 0,-1 1-8 0,1-1 0 16,-1 1-1-16,-2 1 7 0,-7 0 2 0,3-3-1 0,2 1-9 15,0 0 13-15,6-1-11 0,-1 1 18 0,0-1-7 0,1 0-8 0,2 2-5 16,0-1 8-16,-1 2-3 0,-1-3 10 0,-7 1-4 16,2-1-6-16,3 0-16 0,0 0 17 0,6 0-11 0,-2-1 26 0,1 1-7 15,0-2-13-15,3 2 1 0,-1 0 7 0,-2 0-3 0,-3 0 4 16,0-1 0-16,1 0-7 0,5-1-7 0,3 1 12 0,1 0-7 0,0 1 13 15,-1 0-3-15,-1 2-9 0,0 1-5 0,-6 0 8 0,2-2-6 16,-1 0 19-16,-1 0-6 16,5-1-3-16,2 2-10 0,-2-1 5 0,1 2-3 0,-2-1 13 0,-3 1-4 0,-3-1-7 0,-4-1-5 15,2-1 12-15,0 0-6 0,4 0 6 16,4 0 5-16,-1 0-10 0,2-1-5 0,1 1 12 0,1-1-11 0,-3 1 10 16,-6-1-3-16,3-2-5 0,0 1-1 0,1-2 0 15,8-1 3-15,-3 1 12 0,-1 1-7 0,1 1-1 0,1-1-14 0,-3 0 7 0,-5 1-3 16,1-1 18-16,-1 0-2 0,0-3-7 0,9 3-9 0,-4-1 5 15,2 2-6-15,2 0 11 0,-3 1 1 0,-2 1-1 0,-5 0-5 0,0-2 4 16,0 2-4-16,1-1 1 0,5 0 2 0,-2-1-2 16,3 2-11-16,1 0 15 0,0 0-10 0,1 0 15 0,-5 0 2 0,-3 0-8 0,3 0-11 0,2 0 13 15,1-1-13-15,6 0 19 16,-5 0-4-16,2 1-6 0,5 0-8 0,-3 1 7 0,-2-1-4 0,2 0 15 0,-3 0-3 0,4-3-8 0,6 2-6 16,0 0 9-16,-1 1-5 0,0-1 13 0,-9 1-8 0,1 0-7 15,2 0-5-15,1 0 9 0,5 1-2 0,-2 1 11 0,-2 1 1 16,-1 1-11-16,1 0-5 15,-6-1 13-15,2 3-11 0,1-4 9 0,-1-1-5 0,5 2-6 0,1 0 7 16,1 0-1-16,1 1 5 0,-3 1-5 0,-4 0 5 16,1-1-2-16,3-2-6 0,1-2 11 0,3 0-12 0,1 1 10 15,-2 1 3-15,-3 1-1 0,3-2-21 0,2-1 20 0,0-1-17 0,5-2 26 16,-1 2 0-16,2-1-9 0,2 2-19 0,-5-2 20 0,3 0-15 16,-3-1 28-16,-1 1-10 0,3 0-15 0,-2 2-14 0,2 0 22 15,-4 2-12-15,-1-2 25 0,-1-3-3 0,-3 0-14 0,4 1-4 0,2 1 8 0,-4 1-6 0,0-2 7 0,-3 2-2 0,-1-1-6 16,4-1-5-16,-2-2 11 0,6 1-4 15,-2-1 8-15,-3 2 2 0,2 0-9 16,1-1-13-16,-3 0 23 0,2-1-18 0,-3 0 25 0,0 2-2 16,-1 1-13-16,1 1-4 0,1 0 5 0,-4-3-4 0,-3-1 7 15,-2 2 0-15,-2-4-2 0,5 1-8 0,1-1 8 0,-2 2-5 0,1 0 11 16,-2 0 0-16,-2 2-4 0,2-3-19 0,-1 1 12 0,-2-3-13 0,3 2 26 16,-2-1-4-16,-1 0-4 0,4 0-5 0,-3 3 1 0,0-4-1 0,0 3 5 0,-9-1 0 0,5 3-2 0,0-1-9 31,1 1 9-31,7-1-6 0,-4-1 11 0,-4 0-2 0,1 2-5 15,4 0-8-15,-2 2 10 0,-6 0-7 0,2 0 11 0,-1-1 2 16,-1 0-5-16,6-2-8 0,-3 2 9 0,-2 0-7 0,-2 1 15 16,-1 0-4-16,-3 0-7 0,2 0-17 0,-1 0 19 0,-7 0-12 0,7 0 32 15,-2-2-5-15,2 2-12 0,7-1-13 0,-5 0 19 0,-4 1-14 16,-1-1 15-16,-4 1 1 0,-2 0-14 0,2 0-13 0,-2-2 19 16,1 1-16-16,-3-1 23 0,-9 2-1 0,0-3-10 0,3 0-17 0,0 1 20 15,8 1-17-15,-1-2 24 0,-3 0-1 0,-2 1-9 0,-1 1-5 16,-1-1 5-16,-1 1-4 0,1 1 9 0,-2-1 0 0,-1-1-5 0,-2 2-15 15,0-1 15-15,-3 0-13 0,-1 1 24 0,-1-1-6 0,-3 1-6 16,0-2-12-16,-4 2 7 0,-3 0-7 0,-1 0 10 0,-2 0-12 16,0 0-14-16,0-1-45 0,-1 1 0 0,-1 0-11 0,-4 0-38 15,-4 0-31-15,-4 0-27 0,-4 0-137 0,-6 1 180 0</inkml:trace>
  <inkml:trace contextRef="#ctx0" brushRef="#br0" timeOffset="28230.33">30208 7242 228 0,'-3'-1'3'0,"1"0"-17"0,-1 1 0 0,1 0 26 0,1 2-18 0,0 0 40 0,0 0-4 0,1 3-3 0,0-1-10 0,1 1 18 0,0 3-14 0,2-2 21 0,1 2-5 0,-2-1-7 15,2 3-1-15,-1 0-10 0,-1 4 5 16,0-1-10-16,1 1 10 0,2-2 5 0,-1-1-11 0,3 1 18 15,-1-1-20-15,-1 1 17 0,2 0-6 0,-1 1-4 0,2 0-14 0,0 0 17 0,-1 0-10 0,1-1 31 16,2 1-8-16,-1 0-16 0,3 1-15 16,0-4 24-16,-1-1-20 0,1 0 23 0,1-1-9 0,0 3-13 0,4 1 3 15,1 1-3-15,1-2 5 0,3-2 4 0,0-1 4 0,3-2 0 0,1-1-25 16,-3 1 25-16,2-4-25 0,4-1 32 0,2-1-7 0,9 0-7 0,4-2-12 16,0-2 5-16,3 1-4 15,1 0 6-15,0-1-2 0,3 3-7 0,1-3-6 0,2-1 6 0,1 1-5 0,-1-1 10 0,0-2-6 16,0 2-4-16,2-3-8 0,-1 3 3 0,0 0 0 15,-2-3 16-15,-1 0 1 0,-3-1 0 0,0-3-19 0,1 1 17 0,-5-1-18 0,-3 0 15 16,-4-2 2-16,-4-1-4 0,0-5-1 0,1-4 12 0,-3 0-6 16,0-4 25-16,-5-1-5 0,-4-1-9 0,1-2-17 0,-3 1 22 0,0 2-20 15,-4-2 15 1,-2 0-7-16,-1-2-14 0,-2-5-4 0,-2-1 8 0,-1-3-4 16,-2 0 14-16,-3-3-2 0,0-4-7 0,-1-1-12 0,-2 2 9 0,-1 3-8 15,-3 0 7-15,-4-1 2 0,-4-3-2 0,-4-2-11 0,-4-1 14 0,-5-1-11 16,1 3 18-16,-3 0 1 0,-2 6-10 0,-6 1-19 0,-3 4 21 15,-3-2-18-15,-4 1 30 0,1 0-10 0,-3 3-9 0,-8 0-2 0,-2 1 1 0,-4 3 4 0,-3-2 10 16,-1 5-2-16,-1 3-5 0,-2 2-19 16,1 5 3-16,-1 3 8 0,-3 3 21 0,3 1-7 0,3 3-9 0,2-1-11 15,4 0 8-15,3 2-11 0,-5 2 28 0,6 3-1 0,-3 1-13 0,-2 3-9 0,9 0 12 16,-3 3-10-16,2 2 14 0,2 1-5 0,-5 3-3 0,0 6-10 16,2 2 10-16,-6 4-5 15,-2 5 13-15,2 3 3 0,3 6-10 0,0 3-5 0,4 4 12 0,-2 2-14 0,0-2 11 0,5-1 1 16,-55 41-18-16,103-82 35 0,-104 86-47 0,62-39 46 0,6 6-2 15,2 2-10-15,1 3-5 16,1-2 15-16,4-1-11 0,4-4 17 0,6-3-7 0,5 4-8 0,2 8-21 0,5 4 12 0,4 1-9 0,3-2 32 16,7-9-5-16,5-6-4 0,6 0-26 0,5-6 21 0,5-1-18 15,5 2 27-15,5-3-2 0,3 2-12 0,1-1-8 0,8-4 13 0,4-5-10 16,6-5 17 0,5-5-5-16,0-4-10 0,7 0-5 0,-1 0 4 15,1-3-2-15,1 1 10 0,-7-2-4 0,2-2-6 0,3 3-1 16,0-4-3-16,-6 1 4 0,-4-2 13 0,-6-4-5 0,-5-1 7 0,3-2-28 15,-1-1 8-15,-7 0-9 0,-5-1 3 0,-8-1-8 0,-2 0-11 16,-3 0-28-16,-1-1 2 0,-3-2-8 0,-3 1-41 0,-5-1-13 16,-3-2-24-16,-2 1-198 0,-5 0 224 0</inkml:trace>
  <inkml:trace contextRef="#ctx0" brushRef="#br0" timeOffset="33706.86">29452 8457 572 0,'-5'0'129'0,"-1"0"9"0,2 0-11 0,-1 0-30 0,3 0 8 0,0-1-28 0,2 1-27 0,-1-1-31 0,1 1-7 15,0 0 0-15,1 0-7 0,0 0 1 0,1-3 1 0,0 1 4 0,1 0 12 16,0-1-8-16,-1 0 15 0,3 0-9 0,-2 1-7 0,3-1-6 0,-1 1 5 16,1 1-1-16,-1-1 24 0,1 0-7 0,-1-1-2 0,1 2-24 15,1 0 12-15,0 1-13 0,0 0 15 0,-1-2 1 0,1 1-5 16,0 0-24 0,-4-2 15-16,-1 2-14 0,1 0 31 0,-1 1-7 0,5-3-9 0,-1 2-11 15,1-2 12-15,0 1-7 0,-2 0 15 0,1 1-15 0,1 0-16 0,0 0-47 16,0-1-10-16,-1 1-6 0,1 0-74 0,-1-1-37 15,0 2-40-15</inkml:trace>
  <inkml:trace contextRef="#ctx0" brushRef="#br0" timeOffset="34007.33">29897 8046 1161 0,'-4'8'100'0,"-1"-1"-9"0,1 1 51 0,1 1-44 0,1 4-44 0,2-3-42 16,1 5 13 0,1-3-16-16,3 1 11 0,-2 1-2 0,2 0-8 0,0 0-6 0,0 4 19 15,-2 2-14-15,0 3 26 0,-1 1-12 0,-1 0-14 16,1-1-18-16,0 0 9 0,2-1-5 0,-2 2 21 0,0 1-4 15,-1 0-5-15,-1 1-16 0,0-2 11 0,0-5-7 0,0-3 26 16,2-3-8-16,-1-1-8 0,-1 3-7 0,0 1 2 0,0-2 0 16,0-1 9-16,0-3-6 0,1 1-5 0,0-2-9 0,0-1 8 0,1 1-7 15,1 0-25-15,0-1-20 0,0-3-31 0,1 2-118 0,0-5-19 16,1-1-35-16,-1-1 47 0</inkml:trace>
  <inkml:trace contextRef="#ctx0" brushRef="#br0" timeOffset="34545.68">30488 8000 770 0,'-11'-3'630'0,"6"3"-529"0,-1 0-21 0,2 1-28 0,-1 1-22 0,0 0 10 0,1 0-15 0,0 1 0 0,1 1-5 0,0-2-7 0,0 2-15 0,0 0 9 16,-1 2-7-16,0-2 18 0,-1 2-3 0,0 1-7 0,0-1-17 16,-2 5 15-16,0-1-14 0,-1 3 18 0,-1-3-6 0,0 1-4 0,-1 1-7 15,-2-1 9-15,2 0-4 0,0-1 14 0,0-1 1 0,0 0-9 0,0 0-20 16,1 0 17-16,1 0-15 0,0 0 30 0,3-2-6 0,-1 1-11 16,1 0 1-16,2-2-1 0,0 2 1 0,0-2 3 0,1-1-1 15,1 0 1-15,1 1-7 0,0-1 12 0,1-3-8 0,0 2 27 16,0-1-1-16,2-1-5 0,-1-1-6 15,1 1 9-15,2-1-7 0,-1-1 20 0,1 1-9 0,0-1-5 0,2-1-18 16,0 1 10-16,1-3-8 0,0 2 16 0,-1 0-7 0,1 0-10 16,0 1-6-16,0-2 3 0,0 0-2 0,1-1 4 0,-1 1 0 0,0 2 0 0,1-3-9 15,-3 2 8-15,1 0-5 0,-1-1 12 0,-2 2-2 0,1-1-6 0,0 1-33 16,1 0-5-16,-1-1-8 0,0 1-27 0,-1 0-15 0,1 0-9 16,-1 1-95-16,1 2 0 0,-1-1-32 0,-1-1-128 15,-2 3 210-15,0 4-44 0</inkml:trace>
  <inkml:trace contextRef="#ctx0" brushRef="#br0" timeOffset="34779.25">30292 8530 836 0,'-1'0'215'0,"-1"0"-134"0,0-1 69 0,2 1-65 0,0 0 15 0,2-1-40 0,2-2-2 0,3 1-8 0,2-2-11 15,1 0 3-15,3 1 2 0,0-3-1 16,1 1-9-16,0-4-12 0,2 1-11 0,0 1-19 0,-1-2 12 0,2 0-7 0,0 2 21 0,0 1-12 16,-1 1-12-16,-1 1-29 0,0-1-5 0,-5 2-8 0,-1-1-79 15,-2 2-32-15,1-1-41 16,3 1-207-16,2 2 249 0</inkml:trace>
  <inkml:trace contextRef="#ctx0" brushRef="#br0" timeOffset="35916.5">30975 8067 697 0,'-9'-14'-164'0,"5"9"303"0,-1 2-4 0,1 1-38 0,-2 0-10 0,0 0 25 0,2 0-31 0,-1 2 2 0,1 0-15 0,2 0-17 0,-2 0-31 0,1 0 22 0,1 2-20 0,-2-1 22 0,1 2-10 16,1-1-17-16,-1-1-23 0,2 2 13 0,0 1-10 0,1 0 23 15,0 0-5-15,0-1-10 0,0 4-20 0,1-2 18 0,2 1-14 0,-1 1 35 16,0 0-3-16,1 1-7 0,0 1-14 0,-1 0 7 0,0 2-6 16,0 1 18-16,1 0-5 0,-1-2-5 0,0 0-14 0,3 0 9 15,-2 1-8-15,0-1 11 0,1 0 0 0,-1 0-3 0,-1 0-22 16,1 1 26-16,-2-2-21 0,1 2 35 0,0-1-6 0,1 1-17 0,-1 0 1 15,0-1 1-15,-1-1-1 0,0 0 0 0,0-1 0 0,-1-2 0 16,0 1 2-16,0 1-1 0,0-3 4 0,-1 0 5 0,0 1-2 16,0-2-5-16,-1 1-13 0,-2-1 20 0,2 0-16 0,-1 0 20 15,1 0 0-15,-2-1-13 0,2 0-15 0,0-1 16 0,-1 1-13 16,1-2 23-16,1 1 1 0,1-2-10 0,0 0-9 0,0 1 10 16,0-1-10-16,0 0 9 0,0 0-5 0,0 0-6 0,1-3 3 15,0 1 5-15,-1-2 0 0,1 0 7 0,-1-1-2 0,2 1-6 16,-2-1-2-16,0 0 2 0,0-2-1 0,-2 2 7 0,1-1-5 0,0 0-6 0,-1-2 2 15,0 0 2-15,1 2 2 0,-2-3 6 0,1-1-4 0,1-1-2 0,-1 0-2 16,1-1 2-16,1 1 0 0,0-1 4 0,0 1-4 0,0 0-4 16,0 1-8-16,2-3 9 0,0 1-4 15,1 0 19-15,2 1-1 0,-1-2-12 0,1 0-7 0,1 0 15 0,-1 0-12 16,0 2 12-16,-1-2-7 0,2 2-6 0,-1 0-10 16,2 0 14-16,0 2-7 0,0 0 21 0,-1 1 1 0,0 0-12 0,0 2-21 0,0 2 26 0,-3-1-24 15,1 1 27-15,-2-2 2 0,2-2-8 0,5-1-20 0,0 2 21 16,1-2-18-16,1 2 24 15,0 0 0-15,2 1-13 0,-2 1-10 0,1-1 23 0,-2 3-17 0,1-2 30 0,0 3-13 0,-2 0-14 0,-1 1 6 16,0 1-2-16,-1 0 6 0,2 0 1 0,-1 0-3 0,0 0-2 0,0 0-20 16,-2 1 23-1,0 1-16-15,0-1 34 0,-2 1-8 0,-2 1-15 0,1 0-4 0,-2-3 6 16,-1 3-2-16,1 0 9 0,-1 1 0 0,0 2-7 0,-1-1-2 0,-2 2 4 0,2 0-4 0,-2 2-11 16,1 2-18-16,0-1-17 15,0 0-77-15,1-3-45 0,1 0-7 0,1-3-10 0</inkml:trace>
  <inkml:trace contextRef="#ctx0" brushRef="#br0" timeOffset="36524.17">31928 7775 387 0,'0'-3'-80'0,"-2"1"224"0,0 1-21 0,0-1-3 0,-1 1-65 0,0 1 19 0,1 1-28 0,-1 1 14 0,-1 0-9 0,0-1-15 0,-1 3-10 0,1 1 0 16,-2-1-1-16,-1 1 5 0,-1 3-2 0,-2 0-5 0,-1 1-16 16,-2 2 15-16,-2-1-17 15,-2 3 7-15,1 0-2 0,0 1-7 0,-1 3-4 0,1-1 2 0,0-1-1 0,2-1 7 0,0 0 2 0,3-3-5 16,1-1-5-16,2-1 7 0,1-1-8 0,3 0 2 0,2-3 0 31,-1 1 0-31,3-1 9 0,0-1-3 0,0 0 8 0,3 0 8 0,-1-1 1 16,0-3 1-16,3 0-8 0,-1 0 19 0,2-2-16 0,0 2 16 15,0 0-10-15,2 0-12 0,0 0-21 0,1 0 14 0,2 0-11 16,0 0 24-16,-1 2-1 0,0-2-12 0,2 0-5 0,-2 0 10 0,1-2-10 16,1 2 3-16,1-1-3 0,-1 0-2 0,0 1-7 0,1 0 10 15,-2 0-4-15,-1 1 19 0,0 2-4 0,0-3-11 0,-1 2-36 16,0-3 16-16,-1 0-25 0,1 1-11 0,-1 0-19 0,0 0-21 0,-1 1-54 16,-2 1-63-16,1 2 21 0,-2 0 18 0</inkml:trace>
  <inkml:trace contextRef="#ctx0" brushRef="#br0" timeOffset="36745.83">31710 8341 949 0,'-3'-1'85'0,"2"1"117"0,1-2-118 0,0 2-27 0,1 0-10 0,3 0-44 16,1-1 3-16,3-2-5 0,2 2 16 0,0-3 0 0,3 3-7 0,-1-4-5 15,1 0 11-15,2 0-12 0,0 0 6 0,-1-1-1 0,0 1-6 0,0 0-3 16,1 1 2-16,-3 1-2 0,2 0 6 0,-2 0-9 0,-1 1-6 16,2 1-86-16,-3-3-8 0,1 1-25 0,0 1-133 0,-1-1-44 15,2 1-61-15</inkml:trace>
  <inkml:trace contextRef="#ctx0" brushRef="#br0" timeOffset="36979.71">32394 7638 817 0,'0'-4'297'16,"-3"0"-55"-16,1 3-119 0,-1 1-2 0,0 3-76 0,0 2-2 16,-2 2-17-16,0 5-7 0,-3 5 6 0,-2-1-8 0,-4 3 0 0,0 1 1 15,-1 1-7-15,1 2-22 0,0 4 25 0,2 2-22 16,-2-1 28-16,3 2-4 0,0 1-12 0,0 0-1 0,2 1 2 15,0-1-1-15,2-5 0 0,1 1-12 0,3-4-8 0,0 0-61 16,1 0-1-16,2-2-18 0,2-2-65 0,-1-2-41 0,1-4-41 16</inkml:trace>
  <inkml:trace contextRef="#ctx0" brushRef="#br0" timeOffset="114698.07">11913 8683 217 0,'-3'-13'82'0,"-5"5"-48"0,-2 1 32 0,0 0-12 0,-1 1-7 0,0 3-5 0,0-2-5 0,2 3-9 0,-1-1-7 16,0 0-1-16,-1 0 3 16,-2 0-1-16,-1 0-10 0,-2 0 2 0,-3 3-10 0,-1-2-10 15,-3 1 13-15,3 1-14 0,-5 0 6 0,-1 1-4 0,-6 1-5 0,-9 3 8 16,-6 0-2-16,-2 4 5 0,-4 1-1 0,-4 3 4 0,-2 0-4 0,-4 1-24 0,-1 4 30 0,0 1-26 15,-4 3 36-15,-1 2-5 0,-6 3-10 16,-2 4-4-16,1 1-4 0,0 2 5 0,1 1 11 0,0 2-4 16,-4-1-1-16,-6 2-9 0,1 0 12 15,2 1-8-15,-1 1 11 0,1-1-2 0,0 6-4 0,-6 9 3 0,2 6 12 0,4 3-2 0,0-1 37 16,3-1-13-16,2 1-11 0,-3 4-33 0,7 7 16 0,6 6-17 0,1 3 18 0,10-1-3 16,-1-2-6-16,0 8-10 0,4 1 5 0,6 8-4 0,5 4 20 15,4-8 0 1,3 4-4-16,5 4-19 0,3 3 22 0,10 0-17 0,4-1 12 15,1-8 3-15,8-2-13 0,-1 3-3 0,8-4 0 0,6-8 5 16,5-6 3-16,1-8 4 0,6-3-10 0,11 0-14 0,5-4 21 16,11-6-17-16,7-9 26 0,3-8-3 0,6-7-7 0,11-3 15 0,0-5 0 15,5-6 8-15,4-5 14 0,3-6 4 0,10-5-3 0,10-3-21 16,-2-4 29-16,5-4-27 0,4-4 26 0,-3 0-13 0,3-2-18 0,6-4-4 16,3-2-5-16,-1-4 6 0,0-4 1 0,-6 2 0 0,1-7 0 15,3-4-19-15,-1-2 13 0,-1-8-11 0,-1 1 28 0,-6-2-9 16,-2 2-8-16,-4-5-5 0,-6-7 0 0,-3-1 3 0,-4-1 2 0,-8 2-3 15,-10 1-1-15,-4-3-6 0,-8 0 6 0,-5-1-4 0,-2-4 15 16,-8-1 0-16,-5-4-1 0,-5-1-7 0,-8 3 10 0,-7 1-8 16,-6 0 11-16,-6 2 0 0,-6-4-9 0,-8-4-13 0,-7 1 16 15,-6 5-17-15,-6 6 10 0,-7 1-1 0,-4 4-5 0,-10-7-22 0,-6-5 16 16,-7 2-14-16,-2 4 25 0,-2 7-2 0,-6 7-12 0,-8 6 0 16,-7 3 3-16,-8 3-5 0,-4 4-6 0,1 2 1 0,-2 7 2 0,-8 3-17 15,-3 6 2-15,-2 6-5 0,2 1-15 16,7 6-5-16,3 3-13 0,-3 4-43 0,5 5 18 0,7 4-23 0,7 3 9 0,9-4-25 15,6 2-16-15,3 4-67 0,10 1 105 0</inkml:trace>
  <inkml:trace contextRef="#ctx0" brushRef="#br0" timeOffset="116190.83">12892 11663 217 0,'-16'-4'250'16,"3"2"-112"-16,2 0 156 0,0 2-132 0,2 0-25 0,0 3-37 0,0 1 18 0,1-2-24 0,0 5-32 0,0-1-5 0,2 2 4 0,0 2-9 0,0 5 1 15,3 1-6-15,0 3-9 0,1 5-1 0,2 1 11 0,0 3-13 16,3 12 1-16,-1-1-3 0,0 5-13 0,0 6-17 0,0-5 11 16,1-3-15-16,0 1 7 0,3-6-1 0,1 1-5 0,0 3-14 15,2-3 17-15,-1-1-14 0,0 0 27 0,-1-5-3 16,0-7-9-16,-1 1-20 0,1-5 21 0,0-2-20 0,1 2 9 16,0-5-11-16,1-4-22 0,0-1-30 0,0-4-6 0,0-2-4 0,1-4-59 15,-1-2-5-15,-2-6-13 16,1 0-45-16,-1-5-86 0,-1-4 8 0</inkml:trace>
  <inkml:trace contextRef="#ctx0" brushRef="#br0" timeOffset="116608.64">12700 11833 344 0,'-7'-6'96'16,"-2"0"195"-16,1-3-156 15,0 2-22-15,0 0-16 0,6-1-5 0,1 0 9 0,1 1-14 0,0-1 11 0,0 0-13 0,0-1-18 16,2-4-31-16,2 3 24 0,-1-3-31 0,0 2 21 0,3 1-11 15,0 1-19-15,8-2-7 0,2 1 10 0,0-1-7 0,5 0 18 32,-3 1-6-32,1-1-6 0,0 2-10 0,0-2 11 0,1 2-8 0,1 0 13 15,3 2 1-15,2 0-7 0,2 1-19 0,-1 1 12 0,0 1-13 0,-3 1 20 0,-1 3-5 0,-2 3-6 0,-2 3-12 16,-2 2 7 0,-3 1-6-16,-2 0 6 0,-1 1 2 0,-2 1-5 0,-2 3-13 15,-4 2 21-15,0 1-16 0,-3 1 25 0,-5 2-4 0,-1 3-13 0,-4 3-3 16,-2 1 4-16,0 2-4 0,-2 1 7 0,0 0-3 0,0 1-1 15,-2-1-16-15,1-1 20 0,-1 1-14 0,0-4 18 0,2 4 1 16,-1-2-15-16,0-2 3 0,2-2 5 0,2-2-4 0,1-2 0 0,2-4 1 16,2 0-2-16,4-4-9 0,2-1 11 0,1-2-9 0,2-2 16 15,3-1-3-15,1-2-7 0,2 1-9 0,0-2 16 0,2 0-8 16,1 1 32-16,3 0-4 0,-1 0-8 0,3-2-25 0,1-2 31 16,1-1-23-16,3-3 54 0,1 0-11 0,1-1-17 0,-4 2-24 0,1 1 12 15,0 1-13-15,1 1 14 0,5 0-5 0,0-1-8 0,0 1-5 16,-2 0 7-16,-2 1-5 0,1 2 5 0,-1-2 2 0,0 4-4 0,-1 0-21 15,-1 1 8-15,-3 3-14 0,-3 0-16 0,-4-1-15 0,-2 0-20 16,-2-2-72-16,-2 1-22 0,-3-2-11 0,-2-2-128 0,-2-1-82 16,2-1-53-16</inkml:trace>
  <inkml:trace contextRef="#ctx0" brushRef="#br0" timeOffset="117062.61">13389 11253 979 0,'-6'-1'-146'0,"2"-1"316"0,1-1-20 0,1 2-37 0,2-1-25 0,0 2 13 0,2-1-31 0,2-3 10 0,0 2-13 0,1-1-15 0,2 1-34 0,-2-2 25 16,3 3-29-16,-1-2 27 0,2 2-8 0,-1-2-16 0,2 3-12 16,0 0 5-16,0 0-6 0,-1 3 2 0,0 1 0 0,-2-1-2 0,-1 3-6 15,0 2 13-15,-3 3-11 0,0 2 20 0,-3 1-3 0,-2 4-6 16,-1-1-10-16,-3 4 16 0,-1 3-11 0,-4 1 26 0,0-1-9 15,-1 2-11-15,-3-2-12 0,2-2 21 0,0-2-13 0,1-1 35 16,3-1-6-16,2-1-14 0,2-3-18 0,3-3 11 0,2-2-12 0,2-1 12 16,2-3-5-16,3 0-6 0,1-2-5 15,2-2 10-15,2 0-6 0,1-1 17 0,1 0-6 16,1 0-6-16,1-3-22 0,0-1 17 0,2-3-13 0,-1 1 26 0,1 0-4 16,0-1-13-16,0 0-15 0,0-2 20 0,1 0-14 0,-2 0 26 15,-3-2-3-15,-2 2-13 0,1-2-49 0,2-2 16 0,5 0-25 0,0 0 2 0,-1 1-16 0,2 1-18 16,-1 1-149-16,0 0-37 0,-1 0-49 0,5-2 10 0</inkml:trace>
  <inkml:trace contextRef="#ctx0" brushRef="#br0" timeOffset="117426.43">13981 11694 753 0,'-4'0'-333'0,"4"0"661"0,1 0-88 0,2-1-113 0,1 1-52 0,2-3 29 0,-1 0-39 0,3 1 27 0,0-1-21 0,0-1-29 0,1 2-31 16,-2-1 10-16,0 2-16 0,1-1 12 0,0-2 2 0,2 0-8 0,0 0-15 15,3 1 14-15,-2 0-17 0,0 0 9 0,2 0 3 0,-3 3-1 16,0-2-7-16,-5 2 2 0,1-1-4 16,-2 1 7-16,1 0-9 0,4 0-7 0,-1 0-92 0,-1 2-24 0,-2-1-20 0,1 1-174 0,-3-1 193 15,4 3-27-15</inkml:trace>
  <inkml:trace contextRef="#ctx0" brushRef="#br0" timeOffset="117552.06">14191 11851 904 0,'13'-4'97'0,"1"-1"96"0,5-1-68 0,-1 0-13 0,1-1-23 0,3-1-30 0,-2 1 6 16,2-2-26-1,2 0-26-15,1 0-9 0,1 0-7 0,2 0-132 0,-4 0-46 0,-2-4-30 0,-1 3-18 16</inkml:trace>
  <inkml:trace contextRef="#ctx0" brushRef="#br0" timeOffset="118225.46">15120 11777 1391 0,'-5'-1'99'0,"-1"0"-8"0,2 1 27 0,-1 0-51 0,2 0 27 0,1 1-21 0,-2 1-21 0,2 1-51 0,-1-1 15 0,-1 1-24 0,0 1 24 0,0-2-5 15,0 4-11-15,0-3-14 0,0 4 19 0,1-2-19 0,0 3-16 0,1-3-31 0,2 2-39 0,0 0-93 16,1 0-5-16,3-1-26 0,-1-3 62 0</inkml:trace>
  <inkml:trace contextRef="#ctx0" brushRef="#br0" timeOffset="119141.04">15401 11064 757 0,'-1'-5'-191'0,"-2"1"432"0,-2 1-46 0,2 2-55 0,-1-1-47 0,0 0 31 0,1 1-47 0,-1 0 31 0,0 1-13 0,0 0-21 16,1-2-30-16,0 2 18 0,0 2-26 0,2-1 17 0,0 3-7 0,0-2-16 16,0 4-7-16,1 1 13 0,0 3-11 0,2 5 12 0,0 2-4 15,2 3-7-15,-2 3-30 0,1 0 23 0,2 1-20 0,0-1 36 16,3 0-5-16,1 0-13 0,2 2-16 0,3 1 11 0,-2 3-10 0,3-2 14 15,-3 2-5-15,-1-2-8 0,1-3-2 0,-2-5 4 0,-1 1-2 16,0-3 2-16,-1 1-3 0,-1-2-2 0,2-1-19 0,-1 1 13 16,0-2-11-16,1 0 3 0,-1 0-9 0,-1-1-18 0,0-3-55 15,-1 0 10-15,1-1-22 0,1-1-20 0,0-1-20 0,0 1-26 0,-3-3-114 16,1 0-84-16,-2 0-11 0</inkml:trace>
  <inkml:trace contextRef="#ctx0" brushRef="#br0" timeOffset="119624.9">15941 10840 794 0,'-10'-6'119'16,"-3"-2"196"-16,-2 3-186 0,4 1-16 0,0 1-24 0,0 2-10 16,4 1 3-16,-1 0-16 0,0 3-14 0,1 2-17 0,-1 1-16 15,-1 3-19-15,1 4 7 0,1 2-7 0,-1 2 9 0,2 3 4 0,-1 2-3 0,2 4-27 16,-1-1 20-16,1 2-20 0,1 1 37 0,1 2-9 0,1 2-7 16,0 1-13-16,2-1 17 0,2 1-9 0,0 1 26 0,5-2-3 15,0 0-13-15,5 2-12 0,0-2 11 0,1-2-10 0,2-2 12 16,1-8 0-16,2-6-8 0,3-2-15 0,3-4 15 15,0-1-12-15,2 1 26 0,-4-2-4 0,-1 1-9 0,0-1-11 16,1-2 9-16,-2-1-7 0,0-3 18 0,-1 0-3 0,-2-4-4 0,-4 1-16 16,-3-2 11-16,-1 0-10 0,-1-1 18 0,4-3 5 0,-3 2-4 15,-2-2-20-15,0 0 17 0,-1 2-18 0,-3-2 24 0,-1-2-1 16,-1 1-8-16,-1-4-13 0,-1 0 17 0,-2 0-12 0,-2 0 25 16,0 1-7-16,-2 0-15 0,-2 2-8 0,0 0 17 0,-1 3-9 0,0 0 22 15,-1 3-1-15,4 1-9 0,-3 1-3 0,-2 1 6 0,-1 2-4 16,-6 0 7-16,1 1-4 0,-1 3-4 0,-1 2-17 0,0 2 10 15,-2 2-8-15,2 0 22 0,1 2-6 0,-1 5-7 0,1-1-13 0,2 2 7 0,3 1-6 16,3 2 4-16,3-1-10 0,3-4-9 16,1-2-57-16,3-1-6 0,1-2-12 0,2 2-72 0,2-3 0 15,1-2-23-15,2-3-104 0,2-4 186 0</inkml:trace>
  <inkml:trace contextRef="#ctx0" brushRef="#br0" timeOffset="119891.39">16550 10676 1598 0,'-16'0'-146'0,"12"1"320"0,1 1-44 0,1 3-46 0,2 2-7 0,0 5 10 0,1-1-14 0,2 7-13 0,0 3-15 0,1 1-20 0,1 5-22 0,-1-1 9 16,-1 4-12-16,-1 3 12 0,0 0-1 16,-2-2-7-16,2 0-16 0,1-3 19 0,-1-1-16 0,1 2 24 0,-1 0-11 15,0-1-12-15,-1 1-38 0,0-1 0 0,0 2-8 0,-1-2-27 0,0-2-20 0,0-2-23 0,0 1-95 16,0-1-16-16,0-3-23 16,0-2 66-16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50:33.32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2726 3409 387 0,'-5'-2'86'0,"-1"2"102"0,3 2-110 0,2 2-11 0,0-1-13 0,1 1 28 0,2-1-14 0,1 4-14 0,2-2-26 0,1 1 16 0,2 1-13 0,2-2 22 0,2 1-4 15,0 1-14-15,2-1-14 0,2 1 11 0,3 0-13 0,4 0 4 16,0 0-8-16,2 2-2 0,2 3-13 0,3 1 14 0,3-1-7 16,4 4 22-16,2 0-3 0,3 4-15 0,5 0-7 0,1 2 13 15,-4-4-14-15,4 0 6 0,-1-2-1 16,-3-2-6-16,9 6-8 0,1-5 14 0,2 2-8 0,4-2 22 0,2 0-2 16,-5-2-12-16,6-3-4 0,1-1 14 0,1-1-12 0,8 1 10 0,-2 3-5 15,6 2-9-15,1 2 0 0,1 1 2 0,1-2 1 0,2 1 8 16,3 0-1-16,5 2-2 0,2-1-9 0,-2-1 18 0,-1-1-13 15,1-4 20-15,2-1-1 0,2 1-8 0,1-1-15 0,0-3 25 0,-1 2-19 0,5-1 27 16,-1-1-5-16,-3 1-19 0,3-4-10 0,-2 1 19 0,5-2-16 16,3-2 23-16,-5 1 0 0,-2-2-9 0,5-2-20 0,3 1 14 15,4 1-14-15,-1-1 9 0,-6-2 3 0,1-5-8 0,6-3-2 0,2-3 11 16,0-1-11-16,-2-2 6 0,-3 0-1 0,-1-1-3 0,3-3-3 16,-2-1 2-16,-3 0-1 0,4 0 8 0,-4 3-4 0,-3 1-2 0,2-1-23 15,-4 0 24-15,2 0-17 0,2-2 34 0,-8-1-9 0,-2-2-17 16,-2-3 7-16,-3-2 3 0,-1-1 2 0,-5 2-6 0,-6 0 2 15,-3-2-5-15,-1 0-1 0,-2-4 13 0,-3 4-10 0,-1-1 6 0,-6 4 1 16,-4 0-5-16,1 2-5 0,-6-1 4 0,-4-1-3 0,-1-1 6 16,-7-4 2-16,0-1-1 0,-2-7-18 0,-2 0 18 0,-3 1-16 15,0-2 21-15,-3 1-2 16,-5-1-10-16,-1 3 0 0,-11 0 7 0,-4 3-4 0,-3-3 5 0,-4 0-2 0,0-6-8 0,-2-5-2 0,-5-4 10 16,-5 1-7-16,2-3 9 15,-8 8 3-15,-7 3-5 0,-4 0-21 0,-14 3 17 0,-1-2-16 0,-6-3 27 16,-8-1-3-16,-9 0-11 0,-14-3-11 0,-6 4 15 0,-5 0-10 0,-3 4 21 15,-3 5-4-15,-7 3-8 0,-7 4-6 0,-1 1 7 0,0 1-5 16,0 0 9-16,2-1 2 0,0-2-6 0,1-4-9 0,-1 2 18 0,-1 1-15 16,-5-1 17-16,5 5 1 0,-5-1-11 0,-5 3-20 0,-3 2 19 15,-5 3-16-15,-4 2 30 0,-1 2-2 0,-4 5-10 0,-14 2-13 0,-4 4 11 16,-1 3-9-16,-6 3 14 0,2 1 3 0,-4 5-6 0,-10 4-11 16,-10 3 6-16,4 5-8 0,2 5 14 0,1 1-1 0,13 5 0 0,-7 5-14 15,2-1 17-15,15 5-12 0,-1-1 24 0,9 1 2 0,8 0-7 0,0 0-15 16,3 1 13-16,8-1-12 0,4 3 15 15,11 5-4-15,5 5-6 0,-5 12-12 0,2 1 9 0,1 3-6 0,3 2 15 0,10-4-1 16,0 4-5-16,-6 9-6 0,6 8-1 0,2 3 1 0,5-5 11 0,6-6-1 16,-2-1-1-16,3 9-15 0,9 5 11 0,9 0-10 0,7-4 19 15,10-8-2 1,6-4-5-16,5 10-14 0,8-1 10 0,11-4-8 0,6-8 8 0,12-10 1 0,10-4-7 0,10 5-20 0,13-1 17 16,5 1-15-16,5-7 28 15,4-6 2-15,4-2-4 0,7-5-15 0,8 2 18 0,8-1-14 0,8 0 22 0,0-6 5 0,3-4-12 0,8-6-2 16,6-3 15-16,9-2-15 15,3-3 10-15,1-1-1 0,3-2-5 0,9-3-8 0,0-4 19 0,3-5-12 16,1 1 24-16,-4-6-3 0,2 0-12 0,6 0-15 0,1-4 19 0,-2-1-15 0,1-4 25 0,-6 0-7 16,1-3-10-16,2-2-17 0,-1 1 16 15,-1 0-13-15,-5 2 25 0,-7 1-17 0,-1 3-3 16,111-2-3-16,-226 8 7 0,219 1-16 0,-121 4-20 0,-5 1-6 0,2 4-54 16,1 5-14-16,-7 4-8 0,-3 6-124 0,-11 2-42 0,-4 6-57 0</inkml:trace>
  <inkml:trace contextRef="#ctx0" brushRef="#br0" timeOffset="7960.59">11774 2778 347 0,'-16'-5'73'0,"7"3"75"0,5 2-114 0,3 0-6 0,2 3-25 0,1 0 12 0,1 2-1 0,1 0-4 0,0 2-19 0,1 2 37 0,-1-2-27 0,0 2 54 0,0 0-12 0,1 1-18 0,-1 4-9 0,1 2 1 16,-1 2 1-16,3 5 11 0,-2 1-4 0,3 3-3 0,0 5-19 16,1 0 14-16,0 1-14 0,0-1 12 0,1-1-7 0,1-1-7 0,3-1-15 15,1 2 18-15,0-1-8 0,3 1 36 0,1-3-5 0,3 3-17 16,3 1-6 0,4 5 13-16,2 3-11 0,2 0 20 0,0-2-7 0,2-1-1 15,-1-1 6-15,5-2-9 0,4-4 11 0,4-1-4 0,8-2-1 16,2-1-3-16,6 3-15 0,1-1 22 0,-1 1-19 0,-7 0 18 15,1-1-7-15,0 0-10 0,9 6-4 0,7-4 12 0,-3 4-5 16,3-4 23-16,-7 0-6 0,-1-2-13 0,5-4 13 0,8-4 7 0,5-4-3 16,6 0-5-16,-3-4 4 0,3 2-8 0,11-1-7 0,7-2-1 15,4 0-8-15,2 2 25 0,-1-3-9 0,4 0-15 0,8-2-15 16,4-2 24-16,0 0-17 0,1 1 27 0,-5 0-7 0,0 0-17 0,6 1-1 16,1-3 5-16,-3-4-3 0,2-1 9 0,-6-3 0 0,0-1-4 15,3 0-10-15,-3 1 4 0,-2-1-4 0,-2 2 11 0,-4-5-4 16,-3 0-3-16,6-3 0 0,1-2 4 0,1-2-1 0,1-1 9 15,-7-5-3-15,2 0-6 0,7-4-20 0,-2-3 21 0,-2 2-16 16,0-3 28-16,-7-1-8 0,-2-2-12 0,2-5-12 0,-2-2 19 0,-3-1-11 16,0 4 28-16,-9-1-6 0,-6 2-11 0,0-3-10 15,-1-2 6-15,-4-6-3 0,-5 1 10 0,-11-2 1 0,-7-1-4 0,-3-4-19 16,-6-2 18-16,-4 2-15 0,-5 5 24 0,-10 5 2 0,-6-4-9 0,-3-4-8 16,-7-3 13-16,-5-4-12 0,-4-3 13 0,-8 2-1 0,-4 0-5 15,-3-1-5-15,-8 2 15 0,-5-1-10 0,-3-3 22 0,-6-1 1 16,-4-3-6-16,-4-4-19 0,-5 4 22 0,-2 1-21 0,-9 4 19 0,0 0-5 15,2-1-11-15,-6-8-9 0,0-5 8 0,-4 3-7 0,-8 1 17 16,-3 9-6-16,-6 3-8 0,-9-3-11 0,-3-5 9 0,-6-3-5 16,-1 1 15-16,-7 9-5 0,-8 5-7 0,-8 2-10 0,-7 6 14 15,-8 2-10-15,-5-1 20 0,-5 2-9 0,-11 2-6 0,-4-2-17 0,-11 5 10 16,-7 3-4-16,2 2 25 0,-2 9-1 0,-3 4-8 0,-8 3-12 16,-7 4 9-16,5 4-8 0,-3 3 13 0,5 4-2 0,7 2-2 0,-10 7-16 15,-1 5 16-15,6 5-11 0,-7 9 24 0,12 6-1 16,-2 6-9-16,-10 11-8 0,5 3 8 0,-4 6-8 0,0 1 11 0,11 1 2 15,1 12-4-15,-3 11-1 0,8 7 3 0,6-1-2 0,5 1 13 16,15-6-4-16,11 2 0 0,3 4-14 0,12-3 14 0,9-7-10 16,10-6 14-16,13-6-1 0,13 2-11 0,8 3-7 0,8-1 8 0,10-5-8 15,6-7 8-15,12-9 0 0,5-4-6 0,11 0-11 0,9 3 11 16,7-1-9-16,9 3 17 0,9-4-3 0,9-5-6 0,10-6-6 16,7-5 9-16,8-3-4 0,6-3 8 0,5 1-4 0,7-1-5 0,8 0-2 15,7 0 6-15,7-4-2 0,11-4 17 16,1-4-6-16,6 0-8 0,11 2-9 0,5 1 9 0,5 0-6 0,5-4 14 0,3-6-3 15,154-7-18-15,-292-2 36 0,313-1-52 16,-157 5 43-16,-3 2-5 0,1-1-9 0,4-3-8 0,9-1-12 0,-2 2 2 0,-5 1-40 16,-4 3-13-16,-5 4-8 0,1 4-56 0,0 4-49 0,-1 4 11 15,-7 2-229-15,1 5 236 0,-11 7-21 0</inkml:trace>
  <inkml:trace contextRef="#ctx0" brushRef="#br0" timeOffset="14176.45">2949 5742 318 0,'4'-5'55'0,"2"2"51"0,1 1-38 0,1 2 12 0,1 0-17 0,1 0 33 0,1 0-13 0,0 1-10 0,3 2-13 0,0-2 2 0,4 3 1 15,2 0 1-15,2-1-8 0,4 3-13 0,4-4-19 0,5 2 21 0,2-2-20 16,-2 0 13-16,3-2-11 0,0 0-12 0,3-2-4 0,7 1-5 16,-1-3 5-16,3 1-3 0,5 1-1 0,5 0-3 0,3-1-10 15,-3 1 13-15,0-1-11 0,-4 0 13 0,-1 0-7 0,1 1-7 0,6 0-11 16,3 0 16-16,1 2-7 0,-3-1 26 0,-2 0-2 0,-6 0-14 15,1-1 3-15,4-1 19 0,-2 0-12 0,6 0 34 0,0 3-3 16,-5-1-4-16,4 0-10 0,-5-3 10 0,-1 1-10 0,4 1 12 16,-2-1-5-16,7 2-5 0,5 0-18 0,1 1 8 0,-1 0-9 0,-2-2 10 15,-2 1-4-15,86-3-13 0,-156 3 11 0,175-1-27 16,-90-1 22-16,-7-1-4 0,4 0-2 0,9-1-14 0,2 1 9 16,-2-1-6-16,-5 0 20 0,-8-1-4 0,1 1-6 0,11 1-12 15,3 1 13-15,-4-1-9 0,1 0 16 0,-10 1 3 0,3-1-8 0,9 1-23 16,-2 1 23-16,2-2-21 0,-3-1 30 0,-6 1-7 0,3 1-10 0,6-1 0 15,0 2 5-15,-1 1-1 0,-1-1-4 0,-7 2 6 16,6 0-6-16,5 2 1 0,-1-1 8 0,-3 1-8 0,-4 1 3 0,-4 0 0 16,5 2 0-16,5 0-19 0,-1 1 23 0,-3-2-18 0,-4 2 31 15,-4-2-18-15,5 1-6 0,4 2-9 0,-2-2 10 0,-3 0-10 16,-5-1 32-16,-3 0-5 0,2 0-16 0,7-1-9 0,-1 1 10 16,-2-1-6-16,-2-1 21 0,-5 1-5 0,1 0-3 0,6 0-9 0,-1 2 1 15,0-1-2-15,-4 0 7 0,-6-1 4 0,-3 2 1 0,5-1-10 16,2 1 1-16,-1 0-1 0,-5 0 12 0,-4-2 1 0,-4 0 1 0,-1-1-22 15,0 0 21-15,-4 1-17 0,-1 2 24 0,-1-2-3 16,-2 2-13-16,-3-2-10 0,-2-1 16 0,-5 0-14 0,-2 1 13 16,-1-1 1-16,-4-2-9 0,-4 3-4 0,-1 0 7 0,-3-2-6 15,0 1 5-15,-3 0 1 0,-1-1 0 0,1 0-3 0,-1 1 2 0,-1-2-2 16,2 1 2-16,0-1 3 0,0 0-5 0,-1 0-6 0,-2-1 10 16,-7 1-10-16,-1-2 11 0,-1 2-3 0,1 0-4 0,6-1-13 15,-1 1 6-15,-1 0-7 0,-2 1-1 0,-2 2-5 0,-2-1-10 16,-2 1-40-16,1 1 8 0,-2 1-19 0,0 3-35 0,-3 1-21 15,0-1-28-15,-4 7-146 0,-1 3 186 0</inkml:trace>
  <inkml:trace contextRef="#ctx0" brushRef="#br0" timeOffset="18793.29">2898 7354 256 0,'-18'-19'12'0,"10"8"193"0,3 6-65 0,3 1 21 0,2 3-132 0,0 1 21 0,0-1-28 0,2 1 11 0,3-1-1 0,3-2-15 0,6 0 3 0,2-2 20 16,3 0-17-16,3-1 17 0,3-1-10 0,3 1-7 0,3-2-7 16,3 1-2-16,2-1 4 0,1 2-1 0,-2 0 1 0,0 1-5 0,-4 1-13 15,0-2 21-15,2 4-17 0,1-4 21 0,4 3-7 0,-1-1-11 16,2-1-8-16,1 2 11 0,0 2-6 0,0-1 26 0,-1 2-6 15,-3 0-12-15,1 2-19 0,-3-1 23 0,-6 0-18 0,3 1 28 16,-1-2-6-16,3 1-15 0,7 0-13 0,2 0 16 0,1 1-10 0,5-1 30 0,-1-1-6 16,2 3-13-16,2-3-16 0,-5 0 16 0,3 0-12 15,3 0 22-15,-2 0-5 0,10-3-8 0,3 0-7 0,2 2 6 16,3 0-5-16,-1 1 14 0,-7 0-3 0,0 0-11 0,3 0-10 16,2-1 16-16,7 1-13 0,0 2 22 0,-5 3-8 0,-5-1-9 0,2 1 7 15,-1-1-5-15,2 1 9 0,7 0-11 0,-4 2 3 0,1 0-1 16,-1 2-13-16,-5 2 20 0,-1-2-16 0,1-2 27 0,2 2-8 15,4-1-14-15,5 1-8 0,-1 1 13 0,-7 0-6 0,-1 1 17 16,-4-2 1-16,5 0-10 0,9-2-19 0,1 2 5 0,-1 1 8 16,-5-1 26-16,-1-1-5 0,2-2-12 0,9 0-2 0,8-4-3 0,-2 2 6 15,0-3 8-15,-4 1-2 0,3-2-3 0,9-3-15 16,6 0 26-16,-2 1-21 0,-2 1 31 0,-1-3-2 0,2 0-13 0,11 1-11 16,-1-1 7-16,-4 2-7 0,3-1 17 0,-4 0 0 0,2 0-5 15,4 2-24-15,-1-1 21 0,1 1-21 0,3 0 27 0,-4 1-2 16,-2 0-7-16,5 0-21 0,0 0 16 0,2 0-15 0,-1 1 19 0,-10 0 0 15,1-1-11-15,3 3-9 0,1-3 16 0,-3 1-10 0,-2-1 17 16,-2-4-2-16,0 2-10 0,4-3-11 0,-5 0 12 0,0-2-9 16,0-2 19-16,0 2-5 0,-2-4-4 0,2 0-8 0,-3-1 6 15,-1-1-3-15,0 1 8 0,-3 1-5 0,-4 0-5 0,2 1 3 0,-3-1 3 16,-2 1 0-16,0 0 4 0,-4 1 1 0,-6 3-5 0,3-3-10 16,-4 0 12-16,-3-2-10 0,2 2 18 0,-6 0-6 0,-3 1-7 0,2-1-11 15,-7 0 13-15,-5-2-7 0,-4-1 20 0,-5-3-6 16,-3 3-10-16,3-2-7 0,-6-1 13 0,-2 3-6 0,-3-1 20 15,-6-1-11-15,-1 1-11 0,-3-4-3 0,-4-1 13 0,-1 2-5 0,-2-1 10 16,-3 1 1-16,0-4-13 0,-4 0-1 0,-3 1 11 0,-1-3-9 16,-4 1 7-16,-1 2 2 0,-1 0-4 0,-5-2-16 0,-2 2 11 15,-2-1-12-15,-4-2 18 0,-2 0-2 0,-4-2-3 0,-2-2-14 16,-2 1 13-16,-4-3-11 0,-1 3 21 0,-4 2-6 0,-1 0-8 0,-3 0-3 16,-4-1 11-16,-4-1-5 0,-1 0 6 0,5 2 2 0,-4-2-9 15,-2 1-10-15,-4 1 14 0,-9 0-11 0,2 3 21 0,-1 0-3 16,-6 2-6-16,-5-1-22 0,0-3 17 0,-3-1-15 0,1-2 36 15,-2 3-8-15,-10-1-8 0,-5 3-15 0,-4 0 10 0,-3 0-7 0,1-2 18 16,-5 2 0-16,-1-1-9 0,-7 1-3 0,0-2 3 16,-1 3-4-16,-4-1 8 0,2 3-4 0,-4-1 0 0,-4 0-2 0,-2 2 1 15,-2 1 1-15,-1 1 2 0,5 2-2 0,-4 1-1 0,-7-1-3 16,-2 3-2-16,-4 2 3 0,0 0 7 0,3 1-3 0,-3 2 4 0,-8 0-11 16,-2 0 7-16,0 2-6 0,-5-1 9 0,6 2 1 0,-2-2-5 15,-9 5 0-15,-3-2-2 0,-1 1-3 0,-2 4 6 0,5-2 2 16,0-1-3-16,-7 5-4 0,-1-2 6 0,1 1-5 0,2 3 5 15,6-1-2-15,1 1-2 0,-5 4-9 0,-1-1 15 0,3 1-9 16,1 2 15-16,5 3 2 0,5 2-12 0,-6 1-3 0,6 2 4 16,2 3-4-16,-2 0 3 0,8-1 0 0,1 2-3 0,-3 1-12 0,4-1 15 15,5 0-8-15,2 3 21 0,7-5-3 0,4 5-10 0,-1 0-12 16,1-2 15-16,4 4-11 0,3 0 20 0,8 6-6 0,6 0-11 16,-2 4-6-16,7 1 10 0,4-1-5 0,4-1 20 0,10-5-9 15,5 1-5-15,6-3-2 0,7 1-2 0,4-2 3 0,8-1 1 0,7-2-3 16,7 2-1-16,6 2-10 0,4 2 11 0,5 0-7 0,4-3 14 15,7-1-3-15,4-2-7 0,3-4-5 0,7 0 4 0,4-2-1 16,6-1 6-16,4 3 4 0,5-5 3 0,8-2-25 0,5-1 26 16,5-2-23-16,7-3 33 0,1-1-2 0,5-1-14 0,10-1-8 15,5 1 15-15,7-4-10 0,6-2 23 0,2 1-5 0,9-5-11 0,4 1-2 16,5 0-1-16,3-2 2 0,2 0 2 0,1 0-3 0,-1 1 0 0,7 1-16 16,1-2 16-16,3 2-12 0,-1-1 27 0,-6 2-7 15,-1-1-10-15,5 2-21 0,-1 2 22 0,-4 0-15 0,-2 0 34 16,-8 0-10-16,-1 1-10 0,4 0-43 0,-7 2 8 0,0 2-15 15,-1-2-12-15,-6 1-22 0,-6-1-21 0,0 0-87 0,-3-3-110 0,1 1 9 16</inkml:trace>
  <inkml:trace contextRef="#ctx0" brushRef="#br0" timeOffset="25167.8">14805 8826 618 0,'11'-10'69'0,"4"2"226"0,6 3-286 0,1 3 3 0,7 2-3 0,2 0 5 0,3 3 5 0,4 0 3 0,2 1 15 16,3 0-5-16,0-2 7 0,-2 2-5 0,4-1 1 16,4-3 1-16,8 1-18 0,8 0 15 0,1 0-16 0,1 2 13 0,-3 0-1 15,-4 0-1-15,4 1-11 0,2-1 19 0,5 1-11 0,7-1 29 0,-2 1-7 16,-1 1-15-16,0-1-11 0,4 1 19 0,2-2-14 0,4 1 22 15,4 0-14-15,-4-2-15 0,5 2-14 0,2-1 5 0,2-1-2 16,4 1 20-16,-6-1-10 0,0 0-3 0,4-1-12 0,1 0 5 0,3 2-2 16,1-1 5-16,-9-2 4 15,-1-1-5-15,0-4-14 0,1 0 15 0,3 0-15 0,-4-3 26 0,-7 0 0 0,-3 1-3 0,2-2-30 16,0 0 24-16,0 0-22 16,-5-2 34-16,-12 1-2 0,0 1-10 0,-3-1-9 0,-1 0 7 0,-1 1-9 0,-6 1 1 0,-6 3 2 0,-5-1-7 15,-5 2-9-15,-5 0 18 0,-12 3-13 0,-4-2 18 0,-6 2-8 16,-3 1-13-16,0 0-50 0,-2 0-20 15,-4 1-5-15,-1 0-97 0,-2 1 9 0,0-1-14 0,-2 4-99 0,-1 0-65 16,3 7-29-16</inkml:trace>
  <inkml:trace contextRef="#ctx0" brushRef="#br0" timeOffset="26258">21754 8900 217 0,'-8'-14'180'0,"7"0"-93"0,1 3 102 0,3 2-151 0,4 4-7 0,2 1-39 0,2 2 35 0,0 2 3 0,3 0-10 0,1 0 11 16,3 2 27-16,2 0-18 0,4 3 33 0,1 1-10 0,2 0-13 0,6 3-22 16,4 1 15-16,4 0-13 0,2 3 25 0,-3-3-5 15,9 3-11-15,8-1-18 0,7-3 22 0,9 1-22 0,3-1 19 0,4 0-10 16,3-1-14-16,10-2-15 0,4-1 9 16,8-1-7-16,4 0 12 0,-1-2-1 0,3-2-9 0,5 0-7 0,4-2 2 0,0-2 0 15,2 0 7-15,-5-1-2 0,-1 0-2 0,3-2-9 0,1-2 11 0,-3 2-6 16,0-2 26-16,-9 0-3 0,-1 1-6 0,2-2-7 15,-3 0 18-15,-1 1-11 0,-3-1 31 0,-5 2-5 0,0-1-7 0,2 0-3 16,0 1 4-16,-2 1-3 0,-4 0 10 0,-5-1-9 0,-4 3-7 0,5 0-29 16,-5 0 17-16,-7 3-17 0,1 0 16 0,-8 1 4 0,-2 0-10 15,4 2-16-15,-9 2 16 0,-2 0-17 0,-3 3 14 0,-12 1 0 16,-1 0-8-16,-3 0-31 0,-4 4 7 0,2 0-16 0,-8 1-34 16,-7 3-17-16,-5-1-26 0,-2 4-96 0,-4 2-51 0,-6 2-11 15,-5 4 25-15</inkml:trace>
  <inkml:trace contextRef="#ctx0" brushRef="#br0" timeOffset="36958.41">5474 11291 441 0,'-3'7'115'0,"-2"3"144"0,1 5-149 0,-1 3-12 0,1 3-21 0,1 7 50 0,-1-2-24 0,3 2-25 0,-1 5-53 0,0-1 13 16,-1 3-29-16,2-2 6 0,0-4-5 0,0-3-6 0,1 1-36 16,0-2 12-16,0-2-21 0,1 0-39 0,1-3-41 0,1 2-46 0,0-2-136 15,0 2 175-15</inkml:trace>
  <inkml:trace contextRef="#ctx0" brushRef="#br0" timeOffset="37855.68">19620 17031 256 0,'-9'-1'47'0,"4"1"657"0,1 0-319 0,4 1 10 0,3 2-383 0,1-1 16 0,0 2-17 0,-3 4 42 0,-4 1-12 0,4 1-9 0,-3 4-34 16,0-1 17-16,3 1-21 0,-2 1 30 0,3 1-9 16,0 2-13-16,1 6-6 0,0 2 0 0,-1-1-1 0,0 6 2 15,0-7-17-15,1 1-7 0,-1 1-95 0,1 0-45 16,0 2 7-16,-1 0-249 0,2-2 246 0,3-4-22 0</inkml:trace>
  <inkml:trace contextRef="#ctx0" brushRef="#br0" timeOffset="58168.11">19703 17760 267 0,'0'0'18'0,"0"-3"10"0,1 1-48 0,3-1 32 0,0 0-30 0,1 0 48 0,0-3-3 0,1-1-15 0,0-1-5 0,2-1 6 0,1-2-4 0,3 0 12 0,-2-1-5 0,1-1-7 0,1 0-20 16,1-2 17-16,1 2-16 0,0-1 24 0,-1 0 2 0,2 0-1 0,0-1-1 15,1 1 11-15,-1 0-4 0,-1 1 24 0,-1 1-2 0,-2 0-10 16,1 1-13-16,1 0 9 0,-2 2-13 0,1 0 3 0,-1 2 1 16,0 0 0-16,0 0-3 0,-2 0-4 0,0 0 0 0,1-2-5 15,0 0-1-15,1 0 1 0,0 0-20 0,1-1 27 0,-2-1-22 0,-5-2 32 16,0 1-3-16,1-2-13 0,-1-2-3 0,7 0 4 0,1-1-2 15,-1-2 12-15,2 0-2 0,-1-5-7 0,1-4-4 0,0-1 10 16,-1-1-10-16,-1-3 5 0,1 1-5 0,1-2-5 0,0-2-5 16,0-1 15-16,-1-2-8 0,0-6 32 0,-4-1-6 0,0 0-12 15,-3-4-20-15,-1 4 18 0,-2 3-17 0,-2-2 21 0,-1 6-3 0,-1 5-10 0,-1-2-11 16,-2 0 7-16,-2-3-4 0,-1-4 15 0,-1-3 6 16,1-1-6-16,-4-2-18 0,0 0 24 0,0 3-23 0,0 3 21 0,1 4 1 15,-2 4-9-15,1-3-16 0,-2 1 21 0,-3-4-17 0,-1-1 33 16,-2-1-1-16,-1-3-10 0,-2-1-20 0,2 3 23 15,5-1-22-15,-2 5 30 0,-1 4-11 0,0 2-14 0,-7 2-3 16,1-2-3-16,-1 2 2 0,0 0-2 0,1 0 2 0,0 6-1 0,-2-3-23 16,-1 5 28-16,-2 0-25 0,0 1 33 0,0 3-12 0,-3 4-12 0,-2 0 10 15,-1 4-11-15,1 1 14 0,3 2-3 0,2 6 0 0,-2-1-2 0,-3 4-11 16,-5 4 13-16,-1-1-11 0,2 5 21 0,3 0-6 16,2 2-4-16,0 2 0 0,-1-1-6 0,3 1 7 0,-2 2 1 0,5-1 2 15,2 1 0-15,6 2-17 0,-2 3 20 0,0 2-18 0,0-1 21 16,-3 3-8-16,3 1-7 0,-2 2 2 15,2 6-1-15,-1-1 5 0,2 0 0 0,0 1 3 0,2 2-6 0,1 5-12 0,1 4 20 16,1 6-16-16,0 1 21 0,3 0-8 0,-1-1-8 0,0-1 0 0,-1 0 3 16,-3-1 2-16,1 0 6 0,2 1 2 0,-1 0-7 0,1 5-18 15,2 1 24-15,-1-3-22 0,0 0 25 0,0-4-5 0,6-3-11 0,-1 2 6 16,0 4 0-16,-1 1 4 0,-3 5 9 0,1 2-5 16,1-2-2-16,4 5-12 0,0-3 9 0,2-3-6 0,3 3 18 15,2 0 1-15,3 1-1 0,3 8-24 0,2 3 16 0,2-5-14 0,1-1 28 0,3-9-3 16,1-3-10-16,1 0-8 0,-3-2 5 0,-1-3-5 0,0-1 2 15,3-4-6-15,5-3-3 0,3-1 9 0,0-5-9 0,1-1 14 16,-1-5-1-16,0-4-2 0,0-3-1 0,4-3-9 16,1 0 12-16,5-3-10 0,2 2 10 0,0-4-7 0,0 1-10 0,4-3 2 0,0-1 7 15,-5-4 0-15,2 1 7 0,-2-4-4 0,1-1-10 0,6-1-18 16,-3-1 25-16,-1-1-20 0,1-1 24 16,-1-1 1-16,-2-1-11 0,1-1-25 0,-1-3 20 0,-2 0-19 15,1 0 28-15,-9-1-6 0,-2-2-12 0,2-2-14 0,0 0 18 0,3-3-14 0,-2-1 15 0,-5-1-9 16,0-1-11-16,1-3-38 0,-1 1 4 15,-1-1-11-15,3 0-29 0,-3 2-7 0,1 1-26 0,1 2-27 16,0 2 99-16</inkml:trace>
  <inkml:trace contextRef="#ctx0" brushRef="#br0" timeOffset="69060.78">24078 12134 217 0,'-8'-13'354'0,"-1"2"-207"0,-1 1 223 0,-5 2-281 0,5 2-73 0,3 3-10 0,1 2 27 0,3 1-8 0,0 0-14 0,2 0-11 0,0 4 6 0,0-2-4 16,0 3 24-16,0 0-3 0,1 3-6 0,3 4-17 0,-1 2 26 15,2 4-20-15,1 1 30 0,2 5-6 0,1 4-12 0,1 4-2 16,0 8 5-16,-1 4-2 0,1 3 12 0,-1 2-6 0,1-2-10 0,-6 3-10 16,-1-2 11-16,0 5-11 0,2 3 12 0,4 1-4 0,1 5-3 15,1 2-10-15,0 0 18 0,-1-1-11 0,0-3 26 0,1 3-1 16,2 4-13-16,-1 9-18 0,2 3 19 0,-4-1-19 0,-2-3 17 15,-2-2 3-15,-1 3-6 0,-1 8-19 0,-2 4 12 0,-1 0-14 0,-2-3 21 16,-2-4-6-16,0 2-3 0,-1 7-17 0,0-1 13 0,-2-4-8 16,-1-4 23-16,-1-5-10 0,0 0-13 0,1 5-6 0,1-3 18 15,-2-3-10-15,-2-6 18 0,4-8-1 0,0-1-13 0,0 4 0 16,1 1 4-16,2 0-3 0,-2-3 0 0,2-6 1 0,-1-3 1 16,1-5-10-16,1 1 7 0,-1-2-6 0,5 1 12 0,4-4 0 15,-1 2-5-15,3-1-12 0,-7-2 13 0,0-4-11 0,3-3 18 16,4-5 1-16,8 0-6 0,5-1-9 0,5-2 9 0,3 1-7 0,3-5 19 15,2-4 0-15,3 0-5 0,4 0-11 0,6-1 14 0,6 0-12 16,5-1 17-16,3 2-10 0,2-1-9 0,8 0-5 0,4-1 13 0,5-5-5 16,7-2 29-16,3 0-10 0,5-4-13 0,10 0-10 0,1-2 10 15,6-1-7-15,3-1 24 0,-3 3 3 0,3-3-1 0,8 1-15 0,3-1 17 16,2 1-16-16,1-3 23 0,-4-1-7 0,2-3-11 0,6-1-9 16,3-4 4-16,-3-1-3 0,3 0 3 0,-6-5-4 0,2-3-3 0,7-2-15 15,-1-4 14-15,-3 1-11 0,5 0 8 0,-11 0 5 16,-2 1-9-16,4-2-17 0,-6-2 21 0,-2 5-18 0,-8 1 18 0,-8 2-11 15,-12 2-17-15,-4 0-25 0,-10 3-1 0,-10 0-3 0,-2 3-17 16,-13 0 5-16,-10 3-48 0,-6-1-85 0,-11 5-33 0,-12-1-31 0,-8 3-1 16</inkml:trace>
  <inkml:trace contextRef="#ctx0" brushRef="#br0" timeOffset="69704">22177 13135 483 0,'1'2'59'0,"1"4"113"0,2 4-190 0,3 3 21 0,2 4-15 0,3 1 41 0,0 1 4 0,2 0-9 0,0 0 8 0,1 1 18 0,2-3-14 0,-1 1 15 0,0 0-6 0,1-1-3 0,1 1-31 16,3-2 9-16,1-1-9 0,-2-1 20 0,-1 0 0 0,0 0-6 0,1 1-24 15,0-2 15-15,0 1-18 0,-1 1 8 0,0 2 0 0,0 0-2 0,1-1-14 16,-5-2 9-16,-2 1-8 0,-1-4 19 0,3 3-3 0,5-1-8 16,3 2-34-16,0-1 9 0,0 0-18 0,-2-1-13 0,-3-1-24 15,0-3-14-15,-1-2-64 0,0 1-32 0,0-1 1 16</inkml:trace>
  <inkml:trace contextRef="#ctx0" brushRef="#br0" timeOffset="69954.78">22932 13101 551 0,'-6'-22'491'15,"4"16"-364"1,-3-6-42-16,5 20-136 0,-1-2 98 16,1 2-7-16,0 5-13 0,0 2 8 0,0 7 3 0,-2 3 1 0,-2 6 11 15,-1 4-10-15,-1 4-8 0,-3 10-26 0,-1 5 15 16,-1 6-14-16,0 0 17 0,-2 2 4 0,1 3-4 0,-3 9-5 0,1 4 17 15,-1 0-15-15,-1-1 11 0,1-9-5 0,-2 0-15 0,-1 4-20 16,0 1 18-16,1 3-16 0,0-1 21 0,2-5-2 0,1-3-8 0,3 0-50 16,3 4-5-16,2 1-17 0,4 2-57 0,1-6-18 0,1-4-26 15,3-4-184-15,6-1 222 0</inkml:trace>
  <inkml:trace contextRef="#ctx0" brushRef="#br0" timeOffset="70651.92">27319 16854 496 0,'-9'-26'510'0,"-1"3"-15"0,1 8-435 0,0 4-29 0,3 5 19 0,1 2-27 0,0 0 20 0,1 4-16 0,-2 1-14 0,0 6-21 15,-2 2 12-15,-1-1-5 0,-3 9 24 0,-1 2-4 0,-2 4-13 16,-4 8-9-16,0 0 12 0,-4 2-9 0,0 0 20 0,1 5-10 0,6 3-11 16,-3 7 1-16,-3 6 1 15,-2 2 2-15,-7-2-1 0,3-3 5 0,1-3-5 0,1-4-8 0,-1 0 10 0,0-2-11 0,0 2 11 16,2-1-4-16,0-2-7 0,-1 1 0 0,-2-4-4 0,-1-3 4 16,-1 0-17-16,1-6 0 15,3-2-9-15,5-1-48 0,0-4 9 0,-1-1-23 0,1-1-35 0,-5-5 0 0,4 0-11 0,2 1-66 0,0-2-52 16,2-1-11-16</inkml:trace>
  <inkml:trace contextRef="#ctx0" brushRef="#br0" timeOffset="70891.48">26522 17063 1119 0,'25'0'189'0,"-9"-2"-184"0,-4 2-6 15,-3 5 50-15,2 6 3 0,3 5 12 0,5 5 15 0,9 5-5 16,3 3 1-16,1 6-36 0,0 2 13 0,-1-1-20 0,2 2-5 15,-2-4-5-15,2-1-14 0,3 0-18 0,1 1 16 0,2-4-15 16,1 4 18-16,-9-5-2 0,0 3-10 0,3-3-1 16,1 3 5-16,3-3-1 0,-1 0 8 15,-5-1-8-15,0-3-7 0,0-2-8 0,1 0 10 0,0-3-2 0,-1-2 15 0,1-4-3 0,-1 0-9 0,3-2-21 16,-2-2 8-16,-5-1-11 0,-1-1-4 0,-3-2-6 0,1-3-7 0,4-1-24 16,-3-1-18-16,-5-1 7 0,-1-2-35 0,-5-1 10 0,0-3 4 15,-2 1-56 1,1-3-19-16,-1-2-18 0,0 1 36 0</inkml:trace>
  <inkml:trace contextRef="#ctx0" brushRef="#br0" timeOffset="75655.92">24470 16008 256 0,'-42'-15'19'0,"24"7"279"0,6 2-123 0,3 1 11 0,2 0-159 0,4 3 5 0,0-2-8 0,1 2-5 0,2 1-6 0,0-2-10 0,4 0-9 16,-1 0 10-16,1 1-8 0,2 1 10 0,0 0 1 0,1 0-6 0,1-1-4 0,-1 0 10 15,2 0-6-15,1 1 33 0,1-4 3 0,0 2 0 0,2-4-23 16,3-2 26-16,2-3-27 0,4-4 21 0,1-4-5 0,2 0-10 0,-4-4-22 16,3-5 11-16,1 0-9 0,2-3 19 0,5-1 0 15,-2-1-10-15,3 1-12 0,1 0 15 0,5 0-15 16,2-3 14-16,1 2 3 0,2 0-2 0,2-8-11 0,-3-3 14 0,3-1-11 16,0-2 23-16,-3 2 2 0,5 0-9 0,4-1-1 0,2 1 3 15,5 0 12-15,5-4 24 0,-1-4-4 0,0-8 1 0,2-8-19 16,-1-4 2-16,7 2-6 0,7 3 1 0,1 1-10 0,2-5-5 15,2-11-21-15,0-3 12 0,-1 1-9 0,6 8 20 0,0 9-7 0,-3-6-12 0,1-5 2 16,-3-4 7-16,-2 3 1 0,2 9 23 0,0 10-5 0,-2-2-4 0,1-9-12 16,-1-6 7-16,0-3-6 0,3 3 14 15,3 10-12-15,0 1-8 0,3-12-14 0,1-3 16 0,-1-5-9 0,3 2 18 0,-1 13-6 16,-1 1-12-16,0-6-3 16,-2-2 0-16,0-7-1 0,0 3 3 0,-6 13-8 0,-1 5-5 0,-1-3 2 0,-5-1-2 15,-2-3 5-15,-4 2-14 0,-9 9-4 0,41-37-108 16,-102 91-73-16,82-54 255 0,-46 34-206 0,-10 3-48 15,-6 2-44-15</inkml:trace>
  <inkml:trace contextRef="#ctx0" brushRef="#br0" timeOffset="76900.5">27425 13823 470 0,'-17'-18'126'0,"0"4"166"0,0 2-193 0,3 3-32 0,3 4-16 0,2 1 4 0,2 3-8 0,2 0-15 0,1 1-12 0,2 1-7 16,1 0 1-16,1 3-9 0,0 1 0 0,2 3-2 0,1 1-20 15,0 3 24-15,1 0-20 0,1 6 29 0,1 0-1 0,0 0-11 0,1 3-14 16,0 2 10-16,-1 0-10 0,1 4 25 0,-1-1-4 16,-1-1-6-16,1 0-16 0,-1 1 18 0,0 2-16 15,-1 4 19-15,-1 0-2 0,0 1-9 0,0 5 0 0,0-5-3 0,0-1 4 0,2 0 2 16,-2-6 1-16,0 0-1 0,1 0-15 16,-1 0 3-16,-2 0-12 0,0 0-31 0,-1-5 16 0,0-3 1 0,0-3 23 0,0-4-11 0,-1 0 6 15,0-5-37-15,0-1-9 0,-1 2-10 0,1-4-74 0,-2 1 2 16,2-2-21-16,0-2 71 0</inkml:trace>
  <inkml:trace contextRef="#ctx0" brushRef="#br0" timeOffset="77338.08">27331 13747 274 0,'-9'-21'46'0,"-1"3"-28"16,0 4-6-16,1 1 52 15,1 4 10-15,3 0-8 0,-1 0 8 0,1 1-4 0,2-1-13 0,2 2-31 16,0-2 29-16,1 1-30 0,2 0 18 0,1 1-11 0,4 0-16 0,1-1-6 0,1 0 3 16,2-1 1-16,2 1 15 0,1 0-5 0,2 1-7 0,2-1-8 0,2 1 9 15,3 0-10-15,1 0 4 0,3 1 0 0,4 0-4 0,2-1 2 16,1 1-3-16,-3 1 2 0,2-2-5 0,-4 3 3 0,0-1-2 0,4 1-18 16,-6 4 24-16,-2 0-23 0,-4 0 23 15,-2 6-4-15,-3-3-12 0,-4 5 0 0,-2 0-1 0,-1 1 4 0,-3 1 9 0,-2 0 0 16,-2 0-2-16,-2 5-6 15,-3-1 8-15,-3 2-7 0,-3 3 15 0,-3 1-4 0,-1 5-2 16,-4 1-1-16,-1 3 3 0,-3 1 0 0,-1 3 3 0,0 0-1 0,-3 3-7 0,-4-3-6 0,0 1 13 0,-1-4-11 16,3-3 18-16,8-2-6 0,3-5-5 0,-1-1-2 0,2-5-2 15,-1 1 4-15,4-5 11 0,5-1-2 0,2-2-1 0,2 2-16 16,2-4 9-16,2 2-10 0,3-2 8 0,0 0-1 0,3 0-2 0,3-1-18 16,4 3 19-16,1-1-13 0,2 3 28 0,-1 1-3 0,-4 0-15 15,3 1 23-15,4-1 10 0,6-2-4 0,6 0-5 0,3 1-6 16,-1 0-9-16,0 0-12 0,3 2 3 0,0-1-2 0,2 1 12 0,1 1-3 15,3-1-5-15,2 2-10 16,0 1 11-16,-9 0-10 0,0 0 4 0,-6 1 1 0,-3-1-4 0,2-3-33 0,-6 1-1 0,-3 0-13 16,-4 4-41-16,0 2-22 15,0-2-21-15,-1 4-116 0,3-4 146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52:08.01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9353 12468 164 0,'-3'-2'-30'0,"-2"-2"-69"0,2 3 73 0,0-1 31 0,2 2-10 0,0 0 16 0,1 0-1 0,0 0-3 0,0 0-21 0,0 0 20 0,2 0-18 0,1 0 22 0,-1 0-4 15,2 2-9-15,1-2-6 0,2 0 4 0,-1 0 1 0,3 0 24 16,0-2-3-16,3 2-7 0,1 0-24 0,1-1 30 0,0 0-26 16,1 0 33-16,0-1-12 0,1 1-13 0,3 0-13 0,-1-1 11 0,-1 2-1 0,1 0 28 0,-1-1-1 0,1 1-18 15,0 0-8-15,2-1 26 16,1 1-22-16,0 0 20 0,-2 0 0 0,-6 0-8 0,2 0-15 0,-1 0 16 16,3 0-12-16,6 0 35 0,-1 0-3 0,-1 0-12 0,3 0-19 0,0-1 32 0,1-2-25 15,4 1 39-15,1 0-15 0,5-2-15 0,1 1-8 16,2-1 1-16,2 0 4 0,1 1 16 0,-8-1-8 15,1 1-10-15,2-2-14 0,2-1 7 0,6 1-7 0,1 3 7 0,-1-1-3 0,3 1-2 0,2 0-20 16,3-2 20-16,-2 1-12 0,-1-1 31 0,-9 2-6 0,-1-1-15 16,2-1-8-16,3 1 18 0,4-1-13 0,2 2 10 0,-1 1 0 0,1-2-7 15,3 2 1-15,-2-1 2 0,-7 1 1 0,1-1 6 0,-2 2 0 16,0-3-3-16,11 2-19 16,-2-2 20-16,3 1-18 0,2 0 25 0,-1 2-6 15,-2-2-10-15,-4-1-11 0,1 1 13 0,-3-1-7 0,3-1 21 0,4-1-3 16,1-1-12-16,5 1-6 0,1-3 14 0,-2 0-10 0,-10-1 5 15,-1-1 2-15,-3-1-6 0,1-2 3 0,9 0-2 0,-2-1 2 16,1 2 5-16,1 1-2 0,-1-1-1 0,0 2-25 0,-8 1 27 0,1 0-23 16,-3 1 34-16,1-1-5 0,6 2-11 0,3-2-13 0,1 1 13 15,3 0-8-15,-3 3 25 0,-8 0-4 0,4-1-15 0,-1 1 1 0,2 0 6 0,6-2-4 0,-2 1 1 0,-1 1-1 16,2 1-1-16,3-1-20 16,-6 1 21-16,-1-1-15 0,-2-3 37 0,-2 0-3 0,6-1-18 0,2-1-11 0,2 0 15 0,2-2-15 0,-1 1 18 31,-10-2-4-31,1 2-3 0,1-4-12 0,1 1 10 0,4 3-5 15,-2 1 23-15,1 1 2 0,3-2-11 0,-2 1-30 0,-4-3 38 16,-1-1-35-16,-2 0 50 0,-2-1-11 0,5 1-15 0,2-2 8 0,0 2-9 0,0 0 13 0,-1-2 3 0,-8-1 2 0,-5 2 0 0,3-2-27 31,-2 2 27-31,-1 1-25 0,3 1 37 0,-4 1-5 0,-3 2-10 0,2 1-22 16,1 0 13-16,-2 1-10 0,0-1 33 0,-4 3-8 0,-8 0-12 16,2-1-19-16,0 0 13 0,1 1-12 0,4 1 12 0,0-2 1 15,-4 1-5-15,3 1-22 0,0-1 15 0,-1 2-14 0,1-1 28 16,-3 2 1-16,1 1-6 0,3-1-13 0,-2 1 13 0,-3 0-12 15,-3 1 11-15,-8-1-5 0,-4 0-5 0,2 1-2 0,2 0-5 0,2-1 7 16,-1 2-3-16,-1 0-27 0,-2 0-15 0,2 0-82 0,-4 0-27 16,1 0-8-16</inkml:trace>
  <inkml:trace contextRef="#ctx0" brushRef="#br0" timeOffset="7132.75">19175 14247 256 0,'0'-16'-9'0,"0"7"-109"0,0 0 54 0,0 0 0 0,1 2 64 0,-1-1 0 0,2 0 0 0,0 1 0 0,-1 0 0 0,0 0 0 0,0-1 0 0,1 2 0 0,1-2 0 0,-1 0 2 0,1 0 1 0,-1 0 0 15,2-1-6-15,-1 1 9 0,1-1-9 0,0 0 3 0,1 0 2 16,0 0-3-16,1 0 0 0,-2 0-2 0,2-1 2 0,-2 1 3 15,1-1 3-15,2-1 2 0,-1 1-14 16,2-1 10-16,1-2-9 0,0 0 8 0,0-1-2 0,1-1-2 0,3-1 1 0,-1 0-4 0,0-4 5 16,3 5 5-16,-2 0 1 0,2-2-2 15,2-1-10-15,0-1 7 0,-2 0-8 0,1-2 10 0,-1 3-3 0,-1 0 0 0,2 0 0 0,0 1-6 16,0-3 8-16,-1 1 1 0,1-1-1 16,0 0-2-16,1 2-5 0,-1-1 6 0,0-1-4 0,-7-1 3 0,0 1 0 15,0-2 0-15,1-4 0 0,7 0-2 0,0 0 2 0,0 2 3 16,-2 1-2-16,-1-2 0 0,-1 2-3 0,1-2 7 0,-1-2-5 0,1 1 3 15,0 2-2-15,2-2-1 0,2-1 6 0,1 0-6 0,1 3 8 0,1 1 2 16,0 0-1-16,1 1 1 0,3-2-32 0,2-2 35 0,1-2-31 16,2 0 36-16,-2 0-1 0,-1 1-16 0,-5 1-11 0,0 1 5 15,2-1-6-15,-2 1 18 0,6-2 6 0,-1 1-4 0,0-2-37 0,1 1 41 16,2 0-38-16,-1 2 48 0,0 3-4 0,0 1-11 0,1-2-3 16,1 1 17-16,-2-1-9 15,1 0 22-15,-2 0-3 0,-1 0-17 0,-3 0-24 0,-2 0 29 16,3-1-27-16,1 1 21 0,4-2-2 0,2-1-12 0,-1-1-11 15,3 1 10-15,1-1-6 0,0 3 19 0,1 0 4 0,1 2-12 0,3-1-17 0,-1 4 23 0,-2-2-24 0,-8 1 16 0,-1-1 2 16,0 1-5-16,3-1-12 16,2-1 11-16,0 1-8 0,-3 1 26 0,1 4-2 15,-1 0-9-15,4 1-32 0,-1 0 33 0,1-3-28 0,2 2 45 0,-1 1-10 16,1-2-13-16,-6 3-16 0,2 0 12 0,0-1-6 16,3 1 27-16,3-2-5 0,0 1-12 0,2 1 1 0,-2 0 6 15,2 2-5-15,1 2-2 0,-3 1-7 0,0 1-3 0,0 0 0 0,-2 1 2 16,-6 1 6-16,1 1 13 0,-2-3 3 0,1 3-10 0,7-2-15 0,-4 2 24 0,-2 0-22 0,0 0 16 0,-1 1-3 0,0 2-7 31,2-1-20-31,-2 2 21 0,0 1-14 0,3 1 39 0,-3 2-1 16,-1-1-14-16,-5 1-19 0,1 2 18 0,2-3-19 0,1 4 19 0,4-3-6 15,1 1-3-15,1 0-2 0,-1 0-3 0,2 0 7 0,0 0 7 16,-1-2 0-16,1 2-4 0,3-1-24 0,0 0 29 0,-2 3-25 16,-7-4 38-16,-3 4-8 0,2-2-13 0,3 3-5 0,6 0 1 15,1 2 1-15,-2-1 9 0,0 2 3 0,4 1-6 0,1 0-16 0,2 3 21 16,2 0-19-16,-1 0 21 0,-3-2-8 0,-5-1-9 0,1 3 7 15,0 1-6-15,2 0 11 0,4 3 1 0,-2 0 2 0,-2 2-1 16,2 3-22-16,-1-1 25 0,-2 2-22 0,-1 1 28 0,-2 2-9 16,-4 3-9-16,-4 1-19 0,-6 2 21 0,1 3-11 0,0 3 30 0,5 3-1 15,-1 4-18-15,1 4-23 0,-1 1 32 0,2-1-27 0,1 1 36 16,-1-3-1-16,2 1-16 0,4 10-7 0,2 3 6 16,3 3-5-16,2 3 12 0,-3-4 1 0,-7 0-7 0,4 6-7 0,0 5 11 15,2 5-11-15,6 2 6 0,-5 0-1 0,1-6-3 0,2 1-10 16,-2 2 11-16,-1 2-7 0,-1 0 20 0,-1-4-5 0,-1-5-10 0,-7-3-18 15,-2-4 25-15,2 1-18 0,1 0 27 0,7-2-2 16,-1 0-12-16,1-5-13 0,0-2 17 0,0-2-12 0,2-3 21 0,1 1 3 16,3 0-13-16,4 4-90 0,0 0 47 0,-6 0-52 0,3-4 95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52:29.43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28080 17111 256 0,'20'3'12'0,"-11"0"67"0,0 1 4 0,3 1-22 0,-3 0 22 0,2 1-32 0,0 2 40 0,-3-1-16 0,0-1-20 0,1 2-41 0,-1 1 19 0,1-2-23 16,0 1 16-16,0-2-8 0,0 1-9 0,-2 0-15 0,3 1 12 0,-1 0-7 15,2-1 26-15,-1 2-6 0,1 0-10 0,2 4-11 0,1-1 10 16,-1 3-10-16,1 0 10 0,-1 2-8 0,1 0-6 0,-1 1 5 16,2 0-9-16,-1-4 12 0,1 1-2 0,1-1 3 0,-2-1-2 0,1 0-30 15,1-1-4-15,-2-1-17 0,1 0-93 16,-3 1-50-16,-1-2-43 0</inkml:trace>
  <inkml:trace contextRef="#ctx0" brushRef="#br0" timeOffset="302.24">28743 17128 1371 0,'-25'-6'-21'0,"12"5"33"0,1 1 0 0,4 4-9 0,-1 1-22 0,2 2 27 15,0 2-25-15,-1 2 33 0,2 3-6 0,2 0-10 0,1 6-22 16,-1 5 19-16,2 1-14 0,0 1 40 0,1 3-9 0,1-1-13 0,-2 2-12 0,1 0 12 0,0-3-8 16,-2 0 19-16,1 2-6 0,-2 2-8 0,1 3-8 0,-2 2 10 15,1 1-4-15,-1-3 17 0,0 0-1 0,-3-3-11 0,0 1-25 0,-1-2 30 16,5-2-24-16,-1 0 36 0,1-5-7 0,-2-2-15 0,-6-2-7 16,0-2 7-16,0-1-4 0,2-1 8 0,0 0-14 0,2 0-15 15,0 2-50-15,2 0-28 0,0 1-7 0,0-1-107 16,0 2 54-16,1-4 28 0</inkml:trace>
  <inkml:trace contextRef="#ctx0" brushRef="#br0" timeOffset="729.14">28414 16783 103 0,'-1'0'51'15,"-4"-1"-22"-15,-1 1 41 0,1 0-47 0,-1 0 25 0,3 0-23 0,-2 0 15 16,2 0-4-16,1-2-13 0,0 2-25 0,-2-1 22 0,3 1-18 16,0 0 46-16,1-1 3 0,0 1-8 0,-1-2-4 0,1 1 19 15,0 0-20-15,0 0 5 0,1-2-5 0,0-2-9 0,1 1-9 0,1-2 0 16,0-1-1-16,1 1 6 0,0-2 3 0,1 0 1 0,1 0-22 16,-2-3 24-16,3 2-24 0,-1-1 25 0,1 0-10 0,-1 1-10 15,1-1-11-15,2 1 9 0,0 0-3 0,0 0 19 0,0 2-3 0,1-2-12 16,2 4-2-16,0-1 5 0,1-1-5 0,-2 2 3 0,-1 1-4 15,1-1-1-15,-2 2-14 0,-2 3 6 0,2 0-5 0,-6 0 18 16,0 2-3-16,0 4-9 0,2 1-15 0,6-1 19 0,0 3-15 0,1-1 24 16,0 2-5-16,1 2-8 0,1 1-14 0,-1-1 7 0,1 2-5 15,-1 2 16-15,1-3-5 0,-1 1-11 0,2 0-131 0,-1 1-57 16,3-2-31-16</inkml:trace>
  <inkml:trace contextRef="#ctx0" brushRef="#br0" timeOffset="7129.9">23862 12584 217 0,'-13'-9'26'0,"-3"2"-23"0,1 1-6 0,0 2-13 0,4 1 31 0,1 1-23 0,1 1 40 0,2 1 0 0,0-2-10 16,0 2-9-16,2 0 12 0,-1 0-14 0,3 0 3 0,-1 0-2 15,3 0-2-15,-1 0-6 0,2 0-10 0,-1 2 6 0,-1 0 0 16,1 3 1-16,-1 0 5 0,0 6-12 0,1 1 12 0,-1 3-12 0,0 2 16 16,-2 7-4-16,0 0 0 0,0 4-6 0,3 3 1 0,2 2 2 15,0 2 15-15,2 2 1 16,-1 0-5-16,-1 6-14 0,2 3 22 0,0 2-19 0,0 2 24 0,0 4-12 0,2 2-10 0,1 7-4 0,3 3-1 15,-2-3 3-15,3 0 8 0,1-6-2 0,-1 3-4 16,2 7-14-16,3 3 14 0,1 3-14 0,4-1 13 0,0-9-8 0,1-3-6 0,2 1 0 16,1 3 5-16,3 0-2 15,1 2 19-15,2-4-7 0,-1-5-7 0,0 2-54 0,-6-4 4 16,-2-2-23-16,0 3-60 0,0-4 33 0,7 1-8 0</inkml:trace>
  <inkml:trace contextRef="#ctx0" brushRef="#br0" timeOffset="7732.08">30748 12545 224 0,'0'-10'26'0,"-1"-2"6"0,1 3 46 0,0 4-14 0,1 2-2 0,0-1-27 0,2 1 19 0,-1 1-20 0,0 2 13 0,-1-2-15 0,0 2-11 0,1 0-26 0,0 0 10 16,-1 2-5-16,2-1 34 0,-1 1 0 0,2 4-9 0,0 1-9 0,1 3 33 16,-2 1-26-16,4 5 33 0,-1 2-7 0,-1 4-13 0,3 6-16 15,1 7 13-15,1 7-11 0,0 4 17 0,0 3-2 0,-1 1-12 0,4 2-33 16,-2-1 29-16,1-1-28 0,2 0 31 0,0 0-8 0,1 4-14 16,0 5-6-16,-2 0 4 0,-1-2 0 0,-2-5 16 0,-1-6-4 15,-3-3-8-15,-4-2-9 0,-3-1 10 0,-8-1-9 0,-3 1 12 16,-7-1 0-16,-5 0-5 0,-1 0-3 0,-6-1 2 0,-2-1 1 15,-1-4 20-15,-3-3-5 0,-3 1-2 0,0-1-30 0,-5 2 17 0,2 0-18 16,3 0 28-16,-2-2-9 0,1-1-7 0,-3-1 1 0,-2-1-7 16,4-1 9-16,3-2-10 0,2-1-9 0,-2-1-11 0,-5 1-51 15,-2-2-26-15,-5 2-10 0,-1-2-202 0,-2-1 193 0,-4-2-35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52:59.91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15960 7659 111 0,'-38'-32'-51'0,"-5"-2"37"0,2 4 16 0,0 3 24 0,-2-2 4 0,1 1-7 0,-1 0-14 0,3-3 4 0,-3-1 2 0,-3-1 3 15,-5 2 5-15,-2 3-3 0,-1 1-10 0,-3 2-27 0,-2 0 31 0,-2 0-28 16,2-3 33-16,2-4-8 0,-1-3-14 0,-5-1 3 0,-5 0-2 15,-2 2 4-15,1-1 9 0,2-1 1 0,2 1-2 0,-4 1-11 16,-3 4 17-16,-2 3-15 0,-7 6 18 16,1 3-3-16,1 2-7 0,-9-2 9 0,1 5-8 15,-3 1 10-15,-5 2 3 0,4 4-4 0,0-2-1 0,-7 3-13 16,2 4 13-16,-5 1-13 0,-1 2 11 0,6 2-6 0,-2 1-7 0,-1 4-5 0,-2 1 11 0,-4 3-6 0,2-3 18 0,2 4 2 31,0 2-10-31,-6 4-3 0,1 3 10 0,-1 4-13 0,-3 5 7 0,5 4-2 0,0 6 2 0,-3 3-5 0,-2 0-3 0,-1 1 4 16,-3 0 3-16,7-4 0 0,1-1-2 0,-3 2-32 15,1 4 32-15,5 3-28 0,2 2 38 0,8 0-10 16,3-2-16-16,-2-1 7 0,1 1-4 0,4-4 6 0,7 1 0 0,3-4 1 16,3 4-5-16,2 10-22 0,3 3 25 0,3 0-20 0,7-5 35 0,4-4-4 15,2-5-13-15,4-1 1 0,-1 3-2 0,3 2 3 0,2 3-5 16,6 2 4-16,6 2 0 0,4-2-27 16,4-3 36-16,3-1-31 0,0-4 44 0,1-3 2 15,3 4-11-15,4 6-2 0,3 1 4 0,5 3-6 0,3 1 12 16,3-7-2-16,0-2-1 0,3-2-25 0,3-3 24 0,3 4-21 0,4-1 30 15,4 1-11-15,3 1-14 0,5 0 4 0,4-2-7 0,5-7 8 16,4 0 3-16,6-2-1 0,2-2 0 0,3 5-7 0,6 2 12 16,-3 4-10-16,-1 4 15 0,1 1-7 0,1-1-5 0,10-1 12 15,7-6-8-15,3 1 21 0,2-5 3 0,-14-2 0 0,0 2-23 0,3 1-19 16,6 5 30-16,10-3-23 0,4 1 41 0,-4-6-11 0,-4-4-20 0,-2-3-10 16,5-6 15-16,8 0-10 0,5 1 19 0,-4-1-7 15,-5 5-13-15,5-1-21 0,9-4 26 0,5 4-20 0,4-1 33 0,-7 0-5 16,-3 0-11-16,125 23 1 0,-218-50 13 0,221 37-28 15,-115-24 14-15,3-1 0 0,5-2-15 0,0-3 20 0,-2-1-17 16,0-4 22-16,-3-2-6 0,0 0-11 0,0-2-6 0,1-5 10 0,3-4-4 16,-1-3 25-16,-12-5-4 0,-1-3-11 0,7-7-20 0,1-7 24 15,-1-4-19-15,-3-1 27 0,-4-4-8 0,3 1-15 0,5-6-7 16,-1-6 10-16,-3-1-4 0,3-3 17 0,-3-2-2 0,-1 2-8 0,4-1-20 16,-3 1 21-16,3 1-18 0,1-4 27 0,-9 1-1 0,-3-7-10 15,4-3-13-15,2 1 6 0,-2 1-7 0,-9 1 19 0,-11 2-1 16,-4-3-3-16,2-10-12 0,0 1 11 0,-9 4-11 0,-6 0 14 15,-12 5-3-15,-9-2-4 0,-3-10 0 0,-5-3 2 0,-6 1 0 0,1 4 2 16,-10 5-1-16,-5-1-6 0,-7-5-17 0,-4-7 26 0,-4 1-18 16,-3 5 34-16,-5 4-12 0,-4-5-16 0,-9-3-17 0,-6-7 12 15,-8 5-6-15,-6 7 28 0,-4 6-3 0,-3-1-6 0,-6-4-22 16,-10-3 21-16,-3 7-18 0,-10 10 27 0,-4 11-5 0,0 7-7 0,-7-1-11 16,-5 2 5-16,-5 1-2 0,-6 3 14 0,6 8 1 0,2 1-5 15,-1 3-12-15,4-1 14 0,-2 3-13 0,4 3 19 0,8 1-4 16,4 3-6-16,-75-16-7 0,151 34 15 15,-151-24-11-15,82 14 6 0,4 0-1 0,-1 1-12 0,5 2-2 0,2 3 3 0,-1 0-7 16,5 5 1-16,1 0-32 0,-1-2 6 0,5 3-13 0,2 0 12 16,4 0-10-16,2 2 0 0,1 0 6 0,1 1-25 0,2 3-13 15,4 1-4-15,2 0-52 0,5 0-5 0,0 2-1 0</inkml:trace>
  <inkml:trace contextRef="#ctx0" brushRef="#br0" timeOffset="93168.22">11537 17611 382 0,'11'-8'78'0,"2"-1"97"15,5 4-141-15,2 2-18 0,2 0-16 0,2 3 3 0,-4 1 3 16,3 1-4-16,3 0-20 0,5 1 22 0,6-1-17 0,6-2 29 0,-1 0 0 31,9 0-17-31,6 1-13 0,1-1 17 0,0 3-17 0,-7-2 15 16,1 2-5-16,-1-2-4 0,4-1-13 0,7 1 14 0,4-1-5 15,1 2 31-15,-3 0 0 0,-5 2-12 0,0 0-12 0,-4 2 17 16,1-1-16-16,5 3 27 0,3 1-5 0,0 0-2 0,1 3-11 0,-6 0 6 16,-6 0-1-16,-1 2 12 0,-4-1-3 0,1 1-11 0,6-3-8 15,-1 2 14-15,0-3-14 0,-1-1 6 0,-5-2-6 0,-3-2-10 0,-4-2 3 16,0-1 3-16,1-2 2 0,-3-2 13 0,4-5 1 0,-2-1-4 15,4-2-8-15,1-1 4 0,0-1-7 0,-1 1 2 0,-3-1-2 16,-4 2 3-16,-3 0-3 0,-3-1 0 0,-1 2 1 0,-2 0 4 16,0 3 4-16,-3 0-5 0,-4 1-16 0,-3 1 25 0,-1-1-22 15,-4 3 22-15,-3 0-2 0,-3 0-9 0,-4 2-9 0,0-1 4 0,-4 1-2 16,0 0 26-16,-2 0-3 0,-3 1-1 0,-1 1-28 0,-3-1 14 16,-2 0-17-16,-2 1 1 0,-1 0-5 0,-1-1-12 0,-3 2-35 15,-2-2-3-15,-1 1-9 0,-4-2-40 0,2 0-10 0,-4 0-22 0</inkml:trace>
  <inkml:trace contextRef="#ctx0" brushRef="#br0" timeOffset="93595.09">10895 17625 1013 0,'-33'-7'-10'0,"20"1"45"0,5 1-14 0,4 3 4 0,2 0-40 0,3 2 1 0,3 0-4 0,1 3 18 0,5 1 3 0,4-2-1 0,4 4-13 0,3-1 15 0,6 0-14 0,5 1 20 0,1 2-5 0,5 0-5 0,3 2-15 16,3 1 14-16,-3 2-10 0,5 1 24 0,0 0 1 0,5 0-9 0,13 0-20 15,1 1 23-15,2-3-20 0,3-1 33 0,-7-1-5 0,-4-1-7 16,2-2-14-16,2 1 12 0,3-5-5 0,7 1 32 0,0-2-8 16,-1 1-13-16,0-1-16 0,-4 2 9 0,2-3-10 0,4 1 9 15,1-1 2-15,2 3-2 0,0 0-16 0,-6-2 11 0,-4 3-10 16,2-3 18-16,-2 0 1 0,2-1-9 0,3 1-18 0,-5-2 17 0,-8 1-18 16,2-1 15-16,-7 0 0 0,1 0-6 0,6-3-21 0,-3 1 18 15,0 1-15-15,0-1 37 0,-8 1-5 0,-7 0-7 0,2-2-19 16,-4 1-1-16,-1 0-6 0,1-2-8 0,-4 2-4 0,-2 1 1 0,1-2-37 15,-2 2-2-15,-3-1-4 0,-4 2-19 0,-2 0-12 16,-5 0-20-16</inkml:trace>
  <inkml:trace contextRef="#ctx0" brushRef="#br0" timeOffset="93976.4">11250 17826 1070 0,'-20'-24'-35'0,"17"11"62"16,6 3-13-16,8 2-12 0,4 2-5 0,4 1-4 0,5 0 5 0,4-1 8 0,4 4 3 0,6-2 1 0,8 1-13 15,9 1 11-15,8 1-13 0,6 1 11 0,1 0-5 16,4 3-1-16,9-1 17 0,7 2-8 0,4-1 15 0,-2-3 2 0,-6 2 5 0,-3-2 0 16,4-2-2-16,4 0 22 0,-1-2-18 0,-3 0 9 0,-11-2-10 15,1-1-17-15,4 1-4 0,2-2 0 0,1 1 1 0,-8 0-5 16,-4 0-2-16,-2 0-4 0,5-1-14 0,3-1 23 16,-4 3-18-16,-1 0 23 0,-13 1-6 0,-2-2-13 0,-2 2 4 0,-3-1-5 0,3 0 5 15,-3 1-8-15,-5 2-2 0,-2-3-1 0,-2 4-17 0,-5-2 12 16,-4 1-10-16,-9 3 12 0,-6-2-8 0,-3 1-10 0,-1-2-26 0,3 0-13 15,-2 2 3-15,-1-1-32 0,-6-2-22 0,-1 0-14 0,-4-2-108 16,2-1 142-16</inkml:trace>
  <inkml:trace contextRef="#ctx0" brushRef="#br0" timeOffset="99480.75">8414 15020 217 0,'4'0'-9'0,"0"0"-5"0,3-1-33 0,0-1 30 0,0-1 21 0,2-1-10 0,-1-1 11 0,1-2 5 0,0-2 2 0,0-2-26 0,0-3 37 16,1-4-28-16,-1-2 54 0,-1-1-12 0,0-1-16 0,-1-5-10 15,-1-2 13-15,0-3-7 0,0-3 21 0,-1 0 2 16,2 1-10-16,0-1-24 0,1-2 34 0,-1 0-31 0,2-3 38 0,0 2-9 0,0-6-13 0,0 0 1 15,-1-4-2-15,1-5 5 0,-1-1 0 0,0-3-2 16,0-3-6-16,1-8-27 0,-1-6 25 0,2-7-23 0,-7-4 23 0,3-1-6 16,1 1-13-16,0-5-3 0,8-4 3 0,-3-1 0 15,4-1 4-15,-1 5 5 0,1 1-7 0,1-8-23 0,-2 3 32 0,-3-2-30 16,3 4 36-16,-3 10-11 0,2-3-15 0,-1-3 3 0,-3 0-4 16,2 2 6-16,-2 4-3 0,0 4 6 0,-1-3-4 0,0-3-17 15,-4-2 27-15,0 1-24 0,0 1 24 0,0 5-5 0,1-6-13 0,-3-6-21 16,0 0 16-16,2 3-14 0,-2 6 16 0,2 0 2 0,-2 0-12 0,-2-4-16 15,-1 2 14-15,0 8-18 0,-1 7 7 0,-2 3-1 0,-2-3-1 16,-4-4 14-16,-2 1-3 0,-3 7 12 0,1 7 20 0,-2 11 2 16,1 4-1-16,-1-1-22 0,-1-1 27 0,-2 4-22 0,-3 1 36 15,-1 5-12-15,-4 6-10 0,-3 0-19 0,-4 5 12 0,4 7-5 0,-3 6 24 16,-1 4-5-16,-2 7-14 0,-9 2 1 0,0 6 10 0,-1 6-4 16,2 2 8-16,2 5-4 0,0 5-4 0,-4 3-24 15,-2 1 21-15,-4 2-14 0,-2 1 43 0,1-2-5 0,-2 0-14 0,-4 0-2 16,4-1 22-16,2-1-13 0,-1 0 32 0,2 1-8 0,-1 0-12 0,-3 4 15 15,-2 6-3-15,1 6 6 0,-1 3-7 0,4 1-2 16,3 0-7-16,-2-1-23 0,-1-2 34 0,-2 3-28 0,0 0 37 0,6 2-9 16,-2 8-15-16,1 10-23 0,-1 4 18 0,4 0-15 0,2-5 28 0,6-7-5 15,2 2-11-15,-1 7-16 16,1 8 15-16,2 2-14 0,3-2 17 0,2-7-7 0,3-3-5 16,-3 10-12-16,3 8 9 0,0 3-5 0,1 3 15 0,2-9-3 0,-14 96-30 15,37-187 48-15,-28 218-52 0,18-105 37 0,2-7 2 0,-3 127-50 0,11-225 2 16,-4 248 30-16,4-117 7 0,1 1-4 0,0 2-7 0,2 16-23 15,1-4 23-15,3 0-19 0,-1 6 34 0,1-12-8 0,2-6-8 0,1 2-2 16,2-7 3-16,3-8 3 0,0-7 7 0,1-12 2 16,23 84 5-16,-38-188 38 15,48 174-70-15,-21-94 41 0,1-14-4 0,4-6-5 0,1-2-1 16,0 2-2-16,1 0 3 0,2 4 5 0,-2-6-6 16,7-6-3-16,3-5-17 0,4-5 16 0,4-7-12 0,4-5 21 0,-4-5-6 0,0-4-9 15,-5-3-3-15,-1-5 5 0,-2-3 0 0,1-6 9 0,4-2 0 16,2-2-7-16,5-6-11 0,3-7 16 0,-1-6-15 15,-2-3 17-15,-5-5-2 0,-1-8-7 0,3-8-18 0,4-12-2 0,8-5-5 16,4-11-9-16,2-2-30 0,-2-4-15 0,0-7-111 0,-2-12 108 16</inkml:trace>
  <inkml:trace contextRef="#ctx0" brushRef="#br0" timeOffset="102658.78">9348 14270 256 0,'-15'-2'-1'0,"8"0"4"0,1 1 6 0,3 1 5 0,1-2-5 0,0 1 25 0,0 0-18 0,1 1 29 0,0-2-21 0,1 2-20 0,-1-1-7 16,1 0 1-16,0 1 4 0,0 0 20 0,0 0-3 0,0 0-11 0,0-1-22 16,0 1 26-16,0 0-23 0,0 0 31 0,0 0-9 0,0-2-12 15,1-2-7-15,3 4 2 0,-1-1 3 0,3-3 15 0,0 1-1 16,2 0-5-16,2-3-10 0,0 0 10 0,3 0-11 15,0-2 9-15,2-1-2 0,2 2 0 0,3-2-19 0,0 0 14 0,2-1-10 16,3-1 34-16,-2 0-1 0,0-2-11 0,2 1-15 0,0 0 21 0,2-2-17 16,1 2 25-16,-3 1-6 0,-4-1-14 0,0 0 5 0,0-2 13 15,3 0-6-15,3-1 12 0,-2 0 1 0,-2-5-13 0,1 0-27 16,2-3 34-16,1-1-30 0,2 2 39 0,2-3-7 0,1 2-16 0,2-3-3 16,3-6 5-16,1 3-2 0,-1 0 15 0,-5-1-6 0,2 4-8 0,3-3-5 15,1 1 0-15,6 1-2 0,0 2 4 0,-3-1-3 0,4-1 3 16,2-2-14-16,0-2 9 0,3 0-5 0,-9 2 23 15,1 2-4-15,0-2-7 0,0 0-7 0,6-1 12 0,1 0-10 0,0 1 11 16,-1-1-6-16,1 2-7 0,4 0 0 0,-3 0 5 0,-2 0-1 0,2-2 8 16,-3-3-2-16,1-3-6 0,7-4-13 0,-1 2 9 0,-1 0-7 15,0 0 16-15,-1 4-4 0,-2-1-5 0,-3 0-10 16,1 0 7-16,-2 3-4 0,2-3 19 0,1 6 3 0,0-4-3 0,4-4-7 16,1-1 17-16,2 0-16 0,-1-2 12 0,-4 3-3 0,-1-1-6 15,2-1-12-15,2 1 10 0,5 3-8 0,0 3 12 16,0 3 0-16,2 1-12 0,-5-2-18 0,1-3 29 0,-2-2-26 0,-2-2 30 15,3 0-4-15,-2 0-11 0,6-3-6 0,0 2 7 0,0-4-2 16,-6 2 6-16,2 4 4 0,-1 0-9 0,4-1-16 0,4 0 23 0,-2-4-20 16,0-2 26-16,-2-2-6 0,-2 1-9 0,-2-3-5 15,0 0 0-15,-3 0 5 0,2-1 16 0,1 6-2 0,62-44-32 16,-117 86 60-16,119-98-76 0,-61 46 66 0,-1-1-4 16,-3 1-12-16,11 1 4 0,-2 0 4 0,0 5-3 0,5 2-3 0,-4 6-2 0,-1-7-7 0,2-5-8 15,-2-1 10-15,1-3-9 0,1 5 8 16,-1 6 0-16,-1 2-4 0,-2 2-19 0,2 3 15 0,0 3-11 15,-3 0 25-15,1 3-1 0,-2-4-11 0,1-1-14 0,2-2 22 0,-3 1-18 16,-3-1 20-16,-4 4-7 0,-1 0-11 0,3-3-7 16,1 4 13-16,-1 0-7 0,0 4 17 0,-3 5 0 0,-1 0-10 0,-2-2-8 15,-2 2 11-15,-2-1-12 0,-3-1 4 0,1 1-9 0,-4-1-7 16,2-2-28-16,-3 4-6 0,-3 0-1 0,-2 1-26 0,-3 1-9 0,-2 1-14 16,0-1-127-16,-1 5 146 0</inkml:trace>
  <inkml:trace contextRef="#ctx0" brushRef="#br0" timeOffset="109929.99">20427 15313 80 0,'-8'-1'-53'0,"2"0"27"0,0 1 26 0,2 0 0 0,-1 0 0 0,2-2 0 0,1 2 0 0,-1-1 0 0,2 1 0 0,-1-1 0 0,1 1 0 0,1-2 0 0,-1 2 0 0,0-1 0 15,1 1 0-15,0 0 0 0,0 0 3 0,-4 0-3 0,2-1 1 16,0 1-1-16,-1 0 7 0,0 0 0 0,0 1 10 0,-1 0 2 16,1 2-12-16,-2 0-8 0,1-1 23 0,0 1-19 0,-2-1 27 0,1-1-8 15,1 2-7-15,1 0-1 0,-1-2 9 0,2 0 0 0,0 0 29 16,1-1-12-16,-1 0-11 0,2 0-23 0,0 0 25 0,0 0-22 16,0 0 17-16,0 0-10 0,0 0-16 0,2 0-19 0,0 0 14 15,0-1-7-15,0 0 33 0,2 1-1 0,-1 0-14 0,2-1-9 0,-1 1 20 16,1 0-18-16,-1 0 14 0,-1 1 0 0,1 0-6 0,0 0 13 15,1 1-13-15,-1-1 13 0,0 0-3 0,0 1-5 0,-1 0 2 0,2-1-4 16,-1-1 4-16,2 0-4 0,-1 2 1 0,1-1-4 0,1-1 0 16,1 0 11-16,0 0-3 0,1 0 8 0,1-1 0 0,-1-1 3 15,1 2-4-15,1-2-9 0,1-2 8 0,1 1-11 0,0 0 0 16,0-3-2-16,0 3-2 0,2-2-6 0,-1-1 2 0,2 1-1 16,0-2 9-16,-7 0-1 0,-1 2-4 0,1-3-7 0,1 5 15 0,4-3-12 15,1 1 18-15,1 1-2 0,-2-1-9 0,1 2-8 16,-1-1 8-16,0-1-7 0,-2 2 15 0,2-1-3 0,-2 2-9 15,0-1-10-15,1 0 15 0,0 0-12 0,1 0 20 0,-1-1-7 0,2 0-7 0,1 1-6 16,0-3 1-16,2 1 1 0,-1 0 9 0,1-1 2 0,0 1-4 16,3-3-25-16,0 2 24 0,0-2-22 0,0 2 29 0,0-1-4 15,-2-1-10-15,0 2 0 0,-6 0 2 0,1-2 0 0,-1 2 6 16,1-2 0-16,7 3-4 0,1 0-7 0,0-2 9 0,-2 2-9 0,-1-1 9 16,-1 1-3-16,-1-1-2 0,1 3-8 0,-1-1 4 0,1 1 0 15,-2-1 16-15,1 1-2 0,-2 1-5 0,2-2-19 0,0 2 20 16,-1 1-16-16,0-2 24 0,1 0-7 0,-1 0-8 0,2 0-9 0,1-2 7 15,-1 0-1-15,2-2 21 0,-2 2-5 0,-5-1-8 16,0-1-9-16,-1-1 8 0,2 0-6 0,4 0 9 0,1 0-2 16,-1 1-4-16,1-1-3 0,-2 0 1 0,-3-1 1 0,2 2 6 0,-3-2 1 15,0 1 0-15,1-1-14 0,0 0 14 0,2 2-13 0,-2-1 10 0,1 0 5 16,0 2-5-16,2-1 6 0,3 2 1 0,1-2 0 0,0-2 1 16,-1-2-1-16,3 0-4 0,0-1-19 0,2 2 21 0,-1 0-18 15,0 0 27-15,-6-1-7 0,1 0-8 0,4 1-20 16,-1-1 15-16,7 2-10 0,-2 0 32 0,-3 2-1 0,-2-1-10 0,0 0-34 0,-2 1 37 15,0-1-32-15,3 2 46 0,-4-1-9 0,0 0-16 0,-1-1-5 16,0 0 3-16,0 2-1 0,1-2 5 0,-1 0 7 0,1 2-6 0,2 0-18 16,1-1 27-16,-1 0-25 0,-4 0 34 0,-2 1-8 0,2-1-10 15,7 0 7-15,4-2-5 0,2 0 6 0,-1 0-8 0,-2 0 4 16,0-1-3-16,0 1-22 0,0-2 24 0,1 1-22 0,-1 0 30 0,0 0-6 16,-1 1-13-16,1 0 7 0,1-2-1 0,-1 2 4 0,-1-1-2 15,-7 3 4-15,-1-2-4 0,0 1-20 0,1-1 34 0,6 3-29 16,1-1 36-16,-3 1-6 0,1-2-12 0,-1-3-13 0,2-2 16 15,-1 0-10-15,-1-1 25 0,2 1-6 0,1-1-16 0,2 0-10 0,1-1 17 16,1-1-14-16,1 1 22 0,0 1-5 0,0 2-9 0,-4-3-4 16,0 1 2-16,3-2-1 0,-1 2 9 0,6 2-2 0,-2 0-3 0,0-1-12 15,-2 0 9 1,1 3-9-16,-2-1 15 0,0 0-3 0,-2 2-1 0,2-1-10 0,-1 0 6 0,0 0-3 0,0-1 15 0,-3 1-2 16,-7 0-8-16,-1-2-20 0,0 0 27 0,1 0-20 0,6-3 32 15,-3 3-7-15,0-2-14 0,-1 0-11 16,-1 3 13-16,2-4-7 0,0 3 23 0,0-2-2 0,3-3-10 0,1-1-17 0,3 1 19 0,2-1-16 15,1 1 23-15,5 0-6 0,0 2-10 0,1-3-1 0,-1 1 0 16,3 0 2-16,1-2 5 0,-1 2 0 0,4 1-1 16,0 0-16-16,-1 0 7 0,0 2-12 0,-2 0-1 0,0 1 3 0,-2-1-1 0,1 1 8 15,-5-2-1-15,0 1 3 0,-1-1 8 0,-3 1 1 0,1 2 2 16,-3-3-8-16,-1 3 10 0,-1 1-9 0,-3 5 12 0,-1 1-4 16,-3-2-3-16,1 2-3 0,0-4 5 0,0 0-3 0,0 0 8 0,0 1 1 15,1 0-5-15,0-1-11 0,2 0 12 0,-6 0-14 0,0-1 12 16,0 1-1-1,1-1-2-15,9-1-7 0,-1 1 5 0,0 0-3 0,-1 0 15 0,-5 1-2 0,-1 0-7 0,2-2-23 0,-1 2 27 16,-2 0-23-16,2 0 35 0,-1 1-6 0,-4-1-15 0,1 0-7 16,-1 1 11-16,-1 2-7 15,-1-1 17-15,-1 2 0 0,-1 1-9 0,-2-1-27 0,1 2 29 16,0 2-28-16,0-1 26 0,-1 0-12 0,-2 1-20 0,2 0-14 16,0 1 5-16,-2 0-1 0,1 0 16 0,-6 0-24 0,3 0-18 0,1 1-51 15,4 0-8-15,8 1-9 0</inkml:trace>
  <inkml:trace contextRef="#ctx0" brushRef="#br0" timeOffset="122019.33">25278 11262 737 0,'-14'-10'185'0,"3"2"-84"0,3 2-56 0,1 4-21 0,1 2-6 0,1 0-2 0,0 0-10 0,1 0-11 0,2 2 12 0,-1 2-13 0,1-2 10 0,1 5-1 0,0 1-2 0,1 2 2 16,0 3-3-16,1 2 2 0,2 3-4 0,1 4 3 15,2 7 1-15,1 6-10 0,1 2 14 0,0 4-13 0,2 0 12 0,1 1-2 16,2 0-3-16,3 3 1 0,2 5-2 0,3 0 4 0,0 4 5 15,-1-1-3-15,1-3-2 0,2 2-12 0,-1-2 12 0,1-6-10 16,-1 2 16-16,1-5-3 0,-2-2-6 16,-1 3-21-16,-1 0 8 0,-6 1-11 0,-2-3-1 0,-1 0-9 15,-1-5-16-15,5 1-47 0,-1-4 17 0,1-6-23 0,-1 1 9 0,-2-6 9 16,-1-3-7-16,-2-2-24 0,-1-1 23 0,-1-3-20 0</inkml:trace>
  <inkml:trace contextRef="#ctx0" brushRef="#br0" timeOffset="122398.8">25068 11758 634 0,'-13'-21'-5'0,"4"9"20"0,-2 0 0 0,2 3-3 0,1 0-26 0,2 1 28 0,2 2-25 16,0-3 36-16,2 1-4 15,1-1-11-15,0 0-17 0,1 1 12 0,0-4-8 16,0-1 27-16,2 0-4 0,0-3-13 0,2-2-7 0,-1-1 13 0,3-7-13 0,1-1 9 16,2-1-3-16,1 0-3 0,2-2-7 0,1 1 8 0,-5-2-4 15,2-1 32-15,2-1-4 0,1 1-8 0,12-1-12 0,1 3 9 0,2 1-11 16,-1 2 6-16,-5 1-3 0,1 1 0 0,-1-4-14 0,1 4 16 0,-2 2-11 0,-2 1 35 0,-4 8-7 31,-4 0-11-31,-2 7-14 0,-3 4 13 0,0 0-11 0,-1 2 18 0,-3 0-6 0,0-1-8 0,-1 2-17 16,1 2 4-16,1 1-4 0,-1 1 21 0,1 4-3 0,1 0-6 0,1 1-7 15,2 3 7-15,0 4-7 0,2 4 6 0,2 1 1 0,1-1-1 0,3 1-34 16,3 0-7-16,2 0-7 0,4-2-47 0,-4-2-27 0,3 1-27 0</inkml:trace>
  <inkml:trace contextRef="#ctx0" brushRef="#br0" timeOffset="123094.59">25456 12616 256 0,'0'-20'11'0,"-6"11"170"0,0 3-77 0,0 2 7 0,3 0-104 0,-1 2 19 0,3 1-13 0,0 1 32 0,1 0-14 0,0 0-17 0,0 0-25 0,0 0 18 16,1 1-15-16,1 0 26 0,2 2-11 0,0 0-10 0,2 1 2 15,0 1-1-15,3 2 6 0,2-2 14 0,1 1-4 0,0 2-7 16,4-2-6-16,2 2 10 0,1 0-8 0,1 0 16 0,-6 0-6 16,-1 3-3-16,4 2-8 0,3-1 0 0,7-1 2 0,0-2 2 0,-1-4 2 15,-4-2-5-15,2 3-19 0,-4-3 24 0,0-1-21 0,2-1 31 16,-3-1-8-16,1-1-10 0,0-2-15 0,-1-2 14 0,-1-1-8 0,-1-2 23 15,0-4-2-15,0 0-11 0,-1-5-84 0,2-1 4 0,1-1-44 16,2-3 4-16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53:11.27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28826 14277 567 0,'-17'0'61'0,"2"0"194"0,1 3-258 0,4 1 1 0,2 0-4 0,2-3 6 0,2 1 3 16,1 0-1-16,2-1-12 0,1-1 9 0,1 0-14 0,3 0 9 16,0 0-1-16,2 0 5 0,2 0 7 0,2-1-9 0,1 1 10 0,3-2 0 15,-1 2 5-15,2 0 3 0,2 0-24 16,-1 0 28-16,1 0-24 0,2 0 38 0,-1 0-3 0,0 0-8 0,2 0 10 16,3 2-1-16,-1-2 4 0,1 1-2 0,-6 2-5 0,-2-1-7 0,3 2-21 15,4-1 31-15,7 0-22 0,1 0 63 0,1-2-9 0,-1-1-10 0,5-2-17 16,2-1 12-16,4 1-11 0,3 2 11 0,4-2-4 15,3 2-13-15,-4 0 5 0,5-1 8 0,-1 1-4 0,2-1 5 0,6-1-8 16,0 1-6-16,6 0-18 0,6 0 7 0,-1-1-6 0,-3 0 12 16,-3-2-6-16,-3 1-10 0,5-3-13 0,6 2 12 0,5-4-10 0,0 2 13 15,-8 0 4-15,-2-1-5 0,2-2-10 0,3 0 8 0,5-1-7 16,5 0 26-16,-8 2 2 0,3-1 1 0,0 1-30 16,2 1 25-16,7 2-25 0,1 0 30 0,-5 2-2 0,-2-3-9 0,1 0-30 15,1 1 22-15,-1-1-21 0,2 2 27 0,-6-1-2 0,-4 2-11 0,-2 2-15 16,-5-3 19-16,-3 3-16 0,-3-2 22 0,-4 3-3 0,-1 0-11 0,-4 0-15 15,-5 0 17-15,-6 2-14 0,-6-1 7 0,-7 0-10 16,-4 1-23-16,-4 0-24 0,-6-1 1 0,-2 1-9 0,-4-1-38 0,-4 0-27 16,0-1-23-16,-3 2-181 0,-3-2 205 0</inkml:trace>
  <inkml:trace contextRef="#ctx0" brushRef="#br0" timeOffset="872.16">28780 14188 1041 0,'11'2'48'0,"-1"0"-23"0,2-1-3 0,1 1-3 0,-1 1-14 0,3 2-12 0,-1-2 9 0,1-1-10 0,2 0 16 0,0-2 1 0,3 0-3 0,2-2-23 0,3 0 28 0,0 0-24 0,-1 0 35 0,-4-2-8 0,-1 1-13 0,2-4 6 16,4-1 6-16,7-2 3 16,2 0 24-16,-4-3-7 0,2-1-7 0,-1 0-13 0,3 0 12 0,1-2-10 0,-2 3 12 0,2-1-12 0,-1 1-10 15,2-2-6-15,-1 1 3 0,-9-3 2 0,-1-1 17 0,-5 1-5 16,2-5-9-16,4-3-13 0,-2-1 11 15,0 1-9-15,-4 1 17 0,-1 0-5 16,-2-1-7-16,0-4-8 0,0-1 7 0,0 1-4 0,-1-4 15 0,0 3 0 0,1-1-5 0,-1-2-16 0,-2 0 17 0,2 0-15 16,0-6 22-16,-1 0-4 0,3-1-9 0,3-4-8 0,0 0 6 15,0-1-4-15,1-1 9 0,-2 3 2 0,-6 2-9 0,2-1-14 16,1 2 26-16,1-3-20 0,6-1 28 0,-3-2-9 0,0 2-8 0,-1-1-12 16,0 0 13-16,1 1-4 0,1 0 15 0,3 3 0 15,1 3-12-15,3 4-5 0,4 1 9 0,1-2-8 0,5-2 4 0,0 1 2 16,-1 2-2-16,-3-1-20 0,-1 3 22 15,-1 5-17-15,2 0 22 0,4 5 3 0,2 2-11 0,3 2-7 0,1 3 14 0,1-1-14 0,2 5 12 16,-1 2 5 0,-2 2 0-16,-5 2-10 0,2 1 7 0,-2 3-7 0,2 2 7 0,3 3 4 0,-4 1-6 0,4 6-9 0,0 3 11 15,0 5-13-15,1 7 7 0,-4 0 1 0,-2 5 0 0,2 5-9 0,-4 2 9 16,1 2-5 0,0 2 20-16,-2 1-3 0,1 3-10 0,0 9-14 0,-1 5 18 15,0 3-15-15,1 2 22 0,-1-4-3 0,0 0-6 0,0-4-24 16,-1-2 18-16,-4-4-15 0,-1 3 35 0,-1-6-6 0,-2-1-12 15,3-1-2-15,-2-2 5 0,0-4-4 0,1-4 8 0,2-2-7 16,-2-6-4-16,6 0-13 0,5 1 9 0,-1-4-12 0,3-2-49 16,0-1-36-16,0-5-47 0,2 5-246 0,2 0 252 0</inkml:trace>
  <inkml:trace contextRef="#ctx0" brushRef="#br0" timeOffset="1976.48">30089 15295 325 0,'8'-1'153'0,"-1"-3"-10"0,-1-1-131 0,5 1-12 0,-2 0 5 0,1 0-4 0,0 2 20 0,-1-3 0 0,0 1-6 0,1-3-20 0,0 1 24 0,0 0-24 15,0-1 26-15,0 0-7 0,0-1-11 0,-1 2-16 0,0-2 18 0,1 0-8 0,-1 0 42 16,0 0 1-16,-1 0-14 0,1-1-4 0,0 1 20 15,-2 1-20-15,1-1 8 0,-3 1-6 0,0 1-8 0,-1 1 5 0,-1-2-14 0,-1 1 15 16,-1 0-1-16,-1 1 2 0,0-2 4 0,0 2-5 0,-2 0 21 16,-2 0-16-16,0-2 13 0,-2 4-12 0,1-3-15 0,-1 0-5 15,-1 0 2-15,1 1 1 0,-1-2 7 0,0 3 0 0,0-2-5 16,1 2-13-16,-1-1 23 0,0 2-18 0,0-2 38 16,1 1-15-16,-2 2-16 0,-1-2-7 0,0 1-5 15,0 3 6-15,0 0 2 0,-1 0-1 0,1 0-1 0,0 4-19 0,-1 0 25 0,-2 0-20 0,0 1 28 0,-1 0-7 16,0 2-12-16,2 2-8 0,0 1 6 0,1 0-3 0,1 2 22 15,1-1-11-15,2 1-5 0,0 0-7 0,0 4 1 0,5 0 0 16,1 1 8-16,0-2-1 0,0 2-3 0,-4 0 4 0,1 1 5 0,0-2 0 16,2 1 17-16,1 1 2 0,1-2-4 0,2 1-10 0,0 0 20 15,3-4-19 1,-5-1 16-16,3-1-3 0,-1-1-8 0,3 4-32 0,5-1 28 16,2-2-25-16,2 1 30 0,1-2-3 0,0-1-20 0,0 3-13 0,1-4 19 0,-1-1-15 15,1-2 28-15,-1 0-3 0,1-4-9 0,2 3-24 0,-1-2 20 0,0-1-17 0,1-1 9 0,-2 0-19 16,1-3-31-16,-1 1-37 15,1-2-6-15,-1-1-8 0,1 0-51 0,0-2-13 0,0 0-12 0,0-2-137 0,-1 0 186 0</inkml:trace>
  <inkml:trace contextRef="#ctx0" brushRef="#br0" timeOffset="2222.12">30736 14955 816 0,'-8'-9'-32'0,"1"5"56"0,1-1 0 0,-1 1-13 0,0-1-3 0,0 2 15 0,2 1-10 0,-2 0 36 0,0 2-11 0,2 2-2 0,-1-1-12 0,0 1 7 0,1 1-1 0,0 1 27 0,-1 0-7 16,0 2-7-16,-2 2-15 0,1 1 4 0,1 2-8 0,-1 2-8 0,1 1-4 0,1-1-4 0,-1 4 10 16,0 1-2-16,2 1 6 0,-1 0 6 15,2 1-9-15,0 1-3 0,-1 2-34 0,2 0 23 16,0-1-19-16,0 0 26 0,-1-3 1 0,3-1-13 0,-1 1-7 0,0-1 4 0,1-2-10 0,2-2-42 15,1-5-24-15,0-2-33 0,1-3-194 0,1 2 201 0</inkml:trace>
  <inkml:trace contextRef="#ctx0" brushRef="#br0" timeOffset="2471.41">30989 14892 1385 0,'0'6'350'0,"-15"-4"-286"0,-1-2 117 0,-2 0-183 15,4 5 8-15,0 2-13 0,4 1 13 0,2 1-4 0,3-1-3 0,1 1-17 16,1 2 20-16,2 2-13 0,1-1 25 0,0 2-2 0,3-2-13 16,2 4-15-16,0 0 18 0,1 1-15 0,2 0 24 0,0 1-5 15,-1-2-8-15,4 2-31 0,-2 1 6 0,-2 1-9 0,2-2 15 16,-1-1-8-16,0 0-7 0,-1 0-35 0,0-2-11 0,-3 0-5 15,1-2-56-15,-2 0-9 0,-1-1-13 0,2-2-49 0,-3 0-5 0,1-4-4 16,-1-2 111-16</inkml:trace>
  <inkml:trace contextRef="#ctx0" brushRef="#br0" timeOffset="2739.09">31315 15101 474 0,'1'3'649'0,"-10"10"-259"16,2-3-444-16,2-6 109 16,2 1-10-16,2-3-9 0,0 0-19 0,1-2 17 0,1 2-14 0,0-2 34 15,2 0-8-15,2 0-10 0,-1-2-30 0,2 1 17 16,-1-2-18-16,2 0 18 0,0-3-3 0,2 1-8 0,1-1-14 0,-1 0 6 16,0-3-5-16,0 2 8 0,-2 2 2 0,-1-1-5 0,-1 1-16 0,-3-1 23 0,0 0-18 15,-2 2 32-15,-1 0-11 0,-3 0-12 0,-2 3-15 0,-2-1 16 16,-1-1-11-16,-3 2 19 0,-3 1-8 0,0 1-15 0,-2 0-46 15,-1 2 4-15,1-2-16 0,0 0-32 0,2-1-17 16,2 0-22-16,1 0-105 0,2 0-60 0,2 0-15 0</inkml:trace>
  <inkml:trace contextRef="#ctx0" brushRef="#br0" timeOffset="2908.63">31668 14935 1176 0,'-9'16'211'0,"0"-3"-201"0,-2-1 4 0,0 4-27 0,-3 0 22 16,-1 0-18-16,2-2 24 0,2 1-13 15,2-2-14-15,2 1-89 0,3-2-38 0,-1 0-5 0,4-1-126 16,1-1 15-16,2-2-8 0</inkml:trace>
  <inkml:trace contextRef="#ctx0" brushRef="#br0" timeOffset="3127.99">32018 14828 1638 0,'0'13'-437'0,"-3"-12"720"0,-6-1-98 0,-2 1-171 16,-4 3-23-16,1-1 15 0,-2 0-11 0,2 5 15 15,2-1-1-15,2 4-12 0,0 1-7 0,1 2 12 0,3 0-11 0,1 0 9 0,0-3 0 16,3 3-3-16,0-1-17 0,0 0 18 0,2 0-14 15,-1-2 20-15,1 3-41 0,-1 1-31 0,0 1-2 0,-1 2-9 16,-2 0 20-16,0 0-9 0,1-3-4 0,-2 1-11 0,0-1-78 16,-2-2-53-16,-2-2-12 0</inkml:trace>
  <inkml:trace contextRef="#ctx0" brushRef="#br0" timeOffset="12244.99">27697 9013 217 0,'-3'-6'-48'0,"-2"-3"8"0,-1 1-62 0,-1 4 76 0,0 0 51 0,0 0-16 0,0 2 26 0,0-3 0 0,-1 1-13 0,1 0-21 0,1 2 7 0,-1-2-8 0,0 1 18 0,0 1 0 16,1 0-5-16,-1 0-20 0,0 0 17 0,5 1-17 0,0-1 12 0,-1 2-4 16,1-4-4-16,-7 1-4 0,0-1 5 0,0-1-1 0,0 1 10 15,-1-2 5-15,1 0-7 0,0-1-5 0,0 0 11 0,2 0-14 16,0 1 1-16,-1 1-2 0,-1-2-3 0,0 2-13 0,0 0 16 0,0 1-9 15,0-1 31-15,1 1-3 0,-1 0-13 0,0 0-33 16,1 2 36-16,0-2-31 0,-1 2 50 16,0-2-15-16,0 1-15 0,-1 1-3 0,-1-1-3 0,1 0 10 0,-3 1 17 0,2 1-3 0,0 1-7 0,-1 0-22 15,-1 0 25-15,1 0-21 0,2 2 34 0,0 1-3 0,0-1-6 16,1 0 0-16,1 0-2 0,1-1 5 0,4 1 11 0,2-1-3 16,1-1-4-16,0 1-47 0,0-1 38 0,1 2-34 0,2-1 65 0,2 1-2 15,1 1-7-15,3-1-8 16,4 1 1-16,0 1-2 0,3-2 6 0,2 2 1 0,2 1-5 15,4-2-12-15,2 2 28 0,5-1-23 0,4 1 23 0,2-1-9 16,3 1-14-16,2-1-12 0,-6 1 14 0,1-2-8 0,0 2 14 0,0-2-3 0,4 3-15 0,3-1-9 0,-2 0 13 16,-1-1-12-1,4 1 9-15,-1-1 0 0,2-1-7 0,0 3-6 0,-9-3 5 0,-1 3-2 0,-1-3 9 0,-3 3 2 16,7-3-9-16,-4 2-17 16,0 1 26-16,-3-3-23 0,-2 4 26 0,-2-3-3 0,-3-3-9 0,2 2-1 15,-3-2-2-15,0 0 2 0,-1 0 0 0,-6 2 5 16,-1-1 0-16,-6 1-13 0,-2-2 14 0,-4 1-15 0,-3-2 17 0,0 1-6 15,-1-1-2-15,0 0 27 0,-1 0-11 0,-4-1 17 0,-2 1-16 16,-6-3-4-16,-5 0-5 0,-7 1-26 0,-2-1 20 0,-1 0-17 16,-2 0 32-16,2 0-4 0,-2 2-10 0,-3 0-17 0,0 0 17 0,-1-2-11 15,-5 0 28-15,1 0 1 0,-1-1-14 0,2 1-26 16,-1 1 34-16,-5 2-30 0,-1 0 37 0,-2 0-7 0,2 1-16 0,4 1-5 16,0 1 8-16,-1 2-2 0,0-2 18 0,0 2-6 0,1-1-12 15,3-2-11-15,-3 0 15 0,0-1-12 0,-2 1 17 0,-1 1-2 0,4 1-5 16,5 0-19-16,2-1 15 0,4 3-11 0,2-3 30 0,6 3-2 15,2-4-12-15,3 2-6 0,5-1 8 0,4-2-9 0,2 0 4 16,4-1-1-16,0 1-4 0,5 1-8 0,3-1 19 0,4 0-7 16,5-1 38-16,4 0-7 0,4 0-17 0,6-2-17 0,5-1 18 15,6 1-16-15,4 0 15 0,4-2-3 0,1 1-10 0,-3-3-23 0,2 1 28 16,-4 0-19-16,2 0 37 0,1-1-3 0,-2 2-16 0,5-3-4 16,1 5 7-16,1-2-7 0,-5 1 12 0,-9 0 1 0,-6-3 4 0,-1 0-3 15,-2 0 2-15,3 1-1 0,-5-1 4 0,-4 3 2 0,-4 0-2 16,-2-1-20-16,-2 2 25 0,-2 0-24 0,-4 1 22 0,-3 1-6 15,-1 0-14-15,-2 0-4 0,0 0-3 0,-2 1 4 0,0-1 4 16,1 2 1-16,-1 0-3 0,1 2-8 0,-1 0 5 0,0 2-9 16,2 1-39-16,-1 2-41 0,0 1-38 0,1 0-179 0,-2 0 187 0</inkml:trace>
  <inkml:trace contextRef="#ctx0" brushRef="#br0" timeOffset="21087.57">29797 16826 217 0,'-19'-25'259'0,"-2"3"-155"0,-5 1 155 0,0 1-200 0,-2 5-49 0,0 1-12 0,-1 1 7 0,2 1-2 0,0 2-11 0,5 1 2 15,1 0 4-15,-2 0 0 0,-2 0 7 0,-2 0 3 0,2 0-7 0,2-1-17 0,0 0 26 16,1-1-22-1,-1-1 35-15,2-1-7 0,2 1-9 0,0 1 3 0,-1-1-5 0,-2 1 9 0,1 1 4 0,-3 1 0 0,-2 0-1 0,-2-3-6 16,0 1 10 0,1-2-9-16,4 1 8 0,-2-2-4 0,-3 1-2 0,-6-2-5 0,-6 2 0 0,-1 0 0 0,0 2-6 0,2 1 2 15,-4 1-8-15,-4 1 0 0,-4 3 8 0,-3-2-7 0,0 5 2 16,1 1-2-16,-1 1-4 0,-3 3 2 0,1 6-4 0,1 3 6 0,-1 5 1 16,2-2 1-16,-1 3-2 0,1-1-9 0,0 2 19 0,3 0-15 15,1 0 15-15,5 2-2 16,5 2-6-16,2 6-3 0,1 3 2 0,0 4-1 0,1 4 6 0,1 1 0 0,2 2-2 15,6 5-15-15,1 0 19 0,1 3-17 0,0-2 22 16,-1 2-4-16,4 2-7 0,3 6-10 0,2 6 4 0,3 4-1 0,3 0 19 0,3-5-3 16,4-4-4-16,4-1-9 0,1-2 8 0,6-4-8 15,4 0 7-15,4-3-3 0,4-4-1 0,5 1-8 0,7-3 9 16,3-5-3-16,3-1 28 0,-3-8 3 0,3 0-6 0,4-2-14 0,1-2 16 0,9-2-16 0,-1-2 16 16,5-6-10-16,9-2-5 0,9-5-1 0,2-5 2 15,1-4 3-15,-2-2 5 0,0-7-1 0,10-7-10 0,8-2-5 0,5-7 7 16,2-6-8-1,-4-2 4-15,2-3-1 0,2-5 0 0,5-6-12 0,-2-9 17 16,-5 1-11-16,-2-2 17 0,-8 3 1 0,-5 3-16 0,-3 0-18 16,-10 1 28-16,-8 0-25 0,-5-3 33 0,-11-2-7 0,-5 1-14 0,-4-1-7 15,-3 2 15-15,-6 4-6 0,-7-2 30 0,-7 5-7 0,-6-2-13 16,-5-5-7-16,-4-5 2 0,-7-2-4 0,-6-2 0 0,-4 6-2 16,-4 2 1-16,-5 0-13 0,-2 5 9 0,-2-1-6 0,-3-2 17 0,-1 1-5 15,-7 0-9-15,-5-2-19 0,-7 5 2 0,-4 2-9 0,-2 1-14 16,1 7-4-16,-2 2-5 0,-1 2-62 0,-6 2 1 0,-3 3-44 15,-1 1-80-15,1 1 23 0,1 3 221 0</inkml:trace>
  <inkml:trace contextRef="#ctx0" brushRef="#br0" timeOffset="39686.98">14585 17783 164 0,'-1'0'-35'0,"1"0"-71"0,0 0 84 0,0 0 22 0,0 0 0 0,0 1 0 0,1-1 0 0,0 3 0 0,1-3 0 0,0 2 0 15,1-1 0-15,-1 2 0 0,1-2 0 0,1 0 0 0,-1-1 0 16,1 2 0-16,2-1 2 0,-1-1 15 0,0 1 3 0,1-1 4 0,-1 2-7 16,3 0 19-16,-1-1-15 0,0 2 18 0,-4 0-11 0,-1 0-8 15,2 1-7-15,0 0-7 0,6 0 6 0,2 0 0 0,-1 0 2 16,2-1-2-16,3 1-4 0,0-2 7 0,-1 0-10 0,2 1 5 0,-2-3 2 15,1 1 5-15,2-1-14 0,2-1 20 0,0 1-13 0,2-2 29 16,1 0-2-16,0 1-17 0,3-2-29 0,0-1 31 0,0 2-30 16,-1-1 31-16,-3-2-8 0,2 2-15 0,0 0-15 0,0-3 19 0,-6 3-11 15,-2-3 36-15,-1 3-1 0,2-3-14 0,7 0-8 0,-1 1 12 16,2-1-14-16,-2 2 0 0,-2-1-4 0,0-2-4 0,2 2 6 16,-2-1-4-16,1-1 8 0,2 1-1 0,-2-1 0 0,2-1-5 0,-1-1-18 15,-1 0 29-15,-1-2-25 0,1 0 35 0,-2 1-6 0,-1-3-12 16,1 0-4-16,-1-2 1 0,-6 1 2 0,-2-2 19 0,0 0 2 15,0-2-2-15,10 0-29 0,0-2 27 0,-1 1-24 0,0 0 36 16,-2 1-10-16,-2-1-13 0,1 1-1 0,-3-1-5 0,0 0 8 0,-2-1 8 16,-2 0-4-16,-2-1 0 0,2 2-23 0,-2 0 21 0,1 1-17 15,-2 3 29-15,-1 2-4 0,-3-1-7 0,-1 0-15 0,-2-4 17 16,0 0-11-16,0 0 42 0,-1 0-8 0,-1-1-15 0,0-4-18 16,0 0 16-16,0-2-15 0,2 1 12 0,0 2-9 0,2 1-10 15,1-1 5-15,0 0-5 0,0 0 8 0,2 1-6 0,-1-2 4 0,1-1-1 16,0-1-13-16,1-1 16 0,1 4-14 0,-2 1 15 0,2-1-1 15,0 0-8-15,1-3-16 0,0-1 17 0,-1 2-14 0,2 1 26 16,0-2-1-16,-1 4-9 0,1-4-16 0,0 2 20 0,1 1-18 16,-1 3 25-16,-1 0-4 0,0 1-8 0,0-1 1 0,-1 0-7 0,1-1 6 15,-1 3-1-15,1-1 4 0,-1-2 1 0,1 2-13 0,0 1 14 16,0 0-15-16,-5 0 10 0,0 2 3 0,1 0-2 0,1-6-20 16,5 2 18-16,2 1-15 0,0 0 31 0,1 0-3 0,2 1-11 0,1-3-12 15,1 1 15-15,1 1-13 0,-2 1 12 0,1 1-2 0,0 1-5 16,0-1-14-16,1 0 12 0,0 1-7 0,1 2 31 0,0-1-5 15,0 1-9-15,-1 1-25 0,0-2 25 0,-1 1-21 16,1-1 36-16,0 2-11 0,1-2-13 0,1 3 4 0,2-2-9 0,0-1 12 0,0 3 3 16,-5 2-1-16,0-2 0 0,3-1-21 0,4-2 23 0,5 0-19 15,0 1 20-15,-1 1 1 0,-1-1-11 0,4 0 0 16,1 1-1-16,2 1 1 0,0 1 3 0,-2 1 3 0,1 0-1 16,0 0-20-16,0 1 23 0,-2 0-20 0,-8 1 27 0,-4 0-5 0,0 1-8 15,5 0-7-15,3 0 3 0,1 3-2 0,-2-2 13 0,-3 3 0 0,1 0-3 0,0 0-13 16,3 1 11-16,0 1-10 0,2 0 15 0,-2 0-1 15,3 1-6-15,0 3 1 0,1-1-1 0,2 2 2 0,-4-1-2 16,-3 1 5-16,-7-1-2 0,0 2-10 0,2-2 12 16,1 1-13-16,4-1 9 0,-2 1 2 0,-1-1-2 0,-2 0-19 0,2 0 20 0,-1 1-16 15,-1-1 27-15,1 2-1 0,-4-1-11 0,1 1-15 0,0 3 22 0,0 0-19 16,0 2 23-16,-1-1-5 0,1 1-12 16,0 3-5-16,0-1 10 0,-1 3-2 0,-1-1 14 0,-1-1 1 0,-2 1-12 0,-6 0-21 15,1-1 27-15,-2-2-24 0,1 2 36 0,3 4-12 0,0-1-12 0,3 0 5 16,0-2-8-16,1 0 10 0,-2 1 3 0,0-3-1 0,-2 1 1 15,3 1-11-15,0 0 7 0,0 1-6 0,0-1 11 16,1 2-1-16,1 2-4 0,0 1-3 0,3 3-4 0,3 1 3 16,-1-1 4-16,-1 0 0 0,1-2 2 0,0 8-9 0,0-3 10 0,2-3-8 0,3 2 6 15,-3 0 2-15,0-2-3 0,-4 6-6 0,-4-4 3 16,0-2-3-16,2-1 12 0,6 0 0 0,0-2-3 0,2 2-22 0,-4 2 23 16,-1 2-19-16,3 0 31 0,-2-3-9 0,1-2-11 0,1 1 4 15,0-1-6-15,2 0 8 0,0 1 1 0,-2-1 1 16,2-1 2-16,1-2-19 0,1 0 18 0,0 0-18 0,-2 1 21 0,-3 0-5 15,-5-1-5-15,2-1-13 0,-1 0 12 0,3-1-6 0,4 0 24 16,0-2-1-16,-1 0-12 0,0 0-7 0,1 1 11 16,-1-1-10-16,2 2 12 0,2-1 1 0,3 2-3 0,3-2-7 0,2 2 9 15,4-5-5-15,-1 1 27 0,-3-1-4 0,-4-1-8 0,3 1-28 0,-1-2 25 0,-2 0-23 16,7-1 27-16,-7-1-6 0,2 0-11 0,1 1-9 0,0 1 3 16,0 1-1-16,1 0 12 0,0-3 3 0,-1-1-5 0,-2-1-20 15,-5-2 28-15,-4-3-25 0,2-1 33 0,-1 0-3 0,4 0-12 0,4 0-7 16,-4 0 8-16,0 0-5 0,0 0 18 15,1 0 0-15,-1 0-10 0,3-1-13 0,1-1 21 0,-1 2-19 16,2-2 21-16,-1 1 2 0,-4 1-10 0,-3-1-12 16,-3-1 8-16,3 2-9 0,0 0 7 0,4 0 3 0,-2 2-2 0,2 0-18 0,-3 2 26 0,-1-4-23 0,0 1 24 15,-1 3-3-15,1 1-14 0,2 6-14 0,1-2 13 0,0 0-10 16,0 0 34-16,0-2-6 0,-4 0-7 0,2 0-16 0,-6 1 10 0,-1 0-9 16,1-5 25-16,0 3 2 0,6-3 4 0,-1 3-29 0,-1-1 14 15,0-1-14-15,-2 2 24 0,0-1-3 0,-2 0-11 16,0-1-12-16,0 0 13 0,-2-2-11 0,0 2 16 15,0 0-4-15,-1 0-7 0,0 1-11 0,-1-1 12 0,-2 1-7 16,0-2 16-16,0 2-3 0,-3-1-13 0,-1-1 4 0,-1 2 3 16,-2 1 0-16,-1-1 1 0,-6 1 2 0,-1-1-1 0,2 2-5 15,0 2 6-15,5 0-6 0,1 0 3 0,0 1 6 0,0 1-5 0,0 0 1 0,-1-1 6 16,2 0-8-16,0 2 6 0,2-2-7 16,1 1-2-16,-1 3-13 0,0-2 13 0,2 1-10 0,0 0-37 0,3-2-39 0,2-1-49 0,2 2-238 15,1-3 241-15</inkml:trace>
  <inkml:trace contextRef="#ctx0" brushRef="#br0" timeOffset="45359.1">17730 16147 148 0,'-7'-6'-26'0,"1"3"20"0,1 0 30 0,2 0-11 0,-1 1 18 0,1-1 2 0,0-1-5 0,-1 3-17 0,1-3 28 0,0 1-25 0,0 1 30 0,1 0 1 0,-1-2-8 0,-1 3 2 16,2-2 2-16,0 0 1 0,0 1 19 0,0-1-5 0,0 1-2 0,0-2-27 0,0 1 36 16,-2 0-29-16,2 0 38 15,0 0-14-15,0 1-25 0,-1 1-13 0,1-2 3 0,0 2-3 0,-2 1-2 0,6 0-3 0,0-2-10 0,-2 2-13 16,0 2 13-16,-4-1-12 15,-2 3 15-15,-1-2-6 0,0 1-4 0,-2 2-15 0,0-2 14 16,-2 2-8-16,1 0 28 0,0 0-2 0,0 0-11 0,-1 0-9 16,-2 0 10-16,2 0-10 0,-1 3 9 0,1-1-2 0,1-1-2 0,0 0-16 15,0 2 15-15,1 0-11 0,0-1 28 0,1 0-3 16,2 0-13-16,-1 2-9 0,0-1 12 0,1 1-11 0,1 0 17 16,0-1-5-16,1-1-5 0,-1 4-13 0,2-2 11 0,-1 2-5 0,0-1 21 15,2 1 0-15,-1-4-9 0,1 0-14 0,1 0 15 0,1 1-14 16,0 4 12-16,0-1 0 0,3-1-5 0,0 3 1 0,0 0-2 15,2-2 3-15,-1 0 0 0,1-2 2 0,0 1-1 0,1 0-8 16,2-1 11-16,0 0-9 0,0-1 8 0,1-1-1 0,2-1-8 0,0-3-5 16,3 1 9-16,-1 0-5 0,2-1 18 0,1 1 3 0,0-2-7 0,2 1-14 15,0-1 16-15,-1 1-17 0,1-1 16 0,-1 0-3 0,-7 0-6 16,0 2-7-16,0-3 8 0,1 1-3 0,7-2 19 16,0 0 0-16,0 0-6 0,1 0-17 0,0-4 25 0,-2 0-21 0,0 1 27 15,-1-3-5-15,-2 2-14 0,2-4-10 0,0 2 15 0,-2-2-10 16,2 1 26-16,-1-2-5 0,-2-2-12 0,0 2-10 0,0-1 10 0,-2 0-10 15,0 0 8-15,0 1 0 0,-4 0-3 0,-1 0-15 0,-3 0 11 16,0-1-7-16,-2 1 25 0,-1-2-1 0,-2 2-6 0,-2-1-15 16,0-1 14-16,-1 2-14 0,-3-1 17 0,2 1-1 0,-2-2-5 15,-1-1 1-15,0 0 4 0,0-1-2 0,0 2 14 0,-1 0-1 16,0 0-3-16,-3-1-23 0,1 2 23 0,0 1-21 0,-1 0 22 0,2 0-2 16,1 0-11-16,1 0-23 0,-1 0 21 0,2 2-18 0,-2 0 27 15,1 0-2-15,1 0-15 0,-1 1-13 0,0-1 20 0,1 1-15 16,0 2 20-16,-1-1-10 0,-1 1-13 0,1-1-3 0,0 3 4 0,0-4-3 15,1 3-21-15,1 1 0 0,-1 0-14 0,2-1-26 0,0 1 13 16,1 2-18-16,0 0-20 0,1-2-25 0,0 2-27 16</inkml:trace>
  <inkml:trace contextRef="#ctx0" brushRef="#br0" timeOffset="46906.52">19231 17859 1 0,'9'0'0'0,"-1"2"6"0,-1-1 15 0,1 0-2 0,1-1 61 0,-1 0-1 0,0-1 4 0,1 0-21 0,-2-1 30 0,4 1-26 0,-1-1 36 0,0-2-16 16,0 3-15-16,1-1-27 0,0 1 11 0,2 1-11 0,1-1 12 15,0 1-11-15,1 0-16 0,2 0-29 0,1 1 21 0,0-1-21 16,2 1 30-16,2 1-11 0,-1-2-12 0,5 1 2 15,-2 0-2-15,-1 0 5 0,-5 1-2 0,-3-2 6 0,-1 1-1 0,4-1-8 0,6 0 17 16,-1 0-17-16,0-1 15 0,-2-2-2 0,1 1-6 0,1-1-11 16,0 0 11-16,1 0-8 0,1 1 17 0,-1-2-4 0,0 2-10 0,4 1-19 15,2-1 25-15,3 1-21 0,2 1 34 0,-2 0-5 0,-4 1-12 16,-5 1-4-16,-1-1-1 0,2 1 1 0,-2 1 4 0,5 0 5 16,-2-2 0-16,0 1-19 0,0 2 26 0,1-1-26 0,-1 2 26 15,1-3-4-15,-1 2-8 0,5-1-8 0,1-1-3 0,3 1 3 0,1-2 7 16,-2-1-2-16,-5-2-4 0,2-1-11 15,0-2 11-15,1 0-9 0,5-1 13 0,-3-1-3 0,-2-1-3 0,-1 1-11 16,-1-2 8-16,1 1-6 0,1 0 25 0,0 1-9 0,0 2-6 0,5 0-12 16,-3-1 9-16,-3 3-5 0,-6-1 19 0,-5 1-5 0,2 2-10 0,-1 0 7 15,5 1 1-15,-2 0 3 0,-1 0 4 0,-3 0-4 0,-1 1-2 16,0 0-8-16,-1 2 6 0,-1-1-5 0,1 0 2 0,-2 0 0 16,1 1-2-16,2-2-1 0,-1 0 1 15,0-1 0-15,1 0 3 0,-1-1 0 0,1 0-4 0,1-2 2 0,1 1 5 16,0-1-3-16,-2-2 1 0,-9 1 2 0,-1-2 1 0,0 1-17 15,0-2 9-15,4 1-9 0,2-1 21 0,-3 0-1 0,-1 0-7 0,1 0-19 16,-6-2 23-16,0 2-18 0,-2 0 28 0,-2 0 2 0,-1-1-11 0,-1-1-20 16,-1 2 13-16,-2 0-13 0,0 0 24 15,-3 2-1-15,1-2-5 0,0 2-12 0,1-1 8 0,-1 2-8 0,1-1 2 0,0 3-7 0,3-1-8 16,-1 1-94-16,1 0-21 0,1 2-27 0,1-2-269 0,6 1 265 16,4-4-57-16</inkml:trace>
  <inkml:trace contextRef="#ctx0" brushRef="#br0" timeOffset="48184.9">19629 17852 1029 0,'-16'-10'-28'0,"5"6"67"0,-2 0 1 0,0 3-4 0,3-1-31 0,3 1 32 0,1 0-29 0,1-1 38 0,2 1-12 0,-1 0-14 0,3 1-22 0,0-1 5 0,1 1-5 0,0-2 8 16,0 2-2-1,0 0-7-15,0 0-14 0,0 0 18 0,3 0-13 0,0-1 19 0,0 0-3 0,2 1-10 0,-2-1 0 0,1 1 5 16,2 0-2-16,1 0 11 0,0 2-1 0,-1 1-5 0,2 0-8 0,-1 3 14 31,0-3-12-31,-1 1 12 0,2 1-6 0,-1 1-6 0,2 0-8 0,-6 0 10 0,2 3-4 0,2 0 21 0,-1-1-3 0,9 0-10 0,2 1-7 32,3-2 11-32,0 0-8 0,3-1 11 0,-2 0 0 0,1-3-5 15,3 1-16-15,1-2 12 0,2-2-10 0,1 0 23 0,2 0 1 16,3 0-8-16,3-2-25 0,6-1 27 0,-1 1-22 0,-8 0 35 15,0 0-10-15,0-1-13 0,1 1-5 0,4-1 18 0,-1 1-7 16,-2-2 31-16,-1 3-5 0,1 1-14 0,1 1-24 0,1 1 26 0,2 2-24 16,1-1 22-16,-4 1-5 0,-6-1-14 0,1 0 0 0,0 1 11 15,0-2-6-15,4 2 12 0,-5-1 3 0,-3-1-11 0,3 0 1 16,-3 0 20-16,1 1-17 0,1-1 22 0,0 0 0 0,2-2-9 0,2 1-23 16,-1 0 20-16,-2-1-20 0,-7 0 22 0,-2 0-4 0,0-1-13 15,3 1-3-15,6-1 5 0,0 1-7 0,-2 0 0 0,-2 0 4 16,-1 0-1-16,2 0-16 0,0 0 14 0,-1 0-14 0,1 0 21 15,0 2 1-15,1 2-9 0,4 0-3 0,-3 1 4 0,-3 1-4 0,-9 3 2 16,-6 2-2-16,0-1 0 0,0 1-5 0,6 0 6 0,0-2-2 16,-3 0 13-16,-1 1 1 0,-4 0-6 0,-2 2-17 0,-3-2 19 15,1 1-17-15,-1 0 22 0,-3-1-2 0,-1 3-6 0,-1-1-16 16,-2 0 11-16,-3 1-9 0,0 0 34 0,-2-1-9 0,-2 1-7 0,-5 1-8 16,-1 0-3-16,-2-2 3 0,-3 3 3 0,-1-3-2 0,6 2 0 15,-7-1-17-15,-1-3 12 0,-2-1-6 0,-6 0 29 0,3-2-1 16,2 1-8-16,-1 1-23 0,2-1 22 0,0-1-19 0,1 2 23 15,0 0-4-15,-1 0-10 0,-2 2-11 0,-2-2 12 0,-5-1-7 0,-1 0 19 16,0-1 1-16,3 0-11 0,-4 0-21 0,-1-2 27 0,-2 0-24 16,-6-1 32-16,5 1-2 0,0-3-12 0,1 2-18 0,-4 0 18 15,-4-3-14-15,-2 1 26 0,-2-1 1 0,1-1-12 0,-5 0-26 16,-1 0 32-16,-1 0-26 0,2-1 42 0,6-1-9 0,2 2-15 0,-5-1 18 16,3-1 2-16,4-1 9 0,0 2 7 0,3-1-7 0,2 1-13 0,-3 0-15 15,5 1 8-15,6-1-9 0,0-1 3 0,3 1-6 16,0 1-6-16,-2-1-2 0,-3 1 10 0,-2 0-4 0,-3-2 9 15,6 2 2-15,-3 0-8 0,-3 0-7 0,-3-1 9 0,-3 0-7 0,2 1 9 16,5-1 0-16,1 1-5 0,-3 0-13 0,-5 1 10 0,-2 0-9 16,-5 0 16-16,1-1-1 0,1 2-3 0,-2 0-8 0,1 0 12 15,1 0-8-15,5-1 14 0,5 3 2 0,4 1-5 0,0-1-13 0,1 3 9 16,4-2-10-16,4 2 14 0,5 0-2 0,13 0-8 0,3-1-63 16,1-1-20-16,4 1-18 0,-3-1-174 0,3 3-89 0,-2 0-76 0</inkml:trace>
  <inkml:trace contextRef="#ctx0" brushRef="#br0" timeOffset="56905.96">27656 17009 227 0</inkml:trace>
  <inkml:trace contextRef="#ctx0" brushRef="#br0" timeOffset="128069.8">9119 15439 253 0,'-11'-7'30'0,"3"3"3"0,2 0 15 0,2 1 29 0,2 3-22 0,1-2 18 0,0 1-18 0,1 1-23 0,1 0-27 0,0 0 19 0,2 0-17 0,4 0 22 0,1 1-2 0,2-1-4 15,3 0 5-15,2 0 1 0,1 0 1 0,3 2-3 0,-6-2-3 16,2 0-8-16,5 0-25 0,3 1 25 0,6 1-22 0,2 0 21 16,1 0-2-16,0 0-12 0,4 0 1 0,2-1 0 0,3 2 1 0,-2-2 2 15,0 1-1-15,2-1 1 0,-1 0-4 0,-4-1 2 0,2 0-3 16,-1-1-1-16,-1 0 1 0,6-1 4 0,3 0 1 0,0 0 17 16,2 1-6-16,1 1 38 0,-2 0-4 0,0 3-13 0,0-1-18 15,-4 0 27-15,2-1-24 0,-2 1 28 0,2 0-11 0,4 0-16 0,4 0-6 16,2 1 1-16,-1 2 0 0,2-1-1 0,-4 1 1 0,-3-2-8 15,6 0-10-15,-2-2 15 0,4-1-15 0,6-1 14 16,-3-5-4-16,-2 0-9 0,3-3 28 0,-6-2-2 0,4-6 9 16,0-2 1-16,-1-2-5 0,8-3-4 0,1 3-18 0,-1-3 17 0,0 2-14 15,-3-3 16-15,-8-1-12 0,1 3-15 0,-2-4-7 0,4 2 14 0,1-1-9 16,-1 3 15-16,-4 2-2 0,-2 1-11 0,-3 1-20 0,-8 0 23 16,-2 1-18-16,0-2 35 0,-5 3-9 0,3-1-14 0,-6-3 1 0,-3 1 1 15,-3-1 3-15,-3 1-2 0,-4 0 5 0,-1 6-2 0,-5-4-6 16,-2 1 12-16,-3-3-11 0,-3-3 23 0,-3 0-5 0,-3 1-1 0,-4-3-5 15,-3 1 8-15,-4-3-4 0,-4 1 3 0,-1 0-4 0,-1 3-9 16,-5 0-8-16,-2-1 2 0,-6 0-3 0,-4-2 9 0,0 0 2 16,2-3-1-16,-3 0-15 0,-4 0 10 0,-2 1-9 0,-7 1 26 15,0 2-2-15,-2-1 0 0,-4 1-14 0,-4 2 8 16,-1 1-7-16,1 3 14 0,0-1-3 0,-3 2-4 0,-5 1-11 0,-10 1 17 0,-3 5-12 16,-1 0 30-16,1 2-9 0,-1 0-8 0,-7 4-24 0,-4 1 13 15,-4 2-11-15,-2 1 23 0,2-1-5 0,-2 2-14 0,-8 2-15 16,-2 1 14-16,-2 0-12 0,2 1 29 0,7-2-7 0,-1 1-5 0,-2 0-18 15,4-2 14-15,2-1-11 0,3 0 21 0,6-1-9 16,1-3-13-16,1 0 11 0,-2-3-4 0,2 2 5 16,-3 2-9-16,4-1 0 0,1-1-1 0,-6 1 0 0,0 0 2 0,0 1-1 0,-2 1 11 0,4-1 0 15,-3-1-2-15,-5 4-7 0,-2-1 17 16,-3 2-13-16,2-1 5 0,3 3 5 0,-1 1-13 0,-4 1 1 0,-2 3 9 0,2-2-6 16,0 0 8-16,7 2-5 0,-1 0-4 0,-2 1-11 0,4 0 18 0,0 0-11 15,3 0 25-15,8 0-5 0,2 0-11 0,1 1-12 0,5 0 10 16,0-1-5-16,3 0 16 0,3 0-3 0,5 1-12 0,-2 0-7 15,7 1 12-15,0 0-8 0,3-1 16 0,5 3 0 0,-1 1-6 16,-2 2-16-16,2-1 13 0,1 3-11 0,3 1 21 0,1 2-2 0,3 0-8 16,0 0-19-16,0 1 23 0,2 1-17 0,1-2 29 0,0 4-6 15,4 0-14-15,0 0-3 0,6-1 4 0,3 2-2 0,5-1 4 16,6 1 1-16,3 1-2 0,3 2-7 0,4-1 9 0,4 2-6 0,4 0 4 16,2 1 0-16,3-1-6 0,3 0 0 0,1 0 6 0,3-1-4 15,3-1 6-15,1 2 0 0,4-5 0 0,5 4-9 16,2-2 9-16,4 1-7 0,5-1 11 15,0-1 0-15,4 3-4 0,4-2-13 0,-1-1 16 0,-2 1-12 16,2-1 24-16,1-2-8 0,1 1-10 0,10-5-2 0,3-1 9 0,5 2-2 0,5-1 16 0,-1 1-4 0,-3-1-5 0,6-3-20 16,-1-1 18-1,6 0-14-15,8-2 30 0,2 1-10 0,-2-3-13 0,1 1-4 0,-1-4 7 0,4-3-1 0,5 0 20 0,0-3-3 16,94-1-13-16,-186 0 36 0,198-6-67 0,-95 3 48 16,-4-3-2-16,-2-3-6 0,7 1-21 15,3-2 25-15,1-1-21 0,-1 0 30 0,-6 0-5 0,1-1-13 0,8-1-2 16,-3 0 1-16,-3-1-2 0,-1-2 2 0,-6 1-1 0,4-3 0 0,2 0-20 0,-3-2 25 15,-2-1-20-15,0 1 32 0,-2 4-7 0,-1-1-14 0,-2-1-13 16,-1 0 9-16,-3-1-6 0,1 1 16 0,-5 2-1 0,-3 1-5 0,-4 2-4 16,-4-1 2-16,-3 3-2 0,1 0 6 0,-4 3-4 0,-1 0-2 15,-6 2-18 1,-9 1 16-16,-1 1-12 0,-5 0 31 0,-4 2-10 0,1 0-15 16,-4 0-33-16,-2 2 15 0,-3-1-15 0,-3 1 6 0,-5 4-4 0,-4-4-18 0,-1 5-27 0,-2-2 11 0,-1 0-18 0,-3 2-25 15,0 1-14-15,0 0-22 0,-1 1-90 0,3 0-89 0,1 1 0 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55:31.44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19233 13454 256 0,'-7'-36'2'0,"3"16"23"0,1 1-18 0,2-2-7 0,1-1 14 0,1 1-2 0,0-6 7 0,3-1-11 0,-1-2 9 0,1-1 5 0,3-4-32 16,0-3 36-16,0 3-34 0,-2-3 38 0,0 1-6 0,-1-7-14 0,1-3-27 15,-2-4 19-15,0 1-13 0,0-1 45 0,-2 0-11 0,0-2-14 16,-1 0-13-16,0-2 16 0,-3 0-12 0,-2-3 17 0,-2 2-3 15,-1-2-5-15,0 2-8 0,-3-1 1 0,0 4 1 0,0 4 10 16,-4 4 2-16,0 2-6 0,-3-1-26 0,0 0 35 0,2 7-31 0,-1 3 41 16,-3 4-4-16,-3 5-11 0,-9 0-9 0,-2 5 1 0,-2 3-2 15,-1 2 9-15,1 3 0 0,0 6-3 0,2 3-16 0,-1 3 14 16,0 7-14-16,-1 2 13 0,1 4-2 0,1 3-4 0,4 3-3 0,-1 5-3 16,-1 5 4-16,1 3 11 0,-2 1-2 0,2 6-1 0,-2 4-23 15,3 3 24-15,-1 5-19 0,2 5 36 0,7 2-5 0,2 5-11 16,2 8-8-16,4-1-2 0,2 0 1 0,2 1 12 0,3-5 2 15,4 5 1-15,2 2-25 0,4-2 25 0,3-4-22 0,1-4 23 0,4-7-5 16,1-3-12-16,4 0-6 0,3-3 3 0,3-4 0 0,6-2 10 16,3-11-1-16,2-2-5 0,3-3-14 0,1-5 16 0,4 0-13 15,-2-5 16-15,-6-3-3 0,-2 1-5 0,2-2-15 0,-2-4 5 16,5-2-4-16,1-4 3 0,-3-2-6 0,1-2-13 0,4-1-27 16,1-3 1-16,3-4-14 0,0-2-46 0,-1-3 70 0,-1-2-9 0</inkml:trace>
  <inkml:trace contextRef="#ctx0" brushRef="#br0" timeOffset="586.09">20838 14280 1059 0,'-9'-3'22'0,"2"1"-10"0,3-1 29 0,2 3-34 0,2-1-3 0,0 1 1 0,0 0-5 0,0 0-14 0,0-3 21 0,1 1-14 0,1-6 24 15,3-3-3-15,0-6-19 0,5-6-12 0,3-6 18 0,4-7-14 0,2-4 19 16,2-2 0-16,3-3-4 0,0-6-19 16,4-7 12-16,3-2-13 0,-1-5 9 0,-2-2-1 0,-1 0-14 0,11-78-39 15,-35 150-21-15,27-168 101 0,-10 77-25 0,-2 1 1 0,12-99-19 16,-27 186 7-16,4-187 17 0,-5 101-3 0,-5 3 3 0,-3-1-15 16,-5 2 31-16,-3 2-26 0,-5-1 27 0,1 8-4 0,-21-59-20 15,3 6 2-15,15 65 12 0,0 3 6 0,-4 4-7 16,-5-3-12-16,0 5 17 0,-1 5-16 0,1 3 19 0,2 6-4 15,0 5-5-15,-2-2-10 0,-1 3 12 0,1 2-6 0,-3 2 25 16,1 7-4-16,0 3-14 0,1 2-21 0,5 3 24 0,1 2-22 16,1 5 27-16,-1 3-5 0,-3 2-9 0,2 8-5 0,0 2 0 0,3 5 1 15,0 0 11-15,3 4-2 0,2 3-6 0,1 8-21 0,2 6 27 16,-1 3-19-16,0 5 35 0,4 7-6 0,0 7-14 0,3 13-11 16,2 2 7-16,1 7-5 0,-1 2 18 0,3 4-2 0,0 8-4 0,1 7-13 15,2 3 13-15,0 1-11 0,0 2 13 0,2-6-6 0,2 2-7 16,2-3 9-16,1 0-10 0,3-4 11 0,1-1-3 0,3-6 1 15,1-11 2-15,3 0-16 0,2-6 24 0,3-2-22 0,2-4 22 0,3-7-10 16,4-6-11-16,2-6-7 0,3-3 10 16,4-5-5-16,-3-6 13 0,-7-2-1 0,3-3-13 0,2-1-82 0,5-1 2 0,5-3-31 15,1 0-62-15,-1-3 108 0,2-2-11 0</inkml:trace>
  <inkml:trace contextRef="#ctx0" brushRef="#br0" timeOffset="1233.23">22442 15215 1022 0,'-17'0'32'0,"4"-3"-40"0,0 2 29 0,4-1 4 0,1 1-3 0,3-1 6 0,-1-4 9 0,3-1-7 16,-1-2-3-16,2-4-7 0,2-2-8 0,1-6-25 0,4-3 16 0,2-3-12 0,2-3 23 15,2 1 0-15,-1-6-13 0,2-3-12 16,3-5 20-16,3-6-17 0,3-4 19 0,2-2-9 0,4-5-10 0,2-4 1 0,0-2 2 15,-2-10 3-15,0-5 7 0,1-2 2 16,3-5-2-16,9 0-11 0,-1-7 9 0,-1-5-11 0,0-3 3 16,-2 2-2-16,2 1-4 0,3-7-2 0,3-1 4 0,-4-3 1 15,-2-2 16-15,-9 7-3 0,-4-1-5 0,-1-4-13 0,-1 0 21 0,2 2-15 16,-4 3 20-16,-6 4-7 0,-4-2-13 0,-2 1 11 0,-3 4-12 16,-4 0 13-16,-3 4-6 0,-4 1 0 0,-2 4 3 0,-4 2-2 15,0 2 0-15,-2 1 2 0,-6 0 1 0,-3 4-1 0,-19-68-18 16,40 146 15-16,-39-125-6 0,17 62 13 0,-2 6-1 0,-4 1-2 15,-10 4-10-15,0 6 6 0,1 3-7 0,1 9 4 0,2 7-5 16,-1 3-6-16,-3 4 2 0,-2 1-5 0,-2 3 7 0,-1 2 1 16,7 4 4-16,-1 6 1 0,-4 1-23 0,2 8 28 0,-4 7-23 15,4 3 33-15,4 5-3 0,0 4-11 0,1 2-3 0,0 6 5 16,-1 4-1-16,3 6 9 0,2 7-1 0,9 8-6 0,0 6-16 16,1 6 21-16,0 3-16 0,-4 6 23 0,5 2-3 0,3 6-7 0,2 9-11 15,4 7 9-15,3-1-7 0,2 6 18 0,2 2-1 0,4 4-8 0,1 8-8 16,5 1 13-16,2 3-13 0,4-2 15 0,3-4-5 15,0 4-2-15,7 4-17 0,-1 0 13 0,3 1-8 0,-1 2 26 0,-7-8-2 16,0 0-12-16,1 2 1 0,2-4 3 0,4-1-5 16,1-1-3-16,-2-6 0 0,-5-7 4 0,2 3 1 0,-1-4-6 0,-1 0 5 15,2-7-3-15,0-8-3 0,3-3-3 0,0 0-32 0,4 0-3 16,2-5-13-16,2-5-70 0,6-6-25 0,0-4-26 0</inkml:trace>
  <inkml:trace contextRef="#ctx0" brushRef="#br0" timeOffset="1933.09">24662 15865 1621 0,'-12'-71'-9'0,"-4"25"20"0,5 2-4 0,5-6-6 0,8-4-6 0,7-5 5 0,6-8-5 0,5-4 7 0,0-2 4 0,4-4 3 0,2-2-15 0,0-1 4 0,2-4-6 0,2-7 14 0,0 0-1 16,3-4-3-16,3-3-21 0,1-4 24 0,3-5-20 0,2-2 33 15,-5 0-1-15,-5 3-10 0,-2-11-12 0,-2 1 5 0,-1-4-8 0,1-2 12 16,-5 4 1-16,-1-2-4 0,-2-6-16 0,1-2 21 16,-2 0-18-16,0 2 20 0,-4 4-2 0,-3 2-10 0,2-5-3 15,-3 0 2-15,-1 3-1 0,0 1 12 0,-1 6-5 0,0 3 1 0,-1-6-20 16,-1 7 0-16,-1-2-10 0,-1 2 23 0,-1 3 0 16,-1 3-10-16,-1 2-1 0,-2-2 0 0,-1 4 0 0,-5-3 5 0,1 10 8 0,-3 7-3 0,-3-5-21 15,-3 1 29-15,-2-2-29 0,1 5 32 16,-3 13-7-16,-1 4-14 0,-29-79-13 0,48 147 25 0,-60-140-2 0,26 83 7 15,-4 8 0-15,-3 4-27 0,0 6 28 16,-2-2-24-16,-2 1 37 0,-1 3-6 0,-3 5-13 0,1 3-2 0,-3 7 4 0,-2 4-2 16,-2 5 5-16,1 3 4 0,-1 4-7 0,-3 4-4 15,1 5 11-15,-2 3-9 0,1 9 6 0,3 6-2 0,-2 8-5 16,-4 8 3-16,1 7-6 0,-1 6 7 0,1 5 1 0,3 3-1 0,0 9 1 16,3 11-21-16,3 14 27 0,-2 4-21 0,2 4 37 0,5 2-5 15,5 5-13-15,6 11-7 0,5 6-1 0,2 7 1 0,3 4 18 0,7 0-2 0,7 6-1 16,4 8-30-16,6 3 25 0,5 3-20 15,6 3 44-15,4-8-30 0,7 4-1 0,7 11-7 0,4-1 4 0,1 2-1 0,-3 3 15 16,-2-8-1-16,0-3-3 0,5 7-10 16,4-4 9-16,-1-4-9 0,-1 1 7 0,-3-10 0 0,2-5-4 0,2 6-8 15,1-3 12-15,-1-4-8 0,2-2 16 0,-5-8-1 0,-3-3-11 16,-5 1-8-16,-5-5 16 0,5-5-15 0,-3-8 10 0,7-9 1 0,-2-6-6 16,-1-4-7-16,2-8 1 0,0-6-2 0,4-11 6 0,-1-8 4 0,3-8-2 0,3-2-21 15,4-8 28-15,2-5-24 0,0-8 26 16,-9-6-5-16,0-6-13 0,-1-5-39 0,-2-6-2 0,2-5-10 0,-6-7-30 0,-3-8-13 15,-1-8-18-15,1-10-103 0,2-5 138 16</inkml:trace>
  <inkml:trace contextRef="#ctx0" brushRef="#br0" timeOffset="12679.48">6288 16906 206 0,'-2'-3'-8'0,"-1"1"-36"0,1 2 35 0,-1 0 25 0,1 0-14 0,0 2 15 0,0 1-9 0,-1-1-4 0,0 0-5 0,1-1 13 0,-1 0-3 0,0-1 32 16,1 0-2-16,0 0-14 0,-1-1-16 0,1 0 26 0,0-2-23 0,0-1 35 15,-1 2-10-15,0-1-8 0,2 0-13 0,0 1 10 0,0 1-5 16,1 1 35-16,-1-2-6 0,1 2-7 0,0 0-48 0,0-1 21 16,2 1-25-16,-1-1 22 0,2-2-4 0,1 1-9 0,0-2-4 15,2-3 11-15,-1 1-5 0,3-2 19 0,0-1-1 0,0-1-9 0,1-1-9 16,0-3 9-16,1 2-11 0,-1-2 11 0,-2-1-4 0,-1-3 1 16,2-2 2-16,0-3-1 0,1 2 5 0,-2-1-3 0,1 0 2 15,-1 2-6-15,0-3-16 0,1-2 19 0,1 0-17 0,1-1 17 0,0 4 2 16,2-3-9-16,-1-2-4 0,0-1 6 0,0-2-5 15,1-2 23-15,0 3-2 0,0 1-1 0,1-1-11 0,0 0 12 0,2 1-11 16,-2-3 14-16,2 3-2 0,-1 0-5 0,2-2-16 16,1 0 17-16,1-1-13 0,1 0 29 0,-1-1-4 0,0-1-13 0,-3-4-27 15,-3-3 24-15,1 2-23 0,0-1 26 0,5 3-2 0,1-1-9 0,-1 0-22 16,0 0 17-16,1 1-14 0,-2 0 32 0,2 0-3 0,1 1-11 16,1-8-12-16,1-1 15 0,0-5-15 0,2 3 14 0,-1 1-4 0,2 3-3 15,1-3-11-15,0 0 11 0,-1 0-7 0,2 2 20 0,-1 2-2 16,0-3-9-16,-3-3-19 0,-1 0 24 0,-1-1-20 15,1 0 27-15,1 4-2 0,1-1-12 0,2 0-6 0,-2 3 6 0,4-1-4 16,3-2 15-16,-2-1-2 0,1-3-7 0,2-1-23 0,-2-1 28 0,0 2-22 16,0 2 35-16,-4 2-9 0,0 3-16 0,0 0-2 0,-5-2 6 15,0 1 0-15,-1-2 15 0,0-1 2 0,3 2-6 0,0-1-10 16,-2 2 19-16,0 3-18 0,-1-2 16 0,1 5-6 0,3 1-11 0,2-1 6 16,2 1-6-16,-1-3 7 0,1 1 2 0,0-2-5 0,-1 2 0 15,3-2-15-15,-1-1 15 0,0 2-12 0,-5-1 15 0,-1 0-3 16,1 3-6-16,3-3-12 0,7 1 17 0,0-3-9 0,-2-2 21 0,3-1-2 15,3 0-16-15,4 1-4 0,1 1 11 16,0 2-9-16,0 0 9 0,-4 3-2 0,-6 1-2 0,3 0-4 0,-4 1-1 0,2 1 4 16,4-2 13-16,-4 0-4 0,1 1-2 0,0 0-24 15,4 3 18-15,-2 4-15 0,0-1 29 0,-2 1-1 0,-2 2-10 0,1 0-22 0,-7 1 15 16,0 1-14-16,0 0 35 0,-1 2-2 16,5 0-9-16,2-2-7 0,-1-1 5 0,2-3-7 0,1-2 6 0,2 2-1 0,1-2 0 0,2 1-9 15,1 0 4-15,0 0-4 0,-1-2 12 0,-8 1 2 0,3-2-5 16,1 2-16-16,2-1 21 0,6 0-18 0,0 6 19 0,1-3 2 15,2 2-10-15,1-1-11 0,0 1 11 16,-3 4-9-16,-7 0 21 0,-3 2-3 0,-1 3-9 0,0-2-1 0,5 4 5 16,-2 0-4-16,-1 0 7 0,0 2-1 0,1 0 0 0,1 1-20 15,1 0 19-15,0 1-14 0,-1 2 28 0,-3-1-2 16,-6-2-14-16,2-1-15 0,1 0 24 0,1 0-19 0,8 0 29 0,-1 0-6 0,2-1-13 0,4 1 0 0,1 2-3 16,0 1 2-16,0 0 2 0,-4 2-3 15,-6-1-1-15,1 1-1 0,-2 0 1 0,1 0 0 0,5 1 8 0,-3 2-3 0,0 0-2 0,3 1-17 16,-1 2 12-16,0 1-10 0,-2 2 27 0,-3 3-6 0,-1-1-8 15,-3 1-14-15,-5-1 13 0,-2 4-9 0,1-1 20 0,-2-1-4 16,5 2-7-16,0-1 0 0,-1 1-1 0,0 2 1 0,2-1 3 16,1 0 0-16,-1 0-2 0,6 2-14 0,0 0 19 0,0 0-16 15,1 2 20-15,-3 2 0 0,-6-2-6 0,2 3-4 0,1 1-3 0,2 1 0 16,5 0 4-16,-1-1 0 0,0 2 1 0,4-1-5 0,0 2 4 16,2-1-3-16,1 1 5 0,-5-2-3 0,-1 1-3 0,2 1-3 15,-10 0 4-15,-1-3 0 0,-1-2 8 0,0 1 3 0,4 1-5 0,-2 6-9 16,2-1 10-1,1 2-11-15,2 0 8 0,0-2-2 0,-3 2-7 0,2 0 1 0,-2 1 6 16,1 3 0-16,-3 3 13 0,-4 0 0 0,-2 2-10 0,4-3-19 0,0 2 25 0,7-1-22 0,-2 1 28 0,0-3-3 16,1 1-8-16,3 1-19 0,3-2 11 0,2 3-9 0,0-4 28 15,1 0-2-15,1 2-10 0,-6 2-8 0,1 2 11 0,0-2-10 16,0 2 8-16,5-2-4 0,-2-1-4 0,4-1-6 0,1 4 14 0,3-1-7 16,-1-1 10-16,-3-3 4 0,-3-1-14 15,-3 3-13-15,-1 0 30 0,-2-2-25 0,0 0 27 0,1 0-3 0,1 5-15 0,2 4 3 16,1 2 0-16,2 0 3 0,-1-4 5 0,-4-2-1 0,-1 1 0 0,-6-1-11 15,-1 2 5-15,1 2-4 0,-2-1 6 0,5 1 3 0,-4 1-2 16,3 6-15-16,0 5 14 0,1 2-11 0,3-2 22 0,-3-3-1 16,1-3-11-16,1 2-14 0,1 1 30 0,-1 0-23 0,-7-1 46 0,-1 4-6 15,1 0-9-15,6 4-20 0,6-2 25 0,-1-7-15 16,-1-5 48 0,-1-4-21-16,1-7-22 0,5 2-29 0,3 1 17 0,-2-4-11 15,-7 4 31-15,-1-3-6 0,-2 1-14 0,1 6-8 0,7 4-3 16,-4-3 2-16,1 3 3 0,-4-4 1 0,-2-2 3 0,1 4-21 0,-5 1 19 15,0-1-18-15,0 4 25 0,-3-3 4 0,-3 1-6 0,-3 4-19 16,-7-1 15-16,-3 3-15 0,0 3 16 0,1 7 3 0,6 6-9 0,0 6-4 16,-2-5 9-16,-3-3-8 0,0-7 7 0,-2-1-6 0,2-2-5 15,0 6 4-15,2 0-3 0,0 1 5 0,0 1 4 0,1-2-1 16,0 2 0-16,0 7-8 0,2 2 3 0,0 1-5 0,1-1 7 16,1-4 4-16,-1-5 5 0,1-1-14 0,2-2 7 0,0-4-7 15,2 0 5-15,-3-3 2 0,-4 0-5 0,2 1-12 0,3 1 14 0,1 4-11 16,2-3-2-16,-1 3-10 0,-2-1-22 0,-2-2-34 0,0-2 13 15,1-1-18-15,0-5-19 0,-1-1-20 0,1-4-25 0,-1-4-197 16,-2-1 217-16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56:05.95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22169 11533 131 0,'-6'0'-4'0,"1"0"-78"0,1 0 82 0,3 0 21 0,0 0-24 0,1 1 27 0,0 0-7 0,0 0-13 0,0 3-4 0,2 0 5 0,1-1-5 0,0 2 7 0,0 0 1 0,2 1 5 15,2-1-8-15,-1 2 3 0,3 0-1 0,0 2 12 0,0-1-6 16,1 1-8-16,2 1-19 16,-1 1 27-16,0-2-20 0,1 2 31 0,0 2-9 15,0-2-17-15,2 3 4 0,-1 2-1 0,2 0 4 0,1 1-1 0,2-2 3 0,0 0-1 16,1 0-30-16,-1-2 39 0,2 2-33 0,-3-1 39 16,3 0-7-16,0-1-19 0,0 1 9 0,1-1-6 0,1 1 8 0,-2-1 5 0,-4 1-3 0,-2-3 2 0,4 0-10 0,2 0 15 15,6 2-11-15,1 1 16 0,-1 1-3 0,-1 1-3 0,3-2-6 16,-1 3-4-16,1-3 4 0,1 1 5 0,-1 0 2 15,0-1 1-15,1 2-26 0,1 0 22 0,0 0-23 0,-1 0 29 0,-2 0-7 16,-7 0-10 0,0 0-4-16,1 0-1 0,1 0 3 0,5-1 11 0,0-1 2 15,-1 0-3-15,1-2-9 0,1-1 12 0,-1 1-12 0,1-2 5 0,1-2 2 16,1-1-2-16,3 0-2 0,0 1-2 0,-1-3 4 0,2-1 12 0,-2 1-5 16,-5-2-5-16,5 0-8 0,-1 0 12 0,3-1-11 15,6-1 6-15,-3 1-3 0,0-2-4 0,3 2 1 0,0 0 1 16,-1 0 2-16,1-1 7 0,-3-1-3 0,-1 2-5 0,-1-1-11 0,-6 2 13 15,0-2-11-15,0-1 18 0,1 0-8 0,3 0-4 0,1 0 2 16,-3 0-3-16,2-1 7 0,-2-1-5 0,-2 0 4 0,1 0-6 16,-1 0-3-16,1-3 14 0,0 1-12 0,2-1 18 0,-3 0-7 15,-7-2-3-15,3 0 0 0,2-2 4 0,1-2 1 0,6 1 2 16,1-1-1-16,-4-2-7 0,5-1-4 0,2 0 17 0,2-2-14 0,-1 1 13 16,0 0-7-16,-1-2-9 0,3 2 9 0,-5-2-7 0,2 0 10 15,2-1-2-15,1 0-3 0,6 2-6 0,1-1-24 0,-3 0 34 16,1 2-28-16,0-2 39 0,-4 5-9 0,0-2-14 0,0-2-3 0,-7 2-1 15,2-2 4-15,-1-1 6 0,-1 1 4 0,6 2-4 0,0-2-21 16,0-1 26-16,3-1-23 0,1-4 33 0,1 2-1 0,0-1-9 0,2-2-12 16,-3 3 9-16,2-4-7 0,2 1 20 0,1 0-3 15,6 1-6-15,4 0-15 0,0 2 8 0,1-1-8 0,-1-1 13 16,-7 1-6-16,4-4-6 0,-2-3 4 0,3-1-6 0,2-1 7 0,-2-1 0 16,-2 3-2-16,-1-1 3 0,-2-1-9 0,-5-2 9 0,-1 0-7 15,-1-1 10-15,-1 2 1 0,4 2-4 0,-2 2-11 0,0 0 5 0,-2 1-5 16,-3 2 16-16,0 0 1 0,-3-2-5 0,-4-3-13 0,0-1 17 15,0 3-16-15,0-2 14 0,5 1-2 0,-1-2-5 0,2-2-8 16,0-2 3-16,1 1 0 0,-1-1 21 0,0 5-7 0,-1 1-6 0,0 1-4 16,-7-1 4-16,2-1-2 0,-2-4 4 0,0 0 0 15,5-3-1-15,1-1-15 0,-1 0 7 0,0-2-6 0,-1 2 34 0,0-1-1 16,-1 2-2-16,2 1-14 0,0 3 23 0,-1 4-18 0,-3 1 17 0,0 2-9 16,0 0-18-16,4-3-1 0,2 0 0 0,1-1 1 0,-1 0 6 15,0 3 3-15,1-3-4 0,1 1-20 0,1-5 24 0,-4 0-23 16,-5-1 27-16,-1 4-6 0,2-1-7 0,4 0 2 0,5 1-11 15,-3-3 10-15,-3-1-3 0,-4-2 1 0,0-4 6 16,-1 1-14-16,-1-2 16 0,-4-2-15 0,0 1 13 0,-3-1-4 0,-3 4-7 0,1 1-6 16,-7 5 4-16,-5 2 0 0,-2 1 13 0,-4 1 1 15,1 0-6-15,3-3-20 0,-2 0 18 0,-1 1-21 0,1 0 8 0,-3 3-3 0,1 1-8 16,-1 0-12-16,1 0 13 0,-1 3-8 0,2 1 9 16,0 2-20-16,-1 3-23 0,3 1-58 0,-1 2-11 0,0 3-13 0</inkml:trace>
  <inkml:trace contextRef="#ctx0" brushRef="#br0" timeOffset="1586.34">22034 13234 164 0,'-11'-5'-35'0,"0"2"-71"0,1-2 85 0,1 1 26 0,0-2-2 0,1 0 26 0,2 0 7 0,1-1 9 0,-1-1-13 0,3 0 18 0,-2 1-17 0,3 0 12 0,0 0-4 15,-1 1-17-15,2 1-14 16,1 0 18-16,0 1-19 0,0 2 18 0,1-1-10 0,-1 1-8 0,3 0-12 0,-2 2-2 0,2-2 2 0,2 1 11 16,-2 1 2-16,3-2-5 0,-1 2-16 0,2 0 18 15,0 0-17-15,1 0 18 0,1 2-5 0,0-1-5 0,1 0 2 0,1 2-6 16,0-1 7-16,1 3 4 15,1-1 2-15,0 3 0 0,1 0-29 0,-1 0 32 0,-5 2-29 0,0-2 34 0,1 4-3 0,1-2-12 0,9 1-8 16,1 1 8-16,3 0-5 16,0-1 16-16,-2 1-2 0,0 2-6 0,1-1-5 0,1 0 10 0,2 0-11 0,2 0 3 0,-2-1 0 0,1 1 0 15,2 0-12-15,-1 1 14 0,0 0-8 0,2-3 20 0,-2-1-2 16,-1 0-13 0,-5 0-13-16,1 3 21 0,0 0-17 0,2 1 18 0,4-3-2 0,1-1-10 0,-1 2 5 0,0-2-2 0,-1-3 4 0,2 2 7 31,1-2-1-31,-2 1 1 0,2-2-11 0,0-2 13 0,2 4-12 0,0-3 14 0,-1 1-8 0,-2-3-8 0,-2 1-11 15,-1-2 15-15,1 1-6 0,2-2 22 0,4 0 1 0,0-2-13 0,1-2-18 16,-2 2 22-16,3-2-20 0,1 0 25 0,-2 0-6 0,2 0-9 0,-2 2-12 31,1-1 12-31,0 0-5 0,-8 1 25 0,-1-2-5 0,0 2-13 0,2-1-21 16,4 1 30-16,0-1-24 0,-4 2 28 0,0 0-3 0,-2 1-12 16,2 1-21-16,-1 0 21 0,-1 2-15 0,-2 1 32 0,-1-2 1 15,0 3-15-15,0-2-10 0,2 2 14 0,-2-3-15 0,1 2 12 16,-7 0-4-16,-2-1-4 0,3 1-14 0,4-1 14 0,4 0-5 15,1 1 33-15,-1-2-8 0,-2 0-14 0,2 0-16 0,0 1 15 0,-1-1-12 16,2 0 20-16,-2 0-4 0,0 2-5 0,-1-1-16 0,0-1 12 16,2 3-6-16,-3-1 28 0,1 1-2 0,0-1-10 0,-2 2-13 15,0 0 14-15,-6 0-14 0,-1 0 7 0,-1 3-1 0,2 0-3 0,8 2 5 16,-2-3-3-16,2 4 5 0,-2-2 2 0,-3-1-2 0,1 1 1 16,1-1-13-16,0 2 12 0,3 0-10 0,0-1 16 0,-1 1-7 15,-1-2-8-15,2 2-12 0,-2-1 15 0,1 1-8 0,-1-1 28 16,1-2-2-16,-1 2-13 0,2-1-19 0,-6 1 27 0,0 2-25 15,2-4 31-15,1 1-8 0,7-1-11 0,0-1-12 0,0-1 12 0,-2 0-4 16,3 3 30-16,-1 0-9 0,1 0-13 0,1 0-13 0,0 0 12 16,1-1-10-16,-1 0 18 0,1-1-6 0,0 0-3 0,-1-2 6 15,-5 1-9-15,0 1 11 0,4-1-9 0,-3-1 4 0,8 1 2 16,0 0-16-16,-4-3 17 0,1 3-17 0,0-1 17 0,-1 0-1 0,1-1-5 16,0 1-4-16,0 0 0 0,1 1 1 0,-1 1 9 15,1-2 2-15,-4 2-5 0,-5 0-13 0,1-1 16 0,2 3-15 0,1-1 20 16,2 1-4-16,0 0-6 0,-2 1-11 0,2 0 8 0,-1 2-5 15,3-1 19-15,-2 0 2 0,-1-2-8 0,3 1-29 0,0 1 33 16,0 1-30-16,2-1 38 0,-4 1-1 0,-4-2-12 0,-1 3-4 16,4-2-4-16,1 0 0 0,4 0 3 0,-2-1 2 0,-5 1 3 0,5 0-23 15,-2-1 30-15,2 1-26 0,0-1 29 0,-3-2-5 0,2-3-17 16,0 1-4-16,3 1 3 0,0 2 1 0,-3-1 25 0,-3 1-2 0,-1-1-4 16,3-1-30-16,1-1 26 0,5 2-24 0,0-3 36 0,-4-1 0 15,2 1-8-15,2-1-13 0,-1-1 6 0,1 2-6 16,1-1 16-16,0 1-3 0,1 1-3 0,0-3-29 0,-4 3 29 0,2-3-22 0,-1 2 42 15,1 1-7-15,5-4-18 0,0 3 9 0,0-1-4 0,2 3 6 16,3-2 2-16,0 1 0 0,2 0 1 0,4 1-33 0,-3-2 31 16,3 1-30-16,0-2 36 0,2 0-5 0,2 0-14 0,1 0-1 15,3 0-1-15,2-1 1 0,-5 1 3 0,3-2-1 0,0-1-3 0,1 0-19 16,5-1 21-16,-6 1-17 0,-1-1 33 0,-5 0-4 16,-1 0-11-16,-4 0-14 0,2 0 11 0,-3-1-8 0,0 0 22 0,-1 0 1 15,-4 1-10-15,-3 0-13 0,-1 0 18 0,-2 0-17 16,0 1 18-16,-2 1-1 0,1 0-6 0,-3 0 4 0,-3 0-3 0,-2-1 3 0,5 1-4 15,-1 0 2-15,6-2-2 0,0 1-22 0,-1-1 28 0,0 0-24 16,-1 0 28-16,-1-1-5 0,-1 1-15 0,3-2 1 0,1 2-5 0,2-1 7 16,-5 1 0-16,-4-1-2 0,-2 1-5 0,2 0-47 0,1 1 24 15,3 0-28-15,-4 1 11 0,-3-1-31 0,0 1-27 0</inkml:trace>
  <inkml:trace contextRef="#ctx0" brushRef="#br0" timeOffset="5667.42">28900 15311 646 0,'28'-13'147'0,"3"-5"-97"0,2 0-31 0,0 1-22 0,-5-1 31 0,0-1-11 0,3-1-17 0,5-3-3 0,5-6 8 0,-2 0 0 16,-2-6 28-16,-2 1-3 0,1-6-8 0,1-8-30 0,2-10 34 16,1-6-29-16,2-4 43 0,-6-2-17 0,2 3-9 0,4-10 7 15,0-9 6-15,8-4-4 0,-1-10 17 0,-2 5-8 16,0 0-2-16,7-11-16 0,2-3-2 0,2-4-8 0,0 3 20 0,-4 7-9 0,-2-1-8 16,0-6-16-16,-1 2 9 0,-4 6-4 15,-1-1 21-15,-6 6-2 0,-2-7-8 0,-2 0-9 0,-5 2 2 0,-10-4-5 0,-5 0 5 16,-5 2-5-16,-3 7 3 0,10-104-11 0,-17 206 24 15,-1-219-23-15,-2 118 14 0,-4 3 1 0,-3-8-13 0,-3-3 14 0,-2 1-12 16,2 7 19-16,-1 6-5 0,-5-1-3 0,-2-8-6 0,-10 2 2 16,0 8 0-16,0 2 9 0,-2 4-2 0,0-3-6 0,-4-3-4 0,-1 6 1 15,-3 7-2-15,-4 4 1 0,-2 2 4 0,-3-1 5 0,2-7-5 16,-2 4-1-16,2 8-1 0,-2 4 3 0,0 11-3 0,-54-48-24 16,104 101 58-16,-122-107-62 0,64 56 47 0,1 5-7 0,1 9-10 15,-2-1-1-15,-3 6-6 0,1 5 5 0,-5 6 0 0,2 2 1 16,-3 5 1-16,1 1-21 0,1 1 21 0,-1 4-18 0,1 4 25 15,-3 2-4-15,-5 4-8 0,-3 3-7 0,-2 4-1 0,-2 3 2 16,4 6 9-16,1 5 1 0,-6 7 1 0,-5 9-8 0,-1 8 9 0,-1 7-8 16,3 2 11-16,1 3-7 15,-3-1-4-15,-3 4 3 0,1 7 5 0,-1 8-1 0,5 8 0 0,5-2 3 16,-6 2-7-16,4 8-6 0,1 6 21 0,4 7-15 0,6 1 33 0,4-4-8 0,8 0-7 16,0 9-1-16,2 0-3 0,5-1 5 15,4-1 3-15,10-2 5 0,6 0-4 0,2 4-7 0,2-1 27 0,5 1-22 16,4 0 26-16,7-3-11 0,6-1-13 0,4 6-1 0,8 4-4 0,6 0 3 0,5 2-6 0,4-9-8 15,7 1-1-15,31 119 7 0,-57-229 11 0,66 213-29 16,-29-114 5-16,9-5-2 0,3-1 7 0,3-6 1 16,7-3 3-16,6 0 1 0,-5-7 0 0,5-7 0 0,3-4-20 0,1-5 23 15,6-4-20-15,1-1 28 0,-2-2-5 16,-2-3-12-16,4-2-5 0,-5-5 5 0,1-3-4 0,1-4 15 16,-3-4-4-16,-1-1-5 0,3 0-15 0,-6-3 13 0,-1-1-11 15,-2-2 18-15,-4-6-2 0,-1-4-7 0,55 16-40 0,-114-34-23 0,104 15 76 0,-57-14-53 16,2-3-2-16,-2-4-30 0,-1-4-4 0,1-3-11 0,2-4-46 15,-1-3-34-15,2-3-22 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56:23.92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25612 1524 256 0,'-61'38'33'0,"33"-23"469"0,-4 2-233 0,-2 5 4 0,3 6-283 0,2 7 14 0,6 0-12 0,2 2 19 0,4 1-5 0,1-1-8 0,3 6 7 16,1 5-2-16,2 5 7 0,3 2 6 0,3 2-3 0,2-1-6 0,1 0 0 15,1 5 7-15,2 1-6 0,2 10-4 16,3 6-3-16,1 7-3 0,2 2-7 0,0 0 8 0,0 1-1 0,-2 9 20 0,0 2-3 15,-2 3-9-15,-2 6-15 0,-2 3 18 0,-2 3-16 0,-2 4 20 16,-2-3-4-16,-3 3-4 0,-2 6-13 0,-2 2 11 0,-3 0-8 0,2 4 22 16,-3-7-6-16,-16 128-6 0,31-251 17 0,-38 256-30 15,15-130 13-15,2-5-5 16,1 0-6-16,-1 4-6 0,2-4 14 0,7 1-6 0,-4-4 23 0,0-5-4 16,0-1-8-16,-7 3-17 0,2-2 23 0,1-1-17 0,2 4 34 15,2-9-10-15,2-2-15 0,2 7-1 0,0-5 16 0,1-2-6 16,2-9 25-16,2-8-11 0,3 5-17 0,4-1-23 0,4 0 21 0,4-6-18 15,2-7 25-15,3-3-4 0,4 3-11 0,7 4-7 0,4 2 6 0,5-8-4 16,6-8 16-16,-7-10-2 0,9-2-6 0,6 3-15 16,8-5 20-16,13 0-16 0,8-1 27 0,3-9-4 0,4-1-10 0,6-6 19 0,1-6-1 15,4-3 7-15,12-6 4 0,4-1-9 16,-1-4-2-16,11 1-19 0,5 2 7 0,-1 1-8 0,6-2 14 0,0-2 8 0,0-5 6 0,9-7-1 16,8-5 7-16,6-2-6 0,-4-4 8 0,0-3-5 0,2-1-9 0,3-1-17 15,2 0 6-15,2 2-7 0,-4 1 8 0,-4-2-6 0,1-4-5 0,5-3-1 16,3 0 10-16,-2-2-6 0,1 3 9 0,-10-2-7 0,-3 2-9 15,7-3-5-15,-6 0 4 0,-1-2-2 0,-3 4 8 0,-7-1-2 16,-5 2-4-16,3-1-31 0,-5 5-3 0,-7-2-10 16,-3 3-50-16,-14 0-20 0,-7-2-21 15,-9-1-186-15,-6 1-123 0,-7-1-24 0</inkml:trace>
  <inkml:trace contextRef="#ctx0" brushRef="#br0" timeOffset="600.62">24396 8017 1483 0,'13'-20'-713'0,"-3"8"1302"0,7-1-476 0,9 0-113 0,9-1-8 0,8-4 15 0,1-3-2 0,-1-5-2 0,5-7 2 0,3-4-4 0,6-7 7 0,13-1 15 16,4 0-2-16,10-4-1 0,5-7-24 0,3-1 22 0,6-6-19 16,11-5 26-16,4 0-6 0,4-2-12 0,11-6 15 0,5 2 5 15,3-6 3-15,9-5 15 0,5 3-8 0,-3-1-8 0,12-7-1 0,11 1 12 16,-9-5-7-16,7-6 8 0,1 9-3 0,-7-5-13 0,11 0-11 16,4-1 5-16,-9-3-7 0,3 4 12 0,-2 4-4 0,-10 2-1 0,11-8-7 15,-1 1 3-15,-6 1-3 0,3 2 11 0,-5 8-3 0,-8 1 0 16,5-5-14-16,2 5 5 0,-10 4-6 0,-1 0 5 0,-7 10-1 15,-6 1-8-15,-5-3-10 0,-1 4 15 0,-6 5-14 0,-8 5 13 16,-9 7-30-16,-8 3-19 0,-7-2-85 0,-9 5-29 16,-2-1-11-16,-4 3-302 0,-11 5 297 0,-6-2-79 0</inkml:trace>
  <inkml:trace contextRef="#ctx0" brushRef="#br0" timeOffset="1346.88">23216 4224 651 0,'-4'-5'148'0,"3"3"-101"0,0 1-47 0,2 1-16 0,0 3 14 0,1-1-1 0,1 3 1 0,0 0-12 0,2 2 8 0,-1 2-3 0,3 0 28 0,0 0-2 15,0 1-8-15,1 0-31 0,2 3 31 0,-1-2-28 0,3 3 41 0,0 1-6 0,1 3-14 0,3 2-10 32,2 3 11-32,2 3-6 0,4 1 33 0,-2-4-4 0,4 0-8 0,1-3-23 0,1 1 25 0,4-2-24 0,1 1 18 0,-1-1-1 15,-4-3-8-15,1 0-13 16,1-3 10-16,1-1-7 0,2 2 19 0,-1 0-3 0,0-1-9 0,2 0-19 15,0-1 19-15,-1-1-16 0,0-2 22 0,-3 0 1 0,0-1-9 0,-2 0-35 16,-1-1-30-16,-5-2-1 0,-6 0-108 0,-4-3-21 0,-2 1-18 16</inkml:trace>
  <inkml:trace contextRef="#ctx0" brushRef="#br0" timeOffset="1664.65">24423 3790 1405 0,'-11'-5'-112'15,"8"11"84"-15,28 250 24 31,-15-143 9-15,-3-14 5-16,-5-27-8 0,-4 6 3 0,-3 3 3 0,1 6-10 0,-1-3 4 16,0 2-4-16,-4 3 7 0,-5-5-6 0,-4 1-1 0,-4-3 6 15,-3-8-6-15,-3 0 10 0,1 0-1 0,1 1-2 0,2-4-2 0,-2 1-12 16,0-6 13-16,-1-4-11 0,2-2 9 0,3-2-1 0,3 3-4 16,4 4-50-16,1-1-43 0,0 2 1 0,-1-3-196 0,0-5 171 15,0 3-15-15</inkml:trace>
  <inkml:trace contextRef="#ctx0" brushRef="#br0" timeOffset="2312.4">29771 9200 256 0,'-28'-41'47'0,"11"23"658"0,-1 5-315 0,3 7 7 0,1 3-399 0,3 5 10 0,1 3-17 0,0 4 6 0,-1 6 3 0,-3 3-4 0,-1 6-2 0,-1 8 11 0,-1 5-8 15,-2 9 12-15,2 2-5 0,-6 4-5 0,-8 3 1 0,-2 4 2 16,-8 7 3-16,-2 3 1 0,3 6-3 0,-2 3-4 0,0 4-16 16,-5-1 20-16,-1-6-15 0,1 0 28 0,7-4-5 0,-1 1-11 0,-1 2-10 15,-2-3 13-15,-3-7-7 0,3-4 18 0,4-8 0 0,5 1-14 16,0-1-9-16,0 0 13 0,1-1-13 0,-1-3 6 0,4-7 7 16,7-3-3-16,1-6-7 15,0-4-14-15,3-3 0 0,-2-3-30 0,4-5 6 0,3-3 5 0,4-5-35 0,3-3 9 0,4-2-21 16,0-3-61-16,3-1-33 0,1-2-43 0</inkml:trace>
  <inkml:trace contextRef="#ctx0" brushRef="#br0" timeOffset="2594.19">28548 9377 1506 0,'9'-7'-16'0,"-3"6"-1"15,3 2 25-15,9 7 13 0,8 5 8 0,13 7 0 0,6 7 22 16,2 1-7-16,1 6-6 0,5 3-21 0,2-2 28 0,1 5-20 16,-2 2 41-16,-8-2-15 0,4 4-19 0,1 6-18 0,4 1 13 15,9 4-9-15,2-1 21 16,-1-2-10-16,2-2-12 0,-3 1-10 0,1-3 24 0,-3-1-16 16,0 0 25-16,2-2-7 0,0-1-15 0,4 0-5 0,-3 1-1 0,-4-5-1 15,-3 1-2-15,-7-4-2 0,0-2-1 0,2 2-15 0,-1-3 16 0,1 2-13 16,1 1 22-16,-4-1-4 0,-1-1-11 0,-7 1-12 15,0-1 11-15,-4 3-9 0,1-5 9 0,2 0-21 0,-3 2-18 16,3 3-87-16,0 3-22 0,-1-3-17 0,3 3-239 0,-3-1 251 0,1-3-56 0</inkml:trace>
  <inkml:trace contextRef="#ctx0" brushRef="#br0" timeOffset="10545.65">24007 4843 256 0,'-21'-6'-9'0,"9"1"-109"0,1 3 54 0,4 0 0 0,0-2 65 0,0 2 11 0,3-1-2 0,-1 0 32 15,3 1-1-15,0-1-6 0,1 1-20 0,1-1 26 0,0 1-27 0,0-1 8 16,1 0-4-16,1 1-11 0,1-1-8 0,1 0 7 0,0 0-5 15,1 0 14-15,0 1-3 0,1 1-12 0,-1-2-22 0,1 2 28 16,0 1-23-16,-1 0 33 0,2 0-5 0,0 2-14 0,1 1-1 0,0-1-1 16,2 1 3-16,2 1 4 15,3 0 4-15,1-2-1 0,2 2-6 0,-5-1 15 0,2-1-13 0,2 2 28 0,5-1-7 0,7-2 1 0,3 1-2 16,2 0-15 0,-1 0 13-16,1 0-10 0,1 0-1 0,2 2 0 0,3 1-23 15,1 1 25-15,3 1-23 0,-1 1 26 0,-5 0-11 0,-6 4-10 0,3 1-99 16,1 3-5-16,0 1-12 0,6 0 87 0</inkml:trace>
  <inkml:trace contextRef="#ctx0" brushRef="#br0" timeOffset="18502.37">22066 5700 217 0,'-4'-5'176'0,"0"0"-81"0,-1-1 101 0,3 3-95 0,1 1-11 0,0 1-34 0,1-2 6 0,0 3-9 0,1-1-24 0,1 1-6 16,2 1 23-16,0 3-23 0,3 0 33 0,1 3-5 0,0 1-9 0,-2 8-22 15,0 0 13-15,0 5-19 0,0 1 19 0,2-3-9 16,0-2-16-16,1-1 1 15,0-2 15-15,0 0-12 0,2 6 12 0,0-1-6 0,1 3-7 0,0 1-6 0,-2 0 6 0,-1-3-6 16,0-1 10-16,0-3-5 0,0-2-5 0,1 5-8 0,-1-1 3 16,2-3-2-16,1 1 10 0,0-4-1 0,0-1-3 0,3 3-30 15,-1-3-24-15,2 0-3 16,2-3-121-16,0-2-53 0,0-3-40 0</inkml:trace>
  <inkml:trace contextRef="#ctx0" brushRef="#br0" timeOffset="18830.36">22693 5730 427 0,'-4'21'45'0,"1"-1"-16"0,0 3 71 15,2-2-5-15,1-3-15 0,2 0-33 16,2-5 30-16,0-4-42 0,3 0 39 0,0-6-5 0,2 0-12 15,1-3-19-15,0-1 21 0,0-3-27 0,4-3 33 0,-2 1-12 0,3-3-18 0,-1-1-19 0,0 0 21 16,-2-2-24-16,0 1 29 0,-3-2-7 0,0-1-11 0,-2 1-7 16,-3 0 7-16,-2 2-8 0,-4-4 23 0,-3 3-9 0,-4-1-7 15,-5-3-23-15,-1 0 12 0,-3-1-13 0,-5-1 20 16,2 3 0-16,0 1-9 0,-4 1-12 0,4 7 5 0,-2 2-9 16,-2 4 12-16,6 4-1 0,0 2-3 0,2-1-10 0,4 2 6 15,4 2-6 1,0-1 12-16,1 5-3 0,2 1-3 0,-3 0-2 0,3 1-1 0,2-4 1 15,2 1-45-15,2-3-23 0,3-1-36 0,3 0-89 0,3-1-29 0,2-1-23 0,2-3 31 0</inkml:trace>
  <inkml:trace contextRef="#ctx0" brushRef="#br0" timeOffset="19350.41">23245 5395 261 0,'-11'-1'97'0,"0"1"15"0,1 4-10 0,0 5 8 15,0 2-25-15,1 4-23 0,-2 3-37 0,2 2 7 0,-1-2-14 16,0 5 18-16,2 0 3 0,0 0-10 0,4 2-5 15,0-3 21-15,4-3-26 0,0-1 17 0,4-4-6 0,1 2-13 0,4-5-7 16,1-2 19-16,0-3-17 0,4-2 41 0,-2-4-10 16,2 0-15-16,0-4-29 0,1-2 22 0,-1-4-24 0,2-3 37 15,0-2-3-15,1-1-12 0,0-3-22 0,-3 2 12 0,0 0-17 16,-1-4 25-16,-1 3-2 0,-1-1-8 0,-4 2-18 16,-1 2 23-16,-5 2-22 0,-1 2 35 0,-3 2-8 0,-2 1-12 0,1 2-10 15,-1 0 7-15,2 5-3 0,1 0 16 0,-1 1-3 0,3 2-10 16,-1 4-17-16,1 0 19 0,3 3-14 0,1 1 37 0,3 0-8 15,2 2-8-15,3-1-11 0,3 5 23 0,0-2-13 0,3 4 30 16,2 4-6-16,-1-3-19 0,2 3-16 0,1-5 14 0,1 1-15 0,-3 0 12 16,-1-1 5-16,1 0-2 0,4 2-23 0,5 0 12 0,-2-1-13 15,-2-1 22-15,-6-3-1 0,-2-3-6 0,-2 3-15 0,0-1 18 16,-1 2-15-16,-3 1 27 0,-3 2-2 0,-5 0-5 0,-2 1-17 16,-3 0 16-16,-4-2-14 0,0-1 19 0,-2 1-1 0,-2 0-12 0,-2-2-7 15,-1-1 15-15,-1-1-14 0,0-3 13 0,0-1 0 16,2-3-3-16,-3-3-14 0,0-3 8 0,-2-5-7 0,1-4 12 15,0-4-3-15,4-5-5 0,1-6-11 0,2-3 4 0,1-2-4 0,3-5-3 16,4 4-10-16,2 0-11 0,4-2-14 0,-1 3 21 0,4-1-16 0,0 3-57 16,1 0-84-16,1 4-92 0</inkml:trace>
  <inkml:trace contextRef="#ctx0" brushRef="#br0" timeOffset="23047.88">4879 8370 393 0,'0'-5'81'0,"0"0"105"0,4 3-159 0,0 2-17 0,2 0-15 0,1 0 31 0,2 0-1 0,2-2-6 0,3 1-9 0,4-2 20 0,1 0-15 16,3-1 23-16,1-1-8 0,3-1-7 0,3-1-1 15,0-1-7-15,-1 0 7 0,1-1-5 0,-3 2-1 0,1 2-4 0,-3 0-26 16,0-1 25-16,1 4-20 0,2 1 37 0,3 1-11 0,0-2-15 0,2 2-5 16,4 2 6-16,4-2-1 0,1 1 18 0,-1 1-3 0,-1 0-9 15,0-1-7-15,-3-1 11 0,-4 0-9 0,0-1 14 0,1-2-11 16,1 1-6-16,9-4-4 0,7 1 6 0,1-1-1 0,6-2 10 0,2 2 2 15,-1-1-11-15,0-1-3 0,-5 2 8 0,-1 3-10 0,-1 0 4 16,3-1 1-16,5 0 2 0,6-2-1 0,0 1-6 0,-2 0 4 16,-8 2 0-16,-3 1 0 0,-2-2 0 0,4 2-11 0,6 1 19 15,-1 0-14-15,1 1 29 0,-6 2-3 0,-1 6-8 0,-3-3-11 0,-1 2 12 16,0-4-7-16,-2 0 27 0,0 0-6 16,2-1-11-16,5 2-14 0,0 0 17 0,0 1-16 0,-2-2 12 15,-8 0-3-15,3 1-6 0,3-3-12 0,2 2 12 0,6-3-8 0,3 1 19 16,-1-1-1-16,1 0-11 0,3 0-6 0,-6-1 8 0,0 0-9 0,-2-2 2 0,0 1 2 15,5-3 0-15,3 2-15 0,0-1 12 0,-1 2-7 16,-7-1 22-16,-1-1-2 0,0 0-8 0,1-1-24 0,6 1 24 16,-1 2-20-16,0 1 30 0,0-2-3 0,1-1-10 0,-1-4-6 0,1 1 7 15,2-2-4-15,1-1 7 0,0 2 0 0,1 1-8 0,1 1-4 0,-6 1 9 16,0 1-7-16,-2-1 9 0,-3 2-1 0,3 1-4 0,2-1-9 16,1 2 9-16,-3 0-5 0,0 1 9 0,-6 0 5 15,-2 0-9-15,2 0-15 0,2 0 26 0,1 0-23 0,1 1 26 0,-2 3-7 0,0 0-12 16,0 0 4-16,-2-2 0 0,0-1 3 0,1-1 5 0,-1 0-1 15,4-1-4-15,1 1-13 0,2 0 17 0,-2 0-14 0,-2 1 18 0,-5 1-3 16,1 0-8-16,-2-1-14 16,2 2 17-16,2 0-9 0,-2-3 30 0,-2 2-7 0,-2 2-12 15,0-1-16-15,0 0 14 0,-8 1-11 0,3-2 22 0,-6 0-3 0,-2 1-8 0,6-1-14 0,-4 0 10 16,-2-1-6-16,1 1 22 0,-3 1-2 0,-1-1-9 0,2 4-23 0,-2-1 13 16,2 1-19-16,-1-2-22 0,-6 2-23 0,2-2-28 0,3 3-147 15,0-1-70-15,5 3-24 0</inkml:trace>
  <inkml:trace contextRef="#ctx0" brushRef="#br0" timeOffset="25522.56">26855 10087 503 0,'2'-5'93'0,"-2"-1"-58"0,1 1-29 0,1 1 0 0,-2 2 15 0,1 2-3 0,-1 0-11 0,1 0-20 0,0 0 24 0,1 3-22 0,2 0 20 16,-2 2 3-16,1 0-5 0,2 1-8 0,-1 4 3 0,1 3-2 0,-1 1 23 15,-1 3-1-15,1 3 0 0,-1 3-9 0,1 2 8 0,-2 3-9 16,-1 1 7-16,0 0-9 0,0 0-3 0,-1 2-14 0,0-2 3 16,1-2 0-16,0-1 18 0,1-7-2 0,1 0-4 0,0-1-11 0,2 0 9 15,-1 1-9-15,2-2 4 0,0-2-1 16,0 0-6-16,1 2-14 0,1-2 19 0,1 0-11 0,-1 1 30 0,0-2-3 16,1 0-15-16,1 3-21 0,1-2 18 0,0-1-25 0,1 1-43 15,0-4-44-15,-2-1-47 0</inkml:trace>
  <inkml:trace contextRef="#ctx0" brushRef="#br0" timeOffset="25949.91">27361 10449 784 0,'-34'-1'-119'0,"17"1"130"0,1 3 8 0,4 2 2 16,2 1-8-16,2 2 1 0,0 1-8 15,1 2 5-15,3 2-3 0,0 0 12 0,2 1-3 0,2-1-9 0,0 2-6 0,1-2 12 0,4 0-11 16,1-2 17-16,2-2-2 0,2 2-1 0,3-2-25 15,1 0 19-15,3-1-14 0,2 0 38 0,2-3-6 16,1 0-14-16,3-1-17 0,0 0 16 0,1-3-16 0,0 1 14 0,1-2-2 0,-2-2-7 0,-2 0 2 16,-1-2 2-16,-11 0 1 0,-2-2 10 0,-2-1-2 0,-2 1-5 15,5 0 1-15,-1-3 11 0,-1 0-8 0,-1 0 15 0,-1 0-8 16,-3 0-6-16,-1 0-1 0,-2-1-4 16,-1 1 6-16,-2 0 4 0,-2 0-3 0,1-2-4 0,-3 1-14 0,-2-1 4 0,1-1-5 0,-2 2 2 15,1 0-2-15,3 1-4 0,2-2-2 16,-1 4 4-16,1 3 0 0,-5 0 6 0,3 1-2 0,1 3-8 0,1-2-33 0,3 2-24 15,0 0-3-15,1 2-87 0,2 1-25 0,3 3-9 16</inkml:trace>
  <inkml:trace contextRef="#ctx0" brushRef="#br0" timeOffset="26502.6">27965 10314 782 0,'-27'-21'-46'0,"16"14"87"16,5 7-11-16,1 0-8 0,2 1-22 15,1 5-3-15,-2 1 2 0,1 2 9 0,-1 2 1 0,2 3-2 0,0 3-20 0,1 1 26 0,-1 4-22 16,-1-1 28-16,2 1-7 0,-1-1-14 0,2-1-4 0,1 1 6 15,0-1-2-15,3 2 9 0,0-2 1 0,1-2-8 0,1 0-12 0,2-1 19 16,-1-2-16-16,1 0 18 0,0 0-5 0,0-4-6 0,3-5 2 16,1 0 0-16,0-4 3 0,2 1 6 0,-1-3-1 0,0 0-4 0,-1-3-1 15,-3 1 9-15,-3-2-7 16,-1-1 20-16,-1-2-2 0,0 0 4 0,1-4-22 0,-1 0 15 0,0-1-10 0,0-1 37 0,1 1-7 16,-2 0-6-16,-1-1-10 0,0 2 11 0,1 1-9 0,-2 3 9 15,-3 2-6-15,2 1-7 0,-3 3-6 16,-1 0-5-16,4 1 2 0,-4 0-12 0,4 2 2 0,3 1-2 15,0 1-23-15,0 2 28 0,2 3-24 0,-1 0 37 0,2 2-9 16,1 2-12-16,1 1 2 0,1-1-4 0,-2 3 6 0,4 0 1 0,-1 1 2 0,0 2-2 0,0 5-13 0,-3 7 14 16,-1 2-13-16,-1 2 18 15,-2-4-4-15,2-2-5 0,-1-1-13 0,-2 0 12 0,-2 1-9 0,-1-1 24 0,-2-1 0 16,-3 0-9-16,1-1-11 0,-5-1 11 0,-2-2-12 0,-1-1 10 0,-2-5 5 16,4-2-4-16,0-1-3 0,2-4 6 0,1-2-5 15,2-3 13-15,3-3 1 0,1 0 2 0,1-2 32 0,0 0 2 0,-1-4 5 16,2 0-22-16,-1-3-9 0,1 0-12 0,0-2-14 0,0-3 7 15,3-1-7-15,-2-1 0 0,0-1 4 0,1 0-8 0,-1-6-1 0,-1 1 7 16,0-3-7-16,-1-2 2 0,-2-2-4 0,2 1-2 0,-2-4-7 0,0-1-11 16,0 2 7-16,3 1-15 0,1 5 0 0,-2 1 0 0,-1 5-52 15,-7 3 3-15,-1 1-22 16,-2 2-81-16,-3 3-66 0,-3 2-54 0</inkml:trace>
  <inkml:trace contextRef="#ctx0" brushRef="#br0" timeOffset="26967.82">28082 10711 157 0,'4'-22'19'0,"-4"13"9"0,0-3 49 0,0 3-12 0,1 0-6 0,1-1-3 0,0 1-12 0,2-1-36 0,-4 0 27 0,-1 0-32 15,1-2 12-15,-1 2-3 0,4 0-8 0,0-1-2 0,1 1-2 16,-3 0 2-16,1 0 4 0,-2-2 3 0,0 2-5 0,-2-2-15 0,0-2 20 16,-2 1-19-16,1-1 15 0,-1-1 2 0,1 0-7 0,-3 0-12 15,5-2 12-15,0 1-9 0,-1 0 27 0,0 1-4 0,-5 1-7 0,0 0-14 16,-1 2 11-16,2 0-10 0,-2-1 9 0,1 2-3 0,0-1-6 15,-1-1 8-15,-1 3-10 0,2 2 11 0,-2 2-7 0,2 2-9 16,0 2-2-16,-3 2-104 0,0 2-7 0,-2 5-19 0,-4 2 78 16</inkml:trace>
  <inkml:trace contextRef="#ctx0" brushRef="#br0" timeOffset="36519.72">11470 7209 256 0,'1'-9'-5'0,"2"7"-61"0,4-2 26 0,2-1-3 0,3 2 47 0,2-2-5 0,-1 1 9 0,3 0 0 0,0 0 2 0,0-1 0 0,4 2-31 0,0-3 34 0,0 3-30 0,-1-1 39 16,-4-1-9-16,-3 2-14 0,2-2-20 0,-1 2 18 0,7 0-10 16,0 0 39-16,1 0-6 0,-2 2-15 0,-1-1-18 0,1-1 29 0,1 2-23 15,1-1 35-15,2 1-10 0,-2-1-15 0,3 0 19 0,0 1-16 16,1 0 20-16,0 1-7 0,-2 0 1 0,2-2 4 0,0 2-26 16,0 0 34-16,-1 2-28 0,0-2 39 0,-5 1-12 0,-1 0-19 0,2-1 2 15,4 2-2-15,5-2 4 0,0 1 0 0,0-1-2 0,3 0-6 16,4 0-4-16,4 1 10 0,3 0-11 15,1-1-3-15,-1 3-1 0,1 0-4 0,-5 0-5 16,1-1 10-16,-2 2-3 0,-1-2 20 0,3 1-1 0,1-2-9 0,5 1-28 0,3 2 26 0,2-1-22 0,0 2 41 16,-2-2-13-16,-2 2-12 0,-1-1-1 0,0 1-4 0,-2-2 7 15,3 3 9-15,3-3 1 0,2 1-2 0,6 0-20 0,2 0 23 16,-2 1-19-16,-7-1 26 0,-3 0-6 0,-3 0-11 0,2-3-8 0,6 0 6 16,-1 0 0-16,3 2 23 0,-1 0-5 0,0-1-11 0,-1 2-17 15,-6-1 22-15,-1-1-20 0,-3-1 22 0,-1 2-2 16,6-3-6-16,4 1-14 0,1-1 7 0,3 1-6 0,-1 1 22 0,-5 0-3 0,-7 0-8 15,3-1-22-15,-6 0 25 0,0 0-20 0,2-1 31 0,-5 0-3 16,2 0-11-16,1 0-7 0,-2 0 2 0,-1 2-4 0,-1-2 8 31,-4 1 2-31,-3 0-1 0,-1 1-17 0,-8-2 21 0,-2 1-19 16,-3-1 22-16,-1 0-2 0,3 0-9 0,1 1-16 0,-3 0 16 0,-3-1-11 16,-4 3 11-16,-2-2-26 0,-3 2-27 0,-1-1-132 0,-2 2 116 15</inkml:trace>
  <inkml:trace contextRef="#ctx0" brushRef="#br0" timeOffset="37100.25">11513 7043 254 0,'3'-7'12'0,"2"1"-11"0,3 1 9 0,2 2-12 0,3 1 10 0,-1 2 3 0,3-2 3 0,1 2 11 0,5 0-3 16,1-1 6-16,1 0 4 0,-3 0 0 0,-1-2-1 0,6 0-22 0,0 1 30 0,8 1-28 0,3-2 31 16,2 0-7-16,4 1-12 0,6 1-22 0,4-1 17 0,-2 1-12 15,2 0 32-15,-7 1-6 0,-5 0-15 0,2 0-26 0,-2-1 32 16,4-2-27-16,8 2 40 0,0-1-2 0,4-1-8 0,3-1-4 0,-2 1 0 16,-4-2-1-16,-6 2-2 0,-3-2 2 0,-1 2-3 0,6-3-23 15,9 1 26-15,4-1-24 0,3-1 30 0,-2 4-7 0,-4-2-11 0,-3-1-14 16,-1 3 12-16,1-3-9 0,7 3 17 0,2 0 1 0,2 0-13 15,3 3-4-15,-6 0 12 0,-8 2-12 0,-2 0 6 0,-6 2-3 16,4-3-6-16,6 3 8 0,3 0-3 0,0 0 6 0,-3 1-4 16,-8-1-1-16,-7 1-2 0,0-1-16 0,-3 1 21 0,2-1-16 0,4 0 24 15,-1 0-6-15,0-2-10 0,2 3 5 0,-1-2-2 0,-4 2 5 16,-1-3-1-16,-6 2 1 0,-7 0-4 0,0-3-9 0,-2 2 13 16,-2 0-13-16,3-1 15 0,-3-1-4 15,-2 1-3-15,1-2-11 0,-2 2 8 0,1-2-5 0,-2 1 23 0,-2 1-2 0,1-1-8 0,1 2-22 16,0-3 24-16,-1 1-21 0,-2 0 32 0,-1 0-9 0,1 1-9 0,-2-1-5 15,2-1 0-15,-1 3 2 0,0-3 12 0,-2 1-4 0,-1 1-5 16,-2 0-60-16,-4 0 17 0,-2 1-32 0,0 1-28 0,-2-1-24 16,6 3-32-16</inkml:trace>
  <inkml:trace contextRef="#ctx0" brushRef="#br0" timeOffset="39040.58">17464 6625 164 0,'-7'-7'-35'0,"3"0"-71"0,1 0 85 0,3 0 20 0,3 1 1 0,2-1 0 0,2 0 0 0,2 0 0 0,1 0 0 0,0 2 0 0,1-2 0 0,2 1 0 0,-2-1 0 0,1-2 0 0,2-1 0 0,-2 1 0 0,-1-1 0 15,1-2 0-15,-3 2 0 0,0 0 0 0,-1-2 0 0,-3 3 0 16,0 0 0-16,-2 0 0 0,-2 1 5 0,0-1 2 0,-1 1 32 16,-2 1 3-16,-1 1 6 0,-2-2 15 0,0 3-3 0,-1 1 2 0,0-3-33 15,-2 3 25-15,1-2-23 0,1 2 38 0,0 0-14 0,2 1-15 16,2-1-5-16,-1 1 7 0,2 3-4 0,1-2-3 0,0 2-8 16,0 0-16-16,2 0-20 0,2 0 13 0,0 2-14 0,3 1 14 15,2 3-1-15,1-1-2 0,1 1-4 0,0 4-1 0,-1 2 2 0,-1-1 9 16,0 5 0-16,-5-2-6 0,2 2-21 0,-3 2 29 0,2 2-24 15,2 0 30-15,1 2-5 0,0 0-11 0,0 1-4 0,0 1 1 16,0 2 3-16,1 0 9 0,0 4-2 0,0-1-4 0,-1 3-10 16,-1 2 15-16,0 4-12 0,2 6 17 0,0 2-5 0,2 2-6 0,2 2-9 15,-2-2 8-15,-1 0-3 0,1 0 18 0,0-4 3 0,1 3-11 16,-1 8-8-16,0 2 12 0,1 6-14 0,0 0 10 0,-2-3-6 16,0-3-1-16,-2 6-6 0,-1 0 3 0,-2 6 2 0,1 4 18 0,-3 1-1 15,-1-5-4-15,0 67-6 0,-1-137-21 0,-6 138 23 16,3-69-6-16,0 2 0 0,-1-3-12 0,1-5 10 0,0-4-8 15,1-2 20-15,0 1 0 0,1 2-8 0,0 5-24 0,0 1 30 16,1-2-26-16,0-3 35 0,0-5-7 0,0-3-14 0,-1 6-11 0,1 1 10 16,-1 2-4-16,1-1 21 0,1-3 1 0,-2-5-9 0,0 1-13 15,0-1 16-15,0-4-16 0,0 2 13 0,0-4 1 0,1 4-3 0,0 1 18 16,0-3 8-16,1 2 0 0,-1-5 12 0,3-3-7 0,-2-1-10 16,2 2-26-16,1 0 22 0,-1-1-20 0,3 6 29 15,0 0-15-15,0 1-15 0,2 4-9 0,2-7 7 0,2-3-2 0,2-2 21 16,2-2-4-16,-2-2-7 0,3 4-15 0,0-2 15 0,-1 4-12 0,-2 1 17 15,-7 0-3-15,-2 3-6 0,2 3-16 0,-1 0 13 0,6-3-10 16,3-2 23-16,0-8 1 0,1-2-13 0,-2 0-7 16,2-1 15-16,-2 1-14 0,2 1 10 0,1-6-2 0,0-3-2 0,2-3-5 15,3-6 1-15,4-1 0 0,3-5 9 0,4-3 3 0,5-2-3 0,8-2-13 16,0-1 18-16,5-3-16 0,2 1 14 0,-5-1 0 0,8-1-4 16,5 0-3-16,6 0 9 0,10-1-4 0,-1 1 28 0,3 2-2 15,-2 5-5-15,-1 3-35 0,10 1 24 0,1 2-22 0,5-4 46 0,0-6-4 16,-1 1-4-16,6-1-18 0,6 0 4 0,1 1-4 0,0 1 19 15,-8 0 0-15,1-1-1 0,7 2-14 0,-2-1 8 0,0 1-11 16,-3-3 0-16,-6 3-5 0,4 0-7 0,2-1-5 0,-3-1 2 0,-5-2 0 16,-6-2 13-16,0 2-6 0,-2-1-2 0,-1 2-27 0,-4-2 24 15,-10 0-18-15,-2 0 33 0,-4 1-7 0,1 2-13 0,3-1-7 16,-7-1-18-16,0 1 6 0,-6-1-69 0,-6 0-14 16,-2 0-19-16,-1-2-135 0,-5 0-78 0,-3 0-25 15</inkml:trace>
  <inkml:trace contextRef="#ctx0" brushRef="#br0" timeOffset="40362.37">16034 7994 256 0,'11'0'7'0,"-13"-6"108"0,-1 0-53 0,1 1 1 0,2 1-72 0,2 3 13 0,3-1-11 0,1 2 13 0,2-2 3 0,2 2-7 15,3 0-17-15,0 2 22 0,3-2-16 0,1 2 37 0,-1-1-2 0,-4 2-13 0,0 2-24 16,0-1 32-16,2 2-30 0,6 3 25 0,0-1-4 0,2-2-13 16,0 2-7-16,-1 0 7 0,3 1-4 0,0 2 15 0,-1 3-3 15,3 0-8-15,3 2-11 0,-1 0 19 0,0 0-14 0,-1-2 22 16,0 1-8-16,-1 1-8 0,2-1-16 0,-1 2 11 15,-1-1-5-15,-8 2 27 0,-2-1-2 0,-2 1-11 0,4 1-27 0,6 0 31 16,-1 0-26-16,-1-2 36 0,-3-3-10 0,-2 1-16 0,1-2-99 0,0 1 12 16,-2-2-33-16,2-1 21 0,-3-2 35 0,0 0 18 0</inkml:trace>
  <inkml:trace contextRef="#ctx0" brushRef="#br0" timeOffset="40637.4">17092 7565 680 0,'-15'-18'-28'0,"-2"7"22"16,4 0 17-16,2 5 10 0,2 2 13 0,3-1-1 0,2 2 1 0,2 2-19 0,1 1 4 16,2 1-10-16,3 2-7 0,3 3-2 0,2 2 1 0,2 1-1 15,2 4-1-15,-1 5 1 0,0 5 19 0,-1 5 1 0,1 1 1 0,-2 7-25 16,-3 1 26-16,-2 10-22 0,-1 5 28 0,-3 3-9 0,-1 4-15 15,0 2-13-15,-4-6 7 0,1 2-5 16,-2-3 25-16,1-2-3 0,-2 4-8 0,2 2-27 0,-2 2 28 0,2-4-26 0,0-6 35 0,0-4-9 16,0-2-11-16,1 0-7 0,-1-1 4 0,0 2 0 15,0 4-17-15,0-3-25 0,0 1-30 0,-1 2-158 16,0-3 152-16</inkml:trace>
  <inkml:trace contextRef="#ctx0" brushRef="#br0" timeOffset="41887.15">21185 12189 681 0,'-28'0'222'0,"2"5"324"0,6 8-439 0,-3 8-83 0,-2 6-19 0,-2 6 33 0,-7 4-4 0,2 4-7 0,-1 1-15 0,-1 3 11 0,3 1-11 0,0 1 4 0,0 3-5 0,2 2-9 0,0 1-13 16,0 2 12-16,1-2-9 0,3-3 19 0,2-4-3 0,3 0-6 16,9-4-14-16,0 1 14 0,1-4-12 0,2-2 15 0,-5-1-4 15,1-1-10-15,2-1-32 0,1-7 7 16,2-2-12-16,1-5-5 0,-1-3-5 0,-1-3-14 0,1 0-36 0,-1-3 13 0,0-2-20 0,1-2-31 16,-1-3-29-16,-2-3-36 0</inkml:trace>
  <inkml:trace contextRef="#ctx0" brushRef="#br0" timeOffset="42124.93">20406 12262 963 0,'13'-14'0'0,"-10"7"10"0,0 7-6 0,2 1 0 0,2 5 17 16,4 4 24-16,2 3-2 0,3 4 63 15,4 2-11-15,5 3-15 0,4 7-40 0,2 3 16 0,-1 7-23 0,1 2 14 0,3 1-5 0,4 0-1 16,10 3-21-16,2 4-10 0,1 2 3 0,4 4-13 0,4 0 6 15,0-3 1-15,4 3-20 0,-6 1 27 0,-4-8-25 0,-4 0 21 16,-3-5 0-16,2-1-10 0,-2-2-14 16,-3-3 7-16,0-4-12 0,-1-4-13 0,-5-5-2 0,-6-4-13 15,-5 0-28-15,-7-6 4 0,-1-3-15 0,-1-4-46 0,2-4-29 16,-3 3-30-16</inkml:trace>
  <inkml:trace contextRef="#ctx0" brushRef="#br0" timeOffset="43363.12">18608 10442 390 0,'-4'-10'11'0,"-3"1"-126"0,2 1 162 0,2 4-6 0,1 0-16 0,0 0-5 0,0 4 12 0,1-2-12 0,0-1 3 0,1 2-11 0,0 1-6 0,1-1-20 0,0 1 9 0,3 1-4 16,0 0 47-16,2 2 8 0,2-1 5 0,1 1-35 15,0-1 34-15,1 4-35 0,-4-3 31 0,1 3-14 0,1-1-20 0,3 0-13 0,9 1 16 16,1-2-11-16,1 1 22 0,1-2-4 0,-1-1-17 0,2 1-13 16,2-2 27-16,1-1-21 0,1 1 32 0,0-2-11 0,1 1-16 0,1-1 9 15,2 1-9-15,-2 1 11 0,0-1-2 0,0 3 0 0,-3 1-3 16,-4-1 0-16,0 5 13 0,-1 0-11 0,3 1 1 0,5 0 5 16,-1 0-2-16,2-3 15 0,1-1 0 0,2-1 3 0,2 0 1 15,3-2-7-15,1 2-7 0,7 1-23 16,-3-1 20-16,-3 0-16 0,0-3 51 0,-2-3-14 0,0-3-2 0,9-3-30 0,0-1 3 0,2 0-1 15,2 0 10-15,-1 0-2 0,3 0-10 0,0 0 0 0,-6-2 2 16,-1 0-2-16,-3 2-3 0,-1 2-5 0,5-2-2 0,4-1 3 0,1-7 2 16,2-2 2-16,1 0 7 0,-6-2-3 0,-5-2-4 0,2-3-5 15,-1-3 9-15,4-1-7 0,7-2 8 0,-3 2 0 0,3 2-6 0,5-4-2 16,-2 0 3-16,-8-4-2 16,0-1 13-16,-5-1-4 0,0 0-1 0,7-4-11 0,0-2 8 15,-1-3-7-15,0 1 9 0,-2 2-3 0,-2 5-6 0,-4-6-11 0,-1-1 12 0,-2-2-7 16,1-2 27-16,2 1-7 0,-4-4-7 0,3-2-12 0,0-1-2 15,1 2 8-15,-2 5 13 0,-2 3-2 16,-4-1-13-16,-8-4-2 0,-1-2 6 0,-2 2-1 0,1-3 12 0,3 4 0 0,-1 1-10 0,0 0-22 0,-5 2 28 16,-1 3-24-16,-2-1 34 15,0-1-2-15,0 0-12 0,-2-3-18 0,0 0 17 0,-2-2-14 0,1 1 22 0,0 2 0 0,0 3-11 0,-2-3-7 16,2 0 9 0,-1-3-11-16,-1-1 13 0,-1 0-1 0,-3-1 0 0,-1 0-12 15,-6 0 6-15,-1 3-5 0,1 4 21 0,-1 4-3 0,4-3-3 0,0-2-24 0,-1-1 16 0,-2 2-13 0,1-1 28 0,-2 3-6 16,2 1-9-16,-1 1-6 0,1 4 4 0,-3 4 1 0,0 2 12 15,-2 0-2-15,-1 1-7 0,-1-1-18 0,-3 3 19 16,1 2-15-16,-2 2 25 0,1 2-11 0,-3 2-14 0,1-1-30 0,0 1-5 16,-1 1-5-16,2 1-49 0,0 1-27 0,2 2-30 0,-1 4-205 0,1 3 230 15</inkml:trace>
  <inkml:trace contextRef="#ctx0" brushRef="#br0" timeOffset="46038.14">20558 11086 256 0,'-3'-5'-6'0,"1"2"-63"0,1 2 50 0,1-1 11 0,0 2 19 0,0 0 21 0,0 0-18 0,0 0 43 0,0 0 1 0,0 0-3 0,0 0-24 0,0 0 12 15,0 0-21-15,0 0-10 0,0 0-3 0,0 0-6 0,0 0 2 16,0 4 24-16,0-2-11 0,0 1 47 0,1 3-9 0,0 1-17 0,0 1-3 15,2 1 5-15,-2 1-5 0,1 0 5 0,-1 3-11 0,1 3-3 16,1 1-12-16,-1 4 5 0,0 5-1 0,0 0 12 0,-1 3 0 16,1 1-6-16,-1 2-30 0,0 2 31 0,0-2-28 15,1 2 30-15,-1-2-9 0,3 1-17 0,-1 7-1 0,0 2-2 16,3 5 2-16,-1 1 4 0,-1 2-1 0,2-1-1 0,0 2-5 0,1-2 4 0,-5-1-4 16,1 1 3-16,0-3-5 0,0 0-2 0,7 1-14 0,3 3 3 15,1 2-3-15,5-2-36 0,-1-3-21 0,2 0-35 0,0-2-127 16,-1 0 154-16</inkml:trace>
  <inkml:trace contextRef="#ctx0" brushRef="#br0" timeOffset="49730.41">19949 10608 217 0,'-11'-11'347'0,"-6"0"-192"0,2 2 220 0,1 2-286 0,4 3-61 0,1 0-27 0,0 2 32 0,1 0-9 0,0 1-16 0,-2-2-6 0,0 1 1 0,-2 1 0 0,1-1 3 16,0 1 0-16,-1 0-2 0,-1-1-10 0,-2-1 9 0,-2 1-10 16,-1 0 10-16,0-2-1 0,-1 1-1 0,0 0 1 0,2-1-3 0,3 1 2 0,0-1 1 0,-3 0 3 15,0 2-5-15,-9-1-11 16,-1 1 17-16,1 1-16 0,1-1 16 0,1 1-1 0,-1-2-6 0,1 3-3 0,1-3 4 0,2-1-1 15,2-3 9-15,1-2 0 0,0 2-5 0,-4-1-12 0,-2 3 15 16,-2 1-14-16,0 1 13 16,1 1-2-16,3-1-5 0,8-2-8 0,3-2 7 0,3 0-3 0,2 1 20 0,-3 1 0 15,0-1-6-15,2 1-17 0,1 3 15 0,2-2-14 0,2 1 22 0,-1 2-5 0,2-1-3 0,1 0-8 16,0 2-8-16,0 0 6 0,0 0-2 16,2 0 4-16,3 2-1 0,2 0-16 0,3 1 26 0,1 3-20 0,1-1 30 15,2 2-6-15,-5 2-11 0,3 0-19 16,3-1 17-16,2 3-11 0,8-5 33 0,1-1-7 0,1-1-12 0,0-1-8 0,0 2 12 15,1-3-8-15,1 0 12 0,1-2 1 0,1 0-7 0,5-2 4 0,2-2 12 0,3-1-6 16,-3 2 24-16,-8-3-7 0,-1 1-8 0,2 3-23 0,-2-1 20 16,3 1-18-16,-1-1 19 0,-4-1-9 0,-3 0-14 0,2 1 0 15,-2 0 3-15,-3 0 2 0,-3 2 8 0,-3 0 1 0,-2 1-7 0,-2 0-15 16,1 0 19-16,-2 0-17 0,-4 1 19 0,-2-1-4 0,-2 1-8 16,-1 1-3-16,0-2 4 0,-1 0 1 0,0 0 12 0,-1 1 2 15,-1 0-5-15,-3 1-5 0,-4 0 8 0,-2 2-11 0,-2-2 3 0,-1 1 3 16,0 1 2-16,-2-2-18 0,-2 0 11 0,-2-1-9 0,0 2 17 15,0-2-1-15,0 0-9 16,-2 0-8-16,-1-1 17 0,-1 0-14 0,-4 0 16 0,1 0-2 16,-1 0-9-16,1 4-9 0,-4 0 10 0,-2-1-6 0,-5 2 18 0,-3-1-3 0,1-1-9 0,0 3-1 0,1 0 2 15,1 0-2-15,1 0-3 16,0 0 3-16,0-2 3 0,2 0-17 0,7-2 11 0,4-1-11 16,3-1 29-16,3 0-5 0,-4-1-6 0,6-1-15 0,1-1 20 0,5 0-16 15,3 3 25-15,3-1 0 0,1 1-10 16,2-1-17-16,1 1 2 0,0 0-6 0,0 0 13 0,1 0-4 0,3 0-2 0,4 0-4 0,2 0 11 15,3-1-6-15,4 1 9 0,1-2-1 16,3 1-6-16,2 0 0 0,-6 0 6 0,3 1-3 0,2-2 1 0,2 1 4 0,6-2-7 0,1 0-9 0,-2 0 18 0,0-3-15 31,-1 2 20-31,1-1 2 0,3-1-5 0,1 1-13 0,4-1 13 16,2 1-10-16,-1 1 24 0,-2 1-3 0,-9 0-10 0,1-1-18 16,-1-1 18-16,-1 0-16 0,5-1 23 0,-5 3-4 0,-4-1-8 0,0 0-14 15,-3 3 11-15,-1-2-8 0,-4 0 18 0,-3 2-2 0,0 1-11 16,-5-1-8-16,-1 1 15 0,-3 0-11 0,-1 0 21 0,-1 0-5 15,0 0-5-15,0 0 7 0,-1 0 1 0,-1 0 4 0,-3-3 6 16,-1 3-9-16,-3-2-8 0,-4 1-13 0,-1-2 4 0,-3 2-4 0,-2-1 11 16,-3 1 1-16,0 0-2 0,-7-2-19 0,-2 2 16 0,0 0-13 15,2 1 30-15,-2-2-7 0,-2 2-11 0,-8 0-6 0,-4 0 6 16,1 2-3-16,2 0 8 0,4 2 5 0,0-1-5 0,-3 3-15 16,-2 0 11-16,2 1-12 0,-1 2 15 0,9-1 1 0,0 0-3 0,-2 0-4 15,1-4 5-15,-1 0-5 0,6-2 6 0,5-2-4 0,6 4 0 16,3-1-6-16,5-1 6 0,5-2-2 0,1 0 12 0,3 0-4 15,1 2-6-15,0-2-19 0,0 0 10 0,2 1-10 0,2 0 19 16,1 0 3-16,4 2-3 0,5 0-17 0,2 0 18 0,3 1-13 0,3-2 27 16,4 0-1-16,2 1-10 0,5-1-11 0,-1 0 12 0,1-2-10 15,-5 1 14-15,1-1-7 0,0 1-5 0,3-1 7 0,4-1-4 16,-3 0 8-16,1-1-7 0,0 1 5 0,2 0-1 0,3-2-13 0,2 2 20 16,3 0-17-16,-3-2 26 0,-10 0-8 0,-1 1-9 0,0-1-8 15,-2 1 4-15,3-2 0 0,-3 1 16 0,-3 1-3 16,-4-1-5-16,-1 2-14 0,0-2 15 0,-6 3-12 0,0-1 17 0,-3 0 3 0,-2 0-5 15,-2-1-18-15,-4 2 20 0,-1 0-18 0,-1-1 32 0,-1 1 2 16,0 0-10-16,0 0 4 0,0 0 10 0,-2-1-9 0,-2 1 1 16,-5 0-7-16,-4-2-10 0,-5 2-23 0,-3-5 19 0,-5 1-16 0,-3-1 18 15,-4 2 3-15,-2-3-10 0,-2 1-13 16,0-1 19-16,4 1-16 0,-1 0 26 0,-1 0-4 0,2-1-8 0,-5 1-10 16,6-1 11-16,3 1-9 0,2 1 9 0,4-1 4 0,1 4-10 15,0-2-5-15,1 2 12 0,-1 1-10 0,-1 0 8 0,0 2-1 16,-1 0-6-16,0 0-12 0,2 2 16 0,6-2-11 0,3 1 23 15,-1 1-4-15,2-2-9 0,-7 2-16 0,3 0-3 0,3-1-5 0,4 1-35 16,4-2-19-16,3 1-20 0,2 0-43 0,2 3 0 0,6 1-8 0,6 1-72 16,6 0-81-16,3-2-64 0</inkml:trace>
  <inkml:trace contextRef="#ctx0" brushRef="#br0" timeOffset="51297.32">22507 8649 249 0,'10'-10'3'0,"1"-3"-10"0,1 6 13 0,-1-1 1 0,1 2 52 0,1 1-11 0,-3-1-6 0,-1 1-20 0,-2 1 20 0,-1 1-14 0,0-1 26 0,-2 1-5 0,-5 1-22 16,0 0-39-16,-1 0 42 0,-1 0-39 0,3 2 63 0,2 0 1 16,-2 0-10-16,0 0-10 0,0 0 24 0,0 0-16 0,-2 0 32 0,1-1-14 15,-1 0-20-15,4 0-41 0,-1-1 21 0,-2 1-23 16,-1 0 22-16,-9 0-4 0,-4 1-9 0,-3 0-10 0,-3 0 3 0,-3 0 0 0,0 1 17 0,-2 3-1 0,0-2-6 0,-2 2-13 16,1 2 19-16,-1 0-16 0,0 0 26 0,1 0-4 0,1 1-7 15,-3-1-1 1,1 1 0-16,0-2 1 0,1 0-1 0,4 1 4 0,9-2-5 0,0 2-13 0,3-2 14 0,-1 0-16 0,-4 0 11 0,2 0-2 15,3-2-6-15,2 1-5 0,4 0 3 0,1-1-2 0,2 1 6 16,1-2 2-16,1 0-4 0,0 2-25 0,1-2 25 0,1 2-22 31,1-1 33-31,2 2-1 0,3-1-10 0,2 0-1 0,2 1 1 0,3-2-1 16,0-1 7-16,-2 0 0 0,3-1-1 0,-5 0-1 0,1-2 1 16,3-1-1-16,4-1 9 0,7 2 1 0,1-5 3 0,1 1-17 15,-1-2 19-15,1 0-15 0,2-1 25 0,0 2-7 0,0 0-13 0,5 0-4 16,-1-1 5-16,2 2-4 0,0-1 6 0,-6 2 4 0,-8-1-1 15,-3 1-25-15,-2-1 17 0,1 0-17 0,4 2 41 0,-3-1-7 16,-4 2-5-16,-2-2-6 0,-4 2 10 0,-2 0-6 0,-1 2 14 16,-3-2-6-16,-2 3-10 0,0 0 3 0,-1 0 11 0,0 0-3 15,0 0 22-15,-1-1-7 0,-2 0-9 0,0-1-27 0,-5 0 8 0,-1-1-12 16,-5 1 4-16,-3 0-5 0,-3 0-6 0,-4 0-8 0,-2 2 13 16,2 0-8-16,-3 3 25 0,-1-2-6 0,-3 1-6 0,-8-1-9 15,5 1 4-15,-1 1-3 0,3 0 6 0,3 0 3 0,1 1-4 16,1 0-17-16,0 0 20 0,-1-2-17 0,1 1 24 0,2 1-1 0,3-2-12 15,1 1-4-15,8 1 9 0,2-3-7 0,2 0 8 0,2 1-5 16,-3-1-4-16,1 0-7 0,3 1 11 0,1-1-3 0,3-1 16 16,1 0-7-16,1 0-9 0,0 1-22 0,1-1 16 0,2 1-11 15,4 2 30-15,2 0-6 0,3-1-7 0,3 1-10 0,-3-1 12 0,4-1-7 16,4 1 20-16,3-1-4 0,7-1-8 0,2 0-10 0,-1-1 10 16,-1-1-7-16,0 2 16 0,-1-1-3 0,0 1-5 0,2 0-12 15,-1-1 8-15,2 1-5 0,0-1 22 0,-1 1-4 0,-5-3-5 0,-2 1-14 16,-8-1 9-16,-1 0-7 0,-1 0 14 0,0-1-1 0,3 2-4 15,-3 0-8-15,0-1 11 0,-5 1-8 0,-3 0 9 0,-1 2-1 16,-2 0-8-16,-2 0-10 0,-1 0 24 0,0 0-16 16,0 0 31-16,-1 0-4 0,0 0-10 0,-2 0-17 0,-4 0 13 0,-4 0-11 0,-5 2 13 15,-5 0-3-15,-5 3-10 0,-2 2-16 0,-3-2 19 0,-4 3-12 16,-7-3 29-16,0 1-5 0,-5 1-12 0,2 2-10 0,3-2 10 16,-3 2-7-16,1-1 18 0,1-2-4 0,1 1-7 0,6 0-9 15,2 0 9-15,1 0-5 0,3-1 16 0,-1 1-9 0,4 0-8 0,3-1 5 16,5 0-7-16,3 0 9 0,5-1 6 0,2-2-4 15,5 1 2-15,1-2-14 0,2-2-1 0,1 1 0 0,1 0 6 0,4 0-1 16,2 2-3-16,5-2-8 0,4 1 14 0,5-2-10 0,5 0 21 0,3 0-2 16,6-2-6-16,3-3-9 0,-1 1 10 0,-2-3-8 0,1 0 17 15,0 0-10-15,-1-1-5 0,3-1-8 0,-5 1 13 0,0-1-4 16,-3 2 19-16,0-1-5 0,-2 2-14 0,1-1-2 0,0 1 7 0,-1 2-3 16,-2-3 8-16,-5 4-5 0,-3-2-6 0,-3-1 6 0,-11 3 3 15,0 0 2-15,-4 0 2 0,0 2-2 0,1 0-2 0,0 0-13 16,-1 1 18-16,0 0-12 0,0 0 40 0,0 0-9 0,-2 0-12 0,-2-2-15 15,-2 1 5-15,2-2-5 0,-4 3 4 0,-3-1-1 16,-6 1-5-16,-9 1-5 0,-3 1 9 0,-3 0-6 0,1 1 9 0,1 2-2 16,1-1-8-16,0 4-5 0,-2-3 14 0,2 1-9 0,0 0 4 0,0 1 3 15,0-2-10-15,-1 1-5 0,3-1 18 0,3 1-12 0,9-1 15 16,4-1-5-16,0-1-12 0,2 1 2 0,-5 0 4 16,2 0-3-16,3-2-26 0,2 2-19 0,4 1-25 0,3 2-65 0,2 1 3 15,5 2-22-15,4 3-106 0,1 1-125 0,1 1-90 0</inkml:trace>
  <inkml:trace contextRef="#ctx0" brushRef="#br0" timeOffset="52856.54">19290 12379 256 0,'-34'-27'21'0,"15"15"305"0,1 2-139 0,0 2 11 0,1-1-153 0,3 3-4 0,-1 2 5 0,0-2-4 0,6 3-2 0,-1-2 1 0,-2 1-17 0,-1 0 12 0,-7 1-12 0,0 1 12 0,2 1-7 15,-1 0-7-15,1 1-21 0,1 0 15 16,2-1-12-16,-1 1 31 0,2 0-7 0,2 0-8 0,1 1-20 0,2 0 9 0,2 2-9 15,-1-2 11-15,2 3-2 0,-1 0-4 0,0 2-10 0,1 2 1 0,1 1-2 16,0 2 13-16,0 1 2 0,0 6-2 0,1 1-24 16,-2 3 24-16,2 1-23 0,0 2 27 0,1 2-7 0,1 3-10 0,1 4 3 15,-2 3 2-15,2 2 2 0,0 4 15 0,1 1-6 0,2 1-5 0,2-2-10 16,1 1 8-16,2-9-5 0,2 3 17 0,1-8-4 0,2 0-5 16,4 0-10-16,1 1 5 0,4-4-1 0,3-3 23 0,2-6 3 15,3-6 1-15,5-2-9 0,2-1 8 16,1-1-10-16,-8 1-6 0,-1 0 1 0,3-4-6 0,3-5 10 0,8-7 8 15,0-5-2-15,-1-3 3 0,0 1-3 0,2-1-12 0,2-2-19 0,1-1 21 0,-3-2-18 16,-3-2 28 0,-11-2-6-16,-2-3-7 0,0-1-16 0,-2-4 14 0,4 2-8 0,-2 1 25 0,-5-1-4 0,0 0-10 0,-2-2 1 0,-2-3 4 15,-4 1-2-15,-2 0 7 0,-6 4 2 0,-1 3 2 0,-5 0-13 16,-2 3 11-16,-5-2-10 0,-3-1 16 0,-2 1-7 0,-3 1-7 0,-4 2-13 16,-1-2 8-16,-4 4-6 0,-2-4 19 0,-3-2-3 0,-2 2-6 15,-3-3-19-15,5 3 10 16,-3 4-10-16,-1 3 18 0,-2 5-3 0,-3 1-3 0,-1 3-23 15,2 2 18-15,4 2-15 0,0 1 26 0,5 1-4 0,1 2-10 0,1 0-8 16,3 1 10-16,-1 0-8 0,5 0 6 0,3 0-8 0,4 0-10 0,4 0-27 16,2 0-15-16,4 1-4 0,3 0-86 0,2 2-4 0,4 1-17 0,6 3-63 0,7 2-64 15,4 1-5-15</inkml:trace>
  <inkml:trace contextRef="#ctx0" brushRef="#br0" timeOffset="53649.33">22890 11932 1335 0,'-16'-15'-41'0,"12"11"53"0,0 2 12 0,1 2-2 0,3-1-22 0,0 1-2 0,0 1-2 0,0 1-13 0,1 0 17 0,0 3-13 0,0 3 30 31,0 2-3-31,1 6-3 0,0 4-12 0,-1 1 17 0,0 3-10 0,1 2 31 15,1 1-3-15,-1 5-13 0,0 5-9 0,-1 6 21 0,0 5-16 0,-1-1 31 0,0 0-12 0,1-1-12 0,-1 2-21 16,0-2 20-16,-1-3-15 0,0 1 24 16,0-3-4-16,1 1-15 0,-1 2-16 15,1 0 14-15,0-3-13 0,0-2 22 0,1-5-3 0,0-3-9 0,0-3-19 16,0-3 11-16,2-4-9 0,-2-1 21 0,0-4-2 0,1-4-6 16,0-3-7-16,0-2 12 0,-1-3-9 0,-1-1 19 0,1-2 13 15,-1 0 1-15,0-1 7 0,0 0 24 0,0-2-21 0,0-2 7 0,0-4-15 16,0-2-21-16,0-7-18 0,-1-4 9 0,-2-5-6 0,2-3 15 15,0 0-2-15,0-3-11 0,0-2-19 0,0-1 16 0,1-7-14 16,0 1 33-16,0 0-6 0,2 0-8 0,0-2-23 0,2-4 20 16,0 0-16-16,2-4 31 0,-2 2-2 0,2-1-12 0,1 0-7 0,2 2 8 15,0 3-8-15,2 7 10 0,-1 6-1 0,0 5-3 0,-1 1-10 16,1 4 10-16,-1 1-7 0,1-3 17 0,0 3 1 0,0 0-7 0,-1 3-10 16,-2 8 6-16,-3 6-8 0,-2 3 9 0,-1 2-2 0,-1-1-2 15,0 1-3-15,0-1 1 0,0 0 0 0,0 0 1 16,0 3-2-16,0 1 0 0,-1 1-6 0,1 5 14 0,-1 6-7 0,0 4 16 15,-1 4-2-15,1 2-11 0,0 3-3 0,1 3 7 0,2 2-4 16,1 2 7-16,0-1-4 0,0 5-5 0,1 2-1 0,-1 3 3 0,1 0 1 16,-1-1 6-16,0-3-2 0,2 1-3 0,1-1-13 0,-1 1 14 15,-1-2-8-15,0 2 17 0,-2-2-10 0,1 1-12 0,0 0-51 0,-1 1-17 16,-1 1-3-16,1 3-45 0,-1-3 8 0,1-2 7 0,1-4-165 16,-3-3-83-16,-1 1-37 0</inkml:trace>
  <inkml:trace contextRef="#ctx0" brushRef="#br0" timeOffset="95292.08">25094 2995 261 0,'-28'-21'10'0,"-4"1"2"0,-5 2-8 0,-5 2 14 0,-6 5-9 0,-4 1 25 0,3 3-6 0,2 1-9 0,-1 1 7 0,3 1 0 0,2 0 4 16,1-1 12-16,1 1-7 15,-3-1-3-15,-6 2-27 0,-6-1 26 0,0 3-21 16,1 0 28-16,4 1-13 0,2 0-18 0,2 0 5 0,2 0-1 0,-1 1 5 0,-1 0-3 0,-4 2 1 0,-3 1-6 0,-1 2-27 15,1 2 37-15,-1 1-32 0,3 2 36 16,1 0-7-16,1 4-19 0,-3 4-11 16,-8 2 14-16,-1 4-9 0,-4 4 29 0,3-3-3 0,3 3-11 0,-3 3-23 0,-1 0 26 0,-4 1-24 15,-1 1 30-15,-2 2-7 0,-2 3-12 0,-3 7-2 0,0 4 5 0,1 5 0 0,-1 6 16 16,-1-1-1-16,-1 1-7 0,-6 3-13 0,-2 0 11 0,2 1-9 16,-6 9 18-16,5 3-4 0,0 2-4 0,-5 2-15 0,4-4 10 15,1 1-6-15,-1 6 23 0,6 0-4 0,5 1-10 0,-1 0-3 16,7-4 8-16,5 2-7 0,0 5 8 0,4-3-8 15,2 0-3-15,-1 2-3 16,6 0 6-16,3 4 5 0,5 4 24 0,5-1-5 0,3-4-11 0,4 3-13 0,2 4 28 0,0 3-20 0,2 1 31 0,-1-6-13 16,4-3-16-1,2 5-17-15,3 2 14 0,3-3-8 0,4-2 19 0,5-12-6 16,-3 89-12-16,11-173 18 0,5 173-28 0,5-93 13 16,3-8-7-16,5 1-3 0,213 436 14 15,-231-509 20-15,88 150-52 16,-32-79 28-16,2-7 3 0,3-5-4 0,10-1-9 0,1-5 16 15,-4-1-11-15,-1-2 27 0,-3-2 0 0,6-3-10 0,11-1-3 16,5-2 9-16,0-5-10 0,-2-2 3 0,-5-2-1 0,1-8-1 0,10 0-13 16,4-4 15-16,3-4-10 0,-4-1 39 0,-2-3-7 15,2-5-11-15,10-3-9 0,1-5 12 0,1-4-10 0,1-4 12 0,1-2-7 16,5-3-5-16,2-3-1 0,2 0 2 0,0-4 1 0,3-3 0 16,-4-5 1-16,-2-4-6 0,5-7-11 0,1-4 20 0,0-4-17 15,0-2 21-15,-10-3-2 0,4-6-10 0,2-4-17 0,-3-8 11 16,-2-2-12-16,-3-1 21 0,-3 2-4 0,-1-4-6 0,-2-5-10 0,-3-4 8 15,-4-1-8-15,2 0 6 0,-5 2 0 0,73-94-6 16,-161 179 19-16,141-191-34 0,-70 101 29 0,-3-1-1 0,-3 1-5 16,-12-6-12-16,-1-1 8 0,-7 3-8 0,-5-1 11 0,0 5 4 15,-5-3-2-15,-2-4-12 0,-1 5 5 0,-5 1-6 0,-5 0 8 16,-6 5 2-16,-5-5-6 0,-3 1-3 0,-4 0 9 0,-4-2-8 0,-3 2 10 16,-6-1-5-16,-4 2-5 0,-5 0-4 0,-4-2 8 0,-4 1-4 15,-5 0 5-15,-3 2 2 0,-2 3-8 0,-6 2-12 0,-4-2 21 16,-3 3-15-16,-1-5 24 0,-3 4-8 0,-2 5-13 0,-8-1 3 15,-5 3 3-15,1 1 1 0,-4-3 12 0,8 3-8 0,-4 4-4 0,-4 3-15 16,2 2 13-16,-6 4-8 0,-1-2 17 0,2 4 1 0,1-1-9 16,3 4-9-16,-3 4 12 0,2 5-9 0,1 2 13 0,0 8-3 15,3 5-4-15,-1-3-4 0,2 0 2 0,0 2-1 0,3 2 3 16,5 5 0-16,1 4 0 0,1 1-2 0,4 0 2 0,3 4-3 16,2 3-5-16,5 4-4 0,6 0-6 0,-1 4-47 0,10 0 5 0,1 3-17 15,2 4-38-15,4 2-17 0,-1 4-27 0,3 4-96 0,3 6-17 0,2 5-22 16</inkml:trace>
  <inkml:trace contextRef="#ctx0" brushRef="#br0" timeOffset="100432.64">14159 16615 217 0,'2'-1'213'0,"-2"-3"-120"0,1 1 124 0,2 2-170 0,-3 0-25 0,0 0-26 0,1 1 17 0,0-2-1 0,1 2-14 0,3-1 18 15,-5 0 10-15,2 1 0 0,0-2 23 16,3 2-6-16,5 0-6 0,1-1-23 0,3 1 9 0,-1 0-14 0,3-1 5 0,-2 1-3 15,1 0-4-15,2 0-7 0,-3 0 15 0,2 1-8 0,1 0 34 16,-4-1-2-16,4 3-6 0,0 0-8 0,3 0 9 0,0-1-10 16,1 2 5-16,-2-1-7 0,-1 3-3 0,1 0 4 0,1 2-1 0,0-2 5 15,0 2 10-15,3 1-3 0,-1 0-3 0,2 2-29 0,-5-1 28 16,1 1-24-16,2 0 27 0,1-1-10 0,8-1-19 0,0 0-4 16,-1-1 16-16,-2 0-10 0,0-1 21 0,2-3-2 0,0 3-13 0,5-4-19 15,3 3 20-15,0-1-20 0,1-3 24 0,-3-1-1 0,-3-1-8 16,-7 0 2-16,-2 2 4 0,3-1-3 15,0 0 7-15,7 2-6 0,-3-2-6 0,0 0-6 0,-4-1 1 16,-1 0 1-16,-4 0 7 0,1 0-3 0,-1 0-4 0,2-1-5 0,-2 1 4 16,0-1-2-16,0 0 9 0,-1-2 1 0,0 0-4 0,1 1-6 0,-2 2 8 0,-5-1-7 15,-3 1 13-15,0-2-2 0,2-1-4 0,7-4-19 16,0 2 11-16,0-1-12 0,-1-1 18 0,-2 1 2 0,0-1-5 0,0 0-15 16,-2 0 19-16,-2 2-16 0,-2-1 23 0,-1-1-8 0,-1 2-13 15,0-1-24-15,-1 1-2 0,-2 0-5 0,-2 0-15 0,-3 1-17 0,-1 1-12 16,-1-2-82-16,-4 2-25 0,-3-2-14 0,-4 1-168 0,-2 1 220 15,-1-2-33-15</inkml:trace>
  <inkml:trace contextRef="#ctx0" brushRef="#br0" timeOffset="100907.36">14095 16561 975 0,'8'0'182'0,"-14"-5"-163"0,0 1 11 0,2 2-36 0,4 2 9 0,1 1-16 0,4 0 10 0,4 3 0 0,3 1-3 0,5-2 9 0,2-1 4 0,-2 1 3 0,1 0 19 0,2-3-6 0,6 0-5 15,8 0-24-15,2 0 18 0,-2 0-17 0,2 1 21 0,1 0-5 16,2 2-10-16,4 1-3 0,0 1 2 0,1 0 0 16,-1 0 25-16,-9-1-3 0,1 1-3 0,1-3-4 0,0 2 11 0,4-1-9 0,0-1 10 15,-4 2 2-15,0 1-3 0,2-1-9 0,-2 3-2 0,2-2-2 16,-2 1 1-16,-2 1-4 0,-2 0-1 0,-5 1-23 0,0 0 23 16,1-2-18-16,-2 0 37 0,4-3 1 0,-2-1-6 0,-1 0-2 15,1-2 5 1,-2 0-5-16,2 0 1 0,0 0-1 0,0 0-2 0,4 0-13 0,-2 0 7 15,-2 0-9-15,3 0 9 0,-3 0-6 0,-1 0-2 0,-4 1-11 16,-2 0 6-16,0-1-6 0,-2 0 14 0,1-1-1 0,-2 0-3 0,0-2-6 0,-4 1 4 0,0 0-2 0,-2 1 6 0,-3 0-5 31,-1-2-5-31,-2 1-5 0,-2 0 16 0,-1 2-9 0,-1-1 14 0,-2 0 1 0,0 0-12 16,0-1-18-16,-1 0 21 0,-2-1-20 0,0-2 15 0,0 1-17 16,-1-1-21-16,0 0-57 0,-1-1-1 0,1-1-15 0,0 1-70 15,-1 1-19-15,-1-3-38 0</inkml:trace>
  <inkml:trace contextRef="#ctx0" brushRef="#br0" timeOffset="101288.11">14306 16333 1717 0,'-7'-15'35'0,"5"4"-39"0,2 7 10 0,2 2-11 0,6 2 1 0,4 2 3 0,3 0 1 0,3 1-4 0,4 1 8 0,3-2-4 0,2 2 15 16,4 0-3-16,0 1-6 0,5 1-18 0,2 0 15 0,3-1-13 15,-1 2 21-15,-7-2-5 0,0 2-9 0,3-1-6 0,-1 1 10 16,6-1-4-16,-3 0 16 0,-2 0-3 0,2-1-11 0,1 1-9 0,2-1 15 15,-1 2-10-15,-2 0 16 0,-3-2-2 0,-7 1-7 0,-2-3-7 16,-1 1 16-16,-1-1-11 0,5 1 18 0,-3 0-1 0,-2-3-10 0,-2 1-15 16,-3 0 21-16,1-1-18 0,-4 0 25 0,0 0-2 0,0-1-11 15,1 2-15-15,-1-1 15 0,0 2-13 0,0-3 15 0,-3 1-1 16,2 0-10-16,0 0-6 0,-1-1 10 0,1 0-6 16,-2 0 12-16,1 0-3 0,-1 0-8 0,2-1-54 0,1-1-6 0,-3-4-18 15,1 3-89-15,-7-4-42 0,1 1-40 0</inkml:trace>
  <inkml:trace contextRef="#ctx0" brushRef="#br0" timeOffset="116695.09">14214 14746 217 0,'-7'4'287'0,"3"-5"-136"0,-1-2 182 0,0 0-223 0,0 1-23 0,2-1-56 0,-2 1 69 0,3 2-14 0,0-2-19 0,1 2-16 0,0 0 14 0,0 0-20 0,1 0 11 0,0 0-15 15,0 0-20-15,1 0-21 0,0 2 14 0,0-1-13 0,2 3 19 16,1-2 4-16,0 1-1 0,3 1 3 0,1-2 10 0,1 1-7 0,2 2 7 31,2-2-1-31,0 2-11 0,0-1-13 0,2 1 17 0,-1 0-16 16,2 2 11-16,-2-3-7 0,-1 1-13 0,3-3-7 0,-2-2 13 16,3 0-9-16,0 0 10 0,0-2 1 0,-1 2-11 0,-1 0-17 0,-1 0 28 15,-2 0-22-15,-2 0 31 0,-1 0-14 0,-2 0-15 0,-1 0-39 16,-2 2 0-16,0-1-9 0,-1 0-33 0,-2 1-10 0,-1-1-19 0,0-1-109 15,0 0-31-15,-1 0-22 0,-1-1 63 0</inkml:trace>
  <inkml:trace contextRef="#ctx0" brushRef="#br0" timeOffset="116929.32">14503 14558 917 0,'0'2'143'0,"-4"0"7"0,2 1 40 0,0 3-95 15,-1 1 32-15,1 0-25 0,0 0-23 0,0 4-36 0,1 1 15 16,-1 2-24-16,2 2 8 0,-2 2-13 0,2 0-18 0,0 3-10 16,0 2 12-16,0 1-6 0,0 0 31 0,2 1-1 0,-1 4-4 0,1-4-25 15,1 1 4-15,1 1-10 0,-1-4 7 0,1 2-2 0,1-4-2 16,-1-2-4-16,1-1 5 0,1-1-5 0,-1-2 1 0,1-2-1 16,-2 0-1-16,2-2-17 0,-2-1-4 0,2-3-8 0,-1-2-73 15,-1 0-22-15,-1-2-35 0,0-1-173 0,-1-1-101 0,-1-1-31 0</inkml:trace>
  <inkml:trace contextRef="#ctx0" brushRef="#br0" timeOffset="117278.82">14664 14781 875 0,'-2'2'187'0,"0"-1"27"0,0 1-89 15,1-1-56-15,1-1-15 0,2 0-17 0,0 1 8 16,0-1 6-16,3 0-4 0,-2 0 13 0,1-1-16 0,0-2-10 0,1 0-20 15,0 0 9-15,1-1-9 0,-1 0 9 0,2 0-7 0,-1 1-8 0,0-1-10 16,2 1 13-16,-1 2-10 0,1 1 8 0,-2-1 1 16,-1 1-13-16,0-2-2 0,-2 1 12 0,0 1-8 0,0-1 13 0,-1 1-9 0,0-1-7 15,0-1-15-15,-1 1 1 0,2 0-5 0,-3-1-38 16,1 2-16-16,-1-2-26 0,1 1-123 0,-1-1-53 0,0 2-17 0,0 0 44 16</inkml:trace>
  <inkml:trace contextRef="#ctx0" brushRef="#br0" timeOffset="117441.45">14661 14952 854 0,'7'0'239'0,"-3"-2"-158"16,1-2 86-16,-1 1-67 0,2-1 15 0,1-1-32 0,0 0 16 0,1 1-23 0,-1-1-23 0,1 1-36 16,1 0 6-16,-1 1-13 15,1-4 13-15,-2 3-9 0,-2-1-8 0,2 1-14 0,0-1 13 0,-1 1-9 0,2 1 13 0,-1-1-11 16,0 0-14-16,-2-1-62 0,1 0-17 15,0 3-10-15,-2 1-138 0,2-2-90 0,-1 1-80 0</inkml:trace>
  <inkml:trace contextRef="#ctx0" brushRef="#br0" timeOffset="118118.39">15141 14619 687 0,'-2'4'228'0,"0"-1"-138"0,0 2 100 0,-8-1-129 0,2 2 19 0,-1-1-50 0,0 1 21 0,1 2-13 0,3-1-18 0,-1 0-11 0,3 2 7 0,-1 0-6 0,2 3 11 0,0-1 1 16,2 1-8-16,-1 2 10 0,1 0 11 0,2 1-7 0,1-1 16 15,1 0-3-15,0-2-2 0,2-1-13 0,0 1 19 0,2-3-13 0,2-1 22 16,-1-2-2-16,-1-3-14 0,2-3-17 0,-2 0 23 0,-3-2-22 16,0 1 22-16,0-2-8 0,2 3-12 0,5-1-20 0,0-1 12 15,3-2-13-15,-1-4 20 0,1-1-10 0,-2-2-7 0,1-1-13 0,-1-1 11 16,-1 1-5-16,-1-1 18 0,-2 0-4 0,0 1-13 0,-1 1 4 16,0-1 7-16,-3 2-2 0,0 2 29 0,-2 1-5 0,-2 0 6 0,0 0-7 15,-2 2 1-15,-1-2-1 0,-3 1-2 0,1 2-5 16,-1-3-8-16,-1 2-16 0,-1 0 10 0,-1-1-11 0,0 1 10 0,0 0-3 15,1 1-6-15,-1-1-7 0,0 2 10 0,0 1-7 0,-1-1 10 16,1 2 1-16,0 1-8 0,-1 0-2 0,1 0 2 0,1 0-2 16,0 1 1-16,1 0-10 0,2 1-5 0,0-1-41 0,1 0-7 0,1 0-6 15,2 1-59-15,0-2-24 0,0 0-33 0,2 1-101 0,1-1 22 16,2 0-59-16,6 0 80 0</inkml:trace>
  <inkml:trace contextRef="#ctx0" brushRef="#br0" timeOffset="118556.28">15559 14704 545 0,'0'4'97'0,"-2"-3"-2"0,2 1 31 0,-1 2-62 0,0 0 54 0,1 1-25 0,0 0-27 0,0 2-32 0,-1-1 14 0,0 1-23 0,0 1 23 0,-1 0-4 16,2 2-1-16,0-1-19 0,-1 0 14 0,1 3-12 0,-1-2 17 0,0 2-7 15,0-1-15-15,-1 2-12 0,-1-3 20 0,1-1-17 0,0 0 25 16,0 0-2-16,-2 3-7 0,1 0-28 0,0 2 11 0,-2-1-13 16,0 0 15-16,0-3-3 0,1 1-6 0,-1-2-22 0,1-1 20 15,-1-1-16-15,1-1 24 0,-1-1-17 0,2 1-20 0,0-3-78 16,1-1-17-16,0-1-13 0,0-1-127 0,2-1-37 0,-1-3-55 0</inkml:trace>
  <inkml:trace contextRef="#ctx0" brushRef="#br0" timeOffset="118808.57">15698 14496 608 0,'-4'-6'244'0,"2"5"-144"0,1 1 127 0,-1 0-130 16,0-2 2-16,2 2-31 0,-1 2 5 0,1-1-14 16,0 3-18-16,0 1-16 0,1 3 20 0,1-1-17 0,0 3 32 0,1-1-5 0,1 0-12 15,-1 3-19-15,3-1 4 0,-1 2-6 0,1-3 15 0,0 3-8 16,2 0 0-16,0 0-25 0,0 1 17 16,1-1-13-16,-1 0 17 0,0-2-4 0,1 1-14 0,-1 0-36 0,-1 2 10 0,0-2-17 0,-1 1-4 15,-1-4-26-15,1-2-26 0,0 1-212 0,-1-1-126 0,1-4-33 16</inkml:trace>
  <inkml:trace contextRef="#ctx0" brushRef="#br0" timeOffset="120944.63">16751 14626 554 0,'0'-3'159'0,"0"0"-112"0,0 2 56 0,0-1-56 0,0 2 5 0,0 0-18 0,0 0 14 0,0 0 1 0,0 0-9 0,0 0 4 0,0 0 16 0,1 0-15 0,0 1 24 16,1 0-10-16,1 0-13 0,0 2-23 0,0 0 12 0,3-2-13 15,-2 1 13-15,3 2-4 0,0-1-6 0,0 2-11 0,2 0 7 16,0 1-7-16,0 2 8 0,2-3-2 0,0 0-6 0,4 1-14 16,-1-3 19-16,2 1-17 0,0 0 20 0,-2-1-6 0,2-1-11 0,0 1-11 15,-1-1 8-15,0 0-5 0,0 0 12 0,-2-1 1 0,1-1-9 16,0 2-37-16,-1-2 1 0,-2-3-26 0,-2 1-146 0,0-2-114 15,-1-1-92-15</inkml:trace>
  <inkml:trace contextRef="#ctx0" brushRef="#br0" timeOffset="121175.57">17137 14373 853 0,'0'6'-158'0,"0"-3"307"16,0 2-33-16,0 2-53 0,0 6-16 0,0 2 22 0,0 3-29 0,0 1 18 0,-1 0-11 16,0 1-15-16,1 1-21 0,0 0 16 0,0 1-15 0,0-3 42 0,1 4-14 15,1-1-13-15,1 3-43 0,-1 1 29 16,-2-2-27-16,-1 2 36 0,1 1-6 0,0 0-13 0,3 2-12 0,1 0 6 16,1-6-4-16,-1 2 20 0,0-3-2 0,0-5-10 0,0 1-9 15,-2 0 5-15,1-5-11 0,0-3-41 0,-1-1-22 0,0-4-26 16,-1 1-136-16,1-3-75 0,2-1-21 0</inkml:trace>
  <inkml:trace contextRef="#ctx0" brushRef="#br0" timeOffset="121625.51">17410 14626 966 0,'-6'5'-135'0,"2"-3"292"0,1 0-44 0,0-2-47 0,2 0-40 0,1 0 12 0,0 0-19 0,1 0 9 0,0-2 0 0,3 0-12 0,-1-1-8 0,1 1 20 0,1-2-22 16,0 0 22-16,0 1-4 0,2-2-6 0,0 1-15 0,2 1 8 15,0-3-8-15,0 1 11 0,1 1-2 0,-1-2-7 0,1 2-3 0,-1-2 4 16,1 2-5-16,1-2 3 0,-1 0-1 0,2 1 0 0,-1-1-13 16,-2 1 6-16,0 0-5 0,-1 0 15 0,-2 1-15 15,1 1-13-15,-1-1-109 0,-2 3-12 0,0 0-31 0,-2 1-149 0,-2 0 193 0,-1 4-36 16</inkml:trace>
  <inkml:trace contextRef="#ctx0" brushRef="#br0" timeOffset="121786.17">17519 14752 877 0,'21'0'-147'0,"-9"-6"277"0,-2 2-50 0,1-4-54 0,2 1-23 16,0 0-3-16,0 0 2 16,1-2-39-16,-8 0-110 0,0 0-46 0</inkml:trace>
  <inkml:trace contextRef="#ctx0" brushRef="#br0" timeOffset="122416.5">17860 14395 753 0,'-6'4'93'0,"-2"0"-17"0,2 0 31 0,2 0-65 0,-2 1 32 16,3-3-17-16,-1 2-19 0,1-1-22 0,1 2 22 0,-1-1-24 15,0 2 24-15,2 0-5 0,-1-1-15 0,1 4-14 0,-1-2 18 16,1-1-20-16,1 3 34 0,0 0-4 0,0 1-9 0,0-1-3 16,0 0 11-16,1 0-13 0,1 3 22 0,-1-3-2 15,1 1-5-15,-1-1-20 0,0 0 9 0,1-1-17 0,1-1 9 16,-1 0-2-16,0 0-9 0,2 0-7 0,-1-1 10 0,0 1-11 16,2 0 12-16,-2-2-2 0,0 1-3 0,2-1-12 15,-1-2 5-15,1 0-4 0,-1 1 18 0,2-3 0 0,-1 0-7 0,0-1-17 16,1-1 23-16,1-3-21 0,1 0 27 0,1-3 0 0,3-1-6 0,-1-2-18 15,2 0 5-15,1-2-9 0,2 1-8 0,-2 0-11 0,1 1-17 16,-1 0-22-16,2 0 16 0,-4 1-14 0,1 1 22 0,-4 0 6 16,0 2 1-16,0 1-17 0,0 2 16 0,-2 1-13 0,-3-1 40 0,-1 3 1 15,0-1-6-15,-2 1-14 0,0 0-2 0,-1 1-5 0,1 0-7 16,-1 2 11-16,1-2 13 0,0 1 2 0,0-1 13 0,2 1-6 16,0 0 29-16,0-2 0 0,1 1-8 0,0-1-22 0,-4 0 29 0,0-1-22 15,0-1 69-15,1 0-2 0,6 1 3 0,0-3-21 0,0-1 9 16,0-2-9-16,1 1 17 0,0-1-3 0,-1 0-7 0,1 0-9 15,-2 0 37-15,0 0-25 0,-1-1 50 0,-3 2-13 0,-1 2-20 0,0-1 4 16,-2 3 9-16,-2-2-6 0,-2 0 6 0,-2 3-7 0,-1-1-11 16,-1 0-22-16,-2-1 13 0,0 1-16 0,0 0 0 0,0 1-8 15,-1-1-12-15,7 0-26 0,-1 2 21 0,0 0-18 0,1 0 18 16,-5 0 0-16,1 2-13 0,1-1-15 0,0 1 17 0,2 0-17 0,2-1-17 16,1 1-14-16,-1 1-28 0,3 0-69 0,0-1-9 0,1 2-18 15,2-1-128-15,0 2-77 0,2-1-69 0</inkml:trace>
  <inkml:trace contextRef="#ctx0" brushRef="#br0" timeOffset="122846.15">18335 14279 880 0,'-4'14'-446'0,"3"-10"822"0,-2-2-117 0,1 2-162 0,0 0-60 0,0 2 17 0,1 1-26 0,1 2 41 0,-2-2-9 0,2 2-11 16,0-1-22-16,2-2 15 0,-1-1-19 0,1 1 11 0,1-3 0 0,0-1-14 15,0-2-11-15,1-2 18 0,1 0-18 0,-1 2 16 0,2-1-8 16,0 1-8-16,0 0-12 0,2-2 8 0,-1 0-5 0,1-5 27 0,0 0-6 0,0-2-6 0,-2 0-21 15,1 1 18-15,0 0-13 0,-3 1 31 0,-1 2 4 0,-1-2-3 0,-1 1-5 16,-1 1 1-16,0-3-5 0,0 2-4 0,-1-1-5 0,1 1-2 16,-1-1-7-16,0 3 0 0,1-1 0 0,0 2 1 0,0 1-2 15,0 0-1-15,0 0-1 0,1 1-2 0,0 1 1 16,1-1 0-16,0 1 3 16,1 0 2-16,1 1-22 0,0 0 23 0,1 1-18 0,1 0 37 0,0 0-4 0,2 1-11 0,0 1-10 15,2-3 12-15,0 3-9 0,0 0 6 0,2-3-2 16,-2 1-13-16,1 0-3 0,0 0 14 0,-1-2-10 0,2 0-8 0,-1-2-25 0,-2 1-28 0,0-2-79 15,-1 1-42-15,-2-1-6 16,0-1-267-16,-6-1 275 0,0 0-40 0</inkml:trace>
  <inkml:trace contextRef="#ctx0" brushRef="#br0" timeOffset="123064.92">18672 14169 1132 0,'0'-8'-122'0,"0"3"212"0,0 0-28 0,1 2-45 0,0 1 20 16,1-1 2-16,-1 3 4 0,1 0 15 15,0 1-6-15,0 3-6 0,3-1-21 0,-2 3 16 0,2-1-22 0,-1 2 23 0,1 2-4 16,2-3-6-16,-1 2-6 16,1-2 5-16,0 2-4 0,-2-1 4 0,2 0-3 0,-1-2-5 0,3 1-15 0,-1-2 7 15,1 0-9-15,1-3 1 0,-1-1-4 0,0-1-3 0,2-3-16 0,-2 2 15 0,0-4-16 16,0 3-28-16,-2-4-17 0,-1 2-31 0,1-1-105 0,-1 1-53 15,-2-1-14 1,-1 0 23-16</inkml:trace>
  <inkml:trace contextRef="#ctx0" brushRef="#br0" timeOffset="123261.62">19024 13901 794 0,'13'5'226'0,"-7"-1"-144"0,-1 0 82 0,2 1-112 15,1 0 37-15,1 3-58 0,2 3 78 0,-1 2-21 16,2-1-18-16,-1 2-25 0,-1-2 1 0,-6 1-8 0,1 1 8 0,-2-2-12 16,3-1-9-16,4 1-27 0,0-1 16 0,0-2-14 0,1 3 18 15,-1-1-4-15,1 1-11 0,-1-1-8 0,-2-2 7 0,-1 0-8 16,0-1-35-16,-2-2-38 0,-2 0-41 0,-1 0-149 0,-2-2-90 16,1 1-15-16</inkml:trace>
  <inkml:trace contextRef="#ctx0" brushRef="#br0" timeOffset="123442.97">18972 14122 1428 0,'22'-7'157'0,"1"-1"-3"0,3-2-49 0,5 0-72 16,0 1 12-16,-8 0 3 0,4-2-7 0,-3 1 11 0,-1-1-22 15,6-3-3-15,-4 1-8 0,-5-1-9 0,1 1-16 0,-2-2 5 0,-1 0-8 16,-3 0-12-16,1 1-9 0,-2 1-15 0,0 2-21 15,-2-1-13-15,0 3-2 0,-2 3-117 0,-2-1-69 0,0 4-65 0</inkml:trace>
  <inkml:trace contextRef="#ctx0" brushRef="#br0" timeOffset="124095.15">18759 14185 809 0,'1'1'-128'0,"-1"-1"218"0,0 0-15 0,1 0-42 0,1 0 4 0,0 2 11 0,1 0-15 0,0 1 0 0,0-1-7 0,1 0-14 0,-1 0-8 16,-1 2 17-16,2-3-15 0,-2 3 28 0,1 0-2 0,1-1-6 0,-2-1-12 15,0 1 19-15,0-1-14 0,1 0 31 16,-2-2-4-16,0 0-12 0,-1 0 7 0,1 1 23 16,-1-1-14-16,0 0 27 0,0 0-14 0,0 0-14 0,0 0-30 0,0 0 13 0,-1-3-15 0,0 1 11 15,1-2-4-15,0 0-13 0,0-1-15 0,0 1 19 0,1-2-15 0,1 2 25 16,0 0-8-16,1 0-16 0,0 0 8 0,0 2-1 0,2-1 4 16,-1 2-5-16,1-2 3 0,1 2-4 0,-2 1-4 0,2 0 7 15,-1 1-8-15,2 3 2 0,0-2-1 0,-1 1-3 0,2 2 1 16,-1-1 0-16,1 1 0 0,1 1 8 0,-1-1-6 15,1 1 3-15,1-1-18 0,0 0 9 16,-1 0-8-16,0 1 9 0,-2-4-28 0,-1 2-22 0,1-1-104 16,-1-1-56-16,-1-1-13 0,0 1-21 0</inkml:trace>
  <inkml:trace contextRef="#ctx0" brushRef="#br0" timeOffset="139910.04">24470 14443 217 0,'0'-9'362'0,"-6"3"-183"0,0 0 232 0,-2 0-274 0,0 1-71 0,1-1-30 0,-1 3 21 0,3-3-8 0,-2 4-12 0,1-2-19 0,0 1 7 16,0-2-15-16,0 2 3 0,1-1 1 0,-1 0 1 0,-1 0 10 16,-1 0 1-16,1 2 3 0,-2 2 11 0,1 0-2 0,-1 0-1 0,0 0-8 15,-2 0 13-15,0 0-10 0,-1 1 7 0,1-1-10 0,-1 1-13 16,-2 0 2-16,2 5 3 0,-3 0-1 0,1 3-7 0,-3 2-1 15,-1 2-10-15,-2 3-2 0,-3 2 5 0,2-2-5 0,-1 3 8 16,7 1-8-16,-4-2-4 0,-2 2 3 0,-1 0 4 0,-4 1 1 0,2-1 2 16,2 2 0-16,3-1-7 0,0-1-3 0,2-2 8 0,2 0-5 15,3-3 3-15,3-1 1 0,3 1-3 0,1-1-19 0,3-2 18 16,-1 1-15-16,3-3 27 0,0-1-2 0,3 2-9 16,0-2-16-16,1-2 21 0,2 0-16 0,1-2 26 15,0 0-6-15,0-1-9 0,4-2-3 0,0 0 4 16,0-1 1-16,4-1 15 0,-1-3-4 0,2 1-6 0,2-1-4 0,1-2 8 15,1 0-5-15,3-1 4 0,-3-1-1 0,-3 0-5 0,-2-1-12 0,0 1 9 0,1-2-6 16,4 2 19-16,0 0-3 0,-2 1-5 0,-1 0-12 0,-1-1 8 0,-5 3-6 0,-1 1 13 16,-3 0-6-16,-3 2-7 0,0-1-8 0,-3 2 17 0,-1 0-8 15,0 3 30-15,-1 2-9 0,-4 1-9 0,-2 7-8 0,-2 3-1 16,-1 4 1-16,-3 2 5 16,-2-2-5-16,-3 3-5 0,-2 4-9 0,0 1 17 0,0 6-11 0,-1-2 22 15,9 1-5-15,0-4-10 0,-1 2-17 0,3 0 18 16,-2-4-12-16,3-3 25 0,4-2 0 0,4-3-9 0,1-1-24 0,3-1 21 0,1-5-18 0,3 1 33 0,2-2-6 0,3-3-9 15,2 1-3-15,0-2 8 0,-4-1-4 0,1-3 13 0,2-1-4 16,3 1-9-16,7-2-6 0,2-1 9 0,1-4-6 0,0 1 14 16,-1-4-2-1,2 1-9-15,2-3-6 0,1 1 6 0,0 0-5 0,-1 1 10 0,-1 2-5 0,-1-1-5 0,1 3-12 0,-2-2 16 16,0-3-10-16,-2 3 12 0,-4 0-17 0,-6-1-21 0,0 3-67 16,-1-4-26-1,1 1-9-15,5-1-207 0,-1 1 210 0,3-3-43 0</inkml:trace>
  <inkml:trace contextRef="#ctx0" brushRef="#br0" timeOffset="140461.01">24906 14861 900 0,'-7'0'301'0,"-2"-2"-148"0,1-1-89 0,0 0-39 0,1 0 17 0,3-1-11 0,-1 3-13 0,1-3-10 0,-1-1 10 0,1-1-8 0,-1-4 45 0,2-1 4 0,-1 0 0 0,-1-1-4 16,1-1 14-16,-1 0-16 0,1-1-1 0,0 2-9 16,2 0-10-16,0-1-14 0,1 3 2 0,1-1-3 0,1 2 5 15,1 0-3-15,0 2-3 0,2 0-20 0,0 3 15 0,0 1-13 0,-1-1 18 16,1 3-3-16,1-2-11 0,2 3-18 0,0-1 17 0,4 1-13 15,0 2 24-15,2 0-1 0,2 3-12 0,1-2-10 0,2 1 13 16,1 1-10-16,2 1 19 0,0-3-4 0,3 1-9 0,0 1 1 16,0-3 3-16,-4 0 0 0,1-1 1 0,1-1 0 0,2-1 0 0,5-3-1 15,0 1 3-15,-3-3 0 0,1 0 20 0,-1 0-2 0,-2-3 0 16,2 0-9-16,-2 0 9 0,-3-3-7 0,-2 2 10 16,-1 1-3-16,-3 0-9 0,-3 0-10 0,0 0 3 0,-3 1-5 0,0 2 4 15,-3-2-2-15,-1 2-2 0,-2 0-10 0,-1-1 17 0,-1-1-11 16,-1 1 19-16,0 2-5 0,0-2-12 0,-1 1-5 0,0 2 5 15,0-2-5-15,0 0 1 0,1 1-16 0,-1-1-14 0,1-2-90 0,1 2-35 16,1-4-7-16,1-1-188 0,2 0 209 0,1 1-24 0</inkml:trace>
  <inkml:trace contextRef="#ctx0" brushRef="#br0" timeOffset="141234.6">25902 14038 1015 0,'-5'-3'70'0,"0"0"22"0,1 3 26 0,2 0-43 0,1 0-18 0,0 2-18 0,1 3-27 0,0 3-13 0,0 2 17 16,1 3-16-16,1 4 23 0,1 1-3 15,1 2-16-15,0 4-7 0,2-1 17 0,1 2-14 0,-1 2 25 0,1-1-6 0,2 3-8 0,-1 3-13 16,1-3 15-16,1-7-10 0,1 0 38 0,1-3-8 0,-1 0-9 0,0 3-28 15,-1 0 14-15,-1-2-14 0,1-3 22 0,-3-3-6 0,0-3-11 16,-2 1-6-16,-2-2 13 0,-2-2-8 0,0-1 11 0,-1-1 5 16,-2-1-11-16,-2-1 9 15,1-3 19-15,-4 0-12 0,0 0 20 0,-1-1-4 0,-1 0-12 0,0-2-5 16,-2-2 13-16,-1-2-11 0,0-3 10 0,-3 0-6 0,0-4-12 16,1-1-19-16,-1-2 18 0,-1-2-16 0,1 1 24 0,-1-5-5 15,-1 1-11-15,0-4-7 0,2-1 6 0,0 2-5 0,3-3 9 0,0 0 1 0,1-1-3 16,1-3-6-16,1 2 15 0,2 3-13 0,3 3 12 0,2 3-2 0,-1 0-10 0,3 2-6 15,0 2 4-15,0 0-5 16,0 4 14-16,1 1-2 0,1 2-1 0,-1 2-16 0,0 2 12 0,0-1-9 0,0 3 23 0,1 1-2 16,1 1-8-16,-1 0-11 0,0 1 5 0,1 0-6 15,3 0 12-15,1 1-3 0,1 2-1 0,1 0-8 0,1 4 9 0,3 1-6 0,3 0 9 16,2 3 0-16,3 0-6 16,3 3-2-16,-1 0 1 0,3 3-1 0,1 1 9 0,2-1-3 15,2-1 2-15,-1 1-25 0,-5-2 22 0,-1 3-17 0,3 0 31 16,-1 0-3-16,6-1-10 0,1-1-4 0,2-2 5 0,2 1-4 15,3-3 3-15,-2 1 0 0,0-1-5 0,2-3-8 0,0 0 12 0,-2-4-10 16,-10 0 15-16,-5-3 0 0,-1 2-5 0,-1-3-3 0,4-1 2 16,-3 0-2-16,-2 0 6 0,-6-2 1 0,-3-2-7 0,-2 0 0 0,-3-1 11 15,-3-1-8-15,-2 1 20 0,-1-4-5 0,-1-2-6 0,-3-3 14 0,-3-6 6 16,-2-1-1-16,-2-3-6 0,-3 0-2 0,-3-2-9 0,1-3-11 16,-2-1 9-16,0-1-9 0,1-3 11 0,3 2-2 0,-1-1-3 0,3-6-9 0,1 1 1 0,0-1-2 15,0 7 1-15,-3 7 1 0,3 4 1 0,1 5-7 0,1 0 5 16,1 5-3-16,0 1 10 15,1 2-3-15,3 1-4 0,-1 4-15 0,1-1 16 0,1 0-11 16,0 3 20-16,1 1-6 0,1 0-10 0,1 0-15 0,0 0-19 16,0 0 3-16,2 2-70 0,3 2-11 0,0 1-9 0,5 2-95 0,4-2-74 0,0 2-19 0,4-2-49 0</inkml:trace>
  <inkml:trace contextRef="#ctx0" brushRef="#br0" timeOffset="141642.28">27094 13310 1103 0,'-12'-4'75'0,"1"1"-42"0,-2 2 84 0,8 1-17 0,-1 2-23 0,-3 4-37 0,1-3 13 0,-5 4-28 0,-3 4 2 0,3 3-25 0,-1 3-3 0,1 2-6 15,0 0 22-15,3 6-18 0,0 3 59 0,4 3-4 0,2 3-17 16,1 5-6-16,3 0 10 0,6 50 21 0,3-45-32 15,3 3-8-15,2-1-13 0,2-7 1 0,2-2-5 0,5 2 1 16,0-8 0-16,-6 1 2 0,3 0-7 0,-2-4 7 0,2-1-7 16,10 1 7-16,0-4-2 0,-1-3-5 0,7-1-4 15,-4-5 3-15,3 1-3 0,7-1-2 0,-3-1-22 0,2-2-13 16,2 1-62-16,-4-4-21 0,0-1-3 0,-10 0-211 0,-4-1 210 0,2-4-45 16</inkml:trace>
  <inkml:trace contextRef="#ctx0" brushRef="#br0" timeOffset="144909.76">27823 13516 258 0,'-3'-4'9'0,"-1"0"1"0,2-1 24 0,0 2 8 0,0 1 3 0,-1-2 14 0,2 3-9 0,-1-1-10 0,0-2-33 0,-1 2 18 0,0 1-16 0,1-2 40 0,-2 2-5 0,1-2-11 0,-1 2-16 16,-1 0 21-16,-1-1-19 0,2 2 14 0,0 0-3 0,-2 0-9 16,1 2-18-16,-1 0 15 0,0 1-14 0,-1 1 27 0,2-1-7 15,-2 3-9-15,0 0-27 0,0 0 27 0,0 1-23 0,0 0 31 0,0 1-8 16,0 0-15-16,2 0 0 0,-1 2-5 0,1-1 6 0,-1 2 4 0,-1-1-1 15,0 3-1-15,2 1-5 0,-1 3 5 0,2 1-5 0,2 0 1 16,0-1 0-16,2-1-2 0,0 2-2 0,3 1 5 16,0 0-3-16,0-1 7 0,3-1 4 0,0-2-7 0,1 1-14 0,2-2 27 0,0-1-21 0,2-2 44 15,0-3-7-15,1-6-6 0,3 2-14 0,0-2 23 16,3-2-14-16,1 3 24 0,3-1-10 0,-1-1-24 0,4-1 7 0,0 0 30 16,0-3-18-16,2-2 24 0,-1 0-13 0,0 1-21 0,0-1-24 15,0-3 13-15,-4 2-9 0,-7-5 31 0,-3 0-4 0,-3-1-12 0,0-3-1 16,3 4 5-16,1-4-4 0,-2-1 5 0,-1 1-3 0,1-1-1 15,-2-1-20-15,0 1 18 0,-3-2-13 0,-3 0 23 0,-2 0-6 16,-1 2-14-16,-1-1-1 0,-5 0 9 0,-3 3-7 0,-4 0 9 16,-1-1-5-16,-2 2-8 0,-1-3 3 0,-1 0 2 0,5 2 3 0,-2 1 6 15,-1 6-3 1,-2 1-5-16,-8 1-27 0,1 4 30 0,0 0-24 0,2 1 32 0,5 0-4 0,3-2-13 16,2 2-5-16,3-1-10 0,2 1 0 0,3 1-89 0,1 2-39 0,2 1-43 0,1 1-257 15,2 3 278-15</inkml:trace>
  <inkml:trace contextRef="#ctx0" brushRef="#br0" timeOffset="145556.23">28598 13656 461 0,'4'-7'123'0,"-8"4"-112"0,2-1 69 0,0 1-18 0,-4 3-8 0,5-2-9 0,1 1-25 0,0 0-6 0,0-2 14 0,0 1-13 15,0 2 26-15,0-3 2 0,0 0 6 0,0 2 0 0,0 0 8 0,1 0-5 16,0 1 1-16,-1 0-7 0,0 0-14 0,0 0-27 0,1 0 23 16,-1 0-23-16,1 1 26 0,1 1-1 0,-1 2-5 0,1 0-8 15,0 4 1-15,0-1-3 0,0 4-9 0,1-1 4 0,-2 0-6 0,1 2-18 16,0-1 24-16,-1 1-22 0,0 2 29 0,-1-1-7 0,0 1-10 16,0 0-11-16,0 1 9 0,-2-1-5 0,0 0 12 0,1 3-1 15,-3-2-8-15,2 1-34 0,-2-2 2 0,-1-1-16 0,1-2-47 0,0 3-20 16,1 2-23-16,0-2-103 0,2 1 139 0</inkml:trace>
  <inkml:trace contextRef="#ctx0" brushRef="#br0" timeOffset="146251.69">28966 13085 183 0,'2'-3'94'0,"-3"-1"-56"0,-1 0 71 0,0 1-86 0,1 1 15 0,1-1-11 0,0 2 9 0,0-2-12 0,2 3-12 0,-1-1-16 0,0-1 4 0,1 0-2 0,0 1 18 0,-1 0-3 15,0 1-8 1,1 0 0-16,-1 0 12 0,0 0-7 0,0 0 22 0,1 1-9 0,-1 0-6 16,0 1-1-16,0-1 18 0,2 1-7 0,0 0 27 0,0 2-5 15,1-1-16-15,2 3-13 0,-2-1 22 0,3 0-20 0,-1 0 18 0,1 1-9 0,-1 1-10 0,1 2-17 0,1 1 14 16,-6 1-10-16,0 2 20 15,1 3-5-15,-1-1-14 0,6 0-20 0,0 2 21 16,1 2-19-16,-2 0 25 0,1 3-8 0,0-1-11 0,1-2-6 0,0 0 5 16,1-2 0-16,-1 1 11 0,-1-8 2 0,0 3-9 0,-1-1-12 0,-1 4-17 0,1 2-2 0,0 1-50 0,0-4 4 15,-2-2 15-15,2-4-183 0,1-1 159 16</inkml:trace>
  <inkml:trace contextRef="#ctx0" brushRef="#br0" timeOffset="146694.75">29002 12660 974 0,'-3'-7'40'0,"-2"-1"8"0,2 3-19 0,2 2-1 0,0 1 4 0,1 1-28 0,3-1 13 0,0 1-15 0,3 1 12 0,0 0 3 0,0 0-8 0,3 0 5 0,0 1 17 16,1 1-11-16,-3 0 32 0,0 1-4 0,3 1-2 0,3-2-24 15,10 4 14-15,4 3-13 0,3 2 19 0,1 4-8 0,0 3-12 0,4 4-32 16,1 2 20-16,4-1-18 0,1 3 27 0,0 1-10 0,2 3-12 16,-3 4-2-16,-5 3 10 0,-4 2-5 0,-1 1 10 15,-5-1-2-15,6 1-8 0,-2 4 3 0,-3 3 0 0,-3-1-1 16,-2 1-4-16,-5-6 5 0,-2-1 3 0,-4 1-16 0,-3-3 7 0,-4-3-9 16,-3 3 22-16,-4-4 0 0,-3-1-4 0,-2 3-16 0,-3 0 16 0,-2-1-13 15,-2-1 20-15,1-6-6 0,-2 1-9 0,-2-3-21 0,1 0 9 16,-2-2-13-16,0-1-19 0,2-1-16 0,2 1-21 0,0 0-110 15,1 4-31-15,1-3-26 0</inkml:trace>
  <inkml:trace contextRef="#ctx0" brushRef="#br0" timeOffset="148611.88">26852 14859 1329 0,'3'-7'-67'0,"-5"1"111"0,-4 1 1 0,-2 5-29 0,-3-2 0 0,-2 2 4 0,-3 4-7 0,-2-2-9 0,-1 1 4 0,-2 2-1 0,-5 2 4 0,-5-1 19 16,-2-1-11-16,-3 3 32 0,4-2-5 0,0 2-12 0,-5 1-29 16,-2 1 21-16,-4 2-23 0,2-1 21 0,3 2-6 0,1 3-11 0,2-1 0 15,0 0 12-15,4 2-7 0,-2 0 15 0,3-2-4 0,2 0-10 16,1 2-18-16,8 0 16 0,1-3-13 0,0 0 21 0,1 0-7 16,-3-3-12-16,2 1 1 0,5-3 3 0,1-1-1 0,6-2 4 15,2-3-3-15,3 0-4 0,1-1-9 0,3-2 11 0,5 0-7 0,5 0 15 16,2-4 1-16,7 0-4 0,2-4 5 0,4-2 10 0,-2-1-5 15,4-4 16-15,2 1-7 0,3-1-7 0,13-2-20 0,0-1 11 16,4-1-10-16,4 1 17 0,0-1 0 0,4 1-8 0,-2-2-14 16,1-2 15-16,-3-1-13 0,0-1 24 0,1 0 0 0,-2 1-8 0,4 6-14 15,-1-1 18-15,-2 0-17 0,-10 4 26 0,-5 0-5 0,-9 1-9 0,-4 2-12 16,0 4 5-16,-7 0-5 0,-8 2 8 0,-5 3 0 16,-4 2-5-16,-2 0-1 0,-7 1 15 0,-4 5-9 0,-7 2 18 0,-7 4-9 15,-9 3-11-15,-5 4-10 0,-5 2 10 0,-8-3-7 0,-4 3 8 16,-4 1 0-16,-6 0-9 0,-2 7-9 0,-6-1 14 0,-2-1-10 15,-2 0 17-15,1-1-3 0,3-1-7 0,0 2-9 16,3-1 15-16,3-2-12 0,4 1 14 0,9-5-1 0,0-1-7 0,4-1-10 16,3-1 14-16,3-4-10 0,7-2 21 0,10-3-3 0,6-3-11 0,8-1-15 15,5-2 19-15,5-2-15 0,2-1 22 0,4-3-5 0,5-2-11 0,9-4 2 16,8-3 0-16,8-3 1 0,6 0 5 0,7-3-1 0,4-1 0 16,3-1-15-16,2-1 13 0,0-2-10 0,6 0 21 0,4 1-3 15,3 2-9-15,7-2-8 0,-4 0 8 0,2 1-4 16,-6 0 9-16,-6 2 2 0,0-1-4 0,-4 3-9 0,-1 4 1 15,-5 4-3-15,-6 3 11 0,-15 7-3 0,-11 4 0 0,-9 0-1 0,-6 0 0 16,-2 1 1-16,-5 1 3 0,-7 6 4 0,-6 1-1 0,-5 3-22 0,-9 2 23 16,-8 2-20-16,-6-1 25 0,-8 1-2 0,1 3-11 15,-6 0-6-15,-5 2 6 0,1 2-4 0,0-2 13 0,-2 0-3 0,5-2-4 0,-1 1-9 16,-1-2 12-16,9-4-8 0,6-1 8 0,7-2 4 16,8-3-8-16,3-1 4 0,8-4 10 0,4-4-8 0,8-1 10 15,4-2-8-15,5-1-4 0,5-3-9 0,4-3 5 0,6-5-4 16,3-1 6-16,3-1 1 0,3-1-5 0,4-2-5 0,3-1 8 0,4 2-5 15,3-4 12-15,-1 3-1 0,6-3-5 0,1 1-12 0,-6 2 10 16,1 0-9-16,-2 0 19 0,-3 2-3 0,3-1-2 0,-3 2-19 16,-2 0 14-16,-1 2-10 0,-3 1 21 0,-3-1-3 0,-1 2-10 15,-2 0 2-15,-4 4 1 0,-4 0 1 0,-7 4 5 0,-7 1-2 0,-3 2-2 0,-4 1 0 16,-7 4 3-16,-8 3-2 0,-7 3 4 0,-6 4-3 16,-4 2-3-16,-6 2-4 0,-5 3 4 0,-6 3-2 15,-3 1 7-15,-2-1-2 0,1 3-4 0,-4 1-7 0,3 0 8 0,2-5-3 16,4-2 35-16,13-2 5 0,10-6 2 0,9-3-11 0,8-6 14 15,8-4-18-15,5-2-13 0,6-3-2 0,7-5-14 0,14-6 1 16,8-2 5-16,10-5-3 0,10-2 7 0,5 0-1 0,4-1-5 0,4-3-6 16,-1 0 6-16,2 0-4 0,1 0 7 0,0 3 0 0,2 2-4 15,-2 0-11-15,-8 3 10 0,-8 1-11 0,-12 3 6 0,-11 2-5 16,-7 4-11-16,-10 4-9 0,-7 1 19 0,-8 3-11 0,-8 1 33 16,-7 2 0-16,-7 3-10 0,-12 2-16 0,-6 3 17 0,-8 2-12 15,-1-2 28-15,-2 3 0 0,1-1-8 0,-4 0-5 0,3 0 27 16,9-2-17-16,7-1 47 0,10-4-7 0,8-1-10 0,8-3-19 0,5-1 0 15,4 0-7-15,6-3-13 0,5 0-2 0,4-3-3 0,8 0-13 0,5 0 14 16,5-3-12-16,1 1 19 0,2 2-6 0,3 0-7 16,2-1-30-16,2-1 10 0,-8 0-13 0,-1-1 5 0,-3 1 2 0,-2 0-6 15,5-1-10-15,-6 2 7 0,-5 1-7 0,-3 2 6 0,-4 2 1 16,-6 0-4-16,-3 2 7 0,-6 3 15 0,-5-1-5 0,-5 4 33 16,-6-1 1-16,-4 2-4 0,-6 1-4 0,-6 0 11 0,-5 1-8 15,-2 0 28-15,-4 0 0 0,4-2-1 0,-5 1-8 0,1-2 11 16,-1 2-7-16,0-1 20 0,7-2-9 0,5 1-9 0,5-2-7 0,6 0 4 15,5-2-4-15,5 0-5 0,5-2-4 0,1 0-5 0,4 1-25 16,0-1 16-16,5 0-16 0,1-1 27 0,3 1-1 0,5-2-4 0,0 1-23 16,4 0 20-16,3-1-17 0,0 1 29 0,1 1-2 15,0-1-12-15,0 1-9 0,1 0 6 0,-1 2-8 0,-1 1-6 16,-3 0-4-16,-2 0-9 0,-3 3-18 0,-6 0 8 0,-3 2-7 0,-5-1 23 16,-8 2 4-16,-6 1 2 0,-5 3 3 0,-5-1 12 0,-3 2-6 15,-6 0 20-15,0 3-4 0,-2-3-7 0,-4 0-15 0,1 0 19 16,-3-3-12-16,1 2 33 0,4-1-9 0,7-2-12 0,1-1-5 15,6-4 1-15,4 0 0 0,-1-4 8 0,7 1-2 0,5-2-1 0,4 0-18 16,4-2 15-16,1 2-15 0,6-2-11 0,1-2-27 0,5-1-34 16,5-1-120-16,2-2-59 0,2 0-33 0,-6 0-46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8:59:26.67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22150 11045 534 0,'-1'-4'154'0,"0"1"212"0,0 3-276 0,-1 0-70 0,1 2-3 0,1 0-11 0,0 1-1 0,-1 2 0 0,0 1-15 0,0 2 24 0,0 1-18 0,1 0 44 0,0 0-6 0,0 1-7 15,0 2-4-15,0 0 5 0,0 4 1 0,2 0 20 0,0 4-3 16,2 1-6-16,0 8-26 0,2 0 28 0,2 3-24 0,0 0 34 16,1 3-5-16,1-1-12 0,1 3-21 0,0 0 5 0,0 4-8 0,-1 2 12 15,1 0-1-15,-1 1-6 0,0 6-10 0,1 1 21 0,0 4-19 16,0 2 13-16,0-5-1 0,-4 1-7 15,2 5-22-15,-3 1 19 0,0 8-17 0,-2 0 25 0,-1 5-4 0,1-2-12 0,-3 2 0 16,-1-1 6-16,-2-4-5 16,-2 5 4-16,1-3 0 0,0 0-3 0,-1 2-14 0,0-6 18 0,-1 2-14 0,1-3 21 0,-1 0-2 0,1 0-13 15,0 1-1-15,2 0 10 0,1-6-8 0,1-2 8 16,0-6-2-16,2-3-6 0,2 2-7 0,0-1 19 0,3-2-13 0,1 2 16 0,1-4-2 16,3 0-14-16,4 2-5 0,0 0 12 0,0 2-10 0,1-2 12 15,0-2-3-15,1-1-6 16,4-1-10-16,3-2 15 0,2-1-9 0,0-3 17 0,-2-2-4 0,1-2-8 0,-7 1-2 0,2-4 1 15,3 1 0-15,-1-3 4 0,8-3-4 0,-1 1-8 0,-2-2 7 0,2-3 0 16,1-2 3-16,1-1 6 0,3-3-1 0,5-1-2 0,11 0-4 16,3-2 27-1,0-2-15-15,4-1 44 0,-3-1-16 0,5-2-18 0,11-1 6 0,8 0 5 0,6-2 3 0,6 1 8 0,-2 0-5 0,-1 1-7 16,11 1-12 0,4 2 18-16,5 0-13 0,2 1 32 0,-5 1-9 0,8 0-7 0,7 2-30 0,-1 0 14 0,2 0-15 0,-1-1 15 15,-3 0-5-15,0-2-10 0,2-2-15 0,-1-3 12 0,-3-3-11 0,2-3 17 16,-9-5-5-16,-6-3-8 0,6-1-2 0,-1-3 1 0,-5 1 0 15,-5-1 6-15,-10 2-3 16,-2 1-3-16,4-1-17 0,-4 2 17 0,-4 0-12 0,-11 1 24 16,-10 1-2-16,-6 2-7 0,-3-1-20 0,-6 1-1 0,-5 2-8 0,-6 0-23 0,-9 2-14 0,-9-1-13 0,-7 2-66 15,-6-2-10-15,-11 1-17 0,-10 0-135 0,-11-3-150 0,-10 1-101 0</inkml:trace>
  <inkml:trace contextRef="#ctx0" brushRef="#br0" timeOffset="624.89">20461 11725 1295 0,'0'0'-55'0,"0"2"92"0,1 1-14 0,3 2-22 0,1 4-19 0,4 0 15 0,2 2-9 0,3 0 43 0,0 1 5 0,2 2 1 0,2 4-15 0,0 0 17 16,0 1-19-16,0 1 9 0,-3 1-9 0,-6 0-10 0,1-1-3 0,-1 3 6 15,1 0 0-15,4 4 21 0,1-4-11 0,1 0-9 0,-1 3-16 16,0-2 5-16,0 2-3 0,-1 1 10 0,1 1-1 0,-1 1-5 16,3 1-20-16,0-3 19 0,0-4-14 0,3-4 28 0,-1-4-4 15,1-1-11-15,3 1-24 0,-1-5 19 0,1 0-28 16,0 0-95-16,-1-3-11 0,-1-2-62 0,2-5 11 0,-2-3-46 16,0-4 3-16</inkml:trace>
  <inkml:trace contextRef="#ctx0" brushRef="#br0" timeOffset="933.17">21445 11366 1840 0,'-5'-6'65'15,"-1"1"-19"-15,-1 2-26 0,0 3-14 0,0 3-10 0,1 4-15 0,0 2 14 0,-1 1-6 0,0 7 30 16,1 2-4-16,-2 1-8 0,-1 5-6 0,-1 5 11 0,0 2-9 0,0 7 18 15,-1 0 2-15,0 5-1 0,0 10-19 0,-1 3 21 0,-1 5-18 16,1 1 24-16,1-4-4 0,-2 0-13 0,-2 2-12 0,0 3 16 16,2 5-13-16,-1-2 16 0,4 0-7 0,-1-6-12 0,0 2-1 15,-1-2 5-15,0-2-2 0,7 4 6 0,0-4-2 0,0-2-6 0,1 0-16 16,-5-5 19-16,0-3-15 0,0-2 24 0,0-5-1 0,1-1-12 16,0 2-33-16,1-1 2 0,2 0-13 0,0 2-23 0,3-5-10 15,1-2-13-15,1 1-104 0,1 0-84 16,2-2-10-16,0 2-45 0</inkml:trace>
  <inkml:trace contextRef="#ctx0" brushRef="#br0" timeOffset="2029.82">25402 16022 1319 0,'-18'-9'387'0,"-7"0"-218"0,1 6-138 0,-1 0-27 0,4 3 0 0,4 3 2 0,2 0-10 0,2 3-6 0,0-1 19 0,3 4-12 0,1 0 29 0,1 0-9 0,-1 3-11 0,0 4-16 0,1 3 20 16,2 5-13-16,0 2 28 0,3 2-5 0,-1 4-13 0,1 5-13 15,-1 4 25-15,0 3-16 0,0 0 51 0,-1-1-14 0,0 2-15 0,-1-2-15 16,1 3 5-16,-1 1-5 0,1 2 2 0,-1 2-2 0,-2 3-4 16,3 2-20-16,-3 1 14 0,0-5-12 0,-3-4 21 0,-6-6-7 15,-2-2-9-15,0-1-22 0,0 0 7 0,1-5-7 0,1-2 20 0,2-4 4 16,1-1 2-16,1-2-17 0,-1-6 11 0,2-4-13 0,1 1-8 16,-1-4-24-16,2 2-23 0,1-1-85 0,-1-3-21 15,0-4-12-15,0-3-157 0,0-3 209 0,0-1-26 0</inkml:trace>
  <inkml:trace contextRef="#ctx0" brushRef="#br0" timeOffset="2282.33">24701 16241 1937 0,'2'0'118'0,"-2"0"-45"0,0 0-1 0,0 2-40 0,3 1-17 16,1 6-4-16,5 5-10 0,4 4-3 0,2 2 23 0,3 3-16 15,2 3 30-15,2 4-5 0,1 3-14 0,3 3-12 0,2 2 3 16,0 3-5-16,4 0 6 0,0 0-4 0,7 2 0 0,2 1-13 16,-2 3 12-16,5-3-7 0,0 1 22 0,-1-5-6 0,6-4-8 0,-2 0-16 15,0-4 13-15,5-2-7 0,1 4 22 0,-2-6-6 0,0-1-10 16,-4-1-13-16,-6-2 12 0,-3-1-11 0,-5 1-11 0,-2-2-11 0,-6 1-17 16,-4-2-24-16,-2-3-17 0,-2-2 2 0,-2-1-80 15,-1 0-20-15,-4 1-19 0,-1-2-214 0,-3 0 258 0</inkml:trace>
  <inkml:trace contextRef="#ctx0" brushRef="#br0" timeOffset="4050.7">23742 14416 401 0,'-6'-11'40'0,"-1"1"81"0,0 1-68 0,1 2 9 0,2 0 4 0,-1 2 6 0,2 1-10 0,1 2-10 0,1-2-31 0,0 1 11 0,1 1-12 0,0 0 18 0,0 0-6 16,0 1-13-16,0 1-29 0,1 0 16 0,0 1-19 0,1 1 21 16,1 0 1-16,1 3-3 0,0 2 13 0,0 4-1 15,-1 1 6-15,2 5 14 0,-1 1 2 0,-1 1-3 0,3 2-23 0,-1 2 13 0,-1 0-18 16,0 2 4-16,0 4-5 0,-1 1-3 0,-1 7-20 0,0 3 15 16,-1 1-11-16,-1 0 26 0,0-4-3 0,1-4-12 0,-1-1-12 15,1-1 12-15,0-1-14 0,0-2-16 0,0 0-13 0,2-1-17 0,0 1-63 16,0 1-31-16,3 1-4 0,1 3 26 0</inkml:trace>
  <inkml:trace contextRef="#ctx0" brushRef="#br0" timeOffset="4908.14">23718 15558 647 0,'-7'-6'21'0,"-1"1"-22"0,0 3 8 0,2-1-6 0,2 2-3 0,1 0-10 0,-1-1 7 0,1 2-1 0,0-1 23 0,-1 0 1 0,1 0-8 0,-1-2-23 16,2 0 29-16,-1 2-25 0,1-1 37 0,-2-2 0 0,2 2-10 0,-1 0 8 16,-1-2 6-16,1 2-2 0,-1 2 18 0,1-3 1 0,-1 2 2 15,-2-1-9-15,1 2 10 0,-1 0-10 0,-1 0 8 0,6 3-9 16,-2-2-4-16,-1 1-33 0,0 3 18 0,-9-2-16 0,0 5 25 15,-2 0-8-15,2 1-16 0,-2 2-20 0,2 3 16 0,-1 3-14 16,2 2 20-16,0 2-3 0,1 1-6 0,4 3-4 0,-1 3 3 0,3 0 0 16,1 3 5-16,0-1 4 0,3-5-5 0,1 5-15 0,2-3 17 15,3-1-16-15,1 1 24 0,1-4-7 0,4-2-6 0,3-2-7 16,2-1 12-16,3-1-5 0,5-3 24 0,-1-3 0 0,1-1-12 16,0 1-16-16,-6-2 14 0,3 0-15 0,4-3 17 0,1-3-4 0,7-3-3 15,0-3 5-15,0-3-6 0,1-3 8 0,-1 0-3 0,2-2-3 16,-1 3 0-16,3-5-15 0,1-1 17 0,-1 0-11 0,-2-2 25 15,-9 1-4-15,-5-1-8 0,1 0-5 0,-2-1-3 0,2-1 3 0,-4-1 9 16,-4 1-4-16,-5-1 3 0,-4-2-15 0,-3 5 10 0,-4-1-9 16,-3-1 16-16,-5 2-3 0,-4-4-6 0,-3 1-2 15,-4 0-2-15,-3 0 3 0,-2 2-3 0,7 2 5 0,-3 1-2 0,-5 0-7 16,-3 1 10-16,-6 0-12 0,2 1 4 0,5 2 4 16,2-1 0-16,3 0-13 0,2 4 13 0,0 0-12 0,3 2 14 0,3 1-6 0,1 2-11 0,1-1-19 15,4 1 11-15,4-1-15 0,1 2-46 0,4 0-46 16,1 1-45-16,5 0-233 0,2 0 243 0</inkml:trace>
  <inkml:trace contextRef="#ctx0" brushRef="#br0" timeOffset="5498.41">26456 14190 1276 0,'-10'-1'-217'0,"-4"-5"357"0,-2-1-48 0,-1 3-81 0,0 3-4 0,3 1-7 0,0 4 8 0,4-1 12 0,2 3 3 0,0-1 4 0,1 1-15 0,1 3 13 16,1-1-15-16,2 1 11 16,1 1-11-16,0 1-4 0,2 0 8 0,0 3-15 0,1-1 14 0,0 4-7 0,2 1 0 0,1 1 4 0,0-1-15 15,1 1 13-15,0 1-10 16,1 1 23-16,-2 1-2 0,2 1-6 0,-1-2-5 0,2 2-6 0,0 0 4 0,0 3 3 0,-1-3-2 0,2 4-1 15,-1 4-26 1,-1-1 27-16,-2 5-23 0,1-2 32 0,-2 1-8 0,1-6-15 0,3 0-29 0,1-2-22 16,1-3-2-16,1 2-124 0,3 1-40 15,-2 3-43-15</inkml:trace>
  <inkml:trace contextRef="#ctx0" brushRef="#br0" timeOffset="5839.06">26477 15797 1947 0,'-12'0'56'0,"0"1"-46"0,3 4-6 0,2 4-4 0,3 4-4 0,3 6-4 0,2 4 1 0,4 6-3 0,2 0 10 0,3 2-6 0,2-1-3 0,1 0-13 0,3 2-20 0,2 3-54 0,2 0-23 16,0 5-16-16,-1 2-196 0,-3 2-32 0,-7 4-56 0</inkml:trace>
  <inkml:trace contextRef="#ctx0" brushRef="#br0" timeOffset="15067.11">23512 12842 217 0,'11'-7'213'0,"-7"-1"-119"0,-3-2 124 0,0 3-138 0,1 2-40 0,-1 0-9 0,2 2 2 0,0 1-7 0,-1-1-13 0,2 1-24 0,-2 0 24 0,1 0-22 16,2-2 23-16,-2 1-1 0,0 2-5 0,2-3-15 0,-2 1 16 15,3-1-11-15,-2 0 34 0,1 1-1 0,-1-1-12 0,2 1-20 16,-2 0 29-16,1 0-26 0,-3 0 36 0,0 1-13 0,1 1-15 0,-2 1-11 15,0-1 7-15,-1 1-2 0,0 0 28 0,0 0 3 0,-1 0-2 0,-3 1-25 16,0 0 27-16,-2 2-27 0,-2 1 20 0,-2 0-9 16,-3-1-15-16,-3 3-6 0,0-1 13 0,0 1-8 0,-1 0 15 15,0 1-6-15,1-1-12 0,0 1 0 0,1 0 3 0,0 0-2 0,-1-1 4 16,2 1-4-16,0-2-1 0,2 1 2 0,2 1 1 0,1-1 4 16,0 0 10-16,1 1-2 0,1-1-5 0,1-2-8 0,2 0 13 15,1 0-11-15,2-4 10 0,1 1-4 0,0 0-8 0,2-1-13 0,1 0 17 16,4 0-11-16,2 0 29 0,1-2 0 0,1-1-12 0,4-1-21 15,3-1 23-15,3-1-20 0,1 2 29 0,0-3-11 0,2 2-12 0,3 0-1 16,2-1-2-16,0 1 6 0,-2 0 7 0,-7-3-1 0,-1 1-4 16,1 1-3-16,2-2 2 0,4 3-2 0,-3 1 2 0,-1-1 3 15,-6 1 4-15,1-1-18 0,-1 2 12 0,-3-1-11 0,2 0 22 16,-3 3 2-16,0-2-8 0,-2 0-11 0,-1 1 13 16,-3 1-14-16,0 1 8 0,-3 0 2 0,0-2-2 0,-1 2-19 15,-1 0 28-15,-1 0-19 0,0 0 64 0,0-1-5 0,-1 1-8 0,-1-3-29 16,-2 2 11-16,0-1-17 0,-2-1-1 0,1 1-1 0,-3 0-5 0,-1 0-8 15,-3 0 6-15,1 2-5 0,0 0 4 0,-1 0 1 0,-1 0-3 0,-1 2 0 16,-1-1 3-16,3 2-3 0,-3-2 2 0,3 1 3 0,-1 0 2 16,0-1-25-16,1 1 24 0,2 1-21 0,2-2 28 0,2 1-2 15,2-2-13-15,-1 1 0 0,2 0 2 0,-1-1-1 0,1 1 3 0,2 1-4 16,-3 0-4-16,3 0 3 0,0-2 2 0,0 1 1 0,0-1 0 16,1 1 2-16,0-1-4 0,0 0-18 0,1 1 22 0,2-1-17 15,2 0 31-15,2-1-8 0,1 0-11 0,1 0-3 0,2-1 4 16,1 0 1-16,2-1 7 0,-2 1-2 0,1-1-5 0,0-1-10 0,-2 0 12 15,1 1-9-15,1-3 16 0,-2 3 1 0,-1-3-2 0,1 3-19 16,1-3 15-16,-1 3-13 0,-1-1 21 0,0 1-1 0,-2-1-10 0,-1 1-3 16,-2 1 5-16,0 1-3 0,-3 1 4 0,-1 0 0 0,-1 0-5 15,-1 0 3-15,-1 1 0 0,-4 2 2 0,-2 1 9 0,-3 0-7 16,-3 2 1-16,-2-1-10 0,-2 3 4 0,-4-1-4 0,1 2 8 16,-5 0 4-16,-2 2-3 0,-2-2-10 0,-2 1 6 0,7 0-7 0,-1 0 14 15,1 0-1-15,-1-1-3 0,-4 0-8 16,5-1 10-16,3-1-8 0,3 0 11 0,3-3 7 0,1 1-1 15,3-2-17-15,3 1 9 0,2-3-13 0,5 0 14 0,1-1-2 0,1 0-4 0,0 0-12 16,1-1 13-16,1-3-11 0,4 1 17 0,2-2 1 0,2 0-10 0,1-1-5 16,1 1 7-16,0 0-6 0,1-2 8 0,-1 2-2 0,4-1-4 15,2-1-4-15,0 1 6 0,1-1-4 0,0 2 11 0,0 1-1 16,-2-1-5-16,-1 1-17 0,-7-2 18 16,0 1-14-16,0 0 28 0,-1 0-5 0,5 0-10 0,0 1-21 0,-1-1 20 0,0 1-14 0,-1 0 35 15,0 1-7-15,-5 1-13 0,-1-1-14 16,-2 2 16-16,-1 1-13 0,0 1 12 0,-2 1 0 15,0 1-14-15,-2 3-38 0,-2 1-19 0,-4 3-13 0,-3 2-172 0,-4-1-136 16,1 5-92-16</inkml:trace>
  <inkml:trace contextRef="#ctx0" brushRef="#br0" timeOffset="16113.07">26077 11218 217 0,'1'-16'210'0,"0"3"-120"0,-1 2 121 0,1 1-141 0,1 2-18 0,-3 2-21 0,-1-1 35 0,-1 3-15 0,2 1-22 0,-3-1-7 0,2 1-1 0,0-1 1 0,-2 0 8 16,1 2-5-16,1-2-2 0,-2 1-17 0,-1 1 19 0,0-2-17 16,-3 1 14-16,1 2-3 0,-2-1-9 0,-2 0-5 0,0 2 2 0,-3 0-1 15,-2 3 10-15,-2-1-5 0,0 2-7 0,-1 1-13 0,-2 2 15 16,-4-1-12-16,0 3 15 0,2 1 1 0,-1 1-7 0,-1 2-15 16,-1-1 12-16,-3 1-11 0,0 0 23 0,1-2-2 0,2 1-8 0,1-1-15 15,10 0 17-15,2-1-13 0,2-2 24 0,2-1-5 0,-3-3-9 16,3 1 2-16,2-3-3 0,4 0 5 0,3 1-3 0,1-2 3 15,2-1-3-15,4 0-7 0,3 0 16 0,1-1-14 0,3-2 16 0,0 1-6 16,-4-4-6-16,2 1-6 0,2-2 2 0,5 0-1 0,6 0 13 16,1-1 2-16,0-1-5 0,-3 0-12 0,2 0 14 0,-2 0-13 15,0 0 17-15,1 1-4 0,0-1-4 0,2 0-8 0,-1 2 17 16,0-1-9-16,-2 2 29 0,0-1-6 0,0 1-15 0,1 0-18 0,-2 0 21 16,-2 0-16-16,-7 1 29 0,-5 0-3 0,0 1-10 0,-2-1-18 15,6 1 13-15,-3 0-10 0,-3 2 25 0,0-1-2 0,-4 0-9 0,-1 2-9 16,0 1 34-16,-1-1-23 0,-2 1 38 0,-2 0-12 15,-1-1-21-15,-4 1-26 0,-1 1 13 0,-1 0-13 0,-3 2 23 0,4-1-1 16,-2 1-8-16,-5 2-26 0,-1-3 28 0,-7 1-23 0,1 1 32 16,0-2-6-16,2 0-14 0,0 0-5 0,2 1 7 0,2-1-2 0,-1 0 15 15,2 0-4-15,3 0-4 0,2-1-7 0,2 0 7 0,3 0-6 16,1-1 8-16,0 0-1 0,3 0-7 0,1 2-12 0,0-2 12 16,2 0-9-16,2 0 23 0,-1 0-5 0,3-2-7 0,2 2-4 15,0 0 3-15,3-1-2 0,4 0 1 0,-1 0-3 0,4 1-4 16,3 0-1-16,-1-2 7 0,0 2-2 0,0 2 12 0,-1-1 0 0,1 0-7 15,0-1-18-15,-1 1 21 0,-1-1-18 0,-2 0 24 0,-2 0-4 16,-1 0-11-16,-2-1-1 0,-2 0 3 0,-2 1 0 0,-3-1 4 0,-2 1 2 16,0 0-5-16,-2 1-50 0,-3 1 12 0,-2 1-28 0,-4 3-44 15,-2 1-41-15,-3 2-38 0,-2 0-285 0,-3 2 292 0</inkml:trace>
  <inkml:trace contextRef="#ctx0" brushRef="#br0" timeOffset="20485.64">22604 13018 281 0,'0'-6'27'0,"-2"1"20"0,0 3-36 0,1-1 21 0,1 2-22 0,0 0 27 0,0-1-10 0,0 2-19 0,-1 0-11 0,1 0 19 0,0 0-10 15,0-1 45-15,-1-3-8 0,0 3-14 0,0 0-19 0,-2-1 23 16,1 2-21-16,2 2 15 0,0-1-7 0,-1 2-13 0,-1 0-1 0,-8-1 12 15,-2 3-3-15,-1-1 36 0,2 1-8 0,-2 0-8 0,1 1-17 16,-1-1 24-16,-1 1-19 0,1 1 32 0,-1 0-14 0,1 0-16 0,-1 2-9 16,1 0-3-16,-2 1 2 0,-1 2 6 0,0 0-6 15,-4 0 1-15,2 4-16 0,1 2 8 0,0 0-8 0,0-1 19 0,0 1-8 16,-1-1-6-16,0 0-7 0,0-2 13 0,0 2-6 0,-1 1 21 16,3-4-3-16,3-2-16 0,2 1-8 0,2-1 17 0,2-2-15 15,2 0 22-15,2-2-5 0,1-3-8 0,1-1-19 0,0-3 14 0,1 0-11 16,1-1 17-16,1 2 2 0,1 0-11 0,1 1-4 15,0-1 8-15,1-2-9 0,0 2 6 0,2-1 2 0,0-1 0 0,1 0-18 16,1 0 18-16,1 0-13 0,2-1 34 0,-1-1-5 0,0 1-12 16,2 0-17-16,-2-2 16 0,1 2-13 0,-2 0 20 0,1-1-6 0,-2 2-8 15,0 0-2-15,0 0 0 0,-2 2 1 0,0 0 3 16,-1 2 3-16,-2-3-4 0,1 5-16 0,-2-3 23 0,0 4-20 16,0-1 28-16,-1 3-8 0,-1 4-9 0,0 0-11 0,-1 1 11 15,-1-3-5-15,0 1 21 0,-1-1 1 0,-1 0-10 0,1 0-14 0,-1-1 15 16,0-1-16-16,-1 3 13 0,0-2-1 0,-2 0-4 0,2 1-13 0,-2-2 11 0,1-2-7 15,0 0 25-15,0 0-3 0,2-2-10 0,-2 1-18 16,2 0 26-16,1-1-21 0,-3 2 22 0,2 0-6 0,-2 0-13 0,1 0 8 16,0 2-7-16,-1-1 9 0,1 2 0 0,-1 0 1 0,1 3 1 0,-3 1-18 15,0 3 20-15,-1 2-19 0,-3 4 23 16,0 0-1-16,-3 3-7 0,1-2-13 0,-2 3 8 0,2 1-7 0,-2 2 20 0,6 4 1 16,-1-3-7-16,0 2-20 0,1-1 23 0,-6 2-19 15,2 0 33-15,4-3-1 0,2 0-7 0,5-3-13 0,2-3 7 0,1 0-7 16,1-4 7-16,4-4 5 0,0-3-5 0,2-2-13 0,4-3 20 15,-1 0-18-15,0-2 22 0,2 2-9 0,-6 4-12 16,1 2-9-16,1 2 9 0,-1-3-4 0,6-1 12 0,-1-3 3 0,3 0-7 0,-1 2-8 16,0 1 7-16,-1 1-15 0,-1 1-57 15,-1 2 0-15,0-2-24 0,0 1-32 0,0-1-30 0,2-4-11 0,-1-2-2 16</inkml:trace>
  <inkml:trace contextRef="#ctx0" brushRef="#br0" timeOffset="21216.91">21160 14588 1244 0,'-12'-8'38'0,"2"2"-39"0,1 3 10 0,4 0-2 0,-1-1-5 0,1 2-19 0,2-4 19 0,0 3-14 0,3-4 24 0,2 1 0 0,-1-1-12 0,1-2-7 0,-4-1 12 0,-1-1-11 0,-2-1 10 0,1-1-1 0,-1 2 0 0,0-5-10 0,-1-1 4 0,-1-1-3 16,1-3 16-16,-2 3-1 0,1 2-5 0,-1-1-7 0,1-1 9 16,1 0-8-16,-2-4 7 0,0 2 0 15,0-1-4-15,0 1-14 0,0 1 13 0,0 1-8 16,2-1 26-16,-1 1 2 0,0 0-12 0,1-1-4 0,0-2 16 15,1 2-15-15,2-3 7 0,2 4-5 0,1-2-6 0,1-1-8 16,1-2 7-16,2 0-3 0,2-1 24 0,1 3-4 0,1 0-5 0,1 3-11 16,1 0 5-16,1 0-6 0,3 1 5 0,-2-1-2 0,3 2-1 15,0-1-6-15,2 3 9 0,0 1-5 0,-1 1 14 0,-7 4-1 16,-2-1-9-16,2 3-7 0,-2 3 9 0,8 3-10 0,-3 0 4 16,0 0 0-16,-1 5-5 0,-1 0 3 0,-1 4 2 0,-3 1 0 15,-2 3 4-15,-2 0 0 0,-1 2-3 0,1 2-11 0,-2-2 19 0,-2 2-16 16,1-1 19-16,0 0-4 0,1-2-8 0,-1-4 4 0,1 0 1 0,0-2 5 0,0 1 6 0,1 1-1 15,0 0-1-15,2-1-20 16,0-1 25-16,1 0-22 0,2-2 31 0,0-1-6 0,1 0-13 0,1-1-11 16,1 0 11-16,-1-1-8 0,1-1 21 0,-1 1-8 0,1-2-12 15,-2 2-2-15,-2-3 4 0,0 2-2 0,-2-1 9 0,-1 2-3 16,0-1-1-16,-1 0-4 0,0 0 11 0,-1 1-5 0,0-1 31 16,-1 2-8-16,0 0-8 0,-1-1-18 0,0 1 10 0,-1-1-11 15,-1 4 6-15,0-2-3 0,-1 3-7 0,0-2-12 0,-2 2 15 16,-1 1-10-16,0-2 20 0,-1 2-1 0,0-1-12 0,-1 0-9 0,0 1 11 15,2-3-10-15,-1 0 14 0,3 0-10 0,-1 0-9 0,1-1-38 16,2 0-19-16,2-1-1 0,0 1-88 0,4-4-24 0,2 2-27 16,3-2-125-16,2-1 194 0</inkml:trace>
  <inkml:trace contextRef="#ctx0" brushRef="#br0" timeOffset="21499.23">21575 13886 1385 0,'-13'14'253'0,"-10"-5"-240"0,2 2 9 0,3 5-29 0,5-1 7 0,4 0-5 0,5-3 13 0,2-3-2 0,1-2-7 0,2 0-14 0,1-5 17 0,2 1-12 16,1-2 22-16,1-1-7 0,-1-1-6 0,2-2-16 0,1 0 16 0,-2-3-9 15,1-1 30-15,-1-2-5 0,-1 0-12 0,1-1-11 0,0-2 15 16,0-2-12-16,1 1 14 0,-1-1 0 0,-2 3-6 0,-1 0-11 16,-2 1 4-16,-1 5-4 0,-1 1 17 0,-3 2-1 0,0 0-2 0,-3-2-27 15,-1 2-18-15,0-2-6 0,1 1-116 0,3 2-59 0,-2-1-45 16</inkml:trace>
  <inkml:trace contextRef="#ctx0" brushRef="#br0" timeOffset="25045.25">24790 11421 217 0,'-3'-4'64'0,"-3"-1"-53"0,1-1 16 0,1 1-23 0,1 1 16 0,-1 1-14 0,1 2 20 0,0 0-8 0,-1-1-18 0,1 2-15 0,-1 0 13 16,0 0-8-16,-1 0 35 0,0 0-4 0,-1 0-12 0,1 0-12 0,-1 0 13 15,0 0-12-15,2 0 21 0,-1 0 1 0,0 2-1 0,-1-1 11 0,-2 0-6 16,0 1 7-16,1 0 0 0,-1 1 2 0,0 1 3 0,-2 1-24 16,0 1 37-16,-2 2-32 0,0-3 44 0,0 4-10 0,2 0-19 0,-4 5-24 15,-3 4 8-15,0 1-8 0,-7 0 20 0,0 0-4 0,2-1-6 16,-2 2-1-16,3-3 9 0,1 3-6 0,0-2 11 0,2-3-7 15,2-1-4-15,-1 1-10 0,2-1-5 0,4 1 5 0,3-4 3 16,3-1-3-16,1 1-4 0,3-3-22 0,1 0 21 16,1-1-19-16,3-2 29 0,1-1-5 0,1-1-9 0,2 0-13 0,2 0 12 0,1-3-8 15,2 1 30-15,2-1-4 0,0-1-9 0,3-2-30 0,1-1 27 16,1 2-23-16,3-4 38 0,1 3-9 0,2-3-16 0,2 1-6 0,-2-1 12 16,0 1-7-16,-8-2 17 0,-4 2 0 0,1 1-10 0,2-1-1 15,5 1 2-15,-2-1-3 0,-1 2 3 0,-3 1-3 0,-4 0 0 0,0 0-5 16,-2 2 6-16,-3 2-1 0,-2 0 11 0,-2 1 1 0,0 2-8 15,-2 1-3-15,-1 2 11 16,-1 1-10-16,-3 1 13 0,0 0-1 0,-4 2 0 0,-1-2-14 0,-1 0 14 0,-2 3-9 16,-1-1 24-16,0 1-4 0,0-1-15 0,0 1-24 0,-1-3 33 0,3 2-27 15,2-2 34-15,4-1-9 0,0 0-18 0,2 0 2 0,2-1 5 0,1-4-1 16,0-1-4-16,1 1 3 0,1 0-5 0,0 3-20 0,2-1 27 16,-2 2-21-16,0-2 33 0,-1 0-7 0,1 1-11 0,-2 1 0 0,0-1-2 15,-1 1 2-15,-1 0 0 0,-2 1 3 0,-1-1-3 0,0 3-14 16,-3 2 26-16,0-3-23 15,-1 3 25-15,0-1-5 0,5 0-12 0,-1 2-10 0,-3-1 12 16,0 2-7-16,-5 0 20 0,-1 0-1 0,2 0-9 0,1-1-3 0,-1 0 8 16,4-1-7-16,1 0 5 0,1 0-1 0,2 1-2 0,0 1-17 0,3 0 13 0,1-1-9 0,1-1 33 15,4-3-6-15,0-1-9 0,3 0-10 0,0 2 6 0,2-2-7 16,1 1 6-16,-1 3-2 0,3-1 0 0,0-3-9 0,1 0 7 0,0-2-5 16,-4-2 7-16,-1 3-9 15,2-1-12-15,0 1-57 0,6 0-27 0,1 1-3 16,0 1-70-16,-2-3 8 0,1 0 15 0</inkml:trace>
  <inkml:trace contextRef="#ctx0" brushRef="#br0" timeOffset="26211.48">25059 12241 77 0,'-4'-6'-10'0,"1"4"32"15,0-1 5-15,0 1 9 0,1-3-17 0,-2 1 10 0,2-1-10 0,-1-2 28 0,1 1-2 0,-1-1-8 0,0-2-13 0,0 2 9 0,-1-1-13 0,1 2 4 0,-1-2-2 16,1 2 1-16,0-3 12 0,-1 1-8 0,0 2 10 0,-2-2 11 16,-1 1-2-16,0 0 6 0,-2-1-38 15,0 0 26-15,1 1-25 0,-1-1 26 0,1 0-5 0,1-1-15 0,-1-1 13 0,2-1-7 16,-1 0 6-16,-1 1-18 0,1 1 3 0,-1-1-3 0,1-2 2 16,-1 2 9-16,1-3-8 0,0 1 4 0,0 1 0 0,2-1-2 0,-1 0-11 15,2 2 8-15,-2-2-8 0,2-1 17 0,0-1-3 0,0-2-3 0,0 2-15 16,1-3 12-16,1 0-11 0,0 3 11 0,0 2-7 0,1-1-10 15,1 0-8-15,0 0 5 16,4 0-1-16,-1 0 17 0,3 2-3 0,-1 1-5 0,3-1-21 0,2 1 22 0,0 1-17 0,3 2 30 16,-2 0-13-16,0 1-14 0,2 2-7 0,-2 0 8 0,-1 2 0 0,-1 2 24 15,0 0-5-15,0-2-11 0,-1 2-15 0,-2 2 21 0,2-2-18 16,-1 2 19-16,-1 1-1 16,-1 1-8-16,0-1-14 0,-2 2 13 0,-1 2-10 0,-1-1 30 0,1 3-4 15,-2 3-10-15,-3 1-15 0,0-1 20 0,-3 2-16 0,0 1 31 16,-1-3 2-16,0-1-7 0,0-1-19 0,3-1 15 0,-2-2-15 0,3 2 17 0,2-3 0 0,0-3-9 15,3 3-13-15,1-4 20 0,3-1-18 0,2 1 16 0,3-2-2 16,0 0-10-16,3-2 1 0,0 1-2 0,1-1 2 0,2 0-2 0,-3 0 1 16,0 0-1-16,-1 0-9 15,-7-2 14-15,0 1-11 0,-2 3 16 0,-1-2-2 0,5 1-7 16,0 1-16-16,-3 0 15 0,0 0-12 0,-3 0 30 16,0 2-4-16,-1-1-5 0,0 5-25 0,-3-3 21 0,-2 4-16 0,0-1 39 15,-2 1 1-15,-1 0-8 0,-2 1-32 0,0 1 18 0,2-1-19 16,2-1 32-16,2 2-2 0,-2-1-12 0,1 1-7 0,-8 0 8 0,5 0-9 15,-1-2 4-15,2 0-1 0,3-5 0 0,1 0-13 16,2 0 3-16,0 0-6 0,4 1-12 0,2 1-16 0,0-1-19 0,3-1-106 0,1 1-54 0,2-2-12 0,-2 2 5 0</inkml:trace>
  <inkml:trace contextRef="#ctx0" brushRef="#br0" timeOffset="26383.39">25445 11869 1751 0,'-12'10'-14'0,"5"3"24"0,-1 3 1 0,2-1-4 0,2 3-21 16,0 4 0-16,2-1-9 0,1 3-7 0,1-3-12 0,2-3-9 0,1 1-65 0,3-2-14 0,0 2-13 0,2 0-102 0,1-1-25 0,0 2-33 0</inkml:trace>
  <inkml:trace contextRef="#ctx0" brushRef="#br0" timeOffset="26861.06">25813 11424 1261 0,'-6'-9'-43'15,"3"4"84"-15,1 5-2 0,1-2-4 0,1 2-42 0,0 0 14 16,2 2-19-16,1 4 22 0,1-1-1 0,0 2-9 0,2 0-13 0,0 3 21 0,2 2-18 16,1 7 20-16,-2 0-4 0,1 4-8 0,-1 2-4 0,0 0 5 15,0 4-2-15,0 1 12 0,-1 5-3 0,-2 5-6 0,-1 6-17 16,1 2 22-16,-2 1-17 0,1-3 28 0,3-5-3 0,0 0-12 0,0-1-5 15,1-1-2-15,1 4 1 0,1-4 9 0,0 0 3 16,-1 0-4-16,2 0-12 0,-2 0 14 0,0 0-15 0,-2-3 13 16,0-6-4-16,1-1-7 0,-1-1-42 0,1-3 0 0,-1 1-9 15,-1-4-12-15,0-4-9 0,-1 0-13 0,2-4-119 0,-3 0 6 0,0-1-42 0</inkml:trace>
  <inkml:trace contextRef="#ctx0" brushRef="#br0" timeOffset="27198.31">25779 12553 1368 0,'0'0'39'0,"1"1"-18"0,2 4-17 0,3 2 1 0,1 0 0 0,3 2-5 0,3-1 5 15,1 2-5-15,3-1 0 0,2 0 0 0,0-1 1 16,0 0-1-16,-1-1-4 0,-1 0 3 0,0-2 3 0,0-1 0 0,-1-4 1 0,1-3-13 16,0-2 15-16,1-1-12 0,0-1 23 0,-4 1-3 0,-6-3-7 15,1-1-13-15,-2-2 14 0,1 0-9 0,6-2 29 0,-3 2-3 16,-1-3-10-16,1 1-14 0,-2-2 12 0,-1 0-12 0,-1 0 12 16,-4-1-7-16,-2-1-1 0,-1 0-12 15,0-1 8-15,-3 2-5 0,1 1 17 0,-2 0-3 0,1 2-8 0,2-4-17 16,0 3 17-16,-1 1-16 0,2-1 5 0,0 1-24 0,0-1-24 15,1 1-53-15,0 0-24 0,0-2 1 0,2-1-75 0,1 0-48 16,1-1-20-16</inkml:trace>
  <inkml:trace contextRef="#ctx0" brushRef="#br0" timeOffset="27558.65">25698 11694 1221 0,'-28'-7'-695'0,"19"1"1119"15,-1-2-146-15,2 5-273 0,4-3 2 0,3 4 10 0,2-3-6 0,3 0 11 0,4-1-8 0,3-1-5 0,3-1-5 16,1-2 3-16,-1 0 1 0,0-2 14 0,-2 1-3 0,-1-3-6 0,-1 1-4 16,-1-1 14-16,0-3-10 0,0 0 17 0,-2-1-9 0,1 0-3 15,-3-1 1-15,2 0-9 0,-1 4 12 0,-1-2 1 0,2 0-3 16,2 2-1-16,1-3-13 0,2 3 15 15,-1-1-13-15,-1 1 17 0,0 4-8 0,0 2-8 0,-1 0-9 16,-1 1 10-16,0 3-5 0,-1 1 17 0,-2 3-3 0,1 1-9 0,0 1-2 0,1 4 6 0,1 0-6 16,0 3 6-16,1 1-3 0,-1 2-3 0,1 3-20 0,-1 3 13 15,2 1-12-15,0 1 22 0,1 0 1 0,1 3-7 0,0-3-12 16,-1 1 12-16,-1-1-11 0,-6-1 14 0,1 1-7 0,-2-1-8 0,2-2-26 16,6 0-4-16,1 1-5 0,3-2-34 0,2-1-11 15,0 1-14-15,2-1-94 0,-1 2-35 16,-1 0-13-16,-2 1 53 0</inkml:trace>
  <inkml:trace contextRef="#ctx0" brushRef="#br0" timeOffset="64712.33">22686 1964 217 0,'-15'-6'298'0,"9"0"-149"0,0 0 188 0,0-2-159 0,3 5-33 0,0-3-30 0,1 3 50 0,1-1-28 0,0 0-42 0,0 1-34 16,1 0 28 0,0-1-40-16,0 2 18 0,0 2-3 0,0-1-21 0,0 1-30 15,1 0 21-15,0 1-32 0,2 3 37 0,2 1 6 0,-1 2-3 0,2 2-5 16,-2 4 14-16,1 1-21 0,1 7 15 16,-1 1-11-16,1 4-11 0,-1 7-20 0,-2-1 16 0,-2 1-16 0,-1 3 25 0,-1-9-4 15,-3 0-9-15,1 2-6 0,-3 0 7 0,0-1-8 0,-2 2 12 16,1-3-4-16,-1 3-6 0,0-1-9 0,3-2 12 0,0-3-9 0,2-1 19 0,2 2-6 15,0 0-10-15,1 1-9 0,0 1 5 0,0-2-3 0,0 0 11 16,2-3-2-16,0-4-5 0,1 1-18 0,2 0 17 0,-2-2-13 16,4 0 25-1,-2-2-2-15,2-4-9 0,2-1-18 0,1 1 18 0,1-2-14 0,2-2 26 0,-1 0 0 0,1-4-11 0,2 3-13 16,1-1 13-16,1 0-12 0,2-1 18 0,0-3 0 0,1-2-7 0,4-2-4 31,-2-2 7-31,1 2-7 0,-1-3 10 0,-1 1-3 0,0-2-7 0,0 2-9 16,-2 0 11-16,0-2-8 0,1-2 15 0,-4 1-8 0,-2-1-10 0,-2 0-25 0,-1-1 3 15,1-2-8-15,5-1-20 0,0 1-11 16,1-1-19-16,0-1-83 0,2 2-48 0,-3-3-4 0,3 0-263 0,4-5 287 0,5-1-28 16</inkml:trace>
  <inkml:trace contextRef="#ctx0" brushRef="#br0" timeOffset="64933.64">23853 1725 1960 0,'-10'0'81'0,"0"0"-55"0,1 7 52 0,4 2 1 15,1 3-9-15,2 4-20 0,1 2 18 0,1 3-30 0,2 4 9 16,2-2-11-16,1 4-15 0,1 7-13 0,-1 3 6 0,1 1-8 16,2 3 8-16,2-6-6 0,2-3-4 0,4 6 2 0,0-3-2 15,-2 1 3-15,1 1 3 0,-3-9-3 0,-1-1-1 0,2 0-9 16,-2-2 1-16,-1 0-6 0,-1 3-31 0,-1-4-16 15,-3 2-18-15,-1 1-60 0,-2-6-50 0,1 2 24 0,-2 0-217 16,0-3-105-16,1 1-11 0</inkml:trace>
  <inkml:trace contextRef="#ctx0" brushRef="#br0" timeOffset="65155.48">23633 2668 1308 0,'-19'5'321'0,"10"-3"-217"15,1-1 80-15,4-1-23 0,2 0 2 0,2-1-36 0,3-2-45 0,3-5-4 0,4-2-21 0,7-4-10 16,4 0 9-16,5-1-22 0,5-3-12 0,1 2-4 0,2 0-10 16,9-2-14-16,1 1 11 0,1 0-13 0,4 1 20 15,-5 2-3-15,-2 0-5 0,-4-2-18 0,-6 5 3 0,1 0-9 16,2 1-4-16,0 0-6 0,-2-2-3 0,0 1-49 0,-5 1 0 16,-3 1-5-16,-3 0-16 0,-6 2-13 0,-5 1-4 15,-4 0-97-15,-5-2-24 0,-2 3 6 0,-5-2-207 0,-1 1 271 0,-3 2-37 16</inkml:trace>
  <inkml:trace contextRef="#ctx0" brushRef="#br0" timeOffset="65361.98">23481 1964 1911 0,'-23'-23'-138'15,"14"10"334"-15,4 0-20 0,2 3-25 16,4-4-74-16,4 1 3 0,4-1-40 0,6-2-25 0,1 1-6 0,7-2-4 15,4-3-10-15,1 1 5 0,-5 0-4 0,8-3 11 0,-1 0-1 0,0 3-6 16,10-4-20-16,-3 3 2 0,2 0-9 0,6 0-38 0,0 3-17 16,2-1-11-16,4 3-61 0,-8 1-39 15,-6 0 28-15,4 0-114 0,-5 2-45 0,0 1 9 0</inkml:trace>
  <inkml:trace contextRef="#ctx0" brushRef="#br0" timeOffset="65771.47">24432 1559 216 0,'2'21'105'15,"-1"5"128"-15,0-1 36 16,-1 5-67-16,0-1-52 0,-1 0-17 0,-1 2-31 0,2-3-26 0,-1 3 15 0,1 2-20 0,0-2 20 15,0 2-6-15,0-1-5 0,0 6-27 16,0-3 13-16,0-1-16 0,2-1 13 0,-1-7-8 0,2-1-11 0,1-1-26 16,-1-3 16-16,1-4-15 0,0-3 23 0,-1-4-11 0,0-1-14 0,-2 0-5 0,0-1 7 15,-1-5-4-15,0 3 11 0,0-4-4 16,0-2-2-16,0 0-6 0,0-1 17 0,0-3-11 16,-2 0 23-16,-1-4-11 0,0-4-18 0,0-4-22 0,-2-4 16 0,1-5-14 0,-2-5 22 0,3-4-5 15,-1-7-9-15,1-7-16 0,2-1 14 0,0-3-12 0,1 0 22 0,2 1-1 16,3-3-6-16,1-1-10 0,2 8 7 0,-1 6-6 0,-2 9 10 15,-1 5-2-15,-1 5-3 0,-1 3-14 0,1 5 15 0,-2 4-10 16,0 4 26-16,0 4-3 0,0 1-7 0,0 1-15 0,0 0 12 0,3 3-9 16,0 4 28-16,3 3 2 0,2 5-3 15,1 2-4-15,5 5 12 0,2-1-9 0,1 3 19 0,2-2-5 0,-3 2-5 0,3-2-30 16,7 2 17-16,2-2-16 0,8 2 26 0,-2-3-7 0,1-1-11 0,3-3-17 16,5-4 17-16,2-2-13 0,-1-2 24 0,-3 0-4 0,-3 0-11 15,-9-2-5 1,-2-2 4-16,-2 0-3 0,-3-1 7 0,4-4 1 0,-2 1-1 0,-2-2-19 15,-5-1 17-15,-2 0-14 0,-2-3 28 0,-2 1-4 0,-1-3-9 0,1-2-10 0,-2 0 15 0,-1-3-9 0,-1-2 23 16,-3-4-4-16,0-2-11 0,-2-5-12 0,-2-3 11 0,-1-3-11 16,-2-5 12-16,-1 0-3 0,-3-1-7 15,-1-1-21-15,0 2 6 0,0 3-9 0,-1 4 7 0,0 4-4 16,2 4-1-16,2 1-30 0,0 2 6 0,1 1-10 0,1-1-11 0,0 2-17 0,2-2-21 0,0-1-74 16,4-1-13-16,3-3-16 0,2 0-126 15,4-4-107-15,6 4-73 0</inkml:trace>
  <inkml:trace contextRef="#ctx0" brushRef="#br0" timeOffset="66064.42">25683 994 1318 0,'12'29'-181'0,"-5"-12"439"0,1 3-26 0,0 4-35 0,0 10-100 0,-2 2 21 0,-1 2-63 0,-3 0 16 0,0-7-15 0,-1-1-15 0,-1 0-8 0,-1-2 21 0,-1-2-18 0,-2 2 30 31,1-5-12-31,-1 2-16 0,-1 2-23 0,1-2 21 0,0-2-23 0,3 1 32 0,0-2-13 0,0-3-15 0,1 1-8 16,1-6 3-16,2-3-4 0,3 0 7 0,1-4 1 0,1 1-2 0,4 0-3 31,1-2 9-31,2-1-9 0,6 0 12 0,3-5-3 0,5 0-5 16,7-4-7-16,-1 1 7 0,1-1-9 0,1-1 5 0,-5-1-1 15,-6 3-5-15,-1-4-7 0,-5 3 4 0,2 1-5 16,3-1 8-16,1 0-1 0,-2 0-4 0,0 1-3 0,-1 0 3 16,2-1-3-16,0 1 5 0,-2-1 1 0,0 1-3 0,-1 1-21 0,-3-2 16 15,-2 2-17-15,-2 1 14 0,-2-1-7 0,-4 0-15 0,-1 0-28 16,-4 0 11-16,-2 1-12 0,0 1-1 0,-2-2-10 0,-2 1-14 0,-1 0-92 15,-4-2-11-15,-2 2-22 0,-2 0-94 0,-2-2-56 16,-3 0-38-16</inkml:trace>
  <inkml:trace contextRef="#ctx0" brushRef="#br0" timeOffset="66245.98">25764 1466 971 0,'0'0'122'0,"1"0"76"0,4-4-30 16,4 0-18-16,4-3-38 0,7-2-24 0,3-2 27 0,4 2-44 15,6-1-9-15,-3 3-24 0,2-2-31 0,3 1-1 16,-4 0-2-16,-3 1 4 0,-4-2-16 0,-8 1-6 0,-1-1-9 0,0 1-34 16,1 1-1-16,-2-1-5 0,-2-1-24 0,-4 1-9 15,-3-1-2-15,-3-1-54 0,-1 0-37 0,-2 0 24 0,-2-2-173 16,-2-1 201-16,-4-1-9 0</inkml:trace>
  <inkml:trace contextRef="#ctx0" brushRef="#br0" timeOffset="66372.33">25798 1024 239 0,'-32'3'125'0,"5"-1"103"0,2-2 104 0,9-2-47 15,6-1-29-15,7-1-84 0,4-2-7 0,6 1-39 0,7-5-52 16,7-1 2-16,3-1-9 0,11-2 10 0,3-2 15 0,4 1-20 16,10-1 7-16,0 2-24 0,-1 4-24 0,3-3-30 15,-5 2 9-15,-1-1-11 0,7-3 13 0,-1 2-19 0,-1-2-10 0,4 1-77 16,-7 1-33-16,-1 3 9 0,1 1-182 0,-13 0-114 16,5 4-37-16</inkml:trace>
  <inkml:trace contextRef="#ctx0" brushRef="#br0" timeOffset="66979.57">26116 2189 256 0,'-21'2'46'0,"10"0"639"0,2 5-314 0,4 2 1 0,-1 6-345 0,2 3 22 0,1 5-15 0,-7 6 26 0,3-1-9 0,1 7-17 0,2 9-12 16,0 6 17-16,2 3-19 0,2 6 29 0,2-6-9 16,6-5-9-16,2 2-7 0,0-2 9 0,2-5-9 0,-7 3 10 15,0-5-6-15,-1-1-8 0,3 3-15 0,4-5 11 0,0-1-13 16,2 0 10-16,-3-6 0 0,-1-3-9 0,2-7-5 0,-2-3 1 15,-1-5-6-15,0-1-26 0,-4 0-6 0,2-1-5 0,0-1-33 16,-2-4-10-16,0 1 6 0,0-3-37 0,-1-3-35 0,-1 0-5 16,0-1-54-16,-2-1-36 0,-3-6 25 0,2-3 23 0</inkml:trace>
  <inkml:trace contextRef="#ctx0" brushRef="#br0" timeOffset="67275.11">25799 2646 1034 0,'-15'-5'143'0,"-2"-1"114"0,-1-1-51 0,3 0-28 0,2 2-43 0,-1-3-48 0,5-1 6 15,3 1-35-15,0-3-15 0,4 1-17 16,1-3-12-16,1-4-14 0,2-1 0 0,2-4-1 0,3-3 7 16,1 1-1-16,1-3-2 0,2-5-12 0,0 2 16 0,1-3-12 0,0-6 23 0,0 2-2 0,1-1-13 0,2 0 2 31,1 4 8-31,1 5-8 0,2 2 15 0,-1 6-1 0,-3 7-3 0,-1 4 1 15,-4 4 17-15,-1 4-14 0,0 2 19 0,-2 4-1 16,1 1-9-16,1 7 10 0,2 2 16 0,0 4-14 0,2 2 28 16,-1 2-12-16,0 0-13 0,3-2-20 0,-3-3 6 0,3-3-12 15,-2 1 5-15,-2 2-5 0,-2 1-8 0,1 0-10 0,0-3 8 0,7-1-6 16,2-5 12-16,1 2-2 0,1-2-4 0,2-2-6 0,-3 1-3 16,1 0-4-16,1 1-26 0,-1-3-4 0,0 0-4 0,1 1-46 15,0-2-18-15,1 3-7 0,-2-2-105 0,0 2-86 0,-2-3-58 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17:19.2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11387 10850 573 0,'-4'-23'171'0,"4"4"242"16,2 2-330-16,5 4-53 0,3 2-22 0,4-1 24 0,2 1-2 0,4 2-12 15,4-3-3-15,4 3 15 0,2 2-10 0,1 0 24 16,3 2-7-16,2 0-10 0,0 0-17 0,3 0 17 0,3 2-16 0,1-1 19 0,6 2-8 0,0-1-9 15,5 2-10-15,3 1-1 0,4 0 2 0,1 0 5 0,-3 1 1 0,3-1-6 16,2-1-4-16,3 0 3 0,4 1-4 0,1-1 0 16,0-1 1-16,-4 2 1 0,4-2-6 0,-3 0 0 0,-1-1-3 0,3-1-10 15,-5 2-5-15,1 2-10 0,0-1-33 0,0 1 3 0,-1 0-14 16,-1 1-47-16,0 1-18 0,-5 2-30 0,8-1-146 0,-1 6 195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9:00:49.90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3889 9726 346 0,'-26'3'61'0,"6"-1"69"0,4 2-73 0,5 1-25 0,6 2 1 0,5 3-21 0,8 3 0 0,4 2 0 0,6 5 7 0,4 4 0 16,4-1 3-16,6 1 5 0,3-1-6 0,7 0-5 0,6 1-6 0,5-1 7 16,3-1-6-16,-1-1 6 0,3 0 3 0,3 1-1 0,10 1-10 15,12-1 19-15,2-2-14 0,1 0 31 0,-5-4-8 0,-1 1-14 0,10-4-17 16,8 0 11-1,1-2-12-15,4-3 5 0,-7-4-3 0,6-4-8 0,12-3-10 0,0-6 19 16,0-4-10-16,-2-5 25 0,-1-2-2 0,0-3-16 0,4-4-24 0,-5-6 30 0,-2-5-27 0,-1 0 37 16,-8-4-1-16,-5-2-10 0,-6-7-9 15,-3-3 13-15,-2 1-10 0,-5 1 26 0,-10 5-4 0,-10-3-6 16,-11-5-17-16,-3-3 23 0,-8-2-17 0,-5-3 37 0,-3 5-8 0,-7 0-13 16,-8 0-8-16,-7 1 10 0,-8-3-6 0,-10-4 9 0,-8 0-5 0,-9-2-12 0,-8 0-20 15,-6 3 14-15,-3 2-15 0,-7-1 13 16,-6-1 1-16,-11-1-6 0,-15-1-19 0,-5 4 23 0,-5 6-17 0,-6 5 35 15,-3 9-7-15,-7 6-11 0,-9 3-4 0,-10 4 2 0,-6 2-1 0,-5 5 13 16,-2 3-1-16,-3 10 4 0,-10 8-2 0,-5 8 14 0,-2 12-5 0,-1 7 36 0,6 5-13 16,-2 5-11-16,1 7-21 0,6 6 11 0,5 6-11 15,10 10 14-15,11 4-1 0,2-1-2 0,0 2-26 0,6 5 16 0,5 1-16 16,6 10 38-16,14 0-8 0,3-1-7 0,5-1-28 0,9 0 13 16,11-1-10-16,11 3 18 0,12-3-3 0,8-6-9 0,6-3-21 15,11-6 19-15,12 1-12 0,8-5 19 0,11-4-9 0,11-6-17 0,10-2-12 16,7-8 10-1,11-6-6-15,10-1 16 0,9-3 0 0,9 0-3 0,7 1-18 16,1 1 8-16,8-4-10 0,8 0 5 0,4-4-9 0,3-2-10 0,10-1-39 16,4 1-7-16,5-2-10 0,4-4-62 0,2-1-50 0,2 1-28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17:40.2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6803 17514 340 0,'1'-5'54'0,"1"1"63"0,1 1-106 0,2 3 5 16,-1 0-22-16,1 0 38 0,1 2-4 0,-1 0-6 0,2 1 0 15,2 1 1-15,0-1 5 0,1 3 20 0,1-3-9 0,2 2-9 0,2 1-17 0,4 0 12 16,2 0-13-16,1 1 4 0,1-1-4 15,1 1-4-15,2 2-5 0,0-3 4 0,1 2-1 0,-1-2 9 0,1 2-2 16,1-1-4-16,0 1-4 0,0 0 16 0,0-1-13 0,2 0 13 16,1 1-5-16,4-2-7 0,4 0 12 0,0 1-13 0,3 0 14 0,-1 2-12 15,-1-2-2-15,0-2 0 0,1 1-19 0,-1-2 25 0,-3 1-19 16,3-3 26-16,-3 0-7 0,1-1-14 0,7-1 8 0,-1 0-1 0,2-2 5 16,1 1 1-16,-1-2-3 0,-1-1-5 0,2 0-5 15,-3-1 9-15,2 0-8 0,1-3 14 0,1-1-7 16,5 0-5-16,6 0 1 0,-1-1-3 0,3 0 6 0,-2-2 1 0,-9 0 0 15,3 0-5-15,-1-4-18 0,2 0 22 0,7 0-18 0,-4-2 30 16,-3 0-8-16,-2 1-11 0,-1 0-14 0,-5-1 11 0,-4 1-6 16,2-1 29-16,-6-2-1 0,1-3-8 0,5-1-22 0,-4-4 26 0,2 0-23 15,1 1 31-15,-5 1-4 0,-2 1-11 0,1-2-11 0,-3 0 6 0,-1 0-4 0,-9 1 17 0,-3 2-2 16,-3-2-8-16,1 2-18 0,5 0 23 0,-5 2-19 0,-3 0 36 16,-6 2-7-16,-4-3-8 0,-2-2-5 15,-4-1-1-15,-2-5 2 0,-5 1 3 0,-4 1-2 0,-5-1-8 0,-7 0-8 16,-1 0 3-16,-4-2-8 0,1 2-10 0,-1 0 4 0,-4 2-2 0,-5 0 3 15,-7 2 7-15,-1 2-2 0,-2 2 22 0,1 0 0 0,-1 1-2 0,-3-5-19 16,-1-2 24-16,4 0-19 0,0-4 32 0,4 5-2 0,-2-1-11 16,-5-1-13-16,-1 3 10 0,-1-3-10 0,-3 4 10 0,1 0-1 15,2 2-10-15,-2 0-9 0,0 0 16 16,1 2-14-16,-6 1 18 0,-3 2-10 0,-2 0-7 0,-7 1 1 16,-2-1-5-16,-2-3 9 0,-3-1 1 0,0 1-5 0,-4-1-1 0,-10-1-12 0,-3 1 8 15,1 2-5-15,-5 0 21 0,4 1-4 16,-5 2-3-16,-5-2-10 0,0 1 11 0,0 2-6 0,1 2 27 0,1 2 2 15,3 2-3-15,-6 2-14 0,1 1 10 0,-1 3-12 0,2 2 7 16,5 2-5-16,0 2-4 0,-3 2 8 0,-5 4-4 0,4 1 8 16,2 3-5-16,1 2-3 0,2 1-3 0,-7 7-4 0,-1 1 4 15,3 5-4-15,-2-1 1 0,6 3-1 0,1 0-1 0,-5 5-5 0,2 1 5 16,-1 0-3-16,2 1 11 0,6 0-2 0,4 4-4 0,2 2-21 16,3 2 20-16,4 0-17 0,3 0 20 0,5-3-2 0,4 0-13 0,3-1 2 15,3-1 2-15,5-2 1 0,1 3 8 0,5-1-2 0,1 4-4 0,4 3-13 16,5 2 13-16,3-1-13 0,3 0 12 0,3-4 3 0,2-1-2 0,4-1-12 15,8 0 9-15,3 0-7 0,4 5 24 0,3-1-4 0,0 1-3 16,4 4-17-16,2-2 18 0,3 1-13 0,1-2 22 0,4-3-9 16,4-4-11-16,4 4 2 0,3 0 7 0,3 1 0 0,0 0 18 0,3-2-1 15,6-3-7-15,4-1-21 0,9-1 21 0,1-3-19 0,5-2 27 0,5-6-1 16,4-3-7-16,6-2 3 0,-5-3 3 0,3-2-1 0,3-2 6 16,-3-6-1-16,11 1-6 0,4-2-7 15,4-2 10-15,-6-1-11 0,2-3 7 0,-3-2 1 0,2-2-5 0,16-3-17 0,0-3 18 0,1 1-15 16,-5-3 23-16,-3 0-4 0,2-2-14 0,6-1-2 0,2 1 4 0,-2-2-4 31,-5 0 5-31,-4-1-4 0,2 0-3 0,4-2 0 0,0 1-4 0,-6 1 12 16,-6-1 3-16,-4 1 2 0,1-2-19 0,5 0-29 0,1 1 2 15,-4 3-10-15,-5-1-53 0,-7 0-27 0,-2 2-8 0,3-2-104 0,0 1 129 0</inkml:trace>
  <inkml:trace contextRef="#ctx0" brushRef="#br0" timeOffset="4599.59">11403 17386 353 0,'-3'-1'65'0,"2"1"76"0,1 0-119 0,2 0-6 0,2 0-20 0,0 2 17 0,3 2 2 0,0-2-3 0,2 4 9 15,-1-3 25-15,3 1-11 0,2 1 36 0,1-2-11 0,-1 1-21 0,0 0-34 16,1 1 27-16,1-1-25 0,-1 2 34 0,3-1-6 0,1 2-15 31,3-1-6-31,5-1 16 0,0 1-9 0,-2 2 31 0,-2-1-9 0,5-1-12 0,3 2-12 0,6 1 8 0,4-2-9 0,-1 1 5 16,0 1-3 0,4 1-5-16,5 0-15 0,3 2 11 0,1 1-8 0,2 0 13 0,-1-3-2 15,3 1-13-15,7-2-15 0,6-1 27 0,4-2-22 0,3-2 28 0,-4-1-7 16,0-1-12-16,1-2-1 0,3 0-1 0,4-1 2 0,1-2 8 15,-4 1 1-15,-3 1 0 0,5-2-17 0,2 0 20 16,2 0-16-16,2 1 25 0,-4-1-5 0,-6-1-8 0,4 0-10 16,-1-1 3-16,90-6 8 0,-86 8 1 0,-3-2-5 0,5-2-20 15,0 1 20-15,2-3-16 0,4 0 28 0,-5-1-8 0,1-2-13 16,2 1 2-16,2-5-4 0,0 2 6 0,0-3 5 0,-5 2-1 16,-3-2 0-16,4-2-3 0,-3-1 4 0,-1-3-4 0,-4-2 1 15,-7 0-1-15,-8-2-2 0,1-1 5 0,-2 0 3 0,-5-2 3 0,5 1 23 16,-10-2-1-16,-3 3 2 0,-1 0-9 0,-5-2 9 0,-4 3-9 15,-4 0 8-15,-8 4-1 0,-5 2-4 0,2-1-12 0,-4-1 12 16,0-2-14-16,-3 0 1 0,-5-3 0 0,-4-1-9 0,-2-1-9 16,-5 2 13-16,-2-4-11 0,-5 0 15 0,-2-2-2 0,-2 1-6 0,-4-3-5 15,-2 2 0-15,-3-1-1 0,-2 4 2 0,-1 1-2 0,4-1 1 16,-4-5-8-16,-4-2 5 0,-4-2-3 0,-7-1 7 0,-2 3-6 16,-3 0-10-16,-4 1-10 0,-5-4 18 0,-6 4-12 0,-1 1 21 15,-3 4-3-15,1 0-9 0,-6 0-10 0,-3-2 5 0,-8-1-5 16,-9-2 9-16,-1 3 0 0,0 0 1 0,-9-4-12 0,0-1 14 0,-10 0-9 15,-2-1 30-15,3 5-6 0,-3 0-8 0,-8 4-13 0,-3-1 14 16,-1 2-10-16,-1 1 15 0,6-2-1 0,-2 2-7 0,-5-1 1 16,-1 6 5-16,-1 1-1 0,-1 4 2 0,6 3 1 0,0 1-7 0,-3 4-17 15,2 2 20-15,0 1-17 0,-1 5 25 0,7 3-1 0,-2 2-8 16,-2 7-7-16,-2 0 1 0,0 6-2 0,0 4 13 0,1 2 0 16,3 0-4-16,-6 5-9 0,-2 3 9 0,1 2-8 0,0 2 10 0,8 1 1 15,3 0-1-15,-2 5-1 0,3 6-7 0,4 1 4 0,7 2-3 16,9 3-2-16,5 1 4 0,4-2-10 0,7 0 8 0,6-3-8 15,6-1 18-15,7 1-2 0,3 5-9 0,5 4-6 0,4 3 3 0,4 1-3 16,2-2 5-16,5-2-4 0,4-4-2 0,9 3-14 16,3 6 16-16,2-1-10 0,4 3 27 0,-1-1-5 0,4-3-6 15,3 1-16-15,3-3 14 0,2-5-9 0,3 4 24 0,5-3 0 0,5 2-10 0,4 3-6 16,4-2 9-16,-1-4-7 0,5 0 8 0,5-8-5 0,5-3-7 16,10 0 9-16,6 2 3 0,7 0 5 0,4 3 4 0,6-4 1 15,1 2-5-15,7 0-5 0,3-2 9 0,5-3-7 0,4-1 9 16,1-5-7-16,0-4-9 0,4 0-7 0,5-4 8 0,0-2-3 15,5 0 20-15,-7-2-7 0,2 0-5 0,9 0-12 0,1-1 1 16,5 0-7-16,-2-1-42 0,-4 1-32 0,0 3-28 0,7 0-87 16,0 0-86-16,0 6 8 0</inkml:trace>
  <inkml:trace contextRef="#ctx0" brushRef="#br0" timeOffset="27856.49">4720 13230 217 0,'6'-2'213'0,"-8"-11"-117"15,2-1 125-15,-1 3-140 0,1 2-45 0,0 6-9 16,1-1-9-16,1 3-5 0,1-1-10 0,0 0-5 0,-2-1 12 0,1 1-10 0,3 0 11 16,-1 1-4-16,7 1-5 0,1 0-2 0,4 1 0 0,3 1 0 15,3 1 9-15,2 0-1 0,2 0-4 16,5-2 6-16,6-1 6 0,6 0-3 0,4-1 6 0,0-3-3 16,4-1 0-16,-2-2-20 0,-4 1 13 0,1-2-9 0,-1 0 34 0,0 1-10 15,8 0-14-15,4 1-17 0,0 0 14 0,3 2-12 0,-3-1 12 0,-8 2-3 16,-6 0-6-16,1 0-14 0,-5 3 11 0,1-3-6 0,5 0 26 0,-3 2-4 15,1 1-9-15,0 0-21 0,0 1 27 0,-2 3-21 0,-3-1 27 16,-5 1-3-16,-2 0-12 0,-7 1-18 16,-1 0 18-16,0 1-13 0,1-1 34 0,4 2-5 0,1 0-14 0,3 0-24 0,3 0 1 0,4 2-17 15,5-1-89-15,2 1-36 0,2-1-47 0</inkml:trace>
  <inkml:trace contextRef="#ctx0" brushRef="#br0" timeOffset="28915.5">12122 13037 256 0,'-20'-9'17'0,"14"8"239"0,4-1-123 0,2 2 0 0,3 2-154 15,2-2 6-15,4 3-6 0,2 0 20 0,4-2-2 0,2-1-1 16,2 0-1-16,-4-1 7 0,3 0-1 0,4-2 12 0,2 1 1 0,9-1-6 16,2-1-15-16,0 2 19 0,2-4-18 0,2 1 21 0,1 3-3 0,4-1-6 15,4 2 7-15,0 0 4 0,0-1 1 0,-3 2 4 0,-3 0-1 16,3 0-10-16,7 0-14 0,6 3 16 0,4 1-17 0,4 1 13 15,-2 3-6-15,-4-2-6 0,5 2 3 0,-3-1-3 0,3 2 5 16,7 0 1-16,-5 3-4 0,5-1-5 0,-2 0-9 0,-5 0 18 0,-5-1-12 16,-2-2 22-16,0-2-1 0,4-2-8 0,2-2-20 0,2-2 16 15,-4-3-15-15,-6-1 29 0,-3-1-4 0,-4 0-9 0,4-1-8 16,3-1 12-16,-4 3-11 0,1-1 5 0,-4 3-8 0,-1-2-12 0,1 0-30 16,-11 1 5-16,0 0-9 0,-2-1-12 0,-2 2-23 0,3-1-23 15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18:21.1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4436 9233 217 0,'-45'-7'151'16,"1"-2"-86"-16,3 1 81 0,-2 1-98 0,6 4-10 0,-3 1-22 0,-2 2 20 0,-2 2-13 0,-4 1-15 15,-3 3 6-15,3 0-5 0,3 0 9 0,0 1 0 0,6 1-1 16,0-1-3-16,2 1-12 0,1 1 10 0,-1-1-12 0,-3 0 5 16,-3 0 0-16,1 0-2 0,-1 0 2 0,4-1 2 0,5 0 0 0,2-1 9 15,8 0 2-15,-1 0-1 0,2 0-25 0,1 0 19 0,3-1-21 0,3 2 16 16,4-1-4-16,2-1-6 0,4 0 0 0,3 3-3 0,0-3 6 15,-1 3 13-15,-1 0-6 0,-1 1-3 0,0 0-9 0,0 3 6 0,0 1-5 0,-1 1 6 0,2 3-1 0,-2 0-2 16,0 0-4 0,-1 5 2-16,0 3 0 0,-1 1 13 0,0 5-4 0,0 1-5 0,1 7-15 0,-3 5 19 0,1 6-14 15,-1 3 23-15,1 1-6 16,0 1-11-16,-1 1 6 0,-3 3-5 0,2 2 5 0,-2 6-3 0,3 1 3 0,2 3 2 0,2 2-8 16,2-1 12-16,0-3-13 0,1-1 6 0,3-3 1 0,1 3-2 0,3 1-10 0,4-2 7 15,1-4-6-15,1-1 20 0,1-3 2 0,2 1-3 0,0 8-28 16,2 1 27-16,0 2-23 0,-1-2 31 0,-1-2-4 15,-2 0-14-15,8 90 9 0,-15-160 37 0,4 175-69 0,-4-90 22 16,-9 94-5 0,7-180 23-16,-18 198-22 0,6-100 9 0,-1-7-7 0,-4 2-3 0,0 0-6 0,-2 2 10 0,3-2-2 0,-1-10 16 15,2-5 0 1,2-5-11-16,3-3-28 0,2-6 34 0,5-6-29 16,3-7 45-16,4-9-14 0,1-4-15 0,2-1-9 0,2-1 3 0,2-4 4 15,2 2 23-15,3-7-6 0,0-2-8 0,3-1-17 0,0-1 18 16,3-3-16-16,1 0 16 0,2-3-1 0,1-1-6 0,0 1-5 15,-3-3 5-15,-2-1-1 0,3-1 17 0,1-4 1 0,5 0-7 0,2-2-26 16,0-2 30-16,6-1-28 0,3-1 34 0,5-4-4 0,5 0-10 16,5 0-10-16,-4-3-8 0,2 0 2 0,-2 0-22 0,-4 0 6 15,8 0-1-15,3-1-42 0,4 1 13 0,5 0-29 0,-1 0-64 16,-4 2 97-16,-1 1-28 0</inkml:trace>
  <inkml:trace contextRef="#ctx0" brushRef="#br0" timeOffset="966.66">11936 9250 493 0,'-23'-12'89'0,"0"0"-52"16,6 3-11-16,3 1-15 0,4 3 24 0,3 0-5 0,2 2-18 0,2 1 2 16,-1 0 1-16,3 1-1 0,1 0-5 0,0 1-7 15,1 0-13-15,1 0-8 0,4 0 14 0,3 0-11 0,2 1 21 16,4 2-5-16,2-1-4 0,4-1-11 0,3 2 8 15,3 1-2-15,3 0 25 0,2-2-1 0,5 2-9 0,6-1-10 0,-1 0 12 0,-4 1-13 16,3-2 5-16,0 0 0 0,3-1 0 0,10-1-5 0,1 0 2 0,4 0 0 16,4 2 9-16,-1-2-1 0,-8 1-5 0,4 0-16 0,-3-1 24 0,2 0-18 15,10 0 24-15,-5 2-5 0,5-2-8 0,2 0-14 0,-6 1 10 0,3-1-6 16,-3 0 27-16,1 0-4 0,7-1-9 0,4 1-5 16,2 0 4-16,-4 0-4 0,2-2 5 0,-4 0-3 0,5-2 2 0,12 1 1 15,1-1-3-15,1 2 4 0,-1-2-2 0,-1-1 3 0,1 1-3 0,12-4-26 16,1 5 31-16,-3-3-27 0,1 0 34 0,-2 0-4 0,2-1-13 15,7 0-20-15,-4-1 22 0,-1-2-14 0,0-1 36 0,-3 2-6 16,-3 0-13-16,4-2-23 0,-5-1 26 0,-1 0-21 0,6 1 34 0,-9 0-6 16,-4-1-12-16,-1 0-1 0,-3 1 11 0,3 1-4 0,1 0 32 31,-6 3-6-31,-6 0-9 0,1 0-27 0,-3 0 25 0,0-1-23 0,1 0 30 16,-2 2-9-16,-7 2-13 0,-1 0-15 0,-7 2 10 0,-5 0-5 0,-1 0 22 0,-4 0-2 0,-1 1-14 0,1 1-22 0,-4 1 30 15,-1-1-26-15,-4 2 32 16,-8-1-7-16,-6-1-13 0,-7 1 0 0,-5-1 0 15,-1 0 2-15,-1 2 1 0,3-2 6 0,-1 2-5 0,1 1-15 16,-2 1 17-16,-1-1-20 0,0 3-18 0,0 1-33 0,1 0-35 0,1 2-119 0,0-2 133 16</inkml:trace>
  <inkml:trace contextRef="#ctx0" brushRef="#br0" timeOffset="2823.03">12714 7103 217 0,'-6'-8'397'16,"3"2"-193"-16,-2 2 259 0,3 1-303 0,2 2-81 0,0 1-37 15,0 1-10-15,0 2-10 0,1 0-19 0,2 5-4 0,-1 1 9 16,1 7-8-16,2 0 12 0,-1 4-4 16,1-1-7-16,-1 1 0 0,2 0 0 0,-1-3 0 15,3 7 10-15,0-3-2 0,1 2 1 0,1 3-24 0,-2-2 19 0,1-3-18 0,2 2 28 16,-1-1-6-16,2-1-13 0,-2 4-3 16,-1-2 7-16,0-2-2 0,0 4 19 0,-2-10-5 0,0 1-8 0,0 0-3 15,-1-4 8-15,-2 2-7 0,1-1 5 0,-3-6-4 16,1 1-3-16,-2-2-5 0,0-1 4 0,1-1 0 0,-2 0 15 0,1-3-3 15,-1-1-6-15,0 0 5 0,0 0 10 0,0-1-7 16,0-1 5-16,-1-2-3 0,-2-1-8 0,1-2-2 0,0-2 8 0,-3 0-7 0,0-2 5 16,-2 1-3-16,-1-2-8 0,-1 0-1 15,-1 0 3-15,0 0-2 0,0 3 0 0,-1 2 5 0,-1-1-1 16,1 0-17-16,-2-1 21 0,0 1-19 0,-1 2 17 0,0 2 5 16,0 0-12-16,-1 2-8 0,2 2 15 0,0 0-14 0,1 2 16 0,3 2-3 15,0 0-3-15,-1 2-16 0,-3 3 10 0,0 0-7 0,-2 0 22 16,3 2 0-16,1-4-7 0,-2 1-6 0,3 4 11 0,1-2-10 15,0 5 9-15,3 0 3 0,-1 1-4 0,1 0-8 0,2-1 4 16,-1-3-4-16,4 1 15 0,0-1 0 0,1-2 0 0,1-1-2 0,3 0 11 0,0-1-7 16,0-1 10-16,2 1-2 0,1 0-6 0,1 1-6 15,0-2 6-15,2 1-5 0,-1-2 4 0,1 1 0 0,1 0-4 0,-1 1-13 16,0-3 10-16,1 2-10 0,0-1 8 0,0-2 3 0,-2 1-5 0,-1-2-12 16,-5 0 16-16,0 0-15 0,-2-2 12 0,1 0 2 0,3-1-8 0,1 0-5 15,-1 0 13-15,1-1-11 0,0-3 21 0,0 1-1 16,2-5-7-16,2-1-25 0,3-1-2 0,-1-2-14 0,3-2-70 0,-2 3-17 0,0-5-29 15,1 2-190-15,0-3-92 0,2 5-42 0</inkml:trace>
  <inkml:trace contextRef="#ctx0" brushRef="#br0" timeOffset="3185.99">12923 7490 1009 0,'-8'6'84'0,"-1"2"51"0,2 4-16 0,2 3-18 0,2-3-15 0,3 0-54 16,1-2 9-16,3 2-26 0,3 0 15 16,2 1-3-16,1-3-8 0,4-1 8 0,1-3 15 15,2-3-13-15,3-3 17 0,0 0-5 0,1-2-10 0,3 1-25 0,-3-1 14 0,1-2-20 0,1-5 17 16,-3-2-6-16,-4-1-5 0,-1 0-5 0,-4 0 4 0,-2 1-2 16,3 0 10-1,-3 0-6-15,-1-1-5 0,-3-1-1 0,-5 2 14 0,-1-2-9 0,-4 2 11 0,-1-2-2 0,0 0-12 0,-3 1-13 16,1 2 16-16,0 1-16 0,1 2 25 0,3 4-1 15,-1 0-9-15,3 2 5 16,-1 1 10-16,0 3-6 0,5-1 10 0,0 1-3 16,1 3-8-16,-1 1 4 0,-2 0 11 0,-1 1-7 0,1 0 16 0,0-1-4 0,0 2-4 0,3 0-16 0,-5-1 1 15,2-2-5 1,-1 0 0-16,1 0-2 0,5-2-6 0,0 0 3 0,2-1 1 0,1-1 1 16,0-1 1-16,2-1 2 0,0 0 0 0,2-3-14 0,1 2 1 0,0-3-10 0,0 0-35 0,-1-1-19 0,-1 2-19 0,2-3-61 15,-2 1 2-15,0-1-21 0,-1-1-151 16,-1 1-97-16,2-3-106 0</inkml:trace>
  <inkml:trace contextRef="#ctx0" brushRef="#br0" timeOffset="3706.53">13464 7358 715 0,'-2'6'198'0,"0"0"-126"0,-2 0 68 0,3 0-22 0,-1 2 7 15,1 1-23-15,-2-2-35 0,2 1-7 0,0 0-27 0,0 1-19 16,-1-2 27-16,0 1-31 0,0-2 29 0,0 2-9 0,1-3-18 16,0 2-21-16,0-4 14 0,1 1-15 0,0 0 32 15,0-1-9-15,0-2-6 0,0 0-16 0,0-1 13 0,0 0-11 16,0 0 27-16,0 0-3 0,0-1-9 0,0-3 0 0,0-1 7 16,0-1-6-16,-1-5 4 0,0 2-4 0,-1 0-6 0,1-1-14 15,0 0 14-15,0 1-11 0,1-1 31 0,0 1-11 0,0 0-11 16,1 0-7-16,0 1 10 0,0 1-5 0,1-2 19 0,0 1-7 15,0 1-8-15,-1 0-4 0,3 0 3 0,-2 1-1 0,0 1 16 16,0-2-5-16,2 5-4 0,-2-2-8 0,0 1 10 0,-1 1-5 16,2-1 25-16,-1 2-5 0,0 0-8 0,1 1-23 0,1 0 17 0,-1 1-15 15,0 2 25-15,1 0-4 0,0 0-8 0,0 2-7 16,0-1 6-16,0 2-6 0,-1 0 4 0,0-3 1 0,1 3-6 0,0-1-13 16,0-3 19-16,-1 2-17 0,0-1 23 0,1 0 0 0,-1 0-9 0,0 0-18 15,2-2 14-15,-2 0-12 0,2 0 26 0,-1-1-1 16,3 0-8-16,0 0-10 0,1-1 10 0,-1-1-8 0,1-2 13 0,-1-1-2 15,2-2-6-15,2 0-6 0,0-1 11 0,2-1-8 0,-2 0 12 0,-1 0-2 16,-4 0-9-16,-2 0-8 0,2 1 10 0,-3 1-6 0,4 3 14 16,-3 1-4-16,0 2-7 0,-1 1-8 0,-1 3 11 0,0 0-5 15,-1 2 21-15,0 3 2 0,-1 1-7 0,0 3-2 0,-1-1 12 16,0 1-11-16,-1 1 16 0,1-1-4 0,0-1-3 0,0-2-17 16,0 1 8-16,0-3-9 0,1 2 9 0,-1-2 0 0,1-2-7 0,1 1-6 15,-1-3 7-15,1-1-7 0,0 0 3 0,0-1 6 0,1-1-2 0,1 0-4 16,0 0 6-16,-1-1-8 0,2-2 0 0,0 1-18 15,0-2-7-15,1-1-69 0,1 0-16 0,1-1-8 0,0 0-113 0,1 1-77 16,1-2-60-16</inkml:trace>
  <inkml:trace contextRef="#ctx0" brushRef="#br0" timeOffset="4169.87">13858 7260 986 0,'-4'5'96'0,"0"2"23"16,0 1 17-16,2-2-34 0,-1 0-40 0,2-1-29 0,0-1 3 0,1 1-15 0,0-3-10 0,2 2-4 15,-1-3-3-15,2 1-5 0,-1-2 1 0,0 0 0 0,2 0 13 16,-2 0-3-16,0 0-4 0,0 0-6 0,1-1 7 16,-1 0-7-16,0-2 10 0,-1 1-2 0,0 0-5 15,0-1-8-15,-1-1 16 0,2 0-12 0,-2-2 33 16,0-2-11-16,1 1-13 0,-1-2-5 0,0 1 10 0,0-1-7 15,0 0 13-15,1 0-4 0,-1 0-9 0,2 1-3 0,0 0 11 0,2 1-8 0,0 0 22 16,-1 3-8-16,2-1-8 0,-1 3-14 0,1 0 16 16,-1 1-14-16,0 0 32 0,0 1-3 0,0 0-8 0,-2 2-12 15,1 0 2-15,0 0-4 0,0 1 11 0,0-1-4 0,1 0-2 0,0 0-6 16,1-2 8-16,0 0-6 0,1 0 9 16,1-2 0-16,-1 0-1 0,2-1-9 0,0-1 7 0,0 0-6 15,0 0 1-15,0 1 4 0,-2-2-8 0,0 2-15 0,0 0 20 0,-2-1-18 0,1 2 23 16,-2 2-6-16,-1-3-9 0,0 3-5 0,1 0 7 15,-1 3-2-15,0-1 7 0,2 3 1 0,-1 0-6 0,1 3 6 0,3 1 8 16,1 0-4-16,0-1 11 0,0-2-6 0,3-1-7 0,1 2-10 0,2-4 12 0,0 3-7 16,1-5 12-16,-5 1-3 0,0-2-8 0,3 0-9 0,2 0 7 15,8-2-5-15,0-1 15 0,0-1-4 0,-3 1-6 0,-1 1-8 16,0 1 7-16,-3-2-4 0,1 1 16 0,-3-1-6 0,1-1-4 0,-2 1-55 16,-1 0 10-16,-3-2-23 0,-3 2-37 0,0-2-36 15,-3 1-41-15,0-1-289 0,-1 1 297 0</inkml:trace>
  <inkml:trace contextRef="#ctx0" brushRef="#br0" timeOffset="4356.13">14422 6999 1346 0,'-10'0'-164'0,"4"0"405"0,3 1-31 0,1 1-31 0,-1-1-76 0,3 0 0 0,0 1-39 0,0 3-41 16,3 0-10-16,0 3-9 15,1-1-5-15,3 1 11 0,0 0-6 0,3-2 28 0,0-2-11 0,1-2-8 0,5 0-13 16,-1-1 2-16,3 1-2 0,2 1 12 0,1-2-1 0,-1-1-2 15,4-1-12-15,-3-2 11 0,0 0-12 0,-2-1-2 0,-9 0-27 16,-1 1-24 0,-1-2-56-16,-2 0-19 0,7-4 11 0,1-1-110 0,0 1-68 0,-1 0-19 0</inkml:trace>
  <inkml:trace contextRef="#ctx0" brushRef="#br0" timeOffset="4450.14">14819 6930 1019 0,'-10'27'-396'0,"7"-10"804"0,0-1-78 16,-2 9-122-16,2 3-79 0,-1-1 23 0,2 5-63 0,2 3-17 0,0 0-15 0,0 5-22 0,0-1-37 0,1-3 13 0,3 0-23 15,1 3-79-15,3-2-284 0,3-2-101 0</inkml:trace>
  <inkml:trace contextRef="#ctx0" brushRef="#br0" timeOffset="6948.4">15337 6953 617 0,'-7'-5'219'0,"1"0"283"15,1 4-309-15,2-2-66 0,2 2-20 0,-1 1-33 0,2 0-19 0,2 1-24 0,-1 2 1 16,2-1 5-16,2 3-5 0,1 0 16 0,1 2-7 0,1 0-8 16,2 2 2-16,0 0 7 0,1 0-9 0,4 0 8 15,1 0-5-15,1 2-7 0,5 3-20 0,-2 0 13 0,2-4-17 0,-1-1 17 16,-3-4-2-16,0-2-5 0,1 2-9 0,-2 0 7 15,0 0-9-15,-3-3 12 0,-1-2-3 0,-4 0-2 0,-2 0-15 16,-5-1 20-16,-2 0-17 0,0-2 50 0,-3 2-4 0,3-1-6 16,0-1-17-16,0-2 14 0,0 1-18 0,0-2 20 0,-1 0-9 15,0-1-14-15,1-3-17 0,0-2 14 0,-1-2-12 16,1-3 17-16,0 1-5 0,1-1-7 0,1-1-8 0,1-1 2 0,0 0-3 0,0 0 7 16,1 2 0-16,0 3 0 0,1 2-9 0,-2 3 4 0,0 4-3 15,0 0 11-15,-1 2-3 16,-1 3-3-16,0 0-35 0,-1 0-12 0,1 0-5 0,-1 4-62 0,1 1-22 15,0 2-20-15,3-1-193 0,-2 1-146 0,5 2-21 0</inkml:trace>
  <inkml:trace contextRef="#ctx0" brushRef="#br0" timeOffset="8150.56">16015 6776 467 0,'-1'-6'170'0,"-1"3"-77"0,-1 0 87 0,-1 0-37 0,0 1 17 16,0-1-38-16,1 2-10 0,-1-1-24 0,-1 2-27 0,-2 0-31 15,-1 2 13-15,1 0-21 0,-5 2 11 0,1 2-10 0,-1 2-11 16,-3 2-7-16,1 1 2 15,0 4-2-15,2 2 8 0,0-1-3 0,4 2-4 0,-1 4-8 0,1-2 10 0,2 0-8 16,-1-1 14-16,2-2 0 0,1-2-4 0,1-4-3 16,2 1 9-16,1-4-8 0,0-1 25 0,2-3-14 15,1 0-9-15,2-3-6 0,2-1-1 0,1-4 3 0,1-2 8 0,1 0 0 16,1-3 1-16,2-3-21 0,2 1 11 0,0-2-13 0,-1 1 21 0,0-1-2 16,-2-1-6-16,-1 0-16 0,-2 2 17 0,-1-3-14 0,-2 3 23 15,-4 3 3-15,0 1-9 0,-2 3 21 0,0 0 13 0,-1 2-3 16,-1 2 24-16,1 1-8 0,-3 0-4 0,2 0-26 0,0 2 6 0,-2 0-9 15,2 0 0-15,0 2-7 0,0 0-10 0,1 1-15 0,-1-1 15 16,2 1-11-16,0 0 23 16,2 0-5-16,0-1-11 0,0 0-3 0,1 0 1 0,2 0-1 0,-1 0 8 0,1-2-4 0,-1-1-2 0,3 2-15 15,0-3-7 1,1 0-1-16,1 0-33 0,0 0-17 0,1 0-18 0,1 0-100 0,1-1-41 16,0 1-20-16,-1-2-306 0,1 2 332 0,-3-2-55 0</inkml:trace>
  <inkml:trace contextRef="#ctx0" brushRef="#br0" timeOffset="8372.53">16397 6559 1468 0,'-16'0'115'0,"2"0"50"15,-1 0 1-15,4 4-29 0,0-1-25 0,1 1-69 0,2 1 11 0,0 2-34 0,1 4 0 16,0 3-7-16,1 3-12 15,-2 4-8-15,0-2 12 0,1 0-10 0,-1-1 22 0,3-1-4 0,0-3-10 0,0 1-3 0,1-3 2 16,1-2-3-16,1 0 6 0,2-2-5 0,0-1-1 0,2 0-35 16,1-3-13-16,2-1 0 0,2 0-81 0,-1-3-52 0,1 0-17 0,3-3-318 31,2 1 290-31</inkml:trace>
  <inkml:trace contextRef="#ctx0" brushRef="#br0" timeOffset="8578.32">16595 6695 1013 0,'-9'1'216'16,"-1"1"-152"-1,1 0 40-15,1 1-24 0,1-3 20 0,1 2-39 0,1-1-23 0,1-1-12 0,2-1-21 0,1-1-18 32,1 1 12-32,0-3-13 0,1 1 20 0,0-3-17 0,0 0-15 0,1-2-3 15,-2-2 8-15,1-3 2 0,0-1 21 0,0-2-3 16,-1 0-1-16,0-2 3 0,1 5-8 0,0-1 9 0,1 2 0 15,2 3-2-15,-2-2 4 0,1 0-20 0,0 3-4 0,-1-1-6 16,1 0-103-16,0 2-39 0,0 0-29 0,0 2-102 16,2 0 144-16</inkml:trace>
  <inkml:trace contextRef="#ctx0" brushRef="#br0" timeOffset="8879.44">16828 6477 487 0,'-13'14'-233'0,"5"-5"463"16,1-1-30-16,2-1-69 0,-1 2-34 0,2-1 26 0,0 1-51 15,1 0 17-15,1-1-11 0,0-5-18 0,2 2-24 0,0-5 8 16,3 3-19-16,-1-3 6 0,1-3 4 0,0 3-10 0,1 0-5 16,-2 0 15-16,2 0-20 0,-1 0 15 0,0-1-5 15,1 0-6-15,-2 0 1 0,0-1 0 0,-1 2 0 0,0 0 14 16,2 0-6-16,-2 3-2 0,0-1-11 0,0-2 22 0,1 0-20 15,1 2 27-15,0-2-9 0,1 4-13 0,1-1-6 0,1-1 1 16,0 2-4-16,3-2 5 0,-1-1-3 0,1 3-3 0,1-1-8 16,0-2 5-16,0 0-6 0,1-1 3 0,-1 0 1 0,0 2-4 15,1-2-11-15,-1-2 13 0,0 0-18 0,0-2-59 0,0 0 6 16,2-2-34-16,-1-2-125 0,-3 2-51 0,0-2-38 0,-1 2 25 16</inkml:trace>
  <inkml:trace contextRef="#ctx0" brushRef="#br0" timeOffset="9223.17">17132 6207 1012 0,'0'0'170'0,"0"0"236"15,1 0-211-15,-1 2-27 0,1 1-47 0,1 3-49 0,-1 3 16 16,3 3-41-16,-2 3-6 0,-1 0-8 0,0 2-16 0,0 1-13 16,-1 0 18-16,0-1-20 0,0 1 15 0,-1-2-4 0,1-2-8 15,-1 2-5-15,0-5 5 0,1-1-5 0,0-1 8 16,0-1-3-16,0-2-3 0,1-2-9 0,0 0 10 0,1-1-7 15,2-1 20-15,0-2-3 0,2 0-9 0,4 0-4 0,1-2 5 16,4-1-5-16,4-2 6 0,-1 2 2 0,1-2-3 0,0 1-12 16,-2 2 9-16,0-1-10 0,-1 2 15 0,0 1-3 0,-2 1-4 15,0 1-6-15,-3-1 6 0,0 0-1 0,-2-1 9 0,-3 1-2 16,0 2-3-16,-3 1-15 0,0 0 12 0,-3 1-10 0,-3 1 23 0,0 1-3 16,-2 0-5-16,-1 1-11 0,-2 2 8 0,-2 0-7 0,0 2 16 15,-1-2-5-15,1 0-4 0,1 2-11 0,0 0 10 0,2-4-7 16,-2 0 18-16,2-4-4 0,0-1-6 0,1-1-8 15,0 1 6-15,1-1-5 0,1-2-5 0,-1-1-11 0,3-2-14 0,0-3-59 0,2-2-12 16,3-4-14-16,2-5-145 0,1-1-101 0,3-3-87 0</inkml:trace>
  <inkml:trace contextRef="#ctx0" brushRef="#br0" timeOffset="9529.39">17587 6031 828 0,'0'4'300'16,"0"4"136"-16,-1 2-287 0,-2 5 36 0,1 1-45 15,1 0-51-15,-1 5-60 0,2-2 17 0,0 2-31 0,3-1 25 16,0-3-7-16,3-4-13 0,0 1-11 0,2-4 14 0,0-1-14 16,2-1 17-16,0-3-1 0,-4 1-12 0,2-3-7 0,2-1 10 15,1-1-13-15,9-1 14 0,3-2-7 0,-2-1-3 0,3-3-10 32,-4 0 5-32,-2-2-3 0,1-2 14 0,-2-1-2 0,0 1-8 0,-2-1-7 0,-1 0 9 0,-4 2-8 0,-3-2 11 15,-3 1-1-15,-3-2-4 0,0 2 0 0,-4 0 0 0,-1 1 0 16,-3 2-1-16,-1 2 0 0,-1 1-2 0,-1 2 0 0,-1 2 0 0,1 4 0 15,0 2 0-15,-1 3 0 0,1 5 0 0,-1 4-12 0,0 1 13 16,0 3-8-16,-1 0 19 0,3-2 1 0,2-1-8 0,2-1 2 16,2-1 10-16,2-3-8 0,3 0 3 15,2-4-1-15,5 1-7 0,3-4-6 0,2-2 8 0,4-2-6 0,6-3 16 0,0-1-3 0,8-4-8 16,4-1-19-16,2 0 12 0,2-4-13 0,3-2-16 0,0-1-30 16,-2-1-36-16,-5 2-99 0,0-5-59 0,-3 3-7 0,-4-2-330 0,1 4 350 15,-4 0-47-15</inkml:trace>
  <inkml:trace contextRef="#ctx0" brushRef="#br0" timeOffset="9735.25">18415 5926 510 0,'-18'2'254'0,"0"1"-106"0,-2 4 165 16,-1 3-134-16,1 4 21 0,0 0-55 0,0 4-15 15,3-2-15-15,1 0-26 0,3 0-21 0,4-4 10 0,3 1-23 32,6-1-8-32,4-6-10 0,3 2-17 0,2 1-17 0,2 1 10 15,1 2-12-15,3 2 14 0,-1-2-3 0,0 2-6 0,-2 1 5 16,-3 0 7-16,-1-1-4 0,-4 3 14 0,-2-2-6 0,-4 0-4 15,-2 2-12-15,-4 0 9 0,-2-1-9 0,-5 5 15 16,0-3-7-16,-1-2-9 0,-2 2-8 0,-1-1 4 0,1-2-6 0,-1-1-34 16,4-2-30-16,4-2-20 0,1-1-123 0,3-2-86 15,3-1 2-15,3 0-43 0</inkml:trace>
  <inkml:trace contextRef="#ctx0" brushRef="#br0" timeOffset="35783.49">14860 10681 80 0,'27'-4'-53'0,"4"-3"51"0,2 2 16 0,3-1 12 0,1 4-8 0,0-2-5 0,1 1 2 0,1 2-12 16,-4-3 20-16,3 0-11 0,2 1 31 0,-1-2-6 0,6-2-15 0,1 1-22 15,3-2 27-15,4 0-24 0,3 2 29 16,-4 1-8-16,-5-2-12 0,1 2 2 0,-1-2 0 0,2 0 2 0,5 0 5 0,-3-1 0 0,3 3-2 15,3 0-24-15,3 1 24 0,-4-1-22 0,-4 2 24 0,-3-1-3 16,1 0-12-16,5 1 10 16,8-3-9-16,2 4 11 0,3-1 2 0,-3 1-1 0,-3-1 5 0,2-1-27 0,-1 1 13 0,2 0-15 0,6-1 16 15,-3 2 1-15,4-2-4 0,-2 0-8 0,-5-1 0 0,-2-2-2 16,-1-2 6-16,-2 3 1 0,5-3-1 0,5 0-10 0,-4-2 15 16,-7-4-13-16,-3 1 13 15,-9-2-3-15,-3 2-4 0,6-2-2 0,-6 0 7 0,-2 2-2 0,-3-2 12 0,-5 1-4 0,-4-1-8 0,-5 1 5 16,-4-2 5-16,-5 2-2 15,-6 2 17-15,-5 1-1 0,-3-3 2 0,-4 3-7 0,-4-2 0 16,-3-3-2-16,-6 2-8 0,-2-1-1 0,-5-2-8 0,-7 0-25 16,-3-2 34-16,-3 1-31 0,-3-1 33 0,-3 1-6 0,-3 1-17 0,-7 2 3 15,-2-2 3-15,0-1 0 0,-8-1 2 0,-1-1 1 0,-4 0-5 0,-5-3 6 0,-2 1 2 0,2-2-1 16,1 0-3-16,-3 2-1 0,-3 1 0 0,-4 2-10 16,-7-1 8-16,1 2-2 0,-4 0 16 0,-1 1 2 0,-1 0-7 0,-9 0-22 0,-1-1 24 15,-5-2-21-15,-4 1 26 0,2 0-3 16,-6 3-11-16,-5-1-10 0,-3 0 14 0,-4 1-6 0,-2 2 34 0,1-2 1 0,-2 0-8 0,-9 2-10 15,0 0 14-15,-5 1-15 0,-2 0 10 0,6 2-7 0,-6 3-5 16,-7 3-7-16,0 1 3 16,-3-1 2-16,-1 3 21 0,3 3-20 0,2-2 3 0,-171 1-7 15,326 1-2-15,-327 0-4 0,170 0 6 0,3-1 0 16,-13-1-14-16,4 1 12 0,2-1-9 0,-7 2 21 0,8 0-4 0,2 0-12 0,-13 0-12 0,4 1 23 0,4 1-18 16,-5 2 27-1,9 0 1-15,2 1-9 0,-8-1-11 0,3 2 7 0,0 2-8 0,1-1 17 0,5 2 0 0,3-1-1 0,-5 3-29 16,-1 0 24-16,3 1-20 15,1 2 31-15,3-3-10 0,4 3-13 0,-3 1-16 16,-4 1 16-16,5 0-8 0,1-1 22 0,6-5-1 0,4 2-12 0,-3-1-12 16,3-1 19-16,0 3-16 0,4 1 19 0,6-2-5 0,3 1-9 0,-2-2-7 0,1 1 10 0,3-1-2 0,2 1 9 15,9 1 6-15,2-5-13 0,-5 4-10 0,4 2 17 0,2-2-14 0,6 2 18 16,5-1-4-16,0-2-11 0,0 3 1 0,3 0 0 0,7 2 1 16,3 0 4-1,1-2 0-15,1 3-2 0,0 1-15 0,3 0 2 0,7 0 8 0,1 0 16 0,0 0 0 0,1-2-5 0,-4 3-9 0,4 2 3 31,7-2-3-31,2 2 5 0,5-2 2 0,3-1-4 0,-4 3-12 16,4 0 18-16,3-1-16 0,0 1 17 0,7-2-3 0,6 2-8 0,3-1 0 16,5 2 0-16,4 0 2 0,5-1 4 0,2 2 0 0,4-2-2 15,2 1-6-15,4-1 5 0,5-1-5 0,2 1-1 0,6 2-1 16,1 0-2-16,2 2 0 0,4-2 7 0,2 0-1 0,3 1 13 16,2-3-2-16,2 3-8 0,5-2-15 0,6-2 16 0,5 1-14 0,5-2 20 15,2-1-7-15,4-1-6 0,-2-2-1 0,5 2 1 0,-1-5 5 16,4 1 13-16,8-3 1 0,6 2-4 0,12-2-14 0,1 0 13 15,-4-2-14-15,0-2 15 0,-2 0-1 0,8-3 0 0,12 1-12 16,-2 0 1-16,0-3-1 0,0 2 10 0,0-2 2 0,8 1-5 0,4 1-8 16,-6-1 8-16,-2 0-8 0,2 1 8 0,3 1-1 0,-1-2-1 15,-3 3-2-15,-2-1-1 0,1 1 3 0,4-2 8 0,-5 2 2 16,-3-3-6-16,3 1-23 0,1 0 25 0,9-1-23 0,-2-1 28 0,-9-1-6 16,0 0-11-16,7-1-7 0,5-1-11 0,0-2 3 15,-1 1-50-15,-1-2-16 0,5 3-19 0,6-2-82 0,-4 0-19 0,-2 3-21 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9:00:56.84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9927 15472 256 0,'-54'-37'-8'0,"25"14"-90"0,-3 2 52 0,-3-1 6 0,-1-1 74 0,3 4 5 0,-1-3 4 0,-1 2 31 0,2 1 2 0,-7-2 9 0,0-1-27 16,-1-1 23-16,0 3-22 0,-3-2 30 0,0 2-9 0,-1 0-16 15,-4 3-30-15,2-3 32 0,-1 2-28 0,-2 1 31 0,3 0-15 16,-4 2-20-16,1 0-14 0,-3 1-1 0,0 2-1 0,-2 0-13 16,1 1 7-16,4-1-6 0,-3 0-11 0,3 0 13 0,-2-1-15 0,-1 1 10 15,4 2-3-15,-1 0-1 0,-2-3 1 0,-3 4 0 0,2-1 4 16,-5 0-1-16,6 1 1 0,-2-3-3 0,-6 1-16 0,3 2 32 15,-3 1-27-15,-2 2 38 0,1 0-4 0,0 4-11 0,0 1 2 16,0 1-8-16,0 0 7 0,-2 2 3 0,4 3-4 0,-5 2 0 0,-1-1-13 16,0 4 11-16,-2 2-10 0,3-1 10 0,4 1-6 0,-3 2-5 15,-3-1-10-15,-2 2 9 0,1 0-5 0,-1 2 19 0,6 1-1 16,-1 0-8-16,-2 4-10 0,1 0 13 0,-2-1-12 16,1 4 13-16,5-2-1 0,-3 0-6 0,1 5-14 0,2 3 20 0,1 1-14 0,4 0 27 15,7 0-2-15,-2 0-14 0,2 1-15 0,0 0 18 0,5-2-17 16,4 0 19-16,3-3-4 0,2 1-6 0,-1-1-18 15,5 1 19-15,2-3-12 0,3 4 32 0,4-1-6 0,4 2-12 0,2 1-17 0,3 3 16 16,3 0-14-16,1 3 16 0,3-3 0 0,0 1-7 0,1 0-11 16,0 0 18-16,2-3-12 0,1 4 24 0,1-5 1 0,3 3-13 0,3 2-20 15,2 2 27-15,3-2-24 0,1 1 39 0,5 0-8 0,2 0-10 16,6-1-5-16,5 0-1 0,5-4 2 0,7 0 14 0,5-1-3 16,3-3-1-16,4 0-20 0,5 0 11 0,1 1-12 0,8 4 16 15,5 0 3-15,6-1-2 0,8 2-13 0,0-1 9 0,0-2-9 16,0-2 13-16,1-2-1 0,4-3-8 0,5 0-9 0,2 0 18 0,-2-4-13 15,3-3 26-15,0-2-4 0,-1-3-10 16,3 0-11-16,1-3 16 0,3-1-12 0,0-1 31 0,-2-3-1 0,-1 0-8 16,6-5-3-16,5 0 7 0,-3-2-8 0,0-4 8 0,-3 0-6 0,-4-2-4 0,7-1-17 15,1-1 17-15,-4-1-13 0,1-3 25 16,-4-2-5-16,-4-2-11 0,1-3-11 0,-2-4 5 0,-5 0-7 0,0-5 5 0,-5 3-4 16,-4-1-1-16,2-6-11 0,-4 0 12 0,-2 0-6 15,-4-5 27-15,-2 3-7 0,-8 2-10 0,3-5-18 0,-3 0 16 0,-2-3-11 0,-2-7 27 16,-8-1-8-16,-3-3-12 0,0-2-12 15,-3 2 16-15,-9-1-8 0,-1 6 24 0,-8 2-3 0,-1 4-9 0,-1-5-16 0,-8-3 13 16,-4-1-13-16,-6-2 17 0,-8 4 1 0,-4 2-6 0,-2-3-3 0,-7 4 0 16,-7 4-3-16,-5 0 6 0,-8 2-3 0,-7-2 2 0,-7-4-31 15,-3 3 11-15,-4 2-15 0,-3 6 5 0,-4 5-8 0,-4 2-11 0,-7 4-30 16,-2 4 1-16,-1 4-6 0,1 3-13 0,7 1-6 0,5 3-15 16,1 3-42-16,3 1-14 0,3 2-8 0,1 1-91 0,4 2 156 15,-2 2-13-15</inkml:trace>
  <inkml:trace contextRef="#ctx0" brushRef="#br0" timeOffset="2959.18">23307 12320 477 0,'-8'-13'119'0,"-1"2"167"16,1 3-209-16,1 3-35 0,-1 0-9 0,2 2 20 0,-3-1-14 0,1 3-16 0,0-2-23 0,0 3 15 0,1-2-11 0,-2 1 21 0,1-2-5 0,-1 2-14 0,0-1-9 0,0 2 8 0,2-1-8 0,-2 0 6 16,0 0-5-16,0 1-1 0,-1 0-9 0,-2 0 5 0,1 2 0 15,4-1 23-15,-1 3-3 0,-3 1-8 0,-3 1-27 0,-8 0 29 0,-1 2-23 16,-1 1 37-16,2 1-6 0,-1 0-16 0,2 2 2 0,0-1-6 15,-2 1 5-15,3-1 0 0,-1 3 2 0,-2 0 8 0,2 0-25 16,-5-2 22 0,0-1-21-16,-2 1 23 0,1-1-5 0,1 1-7 0,2 1-4 15,4-3 11-15,11-1-1 0,6-3 33 0,2 0-3 0,3-4-8 16,-1 2-24-16,2-2 34 0,-1 0-27 0,5-1 54 0,5-1-11 16,9-3-15-16,11 0-20 0,5-5 13 0,1 0-11 0,-2-3 26 0,1-2-13 15,0 1-9-15,7 0-8 0,4-1 1 0,5 1-1 0,2 3-1 16,-6-1 1-16,-3 2-3 0,-2-1-18 0,-5-2 16 0,0 1-16 15,-8 1 16-15,-5 2 2 0,-3 1-8 0,-2 2-5 0,-6-1 18 16,-2 2-13-16,-8 2 39 0,-4 0 2 0,-1 1-3 0,-6 0-17 0,-7 0 5 16,-6 1-12-16,-5 2-3 0,-6 4-5 0,-3 2-8 0,-10 2-16 15,-6 4 14-15,-5-1-12 0,-2 1 14 0,-1-3-25 0,6-1-25 0,1 1-89 16,5-2-25-16,7 2-13 0,8-3-197 0,5-4 224 0,10-4-36 16</inkml:trace>
  <inkml:trace contextRef="#ctx0" brushRef="#br0" timeOffset="3593.12">31548 11453 203 0,'12'-13'-8'0,"2"1"28"0,-2 1 12 0,3 2 10 0,-1-2 32 0,0 1-7 0,-1 2-4 0,-1 0-32 0,0 1 32 0,0 0-29 0,-2 1 38 0,-1-1-13 0,-1 2-17 16,-2 1-7-16,-3 2 11 0,-2 1-3 0,0-1 35 0,-1 2-16 15,-2 0-13-15,-1 0-31 0,-5 0 18 0,-3 0-16 0,-4 0 22 16,-6 3-6-16,-5-1-10 0,-3 1-13 0,-6 2 11 0,-6 0-9 0,0 2 10 16,-3 0-4-16,1 1-16 0,2 1-23 0,1 1 30 0,3 2-25 15,1 2 30-15,4-1-5 0,-1-4-12 0,1 1-15 0,4-1 15 16,4 0-10-16,6 2 24 0,13 1-2 0,3-2-11 0,6 0-22 0,-1 0 28 16,2-2-22-16,8 1 40 0,7-3 6 0,14 1-10 0,8 1 11 15,0-3 5-15,3-1-5 16,3 1-1-16,4-1-4 0,9 1-7 0,7-2-31 0,4 1 23 0,-3 0-22 0,-9-3 32 0,-7 2-9 0,-7 0-13 15,-3 0-8-15,-4-1 10 0,-1 0-3 0,-2 0 17 0,-6-1-4 16,-6-1-10-16,-6 0-10 0,-8 0 13 0,-4 0-8 0,-4-1 27 16,-3 1-10-16,-2 0-7 0,-8 0-15 0,-7 0 6 0,-9 1-3 15,-7 0 20-15,-6 0-4 0,-1 2-10 0,-2 3-68 0,-1 1-18 0,-3 2-30 16,-2 1-302-16,-5 1 265 0,-11 1-77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19:07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8380 8238 256 0,'-28'-8'1'0,"18"4"43"0,6 1-5 0,2 3 13 0,2 0-55 16,0 0 0-16,3 0-15 0,3 3 15 0,1-1 3 15,2 0 15-15,5 0 5 0,0-1 8 0,4 1 1 0,4-1 21 0,0-1-4 16,4 1-12-16,3-1 0 0,3 0 14 0,3 0-10 0,3-1 18 0,1-2-5 16,0 0-2-16,-1 0 9 0,3-2-12 0,-1 1 9 0,5-2-25 15,4 0 3-15,1 1 2 0,4 0-23 0,4 1 17 0,2 1-20 16,-6 0 5-16,-1 0-5 0,-3-2-9 0,-1 0 3 0,7 0-1 16,-4 0 4-16,1 0 3 0,-1 2 0 0,2 1-2 0,-2-2-20 0,-3 1 21 15,-1-2-19-15,-1 0 26 0,-3-1-4 0,6 2-9 0,3-3-18 16,0 2 14-16,4 1-9 0,1 2 29 0,-5-1-5 0,-2-1-13 0,1 2-15 15,-4-1 18-15,0 1-19 0,3 1-13 0,-6 1-16 0,1 0-23 16,-1 3-32-16,-3 2-8 0,-2-1-1 0,-6 1-50 0,-9 1-20 16,-7-1-28-16</inkml:trace>
  <inkml:trace contextRef="#ctx0" brushRef="#br0" timeOffset="331.35">8366 8571 657 0,'2'-5'-54'0,"6"-1"88"16,4 1-3-16,5 1-1 0,6-3 6 0,5 4-1 0,4 1 0 16,8-2 0-16,5 2 1 0,4-1-3 0,3 1-10 0,-4-3 0 15,0 1 1-15,3-3-13 0,1 5 16 0,7-3-11 0,0 2 20 0,1-1-3 16,3-1-14-16,0-1-19 0,-3 1 17 0,-1 0-17 16,-2-2 20-16,0 2-11 0,6 1-7 0,6 0 0 0,1-1-7 0,-2 1 8 0,1-2 0 0,-6 1 1 0,2-3-3 15,11 1-4-15,2-2 0 0,3 0-10 0,-3-2-63 0,-4 1-28 16,-4-4-26-16,8 1-174 15,2-1 181-15</inkml:trace>
  <inkml:trace contextRef="#ctx0" brushRef="#br0" timeOffset="4686.12">3813 10127 173 0,'-2'-5'-13'0,"0"1"-59"0,0 0 116 15,1 1 34-15,1 2-8 0,-1-1-1 0,1 2-17 0,0-2-10 16,1 2-28-16,0 0-14 0,0 0 9 0,2 0-3 0,3 0 3 0,1 0 1 15,0 2-1-15,4-1 24 0,-2 0-20 0,3 0 16 0,0-1-3 16,2 0-8-16,1-1-3 0,3-1 15 0,2-1-9 0,2 1 21 16,3-4-5-16,3 3-16 0,3-1-26 0,3-1 24 0,0 1-24 15,3 0 21-15,-4 1-9 0,-3 0-10 0,1-1 3 0,0 1-8 0,1-1 11 16,3 0 2-16,-1 3-1 0,-2-1-3 0,4-1-9 0,1 2 13 16,0 1-12-16,0 0-4 0,-2 2-44 0,-1 3-28 0,1-1-116 15,-2 3 106-15</inkml:trace>
  <inkml:trace contextRef="#ctx0" brushRef="#br0" timeOffset="5004.7">5541 10063 797 0,'-18'-21'309'0,"4"12"-481"0,3-1 67 0,3 2 123 15,5 2-11-15,2 3 20 0,1 1-20 0,1 2 1 0,4-1-4 0,3-1-10 0,4 2 4 16,5-2-1-16,2-1 4 0,5-1 15 0,3 1-4 0,2-3-2 15,6 3-10-15,-1-3 3 0,-4 0-3 0,3 4-2 0,-1-2-1 16,4 1-1-16,11 1-12 0,1-4 10 0,4 3-12 16,5-1-46-16,2 1-46 0,0 1-53 0</inkml:trace>
  <inkml:trace contextRef="#ctx0" brushRef="#br0" timeOffset="17203.31">31434 11538 256 0,'15'-17'10'0,"-15"11"158"16,0 0-72-16,0 1 7 0,-1 2-114 0,1 0 27 0,0 0-22 0,-1 1 45 0,1 1-4 0,0 1-14 0,-1-2-14 16,1 2 18-16,0-1-14 0,-2-2 23 0,0 3-4 0,1-1-12 0,-2-1-18 15,-2 2 17-15,0 0-17 0,-2-2 16 0,-1 2-7 0,-1 2-11 16,-1-1 3-16,-4 1-3 0,0 4 5 0,-3-1 3 0,0 0 4 16,-1 2 1-16,-1 0-24 0,-1-1 23 0,-1 1-23 0,0 0 26 15,0 1-3-15,1 0-7 0,-3-3-14 0,0 1 8 0,1-1-6 16,1 1 19-16,3-3 0 15,2 1-9-15,7-3-17 0,3 2 28 0,-1-2-24 0,2-1 30 16,-4 0-8-16,2 0-13 0,2 0-5 0,1-1 15 0,1 1-5 0,2 0 35 16,1 0-9-16,0 0-16 0,0 0-28 0,0 0 20 0,0 0-19 15,4 0 26-15,-2 0-3 0,2 1-8 0,4 1-7 0,1-2 15 0,1 0-8 0,2 0 29 0,-7 0-1 0,2-3-12 16,2 0-2-16,2 1 7 0,8-2-10 16,3 0 0-16,-2-1-2 0,1 0-2 0,0-1-7 0,0-1 7 0,-1 1-2 15,0-2 13-15,-2 0 0 0,1 2-7 0,-1 0-9 0,0-2 12 16,-1 2-13-16,0-3 5 0,-3 2 3 0,-1 1 0 0,-2-1 0 0,-2 2 8 15,-1 0-3-15,-3 0 16 16,0 2 1-16,-2-2-6 0,0 1-10 0,-2 2 17 0,-1-2-15 0,0 2 15 0,-3 0-8 0,1 0-7 0,-3-1-24 16,-1 2 11-16,-2 0-10 0,-2 1 20 15,-1 0-6-15,-4 3-8 0,-2 3-6 0,-1 0 8 0,-2 2-5 0,0 1 7 0,0 0-1 0,1 1-4 0,-2 3-13 16,3-3 14-16,0 1-10 0,3 1 20 0,3-3 2 0,3-2-8 16,5 1-16-1,1-1 15-15,2-2-17 0,1-1 11 0,2 1-1 0,0-1-3 16,1-1 4-16,3 2-6 0,0-2 7 0,1 1 2 0,2-2 0 0,0 0 2 0,3 0-20 0,-2 0 23 0,1-2-20 0,0 0 29 15,0 0-7-15,2 0-12 0,-1-3 0 0,2 0 2 0,-1 2 3 16,1-4 15-16,0 0-6 0,1-1-1 0,-1 0-25 0,1-1 15 16,0 0-12-16,-2-2 31 15,1 0-5-15,-3-1-8 0,-1 0-4 0,-3 0 2 0,-2-2 2 0,-3 1 12 16,1 2-2-16,-3 0-3 0,-1 1-10 16,-3 0 11-16,1 4-10 0,-3-2 5 0,-2 4-3 0,-3 0-5 0,-2 2-2 15,-5 2-1-15,-1 3 2 0,-4 1 6 0,0 3-1 0,-3 3-1 16,-2 2-6-16,-2 0 6 0,-1 0-4 0,-2 1 4 0,1-1-2 15,0 0-3-15,4 0-6 0,3-1 7 0,9-3-3 0,3 1 8 16,6-2 2-16,1-4-7 0,-1-1-3 0,2-2 10 0,2 1-9 16,2-2 0-16,1 0-3 0,0 1-5 0,0-2-5 0,1 1 17 15,3 1-11-15,0 0 16 0,1-1 1 0,3-1-15 0,1 0-4 0,2-4 16 16,-2 2-12-16,2-5 14 0,1 1-3 0,5-2-5 0,7-1-1 16,1-2 4-16,-1 0 0 0,-2 0 11 0,-3 1-4 0,-1-1-4 15,-3 0-14-15,1 1 14 0,-4-1-10 0,1 2 20 0,-4 2-6 16,0-1-9-16,-3 2 6 0,0-1-2 0,-4 3 8 0,1 1 16 0,-2 1-4 15,-1 0 3-15,0 0-17 0,0 2 13 0,0 0-13 0,0 0 2 16,-1-1-5-16,-1 1-7 0,-2 1-1 0,-2 2 2 0,-2 2-1 16,-2 1 2-16,-1 1 1 0,-2 1-3 0,-1 1-3 0,0-3 8 15,0-1-7-15,3 1 9 0,2-3-5 0,1 0-1 0,4-1-5 0,0-2 1 16,2 0 3-16,2 0 6 0,0 0-6 0,0 0-8 0,2 0-24 16,3 0 23-16,1 1-16 0,2-1 38 0,2 0-7 0,3 0-9 0,2-1-15 15,1 0 13-15,2 0-9 0,0-1 14 0,0 1-17 0,1 1-19 16,0 0-88-16,1 0-34 0,1 1-22 0,-3 2-14 15</inkml:trace>
  <inkml:trace contextRef="#ctx0" brushRef="#br0" timeOffset="20752.5">23007 12351 353 0,'-14'-8'56'0,"0"5"74"0,0 1-110 0,2 2-9 16,-1 2-12-16,3 2 12 0,-1 3 1 0,2 0-8 0,-1 2 6 16,-1 1 1-16,0 2 1 0,-2-2 8 0,3 1-3 0,-1 1-4 0,1 1-12 15,-1 5 14-15,-1 0-14 0,1 0 12 0,1-1-4 0,1 0-6 16,1-1-1-16,1-2 2 0,3-1 1 0,1-2 2 0,0-2-1 0,3-1-6 16,0-3-15-16,4 1 27 0,0-2-20 0,2 1 36 0,1-1-8 15,0-1-11-15,4-1 8 0,1 0-4 0,0-2 9 0,3-2 5 16,1 0-6-16,-1-2-4 0,3 0-21 0,-1-4 19 0,1 1-16 0,0-2 27 15,1 0-6-15,0-1-9 0,1-2-18 0,1-2 22 0,-1 1-16 16,-2-2 32-16,-1 1-8 0,-3-3-18 0,0 0-14 16,-8-1 22-16,-1 1-16 0,-1 0 31 0,-1 4-11 0,2 0-12 0,1 0 4 15,-3 2-2-15,0-3 7 0,-2 4 1 0,0 2 1 0,-1 3-5 0,1 1 8 16,-1 3 10-16,0-1-7 0,0 2 3 0,0 0-8 0,-1 0-5 16,-3 4-9-16,-1 1-6 0,-2 1 4 0,-2 4 0 0,0 0 5 15,3 3-1-15,-1 1-14 0,-2-3 15 16,1 1-15-16,-7-2 13 0,3-1-3 0,3 1-7 0,1-1 3 0,3-4-2 0,3 1 5 0,2-4-1 15,0-1 3-15,0-1-3 0,2 2-5 16,3-1 13-16,2 0-11 0,2-1 6 0,0 0-2 0,2 0-4 0,0-2 6 16,-1-1-2-16,-1-1 6 0,0 0 0 0,-7-1-1 0,-2-1-2 0,2 0-14 15,-2-1 20-15,2 1-15 0,0-1 26 0,-1 1-1 0,-1 1-9 16,-1 1 6-16,-1 3 5 0,-2-1-2 0,1 2 3 0,-1-1-3 16,2 1-9-16,-1 1-12 0,-3 2 14 0,-3 0-14 15,-8 0 8-15,0 4-3 0,-2 0-8 0,-3 8-1 0,2-3 4 0,-1 2-1 0,0 3 7 16,4-3-1-16,0 2-3 0,0 0-15 0,1 0 16 0,0-2-14 0,3 1 2 15,2-2-8-15,1 1-15 0,1-1-31 0,2-1-4 0,2 0-6 16,2 0-33-16,2-2-4 0,2 1-13 0,3 0-56 0,4-1 110 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4T19:01:06.36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1497 8309 423 0,'-21'-9'110'0,"5"4"133"0,3 4-174 0,6 2-22 0,1 1-25 0,1 3-2 0,2 1-6 0,1 1-10 0,0 2-13 0,1 1 14 0,-1 2-9 0,2 0 32 15,0-1-4-15,0 3-10 0,0 0-5 0,2 2 19 0,-1 2-13 0,1-1 20 16,2 1-7-16,1 0-11 0,3 1-6 0,1-1 10 0,3 2-5 0,3-2 11 16,3-1 0-16,3 4-10 0,3-1-11 0,2 1 21 15,4-3-20-15,1 1 19 0,2-2-3 0,0-2-7 0,4 3-2 0,3 0 0 16,5 1 1-16,-2 2 7 0,2-2 6 0,3-4 0 0,1-1-11 15,3-2 14-15,-1-3-17 0,2 1 13 0,-5-1-8 0,1 0-5 0,7-1 9 16,2-6 11-16,4-2 0 0,4-4 22 0,-1-3-11 0,4-1-17 16,4-2-20-16,3-2 22 0,4-3-17 0,3-2 21 0,2-1-12 15,1-1-14-15,2 0-6 0,-1 1 1 0,-3 0 1 0,1 1 13 16,0-2-5-16,-2-1-3 0,-1-5-15 0,-3-5 6 0,-1-2-6 0,-2-3 13 16,-2 0-4-16,-4 2-2 0,-3-3-9 0,-9-1 0 0,-3-3 0 15,-1 2 7-15,-8 2 0 0,2-1-1 0,-5 3-2 0,-6-1 4 16,-4 2-3-16,-3-2 4 0,-10-1-3 0,-5-3-7 0,-6 0-5 15,-6 0 17-15,-6-1-8 0,-8-2 19 0,-8-2-2 16,-6 3-12-16,-9 0-13 0,-8 1 13 0,-7 5-13 0,-9-4 21 0,-2-1-4 0,-4 0-4 16,-6-5-7-16,-3 2 3 0,-3 2-1 0,-10 1 19 15,3 2-6-15,-2 5-1 0,-8 1-18 0,1 5 16 0,-6 5-10 0,-3 2 30 16,7-1 0-16,-5 1-9 0,-2 1-17 0,-4 3 19 0,0 5-17 16,-2 3 26-16,1 4-3 0,2 4-12 0,-9 4-7 0,-2 5 6 0,-1 3-7 15,0 3 4-15,3 2-7 0,3 4-2 0,-2 4-1 0,1 4-1 0,5 6 3 16,0 6 9-16,8 5-6 0,-1 3-1 0,-4 6-17 15,7 1 15-15,0 3-7 0,6 0 14 0,7 1 7 0,1 4-15 0,2 6-17 16,9 7 20-16,5 0-17 0,7-4 29 0,8-9-4 0,2-1-10 0,4-2-2 16,8-2-2-16,7-3 0 0,11-4 4 0,13-9-2 0,9-7 10 15,12-2-7-15,8-2 9 0,6-3-7 0,4 0 20 0,2-3-4 16,4-3-3-16,6-3-18 0,6-2 20 0,8-1-16 16,7-4 31-16,5-3-9 0,9-3-14 0,10 0-7 0,4-6 8 0,9-1-5 0,2-4 10 15,2 0-4-15,2-2-7 0,4 1-10 0,2 0 5 0,4 0-5 16,3-3-11-16,-4-1-18 0,-2 0-23 0,5 3-45 0,0 3-4 15,-3 2-10-15,-3 2-71 0,-8 4-24 0,-3 4-35 0</inkml:trace>
  <inkml:trace contextRef="#ctx0" brushRef="#br0" timeOffset="1497.48">25804 9649 289 0,'-8'-2'10'0,"-1"0"-28"0,1 1-14 16,0 1 24-16,2 1 18 0,0 2-1 0,0 1-8 0,0 0-6 0,-2 2 16 0,0-1-12 0,-1 2 33 0,1-1-3 0,0-1 1 0,-2 2 19 0,-1-1-12 15,1 0 16-15,-1 1 1 0,2-1-3 0,3 1 1 0,0-1-12 16,2 2 23-16,1 1-18 0,0 0 20 0,2 0-10 0,1 2-16 16,2 1-11-16,2 0 17 0,4 2-9 0,2 1 33 0,3 0-8 15,3-1-14-15,5 1-26 0,1-1 24 0,1 2-23 0,3 0 23 0,-1-1-9 16,3 0-12-16,2 2-22 0,4-3 11 0,2-2-8 0,2 2 25 16,1-1-7-16,1 3-13 0,-3-4-20 0,3 1 22 0,2-4-17 15,1-2 40-15,6-4-7 0,-4 1-7 0,-2-1-18 0,2-1 9 0,-1 2-6 16,3-2 20-16,-2-2-1 0,1 0-7 0,-1 0-10 0,1-2 14 15,-1-3-13-15,0 3 16 0,0-2-8 0,-2 0-8 0,5 1 0 16,0 0-8-16,2-3 7 0,0 3-5 0,-6-3 2 0,1-3 2 0,1 0-18 16,-1-2 22-16,3-2-19 0,-4 0 22 0,-5 2-1 0,-1-5-10 15,4 4-19-15,-2-4 16 0,0-2-13 0,-3 0 32 0,-9-1-4 16,-4-2-10-16,5-3-20 0,-3 3 22 0,7-2-17 0,-3 1 28 0,-4 0-7 16,-3 2-13-16,-3 0 5 0,-1 1 9 0,-2 1-3 0,-2-1-2 15,-1 2 6-15,-2 1-10 0,1-2-10 0,-4 0 29 0,-1-1-23 16,-3 0 38-16,0 1-5 0,-2-3-12 0,0 1-18 0,-3 2 12 0,0-1-13 15,-2 1 14-15,-2 0-3 0,-2-2-9 0,-2-1-11 0,-1-1 8 16,-3-1-8-16,-2 0 10 0,-3-1-2 0,-2 2-5 0,-3 0-7 16,-4 2 9-16,-5 0-5 0,-6 1 23 15,-2 1-7-15,2-1-3 0,4-1-14 0,-1-1 7 0,-3 2-4 0,-6 1 13 16,-6 4-6-16,-2 1-5 0,-1 4 2 0,-5 4 5 0,-4 1-1 0,-1 4-5 16,1 1 3-16,2 5-6 0,-2 0 1 0,-1 4 10 0,-2 2-7 0,-2 3 6 15,-1-1-1-15,-68 19-12 0,132-33 22 0,-123 32-26 16,65-15 20-16,2 2-2 0,-2 2-7 0,-2 3-16 0,4 2 21 0,4 2-15 15,3 1 28-15,5-1-4 0,2 1-11 0,-1-1-7 0,5 0 5 16,3-1-5-16,1-2 11 0,5-2-3 0,-3 3 0 0,1-3-15 16,5 1 13-16,3-1-10 0,11-2 20 0,6-3 2 0,4-1-6 0,1-1-18 15,0 1 19-15,3-1-16 0,2 1 28 0,5 0 0 16,1-1-12-16,5 2 6 0,-2 2 5 0,6 0-2 16,6 0 3-16,5 0-8 0,11 0-10 0,4-3 4 0,3-3 1 15,3 0 1-15,5 1 1 0,4 1-4 0,1-3 1 0,4-1-2 0,2 0-2 16,0-2 1-16,-2 2-16 0,-2 0-10 0,-1 2-11 0,0 2-42 0,1-3 16 15,-5 1-21-15,1-1-28 0,-3-4-16 0,-3 1-35 0,5 0-184 0,-6 4 222 16</inkml:trace>
  <inkml:trace contextRef="#ctx0" brushRef="#br0" timeOffset="4735.13">10165 8771 256 0,'59'-84'23'0,"-28"50"105"0,0 4 2 0,6 0-111 0,-1 2 18 0,1 1-32 0,-2 7 45 0,-1 0-7 0,-3 5-25 0,-1 0-1 0,-4-3 11 0,-2 4-10 0,-3 1 18 15,-3 3-5-15,0 1 1 0,0 0-20 0,0 2 13 0,-2 2-7 16,-1 1 36-16,3 2-5 0,5 2-12 0,7 0-22 0,5 1 11 0,3 2-16 16,5 0 0-16,5 4-5 0,4-2-4 0,7 4-13 0,3 1 13 15,-4 4-9-15,5 0 23 0,3 0-3 0,8 2-12 0,15-3-22 16,5 2-33-16,0-4-3 0,3 5-201 0,-3 0 157 0,2 7-29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5T17:19:58.5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19772 4137 217 0,'-9'-2'449'0,"5"2"-218"0,1 0 296 0,-1 2-315 15,2 0-84-15,1 2-38 0,0 1 13 0,0 2-16 0,1-1-27 0,0 5-21 16,2 5 23-16,0 0-29 0,1 7 33 0,-1-1-3 15,0 1-14-15,1 5-9 0,0 2 3 0,-1 4-13 0,1 5-7 16,1-2-5-16,1 0-5 0,4 4-8 16,-1-5 9-16,1 0-10 0,0-3 11 0,0-6-4 0,-1-4-6 0,2-3-20 0,-2-2 9 15,1 0-15-15,1-2-27 16,-2-4 7-16,-1-3-13 0,-1 0-30 0,-1-2-11 0,-2-3-2 0,1 1-81 16,-2-3-33-16,-1 0-3 0,0-2-140 0,0-4-78 15,4-3 16-15</inkml:trace>
  <inkml:trace contextRef="#ctx0" brushRef="#br0" timeOffset="408.64">19710 4172 1551 0,'-24'-16'-152'0,"14"6"366"0,3 2-27 0,4 0-29 16,3-2-56-16,1 1 4 0,5-3-36 0,4-2-19 0,3 2-5 0,2-3-10 0,5 1-8 15,0 2-1-15,3 0-7 0,6 1 0 0,-1 3-5 16,6 3 0-16,2 0-15 0,0 2 10 0,0 3-10 0,1 3 15 15,-4 3-7-15,-2 3-5 0,-3 4-2 0,-11 1 0 0,-4 0 1 16,-3 3 6-16,-4 2-3 0,2 1-2 0,-7 5-3 0,-4-4 6 16,-4 2-4-16,-6 4 14 0,-4-2-6 0,5 2-8 0,-9 1-1 15,-1-5 4-15,-1 0-3 0,-10 0 3 16,5-3-2-16,-1 2-2 0,1-1-8 0,4-4 10 0,3 1-6 0,3-2 12 0,6-3-1 16,2-4-6-16,2-1-8 0,3-1 5 0,3-5-6 0,2 2 10 15,0-2 1-15,2-2-2 0,4-2-2 0,1 0 10 0,2-2-6 0,2-1 27 16,1 0-3-16,3-2-2 15,2 0-2-15,1 1 6 0,1 1-4 0,1 1 7 0,-1 2-2 0,2 1-4 0,-1 1-6 0,2 0 6 16,-1 1-5 0,-1 1 8-16,1 0-4 0,-7 0-3 0,3 2-14 0,3 1 9 0,2 0-9 0,6 1 9 15,0-1-5-15,0-3-8 0,3-1-8 0,1 3 6 16,0 0-4-16,0 0 11 0,-3 2-2 0,-2 0-4 0,-1-1-7 16,-5 0 5-16,-1-1-4 0,-3 2 5 0,-2 0-7 0,-2 1-7 0,-3 0-20 15,0-1-1-15,-2-1-4 0,-2 0-22 0,-2-1-8 0,0 1-10 0,-1-1-32 16,0 1-6-16,1-1-5 0,-1-4-66 0,-3 1-28 0,0-1-35 0,1-3-131 0,3-4-111 0,9-1-6 15</inkml:trace>
  <inkml:trace contextRef="#ctx0" brushRef="#br0" timeOffset="1037">20815 4403 870 0,'1'-10'144'0,"0"-1"73"0,1 1-124 0,2 0 53 0,-1 1-31 0,-1-1-38 16,2-1-39-16,-1 2 15 0,-1 1-25 0,0-3 19 16,1 4-1-16,-2-2-13 0,-1-2-10 0,0 1 22 0,-1 0-24 0,-2 0 31 15,0-1-6-15,0 4-13 0,-3-2-11 0,1 2 24 16,-1 4-24-16,-3 0 26 0,-1 2-8 0,0 2-22 0,-4 3-19 16,0 4 19-16,-2 0-21 0,-2 3 27 0,0 2-7 0,0 1-11 15,-2 1 6-15,3-1 8 0,2 0-3 0,2 1 14 0,3-2 4 16,3-1-6-16,0 2-15 0,4-3 18 0,2 1-24 0,1-1 20 15,1 1-5-15,1 0-7 0,2-2-14 0,1 0 12 0,1 2-11 16,0-1 15-16,2 1-6 0,1-3-6 0,3-1-6 0,2 0 3 16,3-1-3-16,0-2 14 0,2-3-5 0,0 0-3 0,2-2-9 15,3-2 5-15,1-2-2 0,0 2 3 0,2-3-7 0,0 0-12 0,4-3-25 16,0-1 3-16,-1-1-7 0,1-2-2 0,-2 1 1 0,-2 0-3 16,0-1-24-16,-8 0 4 0,-1 1-10 0,-1-1-8 0,1 1 2 15,4 0-8-15,0 0 3 0,-3 1 0 0,-3-2 1 0,-1 0 5 16,-3 0 15-16,-1 1 13 0,-4 1 21 0,0 0 20 0,-2 0-5 15,-3 1 45-15,-2 1 9 0,-1 0-6 0,-4 5 24 0,1-1 26 16,-3 2-16-16,-1 1 15 0,0 1-12 0,-1 1-19 0,-1 5-26 16,-1-1 15-16,-2 2-14 0,-1 4 35 0,1-1-11 0,-2 1-3 0,0 2-8 15,2-3-1-15,1 3 3 0,0-3 3 0,3 1-1 0,1-4-4 16,2 1-17-16,1-2 15 0,2 0-14 0,5-3 17 0,-2-1-9 0,3 0-9 0,-1 0-18 16,-6-1 12-16,5 0-10 0,-3 0 23 0,3-1-1 0,1 0-8 15,1-1 0-15,0-1 6 0,2-1-4 0,0 0 11 0,0-2-2 16,1 1-4-16,1 2-13 0,1-2 14 0,1 2-12 0,2 2 17 15,0-2-6-15,1 2-7 0,-1 2-15 0,0 0 10 0,-1 2-9 0,0 0 16 16,0 2-6-16,2 1-7 0,-1 0-10 0,0 2 6 0,2 0-3 16,-1 0 14-16,0 1-2 0,3 2-6 0,-1 1-13 0,1-1 13 15,-2 1-10-15,-4-2 18 0,-2-3-4 0,-2 1-7 16,-2 2-7-16,-3 1-1 0,0 1 0 0,-3 0 6 0,-2-1 0 0,-2 0 1 0,0 3-5 16,-2-1 2-16,-3-2-4 0,1 1-4 0,1-6-4 0,1-4-4 0,-1 1-25 15,2-1 3-15,1-1-8 0,1-2-25 0,2 0-17 0,1-3-20 16,2-5-90-16,1 0-50 0,2-5 6 0,4-5-155 0,3-2 224 15,4-1 8-15</inkml:trace>
  <inkml:trace contextRef="#ctx0" brushRef="#br0" timeOffset="1186.2">21609 4090 1180 0,'-6'0'317'0,"0"2"-204"0,0 0 105 0,5 3-73 0,-3 3 9 0,2 1-44 0,-3 3-31 15,-2-3-23-15,-1 1-27 0,-2 1-15 0,2 2 4 16,1 1-6-16,0 3 5 0,3-2-8 0,-1-1-5 0,1 0-14 15,2-3 11-15,0 0-8 0,2-1 17 0,0-2-16 0,3 0-13 0,1-1-49 16,1-1-23-16,4-3 9 0,2 1-116 0,2-1-65 16,1-3-18-16,3 0-197 0,-2 0 228 0</inkml:trace>
  <inkml:trace contextRef="#ctx0" brushRef="#br0" timeOffset="1472.84">21793 4238 351 0,'-4'-4'248'15,"4"1"-121"-15,0-1 169 0,3-2-182 0,-1 0-3 0,1-2-38 16,3-1-9-16,0 0-17 0,0 0-26 0,3-1-16 16,0 0 14-16,-1 1-15 0,1-3 23 0,-2 6 2 0,-2 1-2 0,0-3 27 15,-3 4 10 1,0-2-5-16,0 2 51 0,-2 1-6 0,-2 1-2 0,1 2-32 16,-3 1 5-16,-1 2-25 0,-1 0-15 0,-2 5-3 15,-1 0-8-15,-2 3-6 0,0-2 6 0,2 0-8 0,-1 1 12 0,2 1-2 0,1 2-9 0,0 2 3 0,1-1 6 16,2-3-8-16,0 2-2 0,2-2-4 0,2-4-6 0,0 1-5 15,0 0 8-15,2-5-8 0,2 3 8 0,0-5-6 0,2 3-3 16,1-2-21-16,-1-1 2 0,3 1-7 0,1-2-20 16,2 0-16-16,1-2-19 15,2 2-48-15,0-2-10 0,2-1-7 0,1 0-84 0,0 0 6 0,2-2-23 0,1 0-101 0,2-3 213 16</inkml:trace>
  <inkml:trace contextRef="#ctx0" brushRef="#br0" timeOffset="1767.63">22287 3954 640 0,'-10'0'199'0,"-1"0"33"0,-1 1-66 15,0 3-17-15,0-1-31 0,-1 1-31 0,-1 1-42 0,0 2 9 16,1-2-23-16,-1 1 11 0,4-1 1 0,1 1-1 0,2 0-30 16,2-1 11-16,1 2-20 0,2-2 29 0,2-2-4 15,0 3-5-15,0-3-4 0,4 3 10 0,-1 0-11 0,4 0 16 16,1 3 3-16,1-2-5 0,4-1-2 0,2 1 11 0,0-1-16 15,4 0 9-15,-2 2-8 0,0 1-12 0,1 0-10 0,-3-1 4 16,-2 1-6-16,1-3 5 0,-3-1-1 0,-2 2-5 0,-2-2 6 16,-2 2 10-16,-1 1-6 0,-2 1 31 0,-2 0-2 0,-1 0 5 15,-3 2-18-15,0-2 12 0,-3 2-12 0,1-4 8 16,0-2-5-16,-2 3-13 0,0-3-17 0,0 2 11 0,0-4-11 16,0 1 9-16,2-2-1 0,-1-1-5 0,2-1-25 0,1-1 1 0,1-2-11 15,-1-1-33-15,2-2-18 0,2-1-23 0,1-4-127 0,2-5-59 16,3-1-6-16,5-6 66 0</inkml:trace>
  <inkml:trace contextRef="#ctx0" brushRef="#br0" timeOffset="1933.84">22589 3907 1200 0,'-1'9'217'16,"0"2"79"-16,1 3-163 0,-1 1 18 0,1 2-38 15,1 1-39-15,-1 0-39 0,1-2 11 0,0 0-19 0,0 1 7 16,1-1-6-16,-2-1-14 0,3-1-16 0,-1-1 9 0,0-3-11 15,1-1 19-15,2-4-13 0,-1-1-11 0,3 0-51 0,-1-4-14 0,2 0-3 16,1-2-132-16,0 2-73 0,0-3-30 0</inkml:trace>
  <inkml:trace contextRef="#ctx0" brushRef="#br0" timeOffset="2073.84">22652 3813 1173 0,'-16'-4'173'0,"4"1"295"0,-2 1-290 15,5 0-26-15,0 2-35 0,2-1-63 0,5 0 7 0,2 1-34 0,0-1-14 16,4 1-5-16,-4 0-8 0,0 0-33 0,2-2-6 0,1 0-7 16,-2-2-61-16,3 1-40 0,1-2-18 0,3 1-157 15,9-1-187-15,7 7 13 0</inkml:trace>
  <inkml:trace contextRef="#ctx0" brushRef="#br0" timeOffset="2979.08">22472 3924 679 0,'-3'-1'255'0,"-1"0"-138"15,2-1 128-15,-1 1-101 0,1 0 13 0,-1-1-44 0,1 2-15 16,1-1-23-16,-1 1-31 0,1 0-40 0,-3 0 20 0,1 0-25 16,0 1 26-16,-3 1-5 0,0-1-11 0,1 3-14 15,-2 0 16-15,0-1-15 0,-1 1 27 0,0-1-7 0,1 1-9 0,0 0-10 16,1-3 15-16,2 3-12 0,2 0 20 0,-1-2-6 16,1 2-14-16,2 0-6 0,-1 1 6 0,1 0-5 0,0 1 18 15,1 1-5-15,1-1-6 0,-1 1-12 0,2-1 10 0,-1 2-9 16,1-2 18-16,1 2-1 0,-1-1-7 0,3 0-8 0,-2 1 7 15,2-1-6-15,-1 1 10 0,1 0 1 0,0-2-5 0,0 0-2 16,1 1 7-16,0 0-6 0,1 1 2 0,-2-1 5 0,1-1 1 0,-1 0-13 16,-1 1 10-16,1-1-10 0,-2 1 6 0,0-5-3 0,-1 1-13 15,-1 1-26-15,0-2 9 0,0 3-18 0,0-1-50 0,-1 1-21 16,1-1-31-16,-2 0-97 0,2-2-50 0,0-2-13 0</inkml:trace>
  <inkml:trace contextRef="#ctx0" brushRef="#br0" timeOffset="3597.72">22773 3954 1191 0,'-8'0'-379'0,"7"0"716"0,-1 1-89 0,2 0-129 0,0 0-47 0,0 2 14 15,2 1-30-15,2 1-7 0,0-1-9 16,2 1-23-16,-1-1-15 0,2 1 12 0,0-1-15 0,-1-3 10 0,-1 1 3 0,1 0-2 16,-1-2 4-16,0 1 13 0,-2-1-9 15,-1 0 34-15,1 0 1 0,-3 0-5 0,1 0 7 0,-1 0 14 0,0 0-16 0,0 1 12 16,0-1-16-1,0 0-16-15,-1 2-14 0,1 0 2 0,-2 1-7 0,2 1 0 0,0 2-5 0,0-1-6 0,0 1-4 16,3 0 4-16,-1-3-4 0,0 3 5 0,2-3-1 0,-1 0-1 16,1 0 0-16,1-1 2 15,-1-1-1-15,1-1 1 0,0 0 3 0,1 0 0 0,1 0-13 16,-2-3 9-16,2 0-9 0,0 0 13 0,-1 0-2 0,-1-3-4 0,1 4-7 0,-1-3 9 0,0 1-6 0,-1-2 11 16,0 2-1-16,0-1-6 0,0 1-3 0,-1-1 4 0,-1 1-2 15,-1-1 6-15,0 0 2 0,-1-1-2 0,0 0-9 0,-1 0 7 16,-1-2-6-16,-2 2 13 0,-2-3-4 0,0 2-4 0,-1 1-6 0,-1-1 5 31,-1 0-2-31,0 0 6 0,-1 2 2 0,-2 0-6 0,1 2-19 0,0 0 18 16,1 0-19-16,1 0 5 0,0 3-7 0,1 0-14 0,1 2-28 15,0 0-7-15,3 1-6 0,0-1-44 0,0 1-14 0,3 0-15 0,0-1-136 16,1-1-49-16,1-1-29 0</inkml:trace>
  <inkml:trace contextRef="#ctx0" brushRef="#br0" timeOffset="3914.34">23144 3916 792 0,'-4'11'-409'0,"4"-8"818"0,0 1-98 0,0-2-131 0,0 0-70 0,1 1 16 0,1-1-41 0,-1 0 13 16,0-2-19-16,0 0-18 0,1 0-26 0,2-2 24 0,1 0-27 15,3-3 37-15,2-1-8 0,3-1-17 0,1-3-4 0,4-2 14 16,1 0-17-16,6 1 33 0,1 1-8 0,1 1-10 0,4 1-21 16,-2 0 19-16,-1 6-23 0,2-2 26 0,-8 4-9 0,-1 0-15 15,-3 4-14-15,-2 0 20 0,-2 1-22 0,-1 1 23 16,-2 1-6-16,-1-1-12 0,-1 2-17 0,-3 1 15 0,0-2-16 0,-3 2 20 16,0-2-6-16,0 0-10 0,0 2-6 0,-1-2 3 0,-3-1-3 15,-1 1 3-15,1-2-7 0,0-1-8 0,4 1-34 16,3-2-5-16,-1 1-6 0,2 0-41 0,1-3-16 0,1-1-17 0,1 0-177 15,2 0-67-15,6-3-38 0</inkml:trace>
  <inkml:trace contextRef="#ctx0" brushRef="#br0" timeOffset="4721.22">4127 4025 1120 0,'-5'0'317'0,"-1"-4"-127"0,1 1-101 0,1 1-20 15,0 1 44-15,2 1-15 0,1 0-15 0,1 0-47 0,-1 0 21 0,1 0-35 0,0 0 14 16,0 3-9-16,1-1-17 0,1 4-6 0,1 3 18 16,2 2-14-16,2 5 49 0,-2 2-6 0,2 3-7 0,1 4-21 0,0 0 10 0,1 2-17 0,-1 5 5 15,-2-2-3-15,0 1-7 0,-2-2-8 16,1-3 13-16,-1-2-14 0,2 7 13 0,-1-3-3 0,-3 0-6 0,2 1-8 15,-1-6 5-15,-1-3-5 0,0 1 11 0,-1-5-1 16,0 1-3-16,2 1-8 16,-2-3 5-16,0 1-7 0,1-4-7 0,-2-5-8 0,2-1-13 0,-1-2-36 15,2 0-14-15,0 0-6 0,-1 1-95 0,0-3-42 0,-3-2-39 0,1-3-162 0,1-6 235 0</inkml:trace>
  <inkml:trace contextRef="#ctx0" brushRef="#br0" timeOffset="4912.31">3845 4235 592 0,'-9'1'524'0,"1"-2"-11"0,1 0-323 0,3-4-55 0,4 0 15 0,0-4-51 16,4-5-10-16,3 0-16 0,2-3-20 0,5-2-40 0,0 2 19 0,3 0-29 16,7-3 23-16,-1 3-10 0,4-3-13 0,7-2-3 15,1 4-1-15,2-1-1 0,3-2-34 0,-1 3-15 0,-2 2-12 0,-1-1-65 16,-5 4-49-16,0 2 21 0,2-2-250 0,3 4 244 15,1 7-21 1</inkml:trace>
  <inkml:trace contextRef="#ctx0" brushRef="#br0" timeOffset="5110.01">4443 4364 1978 0,'-6'0'-102'0,"6"-2"226"0,1-1-42 16,2 1-31-16,4-1 6 0,3-3-6 0,4-1 10 16,2 0-28-16,2-1-7 0,1 0-17 0,3 2-20 0,-2 0 13 0,0-2-16 0,4-1 12 15,-2 1-16-15,0 1-14 0,2-2-64 16,-2 0-23-16,-1 1 5 0,-2 0-158 0,-2 1-156 0,5 1-59 0</inkml:trace>
  <inkml:trace contextRef="#ctx0" brushRef="#br0" timeOffset="5395.06">5157 3869 1692 0,'0'-3'-893'0,"-4"6"1517"0,3 0-200 0,-1 2-337 0,2 5-9 0,0 3 9 0,0 3-12 0,3 7-4 16,2 0-16-16,-1 4-24 0,2 4-17 0,0-3 6 0,2 0-11 15,2 4 1-15,-1-3-2 0,2-1-3 16,-2 2-15-16,-6-5 15 0,0-1-13 16,2-3 26-16,-2-3-17 0,5-2-14 0,0 3-81 0,-3 1 23 15,0-5-28-15,-2 2 25 0,2-5-96 0,-2 4-36 0,3-2-173 0,3 1 174 0</inkml:trace>
  <inkml:trace contextRef="#ctx0" brushRef="#br0" timeOffset="5734.48">5161 4327 913 0,'-3'-1'270'0,"3"1"-204"0,0-1 107 0,1-1-117 16,3-1-11-16,3 0-1 0,4-5-15 0,2-1-4 0,1 0-13 0,0-5-8 15,0 0 15-15,2-2-17 0,5-4 15 0,5 3-4 16,0-5-6-16,3 0-3 0,-4 4-1 0,0 1 0 0,2-2 9 16,-2 4-6-16,1-4 0 0,1 1-15 0,-6 2 22 0,-1 4-16 15,-4-1 47-15,-4 4-3 0,-2 1-11 0,-4 2-7 16,-1 1 11-16,-3 1-13 0,-1-1 32 0,-1 3-2 0,-3 0-3 16,-2-1-13-16,-1 2 10 0,-2 1-17 0,-1 3 9 0,-1 0 0 15,1 3-7-15,-1 1-10 0,0 3 22 0,2 2-21 0,1 2 26 16,1 1-3-16,2 3-9 0,-1 3 0 0,2 2 8 0,2-1-6 0,0-2 1 15,1-1-4-15,1-1-7 0,2 1-17 0,1 2 7 0,1-3-9 16,1-2 6-16,2-1-3 0,0-4-4 0,1 1-8 0,2-3 4 16,-1 0-3-16,1-3 12 0,0-1-4 0,2-1-4 0,1-2-30 0,2 0 6 15,-1-2-14-15,1 0-29 0,0-4-13 0,3 0-21 0,0-4-74 16,-3 1-62-16,0-4 17 0,-2 1-122 0,3-4-71 0,9-1-11 0</inkml:trace>
  <inkml:trace contextRef="#ctx0" brushRef="#br0" timeOffset="6012.01">6008 3840 1568 0,'-36'3'-248'0,"19"0"536"0,1 0-47 15,4 0-69-15,-2 1-49 0,5 1 11 0,0-2-42 0,2 2-26 16,1-1-15-16,1 1-18 0,2-1-18 0,0 2 3 16,2-2-10-16,1 4 2 0,1-1-5 0,2 2-3 0,2 2-6 15,0 0 15-15,2 1-10 0,2 0 39 0,3 3-8 0,1-1-12 16,3 4-9-16,1-2 3 0,1 1-6 0,1-1 5 0,0-1-2 15,1 0 0-15,-1 0-9 0,-4-1 12 0,-1 0-11 0,-3 1 28 16,-4-8 2-16,-3 2-7 0,-3 1-7 0,-3-1 24 16,-2 8-25-16,-6 0 39 0,-2-1-14 0,-1 1-16 15,-3 0-21-15,0-3 9 0,1-2-13 0,-1-1 12 0,3-4-5 0,-1 1-4 0,3-4-5 16,1 0 2-16,1-3 0 0,3-1-7 0,3-3-10 0,0-2-11 16,3-4-39-16,2-2-3 0,2-7-10 0,4-4-36 0,1-3-18 15,2-4-18-15,2-4-162 0,-1-1-61 0,4-5-36 0,3-2 38 0</inkml:trace>
  <inkml:trace contextRef="#ctx0" brushRef="#br0" timeOffset="6159.54">6231 3642 1321 0,'0'12'139'0,"1"2"101"0,3 4-47 0,0 1-33 16,3 5-39-16,1 3-62 0,1-2 11 0,-1-1-35 0,2 2 2 16,-1-2-10-16,0 2-14 0,2 0-12 0,-2-1 5 15,-1-3-8-15,0-1-25 0,-2 0-15 0,0-2-17 16,2 1-36-16,-1 0-103 0,-3-2 70 0,1-1-202 0,-4-4-53 0,1 1 48 15</inkml:trace>
  <inkml:trace contextRef="#ctx0" brushRef="#br0" timeOffset="6313.45">6240 3996 1128 0,'17'-14'180'0,"4"-3"278"15,12-3-245-15,-1-1-35 0,4 2-43 0,5-3-53 0,0 3 3 0,4-2-30 0,6 1-21 16,-5-1-12-16,-1 2-11 0,1-1-11 0,-11 1-9 0,-1 1 0 15,2-2-105-15,-5 4-44 0,2 0-31 0,1 2-187 16,-2-2-182-16,-1 4-2 0</inkml:trace>
  <inkml:trace contextRef="#ctx0" brushRef="#br0" timeOffset="12758.55">22062 8181 515 0,'-8'2'156'16,"1"1"202"-16,0 1-188 0,1-2-36 0,1-2-11 0,0 2-5 16,1-2-18-16,1 0-32 0,2 0-13 0,0-2 9 0,0 1-19 15,1-1-4-15,0-4-4 0,2 3-16 0,2-4-1 0,0 0 19 16,2-2-20-16,1-2 26 0,0 0-9 0,3-1-9 0,3-2-16 15,-1-1 15-15,1-1-17 0,-4 0 13 0,-2 0-6 0,1 2-12 16,2-1-11-16,5 0 12 0,-2-1-11 0,4-3 25 16,-2 4-6-16,-1-2-11 0,3 0-15 0,-2 1 14 0,0 0-12 15,1 0 28-15,1 0-6 0,0 2-8 0,1 0-15 16,1 0 12-16,0 1-13 0,1 1 1 0,-2 1-2 0,-2 0-12 0,-1 1-30 16,-2 1-2-16,0-2-10 0,-1 0-47 0,-1 1-16 0,-2 1-25 15,-1-3-98-15,-2 2-41 0,-1-3-20 0</inkml:trace>
  <inkml:trace contextRef="#ctx0" brushRef="#br0" timeOffset="12999.53">22298 7577 705 0,'-11'3'106'0,"1"3"54"0,1-3 10 0,1 3-22 16,2-3-33-16,3-1-13 0,1-1 4 0,2-1-20 16,0 0-11-16,1-1-8 0,3-2-16 0,5-5-2 0,3-1 15 0,2-1-20 15,8-3-5-15,4 3-12 0,5-1-19 0,8-2-5 0,2 1 1 16,0-1-1-16,5 2 11 0,-10 5-6 0,0 3-1 15,1 3-14-15,-4 0 10 0,1 1-8 0,3 3 16 0,-5 4-1 16,-3 3-8-16,0 3-5 0,-5 4 7 0,-6-2-7 0,-2-1 18 16,-9 0-2-16,-1 3 0 0,-6 3-13 15,-2 3 9-15,-5-1-10 0,-4 3 12 0,-3-3 0 0,-1-1-3 0,-2 2-19 0,0-2 15 16,1 1-14-16,1-1 10 0,0-3-16 0,3 1-24 16,-1-1-60-16,3-1-24 0,1-1-12 0,1-3-162 0,2-2-53 0,3-5-50 0</inkml:trace>
  <inkml:trace contextRef="#ctx0" brushRef="#br0" timeOffset="22816.53">23102 7201 613 0,'-3'-2'163'0,"-1"1"40"0,2-3 9 0,0 1-76 15,0 1-34-15,2 0-22 0,-1 1-30 0,-1 0-23 0,1 0 13 0,1 1-20 0,0-2 14 16,0 2-7-16,0 0-8 0,0 0-19 0,0 0 12 0,0 0-13 16,0 0 25-16,0 0-2 0,0 2-10 0,3 0-16 15,-2 1 23-15,0-1-23 0,0 2 32 0,0-1-9 0,1 0-15 16,1 1 2-16,-1 0 14 0,1 1-9 0,-1-1 14 0,2 1-6 16,-2-2-11-16,0 2-9 0,2-1 10 0,-1 1-10 0,0 0 24 15,1 1-9-15,-1-2-10 0,2 3 3 0,-2 0 1 0,0 0 1 16,1 0-2-16,-1-1-2 0,0 0-3 0,0-1-14 15,-1 1 21-15,-1 0-16 0,1-3 30 0,-1 3-2 0,1-3-11 0,-1 0-14 16,0 1 10-16,0-2-9 0,0 1 11 0,-1-1 4 0,1 0-7 0,-1-1-16 16,0 0 24-16,0-1-20 0,0 0 25 0,0 2 2 0,0-2-10 15,0 0-7-15,0 0 11 0,0 0-10 16,0 0 14-16,-3-3-2 0,1 2-6 0,-1-3-14 0,1 3 14 0,0-3-11 16,0 0 19-16,-1 0-3 0,1 0-6 0,0 0-13 0,0-1 13 15,-1 1-10-15,1-2 21 0,0 1-3 0,1-1-8 0,-1-1-9 0,-1 1 6 16,2-1-5-16,0 0 10 0,0 0-2 0,1 2-6 15,-1-3-13-15,1 2 11 0,0-2-9 0,1 2 21 0,1 0-5 16,-1-2-4-16,2 0-8 0,-1 2 4 0,0-1-3 0,0 2 3 0,2 1 5 0,-1-1-2 16,1 1-15-16,1 1 17 0,1 0-16 0,-1 1 21 0,2 2-2 0,-1 0-8 0,0 0-15 15,1 0 15-15,-1 1-9 0,0 1 21 16,2 0-2-16,-1 0-11 0,1-1-5 0,-1-1 9 0,-2 0-6 0,1 0 7 0,-2 0-1 16,2 0-5-16,-2 0-5 0,1-1 8 0,-1-1-3 0,0 0 12 15,-2 0-3-15,1 2-4 0,0-1-17 0,-2 1 14 0,1-2-12 16,-1 0 27-16,0 2-4 15,0-3-9-15,-1 2-10 0,3 0 12 0,-2 1-8 0,0 0 12 0,1 0-4 0,0 1-10 16,1 0-4-16,0 2 12 0,1-1-7 0,1 0 16 16,-1 0-3-16,2-1-5 0,1-1-13 0,0 0 11 0,-1-1-9 15,1-1 19-15,1-4-4 0,1 3-6 0,1-4-9 0,2 1 11 0,1-2-7 0,-2 0 14 0,-1-1-2 0,-1 3-7 16,-1 0-4 0,-1-1 3-16,0 0-2 0,-1 0 6 0,1 3-1 0,-2-2-1 0,0 2-2 0,-2-1 1 0,1 2-1 0,-1 3 4 0,-2 0-2 15,-1 0 1-15,0 0-3 16,0-2 1-16,-2-2 1 0,0 1 9 0,-1 1 0 0,0-2-2 0,0 1-12 15,-3-2 7-15,-1 1-8 0,1 2 11 0,-1-3-3 0,0 2-3 0,0-1-5 16,-1 1 3-16,2 3-4 0,-2-3 9 0,2 3 0 0,0 0 1 0,0 1-13 16,3 1 8-16,-2 1-7 0,2 1 13 0,0 1 4 0,2 0-5 0,0 4-7 15,1-1 9 1,0-1-10-16,2-2 11 0,0-2-1 0,0 1-2 0,1-2-5 0,1 1 3 0,0 3-3 0,2-4 7 0,-1 2-3 16,1-1-1-16,1-1-7 0,-1-1 4 15,1-1-2-15,0 2 14 0,0-2-5 0,0 0-7 16,2-2-18-16,0 1 8 0,0-1-10 0,1-1-7 0,1-1-11 0,-1 0-13 0,1-2-31 15,-1 1-16-15,1-2 4 0,0 1-52 0,1 1-16 0,-2-2-15 0,-1-2-46 0,-5-3-54 16,1-4 18-16,2 0 56 0</inkml:trace>
  <inkml:trace contextRef="#ctx0" brushRef="#br0" timeOffset="23037.14">23654 6861 1290 0,'-12'22'-179'0,"6"-9"379"0,1-1-27 0,2 1-45 0,-1-1-54 0,2-2 15 0,1-1-40 0,1-1 20 0,0-3-14 0,1-3-13 0,0-1-15 0,1 1 11 0,1-1-13 0,-1-1 15 31,1 0-10-31,1 0-12 0,-1-3-1 0,0 2 10 0,1-3-8 16,0 1 12-16,0 0-10 0,0-2-13 0,1 2-16 0,0-2 15 16,1 3-13-16,1-2 23 0,-2 1-4 0,0 1-13 0,-1 0-8 15,0 0 7-15,-1 1-6 0,1-1 9 0,-1 1-16 16,0 1-4-16,0-1-42 0,1-1-24 0,-1 2 13 0,2-1-98 15,-2-1-36-15,0 0-6 0,0-2-82 0,-1 2-91 0,2-3 43 16</inkml:trace>
  <inkml:trace contextRef="#ctx0" brushRef="#br0" timeOffset="23321.62">23877 6842 1446 0,'-7'0'-164'0,"4"1"352"16,1-1-13-16,1 0-37 0,1-3-56 0,0 1 11 0,1-3-46 15,1 0-12-15,1 0-2 0,2-3-8 0,0 1-13 0,2 1 19 16,0-2-22-16,1 2 22 0,-2 2 2 0,1-1-7 0,0 4-16 16,0-1 24-16,1 2-25 0,-1 2 44 15,0 2-5-15,1-1-14 0,0 0-10 0,0 3 12 0,0-1-16 0,1 2 13 16,-3 1-9-16,0-5-13 0,0 3-7 0,-1-1 2 0,1 1-5 15,0 0 1-15,-1 1-1 0,-1-2 2 0,0 0-12 0,-1-2 4 16,-1 0-7-16,2 1-13 0,-1-2-19 0,-1-1-14 16,1 1-81-16,0 0-45 0,2-2 4 0,-2-2-207 0,1-1-73 15,4-4-57-15</inkml:trace>
  <inkml:trace contextRef="#ctx0" brushRef="#br0" timeOffset="23622.78">24462 6572 769 0,'0'7'374'0,"-2"-2"-208"0,0-5 248 0,0 2-291 15,0 0 21-15,1 2-54 0,0-3-10 0,1 1-27 0,0 0-38 0,1-2-24 16,1 1 15-16,-1 1-15 0,2-1 22 16,-1-1-11-16,-1 1-13 0,0-1-12 0,0-1 1 0,0 0 1 15,2-1 4-15,-2 1-9 0,0-1-1 0,0 0-5 0,0 2-22 0,-1-1 18 0,1-1-101 16,-1-1-39-16,0 0-17 0,0-4-106 16,-1 2 143-16</inkml:trace>
  <inkml:trace contextRef="#ctx0" brushRef="#br0" timeOffset="23719.4">24327 6404 836 0,'-9'4'139'0,"0"-3"-10"0,1 2 8 16,3-3-56-16,0 1 9 0,3-1-37 15,2-1-32-15,0-1-102 0,2-2-63 0,3-2 14 0,5-4-61 0</inkml:trace>
  <inkml:trace contextRef="#ctx0" brushRef="#br0" timeOffset="23966.58">24681 6423 538 0,'-10'13'351'0,"5"-2"-198"0,2-3 266 0,0 1-298 15,0-1-6-15,1-1-13 0,1 1-29 0,1-1-19 0,-1-2-25 16,1-2-11-16,-1-1 9 0,1-1-12 0,0 0 3 0,0-1 0 0,0 0-8 0,0-1 8 16,2-2 13-16,-1-3-10 0,3-2 9 15,0-2-6-15,1 0-15 0,0-2-2 0,2 2 9 0,-1-1-8 0,0-2 14 0,2 4-5 16,1 0-6-16,0 1-20 15,-1 3 15-15,0 0-15 0,-1 2 26 0,-2 3-6 16,2 0-11-16,-1 0-7 0,0 3 12 0,1 1-8 0,0 0 7 16,1 2-1-16,-2 0-5 0,3 1-23 0,-2 1 5 15,1-1-12-15,-1 0-42 0,-1-2-31 0,1 1-30 0,0-5-150 0,0 2-40 16,2-4-31-16</inkml:trace>
  <inkml:trace contextRef="#ctx0" brushRef="#br0" timeOffset="24286.24">25294 5756 701 0,'-18'-2'335'0,"7"3"-189"0,2 1 222 0,0 1-259 0,3 1 22 0,1 1-45 16,1 1 3-16,2 2-27 0,0 1-35 0,2 2-7 0,0 4 4 0,1 2-4 0,1 5 5 0,3 3-5 15,0 1-6-15,2 5-16 0,0 1 7 0,1-1-8 0,1 5 17 16,-1-4-4 0,2-3-5-16,1 3-49 0,0-5 29 0,-1-3-33 0,0 3 55 15,-1-10-20-15,1 0-10 0,2-2-80 0,-2 0 24 16,-1-2-22-16,2 0 64 0,-2-3-53 0,-1-1-26 0,0 0-74 15,-2-1-72-15,0-1 64 0,-1 1-84 0,-2-1 143 16,0-4 58-16</inkml:trace>
  <inkml:trace contextRef="#ctx0" brushRef="#br0" timeOffset="24570.6">25338 6328 560 0,'-7'-11'-351'0,"8"3"685"0,3 0-55 0,1 0-99 0,2-3-62 16,1 1 9-16,0 0-45 0,3 1-19 0,1-1-18 31,1 1-22-31,0-3-15 0,1 2 8 0,-1 0-9 0,1-1 22 0,-1 2-8 0,-1-2-10 0,1-1 3 0,-3 1 4 0,0 1-3 31,1-2 12-31,-2 2 5 0,0 0 1 0,-2 1 0 16,-1 1 4-16,-3 0-6 0,-1 1 28 0,-1-2-5 0,-1 1 0 0,0 2-16 16,-2 0 15-16,0 4-19 0,-2-1 21 0,1 3-16 15,0 0-12-15,-2 2-21 0,2 1 1 0,-1 4-4 0,0 3 7 16,1 2-5-16,-1 2 0 0,2-2-4 0,0-1 1 0,1 0 2 16,1 1 18-16,0 1-3 0,2-1 2 0,0 0 5 0,3-2 0 15,-2-1 2-15,3-3-7 0,-1 0-3 0,1-1-4 0,2-1-7 16,-2-1 1-16,-3 1-3 0,0-2 2 0,-1-1-1 0,1 0 0 0,4 0-4 15,1-1-4-15,1-1 1 0,0 0-23 0,0 0-4 0,0-2-9 16,1-1-24-16,0 2-11 0,2-4-4 0,-2 3-58 0,0-5-19 16,-1 0-18-16,0-2-82 0,1-3-32 0,0-3-7 0,2 0 77 15</inkml:trace>
  <inkml:trace contextRef="#ctx0" brushRef="#br0" timeOffset="25232.99">25679 6001 698 0,'-1'6'235'0,"1"-1"13"0,1 2 27 0,2 0-128 0,0 1-7 16,1 0-35-16,2-1-37 0,1 4-37 0,1-1 1 16,-2-1-12-16,2 1-5 0,-2-2-1 0,-1-5-6 0,1 3-10 15,0-4 10-15,-1-1-11 0,1 5 10 0,-2-3 1 0,1 0-4 16,-2 1-12-16,1-3 13 0,-1 0-13 0,-1 1 32 16,-1-2 3-16,-1 0-8 0,0 0-7 0,2 0 24 0,-2 0-24 0,0-2 31 15,-2 0-15-15,0-2-16 0,-1 0-7 16,-1-1 3-16,1 2-3 0,-1-2 4 0,0 1-4 0,0 2-1 15,-1-1-4-15,1 1 0 0,0 1 0 0,1-3 5 0,1-1-1 0,-1-3-3 16,2 0-14-16,0 1 19 0,1-1-14 0,0 0 31 0,0 0-8 0,0 2-10 16,2 0-13-16,1-1 12 0,0 0-7 0,-1-1 18 0,2 1-3 15,0 2-10-15,0-1-15 0,0 1 17 0,1 0-14 0,-1 1 18 16,1 0 1-16,-2 1-8 0,1 2-12 0,0-1 14 0,0 0-11 16,0 2 20-16,-1-1-3 0,0 1-8 0,1 0-12 15,-1 0 11-15,2 0-9 0,0 0 18 0,0 0-4 0,0 1-5 0,1-1-8 16,0 0 9-16,-2 0-5 0,2 0 12 0,-2 0 0 0,1-1-6 0,-1 0-9 15,2 0 5-15,-2-1-5 0,1 0 17 0,0 0-3 0,1 0-6 16,0 1-2-16,-1 1 0 0,1 0 0 0,-1 0 0 16,1 0-1-16,0 3 0 0,-1 3-10 0,2 1 12 0,0 1-8 15,-1 1 18-15,1 0-3 0,1 0-8 0,0 0-11 0,0 0 13 16,0-3-8-16,0 0 22 0,-2 0-6 0,1-3-10 0,2-1-6 16,0-1 7-16,0-1-3 0,1 0 10 0,-2-1 0 0,1-2-7 0,-1-1 0 15,-5-1 4-15,0-2-4 0,1-1 8 0,-2-1-1 0,6 0-2 0,1-1-6 16,-2-1 3-16,2 2-3 0,-1-2 7 0,-1 2-6 0,2 0-1 15,-1-1-8-15,1 1 8 0,0-1-4 0,-2-1 15 0,-1 2-4 0,-2 0-9 0,-1 0-3 16,1 1 7-16,-1 1-1 0,-2-1 13 16,0 2-3-16,-1 1-6 0,0 0-10 0,-1 1 7 0,-1 0-5 15,0 2 17-15,0 0-1 0,-1 1-2 0,0 0-8 0,0 1 6 0,-2 0-6 16,-1 1 6-16,2 2-3 0,-2-1-5 0,1 3-2 0,0-1 4 16,0 2-2-16,1 2 11 0,2-1 1 0,-1-1-1 0,0 3-6 15,1-1 11-15,1 1-9 0,0-3 16 0,1-1-2 0,1 0-5 16,2-1-14-16,1 1 11 0,0-2-10 0,2 1 15 0,2-2-4 15,2-1-6-15,0 1-5 0,-1-2 2 0,1 0-2 0,-1-2 7 16,1 1-4-16,1-3-2 0,-1 0-8 0,1 1 3 0,-1-3-5 0,0 0-14 0,1 0-9 0,-1-2-13 0,2-2-36 16,1 0 1-16,-2-1-8 0,-1 0-17 0,-1 0-13 0,-1 1-15 15,0-3-88-15,0 1-7 0,0 0-18 0,-3-2-82 0,2 0 189 16,0 0-17-16</inkml:trace>
  <inkml:trace contextRef="#ctx0" brushRef="#br0" timeOffset="25566.54">26313 5464 739 0,'-3'-1'147'0,"2"1"168"0,1 0-144 0,1 2 23 0,2 2-76 16,1 3 52-16,1 0-17 0,3 5-28 0,2 1-31 16,2 3 27-16,4 1-45 0,2 3 2 0,1 2-16 0,1 0-27 0,4-1-19 0,-3-5 9 0,0 0-15 15,3-1 4-15,-4 2-1 0,-1-6-6 0,-4 2-14 0,-3-4 12 16,-1-2-12-16,3 0 18 0,3 1-3 0,2-3-8 0,-1-1-55 16,-3-1 26-16,1 0-29 15,-4-3 63-15,1-1 1 0,-3-3-3 0,0 1-12 16,-1-3 16-16,-1-1-16 0,0-2 18 0,-3 2-3 0,-1-1-8 0,0-5-2 0,-2 1 10 0,1-3-7 0,-3-1 8 15,0 0-1-15,-3 4-10 0,0-1-1 0,-1 0 7 0,-1-1-3 16,-2 0 8-16,2 0-1 0,-3 2-5 0,2 1-4 0,-2 2 6 16,2 1-4-16,-1 2 5 0,0 3 5 0,2 1-2 0,-1 3-12 15,3 1 14 1,-2 4-13-16,2 1 19 0,0 3-2 0,2 2-8 0,0 1-5 16,1 3 11-16,0 0-6 0,1-2 26 0,0-4-8 0,2-2-6 15,1-1-10-15,1 0 6 0,1 1-4 0,2-1 8 0,0 0-4 16,1-4-6-16,1 1-2 0,1-2 3 0,3-2-4 0,1-2 0 15,0 0-6-15,2-3-5 0,3 0-26 0,-1-3-8 0,1 0-3 0,-3-1-37 16,1-2-5-16,2 2-10 0,0-3-76 0,0-2-30 0,0-1-13 16,0-3-132-16,-1-1-33 0,3-1-19 0</inkml:trace>
  <inkml:trace contextRef="#ctx0" brushRef="#br0" timeOffset="25744.86">27085 5208 817 0,'-12'12'318'0,"2"-2"-20"0,2 0-43 15,6 0-82-15,1 1 6 0,1-2-35 0,2-2-36 0,-3 2-47 16,1-2 12-16,1 2-29 0,2 1-4 0,1 0-13 16,-4 2-18-16,1-1-7 0,1 1 9 0,1-2-8 0,7 1 10 15,0-2-4-15,2 2-9 0,-2-2 0 0,-1 0 1 0,-2 0 1 16,-3 1 5-16,-3-1-7 0,-2 1-4 0,-2 1-31 0,-4 2-6 16,-1-1-3-16,-4 4-73 0,-1-1-50 0,1-1-19 0,-3 1-225 15,6 2 218-15</inkml:trace>
  <inkml:trace contextRef="#ctx0" brushRef="#br0" timeOffset="28066.23">22746 6374 340 0,'-3'-1'70'0,"2"-1"70"0,-2-1-13 0,1 0 8 0,1 1-12 0,0-2 8 0,1 2-27 0,0-2-32 0,0-1-29 16,0 2 23-16,0-1-27 0,1 2 49 16,0-2-9-16,0 0-18 0,2 1-13 0,-2 1 22 0,1-1-28 0,0 1 29 0,2 0-10 15,-1 0-15-15,1 1-14 0,1 1 9 0,-1 1-15 0,2 3 3 16,-1 1-3-16,0 1-9 15,2 3-6-15,0 1 15 0,-1 3-14 16,3 1 20-16,-1 0-10 0,0 3-14 0,0 0-3 0,0-2 6 0,0 0-6 0,1 1 6 0,-2-3-4 0,2 2-4 16,2 3-3-1,-4-2 2-15,1-1-2 0,-1-1 5 0,-1-7 4 16,-1 0-1-16,1-1-10 0,0-5 5 0,-2-1-7 0,0 2 10 16,1-2-3-16,-3 1 0 0,0-1-10 0,1 1 10 0,-2-1-6 0,-1 0 19 15,1-1-3-15,0 0-6 0,-1-2-12 0,0-1 12 0,0 2-8 16,0-2 19-16,-1-3-7 0,0 0-8 0,-1-3-11 0,-1-2 7 15,1-1-6-15,1 2 17 0,0-1-1 0,0-1-8 0,1 1-5 16,0 0 7-16,1 1-7 0,1-1 11 0,0 0-2 0,1 2-4 0,0 0-6 16,1 1 2-16,2 1-2 0,-1 1 7 0,-1 2 1 0,-1-1-3 15,1 4-1-15,0-1 4 0,1 2-3 0,-1 0-3 0,1 1 2 16,-1 0-2-16,2 2-4 0,-1 2 10 0,2-1-5 0,2 2 15 16,1 0-4-16,2 1-6 0,0 2 2 0,-1 0 2 0,-5-1 2 0,-1 1 4 15,0 0-8-15,-1 1-5 0,5 0-10 0,1-2 9 0,-1 4-5 16,2-4 22-16,-3 1-4 0,3 0-6 0,-2-1-11 0,-2 1-3 15,1 0-2-15,-1-2-22 0,0 1-19 0,-2 0-10 0,0 2-14 16,-1-1 4-16,1 0-1 0,-2-2-45 0,1-1-25 0,-1 0-39 0,-1-1-85 16,0-1-77-16,3-2-1 0</inkml:trace>
  <inkml:trace contextRef="#ctx0" brushRef="#br0" timeOffset="28586.97">23248 6057 786 0,'-5'0'287'0,"0"-1"127"0,2-1-287 0,-1 2 30 0,3 0-33 0,1 0-37 0,0 2-55 16,1 0 14-16,3 2-29 0,0 4 21 16,4 1-5-16,1 2-7 0,3-1-20 0,2 2 14 0,-1 0-19 0,3 2 18 15,-1 0-7-15,-2 0-11 0,3 0-1 0,-3-4 7 16,3 0-4-16,2 1 11 0,-5-1-5 0,1 0-4 0,-4-4-11 16,-1-2 9-16,-1 0-7 0,0-1 18 0,-1-1-3 0,-2 2-12 15,0-3-11-15,-1-1 19 0,-2 0-16 0,-1 0 27 0,1 0-6 16,-1 0-9-16,-1 0-7 0,0-1 9 0,-1 0-5 0,-2-2 19 15,0 1-9-15,-2 0-10 0,-1-1 1 0,-2-1 1 16,-2 1 2-16,0-1 2 0,-2 2-2 0,0 0-4 0,-2 1-6 0,-2 1 6 16,0 0-4-16,1 3 8 0,3 1 0 0,0-1-4 0,-1 1-15 15,2 1 17-15,-1 3-13 0,2-1 21 0,1 0-2 0,1 1-9 0,0 0-14 16,1 1 16-16,1-1-11 0,0 3 19 0,1-2-2 0,3 1-10 16,-1-1 0-16,2 1 6 0,0-2-3 0,1-1 6 0,0 1-4 15,1-3-5-15,1 2-13 0,1-1 15 0,2-1-10 0,0 2 24 16,1-4-1-16,1 3-6 0,1-3-2 0,-1 1-3 0,2-1 2 0,2-2 0 15,-1 0-2-15,1 1 1 0,0-2-6 0,0-2 5 0,2 0-3 16,-1 1 9-16,3-5 0 0,-1 3-7 0,1-5-1 0,-1 1-4 16,-1 0-1-16,-1-2-26 0,-1-1-5 0,1-1-8 0,0 0-33 15,-1-1-1-15,2 1-9 0,-2-2-42 0,1 3-31 0,-1 0-27 0,2-3-128 16,0-1 177-16</inkml:trace>
  <inkml:trace contextRef="#ctx0" brushRef="#br0" timeOffset="28935.34">23563 5835 1754 0,'9'3'-158'0,"-9"0"312"0,1-1-14 0,2 3-41 0,2 3-42 0,-3 1 18 0,2 1-42 0,3 3-5 15,0-2-4-15,6 1-18 0,4 1 0 0,-1-3 4 16,1 0-6-16,0 1 3 0,-3-1 1 0,1 3-4 0,-2 1-7 15,0 0 4-15,-1-3-6 0,0-1-9 0,-1-1-27 0,1 3-14 0,1 2-73 16,-2-1-48-16,1 1 23 0,0-4-240 0,4 0 236 16,-2 6-20-16</inkml:trace>
  <inkml:trace contextRef="#ctx0" brushRef="#br0" timeOffset="29508">24259 7271 956 0,'-2'-3'108'0,"-1"-2"146"0,1 1-123 0,1-4-12 0,0 1-17 0,1-4-48 0,0-1 14 0,0-4-34 16,2-3 1-16,0 0-7 0,2-3-13 0,-1-2-7 15,0 1 15-15,1 1-13 0,0 0 16 0,0 3 1 0,0 2-12 0,1 2 0 16,-1 1 19-16,1 4-19 0,-1 2 36 0,1 3-10 15,0 0-12-15,1 4-13 0,-1-2 15 0,2 2-16 0,1 1 26 16,0 0-7-16,0 2-12 0,3 0-2 0,-1 3 7 0,0 0-9 31,1 2 2-31,0 0-6 0,-1-2-6 0,1 3-10 0,0-3 8 16,-1 0-8-16,0 3 12 0,-1-2-9 0,1 2-6 0,1-1-37 16,-1 0-6-16,-1 2-7 0,0-3-50 0,-2-2-18 0,2 2-18 15,0-2-182-15,-1 3-35 0,4-4-46 0</inkml:trace>
  <inkml:trace contextRef="#ctx0" brushRef="#br0" timeOffset="34734.97">932 12566 217 0,'-1'-3'304'0,"0"1"-179"0,1-1 187 0,3 2-241 16,1 1-58-16,1-2-13 0,2 2 32 0,2-1-4 15,0 1-9-15,3 0 0 0,1-1 15 0,1 1-8 0,1-1 21 16,2-1-5-16,1 1-11 0,1 0-21 0,2-2 15 0,3 2-17 0,0-2 14 16,2 3 1-16,0-3-5 0,1-1-12 0,1 1 10 0,-1-2-10 0,1 0 18 15,-1 0-5-15,0-2-8 0,1 1-19 0,0-2 17 0,1-1-14 16,5 2 20-16,1-4-8 0,1 2-8 0,2 0-7 0,1 1 3 0,2 0 2 15,-1-2 14-15,-1 4 2 0,1 0-6 0,-1 0-11 0,-1 1 10 0,-1-3-10 16,-2-1 8-16,1 2-3 0,2 1-2 0,1 1-2 0,2 1 6 16,-2 2-2-16,-1 0 3 0,-3 1 3 0,0 0-9 0,0 1-5 15,0 0 13-15,-3 2-13 0,0 0 11 0,-3-1-6 0,-1 1-5 0,4 1 4 16,1 0-4-16,1-2 8 0,2 1 11 0,-3 1-4 0,3-2-4 16,3 0-9-16,1-1 6 0,0 0-6 0,2-3 8 0,-5-1-1 15,-1 0 1-15,1-1-10 0,0 0 5 0,3 0-3 0,2-2 11 0,3 1 0 16,1-1-5-16,3 0-14 0,-1 2 20 0,-5-2-16 0,0 2 19 15,-6 1 1-15,-2-1-9 0,4 3 0 0,-2-2-3 0,1 1 1 16,3 2 3-16,-1 1-2 0,2-1 6 0,3 1-17 0,-3 2 8 16,-5 1-5-16,-1 1 19 0,-3-3-2 15,-2 3-6-15,5-2-4 0,-1 0-1 0,0 1 1 0,2 0 4 16,1-2-1-16,2 0 1 0,5-1-4 0,4 0 2 0,-2-1-2 0,-3-3-1 16,-1 1 1-16,-2-4 0 0,-2 1-7 0,5-1 6 0,-1 0-5 0,0-2 14 0,3 1 1 0,3 0-6 15,3 1-10-15,1-1 13 0,-7 2-13 0,0-3 13 0,-7 3 1 16,-5 0-4-16,8-2-7 0,-4 3 4 0,2-1-6 0,3-1 9 15,-1 4 1-15,-2-3-3 0,6 4-17 0,-3-1 20 0,-6 0-16 16,0 3 28-16,-7-3-4 0,-1 0-9 0,4 2-6 16,-4 1-1-16,-2-1 0 0,0 1 5 0,-1 0 2 0,1 0-3 15,2 1-11-15,-2 0 19 0,0 2-17 0,0 0 10 0,-1-1-5 16,2 2-12-16,1-2-41 0,-2 2-15 0,-3 0-6 0,-2-3-122 0,2 1-42 0,3-1-54 0</inkml:trace>
  <inkml:trace contextRef="#ctx0" brushRef="#br0" timeOffset="42714.8">9318 12502 152 0,'-7'-3'-25'0,"3"1"11"15,1 2 36-15,1 0-18 0,1-2 22 0,1 2-6 0,0 0-12 0,0 0-19 16,0 0 16-16,0 0-15 0,0 2 19 0,1-2 2 0,1 0-1 15,0 1-14-15,0 0 11 0,-1 2-7 0,1-2 33 0,1 0-10 0,-2 1-13 16,1-1-10-16,0 3 13 0,1-2-10 0,-2 2 16 0,1 1-5 16,0-1-6-16,-1 2 4 0,0 1-2 0,-1-1 4 15,0 2 1-15,0 0 3 0,0 1-6 0,0-1-18 0,0 4 33 0,-2 0-28 16,1 0 39-16,-1 1-12 0,-2 3-18 0,1 1-10 0,1 4 6 0,-2 1-1 16,2-1 24-16,0-1-7 0,-1-1-9 0,-1 1-13 0,1 1 15 15,-1-3-12-15,1 0 23 0,0-2 2 0,-2-2-5 0,3 2 0 16,-1-5 4-16,1-2-5 0,0-1 0 0,2 0-3 0,0 1-7 0,0 2-9 15,0-1 8-15,2 1-9 16,1-1 1-16,0-1 0 0,0 0 0 0,1-2 2 0,0 2-4 0,0-1 3 0,0 0 1 0,0-2 1 16,0 1-1-16,2 0-15 0,0 0 17 0,2-2-15 0,0 1 18 15,0-2-2-15,1 1-5 0,1-1-14 0,1 1 8 16,3-1-6-16,0 0 23 0,1 0-2 0,0-2-9 0,1 2-10 0,2 0 17 16,0 0-15-16,1 0 10 0,-1-3 1 0,1 3-7 0,-1-2 0 0,2-1 2 15,-1 3-1-15,1-2 10 0,0 0 0 16,0-2-1-16,2 1-9 0,-8-1 10 0,1 0-10 0,-1 0 11 15,3 0-5-15,5 0-3 0,0 0-7 0,0 0 5 0,0 2-1 0,-3-1 20 0,0 0-7 0,2 2-8 16,4-1-13-16,1 0 10 0,1 0-9 0,1 2 18 0,0-1-4 16,-1 0-5-16,2 1-8 0,0 0 4 0,2 0 0 0,-6-1 17 15,0 0 0-15,0 0-4 0,3 0-29 0,6-1 28 0,0 1-25 0,1-1 35 16,-1-1-3-16,1 1-10 0,3 0-19 0,0 1 10 0,1-1-9 16,0-2 27-16,-3 3 0 0,-1-2-8 0,-4-1-8 15,1 0 5-15,2-1-7 0,2-2 10 16,3 2-4-16,3-3-1 0,0 2-1 0,2 0-2 0,0 1 3 0,-1 1 3 15,-4 0 1-15,-1 1 0 0,-1 3-14 0,-5 0 15 0,0 0-14 16,0 0 19-16,0 0-5 0,4-2-5 0,1 2-8 0,-2-3 13 0,0 2-6 0,0-1 32 0,-2 2-4 0,1-2-14 16,0 0-26-1,-2 2 24-15,1-3-21 0,-1 1 34 0,-5-2-7 0,0 0-12 0,5 0-9 0,-1-3 11 0,7-2-5 16,2 0 26-16,-4-2-7 0,2-2-13 0,3 2 2 0,1-2-1 16,0 0 0-16,0-1-8 0,-4 1 3 15,-1 0 3-15,-2 0-8 0,1 0 6 0,1 1-6 0,0 0 8 16,1 1 1-16,-3 0-5 0,3 0-14 0,0-1 22 0,-3 2-20 0,0-1 23 15,-3 1-9-15,-1-1-8 0,1 1 2 0,-2 0-1 0,-8-3 4 16,1 0 4-16,-4 0 4 0,3-3-5 0,4-1-20 0,1 0 33 16,0-3-26-16,-3-2 42 0,-2 1-7 0,2-2-14 0,2 1 5 15,-1 0-10-15,2-1 10 0,-2 1-6 0,-3-1-3 0,-1 1 1 0,1-1-14 16,-3 1 11-16,-3 1-10 0,1 1 12 0,-4-1-5 0,0 0-4 16,-1 1-9-16,-3-2 10 0,-1 2-4 0,-1 4 22 0,-3-1-1 15,-1 0-12-15,-3 0-23 0,-1-1 24 0,-2 1-21 0,0-2 29 16,1 2-8-16,4-2-11 0,-1-2 0 0,-1 0 2 0,-3 1 1 15,-4-1 7-15,-2 1 1 0,-1-1-3 0,-2 3-4 0,0 0 4 16,-2-2-4-16,1 1 3 0,1-3 0 0,-2 0-2 0,1-1-2 16,-1-2 8-16,2 2-3 0,-1-1 17 0,2 2-1 0,0 0-6 0,0 0-15 15,0 1 15-15,-1 2-15 0,0 0 9 0,1-1 2 0,-3 3-3 16,3 1-14-16,-2-1 12 0,0 1-11 0,1 0 15 0,0 0 0 0,-2 0-7 16,-2 1-12-16,1-1 16 0,-4 0-15 0,-2-1 15 0,1-1-3 15,-2 0-5-15,0 0-5 0,3-1-5 0,-1 5 4 0,-2 0-5 16,-3 0 1-16,-7 0 0 0,1-2-8 0,-2 0 15 0,0 1-12 0,-2 2 18 15,0 0-4-15,3 0-7 0,-2 1 4 0,-1-1 2 16,-1 2 2-16,0-1 11 0,1 0-3 0,7-1-6 0,-1 3-2 16,-2-2 6-16,-3 3-6 0,-4-2 1 0,1 3-2 0,0-1-4 0,-3 1 6 15,1 0-1-15,-1 3 3 0,-2-1 6 0,1 2-2 0,-1 0-4 16,2 0-19-16,-2 2 22 0,0 3-18 0,-4-1 27 0,-3 1-3 16,-2 1-11-16,-2 2-10 0,-2-1 11 0,-2 4-7 0,2-1 16 0,5 1-4 15,-1 1-8-15,1 0-5 0,-3-2 7 0,-1 0-8 0,0 0 6 16,3-1 1-16,1 0 0 0,1-1 1 0,3 0-2 0,4-3 2 15,3 0 3-15,3 0-1 0,-1-1-2 0,-4 2-7 0,1-3 12 16,0 3-10-16,0-1 7 0,1 2 2 0,2 4-5 0,-6 2-1 0,2 0 2 16,-2 1-2-16,3 0 5 0,0-1-1 0,1 0-1 0,-5 1-19 15,-3 1 24-15,0 2-19 0,-1-1 27 0,2 2-7 0,-2-1-13 0,0 2 4 16,0 1 1-16,3 1 1 0,1 2 3 0,3-1 3 0,-1 2-5 16,-2 2-13-16,0-1 13 0,3 2-13 0,3 0 16 0,3-1-7 15,1-3-6-15,0-1 8 0,3 1-7 0,2 0 10 0,7 0 2 16,2-3-1-16,2-1-2 0,-1 1-17 0,-2-3 18 0,3 1-16 0,1 2 24 15,5-2-5-15,2-1-7 0,2 4-12 0,1-2 2 0,3-1-2 16,0-1-1-16,2-2-3 0,2-1-7 0,0 1-8 0,2-2 8 16,2 1-8-16,1-2-6 0,1 2-9 0,2-1-11 0,1 2-13 15,2-1 2-15,3 2-4 0,1-6-35 0,3 0-2 0,1 0-25 0</inkml:trace>
  <inkml:trace contextRef="#ctx0" brushRef="#br0" timeOffset="45754.39">22856 9380 168 0,'-8'-7'-16'0,"3"2"-62"0,0 0 69 16,2-2 57-16,1 1-34 0,1-1 34 0,-1 1-11 0,2-2-17 0,0 2-12 16,0-1 1-16,2 0-1 0,-1-1 4 0,0 2 2 0,0-1-5 15,-1 0-17-15,0 0 23 0,0 0-22 0,0-2 18 0,0 1-3 16,1 0-10-16,-1 1 6 0,0-2 1 0,0 1 6 0,0 0 20 0,-1 0 2 15,0 1 0-15,1-1-30 0,-1 0 36 0,0 1-34 0,1-1 38 16,-2 2-10-16,1-1-13 0,2 0-21 0,-2 0 13 0,1 1-9 16,0-2 34-16,0 0-6 0,0 1-9 0,0-1-3 0,0 0 7 15,0-1-6-15,0 2 3 0,0-3 2 0,-1 1-1 0,-1-2 5 0,0 1-1 16,-2 1 2-16,1 0 1 0,-2 0 0 0,2 0-4 0,-3 2-17 16,1-1 18-16,-1-1-17 0,1 0 13 0,-2-3-8 0,1 0-10 0,0-1-6 15,-2 0 8-15,-1 1-3 0,0-3 14 0,0 4-5 0,0-2-8 16,-1-1-6-16,0 1 6 0,-2-2-6 0,0-1 6 0,0 2-4 15,0-3-3-15,2 3 0 0,-1 0-1 0,0 0 2 0,-2 1 4 16,2 1 1-16,3-2-1 0,-1 1-25 0,-1-1 29 0,-2 0-25 0,-6-2 35 16,-1 1-7-16,0-1-13 0,-3 0-13 0,0-1 14 0,1-1-7 15,-2 2 24-15,1 0-3 0,-2 3-13 0,-1-1-1 0,0 0 2 16,-1 0-4-16,-2-1 1 0,-3-1-2 0,0 1 1 0,-3 0 2 16,2-1-4-16,7 2 4 0,-1 0-5 0,1 1 0 0,-1 1-3 15,-10-2-13-15,2-1 17 0,-2 3-15 0,0-1 14 0,1 3-4 16,2-1-8-16,-3 2-13 0,-4 0 15 0,0 0-7 0,-2 2 35 0,3-2-6 15,2 1-12-15,-1-1-24 0,-2 2 30 0,0-2-22 0,-3 2 36 16,1-1-6-16,-2 5-13 0,-3-2-7 0,-4 2 7 0,0-1-2 0,0 0 23 16,5 0-5-16,1 1-9 0,-4-4-8 0,-2 5 11 0,-2-1-7 0,2 3 8 15,1 0-4-15,-1 0-7 0,-2 1 7 0,0 1-6 0,7 0 8 16,0 2 1-16,3 0-3 0,0 1 2 0,-5 1-10 0,2 3 6 16,1 0-6-16,3 3 6 0,-3 1 0 0,2-2 2 0,-1 3-13 0,7 2 10 15,2 0-8-15,1 3 20 0,0 3-1 0,-2-1-12 0,1 2-17 16,3 0 24-16,1 0-18 0,2 1 28 0,3 0-4 0,1 0-9 0,1 0-24 15,-1-4 19-15,1 2-13 0,0-1 36 0,1-2-5 0,3 5-15 16,1-2-8-16,7 0 13 16,1-1-12-16,-2-1 6 0,1 0 0 0,-5 2-3 0,1 1 1 15,2 2-4-15,1 4 6 0,2-1 4 0,0 0 2 0,3 0 0 0,1 3-24 0,2 0 25 0,1 1-22 16,2-2 28-16,2 0 0 0,0 1-11 0,3 1-15 0,2 0 12 0,-1 0-10 16,4 0 23-16,1 0-2 15,1 3-8-15,3 3-21 0,0-1 31 0,1 0-25 0,1 0 33 0,2-4-7 0,0-3-15 0,0-2-3 16,-5 0 4-16,1-2-3 0,2 2 10 0,1-3 2 15,7-3-3-15,-1 2-27 0,0-2 23 0,0 1-23 0,-1 0 32 16,0 2-8-16,2 1-9 0,1 3-5 0,1 1 7 0,0 1-2 0,1-1 18 0,0-4-2 16,2 3-7-16,2-6-2 0,2 0 7 0,-1 0-7 15,-4-2 1-15,0 3 0 0,2-4-3 0,5 1-8 0,5-4 8 0,1 3-4 16,0-2 24-16,-1-2-4 0,3 1-5 0,3 2-12 0,1 2 7 16,0-2-7-16,-3 0 8 0,-4-2-1 0,1-5-4 0,5 1-4 0,2-3 1 15,6-1 1-15,-3 0 12 0,1-2 0 0,0-3-5 0,2-2-16 16,-1-1 26-16,-5-1-21 0,2-2 28 0,-3-1-5 0,1-3-12 0,8 0-3 15,-4-1 4 1,0-1-2-16,-1 1 11 0,-2 0-2 0,-3 0-4 0,-4-4-11 0,1 0 11 0,-1-2-11 0,3-4 9 0,3 1 1 16,-2-1-3-16,2-1-6 0,-2 0 2 15,2-1-2-15,-2 0 16 0,-2 2-4 0,-3-2-5 0,-5-1-17 0,2-3 15 0,-2-2-11 0,-1 0 21 16,2 2-8 0,-6 0-7-16,-2 1-12 0,-1-3 9 0,-1 4-2 0,-4-4 25 0,-2 0-2 15,-2 2-9-15,-1-2-18 0,-1 0 18 0,-1 2-17 0,-1 2 20 16,-3 1-2-16,0 2-5 0,-4 0-9 0,-1 0 2 0,0 1-3 0,-2-1 10 0,-2-1 4 0,1 0-4 0,-3-4-28 15,-2-1 30 1,-2-1-29-16,-4 4 28 0,-1 1-4 0,-3 2-13 0,-5-1-12 0,-1-3 10 0,-1 2-6 0,0 1 22 16,-1 1 1-16,-2 0-6 0,0 1-6 0,-2 3 11 0,2-1-9 15,2 5 5-15,-1-2-2 0,1 3-5 0,0 1 8 16,-1 1-17-16,3 2 12 0,1 0-34 16,3 1-3-16,4 1-4 0,2 1-33 0,3-1-16 0,1 2-5 0,3-1 17 0</inkml:trace>
  <inkml:trace contextRef="#ctx0" brushRef="#br0" timeOffset="51313.83">17616 14853 477 0,'-5'3'127'0,"1"-2"170"0,0 1-230 0,0-1-19 0,-1-1-30 0,2 1 61 15,-1-1-11-15,1-1-21 0,1 0-5 0,0-2 8 0,-1 0-15 32,0 2 12-32,1-3-4 0,-2 1 0 0,2 0 0 0,-1-2 9 15,0 1-5-15,0-1 15 0,1 0-2 0,-1-2-4 0,-2-2-23 0,-1 2 20 16,0-2-20-16,0 0 15 0,0-1-11 0,2 1-15 0,-2-2-21 15,0 0 18-15,0 1-15 0,-1-2 16 0,2 2-2 0,-1 0-13 0,-1-2-6 16,1-1 15-16,-1 0-12 0,-1-1 25 0,1 0-2 0,0 0-5 16,1-1-20-16,0-1 18 0,0 1-17 0,2-2 23 0,0 1-5 15,1-2-11-15,1-4-18 0,0 0 13 0,1-3-11 0,1-3 25 16,1 1-5-16,2 1-10 0,2-1-8 0,1 2 10 0,1 0-7 0,2-2 10 16,1 4 0-16,1 3-7 0,2 1-3 0,-1 1 3 0,2 2-4 15,-1 1 8-15,1 1-3 0,0 2-3 0,0 1-4 0,-1 2 6 16,1 0-4-16,-2 3 4 0,0-2 3 0,0 4-5 0,-1-1-5 15,-2 2 8-15,-5 1-6 0,0 1 14 0,-2-1-5 0,-1 4-5 0,5 1-16 16,-2 0 17-16,-1 5-13 0,-1-1 22 0,-2 2-9 0,0 2-12 0,-3 3 1 16,1 1-3-16,-2 2 6 0,-1-1 0 0,-1 1 2 15,0-2-2-15,2 2-7 0,0 2 10 0,-1-1-8 0,0-1 20 0,-4-2-1 16,1-3-2-16,1 0-8 0,2-1 5 0,0-4-3 0,2 0 6 16,2-3-4-16,1-1-8 0,0-1-5 0,2 0 10 0,1 1-5 15,2-1 16-15,1 0 0 0,0 1-4 0,0 0-10 0,0 0 7 0,1-2-7 16,0 3 10-16,-2-2-2 0,-2-2-2 0,-1 2-1 0,0-2 1 15,2 0-1-15,2 3 8 0,2 1-3 0,-1-3 1 0,1 5-9 16,-1-3 5-16,-1 1-3 0,1 1 11 0,-1 2-1 0,-2-2-3 0,1 3-19 16,-2-1 17-16,-1 1-12 0,0 1 26 0,0-1-4 0,-2 1-12 15,-3 0-6-15,0 1 11 0,-3 1-6 0,1 0 15 16,-3-1-2-16,-1 0-9 0,-1-1-8 0,0 0 17 0,-3 0-12 0,1-1 22 16,3-1-5-16,-1-2-13 0,-2 1-2 0,-2 0 3 15,-4-4-2-15,-2 2 3 0,3 0-6 0,1-3-2 0,2 1 0 16,1-1 1-16,3 0 1 0,1 1-10 0,4-2-7 0,0 0-10 0,2 0-53 0,3 0-12 15,1-2-12-15,2 2-66 0,3 0 5 0,1 0-3 16,2 2-77-16,2-1-29 0,2-1-12 0,2 0 85 0</inkml:trace>
  <inkml:trace contextRef="#ctx0" brushRef="#br0" timeOffset="51783.18">17977 14445 216 0,'-7'1'148'0,"0"3"51"0,-1-1-114 0,0 1 2 15,1-1 1-15,1-1-16 16,1 2-12-16,0-1 36 0,2 3-44 0,1-1 23 0,-2 2-15 0,1 2-27 0,0 0 9 0,0 2 2 16,1-3 2-16,1 4-2 0,0 0-5 0,0-1-7 0,1-1-16 0,1 1 15 15,1-3-15-15,1 1 13 0,1-1 3 0,1-3-2 0,1 2 5 16,1-5 6-16,1 2-4 0,0-3 4 0,1-1-1 0,1-1-6 0,1-2-27 15,0 0 25-15,-1-2-23 16,1-2 29-16,0-1-11 0,0 2-13 0,0-3 5 0,0 0 3 0,0 0 1 0,1-2 10 0,0 0-8 16,2-1-2-16,-2-2-9 0,-2 1 8 0,-2-1-6 0,-7 2 5 15,-1-1 1-15,-2 0-8 0,-2 1-13 16,3-2 10-16,-1 0-11 0,2 1 11 0,0 4-2 0,-2 2-4 0,-2 4-7 0,-5-1 4 0,-2 4-4 16,-1 0 3-16,-1 4 3 0,0 2-2 0,-2 0-23 0,0 3 5 15,0 2-12-15,-1 0-15 0,3-1-14 0,-1-1-13 0,3-1-58 0,2-3-9 16,2-1-12-16,3-3-88 0,3-1-45 0,1-4-41 0</inkml:trace>
  <inkml:trace contextRef="#ctx0" brushRef="#br0" timeOffset="52195.24">18453 13913 1515 0,'-8'1'-143'0,"3"0"259"0,-1 2-28 0,1-1-49 0,-2 1 0 0,1 1 1 0,2-1-7 0,-2 3-15 0,0-3-6 0,1 3-9 15,-1-3-12-15,2 0 16 0,-1 2-13 0,1-2 22 0,-1 2-5 16,2-1-9-16,-2-1-16 0,2 1 15 0,0-1-11 0,-1-1 31 15,2 2-8-15,0-1-8 0,0 1-20 0,-1-1 9 0,2 0-10 0,1 0-25 16,0-1-33-16,0-1-35 0,1 2-138 0,2 0-49 0,-1-3-23 16</inkml:trace>
  <inkml:trace contextRef="#ctx0" brushRef="#br0" timeOffset="52414.89">18503 14274 1616 0,'-7'1'74'0,"-1"-1"35"0,1 0-87 0,2 1-13 0,1-1-9 0,0 0-2 15,2 0 1-15,-1 0 1 0,2 0-4 0,0 0-32 0,0-1-22 16,0 1-73-16,1 0-8 0,0 0-3 0,1-1-69 0,0 1-37 15,1-3-32-15</inkml:trace>
  <inkml:trace contextRef="#ctx0" brushRef="#br0" timeOffset="53240.7">19038 13855 696 0,'-5'2'189'0,"-1"-2"-127"0,2 2 57 0,0-1-41 0,2 0 16 16,1-1-31-16,-1 2 29 0,2-2-16 0,0 0-20 0,0-2-32 15,0 0 9-15,1 0-17 0,1 0 10 0,-1-2 0 0,1 1-11 0,2 0-11 32,0-1 24-32,1 1-20 0,-1-2 29 0,2 3-6 0,-1-4-10 0,1 3-1 0,0-3 8 0,3 1-4 0,0 0 13 0,0 1-8 15,2-2-6-15,0 1-13 0,0-2 5 0,-4 2-5 0,0 0 4 31,-1 0-6-31,1 1-8 0,6-1-2 0,-2 3 2 0,2-4 0 0,1 3 11 16,-2-1-6-16,-1 0-1 0,-2 0-14 0,0 0 10 0,-1 0-8 16,0 2 16-16,0-1-1 0,-3-1-6 0,0 3-19 0,-1-1 15 15,0 0-16-15,-2 1-3 0,1-1-6 0,-1 2-22 0,0-3-47 0,-1 0-1 16,0 1-18-16,1 1-58 0,-1-2-17 0,1 0-21 0,-1 0-66 16,0 0 149-16</inkml:trace>
  <inkml:trace contextRef="#ctx0" brushRef="#br0" timeOffset="53588.97">19042 13939 695 0,'-9'12'89'0,"-1"-2"17"0,2-1 21 0,2-1-46 0,2-1 37 16,0-1-19-16,2-1-19 0,1 0-33 0,0-3 15 15,1 2-27-15,0 0-2 0,0-3-8 0,1 1-13 0,1-1 18 0,1-1-1 16,2 1 5-16,1-1-7 0,0 0 1 0,3 1-5 15,1-1-3-15,1 0 13 0,1 2-12 0,1-2 4 0,2 0-1 0,2 0-4 16,-6-2-8-16,0 1 3 0,2 1-4 0,0-1 0 0,6 1-3 16,0 0-7-16,1 1-5 0,-2 0 8 0,-1 1-4 15,-3 0 9-15,-1 0-5 0,-2 1-7 0,1 3 5 0,-2 0-5 0,-1 2 4 0,-1 1-7 16,-3-2 2-16,-1 1 4 0,-2 1-2 0,-1 1 0 0,-1 2 0 0,-2 1 8 16,-3-2-3-16,1 3-2 0,-3 0-2 0,0 2 3 0,-2-2-1 15,0 1 9-15,-1 0-7 0,0 1-3 0,-3 0-16 0,0 2 18 16,-2 0-10-16,-2 0 29 0,0-2-7 0,-1 1-14 0,2-1-8 15,-2-3 8-15,1-3-4 0,6-2 18 0,-1-2-4 0,-1-2-2 0,1 3-11 16,-5-4 3-16,0 0-3 0,3-3 4 0,0-2 1 0,3-2-1 16,2-1-16-16,2-1 7 0,3-3-10 15,1 3-11-15,3-3-10 0,1 0-19 0,3-5-61 0,3-3-23 0,1-1-12 16,2-1-161-16,2-2-30 0,3 0-48 0</inkml:trace>
  <inkml:trace contextRef="#ctx0" brushRef="#br0" timeOffset="53938.58">19637 13674 940 0,'3'0'234'0,"-1"0"-181"0,2 0 58 0,-1 0-45 0,2 0 9 0,-1 0-18 0,1 2 40 0,-1-1-4 0,1 2-15 16,0-1-14-16,0 1 11 15,0-1-24-15,1 2-7 0,0 0-9 0,-1 4-14 0,1 1-19 0,-1 5 20 0,-1 1-16 0,-1 3 31 16,-2 2-5-16,-1 3-12 0,0 2-8 0,0 0 9 16,0 0-8-16,0 0 13 0,0 1-4 0,0-3-5 0,0 4-21 0,0-2 13 0,0-3-12 15,0 1 5-15,0-5 0 0,0 1-13 16,0-2-11-16,0-4 11 0,0 1-14 0,1-3-17 0,1 0-6 0,-1-2-13 0,0 0-65 0,1-3-24 15,0-2-9-15,0 1-135 0,1-3-42 16,1-2-48-16</inkml:trace>
  <inkml:trace contextRef="#ctx0" brushRef="#br0" timeOffset="54331.55">20105 14051 999 0,'5'0'256'0,"-3"1"-189"0,-3 0 70 0,-2 3-87 0,2-3 19 0,-1 5-39 0,1-3 49 0,1 3-8 15,-1-3-16-15,1 1-11 16,-1 1-3-16,1-1-9 0,0 0-15 0,-1 0-8 0,-1 1-6 0,1-1-11 0,0 0 8 0,0 0-6 15,1-2 7-15,0 1-2 0,0-1-9 0,1-1-39 0,-1 1-1 16,1 0-12 0,2 0-43-16,-2-1-31 0,2-1-26 0,-1-1-213 0,4-3 228 15</inkml:trace>
  <inkml:trace contextRef="#ctx0" brushRef="#br0" timeOffset="54922.17">20386 13647 613 0,'-8'2'192'0,"1"0"-100"0,2-2 81 0,0 2-78 0,2-1 40 0,2 0-65 16,-1 0 51-16,1-1-19 0,1 0-26 0,0 0-27 0,3 0 10 15,-1-2-21-15,1-1 6 0,2 1-6 0,0-1-11 0,2-1-16 16,1 1 15-16,1-3-15 0,1 3 21 0,2-1-6 0,1 0-9 0,-1 1-25 16,2-2 19-16,-1 1-16 0,2 3 21 0,-1-1 3 0,1-1-14 15,-1 2 1-15,2-1 14 0,0 2-12 0,-2 0 10 0,1 0-7 16,-4 2-8-16,-4-1 0 0,-4 2 2 0,1 0 0 0,-2 0 2 16,4 2-5-16,-3 0-2 0,-1 2-8 0,-1 2 10 0,-1-1-5 15,0 3 15-15,-2 2-5 0,-1-2-10 0,-3 1-3 0,1 2 9 16,-3 1-4-16,4 2 13 0,-1 2-3 0,-1 1-5 0,-2 3-11 15,-5-1 5-15,0 2-4 0,1 0 16 0,2-5-2 16,0-1-5-16,0 1-15 0,1-2 12 0,2 0-9 0,1-1 21 0,3-2-3 0,1-3-3 0,1-2-17 16,1 2 11-16,1-2-9 0,1-2 19 0,1 0 0 0,3-2-8 15,1 1-1-15,2-2 4 0,0 0-2 0,1-2 5 0,1 0-1 16,1-1-4-16,4-1-3 0,0-1 7 0,0-1-6 16,-5 0 7-16,-1-2-2 0,2 1-5 0,3-2-5 0,6 0-12 15,2-2 1-15,-2-1-50 0,-2 0-14 0,-2 2-14 0,1-2-81 16,-1 0-37-16,-3-1-15 0,3 3-250 0,-1 3 282 0,-2 2-47 0</inkml:trace>
  <inkml:trace contextRef="#ctx0" brushRef="#br0" timeOffset="56741.22">21712 13749 868 0,'-6'1'-150'0,"1"-1"305"0,-1 1-15 0,2-1-37 0,-1 1-9 16,2-1 17-16,1 0-30 0,-1 0 15 0,2 0-11 0,0 2-19 0,0-2-9 15,1 0-1-15,0 0-13 0,0 0-13 0,0 0-10 0,0 0-3 16,3 0-17-16,0 1 8 0,0 0-5 0,1 1 20 16,0 0-6-16,-1 2-5 0,2 0-15 0,-2 2 10 0,0-1-7 0,2 0 16 15,-3 2-5-15,0-2-8 0,-1 1-10 0,1 0 11 0,-1-1-6 0,0 1 19 16,-1-1-6-16,1 2-8 0,-1 0-12 0,0 0 6 16,0-1-6-16,0 0 18 0,0 1-2 0,0-3 0 0,0 1-7 15,0-3 3-15,0 4-3 0,0-4 6 0,1-2-4 0,0 0-3 0,-1 0-1 16,1 0-2-16,-1 0 3 0,1 0 4 0,-1 1 3 0,2-1 0 15,-1 0-13-15,-1 0 7 0,0 0-8 0,0 0 10 16,0 0 4-16,0 0-4 0,0 0-6 0,0 0 9 0,0 0-5 0,0 0 14 0,-3-2-9 16,2-1-7-16,0 1 3 0,-1 2 1 15,1 1 3-15,-1-1-3 0,0 0 1 0,0-4-2 0,1-1-1 0,0 1 2 0,-1-1-2 0,1 0 4 16,-2 0 5-16,2 0-1 0,0 0-6 0,-1-3 5 0,1 1-6 16,1 1 9-16,0 0-1 0,0-1 0 0,1 1-9 0,0-1 9 0,0 0-8 15,1-1 6-15,0 2 0 0,0 1-4 0,-1-3-8 0,1 1 7 16,-1 1-4-16,1-2 17 0,1 2-3 15,-1 1-6-15,0 0-10 0,-1 0 7 0,3 1-4 0,-1 1 10 16,0-1 0-16,1 1-7 0,-2 1-7 0,1 0 5 0,1 0-6 16,0 1 13-16,0 0-4 0,-1 1 1 0,0 0-17 0,2 0 12 0,-2 0-10 0,3 0 18 15,-2 1 0-15,1 2-5 0,0-2-7 16,0 2 4-16,1-2-4 0,-2 1 13 0,1 0-5 0,-2-1-2 0,1 0-4 0,0-1 2 0,-1 2-1 0,1-2 7 16,-2 0 0-16,0 0-1 0,0 0-6 15,2 0 4-15,-2-2-4 0,-1 1 4 0,1-2 1 0,-1 2-3 16,0 0-2-16,1 0 4 0,-1-1-2 0,0 1 4 15,1 0 0-15,-1-1-4 0,0 1-6 0,2 0 7 0,-1 1-5 0,-1 0 7 16,0 0 1-16,1 1-4 0,1 3-11 0,-1 0 12 0,1 4-10 16,1-1 18-16,-1 1 0 0,1 0-9 0,1 1-16 0,1-2 24 15,-1 1-20-15,1-2 24 0,-1 1-1 0,2-2-11 0,-1 0-12 16,-1-1 14-16,1 0-10 0,0-1 18 0,-1-3-3 0,0 2-8 0,0-1-3 16,-1-1 5-16,0 0-1 0,1-1 8 0,-1-1-2 0,0 2-4 0,0-2-14 15,0-1 14-15,2-1-9 0,0-1 22 0,-1 2 0 0,1-4-10 0,1 2-11 0,-1-1 13 0,1-2-13 16,-1 0 10-16,1 2 3 0,0-3-7 0,2 1-9 0,1-1 13 15,2 0-10-15,-3 0 20 16,0 2-6-16,-1-4-8 0,-1 2-2 0,-4-2 3 16,-1 1-1-16,-1 2 4 0,0 2 0 0,5-1-5 0,-2 3-4 0,1 0 5 15,-2 2-4-15,-2 1 7 0,0-1 2 0,-1 2-3 0,0 0-4 0,0 0 12 0,0 0-10 0,-2 0 8 0,-1 2-1 0,-2 0-7 16,0 2-4 0,-1-1 9-16,0 0-6 0,0 3 6 0,5-1 1 15,-1 0-4-15,0 2-16 0,1 1 15 0,-6 0-12 0,1 1 25 16,1-1-2-16,1-2-7 0,0 2-6 0,2-2 6 0,0-1-5 0,1 2 11 15,2-2-1-15,0 0-4 0,2 1-11 0,1-1 9 0,0 2-8 16,1-1 14-16,0 0-2 0,1 0-7 0,-1-3-8 0,2 3 8 16,-6-4-5-16,3 1 10 0,-1-1 0 0,1 0-6 0,7-1-15 0,0-1 9 15,2 0-12-15,2-3-11 0,1-1-9 0,-2-2-17 0,2 0-56 16,-1-3-8-16,-1 0-11 0,1 0-49 0,-1 0-21 0,1 1-18 0,1-1-91 16,-1 0 169-16</inkml:trace>
  <inkml:trace contextRef="#ctx0" brushRef="#br0" timeOffset="57012.92">22480 13647 1000 0,'-18'9'-166'0,"9"-6"322"0,1 1-28 15,0-2-55-15,2 0 12 0,1 0 26 0,2 1-28 0,1-2 17 0,0 0-24 0,1-1-27 0,0 0-26 16,1 0 5-16,0 0-8 0,0 0 13 0,0 0-6 0,0 0-8 15,1 0-20-15,2 0 23 0,-1 2-18 0,0-2 47 0,1 1-1 16,2 0-7-16,-1 1-9 0,2-2 6 0,2 1-8 0,0-1 1 0,0 1-5 16,-1-1-8-16,2 0-16 0,0 1 19 0,2-1-16 0,-2 0 15 15,-2 0-3-15,2 0-14 0,0-1-9 0,-1 1 4 0,1 0-5 16,-1-1 8-16,-1 1-6 0,0 0-4 0,-3 0-26 0,2 0 10 16,-3 0-13-16,0 0-14 0,1-1-17 0,-2-1-22 0,-3 0-33 0,0 0-30 15,0-1 12-15,-2-1-90 0,6 1-21 0,1-1-23 0</inkml:trace>
  <inkml:trace contextRef="#ctx0" brushRef="#br0" timeOffset="57200.08">22717 13640 253 0,'7'2'447'15,"-2"0"-301"-15,0-1 39 0,0 0-29 0,2 0 3 0,-1-1-19 16,-1 2-22-16,2-1-51 0,0-1 12 0,-1 1-22 0,0-1 0 16,0 2-8-16,1-2-12 0,-2 1-19 0,1 0 16 15,-1-1-12-15,0 1 26 0,-1-1-10 0,1 0-8 0,-2 0 2 0,2 0-3 0,-1 0 4 16,1 0-4-16,0 2-7 0,2-2-5 0,1 0-10 0,1 0 4 15,1 0-5-15,0-2 3 0,0 2-4 0,0 0-1 0,2 0-18 16,0-1 1-16,1 1-5 0,2 0-13 16,-1-1-15-16,0 0-17 0,1-1-92 0,0 0-36 0,0 0-18 0,2-1-259 0,-1 0 278 0,-2 1-42 15</inkml:trace>
  <inkml:trace contextRef="#ctx0" brushRef="#br0" timeOffset="57804.15">23609 13285 1005 0,'-3'3'84'0,"2"-1"-16"0,0 2 32 0,0 1-54 0,0 2 73 16,1-1-15-16,0 2-12 0,1 2-34 0,1-1 0 0,-1 4-19 15,2 0-22-15,-3-1-10 0,0 1-6 0,1-1-9 0,-1-1 9 0,0 2-3 16,0-1 19-16,1 2-6 0,0-2-8 0,0 1-19 0,0-1 18 16,-1-3-14-16,2 0 24 0,0-2-5 0,0 0-10 0,0-1-1 15,-1-2 3-15,0 1 0 0,0-2 6 0,1-1 3 0,-2 0-5 0,0-1-2 16,0-1 4-16,0 1-5 0,0-1 2 0,0 0 4 0,1-1 6 0,0 0-16 15,0-2 13-15,1 0-14 0,-1 1 14 0,2-2 2 16,0-1-10-16,0-2-11 0,2 0 21 0,-1-1-16 0,4 0 33 0,-1 2-2 16,2-2-8-16,1-1-10 0,0 2 11 0,0 0-10 0,0 3 10 0,-1 1-1 0,0 0-8 15,1 2-14-15,-2-1 17 0,0 2-14 16,0 4 23-16,0 0-10 0,-1 1-10 0,-1 3-3 0,2 0-1 16,-2 2 2-16,1-1 12 0,-2 1-6 0,1 2 1 0,-1-1-16 15,1-1 12-15,0 1-8 0,-2-2 20 0,1 0-4 0,-2-2-10 0,0 0-4 0,1-2 0 0,-2 2 0 0,1-3-3 16,0 0-4-16,-2-1-10 15,1-1-24-15,0 1 8 0,0-2-14 0,1 0-29 16,-1-1-9-16,1 0-19 0,-2 2-57 0,2-2-33 0,0 0-3 0,-1-2-143 16,4 1 195-16,-3 0-10 0</inkml:trace>
  <inkml:trace contextRef="#ctx0" brushRef="#br0" timeOffset="58342.4">24117 13190 692 0,'-1'3'138'0,"1"-2"197"0,2 2-193 0,1-1-21 0,0 2-43 0,2 3-24 15,-1 0 21-15,2 2-32 0,-1 2 35 0,1-2-17 16,0 3-18-16,-1 2-36 0,1-2 13 0,-2 3-18 0,2-1 21 0,-3 0-5 0,2 1-7 16,-3-1-15-16,0 0 10 0,-1-2-8 0,-1-3 21 15,0 0-5-15,0-5-5 0,0 1-20 0,-1 2 12 0,0-1-8 16,0 1 22-16,0-4-4 0,0 1-9 0,-2-1-11 0,1-2 11 15,0 2-8-15,-1-3 14 0,-1 1 0 0,2-1-9 0,-1-1-10 0,0-1 13 0,2 1-10 16,-1-1 12-16,0-1-7 0,0-1-9 0,-2 2 4 16,2-2 3-16,-3-1 1 0,1 1 9 0,-2-1-4 0,0 1-3 0,-2-1-12 15,-1 2 13-15,-1-1-8 0,1 4 16 0,0 0-4 16,4 3-9-16,0 1 6 0,-1 2-3 0,0 2 3 0,-4-1-1 0,0 2 1 0,1-1 2 0,1 2-19 16,3 1 23-16,-1-1-18 0,2 3 28 15,0-4-2-15,0 2-12 0,-1 1-11 0,1-2 12 0,0 1-10 16,1-2 19-16,2-2 1 0,0 0-5 0,2-1-13 0,0 0 17 0,2-2-14 0,1 1 15 15,0-1 5-15,1 0-7 0,0-2-7 0,2 1 13 16,3-2-13-16,1 2 4 0,2-3 2 0,0 0-5 0,1 0-11 16,-5-2 7-16,1-2-11 0,0 2-20 0,2-3-16 0,7 0-21 15,3-2-47-15,-1-2-34 0,-1 0 7 0,-1-1-117 0,-3 0 3 16,0-2-13-16</inkml:trace>
  <inkml:trace contextRef="#ctx0" brushRef="#br0" timeOffset="58545.68">24410 13183 1216 0,'-2'2'-151'0,"2"0"323"0,0-1-44 0,0 1-52 0,0 1 4 0,1 2 28 0,0 0-23 0,2 3 36 16,-1 0-13-16,1 1-23 0,1 1 0 0,0 1 0 16,3 2-13-16,1 1-17 0,0 3-16 15,1 0-14-15,0 2-25 0,0 1 8 0,0 1-8 16,1-2 13-16,-3-6-2 0,-1-1-7 0,0 3-45 0,-2-4-5 0,0 4-14 0,0-2-47 15,-1 0-17-15,0-3-19 0,-2-1-150 0,1 0-88 16,1 1-23-16</inkml:trace>
  <inkml:trace contextRef="#ctx0" brushRef="#br0" timeOffset="59891.09">25367 13276 824 0,'-3'-4'61'0,"-1"-2"4"15,-1 0 33-15,-1 0 1 0,1 3-9 0,-3-2-14 0,0-1 15 16,-1 3-29-16,-2-4 14 0,1 3-12 0,-2-1-13 0,1 1-14 15,2 0 14-15,-1 2-15 0,1-1 16 0,-1 2-12 0,1 1-14 16,0 0-6-16,0 1 12 0,1 1-7 0,1 0 7 16,1 2-3-16,-1-1-10 0,0 3-21 0,-1 2 11 0,3 1-12 15,-1 3 13-15,2 1-2 0,-2 4-8 0,1 3 0 0,1 2 3 16,-1 2-3-16,2 0 5 0,0-3-3 0,-1 0-1 0,2 1-3 0,0-2 4 0,2 1-2 16,0-1 3-16,0-6 1 0,1 1-4 0,0-3-16 15,2-1 3-15,1 1-7 0,-1-3-5 0,2 0 1 0,-1-1-3 0,2-1-18 0,-2 1 3 16,1-2-8-16,-2 2 0 0,-1-3 2 15,-2 2 4-15,0-4-13 0,-2 3 12 0,-1-1-6 0,-2-2 36 0,0 1 5 0,-2 0-1 16,0-1-8-16,-1-1 23 0,0 0-17 0,0 0 24 0,-3-2-3 0,4 0-10 16,-4-2 2-16,8-2-4 0,0 0 4 0,0-1 5 0,2 1 4 15,-3-1 2-15,0 1 1 0,3 0 16 0,1 2-11 0,3-1 13 16,1 2-5-16,1-1-8 0,1 1 2 0,-3 0 0 16,-1 1 4-16,1 0 4 0,-1 2-6 0,6 0-4 15,0 2-24-15,0-3 14 0,0 3-13 0,0-2 18 0,0 0-5 0,2 0-6 0,1-2-2 16,2 0 1-16,1 0 1 0,0-2 4 0,0-1 0 0,-2-3-5 0,4 0-5 15,-1 0 11-15,-1-2-9 0,2 1 9 0,2-1 0 16,0 0-6-16,1-1-9 0,-2 2 8 0,-1-2-8 0,-3 0 16 0,-2 1 1 16,0 0-5-16,0-1-10 0,-2 0 12 0,0 1-10 0,-3-1 21 15,-1 0-5-15,-2 1-6 0,-1 0 7 0,-1-1-2 0,1 0 4 0,-2-1 2 16,-2 2-2-16,0 2 0 0,-1 0-21 0,-2-1 21 0,0 3-18 16,0 0 27-16,0 3-3 0,-1 1-14 0,-1 3-15 0,1 1 19 15,-2 3-14-15,0 2 18 0,1 1 3 0,0 3-14 0,2 1 0 0,-1-1 19 16,1 1-15-16,-1-2 20 0,0-2-5 0,2 0-8 0,0 1-1 15,3-3 6-15,0 0-3 0,1 0 5 0,0 0-1 0,2-3-3 0,3 0-17 16,-1 0 10-16,1-1-10 0,2 0 10 0,-2-2-3 0,1-1-7 16,3-1-5-16,-1 0 5 0,2 0-3 15,0 0 9-15,-2 0-2 0,2-1-2 0,-1-1-22 0,0-1 8 0,0 0-12 0,1 2-1 16,-2-1-4-16,0-1-9 0,0 0-8 16,-2 1-3-16,0-1-1 0,0 0-26 0,0 0-1 0,1 0-7 0,0 0-51 15,1-1 5-15,-1-1-20 0,1-1-62 0,-1 1-5 0,0-1-28 16</inkml:trace>
  <inkml:trace contextRef="#ctx0" brushRef="#br0" timeOffset="60481.21">25685 13537 978 0,'-7'9'-128'0,"4"-7"239"0,-1 0-32 0,2 1-43 0,-1-1-9 0,1 0 18 16,-2 0-14-16,2-1 39 0,-1-1-9 0,-1 2-21 0,1-2-15 16,1 0 30-16,-2 0-31 0,2 0 28 0,-1-2-6 0,-1 2-15 0,3 0-14 15,-1-1 20-15,0 0-14 0,-1 0 37 0,2 1-3 0,-1-3-9 16,0 0-19-16,0 1 18 0,-1-1-17 0,1 0 12 0,1 0-6 16,0 0-15-16,1 1-10 0,0-1 7 15,0 2-9-15,0-2-2 0,1 3 2 0,0-1-4 0,2-1-11 0,-1 0 13 0,2 1-13 16,-1 0 16-16,2-1 0 0,2 2-6 0,-1 0-7 0,3 0 4 0,-1 0-3 15,2 2 6-15,-2-1 1 0,1 2-5 0,-1-2-5 0,0 0 9 16,0 0-7-16,0-1 6 0,-1 2 4 16,1-2-2-16,0 1-9 0,0-1 1 0,1 0-4 0,1 0 11 0,-1 0-2 0,0 0 2 0,0-1-12 31,0-1 8-31,2 2-6 0,1-1 11 0,0-1-4 0,0 0-6 0,1 1-7 16,-1 1 12-16,0 0-7 0,1 0 16 0,-1 0-3 15,0 1-9-15,2 2-6 0,2-1 4 0,-2 0-3 0,0 3 6 0,-1-1-7 16,-1 2-4-16,0 0-27 0,-1 0 16 0,-2 0-12 0,-2-2 32 15,-2 0-2-15,0 0-7 0,-2-3 6 0,0 1-2 0,0 0 6 16,-1-2 6-16,-2 1-3 0,1-1 0 0,-1 0 7 0,0 0-5 0,0 0 7 16,0-1-1-16,0-1-4 0,0 1 2 0,-1 0-16 15,0 0 11-15,0-1-7 0,-2 0 17 0,1 0-3 0,-1 0-8 0,-2 1-6 16,1 1 7-16,-1-2-4 0,0 1 14 0,0 0-1 0,1-1-3 16,-2 1 1-16,2-1 4 0,0 0-3 0,2 0-2 0,0-1-1 15,1 1-2-15,0 2-13 0,1-2 13 0,0 2-9 0,0 0 25 16,1 0-5-16,1 0-10 0,2 0-3 0,1 2 10 0,2-1-5 0,1 0 20 15,-1 2-10-15,4 1-8 0,0-3-9 0,0 1 11 0,-4 1-6 16,-1-2 14-16,2 1-4 0,1-2-13 0,8 0-13 0,2 0 14 16,0 0-12-16,-1 0 10 0,-2-2-11 0,0 0-15 0,-2-2-41 0,1 0-9 15,1-2-8-15,-2-2-87 0,2 0-34 0,0-1-43 0,-1 0-106 16,1-2 196-16</inkml:trace>
  <inkml:trace contextRef="#ctx0" brushRef="#br0" timeOffset="60761.34">26449 13326 1020 0,'-2'-8'99'0,"0"2"59"0,1 2-27 0,1 2-25 0,1 2-27 0,0 1-37 0,2 3 32 0,-2 2-37 0,1 2 55 0,0 2-13 0,0 2-19 0,1 0-30 16,-2 3 10-16,1-1-20 0,0-2 0 0,1 0 1 0,0 1-11 15,-1 0-8-15,3 1 21 0,-2-2-16 0,0-1 26 0,3-1-10 16,-2-2-12-16,2-1-15 0,2 0 9 0,1-3-7 0,1 1 19 16,-1-2-5-16,2 0-5 0,0 0-18 0,1-3 14 0,-6 0-11 15,-1-3 21-15,1 0-4 0,-1 2-10 0,4-3-16 0,0 1 14 0,-1-1-11 16,-2-1 21-16,-1 2-2 0,0-1-9 0,-2 2-4 15,-2-1 8-15,0 2-4 0,0-2 8 0,-1 2-2 0,0 1-7 16,0 0-1-16,0 0 4 0,-1 0-4 0,0 1 0 0,0 0 2 16,1 1 0-16,0-1-14 0,0 2 18 0,2-3-13 0,3 1 24 15,0 1-3-15,3 0-8 0,0-1-14 0,0 2 16 0,-1-3-12 0,-2 0 26 0,1 1-16 16,0-1-14-16,0 1-57 0,0-1 3 0,1 0-12 0,-3 0-6 0,1-1-10 16,-1 0-14-16,1-3-91 0,-1-1-63 0,3-3 11 0,2 0 59 15</inkml:trace>
  <inkml:trace contextRef="#ctx0" brushRef="#br0" timeOffset="60969.38">27049 13275 1444 0,'-10'15'-142'16,"5"-4"291"-16,-4-2-22 0,0 2-34 0,-1 4-12 0,-2 3 14 16,1 0-15-16,-1-4 6 0,-1 0-14 0,2-2-14 0,-1 1-33 0,3 0 6 15,0 2-13-15,3-4-3 0,2 0-6 0,1-2-8 0,3-3-2 16,0-1 1-16,4 2 0 0,1-4 11 0,2 3-5 0,1-1-1 0,0 0-13 15,0 1 5-15,-2-2-5 0,0 0 8 0,-3-2 2 16,-3 0-2-16,-2 0 0 0,-3 1 2 0,-4-1-2 0,-4 0-6 0,1 1-2 16,-3 1-4-16,0-1-23 0,-4 2-1 0,-1-2-8 0,-2 0-59 15,1 0-48-15,-1 0-41 0,1-2-325 0,3 1 321 0</inkml:trace>
  <inkml:trace contextRef="#ctx0" brushRef="#br0" timeOffset="62283.69">17831 16045 725 0,'-5'0'190'0,"-3"-1"-61"0,2-1-26 0,-1-4-57 15,1 1 13-15,-1-1-4 0,0 0-5 0,0-1-10 16,1-2 15-16,0 0-18 0,0-1 27 0,2-2-10 0,-1 0-13 0,2-2-21 16,-1-2 28-16,0-2-22 0,0-1 37 0,0-1-8 0,0 0-11 15,-1 2-5-15,2 1-3 0,-2-3 1 16,2 1-6-16,0-1-7 0,-1-1-4 0,1-1-5 0,0 2 0 0,-1-1-1 0,2 2-6 0,0 1-4 16,2-2-4-16,0-1 0 0,3 0 1 0,2-3 2 0,0 1 2 15,2 0 2-15,3-2-6 0,2-2-2 0,1-3 3 0,3 1-4 0,-2 1 4 16,2 7 0-16,0 1-1 15,-1 1-16-15,2 5 15 0,0-3-12 0,0 5 22 0,-3 6-4 0,0 2-11 0,-2 3-9 0,-2 1 4 16,-1 2-4-16,-1 5-3 0,-2 1-8 0,-2 3-8 0,0 2-12 16,-3 4 12-16,-1 0-6 0,-2-1 14 0,-2-2 7 0,0 1-8 0,-1 3 14 15,0 1 10-15,-1-2-7 0,0-2 12 0,2-1-3 0,-1-3-1 16,1 0 3-16,2-3-1 0,-1 0 4 0,3-5-7 0,0 3 1 16,3-4-6-16,0 2 0 0,1-1 12 0,3-3-10 15,1 1 9-15,-1 0 1 0,3 0-4 0,0-1-5 0,1 0 0 0,2 0 0 0,-1 0 13 16,0 0-4-16,1 2-1 0,0 0-7 0,-1-1 4 0,0 3-4 15,-3-1 7-15,-1-1 1 0,-2 2 1 0,0 0-10 0,0-1 4 0,-3 1-6 16,-2-1 9-16,0 1 2 16,-1 1 0-16,-2-1-6 0,-3 3 4 0,0-2-4 0,-1 1 6 0,-1 1 5 0,0-1 1 0,-4 0 3 15,-2 3 4 1,-2 0-3-16,0-1 4 0,-2 1-5 0,0-1-4 0,-2 1-7 16,0-1 6-16,1 1-4 0,-1 0 4 0,1-1 0 0,1 0-4 0,1-1-13 15,2 1 11-15,1-1-11 0,3-2 9 0,2-2 1 0,3 1-9 0,-1-1-29 16,3-2 4-16,0-1-17 0,2-1-39 0,1 0-11 0,0-2-16 0,1-1-61 0,2-1-38 0,0 0 6 15,4-4 59-15</inkml:trace>
  <inkml:trace contextRef="#ctx0" brushRef="#br0" timeOffset="62725.01">18434 15559 1340 0,'0'4'160'0,"-1"0"3"0,0-2-56 0,-1 5-60 0,1-1-2 0,-2 0-1 0,1 3 4 16,1-1 3-16,-1 0-7 0,-1 1-15 0,1 0-9 0,1-2-11 15,-1 1-7-15,1 2 5 0,-2 0-4 0,2 1 0 0,1 1 0 16,-1 1-3-16,0 0 0 0,1 2 3 0,0-2-2 0,0 3 1 16,1-1-4-16,0-1-8 0,2 1 4 0,-1-4 3 0,0-2 2 0,0 0-4 15,2-6-13-15,-2 3-15 0,0-6-41 0,0 0-7 0,1 0-6 16,-1-2-41-16,0 1-23 0,0 0-19 0,2-1-135 0,-1-1-47 16,2-5-26-16</inkml:trace>
  <inkml:trace contextRef="#ctx0" brushRef="#br0" timeOffset="63348.8">18816 15076 750 0,'-6'0'295'0,"5"0"-168"0,-1 0 164 0,1 0-200 0,0 0 6 0,0-1-44 0,1 1 7 16,-2 0-1-16,2 0-5 0,0 0-10 15,0 0 9-15,0 0-17 0,0 0-7 0,0 0-10 16,0 0-14-16,0-1-3 0,0 1 2 0,0 0 0 0,0 0 0 0,0 0-2 0,0 0-4 0,0 0-21 16,0 0-9-16,0 0-5 0,0 1-56 0,2 2-13 0,0 0-14 15,0 1-123-15,1 1-47 0,2-1-15 0,2 3 59 0</inkml:trace>
  <inkml:trace contextRef="#ctx0" brushRef="#br0" timeOffset="63531.73">18925 15464 1754 0,'-4'1'-133'0,"0"-1"215"0,1 0-38 0,-2 0-53 0,2-1 3 16,-1 1-12-16,1-1 16 0,-1 0-27 0,0-1-38 15,1 0-12-15,-1 0-138 0,3 0-16 0,0-2-7 0,1 2 90 0</inkml:trace>
  <inkml:trace contextRef="#ctx0" brushRef="#br0" timeOffset="64625.56">19416 15033 764 0,'-11'1'-128'0,"6"0"293"15,-1-1-39-15,1 2-37 0,-1-2-13 0,3 1 6 0,-1 0-12 0,1 0 14 16,1-1-9-16,-1 2-7 0,1-2-10 0,2 0 7 0,-1 0-11 0,1 0 16 16,0 0-8-16,0 0-6 0,0 0-28 0,0 0 7 0,0 0-12 15,2 0 11-15,1-2 3 0,-1 0 1 0,1 1-18 0,2-2 11 16,0 0-13-16,1 1 6 0,-1 1-2 0,3-2-10 0,0-2-2 15,1 2 8-15,0-2-8 0,1 0-4 0,0 0 2 0,1 1-3 0,0-2-15 16,-1 1 11-16,1-2-9 16,1 1 20-16,1-1-4 0,-1 4-7 0,3-4-11 0,-2 2 10 0,2 0-7 15,-2 0 6-15,0 0-1 0,-1 1-8 0,-5-1-10 0,-3 1-9 16,1 1 2-16,-2 1-18 0,5 0-12 0,-2 2-4 0,-2 0-66 0,1 0-30 16,-2-1-4-16,0 1-118 0,1 0-3 0,-1-1-16 0</inkml:trace>
  <inkml:trace contextRef="#ctx0" brushRef="#br0" timeOffset="65062.99">19454 15012 986 0,'-9'12'-138'0,"3"-8"309"0,1-2-49 15,-2 3-46-15,0 0-47 16,1 1 18-16,0 0-26 0,-1 2 26 0,1-3-1 0,1 2-5 15,-1 0-3-15,1-1 15 0,0 1-15 0,2-1 22 0,-1 0-5 16,1 1-9-16,1 0-5 0,-1 1 3 0,2 0-6 0,1 0-3 16,-1-2-10-16,1 2-9 0,0-2-5 0,0 2 12 0,1-2-5 15,2 1 20-15,-2-2-9 0,1 0-13 0,-1 0-16 0,1-3 11 0,1 2-8 16,-2 0 20-16,1-3-4 0,0 2-9 0,0-2-15 0,1 2 13 0,0-2-10 16,2 0 29-16,-1-1-5 0,0 2-5 0,2-2-23 0,1 0 18 15,2 0-15-15,0 0 25 0,2 0-2 0,0-2-11 0,2 1-5 16,0 0 1-16,2 0-2 0,2-2 1 0,-2 2 0 0,2-1-1 0,2 2-13 15,0-1 14-15,-1 1-11 0,-1 0 16 0,-7 1-2 0,-2 2-8 16,2 1 2-16,-1 0-1 0,5 2-2 0,-1 0-24 0,1 2 9 16,-3 0 1-16,0-1 12 0,-2 2 1 0,-1 0 1 0,-3 0 6 0,0 3-1 15,-2 1-3-15,-2-1-7 0,1 0 13 0,-4 1-11 0,1-4 11 16,-3 1 1-16,-1 2-7 0,-2 0-4 0,-4 5 8 0,0 0-6 16,-3 1 8-16,0-4 1 0,1-2-5 0,-1 1-6 15,0-1 3-15,-1-1-5 0,4-2 12 0,0-1-3 0,-4 0 0 0,0-2-3 0,-5 0-2 16,0 1 2-16,3-3 0 0,-1-2 0 0,2-1-1 0,2-1-26 15,-1-1 9-15,3-1-14 0,1-1-19 0,0-2-12 0,5 1-18 0,0-2-66 16,3-2-42-16,2-1-6 0,2-1-209 16,3 0 236-16,3-1-29 0</inkml:trace>
  <inkml:trace contextRef="#ctx0" brushRef="#br0" timeOffset="65513.69">19978 15258 1217 0,'-5'3'99'0,"-2"-1"84"16,1-1-64-16,1 1-11 0,0 0-20 0,2 1-18 0,0-1 19 0,1 0-29 0,0-1 10 0,0 0-17 0,0 2-21 15,0-2-32-15,1 0 16 0,0 2-19 0,0-2 18 0,0 2-3 16,1-1-11-16,0 1-15 16,0-1 13-16,0 1-13 0,0 0 11 0,1-2-11 0,0 1-14 15,1 0-58-15,2-2-11 0,-1 0-13 0,3-2-129 0,2-1-53 0,1-6-64 0</inkml:trace>
  <inkml:trace contextRef="#ctx0" brushRef="#br0" timeOffset="66264">20308 14898 459 0,'-4'3'125'0,"-2"-1"11"0,2 1 21 0,-1 0-62 0,0-1 48 0,1 3-23 16,1-2-30-16,-2-1-12 0,3 1 1 0,-1-1-12 0,-2 1 5 16,2 0-14-16,-2 0-5 0,0 0-13 0,1 1 4 0,0-2-3 15,1 2 10-15,0 0-6 0,0-1-7 0,0 2-15 0,0-1 10 0,1 2-10 16,0 2 2-16,1-2-1 0,0 2-10 0,-1 1-17 0,0 0 12 15,1 1-14-15,-1-1 14 0,1 1-3 0,1 0-6 0,0 2-6 16,1-1 6-16,1 1-3 0,1 1 11 0,1-3-2 0,1 0-8 0,1 0-3 16,0-1 5-16,2 0-1 0,-1 0 5 0,1-2-4 0,0-1-4 15,1-1-5-15,-1 0 8 0,1-1-4 0,-1-1 3 0,0-1 5 16,-2 0-3-16,2-2-10 0,-1 0 17 0,0-2-15 16,-2 0 17-16,1 1 3 0,1-3-5 0,-2-1-14 0,1-1 14 0,1 1-12 15,-2-2 27-15,2 2-7 0,0-2-5 0,-2-1-17 0,1 2 13 16,0 0-9-16,-2-1 23 0,-1 0 2 0,1 0-8 0,-3 2-8 0,0-1 22 15,-1-2-17-15,0 0 32 0,0 2-7 0,-2-2-13 0,0 0-12 0,-2 2 4 16,0 0-5-16,-1-2 5 0,0 2-2 0,-1-3-3 0,-2 1-6 16,0-1 6-16,0 1-6 0,-1-2 8 0,0 1-3 0,1-1-3 0,-4 0-8 15,1-1 5-15,0-1-4 0,-2 0 7 0,3 1 0 16,0 2-6-16,2 1-17 0,2 1 19 0,-1 2-16 16,0 3 11-16,3-1-10 0,-1 2-20 0,1 1-45 0,1 0-2 0,0 1-14 0,2 1-71 15,0 0-37-15,0-1-37 0,2 1-237 0,3 1 285 0</inkml:trace>
  <inkml:trace contextRef="#ctx0" brushRef="#br0" timeOffset="68968.91">21823 14467 811 0,'-4'-4'223'0,"-1"1"-73"16,2 1-22-16,1 1-71 0,0 1 33 0,1 1-16 15,0 1-20-15,1 2-20 0,0 1 23 0,0 2-28 0,0 2 15 0,0 0-10 16,1 1-18-16,0 2-9 0,1-1 17 0,0 2-13 0,-1 0 22 16,1 1-3-16,-1-1-11 0,3 4-17 15,-1 1 13-15,2 2-14 0,0 4 18 0,1 0-6 0,-1 1-6 0,0 0-16 16,0-1 16-16,0 0-12 0,-1 0 17 0,0-2 1 0,0-4-14 0,0-1-8 16,-1 1 17-16,-1-1-14 0,2 1 22 0,-2-4-9 15,1-4-6-15,1 1-9 0,0-5 2 0,1 2 2 0,-1-2 15 0,0-2-2 16,-1 1-5-16,0-1-4 0,-1 0-3 0,1-2 1 0,-1-1 2 0,-1-1 2 0,-1 0 2 15,0 0-4-15,0 0 3 0,0 0-2 0,0 0 7 0,0 0 2 16,-2-1-4-16,0-3-19 0,-1 1 20 0,1-3-17 0,0 3 25 16,0-5-7-16,-2 3-8 0,1 0-12 0,0-2 12 0,-2 2-7 15,2-1 21-15,-2-1-4 0,1 2-7 0,0-1-5 0,0 1 3 0,-1 0-3 16,1-1 2-16,-1 3 1 0,1 0-2 16,-2-1-3-16,1 2 1 0,-2 0 0 0,0 0 10 0,0 0-2 0,1 1 0 0,-1 1-20 15,0 0 18-15,0 0-14 0,1 1 26 0,-2 1-8 0,1-1-10 0,0 0 2 16,2 1-1-16,-1-1 3 0,1 0 7 0,-1 0-3 0,-1 1-1 15,2 0-20-15,-1 1 14 0,0 1-12 0,2 0 26 0,-1-2-1 16,2 2-7-16,0-2-10 0,-1 4 5 0,2-3-6 0,-1 3 9 0,0-1 0 16,0 0-2-16,0 0-10 15,-1 3 11-15,2-2-7 0,1 0 13 0,0 2 4 0,1-1-7 0,-1 1-16 16,1 0 17-16,0-1-17 0,0 0 16 0,2 0 2 16,1-2-8-16,1-1-3 0,1 2 8 0,1-3-7 0,0 2 5 0,0-3 6 15,1 1 1-15,1-2-17 0,1 2 14 0,0-2-13 0,1-1 21 0,-1 0-1 0,-1 0-8 0,2 0-17 16,-1 0 18-16,1 0-15 0,-1 0 25 15,0 0-6-15,0 0-10 0,1 0-4 0,-1-1 6 0,-1-1-1 0,0 1 4 0,-2 0 2 0,1 0-4 16,0 1-13-16,0-2 14 0,-1 0-12 16,1 0 23-16,-1 0-10 0,-1 1-9 0,1-2-17 0,-2 2-4 0,2-2 0 15,-1 1-22-15,-2 0-11 0,1 0-10 0,0-1-79 0,0-1-40 0,0-1-16 0,-1 1-5 16</inkml:trace>
  <inkml:trace contextRef="#ctx0" brushRef="#br0" timeOffset="69301.72">22221 14853 1125 0,'0'3'76'0,"0"1"31"0,1 1-36 0,0 1-10 0,-1 2-19 0,1 0-21 15,0-3 31-15,-1 1-33 0,1-2 51 0,-1 0-10 0,0-1-15 0,-1 0-27 16,1 0 11-16,0-1-19 0,-1 0 3 0,1-1 1 0,-1 0-11 0,0 2-8 16,0-2 18-16,0 0-15 15,-1-1 23-15,2 0-6 0,0 2-7 0,0-2-13 0,0 0 9 0,0 0-7 0,2 0 8 0,-1-2-9 0,0 1-12 16,0 0-37-16,1-3-6 0,-1 0-6 0,2-1-46 0,-2 0-15 15,-1-1-21-15,1-1-31 16,-1 1-24-16,-1-1 11 0,-2-2-69 0,-1 2 146 0,1-2 1 16</inkml:trace>
  <inkml:trace contextRef="#ctx0" brushRef="#br0" timeOffset="69684.97">22581 14341 909 0,'-3'12'-422'15,"-3"-11"789"-15,-1 0-104 0,2 1-148 0,-3-1-50 0,1 2 27 16,2-3-35-16,-2 2 45 0,1-1-13 0,1 1-23 0,-1-1-13 15,-1 2 2-15,1-3-14 0,-1-2-16 0,-1 2 0 0,2 0-6 16,0 2-9-16,-1 1 14 0,0 3-14 0,0-3 9 0,1 2-7 16,0 1-12-16,0-1 7 0,2 2 8 0,1 1-2 0,-1 1 1 0,3 1 2 15,-1 1-9-15,1 1-14 0,1 2 16 0,-1-1-16 0,1 3 19 16,0 0-1-16,1 0-4 0,0 2-12 0,1-1 7 16,1 1-7-16,2 2 4 0,-2 0 4 0,3 1-6 0,0-1-12 0,-1 3 26 0,1-2-21 15,0-2 22-15,1-3-3 0,1 0-8 0,2-2-2 16,0 1-4-16,-1-3 1 0,0 2-24 0,-1-1-14 0,0-1-11 15,0-1-21-15,0-2 19 0,0-3-8 0,-2 0 34 0,1 0-15 0,0-1-21 0,-2 0-30 16,1-1-11-16,0-3 2 0,-6-1-51 0,0 0-16 0,-2-1-24 16</inkml:trace>
  <inkml:trace contextRef="#ctx0" brushRef="#br0" timeOffset="69863.39">22465 14845 706 0,'-2'3'99'0,"2"1"41"0,0-1-64 0,0-1 46 15,1-2-13-15,0 2-18 0,2-2-9 0,-2 0 0 0,1 0-13 16,0 0-16-16,2-2-11 0,-1-2-11 0,3 3-19 0,0-3 6 0,2-1-9 16,0-2-2-16,1-5-7 0,1-2-5 0,3 1 0 0,-1-2-17 15,1-1 11-15,0 1-51 0,-5 0-3 0,-2 1-12 0,2 0-36 16,-1-1-7-16,6 1-10 0,1 0-79 16,-2 1-13-16,2-1-24 0</inkml:trace>
  <inkml:trace contextRef="#ctx0" brushRef="#br0" timeOffset="70047.17">22818 14413 366 0,'0'-11'119'0,"-3"-2"30"0,-2 5 9 16,1 2-54-16,-1 1-1 0,0 3-12 0,-1 1-16 16,-1 1-28-16,2 3 15 0,0-2-24 0,0 5 29 0,-1 1-10 15,1-1-14-15,1 4-10 0,1 2 7 0,-1 1-8 0,1-1 3 16,1 2-10-16,0 2-4 0,1 0-5 0,1 2 14 0,0 2-4 0,1-1 25 16,3-1-16-16,-1 2-14 0,1 1-19 0,0 2 4 0,1-1-5 15,0 1 3-15,2-4 3 0,0-1-2 0,1 1-39 0,1 1-72 0,-1 0 24 16,0-1-114-16,0-1 32 0,-1-4 55 0,0-3-171 0,-1 0 185 15</inkml:trace>
  <inkml:trace contextRef="#ctx0" brushRef="#br0" timeOffset="70205.03">22737 14830 1000 0,'-1'0'115'0,"1"-1"-29"15,2 0 24-15,1 1-67 16,1-1 25-16,1 1-3 0,-1-2-15 0,2-3-17 0,0 0 10 0,1-3-22 0,1 1-11 0,1-2-3 15,1-1-3-15,2-1-12 0,2-2-8 0,-1 1-3 0,3-1-71 16,0 0-36 0,1 0-39-16,0-1-247 0,1 0 259 0</inkml:trace>
  <inkml:trace contextRef="#ctx0" brushRef="#br0" timeOffset="70381">23355 14636 1334 0,'9'25'-122'0,"-6"-12"267"0,2 0-30 0,-2 0-38 0,0 3-5 16,0-1 12-16,-1-1-17 0,0 1 1 0,-2-3-21 0,0-1-17 31,0 1-20-31,0-2-1 0,-2-1-1 0,1 0 6 0,-1-3-4 16,-2 1-2-16,2-4-12 0,0 0 7 0,-1 0-5 0,1-2 0 16,1-1-19-16,1 0-17 0,0-3-110 0,0-3-62 0,0-3-13 0,0-3-26 15</inkml:trace>
  <inkml:trace contextRef="#ctx0" brushRef="#br0" timeOffset="70506.72">23390 14507 723 0,'-4'-2'285'15,"0"4"-162"-15,-3-1 170 0,-1 1-241 16,1 2 31-16,1 0-63 0,-1 2 30 0,-1-2-14 0,0 0-15 0,-2-3-23 0,1 2 14 16,1 0-14-16,0-2 10 0,2-1-24 0,1 0-23 0,2-1-100 15,1-2-33-15,2 0-13 0,0 1-157 0,3-3 197 0,3 2-19 0</inkml:trace>
  <inkml:trace contextRef="#ctx0" brushRef="#br0" timeOffset="70762.95">23641 14670 646 0,'5'14'134'0,"-4"-3"-112"16,-1 0 19-16,-1-1 7 0,-2 1 27 0,1-4-18 15,-2 2 54-15,-2-2-14 0,2-2-20 0,-3 1-14 0,0-4 0 0,0 0-12 16,1-2-8-16,0 0-7 0,0-2-8 0,6-2-14 0,0-3 20 15,2-2-13-15,1 0 28 0,-3 0-6 0,0-1-13 0,1-1 1 16,2 0 3-16,-3 0-3 0,0 2 4 0,3 0-2 0,0 1-3 0,6 3-9 16,1-1 3-16,-1 2-5 0,1 1 3 0,0 2-2 0,0 1 1 15,3 3-20-15,-2 1 10 0,0-1-11 0,-1 2 14 16,0 4-1-16,1-1-6 0,-1 1-6 0,1 1 9 0,0 1-8 16,0-1 8-16,2 0-2 0,-3 3-6 0,1 0-24 0,-1 1 3 0,0-3-8 0,-1-2-5 15,-1-4-33-15,-1-1-22 0,0-1-203 0,-3-1-95 16,-1-2-31-16</inkml:trace>
  <inkml:trace contextRef="#ctx0" brushRef="#br0" timeOffset="71497.64">24388 14608 446 0,'-3'7'184'0,"0"0"59"0,0 0-136 0,0 4 6 0,0-4-20 0,1 2-21 16,0 0-25-16,0-1 2 0,0 0-13 0,0 1-9 0,1-4-4 0,0 1-8 0,1 1-23 16,-1-2 18-16,1-2-18 0,0 1 20 0,-1-1-3 0,1-1-8 0,0-2-6 15,0 0 7-15,0 0-2 0,0 0 21 16,0 0 2-16,0 0-5 0,0-1-3 0,0-1 11 0,0-1-11 0,-1 0 9 0,0 0 0 15,-1-1 1-15,1 0-2 0,-1-2 9 0,0 0-5 0,-2 1 11 16,2 0-8-16,1 0-13 0,-1-1-16 0,1 2 18 0,0-3-15 16,1 4 15-16,0-3-4 0,1 4-11 0,1-2 1 0,1 2-4 15,2 0 3-15,-1 1-3 0,2 0 2 0,-1 1 1 0,1 0-19 16,-1 1 24-16,0 2-21 0,1-3 28 16,-1 1-2-16,2 0-8 0,0 0-6 0,0 2 1 0,1-2-1 15,-2 0 0-15,2-1 1 0,0 2-1 0,0-2-4 0,2 0 11 0,1 0-7 16,0 0 11-16,2-2-4 0,-1 1-7 0,2-1 2 0,1-2-1 15,1 3 3-15,-1-3 0 0,-2 0-1 0,-5 1 3 0,-1-1-9 16,1 2 3-16,-3 1-4 0,6-2 5 0,0 0 0 0,-4 2 0 16,0 0 3-16,0 0 0 0,-4 1 1 0,1-2-1 0,-3 1 2 15,-1 0-4-15,0 0 6 0,0-1 0 0,-3 1-1 0,1-2-4 0,1 3-2 16,-1-2 1-16,-2 1-3 0,2-2 1 0,0 2-1 0,-1-1 11 16,1 2-5-16,0 0-1 0,0 0-18 0,0 0 13 0,1 0-9 15,0 2 20-15,-1-1-4 0,1 2-9 0,0-1-12 0,0-1 17 16,1 2-12-16,0 1 20 0,0-2-2 0,0 1-10 0,0-1-5 0,0 1 7 15,1 0-4-15,0-1 10 0,0 1 0 0,2-1-3 0,-2 0-5 16,1-1 6-16,0 1-5 0,-1 0 0 0,3-1 2 0,-1 0-4 0,0 1-14 16,1-2 24-16,-1 0-17 0,2 0 30 0,-2 0-7 15,2 0-12-15,-1 1-9 0,1-1 8 0,-1 1-7 0,1 0 18 16,-1-1-7-16,-1 2-5 0,0-2-56 0,-1 1-2 0,-1 0-17 16,1-1-73-16,0 1-59 0,1-1-45 0</inkml:trace>
  <inkml:trace contextRef="#ctx0" brushRef="#br0" timeOffset="72998.53">25070 14580 256 0,'-13'10'3'0,"5"-5"60"0,1-1-10 0,-1 1 8 0,1-1-23 0,0 1 36 15,2-3-32-15,-1 1 57 0,1-1-5 0,2 0-18 0,-1-1-6 16,-1-1 21-16,1-1-26 0,-1-1 37 0,2 1-16 0,-2-1-21 16,2 2-26-16,0-2 16 0,0 0-25 0,1 1 13 15,1-1-9-15,0 1-12 0,-1-2-7 0,2 2 6 0,0-1-7 16,0-2 4-16,1 0-5 0,1-1-5 0,2 0-12 0,1 0 12 15,-1-1-11-15,3 0 9 0,-2 0 0 0,0-1-5 0,2 1-1 16,-3-1 0-16,1-2 0 0,1 2 11 0,-2-1-3 0,1 2-3 16,-2-1-8-16,-1 0 13 0,-1 1-10 15,-1 0 24-15,-1 0-10 0,0 1-9 0,-2-1-13 0,-1 1 10 0,1 1-4 16,0 1 19-16,-2-1-2 0,1 1-8 0,-1-1-11 0,-2 1 9 16,2 1-8-16,-2 1 5 0,0 1 4 0,1 1-4 0,0 2-10 15,-1 2 8-15,-1-1-9 0,0 3 10 0,1 0 3 0,-1 2-4 0,0 1-15 0,-2 2 20 16,1 0-16-16,0 1 23 0,0 0-9 0,1 2-11 0,0-1 1 15,-1 1 3-15,1-1 1 0,3 0 10 0,-1 1 0 0,4-1-4 16,0 0-13-16,2-4 20 0,2 1-17 0,0-2 21 0,2 0-4 0,3-4-10 16,1 0-2-16,1-1 2 0,2-2-2 0,1 0 7 15,0-2 0-15,0 0-4 0,1-4-13 0,-1 0 17 0,0 1-13 0,2-3 10 16,-1 2-17-16,0-2-19 0,0 1-21 0,1-1-12 16,-1 0 4-16,1 1-57 0,-1-2-26 0,-2 2-24 0,0 0-211 0,-4-2 233 15</inkml:trace>
  <inkml:trace contextRef="#ctx0" brushRef="#br0" timeOffset="73359.89">25283 14467 661 0,'-5'1'88'0,"0"0"131"0,0 3-151 16,2 1-5-16,0 3-26 0,-2 1 15 0,2-1 25 0,-1 2-25 15,1 0 14-15,0 0-18 0,2 1-21 0,-2 0-21 0,2-1 7 16,0-1-10-16,1 0 15 0,0-2-5 0,0 0-6 0,2-1-17 16,-1-3 22-16,3 1-20 0,-1 0 29 0,-1-3-6 15,2 1-14-15,-1-2-2 16,-1 0 22-16,2-3-17 0,-2-1 51 0,0 0-8 0,0-1-16 0,1 1-10 0,-1-3 5 0,1 2-10 16,0 0 17-16,0-3-2 0,-1 3-3 0,2-2-17 15,-2 0 19-15,0 2-21 0,1-2 20 0,1 1-8 0,-2 2-15 0,3-1-3 16,-2 1 5-16,1 1-5 0,1 1 2 0,-2 1 0 0,1 1-1 15,-2 0-3-15,1 0-1 0,-1 0 2 0,1 2 8 0,-1 1-3 16,0 0 0-16,0 3-15 0,1-1 10 0,-2 2-7 0,0-1 18 16,0-1-2-16,-1 0-8 15,1-1-18-15,0 1 3 0,0-3-9 0,2 0-19 0,-2-1-9 0,2-1-14 0,-1 0-45 16,3-1-25-16,-2 1-5 0,1-3-134 0,-1 2-17 0,-1-2-31 0</inkml:trace>
  <inkml:trace contextRef="#ctx0" brushRef="#br0" timeOffset="73597.42">25456 14562 573 0,'0'0'109'15,"0"-2"128"-15,0 0-97 0,1-1-14 0,1 1-37 0,4-5-12 0,2 1 36 0,1-3-44 0,4-3 28 0,3 1-14 0,1 1-22 16,4-5-36-16,-1 4 9 0,-5 1-21 0,-1 1 18 16,0 1-7-16,-2 3-8 0,7 1 1 0,-2 4 5 0,-1 3-5 15,0 1 15-15,-3 3-1 0,-2 0-2 0,2 2-19 0,-2 0 19 16,-1 2-21-1,1 1 32-15,-2-2-14 0,0 1-13 0,0 2-19 16,-3-3 11-16,-2 3-10 0,0 1 14 0,-2-3-7 0,-1-3-15 0,0-1-22 0,0-3-7 0,0 0-3 16,3-2-65-16,-2-2-13 15,4 0-6-15,2-2-104 0,2-4-66 0,1 1 1 0</inkml:trace>
  <inkml:trace contextRef="#ctx0" brushRef="#br0" timeOffset="74480.94">26543 14135 756 0,'-7'-2'-13'0,"2"0"24"0,1 2-1 0,0-2-6 0,-1 2-17 16,1-1 19-16,-1-2-19 0,1 2 32 0,-1-1-8 0,2 0-8 16,1 1-18-16,-1-1 24 0,1 1-11 0,1 1 76 0,0-1 2 15,0 1 0-15,1 0-11 0,-1-1 23 0,1 1-21 0,0 0 17 16,0 0-6-16,0 0-11 0,0 0-21 0,0 0 10 15,-4 2-13-15,3-1 11 0,-1 2-10 0,1-1-7 0,-2 0-30 16,2 0 21-16,0 2-16 0,-1 0 32 0,1 2-10 0,-1 0-13 0,1 1-3 0,-1 1 6 16,2 1-4-16,0 0 2 0,0 0-6 0,2 2-7 0,-1 3-2 15,1 0-3-15,0 3 3 0,0 0-2 0,1 1 1 0,-2 2-3 0,1 3-14 16,0-1 14-16,-1 1-11 0,0-1 24 16,-1 0-5-16,0-3-6 0,0 1-19 0,2-3 14 0,-2-4-12 15,1 1 23-15,-1-1-3 0,0-3-5 0,0 3-9 0,-1-3 6 16,-2 0-4-16,2-2 15 0,-1-3-4 0,1 0-5 0,0-2-12 15,0-2 15-15,-2 1-9 0,2-2 22 0,0 0-2 0,0 0-10 0,0-1-16 16,1-1 14-16,-1-2-12 0,1-3 23 0,0 0-4 0,0-2-7 16,1-2-13-16,-1 2 9 0,1-2-6 0,1-3 15 0,0 2-1 0,1 0-5 0,1-3-10 0,1 1 10 15,-1 2-7-15,3 0 23 0,1 2-6 0,0 1-9 16,2 0-3-16,0 2 2 0,0 1-1 0,0 1 4 0,-2 1 5 0,1 2 2 0,-5-1-19 16,1 2 19-16,1 1-17 15,-2 0 21-15,6 1 0 0,-1 2-12 0,0 0-7 0,1 3 12 0,0 0-10 0,0 2 12 0,1 1-2 16,-1 0-7-16,-1 2-8 15,-2 1 7-15,0-2-4 0,1 1 12 0,0 0-2 0,0-1-7 0,0 1-9 0,-3 1 12 0,0-2-8 16,-1 2 16-16,0-3-7 0,-1 1-9 0,-1-1 4 16,0 0-3-16,1 0 2 0,-3 1-47 0,1-2-5 0,-1-1-23 15,0 0 42-15,-1-1-12 0,1-2 8 0,0 0-104 16,0 0-16-16,0-3-29 0,0 1-117 0,-1 0-67 0,2-2-17 0</inkml:trace>
  <inkml:trace contextRef="#ctx0" brushRef="#br0" timeOffset="74993.52">27091 14093 1001 0,'-1'-3'237'0,"-3"2"-173"0,2 1 53 0,-1 0-68 0,2 1 16 0,0 3-39 16,-2 0 48-16,3 1-11 0,-2 0-7 0,1 3-17 0,1-2-6 15,0 3-4 1,0 2-11-16,0 0-3 0,2 1 0 0,-1 1-11 0,3-2 3 16,-2 3-4-16,1 0 5 0,1 2 0 0,0-2 2 0,1 2-17 15,-1-2 10-15,1 3-10 0,-1-2 12 0,-1-1 3 0,1 2-7 0,-1-3-9 16,1-3 15-16,-1-5-12 0,0-1 18 0,1 0-10 0,-2-2-11 0,-1 3 0 0,0 0 4 15,-1-1 3-15,-1 0 17 0,0-3-4 0,-1 1-6 0,-1-2-14 0,0 1 13 0,0-1-10 0,-2 0 17 16,1-1-2-16,-1-1-5 0,0 0-11 0,-2-3 10 0,0 2-6 16,0-3 9-16,1 2 2 0,-1-1-10 0,0 0 1 0,-1 2 8 31,4 1-6-31,-1 2 2 0,-1-2-3 0,-1 1-4 0,-7-2-1 0,2 3 3 0,1 0-1 0,1 4 5 0,2 0 0 16,0 0-3-16,0 0-17 0,1 4 17 0,1-2-14 0,0 4 26 0,2 0-6 0,1 2-9 15,1-1-10 1,1 1 13-16,1-2-7 0,0 0 22 0,1-3-6 0,1 1-9 0,3-2 5 0,-1 2 0 0,3-1 3 0,0-3 7 0,2 1 2 31,0-2-2-31,2 1-17 0,2-2 16 0,2 0-14 0,1-1 17 16,-2 0-2-16,-4-1-10 0,-1 0-17 0,0-1 22 0,0 0-18 15,6-2 25-15,-2-1-7 0,2 2-11 0,2-4-32 0,-3 0-17 16,1-2-2-16,-1-1-79 0,-2-1-19 0,-2 0-19 0,1-2-169 0,0 0-67 16,1-3-36-16</inkml:trace>
  <inkml:trace contextRef="#ctx0" brushRef="#br0" timeOffset="75180.1">27366 14060 861 0,'-3'-2'84'0,"-1"2"26"15,1 0-5-15,0 4-16 0,-1 1 2 0,1 1-4 16,-1 0-13-16,1 4-21 0,0-1 36 0,0 3-42 0,1-1 46 16,1-1-22-16,1 3-22 0,0 3-14 0,1-2 8 0,3 2-9 0,-1 1-8 15,0 1-3-15,2 1-12 0,0 2-11 0,0 2 11 0,-1-3-11 16,1 3 7-16,-1-2-1 0,1-6-4 0,0 0-46 0,0-2-28 15,1-1-6-15,-1 3-153 0,1-3-82 0,-1-2-64 0</inkml:trace>
  <inkml:trace contextRef="#ctx0" brushRef="#br0" timeOffset="76113.81">28210 14117 438 0,'-5'-2'142'15,"-1"1"61"-15,2-2-128 0,-2 0 39 0,2 2-6 0,-2 0-17 0,-1 0-28 0,-1-1 28 0,-1 1-43 16,-1-2 21-16,1 2-13 0,0 1-17 0,0 0-6 0,0 0 0 0,0 0-2 15,0 3-5-15,2-1-4 0,-2 0-7 0,0 3-3 16,5 0 5-16,0 1-4 0,-1 2 4 16,2 1 3-16,-7 1 1 0,-1 2-6 0,0 2-2 0,0 0-1 0,2 2-4 0,2 1-1 0,2 2-2 0,1 0-6 15,1 1 10-15,1-2-9 0,2 0 5 16,1-1 0-16,2-2-5 0,1-1-8 0,2-5 4 16,2-4-5-16,4-1 17 0,0-3-7 0,3 1-1 0,0 0-16 0,-5-4 6 0,2 0-6 0,-2-3 14 0,0 0 2 15,4-2 0-15,3 1-6 0,0-2 4 0,-2 0-3 0,-3-4 14 16,-1-1-3-16,-1 3-1 0,0-2-16 15,1 2 12-15,-4 0-9 0,1 1 16 0,-2 1 2 0,1 1-5 0,-2 2-19 16,0 2 14-16,-2 0-14 0,0 0 24 0,0 3-3 0,-2 0-7 0,0 3-2 0,-1 0 3 16,-1-1-1-16,0 3 6 15,0-1-6-15,-1 1-2 0,2-1-5 0,0 1 6 0,3-1-2 0,0-1 10 0,0 0-1 0,2-3-7 0,2 2-10 16,2-2 13-16,1 0-8 0,1-2 19 0,0 1-4 0,-1-4-8 16,2 1-3-16,-2-1 6 0,0 1-3 0,-1-1 24 0,-2 2 7 15,-2-2 1-15,-2 2 9 0,0-4 13 0,-2 3-11 16,-1-2 10-16,-1 2-2 0,-3-1-7 15,0 0-29-15,-2-2 15 0,-2 2-20 0,-2 0 6 16,0 1-3-16,-1 0-12 0,-1 3-6 0,-3-1 9 0,0 2-9 16,2 0 5-16,1 1 4 0,-1 0-4 0,2 0-36 0,1-1-2 0,1 0-14 0,1 0-25 0,2 0-8 0,2 0-7 0,2-2-49 15,2 1-20-15,1-3-6 0,2 1-126 0,3-2-33 0,3 1-44 0</inkml:trace>
  <inkml:trace contextRef="#ctx0" brushRef="#br0" timeOffset="76945.84">28671 14130 351 0,'0'5'117'0,"-1"0"-55"0,0 2 51 0,-3-2-9 0,1 1 30 16,-2-1-38-16,0 2 40 0,-1-2-21 0,2 0-28 0,-4 0-35 0,1-1 30 15,1 1-39-15,0-4 37 0,0 3-18 0,2-2-23 0,-2 0-19 16,1-2 12-16,2 0-16 0,0 0 22 0,0-1-7 15,1 0-11-15,0-2-6 0,1 0 15 0,0 1-15 0,1-2 24 16,0 1-4-16,0-2-10 0,0 2-16 0,0-1 11 0,0 0-15 16,0 0 24-16,0 0-2 0,1 2-6 0,0-2-8 0,1 1 5 15,0 1-11-15,0 2 7 0,0-2-7 0,0 2-3 0,0 0-3 16,-1 0 1-16,1 2 0 0,-1-2 1 0,0 1 0 0,0 1 1 16,1 0-8-16,2 0 5 0,-2 0-5 0,1-2 12 0,2 1-2 15,-1 0-4-15,1-1-15 0,1 0 16 0,0 0-11 0,1-2 30 0,2 2-8 16,-1-3-10-16,-2-1-5 0,2 2 0 0,-2-1 0 0,1-1 5 15,-1 2 3-15,1-1-3 0,0-1-9 0,-2 0 7 0,1 2-7 16,0-1 18-16,-2-1-6 0,1 3-1 0,0 0-12 0,0-2 7 16,-1 2-5-16,1 0 24 0,0 0 3 0,1 1 0 0,1 0-18 0,1 0 5 15,-1 2-7-15,1 1 7 0,-1 0-1 0,1 4-3 0,0-2-6 16,-2 1 4-16,1 2-4 0,-2-2 7 0,0 0-3 0,0 0-3 0,-1-2-11 16,3 0 15-16,0 0-9 0,2-3 16 0,0 0-1 15,1-1-10-15,2 0-5 0,2 0 7 0,1-1-7 0,1 0-4 16,0-1 0-16,-2 0-9 0,1-1-16 0,0 1 5 0,-3-2-7 15,-2 0 4-15,-2 0-1 0,-2 0-5 0,-1 2-13 0,-1-2 16 16,-2 0-12-16,-1 1 23 0,-4 1 3 0,-1-1-4 0,1 1 2 0,-1-1 14 16,6 1-8-16,-1-1 13 0,0 0 1 0,1 2-10 0,0 0-9 15,2-2 22-15,-3 2-18 0,1 0 27 0,-1 0-4 0,0 1-11 16,-1 0 6-16,1 0 2 0,-1 2 1 0,1 2 2 0,-1 0 14 16,2 2 2-16,-1 1 2 0,0 0 30 0,1 2-25 0,1 0 28 15,2 1-7-15,-1 2-12 0,3-1-6 0,2 1 3 0,1 2-4 0,3 0-5 16,0 0-5-16,1 0-9 0,-1 0-5 0,2 0 4 0,-2 1-5 15,1-1 2-15,-2-2 0 0,-1 1-2 0,0-1-13 0,1-3 11 16,-2 1-10-16,-2-1 17 0,-2-1 0 0,0 2-7 0,0-4-10 16,-2-1 7-16,1-2-6 0,-3 1 11 0,-1-2 0 0,0 0-5 0,0-1-4 15,-1 0 7-15,0-1-4 0,0 0 8 0,-1-1-2 0,0 0-6 16,-1-5-7-16,-2 3 12 0,0-5-8 0,-2-1 14 0,1 0-5 16,-1-1-7-16,-1 0-10 0,2-2 20 0,-2 1-13 0,1-4 23 15,2 1-5-15,0-5-11 0,1-3 0 0,2 2 3 0,0-3-1 16,1 2 8-16,3 2-5 0,1 0-5 0,1 1-3 0,1 0 4 0,-1 3-3 15,3 2 4-15,-1 4 0 0,0 1-4 0,-2 3-12 0,1 1 15 16,-2 0-11-16,-1 2 22 0,-1 1-1 0,0-1-11 0,0 2-11 16,0 0 12-16,-1 0-10 0,1 0 17 0,0 2-2 0,-1-1-7 15,2 1-6-15,0 4 1 0,-1-3-2 0,2 3 11 0,-1 1-1 16,0 0-2-16,1 2-4 0,-1 1 4 0,-1 1-4 0,0 0 0 0,0-1 2 16,-1 0-1-16,1 0-5 0,-1-1 9 0,-1 2-5 0,1-1 12 15,-1-1-4-15,0 0-6 0,-1 0-2 0,-1-2 2 0,0 0 0 16,-2-2 1-16,1-3 4 0,-2 2 0 0,1-1-9 0,-1-2 8 15,2-1-9-15,0 0-1 0,0-1-5 0,2-3-9 0,0 1-20 0,1-3-9 16,1 0-5-16,2-3-84 0,1-2-50 0,2 0-42 0,3-2-337 16,2-1 348-16</inkml:trace>
  <inkml:trace contextRef="#ctx0" brushRef="#br0" timeOffset="77169.33">29794 14060 1218 0,'-26'4'-144'0,"9"-2"311"0,1 1-35 16,-2 3-47-16,-3-1-21 0,1 2 25 0,-4 2-32 0,1-2 17 16,-1 0-18-16,3 0-25 0,1 2-8 0,7-1 16 0,4-2-15 0,0 2 23 15,5-4-14-15,-4 0-14 0,3-3-16 0,3 0 2 16,2 1-5-16,6-2 6 0,-1-2-1 0,4 0 3 0,4-3-8 16,-7 1 1-16,3-3-1 0,4 2 2 0,0-1-8 0,9 1-6 0,2 1-26 15,-2 1 3-15,-2 2-3 0,-1 1 10 0,-3 0-1 16,-4 0 1-16,0 1-35 0,-4-1 4 0,0 2-8 0,0-2-32 15,-2 0-26-15,-2 0-17 0,2 0-153 0,-2-3 175 0</inkml:trace>
  <inkml:trace contextRef="#ctx0" brushRef="#br0" timeOffset="77630.31">30073 14023 839 0,'-10'1'89'0,"-1"3"41"0,3 0 13 0,-1 1-10 16,-1-1-17-16,-3 2-24 0,-6-4 7 0,3 4-26 16,-1-3-9-16,3 1-14 0,3-1-18 15,2-1-35-15,5-2 19 0,0 0-25 0,6 0 14 0,2 0-3 0,3-2-11 0,3-2 1 16,0 1 1-16,2 1 0 0,3-2-13 0,-2 1 3 16,3 1-8-16,1 1 0 0,-2-1 16 0,-3 1-9 0,-4 0 29 0,-3 0-4 15,1 1-9-15,2 0-1 0,3 0 4 0,0 2-1 0,1-1 3 16,-3 2 1-16,0-1-4 0,2 1-4 0,-3 0 9 15,-1 0-7-15,0 1 6 0,-2 1 1 0,0-2-5 16,2 2-1-16,2-1 14 0,0 0-7 0,0 1 22 0,2 0-6 16,-2-1-10-16,2 4-8 0,1-3 12 0,-1 2-10 15,0 1 13-15,-1 1-2 0,0 0-6 0,0 2-12 16,-1 1 10-16,-1 0-9 0,-1-1 18 0,-1 1-3 0,-3 0-5 0,3 0-13 0,-3-1 11 16,-1 2-9-16,1 0 15 0,-2-1 0 0,-1 0-11 0,-1-1 0 15,-2-2 5-15,0 0-4 0,-2-3 1 0,-1 0 0 16,-2-1-3-16,-3 1-10 0,-3-3 12 0,-2 1-9 0,1-2 19 15,-2-1 0-15,0-1-3 0,-1-3-16 0,0-1 13 0,1-2-8 0,1 0 63 16,2-2 0-16,3-1 9 0,2-1-26 0,5-2 3 0,4-1-9 16,6-1-10-16,4-2-7 0,3-2-9 0,5 0-16 0,4-1 14 15,2-1-11-15,5 0 19 0,1 1-6 0,1 0-8 0,4 1-9 16,3 3 4-16,-1 3-4 0,3 1 5 0,-6 2 0 0,-3 1-4 0,-6-1-50 16,-13 0 3-16,-5 0-20 0,-5 0-57 0,-2 0-27 15,-1-2-31-15,-3 3-314 0,-4 2 323 0</inkml:trace>
  <inkml:trace contextRef="#ctx0" brushRef="#br0" timeOffset="78863.16">21922 15578 217 0,'1'0'286'0,"-1"0"-108"0,0-2 184 0,-1 0-212 16,1 1-30-16,0-2-68 0,1 3 12 0,-1-1 2 0,1 1-13 16,-1 0-10-16,0 0 18 0,0 0-27 0,2 1-1 15,0 2-9-15,-2 0-13 0,0-1-12 0,1 3 13 0,1 0-12 16,0 2 24-16,0 0-1 0,1 2-9 0,-1 0 4 0,1-1 13 16,1 1-11-16,0 1 16 0,0-1-9 0,0 1-10 15,3 1-4-15,-2 0 5 0,2-1-5 0,0 3 5 0,-3-4-3 0,2 1-6 16,0-1-12-16,-2-1 8 0,2-2-9 0,-1 0 11 15,-1-1-3-15,-1-1-4 0,-2 1 1 0,0-3 0 0,0 0 2 0,-1 0 7 16,0-1-3-16,0 1-1 0,0-2-10 0,0 1 8 0,0-1-6 16,0 0 14-16,0 0 4 0,0 0-6 0,0 0 2 0,0-3 10 15,0 0-9-15,-1 0 10 0,0-1-3 0,0 0-6 0,1 0-23 16,-1 1 19-16,0-1-16 0,1 1 26 0,-1-1-8 0,1 1-12 0,0-3 7 16,0 3-2-16,0-3 4 0,1 1-3 0,0 0-1 0,-1-1 0 0,0 2-8 15,0-1 8-15,1 1-5 0,0-2 15 0,0 0-2 16,0 0-6-16,1 0-11 0,0-1 15 0,-1 1-12 15,0-1 18-15,0 0-4 0,1 0-10 0,1 1-1 0,-2-2 2 0,2 1-1 0,1-2 2 16,0 2 1-16,2 0-2 0,-1 0-5 0,1 0 7 0,-1 1-6 16,0 3 6-16,-1-3-1 0,2 3-2 0,0-1-8 0,0 0 7 15,0 3-3-15,0-2 13 0,-1 0-3 0,-5 2-5 0,1 1-6 16,0 0 5-16,1 0-4 0,4 3 5 0,0-1 0 0,2 1-4 0,0 2-1 16,0-1 1-16,1 2 0 0,-2-1 5 0,1 2-3 0,0 0-3 0,1 0 1 15,-1-1 2-15,0-1-1 0,-3 1 0 0,0-3 0 0,-2 0-1 16,0 1-8-16,-1-3 10 0,0 2-7 0,-1-3 14 0,0 1-2 15,0-1-5-15,-1 0-7 0,2 1 2 0,-2-1-3 16,1 0 14-16,-1 0-2 0,1 0-2 0,1 0-15 0,0-1 13 0,1 0-8 16,0 1 18-16,1-4-3 0,1 1-10 0,0-1-3 0,2 1 7 0,0-3-4 15,1 1 11-15,0 1-7 0,1-1-3 0,1 1-10 0,-1-1 7 16,1 2-4-16,-1 0 17 16,0 0-4-16,1 2-7 0,1-1-4 0,2 2 5 0,-2 0-2 15,-1 0 5-15,-2 0 2 0,0 1-4 0,1-1-10 0,-2 1 13 0,2-1-11 16,0 1 17-16,-1-1-5 0,0 0-5 0,0-1-10 0,-1 1 11 0,-1-1-6 0,0 0 17 0,-1 1-4 0,0-2-8 15,-1 1-13-15,-1 0 15 0,0-1-10 0,0 2 17 0,-2-1 0 16,1 1-8-16,0-1-14 0,0 0 20 16,1 1-16-16,-1-2 21 0,1 1-5 0,1 0-11 15,-1-2-8-15,0 2 13 0,0 0-8 0,-2-1 21 0,-1 0 0 0,-1-1-10 0,-3 1-5 0,1-1 7 0,-2-1-7 16,0 0 8-16,-2 1-1 0,0-1-4 0,-2 1-9 0,0-1 11 16,0 2-8-16,0 0 10 15,4 2-1-15,-1 0-6 0,2 3-7 0,-1 1 7 0,2 0-6 0,-1 2 11 0,2 1-3 0,1-1-4 16,1 3-4-16,1-1 5 0,1 2-2 0,2-1 11 0,0 0-1 15,0 0-6-15,1 0-8 0,1 0 9 0,1-3-8 0,0-1 10 0,4 0 1 16,-1-1-4-16,1 0-4 0,1-1 5 0,3-3-3 16,1 0 7-16,-1 0-3 0,-4-4-2 0,2-1-9 0,-1-2 9 0,2-1-9 0,6 0-14 15,1-4-14-15,-1 0-19 0,2 0-68 16,-3-2-17-16,-1-3-13 16,-2 2-113-16,-2-1-56 0,-1 0-42 0</inkml:trace>
  <inkml:trace contextRef="#ctx0" brushRef="#br0" timeOffset="79225.41">22842 15176 614 0,'-3'-2'200'0,"2"-5"-119"0,1 2 96 0,0 0-101 0,0 4 21 15,1-1-37-15,3 2 34 0,-2 0-9 0,3 2-13 0,0 1-17 0,1 3 18 0,2 0-27 0,-1 0 28 0,2 2-8 32,-1 2-11-32,2 2-18 0,-1 2 14 0,0 3-20 0,4 3 16 15,-2 4-14-15,0-1-13 0,3 0-18 0,-3-1 15 0,-1 1-15 16,1-1 20-16,-1 0-7 0,-1-3-11 0,1-1-9 0,1-7 10 15,0 2-9-15,0-3 13 0,0-3 0 0,2 1-7 0,-2-3-5 16,-4-1 5-16,-2-2-6 0,1 1 4 0,-2-2-3 16,5-1-6-16,-2 0 8 0,0-1-4 0,-2-3 6 0,-1 3 1 15,0-3-2-15,0-1 0 0,-3 1-9 0,0-1 9 0,0-3-5 0,-1 2 19 16,-1-1-3-16,-1-1-7 0,-1-1-17 0,-1 1 15 0,0-3-12 16,-1 1 25-16,-1 1-4 0,1-1-7 0,0-2-10 0,0 3 5 15,0 2-5-15,2 0 11 0,-1 2 2 0,2 3-4 0,1-1-15 16,0 3 16-16,1 0-14 0,-1 1 20 0,1 1-1 0,-1 1-10 0,1 3-14 15,-2 3 16-15,2-2-12 0,0 3 22 0,2-1-3 0,0-1-8 0,1 0-5 16,1-1 0-16,1 0 1 0,0 1 7 0,1-3 0 16,2-2-1-16,1 3-2 0,1-4 0 0,4-1 0 0,-1-1 0 0,1-3 0 15,0-3 0-15,1-2-80 0,0-1-4 0,1-3-27 0,1-3-102 16,0-1-65-16,2-2-54 0</inkml:trace>
  <inkml:trace contextRef="#ctx0" brushRef="#br0" timeOffset="79511.67">23609 15111 1169 0,'-13'16'-152'16,"5"-7"344"-16,-2 3-38 0,-2 1-41 0,-2 1-10 0,-5 2 13 15,1-1-20-15,0 2 15 0,4-1-25 0,-1-1-26 0,3 1-31 16,3-4 22-16,1 2-26 0,2 1 35 0,4-5-12 16,0 0-14-16,2-4-14 0,3-3 1 0,1 1-6 0,2-2 8 15,2 1-6-15,1 2-2 0,5-2-14 0,0 2 5 0,2-1-6 16,3-1 6-16,-1 3-1 0,0-1-2 0,0 0-10 0,-4 0 13 15,-3 1-11-15,-8 1 19 0,-3 0-2 0,-3 0-10 0,-3 0-5 16,6 1 13-16,-2 2-10 0,-7 3 17 0,-2-3-7 16,-10 5-9-16,-1-1-8 0,0-4 12 0,-1 1-8 15,1 1 17-15,0-1-5 0,-1-2-7 0,-1 2-12 0,1-2 8 0,1 0-9 0,5-4-11 16,4-1-9-16,3-4-19 0,2 0-20 0,6-2-7 0,2-2-4 16,4-1-51-16,5-4-11 0,5-1-17 0,1-4-137 0,8 0-52 0,2-1-34 15</inkml:trace>
  <inkml:trace contextRef="#ctx0" brushRef="#br0" timeOffset="79963.1">24631 15003 1171 0,'-7'-4'-187'0,"2"3"353"0,2-1-37 0,2 0-62 15,0 1 12-15,1 1 5 0,0 0-9 16,0 0-15-16,0 1-9 0,-1 2-19 0,1-1-11 0,0 4 17 16,1-1-20-16,1 4 14 0,0-2-7 0,0 1-8 0,3 2-8 0,-2 2 0 0,2 1 0 0,-1-1 3 0,2 2-2 15,-1 1-3-15,2 0-12 0,1-1 10 0,0 1-8 0,0-1 17 16,0 1-7-16,-2-4-9 0,0 2-4 15,-3 0 4-15,1-3 0 0,-2 0 13 0,0 0-12 16,-1-1-6-16,2-1-45 0,-3 0 3 0,1 1-12 0,-1 0-25 0,-3-2-19 0,2 0-21 0,-1-1-88 16,0-1-31-16,0 0 2 15,-1-1 101-15</inkml:trace>
  <inkml:trace contextRef="#ctx0" brushRef="#br0" timeOffset="80263.07">24583 15257 504 0,'0'-2'197'0,"1"-1"-111"0,-3-1 106 0,1 1-133 0,1 1 31 0,1-2-51 16,1 3 72-16,3-3-9 0,-2 1-17 0,-3 1-35 15,-1 2 27 1,0-2-37-16,0 2 32 0,2 0-2 0,2-1-12 0,2 1-17 16,-1 0 15-16,1 0-15 0,2-1 12 0,-1 1-8 0,2-2-11 0,1 1-9 0,4 0 1 0,0 0-3 0,3-3-5 15,-2-1-5 1,3 0-4-16,0-1-4 0,1-1-2 0,1-1 2 0,-1 2-1 0,1-2 0 0,1-1-3 0,2 1 1 0,1-1 1 0,-1 0-1 0,-2 3 1 16,-3-2-3-16,-2 2-2 0,-1 0-5 0,-2-1 10 0,-1 2-4 31,0-1 13-31,-6 3-3 0,1-2-8 0,-4 2-4 0,-2 0 14 0,0-3-7 0,0 4 34 15,-1-1-5-15,-2-1-7 0,-2 2-12 0,-1-1 3 16,-1-1-5-16,-2 3 5 0,0-1-5 0,0 0-4 0,-3 2-14 16,2 0 10-16,-2 2-8 0,0 0 15 0,-1 1 1 0,0 1-4 0,-1-1-20 15,1 3 16-15,-1-1-15 0,2 1 19 0,0-1-2 0,2 2-9 16,-1-2-8-16,2 0-3 0,2 0-3 0,-1-1-24 0,2 1-8 16,2-3-7-16,3 0-53 0,1-1-27 0,1-1-2 0,2 1-131 15,3-1-57-15,1-1-41 0</inkml:trace>
  <inkml:trace contextRef="#ctx0" brushRef="#br0" timeOffset="81646.5">25788 15057 128 0,'-2'-3'14'0,"0"2"-31"15,0-1 14-15,-1-1-17 0,1 1 50 0,1-4-12 0,-1 3-15 0,-1-1 5 0,2-1 15 0,0 1-9 16,0-1 26-16,0 0-12 0,1-1-6 0,0 0 28 15,-1 1-3-15,1-2 14 0,0 1 8 0,0 1-6 0,0 0-4 0,0 1-42 16,0 0 35-16,-1 2-31 0,1 2 56 0,-1-2-14 0,1 2-13 0,-2-1-23 16,2 1 1-16,0 0-5 0,0 0-5 15,0 0-3-15,0 0-8 0,-1 0-4 0,1 0 31 0,0 0-20 0,0-1 53 0,-2-3-4 16,2 3-6-16,-1 1-18 0,0-3 15 0,1 2-12 0,-1 0 29 0,0-1-8 16,1 0-11-16,-2 0-12 0,2 1 12 0,-1 0-11 0,1-2 15 15,-1 2-7-15,1 0-6 0,-1-1-17 0,-1 2 8 0,1-2-6 16,-2 2 18-16,2-1-14 0,-1 1-9 0,1 0-17 0,0 0 3 0,-1 1-4 15,-1 1 4-15,0 0-2 0,0 3-5 0,-1 0-3 0,0 3-2 16,0 3 0-16,0 2 3 0,2 0 1 0,-2 3 1 0,1 0-9 16,1 2 10-16,-1 1-7 0,1 0 12 0,0 0-1 0,1 0-6 0,0 3-11 15,1 0 15-15,0-1-12 0,0-1 13 0,0-1 0 0,0-1-7 16,1-1-5-16,1-1 8 0,0 1-5 0,1-3 6 0,-1-1-11 16,0-2-11-16,1-3-9 0,0-3-5 0,-2 0 2 0,0 2-36 0,-1 0 10 15,-2 1-11 1,-1 0 53-16,0-3 10 0,0-1 2 0,-1 0 4 0,0-2-2 15,-1-1-3-15,1 2 2 0,-3-2-1 0,0 1 3 0,1-2 10 0,0-3-5 0,0 0-4 0,2-3-8 0,-1 0 7 0,1-2-7 16,2-2 8-16,1 1-1 0,-1 0-3 0,2 1-13 0,3 2 15 16,0 1-10-16,3-1 27 0,2 1-6 0,-1 2-9 0,5-1-1 15,-2 0 15-15,0 1-5 0,-1-1 29 0,0 3-13 0,1-1-13 0,0 0 12 16,0 0-8 0,0-2 12-16,0 1-9 0,2-2-7 0,-1 0-1 0,0-1-10 0,0-1 0 0,0-2 1 15,3 0 8-15,1-1 0 0,-1 0-3 0,2 0 1 0,-3-1 4 0,1 2 0 0,-3-2 18 0,-1 1-6 16,0-1-2-16,0 1-10 0,-1 0 0 0,1 0-1 0,-2-1-1 15,0 4-4-15,-3-1 0 0,-1 2-11 0,0-1 6 0,-2 2-3 16,-1 1 14-16,0 2-1 0,-1 1-7 0,0 1-3 0,0 0 7 16,-2 1-7-16,1 1 4 0,-3 2-4 0,2 3-3 0,-1-2 2 15,-2 2-1-15,1 1 4 0,0 1 2 0,1-1-1 0,0-1 2 0,1 1-7 16,1-1 7-16,1-1-5 0,1 0 9 0,2-3-2 0,1 1-4 16,1-2-13-16,0 0 12 0,1-1-9 0,0-1 17 0,0 0-2 31,2 0-8-31,1-1-9 0,1-1 9 0,1-2-6 0,-2 2 13 0,0-1-2 15,-2-2-5-15,0 3-10 0,-2-3 8 0,-1-1-6 0,-1 4 15 16,1-3-3-16,-2 2-3 0,-3-1-15 0,-3 2 12 0,2-1-11 16,0-1 17-16,3 0-4 0,2 3-6 0,1-1-1 0,-1 0 1 0,2 1 1 15,-2 1 5-15,0 0-2 0,1 0 0 0,-1 1-3 0,0 2 3 16,1-2 0-16,-1 0 1 0,1 1 1 0,-1-1-3 0,0 0-13 16,1-1 14-16,-1 2-11 0,0-2 27 0,2 1-7 0,-1 0-9 0,1-1-7 15,0 0 7-15,1 0-2 0,1 0 15 0,1-1 4 0,-2 0-8 16,3-2-1-16,-1 2 24 0,0-1-17 0,2 0 37 0,0-1-9 15,0 0-10-15,2 0-27 0,-1 0 11 0,1 1-12 0,3 2 11 16,-1 0-3-16,0 2-10 0,-1 2-4 0,0 3 5 0,-3 2-4 16,0 1 3-16,-1 1 0 0,-1 1-3 0,0 2-7 0,-3-1 8 15,0 1-4-15,-2-3 10 0,-1 0 0 0,1-2-6 0,-2-3-11 0,-1-1 0 16,0 0-8-16,0-3-28 0,0-1 8 0,0-1-6 0,-1 0 5 16,1-1-3-16,0-5-4 0,0 1-47 0,0-2-4 0,0-2-9 0,1-2-65 15,0 0-27-15,1-2-7 0,0 0-160 0,1-1 214 0,-1 1-21 16</inkml:trace>
  <inkml:trace contextRef="#ctx0" brushRef="#br0" timeOffset="82047.03">26587 14783 703 0,'1'-6'192'0,"3"1"-121"0,1-1 61 0,-3 4-65 0,-1 1 20 0,0 1-45 0,-1 3 48 0,-1 3-3 16,-2 1-7-16,-2 3-11 0,0 5-4 0,-1 1-11 0,-1 3-7 15,1-2-6-15,4 2-2 0,0 3-16 0,0 0 9 0,0 3-10 16,-6 0 7-16,0-4 1 0,1-1-4 0,1-2-17 0,0 0 16 0,1-1-16 15,3-1 12-15,0-3-4 0,2 1-12 0,0-3-4 0,3-1 4 16,1-1-5-16,0-1 5 0,2-4-4 0,1 1-1 0,0-2-11 16,0-3 9-16,1 0-6 0,-1 0 18 0,-2 0-2 15,0-3-5-15,-5-1-13 0,0 0 12 0,0 2-9 0,0-3 21 16,4 2-4-16,2-1-7 0,-2 0-13 0,2 2 9 0,0-2-7 16,-1 1 14-16,0 0 1 0,0-1-6 0,0 1-11 0,-1-2 16 0,2 3-13 0,-2-4 19 15,1 3-6-15,1-4-8 0,-2 2-4 0,1-3 6 0,-2-1-1 16,1 2 10-16,-1-2-4 0,-1 1-5 0,0-1-12 0,-1 0 13 15,0 0-7-15,-1 0 19 0,0 2-6 0,-1 0-10 16,-2 1 1-16,0 3 3 0,-1 1 0 0,0 0 8 0,-1 2-7 0,1 4-2 16,-1-1-7-16,0 2 5 0,-1 0-3 0,0 3 11 0,1-1 1 0,1 1-5 15,0 0-13-15,0-1 11 0,2 0-12 0,1 1 22 0,1-1-4 16,1 0-3-16,1 0-13 0,3-2 11 0,2 2-9 0,1-3 16 0,1-1 1 16,2 1-6-16,2-2-6 0,2-1 9 15,-2 0-8-15,3-1 6 0,-2 0 3 0,-1-1-9 0,2-2-2 16,-2-1 8-16,1-1-7 0,-1 2-15 0,1-3-22 0,-2 3-23 0,0-3-81 0,-2 3-31 0,-2-1-8 15,-1 1-190-15,-1 2 220 0,-4 0-25 0</inkml:trace>
  <inkml:trace contextRef="#ctx0" brushRef="#br0" timeOffset="82265.11">27122 15015 1259 0,'-4'4'317'0,"2"2"-226"0,-3-1 92 0,-1 2-110 0,2 0 42 15,-2 1-63-15,2 0 71 0,0-3-29 0,1 0-31 0,0-1-49 16,-1-2 11-16,2 0-21 16,1-1 8-16,0-1-12 0,1 0-15 0,1-3-43 0,0 1-5 0,0-2-7 0,3-3-47 0,-2 2-22 15,1-1-25-15,1 0-143 0,0-2-59 0,2 3-26 0</inkml:trace>
  <inkml:trace contextRef="#ctx0" brushRef="#br0" timeOffset="82562.36">27131 14993 818 0,'-10'0'253'0,"2"0"-163"0,-1 0 98 0,-1 0-115 0,1 0 12 15,-1 0-43-15,-1 0 36 16,4 1-5-16,-1 1-14 0,-2-1-31 0,-1 0 22 0,-6 0-31 15,3 2 19-15,1 0-12 0,1 0-13 0,1 0 4 0,0 1 1 0,4 0 4 0,2-2 5 0,2 1-8 0,2-1-3 16,0 1-18-16,1 1 8 16,2 0-6-16,0-1 7 0,0 0 4 0,3 0-5 0,1-1 1 0,2 1 5 15,1-1-4-15,1-1 0 0,2 2 1 0,0 0-2 16,3 0-2-16,-1 0 6 0,0 2-6 0,-1-1 4 16,-7 1-1-16,-1-1-5 0,-1 4-10 0,-2-1 11 0,4 2-8 0,-2 1 21 0,-3-1-5 0,0-1-5 0,-1 1-11 0,-1 0 11 15,-1 1-7 1,-2 1 12-16,-3-2 0 0,2-1-6 0,-3 4-10 0,-3-2 11 15,-3 2-10-15,-7-2 13 0,0-1-5 0,0-1-7 0,0-3-19 0,1-1-16 16,3-4-3-16,4-2-120 0,4-3-72 0,2-5-57 0</inkml:trace>
  <inkml:trace contextRef="#ctx0" brushRef="#br0" timeOffset="82693.74">27560 15015 1754 0,'-5'13'-141'0,"-7"-8"236"16,-6 1-34-16,2 2-53 0,-2 2-13 0,4 0-53 0,2 1 20 16,-2-1-517-16,2-4 367 0,0-2-108 0</inkml:trace>
  <inkml:trace contextRef="#ctx0" brushRef="#br0" timeOffset="91864.21">19346 15371 283 0,'-3'-5'25'15,"-1"-1"20"-15,0 1-44 0,0-1 13 0,1 1-15 16,1 0 25-16,0 2-7 0,0 3-10 0,0 0 21 0,0 0-4 0,0 0 14 0,-1-2 10 15,1-1-1-15,-1 0-2 0,1 2-32 0,-1-1 39 0,0 0-33 0,0 0 50 0,0 0-5 0,0 2-16 0,0-1-16 16,-1 1 8-16,2 0-10 0,-1 0-2 0,-1 0-3 0,0 1-8 0,-1 1-32 16,0 2 27-16,0-1-27 0,1 1 15 0,-2 1-10 0,3-1-20 15,-2-2-40-15,1-1 7 0,-2 0-13 0,2 0-15 0,-1 2-24 16,2 2-29-16</inkml:trace>
  <inkml:trace contextRef="#ctx0" brushRef="#br0" timeOffset="116909.38">19157 17886 256 0,'-28'-2'27'0,"17"-3"379"0,2 1-185 0,0-3 7 0,-3 2-234 0,0-1 5 0,3-2-7 0,2-2 19 0,0 0-4 0,0-2-4 0,2-1-9 0,-2-1 19 0,1 0-9 15,1-2 46-15,-1-4-2 0,1-3-5 0,1-1-52 0,-1 0 21 16,2 3-28-16,0-1 29 0,-1 3-9 0,1 1-6 0,1-2-11 15,0 1 12-15,0-1-5 0,1 3 27 0,0-1 2 0,1-2-13 0,0 0-5 16,0-3 14 0,1 0-14-16,2-5 17 0,-2-2-4 0,0-2-5 0,0-4 3 0,0 3-6 0,0-1 6 0,0 2-5 0,1 0 3 15,0 1-1-15,0 3-20 0,1-1 22 0,3 4-20 0,1 3 30 16,2 3-4-16,3 2-10 0,1-1-2 16,2 0 18-16,1 0-10 0,1 1 26 0,-1 1-5 0,1 3-11 0,-6 1-12 0,2 1 8 0,-2 4-10 15,3 3 6-15,5 4-6 0,-1 1-6 0,1 5-1 0,0 2-1 16,-2 2 3-16,-2 1 0 0,1 1 1 0,-1 3-3 0,-1 1-6 15,-1 1 6-15,-3 1-6 0,-1 0 4 0,-5 1-7 0,0 1-7 0,-3 5-16 16,-2-1 14-16,-3 2-7 16,-1-1 26-16,-2-2-2 0,-1 2-7 0,-1 0-14 0,0 2 16 0,-1-1-12 0,-1-3 24 15,2-5-3-15,-1-3-5 0,1-3-7 0,0-2 3 0,1 1-4 0,2-2 11 16,2-2-2-16,1-1-2 0,2-3-1 0,0-3 4 0,1 1-3 16,1 0 4-16,2 0-4 0,1 1-3 0,2-1-3 0,-1 2 9 0,3-2-5 15,0 3 16-15,0 1-7 0,1 0-6 0,1-1 4 0,0 0 16 16,1-1-6-16,0 0 21 0,1 2-13 15,-1 0-16-15,-1 0-3 0,0 2 7 0,-2-3-3 16,-1 1 13-16,-3 0-9 0,-2 1-9 0,-2 2-18 0,0 0 17 0,-2 1-12 0,-2 1 28 0,-2 1-5 0,-1 0-12 0,0-1 12 16,-1-1-2-16,0 0 4 0,0-2 0 0,0 1-7 0,-1-3-3 15,1 2-5-15,-1-2-3 0,1 0 3 0,1 0 2 0,-2-2-5 16,0 2-4 0,-2-1-27-16,1-2 16 0,0 1-18 0,-2 1 8 0,0-3-8 0,-3 1-14 0,-1 1-27 0,2-1-7 0,0-2-6 15,2 4-56 1,3 0-16-16,1-1-20 0,1 3-100 0,7-1-33 0,-1 0-18 0</inkml:trace>
  <inkml:trace contextRef="#ctx0" brushRef="#br0" timeOffset="117494.84">19861 17411 817 0,'-3'-5'92'0,"1"-1"133"0,0-1-170 0,0 4-20 0,1 0-26 0,1 1-16 0,-1 2 9 0,1 0-6 0,0-2 22 0,0 2-2 0,0 2-11 0,0-2-19 0,1 3 23 0,-1 2-21 16,0 2 18-16,0-1 2 0,0 1-7 0,1 0-5 0,1 1 5 15,0-2-4-15,0 2 7 0,1-1 3 0,2 0-5 0,-1 1 21 16,1-2 22-16,2 2-9 0,-1-2 33 0,1 2-13 0,1-3-10 0,0 2-6 16,1-4-14-16,-1 1 10 0,0-1-23 0,0-1-2 0,3 0-3 15,-1-2-23-15,1-2 25 0,-1 0-20 0,0 1 32 16,0-5-10-16,-1 1-16 0,-1-1 2 0,-1 1 11 0,-3-2-3 0,1 0 28 0,-3 0 1 15,0 1-5-15,-1-2-6 0,-1 1 16 0,-1-2-15 0,-2-3 15 16,0 2-7-16,-3-3-9 0,-1 1-21 0,0 1 13 0,0-2-12 16,-1 0 10-16,1-1-4 0,-1 1-11 0,-1-1-16 0,0 0 15 15,1 4-15-15,0 1 6 0,3 1-15 0,-1 2-14 0,2-2-31 0,0 3-31 16,2 0 9-16,-1 3-113 0,1 2-54 0,-2 0-40 0</inkml:trace>
  <inkml:trace contextRef="#ctx0" brushRef="#br0" timeOffset="117906.46">20687 16834 1400 0,'-1'6'-84'0,"1"0"146"0,0 2-18 0,0 5-34 0,4 5-19 0,2 0 17 0,2 0-17 0,1-1 18 0,0-2-1 0,1-1-4 0,0 2-1 0,0 1-9 0,2 3 6 0,-1 3-6 16,1-2 1-16,-1 0 5 0,1-1-25 0,1-3 7 0,-2-2-13 15,0 2 3-15,-2-2-7 0,0 0-3 0,0-3-43 0,-1 2-20 16,0-3-4-16,-2-1-101 15,-1 1-4-15,-2 0-22 0</inkml:trace>
  <inkml:trace contextRef="#ctx0" brushRef="#br0" timeOffset="118095.87">20599 17192 1903 0,'21'-25'-127'0,"-15"11"226"0,1 2-34 16,3 2-48-16,5 0-20 15,10 1 4-15,1-1-4 0,2-3 7 0,-2-1-3 0,0 1-3 0,1-2-12 0,-1 3 0 0,0 0-3 16,0 1-21-16,-1 1-5 0,1 1-11 0,0-1-10 0,1 1 14 16,0 0-11-16,-1 0 19 0,-1 0-3 0,-1 0-7 0,-6-2-22 0,-2 3-6 15,-3-1-4-15,2 0-76 0,5 1-29 0,0 2-41 0</inkml:trace>
  <inkml:trace contextRef="#ctx0" brushRef="#br0" timeOffset="118794.67">21610 17821 1221 0,'-2'-6'-136'0,"4"-1"260"0,0 1-45 15,0-1-52-15,-2 0-26 0,-2 2 3 0,0 0-4 0,0-2 5 16,-2 1 5-16,2-2 5 0,-1-2 2 0,-1 0-1 0,1-4 1 0,-1 2-4 15,2-2 2-15,-2 0-3 0,0-2-3 0,-2-1 9 0,-1-1-8 16,0 0 15-16,-2 0 6 0,0-1 4 0,-1-3 2 0,0-3 15 16,1 0-6-16,-1-3 32 0,2 0-24 0,2-4-19 0,1-3-44 0,0-1 22 15,2-1-19-15,-2 2 31 0,3 2-6 0,0 2-10 0,2 2 1 16,0 1 1-16,2 0 1 0,0 2 0 0,2 2-2 0,0 2-1 0,2-1-22 16,1 2 21-16,2 3-16 0,1-1 31 0,1 0-1 0,2 0-10 15,4-4-4-15,2-3 3 0,3 1-2 0,-1-4 6 0,-6 6-6 16,3-1-2-16,3 4-14 0,0-1 13 0,8-1-9 0,0 4 17 15,-5 4-4-15,0 2-10 0,-2 1-4 0,0 4 2 0,-4 2-1 0,-2 2 7 16,-1 3 0-16,-3 1-2 0,0 3-10 0,-2 2 6 0,-2 3-6 16,-4 6 8-16,-2 0-1 0,-2 4-4 0,-5 7 1 0,-4 2 4 15,-4-1-1-15,-1 2 6 0,-3-2-2 0,-2 0-3 0,-1 1-8 0,-4-4 11 16,-2-2-7-16,0-3 14 0,-2-2 4 0,-1-2-5 16,1-2-14-16,3 0 25 0,6-1-21 0,6-3 39 0,9-1-6 0,4-1-11 0,3-3-12 15,1-2 10-15,-3 1-7 0,-3-1 14 0,-1 0-5 0,3 2-9 16,1-2-12-16,8 1 11 0,3-1-10 15,0 2 15-15,4-1 0 0,1-1-2 0,1 1-10 0,0-1 8 0,1 0-8 16,-2-1 8-16,-1 1-1 0,-1 0-6 0,0 0-6 0,-2 0 4 16,-1 0-3-16,-2 1 8 0,-2 0-1 0,-2 0-4 0,0 0-5 0,-3 0 7 0,-2-1-4 15,1 3 20-15,-2-1 5 0,-3 3 0 0,0 0-26 0,-3 3 24 16,0 0-23-16,-2 2 24 0,0 1-7 16,0-1-13-16,-2 2-3 0,0 1 3 0,-1-1-3 0,-2 0 4 15,0-5-1-15,-1 0-2 0,1 0-6 0,-1-3 3 0,0 2-2 0,0-2 1 0,1 0-7 0,0-2-6 0,4 0-26 16,0-3-2-16,2 1-4 0,-1-1-23 0,2-2-20 0,1-2-17 15,0-3-131-15,3-4-78 0,1 1-5 16,1-6 18-16</inkml:trace>
  <inkml:trace contextRef="#ctx0" brushRef="#br0" timeOffset="119114.61">22275 17152 2034 0,'-16'5'-125'0,"6"-2"215"0,0 4-32 0,1 3-50 0,0 3-21 0,1 0 17 0,1 2-14 0,3 0 24 0,1 1-1 0,2 0-8 0,1 1-14 0,1-3 11 0,2 2-11 15,0 1 2 1,0 1-17-16,3 3-19 0,-2 1-46 0,2-3-28 0,0 0 1 16,-1 0-146-16,3-2-57 0,2 2-55 0</inkml:trace>
  <inkml:trace contextRef="#ctx0" brushRef="#br0" timeOffset="130867.35">9807 14371 608 0,'-7'-8'85'0,"-2"-2"211"0,-2-3-288 0,-1-1 14 0,2-1-30 0,-1-1 20 0,0 1-3 0,2 2-5 0,-2 0-11 0,2 1 22 0,0 0-11 0,4-1 61 0,3 2-10 15,-1 0-12-15,-1-1-20 0,-5-1 10 0,0-1-13 0,-1-2 3 16,0 4-4-16,0-2-7 0,0-2 6 16,3 2-2-16,0 0 6 0,2 0 16 0,-1-1-3 0,0-1 3 0,1-2-20 15,2 0 21-15,0-2-17 0,2-2 21 0,1 0-11 0,1 1-13 0,2-1-5 16,0-1 17-16,1 1-11 0,2-1 0 15,0 0 0-15,0 1-20 0,0 0 1 0,1 2 6 0,1 2-8 0,2 1 2 0,1-1 1 0,1 0 2 0,1 1 5 16,-1-3-3-16,-3 2 5 0,0 3-1 0,0 1-3 0,1-1-1 16,7 1-19-16,2-1 16 0,-2 1-14 0,0 2 22 0,-3 0-1 15,0 1-9 1,-3-2-1-16,0 2 1 0,-2 2-1 0,0 3 6 0,-2 1-5 16,1 1-3-16,-2 2-13 0,2 2 16 0,0 0-11 0,0 5 18 0,0 0 5 15,0 4-8-15,-1 2-20 0,-2 2 24 0,-2-1-22 0,1-1 29 16,-2 2-1-16,-1-2-15 0,-1 4-9 0,-1-1 12 0,-1-3-9 0,0 2 11 0,-2-3 1 0,1 0-7 0,0 1-14 0,0-1 15 15,1-1-12-15,0 0 25 0,1-1-1 0,1 0-7 0,0-1-10 16,0-1 9-16,0-1-9 0,1 2 13 0,0-3-4 0,1 0-4 0,0-1-6 16,1-1 9-16,0 1-4 0,0 0 3 0,2 0 0 0,-1-1-5 31,4 5-4-31,0 0 14 0,0 1-8 0,1 2 20 0,0 0-4 16,0 2-9-16,1 3-6 0,-1-1 4 0,-1 2-4 0,0 0 16 15,-3 2-2-15,-1-1 3 0,-1 0-17 0,-2-5 10 0,-1 2-9 0,-1-1 13 16,-3-1-5-16,-2 4-9 0,-3 0-7 0,-2-1 7 0,-4 1-4 15,-1-2 21-15,0-2-3 0,-2-1-2 0,-4 0-18 0,1-2 7 16,-2-1-8-16,1-1 17 0,0-1 1 0,-3-3-4 0,-3-1-26 0,0-1 20 16,0-2-18-16,4-1 35 0,8-3-5 0,3 0-11 0,-1-2-6 15,1-1 2-15,-2 0-5 0,4 2-8 0,3-1-8 0,4 0-7 16,1 3-10-16,2-1-7 0,2 3 3 0,2 1-34 0,1 0-13 0,3 1-16 16,1 2-109-16,3 2-23 0,1 3-14 0,2 0 96 0</inkml:trace>
  <inkml:trace contextRef="#ctx0" brushRef="#br0" timeOffset="131326.67">10245 13939 1226 0,'-4'7'-272'16,"5"-3"499"-16,0-3-76 0,3 1-103 0,-1 1-50 0,3 1 8 0,2 2-14 0,0 2 6 0,-1 2 0 0,1 0-2 0,-1 3-4 0,0 1 10 0,-2 0-4 0,2 0 20 0,0-1-8 15,0 3-8-15,-1 2-22 0,1 2 20 0,0 1-14 16,-1-2 37-16,2-1-4 0,1-3-10 0,1-1-7 0,1-4 8 16,-1 1-5-16,1-2 14 0,-1-6 2 0,0 0-7 0,-1-3-18 0,0-1 26 0,-1-4-23 15,-1-2 31-15,-2-1-2 0,0 0-11 0,-2-4-8 0,-1 0 9 0,-1-2-8 16,-1-2 11-16,2-1-2 0,-2-1-5 0,0-1-11 0,0 1 5 15,0-1-8-15,0 0-3 0,0-2-1 0,1 1-1 0,0-2-15 16,1-2-14-16,-1-1 1 0,0 4-77 16,0 3-31-16,1 4-33 0,-2 3-28 0,1 2-69 0,1 2 20 0</inkml:trace>
  <inkml:trace contextRef="#ctx0" brushRef="#br0" timeOffset="132481">10530 13929 256 0,'2'-4'20'0,"-1"0"294"0,0 3-121 0,-1-4 14 0,1 1-174 0,2 0 19 0,-2-1-25 0,1 0 47 0,0 1-1 0,1-1-4 0,-1 1-8 0,-1-2 3 0,0 3-13 0,0 2 3 15,0 0-9-15,1 0-7 0,1-5-4 0,-2 3 12 0,0-3-6 0,0 4 19 16,0-1-9-16,-1 2-9 0,0 0-18 0,0-1 15 0,-2 2-13 16,1-1 16-16,-1 1-9 0,-2 0-11 0,1 0-6 0,-3 0-2 15,1 1 0-15,-2 1-8 0,-1 0 0 0,-2 0 1 0,0 0-14 16,-1-1 10-16,-2 2-9 0,1 1 18 0,-2-2-4 0,1 2-7 0,-2 1-2 15,1-1 5-15,-2 3-2 0,1-6 6 0,3 1-2 0,-1 2-2 16,0 0-8-16,2 3-1 0,0 2 0 0,0-1 14 0,3 1-2 16,0-1 4-16,0 1-24 0,1 1 12 0,2-2-13 0,-1 1 11 0,3-1-17 15,-1-1-15-15,1 4-27 0,0-1-6 0,1-1-1 0,0 0-39 16,1-2 1-16,1 1-13 0,0-2-63 0,2 2 9 0,2-3-25 16,1 0-39-16,2 1 139 0,4-3-11 0</inkml:trace>
  <inkml:trace contextRef="#ctx0" brushRef="#br0" timeOffset="133014.46">10909 13568 618 0,'-6'-4'326'15,"2"0"-167"-15,0 3 218 0,-2-1-281 0,1 2 20 0,1-3-64 0,1 2 24 0,2 1-6 0,0 0-15 0,1 0-26 0,0 1 20 0,0 2-27 0,1 3 19 0,0-1-12 0,1 3-16 0,1 1-10 16,0 2 0-16,-1 2 0 0,1 0 4 0,1 2-2 0,-1-1-3 16,1 2-8-16,0-1 11 0,0-2-7 0,1 1 13 0,-2-1 0 15,1 2-8-15,-2-1-51 0,0 2 18 0,0-4-25 0,-1 1 32 16,1-3-13-16,-2-2-10 0,0 0-91 16,0-1-11-16,-3 1-20 0,1 0-58 0,-1-1 19 0,-2-1 5 0,1 0-24 0,-1 0 127 0</inkml:trace>
  <inkml:trace contextRef="#ctx0" brushRef="#br0" timeOffset="133178.07">10666 13723 1140 0,'0'-1'108'0,"-4"-1"43"0,1 1 9 16,3 0-41-16,1-2-36 0,5 1-30 0,0 1 25 16,-1-2-26-16,2 0 53 0,0 0-14 0,4 0-24 0,7-2-31 15,1 0 12-15,3 0-26 0,3-3 8 0,-2-1-9 0,2 0-13 16,1-3-14-16,1 2 9 0,0 0-6 0,1 0 10 0,-1 0-12 15,0 1-16-15,1 0-43 0,-1 1-7 0,0 2-11 0,0-2-96 16,-1 3-34-16,-4 1-41 0,-5 1-154 0,-1 3 234 0</inkml:trace>
  <inkml:trace contextRef="#ctx0" brushRef="#br0" timeOffset="133826.03">11334 14151 1590 0,'-5'-11'-157'0,"3"4"311"0,2-4-47 0,0 1-57 0,0-5-19 15,1 2 9-15,1-2-9 0,1-1 22 0,-1 0-4 0,-1-2-8 16,0-4 5-16,0 2 24 0,-1-5-19 0,1 1 29 0,-1 0-8 0,2 2-15 16,-2-1-18-16,0 0 16 0,0 1-15 0,0-1 15 15,0 1-8-15,0 2-13 0,0-1-19 0,-2 2 18 0,2 0-16 0,0 1 22 16,0-1-10-16,0-1-13 0,3 2-10 0,-2 2 5 0,1-1-4 15,0 1 8-15,2-1-2 0,-1 0-4 0,0 1-8 0,2-4 17 0,-1 0-11 16,2-1 27-16,0 4-12 0,0-1-13 0,1 0-18 0,0 5 14 16,1 0-9-16,1 2 22 0,-1-1-6 0,-1-1-12 0,2 3 0 15,0 1 1-15,1 3 0 0,1-1 4 0,-2 1-2 16,0 3-3-16,-2-1-8 0,1 3 7 0,-1 1-6 0,-1 1 13 0,-1 3-1 0,2-1-4 16,-1 2-3-16,-1 0 1 0,1 1-2 0,-1 2 4 15,0 0-5-15,-2 2-3 0,0 2-16 0,-1 3 7 0,-2 0-5 0,0-1 17 0,0-1-2 16,-2 1-5-16,-1 2-10 0,-1 2 11 0,-1-2-7 0,1 0 22 15,0-2-3-15,1-3-2 0,1-1-15 16,2-2 15-16,1 0-10 0,2-4 19 0,2 1-1 0,0-1-9 0,3-2-11 16,2 1 12-16,2-2-8 0,-1-1 20 0,1 0-4 15,1 0-7-15,-1 0-13 0,-1 0 14 0,-1 0-10 0,-3 3 18 0,-3-3-1 0,-1 1-7 0,-3 1-7 16,-1 2 8-16,-4 0-5 0,-2 2 14 16,-3 0-4-16,-1 0-6 0,-1 2-4 0,-1 1 5 0,1 0-3 0,0 0 11 0,-1 0-2 15,1 1-3-15,0 1-14 0,-1 1 15 0,0-2-12 0,-1-1 15 0,1-3-2 16,-1 1-11-16,1 1-4 0,0-2 6 0,2-1-5 0,1 0 2 15,2-2-3-15,0-1-6 0,2-2-19 0,1 0 6 0,1-4-11 16,1 2-23-16,2-3-13 0,1 0-20 0,1-2-53 0,3 1-26 0,0-1-6 16,4 2-181-16,0 0-26 0,2 0-61 0</inkml:trace>
  <inkml:trace contextRef="#ctx0" brushRef="#br0" timeOffset="134114.6">11811 13646 907 0,'-2'1'282'0,"-2"7"-61"0,1-1-31 0,0 0-98 0,-1 4-8 0,3-3-4 0,0 1-6 0,0 4-43 0,1 0 21 0,-1 1-35 0,0 0 20 0,1-1-11 0,-1 0-17 0,1 1-15 15,-2-3 7-15,1 3-7 0,0 1-8 0,1-3-22 0,0 2-21 16,0 2-121-16,-1-5-87 0,0 0 12 0,4 7 18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57B49-7E1E-4BF7-A0CB-228F53115C5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1EB3F-630C-4ECB-8385-2AD2C7AC4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88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>
                <a:solidFill>
                  <a:schemeClr val="bg1"/>
                </a:solidFill>
                <a:latin typeface="Contemporary Brush" pitchFamily="66" charset="0"/>
              </a:defRPr>
            </a:lvl1pPr>
            <a:lvl2pPr marL="830217" indent="-319314">
              <a:defRPr sz="2600">
                <a:solidFill>
                  <a:schemeClr val="bg1"/>
                </a:solidFill>
                <a:latin typeface="Contemporary Brush" pitchFamily="66" charset="0"/>
              </a:defRPr>
            </a:lvl2pPr>
            <a:lvl3pPr marL="1277257" indent="-255451">
              <a:defRPr sz="2600">
                <a:solidFill>
                  <a:schemeClr val="bg1"/>
                </a:solidFill>
                <a:latin typeface="Contemporary Brush" pitchFamily="66" charset="0"/>
              </a:defRPr>
            </a:lvl3pPr>
            <a:lvl4pPr marL="1788160" indent="-255451">
              <a:defRPr sz="2600">
                <a:solidFill>
                  <a:schemeClr val="bg1"/>
                </a:solidFill>
                <a:latin typeface="Contemporary Brush" pitchFamily="66" charset="0"/>
              </a:defRPr>
            </a:lvl4pPr>
            <a:lvl5pPr marL="2299064" indent="-255451">
              <a:defRPr sz="2600">
                <a:solidFill>
                  <a:schemeClr val="bg1"/>
                </a:solidFill>
                <a:latin typeface="Contemporary Brush" pitchFamily="66" charset="0"/>
              </a:defRPr>
            </a:lvl5pPr>
            <a:lvl6pPr marL="2809966" indent="-25545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Contemporary Brush" pitchFamily="66" charset="0"/>
              </a:defRPr>
            </a:lvl6pPr>
            <a:lvl7pPr marL="3320869" indent="-25545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Contemporary Brush" pitchFamily="66" charset="0"/>
              </a:defRPr>
            </a:lvl7pPr>
            <a:lvl8pPr marL="3831772" indent="-25545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Contemporary Brush" pitchFamily="66" charset="0"/>
              </a:defRPr>
            </a:lvl8pPr>
            <a:lvl9pPr marL="4342675" indent="-255451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bg1"/>
                </a:solidFill>
                <a:latin typeface="Contemporary Brush" pitchFamily="66" charset="0"/>
              </a:defRPr>
            </a:lvl9pPr>
          </a:lstStyle>
          <a:p>
            <a:fld id="{6122EA50-402E-4C50-BC52-57B953BCB483}" type="slidenum">
              <a:rPr lang="en-US" sz="1400">
                <a:solidFill>
                  <a:schemeClr val="tx1"/>
                </a:solidFill>
                <a:latin typeface="Times New Roman" pitchFamily="18" charset="0"/>
              </a:rPr>
              <a:pPr/>
              <a:t>4</a:t>
            </a:fld>
            <a:endParaRPr lang="en-US" sz="14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23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Dashed line = 1-1 relation; blue line = what was observed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EB3F-630C-4ECB-8385-2AD2C7AC42F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98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draw out the equation for a line Y= </a:t>
            </a:r>
            <a:r>
              <a:rPr lang="en-US" dirty="0" err="1"/>
              <a:t>aX</a:t>
            </a:r>
            <a:r>
              <a:rPr lang="en-US" dirty="0"/>
              <a:t> +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EB3F-630C-4ECB-8385-2AD2C7AC42F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8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6BB7-C17D-364B-AFAE-2A13FAC244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LA’s BEST @USC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00001-2C82-E944-9063-7C8D26F589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Directors: Kim </a:t>
            </a:r>
            <a:r>
              <a:rPr lang="en-US" dirty="0" err="1"/>
              <a:t>Siegmund</a:t>
            </a:r>
            <a:r>
              <a:rPr lang="en-US" dirty="0"/>
              <a:t> and Juan Pablo </a:t>
            </a:r>
            <a:r>
              <a:rPr lang="en-US" dirty="0" err="1"/>
              <a:t>Lewinger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7487-2ADB-C84F-A552-0F18CD84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62AEF-EE20-9E4F-9CA2-B848711B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CC1A90-0967-C84B-A715-B8EE33176B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54" y="180919"/>
            <a:ext cx="2585546" cy="258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5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ACB8-DE30-2F4C-85D3-92382A52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4D68B-CE47-2446-AFF5-29610007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FAF80-99F0-444D-8B88-E60757E7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ABFB-72E0-1044-BDDA-6B26155A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43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06B3-D7D4-2543-BB50-711F9DAD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92BE-4D4E-DC41-A491-3265E387F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0F8AF-156B-C44D-880F-2BE09F9E2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B2060-AD1C-DA4E-9554-762835BF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704C1-6845-044B-BE32-E3337578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F072-FE07-6A4E-97CF-C1F6359D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CA002-15D7-8443-B81E-FDF75668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EA395-ADC2-EB44-A13A-A4B84AA4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6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0066B-3327-0049-A7E6-451D7F0C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1FCA-1EEB-554C-8383-9E95797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7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9F93E-C2EF-9542-812C-52B1B46EC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4ECF2-7F93-0644-BD57-CACB18444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E35E0-13BC-E24F-8623-922E05017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F125C-4D7E-014E-A1BB-DCC9AAD09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7D920-50E5-B643-B166-E8706BE99AD6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black and red text&#10;&#10;Description automatically generated with low confidence">
            <a:extLst>
              <a:ext uri="{FF2B5EF4-FFF2-40B4-BE49-F238E27FC236}">
                <a16:creationId xmlns:a16="http://schemas.microsoft.com/office/drawing/2014/main" id="{E3CB4A44-C0D0-B0FA-47FA-7BABC13B338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0108" y="6056226"/>
            <a:ext cx="864804" cy="75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9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5.jpg"/><Relationship Id="rId7" Type="http://schemas.openxmlformats.org/officeDocument/2006/relationships/customXml" Target="../ink/ink2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customXml" Target="../ink/ink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1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13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customXml" Target="../ink/ink15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customXml" Target="../ink/ink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customXml" Target="../ink/ink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4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36.svg"/><Relationship Id="rId4" Type="http://schemas.openxmlformats.org/officeDocument/2006/relationships/image" Target="../media/image2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customXml" Target="../ink/ink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customXml" Target="../ink/ink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customXml" Target="../ink/ink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customXml" Target="../ink/ink36.xml"/><Relationship Id="rId4" Type="http://schemas.openxmlformats.org/officeDocument/2006/relationships/image" Target="../media/image57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customXml" Target="../ink/ink38.xml"/><Relationship Id="rId4" Type="http://schemas.openxmlformats.org/officeDocument/2006/relationships/image" Target="../media/image56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5" Type="http://schemas.openxmlformats.org/officeDocument/2006/relationships/image" Target="../media/image56.svg"/><Relationship Id="rId4" Type="http://schemas.openxmlformats.org/officeDocument/2006/relationships/image" Target="../media/image57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customXml" Target="../ink/ink4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customXml" Target="../ink/ink4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customXml" Target="../ink/ink49.xml"/><Relationship Id="rId4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customXml" Target="../ink/ink5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8446-4BC8-0645-862D-31817EEC1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LA’s </a:t>
            </a:r>
            <a:r>
              <a:rPr lang="en-US" dirty="0" err="1"/>
              <a:t>BeST</a:t>
            </a:r>
            <a:r>
              <a:rPr lang="en-US" dirty="0"/>
              <a:t> @ USC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C5722-7060-8F42-B407-A196418D1D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Linear Regression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7831327-8DE9-0891-84C8-7F37E0F4F3E0}"/>
                  </a:ext>
                </a:extLst>
              </p14:cNvPr>
              <p14:cNvContentPartPr/>
              <p14:nvPr/>
            </p14:nvContentPartPr>
            <p14:xfrm>
              <a:off x="145800" y="167400"/>
              <a:ext cx="10020960" cy="6306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831327-8DE9-0891-84C8-7F37E0F4F3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440" y="158040"/>
                <a:ext cx="10039680" cy="632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3219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8FB1-5ABA-F914-4154-0114AB17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+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F66B-5F41-ACF9-53AC-E16EB377D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8372" cy="4351338"/>
          </a:xfrm>
        </p:spPr>
        <p:txBody>
          <a:bodyPr/>
          <a:lstStyle/>
          <a:p>
            <a:r>
              <a:rPr lang="en-US" dirty="0"/>
              <a:t>Explore Dr. Sandy Eckel’s career path + current work</a:t>
            </a:r>
          </a:p>
          <a:p>
            <a:r>
              <a:rPr lang="en-US" dirty="0"/>
              <a:t>Define and use </a:t>
            </a:r>
            <a:r>
              <a:rPr lang="en-US" b="1" u="sng" dirty="0"/>
              <a:t>correlation</a:t>
            </a:r>
            <a:r>
              <a:rPr lang="en-US" dirty="0"/>
              <a:t> to describe linear association between two continuous variables</a:t>
            </a:r>
          </a:p>
          <a:p>
            <a:r>
              <a:rPr lang="en-US" dirty="0"/>
              <a:t>Define </a:t>
            </a:r>
            <a:r>
              <a:rPr lang="en-US" b="1" dirty="0"/>
              <a:t>linear regression </a:t>
            </a:r>
            <a:r>
              <a:rPr lang="en-US" dirty="0"/>
              <a:t>relating continuous outcome (Y) to predictor (X)</a:t>
            </a:r>
          </a:p>
          <a:p>
            <a:pPr lvl="1"/>
            <a:r>
              <a:rPr lang="en-US" dirty="0"/>
              <a:t>Continuous X </a:t>
            </a:r>
          </a:p>
          <a:p>
            <a:pPr lvl="1"/>
            <a:r>
              <a:rPr lang="en-US" dirty="0"/>
              <a:t>Binary X</a:t>
            </a:r>
          </a:p>
          <a:p>
            <a:r>
              <a:rPr lang="en-US" dirty="0"/>
              <a:t>Evaluate </a:t>
            </a:r>
            <a:r>
              <a:rPr lang="en-US" b="1" u="sng" dirty="0"/>
              <a:t>assumptions</a:t>
            </a:r>
            <a:r>
              <a:rPr lang="en-US" dirty="0"/>
              <a:t> of linear regression</a:t>
            </a:r>
          </a:p>
          <a:p>
            <a:r>
              <a:rPr lang="en-US" dirty="0"/>
              <a:t>Describe similarity between </a:t>
            </a:r>
            <a:r>
              <a:rPr lang="en-US" b="1" u="sng" dirty="0"/>
              <a:t>t-test</a:t>
            </a:r>
            <a:r>
              <a:rPr lang="en-US" dirty="0"/>
              <a:t> and linear regression with binary 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9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096" y="102761"/>
            <a:ext cx="7886700" cy="1325563"/>
          </a:xfrm>
        </p:spPr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560" y="1271581"/>
            <a:ext cx="9369253" cy="46910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Associate Professor of Biostatistics</a:t>
            </a:r>
          </a:p>
          <a:p>
            <a:pPr marL="457200" lvl="1" indent="0">
              <a:buNone/>
            </a:pPr>
            <a:r>
              <a:rPr lang="en-US" dirty="0"/>
              <a:t>Department of Population and Public Health Sciences</a:t>
            </a:r>
          </a:p>
          <a:p>
            <a:pPr marL="457200" lvl="1" indent="0">
              <a:buNone/>
            </a:pPr>
            <a:r>
              <a:rPr lang="en-US" dirty="0"/>
              <a:t>Keck School of Medicine of USC</a:t>
            </a:r>
          </a:p>
          <a:p>
            <a:r>
              <a:rPr lang="en-US" dirty="0"/>
              <a:t>What do I do?</a:t>
            </a:r>
          </a:p>
          <a:p>
            <a:pPr marL="228600" lvl="1" indent="0">
              <a:buNone/>
            </a:pPr>
            <a:r>
              <a:rPr lang="en-US" dirty="0"/>
              <a:t>Teaching (~21%)</a:t>
            </a:r>
          </a:p>
          <a:p>
            <a:pPr marL="228600" lvl="1" indent="0">
              <a:buNone/>
            </a:pPr>
            <a:r>
              <a:rPr lang="en-US" dirty="0"/>
              <a:t>Direct PhD Program (~20%)</a:t>
            </a:r>
          </a:p>
          <a:p>
            <a:pPr marL="228600" lvl="1" indent="0">
              <a:buNone/>
            </a:pPr>
            <a:r>
              <a:rPr lang="en-US" dirty="0"/>
              <a:t>Research (~51%), e.g., NIH funded grants</a:t>
            </a:r>
          </a:p>
          <a:p>
            <a:r>
              <a:rPr lang="en-US" dirty="0"/>
              <a:t>Statistical methods work for:</a:t>
            </a:r>
          </a:p>
          <a:p>
            <a:pPr lvl="1"/>
            <a:r>
              <a:rPr lang="en-US" dirty="0"/>
              <a:t>Exhaled breath biomarker, </a:t>
            </a:r>
            <a:r>
              <a:rPr lang="en-US" dirty="0" err="1"/>
              <a:t>FeNO</a:t>
            </a:r>
            <a:endParaRPr lang="en-US" dirty="0"/>
          </a:p>
          <a:p>
            <a:pPr lvl="1"/>
            <a:r>
              <a:rPr lang="en-US" dirty="0"/>
              <a:t>Wearable sensor data in studies of pediatric asthma</a:t>
            </a:r>
          </a:p>
          <a:p>
            <a:pPr lvl="1"/>
            <a:r>
              <a:rPr lang="en-US" dirty="0"/>
              <a:t>Climate Change and Health</a:t>
            </a:r>
          </a:p>
          <a:p>
            <a:r>
              <a:rPr lang="en-US" dirty="0"/>
              <a:t>Team science work: 7+ other collaborative projects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042C-985E-034B-BB41-2A1F3109AE7A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09610" y="3378859"/>
            <a:ext cx="1765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Sandy Eckel, PhD</a:t>
            </a:r>
            <a:br>
              <a:rPr lang="en-US" dirty="0"/>
            </a:br>
            <a:r>
              <a:rPr lang="en-US" dirty="0"/>
              <a:t>eckel@usc.edu</a:t>
            </a:r>
          </a:p>
        </p:txBody>
      </p:sp>
      <p:sp>
        <p:nvSpPr>
          <p:cNvPr id="7" name="Rectangle 6"/>
          <p:cNvSpPr/>
          <p:nvPr/>
        </p:nvSpPr>
        <p:spPr>
          <a:xfrm>
            <a:off x="4626661" y="6269296"/>
            <a:ext cx="22552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https://eckel.usc.edu/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60" y="1167752"/>
            <a:ext cx="8082731" cy="25277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Map&#10;&#10;Description automatically generated">
            <a:extLst>
              <a:ext uri="{FF2B5EF4-FFF2-40B4-BE49-F238E27FC236}">
                <a16:creationId xmlns:a16="http://schemas.microsoft.com/office/drawing/2014/main" id="{7C02FB4C-5B10-45D8-9A9D-9EBE517B7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325" y="2360756"/>
            <a:ext cx="6031827" cy="33929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90DF2-412D-C6C7-1165-00467BE373E3}"/>
              </a:ext>
            </a:extLst>
          </p:cNvPr>
          <p:cNvGrpSpPr/>
          <p:nvPr/>
        </p:nvGrpSpPr>
        <p:grpSpPr>
          <a:xfrm>
            <a:off x="4962882" y="4592407"/>
            <a:ext cx="6390427" cy="1864409"/>
            <a:chOff x="5895125" y="3468996"/>
            <a:chExt cx="6390427" cy="186440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2E352B-621D-5B94-DA1B-22CCEB010CD9}"/>
                </a:ext>
              </a:extLst>
            </p:cNvPr>
            <p:cNvSpPr/>
            <p:nvPr/>
          </p:nvSpPr>
          <p:spPr>
            <a:xfrm>
              <a:off x="5895125" y="3468996"/>
              <a:ext cx="6390427" cy="18644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Chart, scatter chart&#10;&#10;Description automatically generated">
              <a:extLst>
                <a:ext uri="{FF2B5EF4-FFF2-40B4-BE49-F238E27FC236}">
                  <a16:creationId xmlns:a16="http://schemas.microsoft.com/office/drawing/2014/main" id="{813049ED-19DA-8E3F-3D77-F3E78A140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5632" y="3581009"/>
              <a:ext cx="4652010" cy="1643380"/>
            </a:xfrm>
            <a:prstGeom prst="rect">
              <a:avLst/>
            </a:prstGeom>
          </p:spPr>
        </p:pic>
        <p:pic>
          <p:nvPicPr>
            <p:cNvPr id="12" name="Picture 11" descr="A drawing of a planet with different types of vehicles&#10;&#10;Description automatically generated">
              <a:extLst>
                <a:ext uri="{FF2B5EF4-FFF2-40B4-BE49-F238E27FC236}">
                  <a16:creationId xmlns:a16="http://schemas.microsoft.com/office/drawing/2014/main" id="{CC3010DC-4A19-4C49-8646-2F9A4F174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02532" y="3579510"/>
              <a:ext cx="1643878" cy="164338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6" name="Picture 15" descr="A person with glasses and a blue shirt&#10;&#10;Description automatically generated">
            <a:extLst>
              <a:ext uri="{FF2B5EF4-FFF2-40B4-BE49-F238E27FC236}">
                <a16:creationId xmlns:a16="http://schemas.microsoft.com/office/drawing/2014/main" id="{F15D93B6-41F4-B051-BA4B-3F4A541E5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5449" y="851127"/>
            <a:ext cx="1895799" cy="25277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CA817AC-9A24-ED4A-8B64-1C832611909E}"/>
                  </a:ext>
                </a:extLst>
              </p14:cNvPr>
              <p14:cNvContentPartPr/>
              <p14:nvPr/>
            </p14:nvContentPartPr>
            <p14:xfrm>
              <a:off x="5614200" y="1368000"/>
              <a:ext cx="3117240" cy="2514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CA817AC-9A24-ED4A-8B64-1C83261190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04840" y="1358640"/>
                <a:ext cx="3135960" cy="253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392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914400" y="185743"/>
            <a:ext cx="972185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bg1"/>
                </a:solidFill>
                <a:latin typeface="Contemporary Brush" pitchFamily="66" charset="0"/>
              </a:defRPr>
            </a:lvl1pPr>
            <a:lvl2pPr marL="742950" indent="-285750">
              <a:defRPr sz="2800">
                <a:solidFill>
                  <a:schemeClr val="bg1"/>
                </a:solidFill>
                <a:latin typeface="Contemporary Brush" pitchFamily="66" charset="0"/>
              </a:defRPr>
            </a:lvl2pPr>
            <a:lvl3pPr marL="1143000" indent="-228600">
              <a:defRPr sz="2800">
                <a:solidFill>
                  <a:schemeClr val="bg1"/>
                </a:solidFill>
                <a:latin typeface="Contemporary Brush" pitchFamily="66" charset="0"/>
              </a:defRPr>
            </a:lvl3pPr>
            <a:lvl4pPr marL="1600200" indent="-228600">
              <a:defRPr sz="2800">
                <a:solidFill>
                  <a:schemeClr val="bg1"/>
                </a:solidFill>
                <a:latin typeface="Contemporary Brush" pitchFamily="66" charset="0"/>
              </a:defRPr>
            </a:lvl4pPr>
            <a:lvl5pPr marL="2057400" indent="-228600">
              <a:defRPr sz="2800">
                <a:solidFill>
                  <a:schemeClr val="bg1"/>
                </a:solidFill>
                <a:latin typeface="Contemporary Brush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Contemporary Brush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Contemporary Brush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Contemporary Brush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Contemporary Brush" pitchFamily="66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4000" b="1" dirty="0">
                <a:solidFill>
                  <a:schemeClr val="tx1"/>
                </a:solidFill>
                <a:latin typeface="+mj-lt"/>
              </a:rPr>
              <a:t>How did I become Biostat faculty at USC?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42384" y="1222786"/>
            <a:ext cx="10538234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1pPr>
            <a:lvl2pPr marL="742950" indent="-285750"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2pPr>
            <a:lvl3pPr marL="1143000" indent="-228600"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3pPr>
            <a:lvl4pPr marL="1600200" indent="-228600"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4pPr>
            <a:lvl5pPr marL="2057400" indent="-228600"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 sz="2400">
                <a:solidFill>
                  <a:schemeClr val="bg1"/>
                </a:solidFill>
                <a:latin typeface="Contemporary Brush" pitchFamily="66" charset="0"/>
              </a:defRPr>
            </a:lvl9pPr>
          </a:lstStyle>
          <a:p>
            <a:pPr marL="457200" indent="-457200" eaLnBrk="0" fontAlgn="base" hangingPunct="0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kern="0" dirty="0">
                <a:solidFill>
                  <a:schemeClr val="tx1"/>
                </a:solidFill>
                <a:latin typeface="+mn-lt"/>
              </a:rPr>
              <a:t>Undergrad</a:t>
            </a:r>
            <a:r>
              <a:rPr lang="en-US" kern="0" dirty="0">
                <a:solidFill>
                  <a:schemeClr val="tx1"/>
                </a:solidFill>
                <a:latin typeface="+mn-lt"/>
              </a:rPr>
              <a:t> – studied French and math</a:t>
            </a:r>
          </a:p>
          <a:p>
            <a:pPr marL="120015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Junior year in Paris</a:t>
            </a:r>
          </a:p>
          <a:p>
            <a:pPr marL="120015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Biostatistics internship</a:t>
            </a:r>
            <a:endParaRPr lang="en-US" sz="1800" kern="0" dirty="0">
              <a:solidFill>
                <a:schemeClr val="tx1"/>
              </a:solidFill>
              <a:latin typeface="+mn-lt"/>
            </a:endParaRPr>
          </a:p>
          <a:p>
            <a:pPr marL="120015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Senior: took every stat class available</a:t>
            </a:r>
          </a:p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Directly entered a </a:t>
            </a:r>
            <a:r>
              <a:rPr lang="en-US" b="1" kern="0" dirty="0">
                <a:solidFill>
                  <a:schemeClr val="tx1"/>
                </a:solidFill>
                <a:latin typeface="+mn-lt"/>
              </a:rPr>
              <a:t>biostatistics PhD Program</a:t>
            </a:r>
            <a:br>
              <a:rPr lang="en-US" kern="0" dirty="0">
                <a:solidFill>
                  <a:schemeClr val="tx1"/>
                </a:solidFill>
                <a:latin typeface="+mn-lt"/>
              </a:rPr>
            </a:br>
            <a:r>
              <a:rPr lang="en-US" kern="0" dirty="0">
                <a:solidFill>
                  <a:schemeClr val="tx1"/>
                </a:solidFill>
                <a:latin typeface="+mn-lt"/>
              </a:rPr>
              <a:t>Thesis: Statistical methods for studying air pollution health effects in older adults</a:t>
            </a:r>
          </a:p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Joined USC as a </a:t>
            </a:r>
            <a:r>
              <a:rPr lang="en-US" b="1" kern="0" dirty="0">
                <a:solidFill>
                  <a:schemeClr val="tx1"/>
                </a:solidFill>
                <a:latin typeface="+mn-lt"/>
              </a:rPr>
              <a:t>postdoctoral researcher</a:t>
            </a:r>
            <a:br>
              <a:rPr lang="en-US" kern="0" dirty="0">
                <a:solidFill>
                  <a:schemeClr val="tx1"/>
                </a:solidFill>
                <a:latin typeface="+mn-lt"/>
              </a:rPr>
            </a:br>
            <a:r>
              <a:rPr lang="en-US" kern="0" dirty="0">
                <a:solidFill>
                  <a:schemeClr val="tx1"/>
                </a:solidFill>
                <a:latin typeface="+mn-lt"/>
              </a:rPr>
              <a:t>to study air pollution health effects</a:t>
            </a:r>
          </a:p>
          <a:p>
            <a:pPr marL="1200150" lvl="1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Children’s Health Study</a:t>
            </a:r>
          </a:p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Tenure-track </a:t>
            </a:r>
            <a:r>
              <a:rPr lang="en-US" b="1" kern="0" dirty="0">
                <a:solidFill>
                  <a:schemeClr val="tx1"/>
                </a:solidFill>
                <a:latin typeface="+mn-lt"/>
              </a:rPr>
              <a:t>faculty</a:t>
            </a:r>
            <a:r>
              <a:rPr lang="en-US" kern="0" dirty="0">
                <a:solidFill>
                  <a:schemeClr val="tx1"/>
                </a:solidFill>
                <a:latin typeface="+mn-lt"/>
              </a:rPr>
              <a:t> position at USC</a:t>
            </a:r>
          </a:p>
          <a:p>
            <a:pPr marL="1200150" lvl="1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/>
                </a:solidFill>
                <a:latin typeface="+mn-lt"/>
              </a:rPr>
              <a:t>National search</a:t>
            </a:r>
          </a:p>
        </p:txBody>
      </p:sp>
      <p:pic>
        <p:nvPicPr>
          <p:cNvPr id="11" name="Picture 2" descr="C:\Users\eckel\Documents\My Dropbox\Photos\02 03 Paris year abroad\sandy.pari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50556" y="1814504"/>
            <a:ext cx="1550709" cy="1163032"/>
          </a:xfrm>
          <a:prstGeom prst="rect">
            <a:avLst/>
          </a:prstGeom>
          <a:noFill/>
        </p:spPr>
      </p:pic>
      <p:pic>
        <p:nvPicPr>
          <p:cNvPr id="12" name="Picture 4" descr="https://encrypted-tbn1.gstatic.com/images?q=tbn:ANd9GcQN4QgjI82hxzLBdBtx7sJne-JCvy901vBDtUGa21I-EmFZj2Hw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64956" y="1128704"/>
            <a:ext cx="1017309" cy="762000"/>
          </a:xfrm>
          <a:prstGeom prst="rect">
            <a:avLst/>
          </a:prstGeom>
          <a:noFill/>
        </p:spPr>
      </p:pic>
      <p:pic>
        <p:nvPicPr>
          <p:cNvPr id="13" name="Picture 29"/>
          <p:cNvPicPr>
            <a:picLocks noChangeAspect="1" noChangeArrowheads="1"/>
          </p:cNvPicPr>
          <p:nvPr/>
        </p:nvPicPr>
        <p:blipFill>
          <a:blip r:embed="rId5" cstate="print"/>
          <a:srcRect t="6856"/>
          <a:stretch>
            <a:fillRect/>
          </a:stretch>
        </p:blipFill>
        <p:spPr bwMode="auto">
          <a:xfrm>
            <a:off x="6775156" y="1300160"/>
            <a:ext cx="1838161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4" name="Picture 6" descr="https://encrypted-tbn0.gstatic.com/images?q=tbn:ANd9GcT4VW-lBxovag-FLvVf9A2Ue1CawtjxSgMhHUbsQZf7FUM8mvdvbA"/>
          <p:cNvPicPr>
            <a:picLocks noChangeAspect="1" noChangeArrowheads="1"/>
          </p:cNvPicPr>
          <p:nvPr/>
        </p:nvPicPr>
        <p:blipFill>
          <a:blip r:embed="rId6" cstate="print"/>
          <a:srcRect l="37818" t="34973"/>
          <a:stretch>
            <a:fillRect/>
          </a:stretch>
        </p:blipFill>
        <p:spPr bwMode="auto">
          <a:xfrm>
            <a:off x="8191382" y="1052504"/>
            <a:ext cx="1300283" cy="904876"/>
          </a:xfrm>
          <a:prstGeom prst="rect">
            <a:avLst/>
          </a:prstGeom>
          <a:noFill/>
        </p:spPr>
      </p:pic>
      <p:pic>
        <p:nvPicPr>
          <p:cNvPr id="15" name="Picture 2" descr="http://profile.ak.fbcdn.net/hprofile-ak-snc6/c26.26.323.323/s160x160/207594_182981361747824_363984_n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81278" y="1943459"/>
            <a:ext cx="457200" cy="457201"/>
          </a:xfrm>
          <a:prstGeom prst="rect">
            <a:avLst/>
          </a:prstGeom>
          <a:noFill/>
        </p:spPr>
      </p:pic>
      <p:pic>
        <p:nvPicPr>
          <p:cNvPr id="2050" name="Picture 2" descr="https://www.ccair.org/wp-content/uploads/2016/10/LA-smog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78" y="4091523"/>
            <a:ext cx="3801117" cy="213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655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8FB1-5ABA-F914-4154-0114AB17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F66B-5F41-ACF9-53AC-E16EB377D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8372" cy="4351338"/>
          </a:xfrm>
        </p:spPr>
        <p:txBody>
          <a:bodyPr/>
          <a:lstStyle/>
          <a:p>
            <a:r>
              <a:rPr lang="en-US" strike="sngStrike" dirty="0"/>
              <a:t>Explore Dr. Sandy Eckel’s career path + current work</a:t>
            </a:r>
          </a:p>
          <a:p>
            <a:r>
              <a:rPr lang="en-US" dirty="0"/>
              <a:t>Define and use </a:t>
            </a:r>
            <a:r>
              <a:rPr lang="en-US" b="1" u="sng" dirty="0"/>
              <a:t>correlation</a:t>
            </a:r>
            <a:r>
              <a:rPr lang="en-US" dirty="0"/>
              <a:t> to describe linear association between two continuous variables</a:t>
            </a:r>
          </a:p>
          <a:p>
            <a:r>
              <a:rPr lang="en-US" dirty="0"/>
              <a:t>Define </a:t>
            </a:r>
            <a:r>
              <a:rPr lang="en-US" b="1" dirty="0"/>
              <a:t>linear regression </a:t>
            </a:r>
            <a:r>
              <a:rPr lang="en-US" dirty="0"/>
              <a:t>relating continuous outcome (Y) to predictor (X)</a:t>
            </a:r>
          </a:p>
          <a:p>
            <a:pPr lvl="1"/>
            <a:r>
              <a:rPr lang="en-US" dirty="0"/>
              <a:t>Continuous X </a:t>
            </a:r>
          </a:p>
          <a:p>
            <a:pPr lvl="1"/>
            <a:r>
              <a:rPr lang="en-US" dirty="0"/>
              <a:t>Binary X</a:t>
            </a:r>
          </a:p>
          <a:p>
            <a:r>
              <a:rPr lang="en-US" dirty="0"/>
              <a:t>Evaluate </a:t>
            </a:r>
            <a:r>
              <a:rPr lang="en-US" b="1" u="sng" dirty="0"/>
              <a:t>assumptions</a:t>
            </a:r>
            <a:r>
              <a:rPr lang="en-US" dirty="0"/>
              <a:t> of linear regression</a:t>
            </a:r>
          </a:p>
          <a:p>
            <a:r>
              <a:rPr lang="en-US" dirty="0"/>
              <a:t>Describe similarity between </a:t>
            </a:r>
            <a:r>
              <a:rPr lang="en-US" b="1" u="sng" dirty="0"/>
              <a:t>t-test</a:t>
            </a:r>
            <a:r>
              <a:rPr lang="en-US" dirty="0"/>
              <a:t> and linear regression with binary 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93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203623" cy="4351338"/>
          </a:xfrm>
        </p:spPr>
        <p:txBody>
          <a:bodyPr/>
          <a:lstStyle/>
          <a:p>
            <a:r>
              <a:rPr lang="en-US" dirty="0"/>
              <a:t>Consider the relation between two random variables X and Y</a:t>
            </a:r>
          </a:p>
          <a:p>
            <a:r>
              <a:rPr lang="en-US" dirty="0"/>
              <a:t>How do we quantify the strength of the linear association between these two variables?</a:t>
            </a:r>
          </a:p>
          <a:p>
            <a:r>
              <a:rPr lang="en-US" dirty="0"/>
              <a:t>Example: Both figures relate a Y to an X, </a:t>
            </a:r>
            <a:br>
              <a:rPr lang="en-US" dirty="0"/>
            </a:br>
            <a:r>
              <a:rPr lang="en-US" dirty="0"/>
              <a:t>but the relation seems “stronger” in the top figure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F2C78AA-ED68-4AFF-A007-DCF037B12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787" y="446359"/>
            <a:ext cx="3242001" cy="2982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48E589D9-260F-4A13-80D7-8758E9DAD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786" y="3429000"/>
            <a:ext cx="3242001" cy="2976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721765B-59A2-5D88-BAEB-DA38AD370872}"/>
                  </a:ext>
                </a:extLst>
              </p14:cNvPr>
              <p14:cNvContentPartPr/>
              <p14:nvPr/>
            </p14:nvContentPartPr>
            <p14:xfrm>
              <a:off x="334080" y="1215720"/>
              <a:ext cx="10958040" cy="3383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721765B-59A2-5D88-BAEB-DA38AD3708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720" y="1206360"/>
                <a:ext cx="10976760" cy="340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9295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Pearson’s Correlation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6569"/>
                <a:ext cx="10731500" cy="485480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measure of the </a:t>
                </a:r>
                <a:r>
                  <a:rPr lang="en-US" b="1" dirty="0"/>
                  <a:t>direction</a:t>
                </a:r>
                <a:r>
                  <a:rPr lang="en-US" dirty="0"/>
                  <a:t> (positive or negative) and </a:t>
                </a:r>
                <a:br>
                  <a:rPr lang="en-US" dirty="0"/>
                </a:br>
                <a:r>
                  <a:rPr lang="en-US" b="1" dirty="0"/>
                  <a:t>strength</a:t>
                </a:r>
                <a:r>
                  <a:rPr lang="en-US" dirty="0"/>
                  <a:t> of a </a:t>
                </a:r>
                <a:r>
                  <a:rPr lang="en-US" b="1" dirty="0"/>
                  <a:t>linear</a:t>
                </a:r>
                <a:r>
                  <a:rPr lang="en-US" dirty="0"/>
                  <a:t> relationship between X and Y. </a:t>
                </a:r>
              </a:p>
              <a:p>
                <a:r>
                  <a:rPr lang="en-US" dirty="0"/>
                  <a:t>We typically call this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has no units,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1" i="1" dirty="0"/>
                  <a:t>sign</a:t>
                </a:r>
                <a:r>
                  <a:rPr lang="en-US" b="0" dirty="0"/>
                  <a:t>: direction of linear relationship</a:t>
                </a:r>
              </a:p>
              <a:p>
                <a:pPr lvl="1"/>
                <a:r>
                  <a:rPr lang="en-US" b="1" i="1" dirty="0"/>
                  <a:t>magnitude</a:t>
                </a:r>
                <a:r>
                  <a:rPr lang="en-US" b="0" dirty="0"/>
                  <a:t>: strength of linear relationship</a:t>
                </a:r>
              </a:p>
              <a:p>
                <a:r>
                  <a:rPr lang="en-US" dirty="0"/>
                  <a:t>Interpretation:</a:t>
                </a:r>
              </a:p>
              <a:p>
                <a:pPr lvl="1"/>
                <a:r>
                  <a:rPr lang="en-US" dirty="0"/>
                  <a:t> -1 is perfect negative correlation</a:t>
                </a:r>
              </a:p>
              <a:p>
                <a:pPr lvl="1"/>
                <a:r>
                  <a:rPr lang="en-US" dirty="0"/>
                  <a:t>+1 is perfect positive correlation</a:t>
                </a:r>
              </a:p>
              <a:p>
                <a:pPr lvl="1"/>
                <a:r>
                  <a:rPr lang="en-US" dirty="0"/>
                  <a:t> 0 is no correlation (i.e., no linear relation)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6569"/>
                <a:ext cx="10731500" cy="4854804"/>
              </a:xfrm>
              <a:blipFill>
                <a:blip r:embed="rId2"/>
                <a:stretch>
                  <a:fillRect l="-1023" t="-2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C72CB3-3D42-B1F1-64F4-CCDEE0E46F18}"/>
                  </a:ext>
                </a:extLst>
              </p14:cNvPr>
              <p14:cNvContentPartPr/>
              <p14:nvPr/>
            </p14:nvContentPartPr>
            <p14:xfrm>
              <a:off x="1329840" y="1771200"/>
              <a:ext cx="10260000" cy="4979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C72CB3-3D42-B1F1-64F4-CCDEE0E46F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0480" y="1761840"/>
                <a:ext cx="10278720" cy="499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3248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AE6C0-7677-BFAB-16C8-53AC3CD3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Pearson’s Correlation Coefficient</a:t>
            </a:r>
            <a:br>
              <a:rPr lang="en-US" dirty="0"/>
            </a:br>
            <a:r>
              <a:rPr lang="en-US" sz="3200" i="1" dirty="0">
                <a:solidFill>
                  <a:schemeClr val="bg1">
                    <a:lumMod val="65000"/>
                  </a:schemeClr>
                </a:solidFill>
              </a:rPr>
              <a:t>Examples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B1E770A-D605-9B62-7DA8-E37A32DD0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72" y="1690688"/>
            <a:ext cx="8872965" cy="383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55FA65-16DF-DE6D-FD0E-F6343C9D2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615770"/>
              </p:ext>
            </p:extLst>
          </p:nvPr>
        </p:nvGraphicFramePr>
        <p:xfrm>
          <a:off x="9645177" y="2471653"/>
          <a:ext cx="2422703" cy="1914693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184951">
                  <a:extLst>
                    <a:ext uri="{9D8B030D-6E8A-4147-A177-3AD203B41FA5}">
                      <a16:colId xmlns:a16="http://schemas.microsoft.com/office/drawing/2014/main" val="592895300"/>
                    </a:ext>
                  </a:extLst>
                </a:gridCol>
                <a:gridCol w="1237752">
                  <a:extLst>
                    <a:ext uri="{9D8B030D-6E8A-4147-A177-3AD203B41FA5}">
                      <a16:colId xmlns:a16="http://schemas.microsoft.com/office/drawing/2014/main" val="3059117010"/>
                    </a:ext>
                  </a:extLst>
                </a:gridCol>
              </a:tblGrid>
              <a:tr h="3646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Value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Effect Size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4514050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None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5250872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±0.1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Small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04912506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±0.3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Medium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8429288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±0.5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Large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5296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4BFF9B-FDA9-503F-4345-6B74FB7A7FA6}"/>
                  </a:ext>
                </a:extLst>
              </p14:cNvPr>
              <p14:cNvContentPartPr/>
              <p14:nvPr/>
            </p14:nvContentPartPr>
            <p14:xfrm>
              <a:off x="2219760" y="1666440"/>
              <a:ext cx="9702720" cy="3707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4BFF9B-FDA9-503F-4345-6B74FB7A7F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0400" y="1657080"/>
                <a:ext cx="9721440" cy="37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186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94"/>
            <a:ext cx="10515600" cy="1325563"/>
          </a:xfrm>
        </p:spPr>
        <p:txBody>
          <a:bodyPr/>
          <a:lstStyle/>
          <a:p>
            <a:r>
              <a:rPr lang="en-US" dirty="0"/>
              <a:t>Pearson’s Correlation Coefficient – BEWARE!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0306" y="1514306"/>
                <a:ext cx="5191493" cy="484696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for these plots?</a:t>
                </a:r>
              </a:p>
              <a:p>
                <a: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All 4 datasets have identical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=0.82</a:t>
                </a:r>
              </a:p>
              <a:p>
                <a: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Famous example called: </a:t>
                </a:r>
                <a:b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“Anscombe’s quartet”</a:t>
                </a:r>
              </a:p>
              <a:p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>
                        <a:lumMod val="50000"/>
                      </a:schemeClr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Takeaway message:</a:t>
                </a:r>
              </a:p>
              <a:p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Pearson’s correlation coefficient ONLY quantifies </a:t>
                </a:r>
                <a:r>
                  <a:rPr lang="en-US" sz="2400" b="1" u="sng" dirty="0">
                    <a:solidFill>
                      <a:schemeClr val="accent1">
                        <a:lumMod val="50000"/>
                      </a:schemeClr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linear</a:t>
                </a: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relation</a:t>
                </a:r>
              </a:p>
              <a:p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Look at the data to evaluate if linear relation is appropriate for your X and Y</a:t>
                </a:r>
                <a:endParaRPr lang="en-US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0306" y="1514306"/>
                <a:ext cx="5191493" cy="4846965"/>
              </a:xfrm>
              <a:blipFill>
                <a:blip r:embed="rId2"/>
                <a:stretch>
                  <a:fillRect l="-2113" t="-2010" r="-1761" b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14628F0A-5A96-7646-7702-2158C26B2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119" y="1329997"/>
            <a:ext cx="5080550" cy="503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9ED7B8-7AB4-52B0-680A-80FA45B7F5F6}"/>
                  </a:ext>
                </a:extLst>
              </p14:cNvPr>
              <p14:cNvContentPartPr/>
              <p14:nvPr/>
            </p14:nvContentPartPr>
            <p14:xfrm>
              <a:off x="1208160" y="1022760"/>
              <a:ext cx="5014440" cy="5111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9ED7B8-7AB4-52B0-680A-80FA45B7F5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8800" y="1013400"/>
                <a:ext cx="5033160" cy="513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265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Formula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3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your reference, Pearson’s correlation coefficient is calculated as: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7B87F0-5950-40EF-B245-27D881D76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275" y="2527300"/>
            <a:ext cx="6013450" cy="218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19A2B47-9627-FB9B-1EE8-B8272734A603}"/>
                  </a:ext>
                </a:extLst>
              </p14:cNvPr>
              <p14:cNvContentPartPr/>
              <p14:nvPr/>
            </p14:nvContentPartPr>
            <p14:xfrm>
              <a:off x="4554720" y="2759760"/>
              <a:ext cx="1665000" cy="751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19A2B47-9627-FB9B-1EE8-B8272734A6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5360" y="2750400"/>
                <a:ext cx="1683720" cy="77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8816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0"/>
                <a:ext cx="10515600" cy="1325563"/>
              </a:xfrm>
            </p:spPr>
            <p:txBody>
              <a:bodyPr/>
              <a:lstStyle/>
              <a:p>
                <a:r>
                  <a:rPr lang="en-US" b="0" dirty="0"/>
                  <a:t>Calculating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in 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0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789" y="999241"/>
            <a:ext cx="9502219" cy="569365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500" b="1" dirty="0"/>
              <a:t>Example 1: is cholesterol correlated with age?</a:t>
            </a:r>
          </a:p>
          <a:p>
            <a:pPr marL="0" indent="0">
              <a:buNone/>
            </a:pPr>
            <a:r>
              <a:rPr lang="en-US" sz="1100" dirty="0"/>
              <a:t> </a:t>
            </a:r>
          </a:p>
          <a:p>
            <a:r>
              <a:rPr lang="en-US" sz="3200" dirty="0"/>
              <a:t>Read in cholesterol dataset (chol.csv)</a:t>
            </a:r>
          </a:p>
          <a:p>
            <a:pPr marL="0" indent="0">
              <a:buNone/>
            </a:pPr>
            <a:r>
              <a:rPr lang="en-US" sz="3200" dirty="0">
                <a:latin typeface="Courier" pitchFamily="2" charset="0"/>
              </a:rPr>
              <a:t>   </a:t>
            </a:r>
            <a:r>
              <a:rPr lang="en-US" sz="2900" dirty="0" err="1">
                <a:latin typeface="Courier" pitchFamily="2" charset="0"/>
              </a:rPr>
              <a:t>chol</a:t>
            </a:r>
            <a:r>
              <a:rPr lang="en-US" sz="2900" dirty="0">
                <a:latin typeface="Courier" pitchFamily="2" charset="0"/>
              </a:rPr>
              <a:t> &lt;- read.csv("</a:t>
            </a:r>
            <a:r>
              <a:rPr lang="en-US" sz="2900" dirty="0">
                <a:highlight>
                  <a:srgbClr val="FFFF00"/>
                </a:highlight>
                <a:latin typeface="Courier" pitchFamily="2" charset="0"/>
              </a:rPr>
              <a:t>C:/my directory</a:t>
            </a:r>
            <a:r>
              <a:rPr lang="en-US" sz="2900" dirty="0">
                <a:latin typeface="Courier" pitchFamily="2" charset="0"/>
              </a:rPr>
              <a:t>/chol.csv")</a:t>
            </a:r>
            <a:endParaRPr lang="en-US" sz="2900" dirty="0"/>
          </a:p>
          <a:p>
            <a:r>
              <a:rPr lang="en-US" sz="3200" dirty="0"/>
              <a:t>Calculate Pearson’s Correlation Coefficient: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200" dirty="0">
              <a:latin typeface="Courier" pitchFamily="2" charset="0"/>
            </a:endParaRPr>
          </a:p>
          <a:p>
            <a:pPr marL="457200" lvl="1" indent="0">
              <a:buNone/>
            </a:pPr>
            <a:r>
              <a:rPr lang="en-US" sz="2600" b="1" dirty="0" err="1">
                <a:latin typeface="Courier" pitchFamily="2" charset="0"/>
              </a:rPr>
              <a:t>cor</a:t>
            </a:r>
            <a:r>
              <a:rPr lang="en-US" sz="2600" b="1" dirty="0">
                <a:latin typeface="Courier" pitchFamily="2" charset="0"/>
              </a:rPr>
              <a:t>(</a:t>
            </a:r>
            <a:r>
              <a:rPr lang="en-US" sz="2600" b="1" dirty="0" err="1">
                <a:latin typeface="Courier" pitchFamily="2" charset="0"/>
              </a:rPr>
              <a:t>chol$chol,chol$age</a:t>
            </a:r>
            <a:r>
              <a:rPr lang="en-US" sz="2600" b="1" dirty="0">
                <a:latin typeface="Courier" pitchFamily="2" charset="0"/>
              </a:rPr>
              <a:t>)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[1] NA</a:t>
            </a:r>
          </a:p>
          <a:p>
            <a:pPr marL="457200" lvl="1" indent="0">
              <a:buNone/>
            </a:pPr>
            <a:endParaRPr lang="en-US" sz="2600" dirty="0">
              <a:latin typeface="Courier" pitchFamily="2" charset="0"/>
            </a:endParaRPr>
          </a:p>
          <a:p>
            <a:pPr marL="457200" lvl="1" indent="0">
              <a:buNone/>
            </a:pPr>
            <a:r>
              <a:rPr lang="en-US" sz="2600" b="1" dirty="0">
                <a:latin typeface="Courier" pitchFamily="2" charset="0"/>
              </a:rPr>
              <a:t>summary(</a:t>
            </a:r>
            <a:r>
              <a:rPr lang="en-US" sz="2600" b="1" dirty="0" err="1">
                <a:latin typeface="Courier" pitchFamily="2" charset="0"/>
              </a:rPr>
              <a:t>chol</a:t>
            </a:r>
            <a:r>
              <a:rPr lang="en-US" sz="2600" b="1" dirty="0">
                <a:latin typeface="Courier" pitchFamily="2" charset="0"/>
              </a:rPr>
              <a:t>[,c("</a:t>
            </a:r>
            <a:r>
              <a:rPr lang="en-US" sz="2600" b="1" dirty="0" err="1">
                <a:latin typeface="Courier" pitchFamily="2" charset="0"/>
              </a:rPr>
              <a:t>chol</a:t>
            </a:r>
            <a:r>
              <a:rPr lang="en-US" sz="2600" b="1" dirty="0">
                <a:latin typeface="Courier" pitchFamily="2" charset="0"/>
              </a:rPr>
              <a:t>","age")])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     </a:t>
            </a:r>
            <a:r>
              <a:rPr lang="en-US" sz="2600" dirty="0" err="1">
                <a:latin typeface="Courier" pitchFamily="2" charset="0"/>
              </a:rPr>
              <a:t>chol</a:t>
            </a:r>
            <a:r>
              <a:rPr lang="en-US" sz="2600" dirty="0">
                <a:latin typeface="Courier" pitchFamily="2" charset="0"/>
              </a:rPr>
              <a:t>            age    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Min.   :108.0   Min.   : 2.0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1st Qu.:152.2   1st Qu.:11.0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Median :179.0   Median :17.0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Mean   :198.5   Mean   :22.6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3rd Qu.:216.5   3rd Qu.:35.0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Max.   :468.0   Max.   :68.0  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 NA's   :2                     </a:t>
            </a:r>
          </a:p>
          <a:p>
            <a:pPr marL="457200" lvl="1" indent="0">
              <a:buNone/>
            </a:pPr>
            <a:endParaRPr lang="en-US" sz="2600" dirty="0">
              <a:latin typeface="Courier" pitchFamily="2" charset="0"/>
            </a:endParaRPr>
          </a:p>
          <a:p>
            <a:pPr marL="457200" lvl="1" indent="0">
              <a:buNone/>
            </a:pPr>
            <a:r>
              <a:rPr lang="en-US" sz="2600" b="1" dirty="0" err="1">
                <a:latin typeface="Courier" pitchFamily="2" charset="0"/>
              </a:rPr>
              <a:t>cor</a:t>
            </a:r>
            <a:r>
              <a:rPr lang="en-US" sz="2600" b="1" dirty="0">
                <a:latin typeface="Courier" pitchFamily="2" charset="0"/>
              </a:rPr>
              <a:t>(</a:t>
            </a:r>
            <a:r>
              <a:rPr lang="en-US" sz="2600" b="1" dirty="0" err="1">
                <a:latin typeface="Courier" pitchFamily="2" charset="0"/>
              </a:rPr>
              <a:t>chol$chol,chol$age,use</a:t>
            </a:r>
            <a:r>
              <a:rPr lang="en-US" sz="2600" b="1" dirty="0">
                <a:latin typeface="Courier" pitchFamily="2" charset="0"/>
              </a:rPr>
              <a:t>="complete")</a:t>
            </a:r>
          </a:p>
          <a:p>
            <a:pPr marL="457200" lvl="1" indent="0">
              <a:buNone/>
            </a:pPr>
            <a:r>
              <a:rPr lang="en-US" sz="2600" dirty="0">
                <a:latin typeface="Courier" pitchFamily="2" charset="0"/>
              </a:rPr>
              <a:t>[1] 0.2103558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971EB-7428-0211-B34E-27D78CE3C090}"/>
              </a:ext>
            </a:extLst>
          </p:cNvPr>
          <p:cNvSpPr txBox="1"/>
          <p:nvPr/>
        </p:nvSpPr>
        <p:spPr>
          <a:xfrm>
            <a:off x="7276708" y="5700561"/>
            <a:ext cx="349813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Option: use=“complete” handles missing values (NA) in the dataset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47F805-C1E4-E387-7E0B-B83564138894}"/>
                  </a:ext>
                </a:extLst>
              </p14:cNvPr>
              <p14:cNvContentPartPr/>
              <p14:nvPr/>
            </p14:nvContentPartPr>
            <p14:xfrm>
              <a:off x="1315440" y="2180160"/>
              <a:ext cx="9327240" cy="3957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47F805-C1E4-E387-7E0B-B835641388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6080" y="2170800"/>
                <a:ext cx="9345960" cy="397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011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03" y="134121"/>
            <a:ext cx="10515600" cy="1325563"/>
          </a:xfrm>
        </p:spPr>
        <p:txBody>
          <a:bodyPr/>
          <a:lstStyle/>
          <a:p>
            <a:r>
              <a:rPr lang="en-US" dirty="0"/>
              <a:t>Hypothesis Testing for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5863046" cy="5226050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hypothesis test for population correlation (𝜌) is:</a:t>
                </a:r>
                <a:br>
                  <a:rPr lang="en-US" dirty="0"/>
                </a:br>
                <a:r>
                  <a:rPr lang="en-US" dirty="0"/>
                  <a:t>H</a:t>
                </a:r>
                <a:r>
                  <a:rPr lang="en-US" baseline="-25000" dirty="0"/>
                  <a:t>0</a:t>
                </a:r>
                <a:r>
                  <a:rPr lang="en-US" dirty="0"/>
                  <a:t>: 𝜌=0  vs H</a:t>
                </a:r>
                <a:r>
                  <a:rPr lang="en-US" baseline="-25000" dirty="0"/>
                  <a:t>1</a:t>
                </a:r>
                <a:r>
                  <a:rPr lang="en-US" dirty="0"/>
                  <a:t>: 𝜌≠0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p-value of 0.003761 for the test of </a:t>
                </a:r>
                <a:br>
                  <a:rPr lang="en-US" dirty="0"/>
                </a:br>
                <a:r>
                  <a:rPr lang="en-US" dirty="0"/>
                  <a:t>H</a:t>
                </a:r>
                <a:r>
                  <a:rPr lang="en-US" baseline="-25000" dirty="0"/>
                  <a:t>0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=0 was obtained from the test statistic: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=0.2104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188−2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0.2104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=2.93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= sample correlation</a:t>
                </a:r>
                <a:br>
                  <a:rPr lang="en-US" dirty="0"/>
                </a:br>
                <a:r>
                  <a:rPr lang="en-US" dirty="0"/>
                  <a:t>               N = sample size of complete pairs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5863046" cy="5226050"/>
              </a:xfrm>
              <a:blipFill>
                <a:blip r:embed="rId2"/>
                <a:stretch>
                  <a:fillRect l="-1457" t="-583" r="-2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58F8853-8870-B9E7-CC05-3A885B87BED8}"/>
              </a:ext>
            </a:extLst>
          </p:cNvPr>
          <p:cNvSpPr txBox="1"/>
          <p:nvPr/>
        </p:nvSpPr>
        <p:spPr>
          <a:xfrm>
            <a:off x="6097572" y="1874728"/>
            <a:ext cx="609442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  <a:latin typeface="Courier" pitchFamily="2" charset="0"/>
              </a:rPr>
              <a:t>cor.test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chol$chol</a:t>
            </a:r>
            <a:r>
              <a:rPr lang="en-US" sz="1600" dirty="0">
                <a:latin typeface="Courier" pitchFamily="2" charset="0"/>
              </a:rPr>
              <a:t>, </a:t>
            </a:r>
            <a:r>
              <a:rPr lang="en-US" sz="1600" dirty="0" err="1">
                <a:latin typeface="Courier" pitchFamily="2" charset="0"/>
              </a:rPr>
              <a:t>chol$age</a:t>
            </a:r>
            <a:r>
              <a:rPr lang="en-US" sz="1600" dirty="0">
                <a:latin typeface="Courier" pitchFamily="2" charset="0"/>
              </a:rPr>
              <a:t>)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dirty="0">
                <a:latin typeface="Courier" pitchFamily="2" charset="0"/>
              </a:rPr>
              <a:t>	Pearson's product-moment correlation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data:  </a:t>
            </a:r>
            <a:r>
              <a:rPr lang="en-US" sz="1600" dirty="0" err="1">
                <a:latin typeface="Courier" pitchFamily="2" charset="0"/>
              </a:rPr>
              <a:t>chol$chol</a:t>
            </a:r>
            <a:r>
              <a:rPr lang="en-US" sz="1600" dirty="0">
                <a:latin typeface="Courier" pitchFamily="2" charset="0"/>
              </a:rPr>
              <a:t> and </a:t>
            </a:r>
            <a:r>
              <a:rPr lang="en-US" sz="1600" dirty="0" err="1">
                <a:latin typeface="Courier" pitchFamily="2" charset="0"/>
              </a:rPr>
              <a:t>chol$age</a:t>
            </a:r>
            <a:endParaRPr lang="en-US" sz="1600" dirty="0">
              <a:latin typeface="Courier" pitchFamily="2" charset="0"/>
            </a:endParaRP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t = 2.9345, </a:t>
            </a:r>
            <a:r>
              <a:rPr lang="en-US" sz="1600" dirty="0" err="1">
                <a:latin typeface="Courier" pitchFamily="2" charset="0"/>
              </a:rPr>
              <a:t>df</a:t>
            </a:r>
            <a:r>
              <a:rPr lang="en-US" sz="1600" dirty="0">
                <a:latin typeface="Courier" pitchFamily="2" charset="0"/>
              </a:rPr>
              <a:t> = 186, p-value = 0.003761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alternative hypothesis: true correlation is not equal to 0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95 percent confidence interval: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 0.0693328 0.3431363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sample estimates: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      </a:t>
            </a:r>
            <a:r>
              <a:rPr lang="en-US" sz="1600" dirty="0" err="1">
                <a:latin typeface="Courier" pitchFamily="2" charset="0"/>
              </a:rPr>
              <a:t>cor</a:t>
            </a:r>
            <a:r>
              <a:rPr lang="en-US" sz="1600" dirty="0">
                <a:latin typeface="Courier" pitchFamily="2" charset="0"/>
              </a:rPr>
              <a:t> </a:t>
            </a:r>
          </a:p>
          <a:p>
            <a:pPr marL="1371600" lvl="3" indent="0">
              <a:buNone/>
            </a:pPr>
            <a:r>
              <a:rPr lang="en-US" sz="1600" dirty="0">
                <a:latin typeface="Courier" pitchFamily="2" charset="0"/>
              </a:rPr>
              <a:t>0.2103558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A7441E-4DFB-FBDC-4F1C-5208F767575D}"/>
                  </a:ext>
                </a:extLst>
              </p14:cNvPr>
              <p14:cNvContentPartPr/>
              <p14:nvPr/>
            </p14:nvContentPartPr>
            <p14:xfrm>
              <a:off x="1135800" y="465840"/>
              <a:ext cx="9833760" cy="5714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A7441E-4DFB-FBDC-4F1C-5208F76757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6440" y="456480"/>
                <a:ext cx="9852480" cy="573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1281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MPG 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10236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Let’s use ggplot2’s MPG data set to examine the correlation between engine displacement and city miles per gallon (MPG) in cars.</a:t>
            </a:r>
          </a:p>
          <a:p>
            <a:pPr>
              <a:lnSpc>
                <a:spcPct val="120000"/>
              </a:lnSpc>
            </a:pPr>
            <a:r>
              <a:rPr lang="en-US" dirty="0"/>
              <a:t>Do you trust this correlation coefficient?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&gt; mpg &lt;- ggplot2::mpg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&gt; </a:t>
            </a:r>
            <a:r>
              <a:rPr lang="en-US" sz="1700" dirty="0" err="1">
                <a:latin typeface="Consolas" panose="020B0609020204030204" pitchFamily="49" charset="0"/>
              </a:rPr>
              <a:t>cor</a:t>
            </a:r>
            <a:r>
              <a:rPr lang="en-US" sz="1700" dirty="0">
                <a:latin typeface="Consolas" panose="020B0609020204030204" pitchFamily="49" charset="0"/>
              </a:rPr>
              <a:t>(</a:t>
            </a:r>
            <a:r>
              <a:rPr lang="en-US" sz="1700" dirty="0" err="1">
                <a:latin typeface="Consolas" panose="020B0609020204030204" pitchFamily="49" charset="0"/>
              </a:rPr>
              <a:t>mpg$cty</a:t>
            </a:r>
            <a:r>
              <a:rPr lang="en-US" sz="1700" dirty="0">
                <a:latin typeface="Consolas" panose="020B0609020204030204" pitchFamily="49" charset="0"/>
              </a:rPr>
              <a:t>, </a:t>
            </a:r>
            <a:r>
              <a:rPr lang="en-US" sz="1700" dirty="0" err="1">
                <a:latin typeface="Consolas" panose="020B0609020204030204" pitchFamily="49" charset="0"/>
              </a:rPr>
              <a:t>mpg$displ</a:t>
            </a:r>
            <a:r>
              <a:rPr lang="en-US" sz="17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700" dirty="0">
                <a:latin typeface="Consolas" panose="020B0609020204030204" pitchFamily="49" charset="0"/>
              </a:rPr>
              <a:t>-0.798524 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F1524B-1B2B-4274-9D30-0AA5345FD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03" y="2792413"/>
            <a:ext cx="4175334" cy="38050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5D26A4-6686-2421-9EC6-BCFB674BC5BE}"/>
                  </a:ext>
                </a:extLst>
              </p14:cNvPr>
              <p14:cNvContentPartPr/>
              <p14:nvPr/>
            </p14:nvContentPartPr>
            <p14:xfrm>
              <a:off x="680760" y="2449800"/>
              <a:ext cx="10766880" cy="3565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5D26A4-6686-2421-9EC6-BCFB674BC5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1400" y="2440440"/>
                <a:ext cx="10785600" cy="358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9688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happens when linearity assumption for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isn’t met?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r="-1217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23600" cy="48021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Relation between </a:t>
            </a:r>
            <a:r>
              <a:rPr lang="en-US" b="1" dirty="0" err="1"/>
              <a:t>cty</a:t>
            </a:r>
            <a:r>
              <a:rPr lang="en-US" dirty="0"/>
              <a:t> and </a:t>
            </a:r>
            <a:r>
              <a:rPr lang="en-US" b="1" dirty="0" err="1"/>
              <a:t>displ</a:t>
            </a:r>
            <a:r>
              <a:rPr lang="en-US" dirty="0"/>
              <a:t> isn’t linear!</a:t>
            </a:r>
          </a:p>
          <a:p>
            <a:pPr>
              <a:lnSpc>
                <a:spcPct val="120000"/>
              </a:lnSpc>
            </a:pPr>
            <a:r>
              <a:rPr lang="en-US" dirty="0"/>
              <a:t>What can we do?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Apply a transformation of some sort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Use a </a:t>
            </a:r>
            <a:r>
              <a:rPr lang="en-US" dirty="0" err="1"/>
              <a:t>nonparameteric</a:t>
            </a:r>
            <a:r>
              <a:rPr lang="en-US" dirty="0"/>
              <a:t> test</a:t>
            </a:r>
            <a:br>
              <a:rPr lang="en-US" dirty="0"/>
            </a:br>
            <a:r>
              <a:rPr lang="en-US" dirty="0"/>
              <a:t>(e.g., Spearman’s correlation!)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9CFFB-59A7-4AD0-98F5-0C9423AEA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009" y="2308301"/>
            <a:ext cx="4591797" cy="41845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A12553-6A73-B627-72E9-A65450A72B61}"/>
                  </a:ext>
                </a:extLst>
              </p14:cNvPr>
              <p14:cNvContentPartPr/>
              <p14:nvPr/>
            </p14:nvContentPartPr>
            <p14:xfrm>
              <a:off x="2115720" y="3451680"/>
              <a:ext cx="3965040" cy="1324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A12553-6A73-B627-72E9-A65450A72B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6360" y="3442320"/>
                <a:ext cx="3983760" cy="134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78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34121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Spearman’s Correlation Coefficient,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34121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639445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Quantifies strength and direction of  “monotonic” relation (rather than linear)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Calculated as Pearson’s correlation of the rank of X and the rank of Y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If the relation is truly linear,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has better statistical power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6394450" cy="5226050"/>
              </a:xfrm>
              <a:blipFill>
                <a:blip r:embed="rId3"/>
                <a:stretch>
                  <a:fillRect l="-1718" t="-233" r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E343E5C-367A-452C-8ADF-4841D7E22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256" y="1849112"/>
            <a:ext cx="3752850" cy="3781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661428-C63D-B209-1660-7FB6C1D3DB90}"/>
                  </a:ext>
                </a:extLst>
              </p14:cNvPr>
              <p14:cNvContentPartPr/>
              <p14:nvPr/>
            </p14:nvContentPartPr>
            <p14:xfrm>
              <a:off x="906120" y="447120"/>
              <a:ext cx="10315080" cy="4971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661428-C63D-B209-1660-7FB6C1D3DB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6760" y="437760"/>
                <a:ext cx="10333800" cy="499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540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8C635E-B1AD-4A3B-A512-BE5F2592D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466850"/>
                <a:ext cx="6183086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Spearman’s correlation is:</a:t>
                </a:r>
              </a:p>
              <a:p>
                <a:pPr marL="0" indent="0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&gt; </a:t>
                </a:r>
                <a:r>
                  <a:rPr lang="en-US" sz="1600" dirty="0" err="1">
                    <a:latin typeface="Consolas" panose="020B0609020204030204" pitchFamily="49" charset="0"/>
                  </a:rPr>
                  <a:t>cor</a:t>
                </a:r>
                <a:r>
                  <a:rPr lang="en-US" sz="1600" dirty="0">
                    <a:latin typeface="Consolas" panose="020B0609020204030204" pitchFamily="49" charset="0"/>
                  </a:rPr>
                  <a:t>(</a:t>
                </a:r>
                <a:r>
                  <a:rPr lang="en-US" sz="1600" dirty="0" err="1">
                    <a:latin typeface="Consolas" panose="020B0609020204030204" pitchFamily="49" charset="0"/>
                  </a:rPr>
                  <a:t>mpg$cty</a:t>
                </a:r>
                <a:r>
                  <a:rPr lang="en-US" sz="1600" dirty="0">
                    <a:latin typeface="Consolas" panose="020B0609020204030204" pitchFamily="49" charset="0"/>
                  </a:rPr>
                  <a:t>, </a:t>
                </a:r>
                <a:r>
                  <a:rPr lang="en-US" sz="1600" dirty="0" err="1">
                    <a:latin typeface="Consolas" panose="020B0609020204030204" pitchFamily="49" charset="0"/>
                  </a:rPr>
                  <a:t>mpg$displ</a:t>
                </a:r>
                <a:r>
                  <a:rPr lang="en-US" sz="1600" dirty="0">
                    <a:latin typeface="Consolas" panose="020B0609020204030204" pitchFamily="49" charset="0"/>
                  </a:rPr>
                  <a:t>, method = "spearman"))</a:t>
                </a:r>
              </a:p>
              <a:p>
                <a:pPr marL="0" indent="0">
                  <a:buNone/>
                </a:pPr>
                <a:r>
                  <a:rPr lang="en-US" sz="1600" dirty="0">
                    <a:latin typeface="Consolas" panose="020B0609020204030204" pitchFamily="49" charset="0"/>
                  </a:rPr>
                  <a:t>-0.8809049 </a:t>
                </a:r>
              </a:p>
              <a:p>
                <a:r>
                  <a:rPr lang="en-US" dirty="0"/>
                  <a:t>In the MPG data set, because the relation between </a:t>
                </a:r>
                <a:r>
                  <a:rPr lang="en-US" dirty="0" err="1"/>
                  <a:t>cty</a:t>
                </a:r>
                <a:r>
                  <a:rPr lang="en-US" dirty="0"/>
                  <a:t> and </a:t>
                </a:r>
                <a:r>
                  <a:rPr lang="en-US" dirty="0" err="1"/>
                  <a:t>displ</a:t>
                </a:r>
                <a:r>
                  <a:rPr lang="en-US" dirty="0"/>
                  <a:t> is monotonic and not linear,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=−0.88</m:t>
                    </m:r>
                  </m:oMath>
                </a14:m>
                <a:r>
                  <a:rPr lang="en-US" dirty="0"/>
                  <a:t> is larger in absolute value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=−0.80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1600" dirty="0">
                  <a:latin typeface="Consolas" panose="020B0609020204030204" pitchFamily="49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466850"/>
                <a:ext cx="6183086" cy="5226050"/>
              </a:xfrm>
              <a:blipFill>
                <a:blip r:embed="rId3"/>
                <a:stretch>
                  <a:fillRect l="-1775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001A727-F345-3E1A-4DC3-60D950E27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195" y="2054362"/>
            <a:ext cx="4175334" cy="38050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099B1DF-6A83-C9F3-BE89-39DE2433D591}"/>
                  </a:ext>
                </a:extLst>
              </p14:cNvPr>
              <p14:cNvContentPartPr/>
              <p14:nvPr/>
            </p14:nvContentPartPr>
            <p14:xfrm>
              <a:off x="1587960" y="1927440"/>
              <a:ext cx="4773960" cy="3297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099B1DF-6A83-C9F3-BE89-39DE2433D5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78600" y="1918080"/>
                <a:ext cx="4792680" cy="331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2984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with correlation!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Visually examine the relation between </a:t>
                </a:r>
                <a:r>
                  <a:rPr lang="en-US" dirty="0" err="1"/>
                  <a:t>chol</a:t>
                </a:r>
                <a:r>
                  <a:rPr lang="en-US" dirty="0"/>
                  <a:t> and age in the </a:t>
                </a:r>
                <a:r>
                  <a:rPr lang="en-US" b="1" dirty="0" err="1"/>
                  <a:t>chol</a:t>
                </a:r>
                <a:r>
                  <a:rPr lang="en-US" dirty="0"/>
                  <a:t> data 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:r>
                  <a:rPr lang="en-US" dirty="0" err="1"/>
                  <a:t>chol</a:t>
                </a:r>
                <a:r>
                  <a:rPr lang="en-US" dirty="0"/>
                  <a:t> and age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Which measure is higher? Why?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1023600" cy="5226050"/>
              </a:xfrm>
              <a:blipFill>
                <a:blip r:embed="rId2"/>
                <a:stretch>
                  <a:fillRect l="-996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4B20F5C-EEE7-EED0-FA89-F6C7E678E24E}"/>
                  </a:ext>
                </a:extLst>
              </p14:cNvPr>
              <p14:cNvContentPartPr/>
              <p14:nvPr/>
            </p14:nvContentPartPr>
            <p14:xfrm>
              <a:off x="1988640" y="2035440"/>
              <a:ext cx="6846120" cy="956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4B20F5C-EEE7-EED0-FA89-F6C7E678E2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9280" y="2026080"/>
                <a:ext cx="6864840" cy="97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5093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898E-03B0-9EEC-E4F9-AE7061D5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949"/>
            <a:ext cx="10515600" cy="1325563"/>
          </a:xfrm>
        </p:spPr>
        <p:txBody>
          <a:bodyPr/>
          <a:lstStyle/>
          <a:p>
            <a:r>
              <a:rPr lang="en-US" dirty="0"/>
              <a:t>Introduction to linear regression</a:t>
            </a:r>
            <a:br>
              <a:rPr lang="en-US" dirty="0"/>
            </a:b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US" sz="3200" b="1" i="1" u="sng" dirty="0">
                <a:solidFill>
                  <a:schemeClr val="bg1">
                    <a:lumMod val="65000"/>
                  </a:schemeClr>
                </a:solidFill>
              </a:rPr>
              <a:t>regression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?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E2EA4-F163-1619-C0D2-9BBE7F025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844" y="1827874"/>
            <a:ext cx="10660790" cy="3035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Galton, F. (1886). Regression Towards Mediocrity in Hereditary Stature </a:t>
            </a:r>
            <a:r>
              <a:rPr lang="en-US" sz="150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Journal of the Anthropological Institute</a:t>
            </a:r>
            <a:r>
              <a:rPr lang="en-US" sz="15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15, 246-263</a:t>
            </a:r>
            <a:endParaRPr lang="en-US" sz="15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4C07811-8416-9D37-3933-807FF9174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04" y="2322450"/>
            <a:ext cx="4636615" cy="4087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">
            <a:extLst>
              <a:ext uri="{FF2B5EF4-FFF2-40B4-BE49-F238E27FC236}">
                <a16:creationId xmlns:a16="http://schemas.microsoft.com/office/drawing/2014/main" id="{08D5919F-0B66-3C08-2E19-396495DB4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009" y="2322450"/>
            <a:ext cx="4578611" cy="4150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FF0D2C-3F1C-E3CE-9439-1E5EDF4494DC}"/>
                  </a:ext>
                </a:extLst>
              </p14:cNvPr>
              <p14:cNvContentPartPr/>
              <p14:nvPr/>
            </p14:nvContentPartPr>
            <p14:xfrm>
              <a:off x="1722240" y="2075760"/>
              <a:ext cx="10391760" cy="4565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FF0D2C-3F1C-E3CE-9439-1E5EDF4494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2880" y="2066400"/>
                <a:ext cx="10410480" cy="458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2532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5239-FAB9-ED86-4033-E718F593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line?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3F9E8F-233A-398C-FF4F-F634D51C2E55}"/>
                  </a:ext>
                </a:extLst>
              </p14:cNvPr>
              <p14:cNvContentPartPr/>
              <p14:nvPr/>
            </p14:nvContentPartPr>
            <p14:xfrm>
              <a:off x="2391840" y="267480"/>
              <a:ext cx="8785800" cy="6381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3F9E8F-233A-398C-FF4F-F634D51C2E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2480" y="258120"/>
                <a:ext cx="8804520" cy="640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886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726"/>
            <a:ext cx="10851037" cy="1325563"/>
          </a:xfrm>
        </p:spPr>
        <p:txBody>
          <a:bodyPr/>
          <a:lstStyle/>
          <a:p>
            <a:r>
              <a:rPr lang="en-US" dirty="0"/>
              <a:t>Studying Linear Relationships using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55562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We’ve talked about how correlation quantifies “linear” relations…</a:t>
            </a:r>
          </a:p>
          <a:p>
            <a:pPr>
              <a:lnSpc>
                <a:spcPct val="120000"/>
              </a:lnSpc>
            </a:pPr>
            <a:r>
              <a:rPr lang="en-US" dirty="0"/>
              <a:t>While we will go into more detail about how to examine linearity, the relationship to the right just </a:t>
            </a:r>
            <a:r>
              <a:rPr lang="en-US" i="1" dirty="0"/>
              <a:t>looks</a:t>
            </a:r>
            <a:r>
              <a:rPr lang="en-US" dirty="0"/>
              <a:t> linear to us.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F21A8-3233-4446-A331-A40816ED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593" y="1489435"/>
            <a:ext cx="5033158" cy="41799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8C30720-EE94-21FA-5A7C-35A6C5D7D740}"/>
                  </a:ext>
                </a:extLst>
              </p14:cNvPr>
              <p14:cNvContentPartPr/>
              <p14:nvPr/>
            </p14:nvContentPartPr>
            <p14:xfrm>
              <a:off x="1176840" y="2486520"/>
              <a:ext cx="2932920" cy="93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8C30720-EE94-21FA-5A7C-35A6C5D7D7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7480" y="2477160"/>
                <a:ext cx="2951640" cy="11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6191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Regression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5845404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form of a regression line is: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𝛼 is the y-intercept </a:t>
                </a:r>
                <a:br>
                  <a:rPr lang="en-US" dirty="0"/>
                </a:br>
                <a:r>
                  <a:rPr lang="en-US" dirty="0"/>
                  <a:t>(i.e., the value of y when x=0).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𝛽 is the slope (i.e., increase in y when x increases by 1 unit).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5845404" cy="5226050"/>
              </a:xfrm>
              <a:blipFill>
                <a:blip r:embed="rId2"/>
                <a:stretch>
                  <a:fillRect l="-1879" t="-233" r="-3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FFF21A8-3233-4446-A331-A40816ED8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593" y="1489435"/>
            <a:ext cx="5033158" cy="417991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4C86CF-1A3B-41B7-94DE-32473B7321F5}"/>
              </a:ext>
            </a:extLst>
          </p:cNvPr>
          <p:cNvSpPr/>
          <p:nvPr/>
        </p:nvSpPr>
        <p:spPr>
          <a:xfrm>
            <a:off x="409249" y="2235038"/>
            <a:ext cx="1678889" cy="615312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dirty="0"/>
              <a:t>You can use either notation!</a:t>
            </a:r>
            <a:endParaRPr lang="en-US" sz="16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000A463-06EE-80C4-8AB2-0D9331629492}"/>
                  </a:ext>
                </a:extLst>
              </p14:cNvPr>
              <p14:cNvContentPartPr/>
              <p14:nvPr/>
            </p14:nvContentPartPr>
            <p14:xfrm>
              <a:off x="3429720" y="969120"/>
              <a:ext cx="7477200" cy="488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000A463-06EE-80C4-8AB2-0D93316294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0360" y="959760"/>
                <a:ext cx="7495920" cy="490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0718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715"/>
            <a:ext cx="10515600" cy="1325563"/>
          </a:xfrm>
        </p:spPr>
        <p:txBody>
          <a:bodyPr/>
          <a:lstStyle/>
          <a:p>
            <a:r>
              <a:rPr lang="en-US" dirty="0"/>
              <a:t>The full regression model </a:t>
            </a:r>
            <a:br>
              <a:rPr lang="en-US" dirty="0"/>
            </a:br>
            <a:r>
              <a:rPr lang="en-US" sz="2800" b="1" i="1" dirty="0">
                <a:solidFill>
                  <a:schemeClr val="bg1">
                    <a:lumMod val="65000"/>
                  </a:schemeClr>
                </a:solidFill>
              </a:rPr>
              <a:t>Line vs. observations</a:t>
            </a:r>
            <a:endParaRPr lang="en-US" b="1" i="1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9229"/>
                <a:ext cx="5556250" cy="522605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>
                    <a:cs typeface="Segoe UI" panose="020B0502040204020203" pitchFamily="34" charset="0"/>
                  </a:rPr>
                  <a:t>The observed outcome</a:t>
                </a:r>
                <a:r>
                  <a:rPr lang="en-US" sz="2800" dirty="0">
                    <a:cs typeface="Segoe UI" panose="020B0502040204020203" pitchFamily="34" charset="0"/>
                  </a:rPr>
                  <a:t> </a:t>
                </a:r>
                <a:r>
                  <a:rPr lang="en-US" sz="2800" i="1" dirty="0">
                    <a:cs typeface="Segoe UI" panose="020B0502040204020203" pitchFamily="34" charset="0"/>
                  </a:rPr>
                  <a:t>Y</a:t>
                </a:r>
                <a:r>
                  <a:rPr lang="en-US" sz="2800" i="1" baseline="-25000" dirty="0">
                    <a:cs typeface="Segoe UI" panose="020B0502040204020203" pitchFamily="34" charset="0"/>
                  </a:rPr>
                  <a:t>i</a:t>
                </a:r>
                <a:r>
                  <a:rPr lang="en-US" sz="2800" i="1" dirty="0">
                    <a:cs typeface="Segoe UI" panose="020B0502040204020203" pitchFamily="34" charset="0"/>
                  </a:rPr>
                  <a:t> </a:t>
                </a:r>
                <a:r>
                  <a:rPr lang="en-US" sz="2800" dirty="0">
                    <a:cs typeface="Segoe UI" panose="020B0502040204020203" pitchFamily="34" charset="0"/>
                  </a:rPr>
                  <a:t>for person </a:t>
                </a:r>
                <a:r>
                  <a:rPr lang="en-US" sz="2800" i="1" dirty="0" err="1">
                    <a:cs typeface="Segoe UI" panose="020B0502040204020203" pitchFamily="34" charset="0"/>
                  </a:rPr>
                  <a:t>i</a:t>
                </a:r>
                <a:r>
                  <a:rPr lang="en-US" sz="2800" i="1" dirty="0">
                    <a:cs typeface="Segoe UI" panose="020B0502040204020203" pitchFamily="34" charset="0"/>
                  </a:rPr>
                  <a:t> </a:t>
                </a:r>
                <a:r>
                  <a:rPr lang="en-US" sz="2800" dirty="0">
                    <a:cs typeface="Segoe UI" panose="020B0502040204020203" pitchFamily="34" charset="0"/>
                  </a:rPr>
                  <a:t>does not necessarily fall on the regression line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800" dirty="0">
                    <a:cs typeface="Segoe UI" panose="020B0502040204020203" pitchFamily="34" charset="0"/>
                  </a:rPr>
                  <a:t>Our equation for person i’s actual Y value therefore includes an </a:t>
                </a:r>
                <a:r>
                  <a:rPr lang="en-US" sz="2800" dirty="0">
                    <a:solidFill>
                      <a:schemeClr val="accent2"/>
                    </a:solidFill>
                    <a:cs typeface="Segoe UI" panose="020B0502040204020203" pitchFamily="34" charset="0"/>
                  </a:rPr>
                  <a:t>“error”</a:t>
                </a:r>
                <a:r>
                  <a:rPr lang="en-US" sz="2800" dirty="0"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cs typeface="Segoe UI" panose="020B0502040204020203" pitchFamily="34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 dirty="0"/>
                  <a:t>is the residual or error; </a:t>
                </a:r>
                <a:br>
                  <a:rPr lang="en-US" dirty="0"/>
                </a:br>
                <a:r>
                  <a:rPr lang="en-US" dirty="0"/>
                  <a:t>the part of Y that is not explained by the regression line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9229"/>
                <a:ext cx="5556250" cy="5226050"/>
              </a:xfrm>
              <a:blipFill>
                <a:blip r:embed="rId2"/>
                <a:stretch>
                  <a:fillRect l="-1976" t="-1865" r="-3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AEF9D7C-3818-4F2E-B010-0438EBDB0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343" y="1466850"/>
            <a:ext cx="5033158" cy="4179918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6814CFB6-1907-401F-8E44-8BCE4DB9DCC5}"/>
              </a:ext>
            </a:extLst>
          </p:cNvPr>
          <p:cNvSpPr/>
          <p:nvPr/>
        </p:nvSpPr>
        <p:spPr>
          <a:xfrm>
            <a:off x="9338527" y="3516351"/>
            <a:ext cx="118946" cy="349405"/>
          </a:xfrm>
          <a:prstGeom prst="leftBrac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FE8EAA-C516-A274-6AF1-4865F11EFF33}"/>
                  </a:ext>
                </a:extLst>
              </p14:cNvPr>
              <p14:cNvContentPartPr/>
              <p14:nvPr/>
            </p14:nvContentPartPr>
            <p14:xfrm>
              <a:off x="2353320" y="2568240"/>
              <a:ext cx="7359840" cy="2908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FE8EAA-C516-A274-6AF1-4865F11EFF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3960" y="2558880"/>
                <a:ext cx="7378560" cy="292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5838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059"/>
            <a:ext cx="10515600" cy="1325563"/>
          </a:xfrm>
        </p:spPr>
        <p:txBody>
          <a:bodyPr/>
          <a:lstStyle/>
          <a:p>
            <a:r>
              <a:rPr lang="en-US" dirty="0"/>
              <a:t>Predicting the mean Y at a given value of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5556250" cy="522605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800" dirty="0">
                    <a:cs typeface="Segoe UI" panose="020B0502040204020203" pitchFamily="34" charset="0"/>
                  </a:rPr>
                  <a:t>Each person’s Y has some error associated </a:t>
                </a:r>
                <a:r>
                  <a:rPr lang="en-US" dirty="0">
                    <a:cs typeface="Segoe UI" panose="020B0502040204020203" pitchFamily="34" charset="0"/>
                  </a:rPr>
                  <a:t>with it, but when we predict a regression line we are actually fitting: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𝑌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𝑌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>
                  <a:cs typeface="Segoe UI" panose="020B0502040204020203" pitchFamily="34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dirty="0">
                    <a:cs typeface="Segoe UI" panose="020B0502040204020203" pitchFamily="34" charset="0"/>
                  </a:rPr>
                  <a:t>That is, we are fitting the </a:t>
                </a:r>
                <a:br>
                  <a:rPr lang="en-US" dirty="0">
                    <a:cs typeface="Segoe UI" panose="020B0502040204020203" pitchFamily="34" charset="0"/>
                  </a:rPr>
                </a:br>
                <a:r>
                  <a:rPr lang="en-US" dirty="0">
                    <a:cs typeface="Segoe UI" panose="020B0502040204020203" pitchFamily="34" charset="0"/>
                  </a:rPr>
                  <a:t>“expected value” of Y given X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>
                    <a:cs typeface="Segoe UI" panose="020B0502040204020203" pitchFamily="34" charset="0"/>
                  </a:rPr>
                  <a:t>The expected value is the mean, so we are really predicting the mean of all Y values for any given X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5556250" cy="5226050"/>
              </a:xfrm>
              <a:blipFill>
                <a:blip r:embed="rId2"/>
                <a:stretch>
                  <a:fillRect l="-1976" t="-1984" r="-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AEF9D7C-3818-4F2E-B010-0438EBDB0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343" y="1466850"/>
            <a:ext cx="5033158" cy="4179918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6814CFB6-1907-401F-8E44-8BCE4DB9DCC5}"/>
              </a:ext>
            </a:extLst>
          </p:cNvPr>
          <p:cNvSpPr/>
          <p:nvPr/>
        </p:nvSpPr>
        <p:spPr>
          <a:xfrm>
            <a:off x="9338527" y="3516351"/>
            <a:ext cx="118946" cy="349405"/>
          </a:xfrm>
          <a:prstGeom prst="leftBrac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4A512B-666A-115D-E03E-8C861CEAA4B8}"/>
                  </a:ext>
                </a:extLst>
              </p14:cNvPr>
              <p14:cNvContentPartPr/>
              <p14:nvPr/>
            </p14:nvContentPartPr>
            <p14:xfrm>
              <a:off x="1447200" y="2993040"/>
              <a:ext cx="9058320" cy="2352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4A512B-666A-115D-E03E-8C861CEAA4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7840" y="2983680"/>
                <a:ext cx="9077040" cy="237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0709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8521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How does stopping distance relate to speed in cars?</a:t>
            </a:r>
          </a:p>
          <a:p>
            <a:pPr>
              <a:lnSpc>
                <a:spcPct val="120000"/>
              </a:lnSpc>
            </a:pPr>
            <a:r>
              <a:rPr lang="en-US" dirty="0"/>
              <a:t>We will use the R data set “cars”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cars &lt;- data(cars)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fit &lt;- </a:t>
            </a:r>
            <a:r>
              <a:rPr lang="en-US" sz="1100" dirty="0" err="1">
                <a:latin typeface="Consolas" panose="020B0609020204030204" pitchFamily="49" charset="0"/>
                <a:cs typeface="Segoe UI" panose="020B0502040204020203" pitchFamily="34" charset="0"/>
              </a:rPr>
              <a:t>lm</a:t>
            </a: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Segoe UI" panose="020B0502040204020203" pitchFamily="34" charset="0"/>
              </a:rPr>
              <a:t>dist</a:t>
            </a: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 ~ speed, data = cars)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summary(fit)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Residuals: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    Min      1Q  Median      3Q     Max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-29.069  -9.525  -2.272   9.215  43.201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Coefficients: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            Estimate Std. Error t value </a:t>
            </a:r>
            <a:r>
              <a:rPr lang="en-US" sz="1100" dirty="0" err="1">
                <a:latin typeface="Consolas" panose="020B0609020204030204" pitchFamily="49" charset="0"/>
                <a:cs typeface="Segoe UI" panose="020B0502040204020203" pitchFamily="34" charset="0"/>
              </a:rPr>
              <a:t>Pr</a:t>
            </a: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(&gt;|t|)   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(Intercept) -17.5791     6.7584  -2.601   0.0123 * 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speed         3.9324     0.4155   9.464 1.49e-12 ***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---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 err="1">
                <a:latin typeface="Consolas" panose="020B0609020204030204" pitchFamily="49" charset="0"/>
                <a:cs typeface="Segoe UI" panose="020B0502040204020203" pitchFamily="34" charset="0"/>
              </a:rPr>
              <a:t>Signif</a:t>
            </a: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. codes:  0 ‘***’ 0.001 ‘**’ 0.01 ‘*’ 0.05 ‘.’ 0.1 ‘ ’ 1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Residual standard error: 15.38 on 48 degrees of freedom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Multiple R-squared:  0.6511,	Adjusted R-squared:  0.6438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  <a:cs typeface="Segoe UI" panose="020B0502040204020203" pitchFamily="34" charset="0"/>
              </a:rPr>
              <a:t>F-statistic: 89.57 on 1 and 48 DF,  p-value: 1.49e-12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6CF8E6-BFDE-BDFD-4408-45C1013E8E89}"/>
                  </a:ext>
                </a:extLst>
              </p14:cNvPr>
              <p14:cNvContentPartPr/>
              <p14:nvPr/>
            </p14:nvContentPartPr>
            <p14:xfrm>
              <a:off x="726120" y="291960"/>
              <a:ext cx="10283400" cy="5405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6CF8E6-BFDE-BDFD-4408-45C1013E8E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6760" y="282600"/>
                <a:ext cx="10302120" cy="542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0904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Linear Regression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852150" cy="52260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Segoe UI" panose="020B0502040204020203" pitchFamily="34" charset="0"/>
              </a:rPr>
              <a:t>cars &lt;- data(cars)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Segoe UI" panose="020B0502040204020203" pitchFamily="34" charset="0"/>
              </a:rPr>
              <a:t>fit &lt;- </a:t>
            </a:r>
            <a:r>
              <a:rPr lang="en-US" sz="1400" dirty="0" err="1">
                <a:latin typeface="Consolas" panose="020B0609020204030204" pitchFamily="49" charset="0"/>
                <a:cs typeface="Segoe UI" panose="020B0502040204020203" pitchFamily="34" charset="0"/>
              </a:rPr>
              <a:t>lm</a:t>
            </a:r>
            <a:r>
              <a:rPr lang="en-US" sz="1400" dirty="0"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  <a:cs typeface="Segoe UI" panose="020B0502040204020203" pitchFamily="34" charset="0"/>
              </a:rPr>
              <a:t>dist</a:t>
            </a:r>
            <a:r>
              <a:rPr lang="en-US" sz="1400" dirty="0">
                <a:latin typeface="Consolas" panose="020B0609020204030204" pitchFamily="49" charset="0"/>
                <a:cs typeface="Segoe UI" panose="020B0502040204020203" pitchFamily="34" charset="0"/>
              </a:rPr>
              <a:t> ~ speed, data = cars)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  <a:cs typeface="Segoe UI" panose="020B0502040204020203" pitchFamily="34" charset="0"/>
              </a:rPr>
              <a:t>summary(fit)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Residuals: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    Min      1Q  Median      3Q     Max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-29.069  -9.525  -2.272   9.215  43.201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Coefficients: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            Estimate Std. Error t value </a:t>
            </a:r>
            <a:r>
              <a:rPr lang="en-US" sz="1050" dirty="0" err="1">
                <a:latin typeface="Consolas" panose="020B0609020204030204" pitchFamily="49" charset="0"/>
                <a:cs typeface="Segoe UI" panose="020B0502040204020203" pitchFamily="34" charset="0"/>
              </a:rPr>
              <a:t>Pr</a:t>
            </a: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(&gt;|t|)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(Intercept) -17.5791     6.7584  -2.601   0.0123 *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speed         3.9324     0.4155   9.464 1.49e-12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 err="1">
                <a:latin typeface="Consolas" panose="020B0609020204030204" pitchFamily="49" charset="0"/>
                <a:cs typeface="Segoe UI" panose="020B0502040204020203" pitchFamily="34" charset="0"/>
              </a:rPr>
              <a:t>Signif</a:t>
            </a: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Residual standard error: 15.38 on 48 degrees of freedom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Multiple R-squared:  0.6511,	Adjusted R-squared:  0.6438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dirty="0">
                <a:latin typeface="Consolas" panose="020B0609020204030204" pitchFamily="49" charset="0"/>
                <a:cs typeface="Segoe UI" panose="020B0502040204020203" pitchFamily="34" charset="0"/>
              </a:rPr>
              <a:t>F-statistic: 89.57 on 1 and 48 DF,  p-value: 1.49e-12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97705-1F92-437A-8A1D-49BB77062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275" y="1466850"/>
            <a:ext cx="5033158" cy="41799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A73694B-2A97-473C-AB50-68F342BE6537}"/>
                  </a:ext>
                </a:extLst>
              </p:cNvPr>
              <p:cNvSpPr/>
              <p:nvPr/>
            </p:nvSpPr>
            <p:spPr>
              <a:xfrm>
                <a:off x="680044" y="5336309"/>
                <a:ext cx="550128" cy="509006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tabLst>
                    <a:tab pos="228600" algn="l"/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A73694B-2A97-473C-AB50-68F342BE6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44" y="5336309"/>
                <a:ext cx="550128" cy="50900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9F3159-8ED7-43C9-BF1D-897E1317A154}"/>
              </a:ext>
            </a:extLst>
          </p:cNvPr>
          <p:cNvCxnSpPr>
            <a:stCxn id="5" idx="0"/>
          </p:cNvCxnSpPr>
          <p:nvPr/>
        </p:nvCxnSpPr>
        <p:spPr>
          <a:xfrm flipV="1">
            <a:off x="955108" y="3500853"/>
            <a:ext cx="914399" cy="183545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B1605F8-DAC9-440D-8DCD-27FE9662952D}"/>
                  </a:ext>
                </a:extLst>
              </p:cNvPr>
              <p:cNvSpPr/>
              <p:nvPr/>
            </p:nvSpPr>
            <p:spPr>
              <a:xfrm>
                <a:off x="1612980" y="5608488"/>
                <a:ext cx="1020725" cy="857826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tabLst>
                    <a:tab pos="228600" algn="l"/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0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  <a:endParaRPr lang="en-US" b="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tabLst>
                    <a:tab pos="228600" algn="l"/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𝑆𝑃𝐸𝐸𝐷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B1605F8-DAC9-440D-8DCD-27FE966295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980" y="5608488"/>
                <a:ext cx="1020725" cy="85782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2DF14-443E-4BE2-AF14-0072DD3E4C2F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086349" y="3764588"/>
            <a:ext cx="36994" cy="18439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35D26E-6A40-42EB-AABA-1ADD018CA74D}"/>
              </a:ext>
            </a:extLst>
          </p:cNvPr>
          <p:cNvSpPr/>
          <p:nvPr/>
        </p:nvSpPr>
        <p:spPr>
          <a:xfrm>
            <a:off x="2850547" y="5181974"/>
            <a:ext cx="3037030" cy="85782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Regression coefficients follow a t-distribution with n-p-1 df.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B8560E-0D21-437E-83C8-DDD28E0970B4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618520" y="3766986"/>
            <a:ext cx="750542" cy="14149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763258-C0D8-4FE4-BFCD-8E55DFB9328E}"/>
              </a:ext>
            </a:extLst>
          </p:cNvPr>
          <p:cNvSpPr/>
          <p:nvPr/>
        </p:nvSpPr>
        <p:spPr>
          <a:xfrm>
            <a:off x="4770477" y="2489159"/>
            <a:ext cx="1091357" cy="5252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9DCB76-63EA-4D4C-B26F-1AFAD6BB0A91}"/>
              </a:ext>
            </a:extLst>
          </p:cNvPr>
          <p:cNvSpPr/>
          <p:nvPr/>
        </p:nvSpPr>
        <p:spPr>
          <a:xfrm>
            <a:off x="5550321" y="3085751"/>
            <a:ext cx="1091357" cy="5252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=0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3086DD-06AD-438E-9B0E-8B21647C94E6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191407" y="2751769"/>
            <a:ext cx="579070" cy="76646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95694F-02FD-4561-918E-F69240BB2BB9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425572" y="3348361"/>
            <a:ext cx="1124749" cy="30703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Graphic 14" descr="Help with solid fill">
            <a:extLst>
              <a:ext uri="{FF2B5EF4-FFF2-40B4-BE49-F238E27FC236}">
                <a16:creationId xmlns:a16="http://schemas.microsoft.com/office/drawing/2014/main" id="{30D804C1-FD40-483E-982B-0935B68064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6912" y="5845315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29B2061-7093-0EEF-BD7F-81B3D6B52823}"/>
                  </a:ext>
                </a:extLst>
              </p14:cNvPr>
              <p14:cNvContentPartPr/>
              <p14:nvPr/>
            </p14:nvContentPartPr>
            <p14:xfrm>
              <a:off x="1752120" y="106920"/>
              <a:ext cx="8734680" cy="4074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29B2061-7093-0EEF-BD7F-81B3D6B528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42760" y="97560"/>
                <a:ext cx="8753400" cy="409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9346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4267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Your Turn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What is the equation that describes the relationship between stopping distance and speed?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Is stopping distance related to speed?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What is the predicted stopping distance for a car that is not moving?</a:t>
            </a:r>
          </a:p>
          <a:p>
            <a:pPr lvl="1">
              <a:lnSpc>
                <a:spcPct val="12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B1BAC-44F4-31B0-BB0A-7EA6692B0512}"/>
              </a:ext>
            </a:extLst>
          </p:cNvPr>
          <p:cNvSpPr txBox="1"/>
          <p:nvPr/>
        </p:nvSpPr>
        <p:spPr>
          <a:xfrm>
            <a:off x="838200" y="5103674"/>
            <a:ext cx="102012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fit &lt;- </a:t>
            </a:r>
            <a:r>
              <a:rPr lang="en-US" sz="1800" dirty="0" err="1">
                <a:latin typeface="Consolas" panose="020B0609020204030204" pitchFamily="49" charset="0"/>
                <a:cs typeface="Segoe UI" panose="020B0502040204020203" pitchFamily="34" charset="0"/>
              </a:rPr>
              <a:t>lm</a:t>
            </a: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Segoe UI" panose="020B0502040204020203" pitchFamily="34" charset="0"/>
              </a:rPr>
              <a:t>dist</a:t>
            </a: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 ~ speed, data = cars)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summary(fit)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Coefficients: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            Estimate Std. Error t value </a:t>
            </a:r>
            <a:r>
              <a:rPr lang="en-US" sz="1800" dirty="0" err="1">
                <a:latin typeface="Consolas" panose="020B0609020204030204" pitchFamily="49" charset="0"/>
                <a:cs typeface="Segoe UI" panose="020B0502040204020203" pitchFamily="34" charset="0"/>
              </a:rPr>
              <a:t>Pr</a:t>
            </a: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(&gt;|t|)   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(Intercept) -17.5791     6.7584  -2.601   0.0123 * 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Segoe UI" panose="020B0502040204020203" pitchFamily="34" charset="0"/>
              </a:rPr>
              <a:t>speed         3.9324     0.4155   9.464 1.49e-12 ***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315420-0B5D-B323-B845-DDB44422B4E4}"/>
                  </a:ext>
                </a:extLst>
              </p14:cNvPr>
              <p14:cNvContentPartPr/>
              <p14:nvPr/>
            </p14:nvContentPartPr>
            <p14:xfrm>
              <a:off x="1609920" y="1217160"/>
              <a:ext cx="8664120" cy="3210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315420-0B5D-B323-B845-DDB44422B4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0560" y="1207800"/>
                <a:ext cx="8682840" cy="322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1705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Extrapolation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55562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We didn’t observe any speed values &lt;4 or &gt;25 mph</a:t>
            </a:r>
          </a:p>
          <a:p>
            <a:pPr>
              <a:lnSpc>
                <a:spcPct val="120000"/>
              </a:lnSpc>
            </a:pPr>
            <a:r>
              <a:rPr lang="en-US" dirty="0"/>
              <a:t>When we fit a linear regression, we can only reasonably predict Y across the range of X in our data</a:t>
            </a:r>
          </a:p>
          <a:p>
            <a:pPr>
              <a:lnSpc>
                <a:spcPct val="120000"/>
              </a:lnSpc>
            </a:pPr>
            <a:r>
              <a:rPr lang="en-US" dirty="0"/>
              <a:t>This is because the relation may be different (e.g., nonlinear) for values of X beyond observed range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F9D7C-3818-4F2E-B010-0438EBDB0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343" y="1466850"/>
            <a:ext cx="5033158" cy="41799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7AC2438-36E0-CB2D-74CE-EC82987BCD0C}"/>
                  </a:ext>
                </a:extLst>
              </p14:cNvPr>
              <p14:cNvContentPartPr/>
              <p14:nvPr/>
            </p14:nvContentPartPr>
            <p14:xfrm>
              <a:off x="1243080" y="1167120"/>
              <a:ext cx="10810080" cy="4764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7AC2438-36E0-CB2D-74CE-EC82987BCD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3720" y="1157760"/>
                <a:ext cx="10828800" cy="478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7112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Extrapolation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55562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If we observed more speeds, say up to 90mph, what do we observe?</a:t>
            </a:r>
          </a:p>
          <a:p>
            <a:pPr>
              <a:lnSpc>
                <a:spcPct val="120000"/>
              </a:lnSpc>
            </a:pPr>
            <a:r>
              <a:rPr lang="en-US" dirty="0"/>
              <a:t>Y does increase as X increases, but a straight line is not the best fit</a:t>
            </a:r>
          </a:p>
          <a:p>
            <a:pPr>
              <a:lnSpc>
                <a:spcPct val="120000"/>
              </a:lnSpc>
            </a:pPr>
            <a:r>
              <a:rPr lang="en-US" dirty="0"/>
              <a:t>There are other ways to model this (e.g., variable transformations) beyond today’s lecture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C2A48-0103-4399-8D02-BA5DBAFC6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152" y="1348033"/>
            <a:ext cx="5498552" cy="45664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14DDC32-6105-46D3-4E38-B21F4277FF0A}"/>
                  </a:ext>
                </a:extLst>
              </p14:cNvPr>
              <p14:cNvContentPartPr/>
              <p14:nvPr/>
            </p14:nvContentPartPr>
            <p14:xfrm>
              <a:off x="6842160" y="60120"/>
              <a:ext cx="5008320" cy="4882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14DDC32-6105-46D3-4E38-B21F4277FF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32800" y="50760"/>
                <a:ext cx="5027040" cy="490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7276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6235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 linear regression model is only valid if it satisfies certain assumptions</a:t>
            </a:r>
          </a:p>
          <a:p>
            <a:pPr>
              <a:lnSpc>
                <a:spcPct val="120000"/>
              </a:lnSpc>
            </a:pPr>
            <a:r>
              <a:rPr lang="en-US" dirty="0"/>
              <a:t>While mild violations of the assumptions are common, more serious violations can be a cause for concern</a:t>
            </a:r>
          </a:p>
          <a:p>
            <a:pPr>
              <a:lnSpc>
                <a:spcPct val="120000"/>
              </a:lnSpc>
            </a:pPr>
            <a:r>
              <a:rPr lang="en-US" dirty="0"/>
              <a:t>There are four assumptions of </a:t>
            </a:r>
            <a:r>
              <a:rPr lang="en-US" b="1" dirty="0" err="1"/>
              <a:t>LINEar</a:t>
            </a:r>
            <a:r>
              <a:rPr lang="en-US" dirty="0"/>
              <a:t> regression: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L</a:t>
            </a:r>
            <a:r>
              <a:rPr lang="en-US" dirty="0"/>
              <a:t>inearity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I</a:t>
            </a:r>
            <a:r>
              <a:rPr lang="en-US" dirty="0"/>
              <a:t>ndependence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N</a:t>
            </a:r>
            <a:r>
              <a:rPr lang="en-US" dirty="0"/>
              <a:t>ormality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E</a:t>
            </a:r>
            <a:r>
              <a:rPr lang="en-US" dirty="0"/>
              <a:t>quality of variances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3EC976-FC34-942B-25C6-1C9ED4590D27}"/>
                  </a:ext>
                </a:extLst>
              </p14:cNvPr>
              <p14:cNvContentPartPr/>
              <p14:nvPr/>
            </p14:nvContentPartPr>
            <p14:xfrm>
              <a:off x="1584360" y="1928520"/>
              <a:ext cx="9238680" cy="4048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3EC976-FC34-942B-25C6-1C9ED4590D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5000" y="1919160"/>
                <a:ext cx="9257400" cy="406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1155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365125"/>
            <a:ext cx="10515600" cy="1325563"/>
          </a:xfrm>
        </p:spPr>
        <p:txBody>
          <a:bodyPr/>
          <a:lstStyle/>
          <a:p>
            <a:r>
              <a:rPr lang="en-US" dirty="0"/>
              <a:t>Linearity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100" y="1466850"/>
                <a:ext cx="6229350" cy="51371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This one seems the most straightforward, but let’s think about it in greater detail…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If a relationship between X and Y is truly linear, then we can say the following: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That is, our regression line goes through the mean of Y across all X 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100" y="1466850"/>
                <a:ext cx="6229350" cy="5137150"/>
              </a:xfrm>
              <a:blipFill>
                <a:blip r:embed="rId2"/>
                <a:stretch>
                  <a:fillRect l="-1761" t="-238" r="-2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2A81AF9-E372-4530-B451-1D36A17FA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153" y="2099545"/>
            <a:ext cx="5327934" cy="35519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D0F6B3-4090-5B46-B1F5-E48DC8C7ED62}"/>
              </a:ext>
            </a:extLst>
          </p:cNvPr>
          <p:cNvSpPr txBox="1"/>
          <p:nvPr/>
        </p:nvSpPr>
        <p:spPr>
          <a:xfrm rot="16200000">
            <a:off x="6592849" y="269064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993F3-5F49-A646-96FB-A63045698796}"/>
              </a:ext>
            </a:extLst>
          </p:cNvPr>
          <p:cNvSpPr txBox="1"/>
          <p:nvPr/>
        </p:nvSpPr>
        <p:spPr>
          <a:xfrm>
            <a:off x="10012090" y="5240129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424761-27AC-4416-7DC6-2D217DF4268B}"/>
                  </a:ext>
                </a:extLst>
              </p14:cNvPr>
              <p14:cNvContentPartPr/>
              <p14:nvPr/>
            </p14:nvContentPartPr>
            <p14:xfrm>
              <a:off x="2989080" y="142560"/>
              <a:ext cx="7173360" cy="5125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C424761-27AC-4416-7DC6-2D217DF426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79720" y="133200"/>
                <a:ext cx="7192080" cy="514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4429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55562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In which plot does the regression line appear to fit the mean of all the Y values for any given X?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 prediction at the orange circle on the bottom figure probably would not reflect the mean of Y at that X value – residuals will be large here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BF420B-C7A6-4CE2-ADF0-8EB191CBB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2" y="265111"/>
            <a:ext cx="4714875" cy="3495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9695DF-A500-41BC-AA3C-D6F7E0572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386" y="3311525"/>
            <a:ext cx="4619625" cy="338137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04BD5CF-6FA5-4A9F-8C82-115C1349DEA5}"/>
              </a:ext>
            </a:extLst>
          </p:cNvPr>
          <p:cNvSpPr/>
          <p:nvPr/>
        </p:nvSpPr>
        <p:spPr>
          <a:xfrm>
            <a:off x="9251794" y="4424169"/>
            <a:ext cx="394010" cy="408878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62A237-EB21-473E-A5B1-D359E93E55EE}"/>
              </a:ext>
            </a:extLst>
          </p:cNvPr>
          <p:cNvSpPr/>
          <p:nvPr/>
        </p:nvSpPr>
        <p:spPr>
          <a:xfrm>
            <a:off x="9251794" y="1577529"/>
            <a:ext cx="394010" cy="408878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A0E5C7-A392-0205-FEBC-7C90C185C9DE}"/>
                  </a:ext>
                </a:extLst>
              </p14:cNvPr>
              <p14:cNvContentPartPr/>
              <p14:nvPr/>
            </p14:nvContentPartPr>
            <p14:xfrm>
              <a:off x="7810200" y="210960"/>
              <a:ext cx="4009320" cy="4004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A0E5C7-A392-0205-FEBC-7C90C185C9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00840" y="201600"/>
                <a:ext cx="4028040" cy="402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1546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791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Conditional on X, the Y values should be statistically independent of one another</a:t>
            </a:r>
          </a:p>
          <a:p>
            <a:pPr>
              <a:lnSpc>
                <a:spcPct val="120000"/>
              </a:lnSpc>
            </a:pPr>
            <a:r>
              <a:rPr lang="en-US" dirty="0"/>
              <a:t>That is, the error terms should be independent of one another</a:t>
            </a:r>
          </a:p>
          <a:p>
            <a:pPr>
              <a:lnSpc>
                <a:spcPct val="120000"/>
              </a:lnSpc>
            </a:pPr>
            <a:r>
              <a:rPr lang="en-US" dirty="0"/>
              <a:t>Do any of these situations violate the independence assumption?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 chart review of comorbidities of patients undergoing COVID treatment at LAC+USC hospital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 study on visual acuity at </a:t>
            </a:r>
            <a:r>
              <a:rPr lang="en-US" dirty="0" err="1"/>
              <a:t>Roski</a:t>
            </a:r>
            <a:r>
              <a:rPr lang="en-US" dirty="0"/>
              <a:t> Eye Institute where visual acuity was measured in the participants’ left and right eyes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The relationship between BMI and exercise was assessed in children in which the entire family was recruited to the study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7D763F-2084-2CC5-0CDB-4152C4507BCF}"/>
                  </a:ext>
                </a:extLst>
              </p14:cNvPr>
              <p14:cNvContentPartPr/>
              <p14:nvPr/>
            </p14:nvContentPartPr>
            <p14:xfrm>
              <a:off x="892080" y="-30240"/>
              <a:ext cx="3386160" cy="5894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7D763F-2084-2CC5-0CDB-4152C4507B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2720" y="-39600"/>
                <a:ext cx="3404880" cy="591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5948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7915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For any value of X, Y has a normal distribution (i.e., Y|X ~ N)</a:t>
            </a:r>
          </a:p>
          <a:p>
            <a:pPr>
              <a:lnSpc>
                <a:spcPct val="120000"/>
              </a:lnSpc>
            </a:pPr>
            <a:r>
              <a:rPr lang="en-US" dirty="0"/>
              <a:t>Equivalently, the residuals have a normal distribution</a:t>
            </a:r>
          </a:p>
          <a:p>
            <a:pPr>
              <a:lnSpc>
                <a:spcPct val="120000"/>
              </a:lnSpc>
            </a:pPr>
            <a:r>
              <a:rPr lang="en-US" dirty="0"/>
              <a:t>Note that Y itself doesn’t need to be normally distributed!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A1F3C-C83C-3E21-0A81-2AF775875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108" y="3379026"/>
            <a:ext cx="4809704" cy="32064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39930BE-D090-D543-38A7-15D90FF1510A}"/>
                  </a:ext>
                </a:extLst>
              </p14:cNvPr>
              <p14:cNvContentPartPr/>
              <p14:nvPr/>
            </p14:nvContentPartPr>
            <p14:xfrm>
              <a:off x="1420200" y="107280"/>
              <a:ext cx="9605880" cy="5739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39930BE-D090-D543-38A7-15D90FF151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0840" y="97920"/>
                <a:ext cx="9624600" cy="575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237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of Variances, i.e., homoscedasticity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97915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For any value of X, the variance of Y is constant </a:t>
                </a:r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(i.e.,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𝑋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cs typeface="Segoe UI" panose="020B0502040204020203" pitchFamily="34" charset="0"/>
                  </a:rPr>
                  <a:t>Below, the assumptions of normality and homoscedasticity are violated – Why?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979150" cy="5226050"/>
              </a:xfrm>
              <a:blipFill>
                <a:blip r:embed="rId2"/>
                <a:stretch>
                  <a:fillRect l="-999" r="-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8018930C-5A3B-4122-9244-FCF438917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075" y="3326498"/>
            <a:ext cx="5599849" cy="351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726AAAC-52DB-9E30-B543-82E5B15210A2}"/>
                  </a:ext>
                </a:extLst>
              </p14:cNvPr>
              <p14:cNvContentPartPr/>
              <p14:nvPr/>
            </p14:nvContentPartPr>
            <p14:xfrm>
              <a:off x="1023480" y="41400"/>
              <a:ext cx="10373040" cy="6655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726AAAC-52DB-9E30-B543-82E5B15210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4120" y="32040"/>
                <a:ext cx="10391760" cy="667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3045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Fit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Let’s examine the relationship between BMI and triglycerides</a:t>
            </a:r>
          </a:p>
          <a:p>
            <a:pPr>
              <a:lnSpc>
                <a:spcPct val="120000"/>
              </a:lnSpc>
            </a:pPr>
            <a:r>
              <a:rPr lang="en-US" dirty="0"/>
              <a:t>We can have R add the “best fit” line… but how is this line actually fit?</a:t>
            </a: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 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ggplot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aes</a:t>
            </a:r>
            <a:r>
              <a:rPr lang="en-US" sz="1600" dirty="0">
                <a:latin typeface="Consolas" panose="020B0609020204030204" pitchFamily="49" charset="0"/>
              </a:rPr>
              <a:t>(x=</a:t>
            </a:r>
            <a:r>
              <a:rPr lang="en-US" sz="1600" dirty="0" err="1">
                <a:latin typeface="Consolas" panose="020B0609020204030204" pitchFamily="49" charset="0"/>
              </a:rPr>
              <a:t>bmi_new</a:t>
            </a:r>
            <a:r>
              <a:rPr lang="en-US" sz="1600" dirty="0">
                <a:latin typeface="Consolas" panose="020B0609020204030204" pitchFamily="49" charset="0"/>
              </a:rPr>
              <a:t>, y=</a:t>
            </a:r>
            <a:r>
              <a:rPr lang="en-US" sz="1600" dirty="0" err="1">
                <a:latin typeface="Consolas" panose="020B0609020204030204" pitchFamily="49" charset="0"/>
              </a:rPr>
              <a:t>tg</a:t>
            </a:r>
            <a:r>
              <a:rPr lang="en-US" sz="1600" dirty="0">
                <a:latin typeface="Consolas" panose="020B0609020204030204" pitchFamily="49" charset="0"/>
              </a:rPr>
              <a:t>)) + 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geom_point</a:t>
            </a:r>
            <a:r>
              <a:rPr lang="en-US" sz="1600" dirty="0">
                <a:latin typeface="Consolas" panose="020B0609020204030204" pitchFamily="49" charset="0"/>
              </a:rPr>
              <a:t>() + 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geom_smooth</a:t>
            </a:r>
            <a:r>
              <a:rPr lang="en-US" sz="1600" dirty="0">
                <a:latin typeface="Consolas" panose="020B0609020204030204" pitchFamily="49" charset="0"/>
              </a:rPr>
              <a:t>(method="</a:t>
            </a:r>
            <a:r>
              <a:rPr lang="en-US" sz="1600" dirty="0" err="1">
                <a:latin typeface="Consolas" panose="020B0609020204030204" pitchFamily="49" charset="0"/>
              </a:rPr>
              <a:t>lm</a:t>
            </a:r>
            <a:r>
              <a:rPr lang="en-US" sz="1600" dirty="0">
                <a:latin typeface="Consolas" panose="020B0609020204030204" pitchFamily="49" charset="0"/>
              </a:rPr>
              <a:t>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cs typeface="Courier New" panose="02070309020205020404" pitchFamily="49" charset="0"/>
              </a:rPr>
              <a:t>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plot(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tg~bmi</a:t>
            </a:r>
            <a:r>
              <a:rPr lang="en-US" sz="1600" dirty="0" err="1">
                <a:latin typeface="Consolas" panose="020B0609020204030204" pitchFamily="49" charset="0"/>
              </a:rPr>
              <a:t>_new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data=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model1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lm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tg~bmi_new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data=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abline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latin typeface="Consolas" panose="020B0609020204030204" pitchFamily="49" charset="0"/>
              </a:rPr>
              <a:t>model1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col="red")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B6D10-B212-4CE4-8629-3D5D37DB5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418" y="2792413"/>
            <a:ext cx="4850186" cy="3790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58EB19-0750-94EA-A95A-933BBDFFBDA5}"/>
                  </a:ext>
                </a:extLst>
              </p14:cNvPr>
              <p14:cNvContentPartPr/>
              <p14:nvPr/>
            </p14:nvContentPartPr>
            <p14:xfrm>
              <a:off x="571320" y="4051800"/>
              <a:ext cx="9988200" cy="2730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58EB19-0750-94EA-A95A-933BBDFFBD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960" y="4042440"/>
                <a:ext cx="10006920" cy="27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5082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Best-Fit Line in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7696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</a:t>
                </a:r>
                <a:r>
                  <a:rPr lang="en-US" dirty="0" err="1"/>
                  <a:t>lm</a:t>
                </a:r>
                <a:r>
                  <a:rPr lang="en-US" dirty="0"/>
                  <a:t>() function performs least-squares regression to produce the estimates of interest: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general form is:</a:t>
                </a:r>
                <a:br>
                  <a:rPr lang="en-US" dirty="0"/>
                </a:br>
                <a:r>
                  <a:rPr lang="en-US" dirty="0" err="1">
                    <a:latin typeface="Consolas" panose="020B0609020204030204" pitchFamily="49" charset="0"/>
                  </a:rPr>
                  <a:t>modelname</a:t>
                </a:r>
                <a:r>
                  <a:rPr lang="en-US" dirty="0">
                    <a:latin typeface="Consolas" panose="020B0609020204030204" pitchFamily="49" charset="0"/>
                  </a:rPr>
                  <a:t> &lt;- </a:t>
                </a:r>
                <a:r>
                  <a:rPr lang="en-US" dirty="0" err="1">
                    <a:latin typeface="Consolas" panose="020B0609020204030204" pitchFamily="49" charset="0"/>
                  </a:rPr>
                  <a:t>lm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y~x</a:t>
                </a:r>
                <a:r>
                  <a:rPr lang="en-US" dirty="0">
                    <a:latin typeface="Consolas" panose="020B0609020204030204" pitchFamily="49" charset="0"/>
                  </a:rPr>
                  <a:t>, data=</a:t>
                </a:r>
                <a:r>
                  <a:rPr lang="en-US" dirty="0" err="1">
                    <a:latin typeface="Consolas" panose="020B0609020204030204" pitchFamily="49" charset="0"/>
                  </a:rPr>
                  <a:t>dataname</a:t>
                </a:r>
                <a:r>
                  <a:rPr lang="en-US" dirty="0">
                    <a:latin typeface="Consolas" panose="020B0609020204030204" pitchFamily="49" charset="0"/>
                  </a:rPr>
                  <a:t>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resulting model data can be retrieved and includes: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latin typeface="Consolas" panose="020B0609020204030204" pitchFamily="49" charset="0"/>
                  </a:rPr>
                  <a:t>coefficients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latin typeface="Consolas" panose="020B0609020204030204" pitchFamily="49" charset="0"/>
                  </a:rPr>
                  <a:t>residuals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 err="1">
                    <a:latin typeface="Consolas" panose="020B0609020204030204" pitchFamily="49" charset="0"/>
                  </a:rPr>
                  <a:t>fitted.values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769600" cy="5226050"/>
              </a:xfrm>
              <a:blipFill>
                <a:blip r:embed="rId2"/>
                <a:stretch>
                  <a:fillRect l="-1019" t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ADD4B1-81E6-06C7-2CAB-63F58856EF56}"/>
                  </a:ext>
                </a:extLst>
              </p14:cNvPr>
              <p14:cNvContentPartPr/>
              <p14:nvPr/>
            </p14:nvContentPartPr>
            <p14:xfrm>
              <a:off x="5052240" y="2010960"/>
              <a:ext cx="6026760" cy="1697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ADD4B1-81E6-06C7-2CAB-63F58856EF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42880" y="2001600"/>
                <a:ext cx="6045480" cy="171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5792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Fit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Your Turn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Find the best-fit line by using the </a:t>
            </a:r>
            <a:r>
              <a:rPr lang="en-US" dirty="0" err="1"/>
              <a:t>lm</a:t>
            </a:r>
            <a:r>
              <a:rPr lang="en-US" dirty="0"/>
              <a:t>() function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Write the best-fit equation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Interpret the parameter estimates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B6D10-B212-4CE4-8629-3D5D37DB5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264" y="3067050"/>
            <a:ext cx="4850186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469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Output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&gt; model1 &lt;- </a:t>
            </a:r>
            <a:r>
              <a:rPr lang="en-US" sz="1100" dirty="0" err="1">
                <a:latin typeface="Consolas" panose="020B0609020204030204" pitchFamily="49" charset="0"/>
              </a:rPr>
              <a:t>lm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tg</a:t>
            </a:r>
            <a:r>
              <a:rPr lang="en-US" sz="1100" dirty="0">
                <a:latin typeface="Consolas" panose="020B0609020204030204" pitchFamily="49" charset="0"/>
              </a:rPr>
              <a:t> ~ </a:t>
            </a:r>
            <a:r>
              <a:rPr lang="en-US" sz="1100" dirty="0" err="1">
                <a:latin typeface="Consolas" panose="020B0609020204030204" pitchFamily="49" charset="0"/>
              </a:rPr>
              <a:t>bmi_new</a:t>
            </a:r>
            <a:r>
              <a:rPr lang="en-US" sz="1100" dirty="0">
                <a:latin typeface="Consolas" panose="020B0609020204030204" pitchFamily="49" charset="0"/>
              </a:rPr>
              <a:t>, data=</a:t>
            </a:r>
            <a:r>
              <a:rPr lang="en-US" sz="1100" dirty="0" err="1">
                <a:latin typeface="Consolas" panose="020B0609020204030204" pitchFamily="49" charset="0"/>
              </a:rPr>
              <a:t>chol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&gt; summary(model1)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Residuals: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    Min      1Q  Median      3Q     Max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-67.135 -25.703  -6.967  14.450 216.508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Coefficients: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100" dirty="0" err="1">
                <a:latin typeface="Consolas" panose="020B0609020204030204" pitchFamily="49" charset="0"/>
              </a:rPr>
              <a:t>Pr</a:t>
            </a:r>
            <a:r>
              <a:rPr lang="en-US" sz="1100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(Intercept)   4.1458    12.9107   0.321    0.748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 err="1">
                <a:latin typeface="Consolas" panose="020B0609020204030204" pitchFamily="49" charset="0"/>
              </a:rPr>
              <a:t>bmi_new</a:t>
            </a:r>
            <a:r>
              <a:rPr lang="en-US" sz="1100" dirty="0">
                <a:latin typeface="Consolas" panose="020B0609020204030204" pitchFamily="49" charset="0"/>
              </a:rPr>
              <a:t>       3.4544     0.5774   5.983  1.1e-08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 err="1">
                <a:latin typeface="Consolas" panose="020B0609020204030204" pitchFamily="49" charset="0"/>
              </a:rPr>
              <a:t>Signif</a:t>
            </a:r>
            <a:r>
              <a:rPr lang="en-US" sz="11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Residual standard error: 40.12 on 186 degrees of freedom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Multiple R-squared:  0.1614,	Adjusted R-squared:  0.1569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latin typeface="Consolas" panose="020B0609020204030204" pitchFamily="49" charset="0"/>
              </a:rPr>
              <a:t>F-statistic: 35.79 on 1 and 186 DF,  p-value: 1.104e-08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F5CF6F-9A71-42E5-A885-A7C291538B68}"/>
              </a:ext>
            </a:extLst>
          </p:cNvPr>
          <p:cNvSpPr/>
          <p:nvPr/>
        </p:nvSpPr>
        <p:spPr>
          <a:xfrm>
            <a:off x="4736497" y="1589699"/>
            <a:ext cx="4324953" cy="857826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This gives information about the residuals. Remember: we want them to be normally distributed with mean 0.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F673A0-FDBE-4ED1-9AF6-5E5B2670C1AE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810001" y="2018612"/>
            <a:ext cx="926496" cy="77380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84DC1E1-2C08-46EC-9251-00C69D46CF96}"/>
                  </a:ext>
                </a:extLst>
              </p:cNvPr>
              <p:cNvSpPr/>
              <p:nvPr/>
            </p:nvSpPr>
            <p:spPr>
              <a:xfrm>
                <a:off x="4806648" y="2757109"/>
                <a:ext cx="2578703" cy="428913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tabLst>
                    <a:tab pos="228600" algn="l"/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=4.15+3.45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𝐵𝑀𝐼</m:t>
                          </m:r>
                        </m:sub>
                      </m:sSub>
                    </m:oMath>
                  </m:oMathPara>
                </a14:m>
                <a:endParaRPr lang="en-US" sz="1600" b="0" dirty="0"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84DC1E1-2C08-46EC-9251-00C69D46C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648" y="2757109"/>
                <a:ext cx="2578703" cy="4289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CDE46E-C605-45BE-9866-BD2BC57200A9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2501900" y="2971566"/>
            <a:ext cx="2304748" cy="7004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A41931-AD5B-4DEE-BB20-52A51BE41810}"/>
              </a:ext>
            </a:extLst>
          </p:cNvPr>
          <p:cNvSpPr/>
          <p:nvPr/>
        </p:nvSpPr>
        <p:spPr>
          <a:xfrm>
            <a:off x="5365448" y="3630981"/>
            <a:ext cx="2578703" cy="42891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6417D9-415D-44E4-B5F5-396728702E8A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060700" y="3845438"/>
            <a:ext cx="2304748" cy="7004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434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Output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6C33B75-2029-4CCE-AB04-57C54E57FC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769600" cy="522605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=4.15+3.45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Slope – </a:t>
                </a:r>
                <a:r>
                  <a:rPr lang="en-US" dirty="0"/>
                  <a:t>For each 1-unit increase in BMI, the value of triglycerides is expected to increase by 3.45.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Intercept – </a:t>
                </a:r>
                <a:r>
                  <a:rPr lang="en-US" dirty="0"/>
                  <a:t>When BMI=0, the expected value of triglycerides is 4.15 (not very helpful here).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6C33B75-2029-4CCE-AB04-57C54E57F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769600" cy="5226050"/>
              </a:xfrm>
              <a:blipFill>
                <a:blip r:embed="rId2"/>
                <a:stretch>
                  <a:fillRect l="-1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65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Coefficient of Determination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998200" cy="52260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the amount of variation in Y explained by the model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It is closely associated with the correlation coefficient – it is literally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Larger values indicate that our model fits better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In our example, 16.1% of the variation in triglycerides is explained by BMI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998200" cy="5226050"/>
              </a:xfrm>
              <a:blipFill>
                <a:blip r:embed="rId2"/>
                <a:stretch>
                  <a:fillRect l="-998" t="-233" r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C437057-1104-DD1A-2217-955A63740DF2}"/>
                  </a:ext>
                </a:extLst>
              </p14:cNvPr>
              <p14:cNvContentPartPr/>
              <p14:nvPr/>
            </p14:nvContentPartPr>
            <p14:xfrm>
              <a:off x="3118680" y="362880"/>
              <a:ext cx="8543520" cy="4155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C437057-1104-DD1A-2217-955A63740D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9320" y="353520"/>
                <a:ext cx="8562240" cy="417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7940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vs.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50"/>
                <a:ext cx="10998200" cy="522605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b="1" dirty="0"/>
                  <a:t>Correlation Coefficient: </a:t>
                </a:r>
                <a:r>
                  <a:rPr lang="en-US" dirty="0"/>
                  <a:t>how strongly two variables are related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Regression Coefficients: </a:t>
                </a:r>
                <a:r>
                  <a:rPr lang="en-US" dirty="0"/>
                  <a:t>the nature of how two variables are related.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Note: the hypothesis tests for correlation and regression are equivalent!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(The population correlation coefficient = 0)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(The population regression slope = 0)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And the two measures are closely related: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E0954-E43E-4C21-99A6-EC2ADD213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50"/>
                <a:ext cx="10998200" cy="5226050"/>
              </a:xfrm>
              <a:blipFill>
                <a:blip r:embed="rId2"/>
                <a:stretch>
                  <a:fillRect l="-998" t="-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201E1B-494C-D6D8-92F3-4623AC3F0592}"/>
                  </a:ext>
                </a:extLst>
              </p14:cNvPr>
              <p14:cNvContentPartPr/>
              <p14:nvPr/>
            </p14:nvContentPartPr>
            <p14:xfrm>
              <a:off x="628200" y="340200"/>
              <a:ext cx="9919800" cy="6156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201E1B-494C-D6D8-92F3-4623AC3F05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840" y="330840"/>
                <a:ext cx="9938520" cy="617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32839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Let’s go back to our example and check the assumptions of linear regression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400" dirty="0">
                <a:latin typeface="Consolas" panose="020B0609020204030204" pitchFamily="49" charset="0"/>
              </a:rPr>
              <a:t>model1 &lt;- </a:t>
            </a:r>
            <a:r>
              <a:rPr lang="en-US" sz="2400" dirty="0" err="1">
                <a:latin typeface="Consolas" panose="020B0609020204030204" pitchFamily="49" charset="0"/>
              </a:rPr>
              <a:t>lm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tg</a:t>
            </a:r>
            <a:r>
              <a:rPr lang="en-US" sz="2400" dirty="0">
                <a:latin typeface="Consolas" panose="020B0609020204030204" pitchFamily="49" charset="0"/>
              </a:rPr>
              <a:t> ~ </a:t>
            </a:r>
            <a:r>
              <a:rPr lang="en-US" sz="2400" dirty="0" err="1">
                <a:latin typeface="Consolas" panose="020B0609020204030204" pitchFamily="49" charset="0"/>
              </a:rPr>
              <a:t>bmi_new</a:t>
            </a:r>
            <a:r>
              <a:rPr lang="en-US" sz="2400" dirty="0">
                <a:latin typeface="Consolas" panose="020B0609020204030204" pitchFamily="49" charset="0"/>
              </a:rPr>
              <a:t>, data=</a:t>
            </a:r>
            <a:r>
              <a:rPr lang="en-US" sz="2400" dirty="0" err="1">
                <a:latin typeface="Consolas" panose="020B0609020204030204" pitchFamily="49" charset="0"/>
              </a:rPr>
              <a:t>chol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Remember – LINE!</a:t>
            </a:r>
          </a:p>
        </p:txBody>
      </p:sp>
    </p:spTree>
    <p:extLst>
      <p:ext uri="{BB962C8B-B14F-4D97-AF65-F5344CB8AC3E}">
        <p14:creationId xmlns:p14="http://schemas.microsoft.com/office/powerpoint/2010/main" val="2062876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Linearity -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Plot the residuals vs. the fitted values</a:t>
            </a:r>
          </a:p>
          <a:p>
            <a:pPr>
              <a:lnSpc>
                <a:spcPct val="120000"/>
              </a:lnSpc>
            </a:pPr>
            <a:r>
              <a:rPr lang="en-US" dirty="0"/>
              <a:t>We want to see that there is no pattern evident in this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11137-35E8-4A20-B0D4-0A9F874CB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72" y="3040933"/>
            <a:ext cx="6844728" cy="3334360"/>
          </a:xfrm>
          <a:prstGeom prst="rect">
            <a:avLst/>
          </a:prstGeom>
        </p:spPr>
      </p:pic>
      <p:pic>
        <p:nvPicPr>
          <p:cNvPr id="5" name="Graphic 4" descr="Close">
            <a:extLst>
              <a:ext uri="{FF2B5EF4-FFF2-40B4-BE49-F238E27FC236}">
                <a16:creationId xmlns:a16="http://schemas.microsoft.com/office/drawing/2014/main" id="{5B086CD3-01B7-46A0-861D-2FA960F4CD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6200" y="3277394"/>
            <a:ext cx="914400" cy="914400"/>
          </a:xfrm>
          <a:prstGeom prst="rect">
            <a:avLst/>
          </a:prstGeom>
        </p:spPr>
      </p:pic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865C9A6F-4BCD-48D8-BD94-9209D4E7A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0504" y="3277394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86354F2-8DA3-4F1E-7750-0965336025E0}"/>
                  </a:ext>
                </a:extLst>
              </p14:cNvPr>
              <p14:cNvContentPartPr/>
              <p14:nvPr/>
            </p14:nvContentPartPr>
            <p14:xfrm>
              <a:off x="3361320" y="4143240"/>
              <a:ext cx="5869080" cy="1190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86354F2-8DA3-4F1E-7750-0965336025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51960" y="4133880"/>
                <a:ext cx="5887800" cy="120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93752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74EEEA-8298-8F55-E697-E99C9991C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212" y="2272506"/>
            <a:ext cx="4168588" cy="3985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Linearity – our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Plot the residuals vs. the fitted values</a:t>
            </a:r>
          </a:p>
          <a:p>
            <a:pPr>
              <a:lnSpc>
                <a:spcPct val="120000"/>
              </a:lnSpc>
            </a:pPr>
            <a:r>
              <a:rPr lang="en-US" dirty="0"/>
              <a:t>Does it seem like there is a pattern evident?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plot(model1, which=1) # residuals vs fitted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latin typeface="Consolas" panose="020B0609020204030204" pitchFamily="49" charset="0"/>
              </a:rPr>
              <a:t>chol</a:t>
            </a:r>
            <a:r>
              <a:rPr lang="en-US" sz="12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+   </a:t>
            </a:r>
            <a:r>
              <a:rPr lang="en-US" sz="1200" dirty="0" err="1">
                <a:latin typeface="Consolas" panose="020B0609020204030204" pitchFamily="49" charset="0"/>
              </a:rPr>
              <a:t>ggplot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aes</a:t>
            </a:r>
            <a:r>
              <a:rPr lang="en-US" sz="1200" dirty="0">
                <a:latin typeface="Consolas" panose="020B0609020204030204" pitchFamily="49" charset="0"/>
              </a:rPr>
              <a:t>(x=model1$fitted.values, y=model1$residuals))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+   </a:t>
            </a:r>
            <a:r>
              <a:rPr lang="en-US" sz="1200" dirty="0" err="1">
                <a:latin typeface="Consolas" panose="020B0609020204030204" pitchFamily="49" charset="0"/>
              </a:rPr>
              <a:t>geom_point</a:t>
            </a:r>
            <a:r>
              <a:rPr lang="en-US" sz="12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+   </a:t>
            </a:r>
            <a:r>
              <a:rPr lang="en-US" sz="1200" dirty="0" err="1">
                <a:latin typeface="Consolas" panose="020B0609020204030204" pitchFamily="49" charset="0"/>
              </a:rPr>
              <a:t>geom_smooth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D9DBDA-BB03-57CE-685A-629A0637BEE4}"/>
                  </a:ext>
                </a:extLst>
              </p14:cNvPr>
              <p14:cNvContentPartPr/>
              <p14:nvPr/>
            </p14:nvContentPartPr>
            <p14:xfrm>
              <a:off x="8533800" y="4498200"/>
              <a:ext cx="2628000" cy="2023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D9DBDA-BB03-57CE-685A-629A0637BE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24440" y="4488840"/>
                <a:ext cx="2646720" cy="204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7904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Normality -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Plot a histogram of the residuals, a QQ plot, and get diagnostics on the residuals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7" name="Picture 2" descr="normal q-q plot regression interpretation">
            <a:extLst>
              <a:ext uri="{FF2B5EF4-FFF2-40B4-BE49-F238E27FC236}">
                <a16:creationId xmlns:a16="http://schemas.microsoft.com/office/drawing/2014/main" id="{B7D9BFB4-F002-46F5-9F09-8AD8C04A9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652" y="2935566"/>
            <a:ext cx="6886696" cy="337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39461A43-1FC4-4419-9C87-DDB24DC281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0504" y="3165475"/>
            <a:ext cx="914400" cy="914400"/>
          </a:xfrm>
          <a:prstGeom prst="rect">
            <a:avLst/>
          </a:prstGeom>
        </p:spPr>
      </p:pic>
      <p:pic>
        <p:nvPicPr>
          <p:cNvPr id="12" name="Graphic 11" descr="Close">
            <a:extLst>
              <a:ext uri="{FF2B5EF4-FFF2-40B4-BE49-F238E27FC236}">
                <a16:creationId xmlns:a16="http://schemas.microsoft.com/office/drawing/2014/main" id="{21549CB6-54DC-4995-B335-094072D35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6704" y="3277394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3A6C12-7B84-E9A0-F453-D000F8011353}"/>
                  </a:ext>
                </a:extLst>
              </p14:cNvPr>
              <p14:cNvContentPartPr/>
              <p14:nvPr/>
            </p14:nvContentPartPr>
            <p14:xfrm>
              <a:off x="2293920" y="2400480"/>
              <a:ext cx="7113240" cy="4028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3A6C12-7B84-E9A0-F453-D000F80113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4560" y="2391120"/>
                <a:ext cx="7131960" cy="404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21740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Normality – our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Plot a histogram of the residuals, a QQ plot, and get diagnostics on the residuals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ggplot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aes</a:t>
            </a:r>
            <a:r>
              <a:rPr lang="en-US" sz="1600" dirty="0">
                <a:latin typeface="Consolas" panose="020B0609020204030204" pitchFamily="49" charset="0"/>
              </a:rPr>
              <a:t>(x=model1$fitted.values, y=model1$residuals))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geom_point</a:t>
            </a:r>
            <a:r>
              <a:rPr lang="en-US" sz="16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geom_smooth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</a:rPr>
              <a:t>chol</a:t>
            </a:r>
            <a:r>
              <a:rPr lang="en-US" sz="16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ggplot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aes</a:t>
            </a:r>
            <a:r>
              <a:rPr lang="en-US" sz="1600" dirty="0">
                <a:latin typeface="Consolas" panose="020B0609020204030204" pitchFamily="49" charset="0"/>
              </a:rPr>
              <a:t>(sample=model1$residuals))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geom_qq</a:t>
            </a:r>
            <a:r>
              <a:rPr lang="en-US" sz="16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+   </a:t>
            </a:r>
            <a:r>
              <a:rPr lang="en-US" sz="1600" dirty="0" err="1">
                <a:latin typeface="Consolas" panose="020B0609020204030204" pitchFamily="49" charset="0"/>
              </a:rPr>
              <a:t>geom_qq_line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&gt; summary(model1$residuals)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79729B-4E26-4678-90AC-D1633FFA9238}"/>
              </a:ext>
            </a:extLst>
          </p:cNvPr>
          <p:cNvSpPr/>
          <p:nvPr/>
        </p:nvSpPr>
        <p:spPr>
          <a:xfrm>
            <a:off x="3327098" y="3373927"/>
            <a:ext cx="2768902" cy="60007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Look for a normal distribution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5E38B2-3A98-45FA-A27C-16800700D373}"/>
              </a:ext>
            </a:extLst>
          </p:cNvPr>
          <p:cNvSpPr/>
          <p:nvPr/>
        </p:nvSpPr>
        <p:spPr>
          <a:xfrm>
            <a:off x="3327098" y="4496332"/>
            <a:ext cx="2768902" cy="60007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Look for points that align with the line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94DC0E-9573-47A8-A69F-8F50E31A04CA}"/>
              </a:ext>
            </a:extLst>
          </p:cNvPr>
          <p:cNvSpPr/>
          <p:nvPr/>
        </p:nvSpPr>
        <p:spPr>
          <a:xfrm>
            <a:off x="993962" y="5647268"/>
            <a:ext cx="2768902" cy="60007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28600" algn="l"/>
                <a:tab pos="457200" algn="l"/>
              </a:tabLst>
            </a:pPr>
            <a:r>
              <a:rPr lang="en-US" sz="16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Look for mean roughly equal to the median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529EF-2759-1AD9-51DB-A7A50D356E41}"/>
              </a:ext>
            </a:extLst>
          </p:cNvPr>
          <p:cNvSpPr txBox="1"/>
          <p:nvPr/>
        </p:nvSpPr>
        <p:spPr>
          <a:xfrm>
            <a:off x="8139953" y="2068883"/>
            <a:ext cx="36964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Alternatively:</a:t>
            </a:r>
          </a:p>
          <a:p>
            <a:endParaRPr lang="en-US" dirty="0"/>
          </a:p>
          <a:p>
            <a:r>
              <a:rPr lang="en-US" dirty="0"/>
              <a:t>Histogram of residuals</a:t>
            </a:r>
          </a:p>
          <a:p>
            <a:r>
              <a:rPr lang="en-US" dirty="0">
                <a:latin typeface="Consolas" panose="020B0609020204030204" pitchFamily="49" charset="0"/>
              </a:rPr>
              <a:t>hist(model1$resid) </a:t>
            </a:r>
          </a:p>
          <a:p>
            <a:endParaRPr lang="en-US" dirty="0"/>
          </a:p>
          <a:p>
            <a:r>
              <a:rPr lang="en-US" dirty="0"/>
              <a:t>QQ plot of residuals</a:t>
            </a:r>
          </a:p>
          <a:p>
            <a:r>
              <a:rPr lang="en-US" dirty="0">
                <a:latin typeface="Consolas" panose="020B0609020204030204" pitchFamily="49" charset="0"/>
              </a:rPr>
              <a:t>plot(model1, which=2)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0004C-8861-9F41-0BA7-5E381DC2A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953" y="4139007"/>
            <a:ext cx="2671483" cy="25538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93D6598-7518-33CC-0B44-2034534A471F}"/>
                  </a:ext>
                </a:extLst>
              </p14:cNvPr>
              <p14:cNvContentPartPr/>
              <p14:nvPr/>
            </p14:nvContentPartPr>
            <p14:xfrm>
              <a:off x="1738800" y="3173400"/>
              <a:ext cx="10031040" cy="3510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93D6598-7518-33CC-0B44-2034534A47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9440" y="3164040"/>
                <a:ext cx="10049760" cy="352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38493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Equal Variance -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Plot the residuals across the X values</a:t>
            </a:r>
          </a:p>
          <a:p>
            <a:pPr>
              <a:lnSpc>
                <a:spcPct val="120000"/>
              </a:lnSpc>
            </a:pPr>
            <a:r>
              <a:rPr lang="en-US" dirty="0"/>
              <a:t>The variance of the residuals shouldn’t change across 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84BDEB-E5D3-4167-A54D-9937235C9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664" y="2965447"/>
            <a:ext cx="3536023" cy="3314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221B1A-A3A2-4294-8FC7-68C1A3239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326" y="3257549"/>
            <a:ext cx="4286748" cy="3114675"/>
          </a:xfrm>
          <a:prstGeom prst="rect">
            <a:avLst/>
          </a:prstGeom>
        </p:spPr>
      </p:pic>
      <p:pic>
        <p:nvPicPr>
          <p:cNvPr id="11" name="Graphic 10" descr="Checkmark">
            <a:extLst>
              <a:ext uri="{FF2B5EF4-FFF2-40B4-BE49-F238E27FC236}">
                <a16:creationId xmlns:a16="http://schemas.microsoft.com/office/drawing/2014/main" id="{73AE1EB3-92A5-4402-BE26-E9AA96DEA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253" y="3144042"/>
            <a:ext cx="914400" cy="914400"/>
          </a:xfrm>
          <a:prstGeom prst="rect">
            <a:avLst/>
          </a:prstGeom>
        </p:spPr>
      </p:pic>
      <p:pic>
        <p:nvPicPr>
          <p:cNvPr id="12" name="Graphic 11" descr="Close">
            <a:extLst>
              <a:ext uri="{FF2B5EF4-FFF2-40B4-BE49-F238E27FC236}">
                <a16:creationId xmlns:a16="http://schemas.microsoft.com/office/drawing/2014/main" id="{134474C7-572C-4E71-85E9-4F6A90A5A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05927" y="3054945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3E51AD-104B-CE75-BAC7-29D6AD6E7537}"/>
                  </a:ext>
                </a:extLst>
              </p14:cNvPr>
              <p14:cNvContentPartPr/>
              <p14:nvPr/>
            </p14:nvContentPartPr>
            <p14:xfrm>
              <a:off x="2244600" y="3372480"/>
              <a:ext cx="6923520" cy="2716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3E51AD-104B-CE75-BAC7-29D6AD6E75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5240" y="3363120"/>
                <a:ext cx="6942240" cy="273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69606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Equal Variance – our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What do we think about the assumption of constant variance?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plot(model1, which=1) # residuals vs fitted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 %&gt;%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+   </a:t>
            </a:r>
            <a:r>
              <a:rPr lang="en-US" sz="1400" dirty="0" err="1">
                <a:latin typeface="Consolas" panose="020B0609020204030204" pitchFamily="49" charset="0"/>
              </a:rPr>
              <a:t>ggplot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aes</a:t>
            </a:r>
            <a:r>
              <a:rPr lang="en-US" sz="1400" dirty="0">
                <a:latin typeface="Consolas" panose="020B0609020204030204" pitchFamily="49" charset="0"/>
              </a:rPr>
              <a:t>(x=model1$fitted.values, y=model1$residuals))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+   </a:t>
            </a:r>
            <a:r>
              <a:rPr lang="en-US" sz="1400" dirty="0" err="1">
                <a:latin typeface="Consolas" panose="020B0609020204030204" pitchFamily="49" charset="0"/>
              </a:rPr>
              <a:t>geom_point</a:t>
            </a:r>
            <a:r>
              <a:rPr lang="en-US" sz="1400" dirty="0">
                <a:latin typeface="Consolas" panose="020B0609020204030204" pitchFamily="49" charset="0"/>
              </a:rPr>
              <a:t>()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+   </a:t>
            </a:r>
            <a:r>
              <a:rPr lang="en-US" sz="1400" dirty="0" err="1">
                <a:latin typeface="Consolas" panose="020B0609020204030204" pitchFamily="49" charset="0"/>
              </a:rPr>
              <a:t>geom_smooth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FFA27-E09D-5098-6C3A-B05C3602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212" y="2272506"/>
            <a:ext cx="4168588" cy="39851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095675-3EBA-E916-B009-14DE73A945A9}"/>
                  </a:ext>
                </a:extLst>
              </p14:cNvPr>
              <p14:cNvContentPartPr/>
              <p14:nvPr/>
            </p14:nvContentPartPr>
            <p14:xfrm>
              <a:off x="7899480" y="3140640"/>
              <a:ext cx="3114360" cy="2371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095675-3EBA-E916-B009-14DE73A945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90120" y="3131280"/>
                <a:ext cx="3133080" cy="239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3696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Assumptions Are Not Met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Change our variables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Convert variables to categorical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Transform the outcome variable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Transform the predictor variable</a:t>
            </a:r>
          </a:p>
          <a:p>
            <a:pPr>
              <a:lnSpc>
                <a:spcPct val="120000"/>
              </a:lnSpc>
            </a:pPr>
            <a:r>
              <a:rPr lang="en-US" dirty="0"/>
              <a:t>Examine your predictors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You may be omitting important predictors – we will discuss in multiple regression</a:t>
            </a:r>
          </a:p>
          <a:p>
            <a:pPr>
              <a:lnSpc>
                <a:spcPct val="120000"/>
              </a:lnSpc>
            </a:pPr>
            <a:r>
              <a:rPr lang="en-US" dirty="0"/>
              <a:t>Change your modeling approach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Use another model such as logistic, Poisson, etc.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B9F465-15BD-2806-942A-EA3578BF6CA6}"/>
                  </a:ext>
                </a:extLst>
              </p14:cNvPr>
              <p14:cNvContentPartPr/>
              <p14:nvPr/>
            </p14:nvContentPartPr>
            <p14:xfrm>
              <a:off x="1756440" y="548640"/>
              <a:ext cx="9590040" cy="5499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B9F465-15BD-2806-942A-EA3578BF6C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7080" y="539280"/>
                <a:ext cx="9608760" cy="551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85321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We know how to look at the relationship between a continuous predictor and a continuous outcome</a:t>
            </a:r>
          </a:p>
          <a:p>
            <a:pPr>
              <a:lnSpc>
                <a:spcPct val="120000"/>
              </a:lnSpc>
            </a:pPr>
            <a:r>
              <a:rPr lang="en-US" dirty="0"/>
              <a:t>Let’s look at how to model a dichotomous/binary predictor </a:t>
            </a:r>
          </a:p>
          <a:p>
            <a:pPr>
              <a:lnSpc>
                <a:spcPct val="120000"/>
              </a:lnSpc>
            </a:pPr>
            <a:r>
              <a:rPr lang="en-US" dirty="0"/>
              <a:t>Example: how does gender relate to HDL cholesterol?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442822-527A-532E-842C-242CB52E07C4}"/>
                  </a:ext>
                </a:extLst>
              </p14:cNvPr>
              <p14:cNvContentPartPr/>
              <p14:nvPr/>
            </p14:nvContentPartPr>
            <p14:xfrm>
              <a:off x="7365960" y="270720"/>
              <a:ext cx="2376720" cy="5983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442822-527A-532E-842C-242CB52E07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56600" y="261360"/>
                <a:ext cx="2395440" cy="600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9210387-FCE9-241B-A5AA-316A6C62A62C}"/>
                  </a:ext>
                </a:extLst>
              </p14:cNvPr>
              <p14:cNvContentPartPr/>
              <p14:nvPr/>
            </p14:nvContentPartPr>
            <p14:xfrm>
              <a:off x="4097880" y="3833640"/>
              <a:ext cx="798480" cy="72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9210387-FCE9-241B-A5AA-316A6C62A6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520" y="3824280"/>
                <a:ext cx="817200" cy="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17505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Option 1. </a:t>
            </a:r>
            <a:r>
              <a:rPr lang="en-US" dirty="0"/>
              <a:t>We already know how to perform a t-test for this relationship! (I’ll assume the variance in HDL is the same for male and female)</a:t>
            </a:r>
            <a:endParaRPr lang="en-US" b="1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t.test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hdl</a:t>
            </a:r>
            <a:r>
              <a:rPr lang="en-US" sz="1400" dirty="0">
                <a:latin typeface="Consolas" panose="020B0609020204030204" pitchFamily="49" charset="0"/>
              </a:rPr>
              <a:t> ~ gender, </a:t>
            </a:r>
            <a:r>
              <a:rPr lang="en-US" sz="1400" dirty="0" err="1">
                <a:latin typeface="Consolas" panose="020B0609020204030204" pitchFamily="49" charset="0"/>
              </a:rPr>
              <a:t>var.equal</a:t>
            </a:r>
            <a:r>
              <a:rPr lang="en-US" sz="1400" dirty="0">
                <a:latin typeface="Consolas" panose="020B0609020204030204" pitchFamily="49" charset="0"/>
              </a:rPr>
              <a:t>=T, data=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	Two Sample t-test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data:  </a:t>
            </a:r>
            <a:r>
              <a:rPr lang="en-US" sz="1400" dirty="0" err="1">
                <a:latin typeface="Consolas" panose="020B0609020204030204" pitchFamily="49" charset="0"/>
              </a:rPr>
              <a:t>hdl</a:t>
            </a:r>
            <a:r>
              <a:rPr lang="en-US" sz="1400" dirty="0">
                <a:latin typeface="Consolas" panose="020B0609020204030204" pitchFamily="49" charset="0"/>
              </a:rPr>
              <a:t> by gender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t = 3.1333, df = 186, p-value = 0.002009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alternative hypothesis: true difference in means is not equal to 0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95 percent confidence interval: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1.855813 8.165463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sample estimates: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mean in group Female   mean in group Male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51.22340             46.21277 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9D9B3A-274D-D4A2-11EE-1859146E2548}"/>
                  </a:ext>
                </a:extLst>
              </p14:cNvPr>
              <p14:cNvContentPartPr/>
              <p14:nvPr/>
            </p14:nvContentPartPr>
            <p14:xfrm>
              <a:off x="991800" y="2904120"/>
              <a:ext cx="1674720" cy="879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9D9B3A-274D-D4A2-11EE-1859146E25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2440" y="2894760"/>
                <a:ext cx="1693440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3E3E36-DFD9-9E8E-6223-D0BE429BAAF2}"/>
                  </a:ext>
                </a:extLst>
              </p14:cNvPr>
              <p14:cNvContentPartPr/>
              <p14:nvPr/>
            </p14:nvContentPartPr>
            <p14:xfrm>
              <a:off x="1145160" y="4679280"/>
              <a:ext cx="4721760" cy="1885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3E3E36-DFD9-9E8E-6223-D0BE429BAA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5800" y="4669920"/>
                <a:ext cx="4740480" cy="190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94488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84" y="1466850"/>
            <a:ext cx="11331018" cy="52260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Option 2. </a:t>
            </a:r>
            <a:r>
              <a:rPr lang="en-US" dirty="0"/>
              <a:t>We could also answer this question using a regression framework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Best to code X as an </a:t>
            </a:r>
            <a:r>
              <a:rPr lang="en-US" b="1" dirty="0"/>
              <a:t>“indicator” variable </a:t>
            </a:r>
            <a:r>
              <a:rPr lang="en-US" dirty="0"/>
              <a:t>(takes values of 0 and 1)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“baseline” category should be coded 0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“other” category should be coded 1 </a:t>
            </a:r>
            <a:br>
              <a:rPr lang="en-US" dirty="0"/>
            </a:br>
            <a:r>
              <a:rPr lang="en-US" dirty="0"/>
              <a:t>(i.e., a 1-unit higher X compares “other” group to “baseline” group)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ABC699-2E4D-3BD3-BC75-C3F27C3A10B1}"/>
                  </a:ext>
                </a:extLst>
              </p14:cNvPr>
              <p14:cNvContentPartPr/>
              <p14:nvPr/>
            </p14:nvContentPartPr>
            <p14:xfrm>
              <a:off x="1068840" y="2133360"/>
              <a:ext cx="5560920" cy="2789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ABC699-2E4D-3BD3-BC75-C3F27C3A10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9480" y="2124000"/>
                <a:ext cx="5579640" cy="280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31068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998200" cy="52260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Let’s use the indicator variable for female,</a:t>
            </a:r>
            <a:br>
              <a:rPr lang="en-US" dirty="0"/>
            </a:br>
            <a:r>
              <a:rPr lang="en-US" dirty="0"/>
              <a:t>checking the distribution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table(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chol$female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0  1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95 95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Let’s plot HDL vs. female, </a:t>
            </a:r>
            <a:br>
              <a:rPr lang="en-US" dirty="0"/>
            </a:br>
            <a:r>
              <a:rPr lang="en-US" dirty="0"/>
              <a:t>fit a linear regression, </a:t>
            </a:r>
            <a:br>
              <a:rPr lang="en-US" dirty="0"/>
            </a:br>
            <a:r>
              <a:rPr lang="en-US" dirty="0"/>
              <a:t>and plot the estimated line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hdl~female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fit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hdl~female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abline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(fit, col="red")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C9FD1-5942-F238-1502-4DB7BDFC7D7F}"/>
              </a:ext>
            </a:extLst>
          </p:cNvPr>
          <p:cNvSpPr txBox="1"/>
          <p:nvPr/>
        </p:nvSpPr>
        <p:spPr>
          <a:xfrm>
            <a:off x="7654565" y="1144806"/>
            <a:ext cx="38272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1620B-6406-3B2C-9E2D-6237B65FD4B1}"/>
              </a:ext>
            </a:extLst>
          </p:cNvPr>
          <p:cNvSpPr txBox="1"/>
          <p:nvPr/>
        </p:nvSpPr>
        <p:spPr>
          <a:xfrm>
            <a:off x="7528351" y="406142"/>
            <a:ext cx="4402317" cy="13542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/>
              <a:t>Similar </a:t>
            </a:r>
            <a:r>
              <a:rPr lang="en-US" b="1" dirty="0" err="1"/>
              <a:t>ggplot</a:t>
            </a:r>
            <a:r>
              <a:rPr lang="en-US" b="1" dirty="0"/>
              <a:t>:</a:t>
            </a:r>
            <a:br>
              <a:rPr lang="en-US" dirty="0"/>
            </a:b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(x=female, y=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+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+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(method="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9" name="Picture 8" descr="A graph with a red line&#10;&#10;Description automatically generated">
            <a:extLst>
              <a:ext uri="{FF2B5EF4-FFF2-40B4-BE49-F238E27FC236}">
                <a16:creationId xmlns:a16="http://schemas.microsoft.com/office/drawing/2014/main" id="{5F1BD78B-97A2-8884-DB44-3BA5B36070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90" r="5272"/>
          <a:stretch/>
        </p:blipFill>
        <p:spPr>
          <a:xfrm>
            <a:off x="7528351" y="2470369"/>
            <a:ext cx="3953496" cy="37923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713160-37FD-3351-7E43-51C7B2EAE712}"/>
                  </a:ext>
                </a:extLst>
              </p14:cNvPr>
              <p14:cNvContentPartPr/>
              <p14:nvPr/>
            </p14:nvContentPartPr>
            <p14:xfrm>
              <a:off x="1936440" y="4078800"/>
              <a:ext cx="9602640" cy="2044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713160-37FD-3351-7E43-51C7B2EAE7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7080" y="4069440"/>
                <a:ext cx="9621360" cy="20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3E7C6AE-F281-8CCF-E3FE-F6A8649EB68E}"/>
                  </a:ext>
                </a:extLst>
              </p14:cNvPr>
              <p14:cNvContentPartPr/>
              <p14:nvPr/>
            </p14:nvContentPartPr>
            <p14:xfrm>
              <a:off x="1369800" y="2913480"/>
              <a:ext cx="9957960" cy="1653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3E7C6AE-F281-8CCF-E3FE-F6A8649EB6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60440" y="2904120"/>
                <a:ext cx="9976680" cy="167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39773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0954-E43E-4C21-99A6-EC2ADD213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6090501" cy="522605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Your turn!</a:t>
            </a:r>
          </a:p>
          <a:p>
            <a:pPr>
              <a:lnSpc>
                <a:spcPct val="120000"/>
              </a:lnSpc>
            </a:pPr>
            <a:r>
              <a:rPr lang="en-US" dirty="0"/>
              <a:t>Run the regression of HDL vs. sex and find the estimated regression coefficients</a:t>
            </a:r>
          </a:p>
          <a:p>
            <a:pPr>
              <a:lnSpc>
                <a:spcPct val="120000"/>
              </a:lnSpc>
            </a:pPr>
            <a:r>
              <a:rPr lang="en-US" dirty="0"/>
              <a:t>What is the value of the y-intercept, and what is its interpretation?</a:t>
            </a:r>
          </a:p>
          <a:p>
            <a:pPr>
              <a:lnSpc>
                <a:spcPct val="120000"/>
              </a:lnSpc>
            </a:pPr>
            <a:r>
              <a:rPr lang="en-US" dirty="0"/>
              <a:t>What is the value of the slope, and what is its interpretation?</a:t>
            </a:r>
          </a:p>
          <a:p>
            <a:pPr>
              <a:lnSpc>
                <a:spcPct val="120000"/>
              </a:lnSpc>
            </a:pPr>
            <a:r>
              <a:rPr lang="en-US" dirty="0"/>
              <a:t>What would be the value of the slope if there were no difference in HDL between males and females?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  <p:pic>
        <p:nvPicPr>
          <p:cNvPr id="5" name="Picture 4" descr="A graph with a red line&#10;&#10;Description automatically generated">
            <a:extLst>
              <a:ext uri="{FF2B5EF4-FFF2-40B4-BE49-F238E27FC236}">
                <a16:creationId xmlns:a16="http://schemas.microsoft.com/office/drawing/2014/main" id="{4D6EFCCA-CF8E-2080-6B55-B3E4E1C8F7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90" r="5272"/>
          <a:stretch/>
        </p:blipFill>
        <p:spPr>
          <a:xfrm>
            <a:off x="7412061" y="998407"/>
            <a:ext cx="4344583" cy="416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368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635E-B1AD-4A3B-A512-BE5F2592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t-test and regression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D3490-CEAA-45BC-8817-1998675755B8}"/>
              </a:ext>
            </a:extLst>
          </p:cNvPr>
          <p:cNvSpPr txBox="1"/>
          <p:nvPr/>
        </p:nvSpPr>
        <p:spPr>
          <a:xfrm>
            <a:off x="247650" y="1762195"/>
            <a:ext cx="573405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latin typeface="Consolas" panose="020B0609020204030204" pitchFamily="49" charset="0"/>
              </a:rPr>
              <a:t>t.test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hdl</a:t>
            </a:r>
            <a:r>
              <a:rPr lang="en-US" sz="1400" dirty="0">
                <a:latin typeface="Consolas" panose="020B0609020204030204" pitchFamily="49" charset="0"/>
              </a:rPr>
              <a:t> ~ gender, </a:t>
            </a:r>
            <a:r>
              <a:rPr lang="en-US" sz="1400" dirty="0" err="1">
                <a:latin typeface="Consolas" panose="020B0609020204030204" pitchFamily="49" charset="0"/>
              </a:rPr>
              <a:t>var.equal</a:t>
            </a:r>
            <a:r>
              <a:rPr lang="en-US" sz="1400" dirty="0">
                <a:latin typeface="Consolas" panose="020B0609020204030204" pitchFamily="49" charset="0"/>
              </a:rPr>
              <a:t>=T, data=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	Two Sample t-test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data:  </a:t>
            </a:r>
            <a:r>
              <a:rPr lang="en-US" sz="1400" dirty="0" err="1">
                <a:latin typeface="Consolas" panose="020B0609020204030204" pitchFamily="49" charset="0"/>
              </a:rPr>
              <a:t>hdl</a:t>
            </a:r>
            <a:r>
              <a:rPr lang="en-US" sz="1400" dirty="0">
                <a:latin typeface="Consolas" panose="020B0609020204030204" pitchFamily="49" charset="0"/>
              </a:rPr>
              <a:t> by gender</a:t>
            </a:r>
          </a:p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t = 3.1333</a:t>
            </a:r>
            <a:r>
              <a:rPr lang="en-US" sz="1400" dirty="0">
                <a:latin typeface="Consolas" panose="020B0609020204030204" pitchFamily="49" charset="0"/>
              </a:rPr>
              <a:t>, df = 186, p-value = </a:t>
            </a:r>
            <a:r>
              <a:rPr lang="en-US" sz="1400" dirty="0">
                <a:highlight>
                  <a:srgbClr val="00FFFF"/>
                </a:highlight>
                <a:latin typeface="Consolas" panose="020B0609020204030204" pitchFamily="49" charset="0"/>
              </a:rPr>
              <a:t>0.002009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alternative hypothesis: true difference in means is not equal to 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95 percent confidence interval: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1.855813 8.165463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sample estimates: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mean in group Female   mean in group Male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highlight>
                  <a:srgbClr val="00FF00"/>
                </a:highlight>
                <a:latin typeface="Consolas" panose="020B0609020204030204" pitchFamily="49" charset="0"/>
              </a:rPr>
              <a:t>51.22340</a:t>
            </a:r>
            <a:r>
              <a:rPr lang="en-US" sz="1400" dirty="0">
                <a:latin typeface="Consolas" panose="020B0609020204030204" pitchFamily="49" charset="0"/>
              </a:rPr>
              <a:t>             46.21277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C3E888-0100-4699-8D98-27FA722A6DE1}"/>
              </a:ext>
            </a:extLst>
          </p:cNvPr>
          <p:cNvSpPr txBox="1"/>
          <p:nvPr/>
        </p:nvSpPr>
        <p:spPr>
          <a:xfrm>
            <a:off x="5981700" y="1762195"/>
            <a:ext cx="60960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fit &lt;- </a:t>
            </a:r>
            <a:r>
              <a:rPr lang="en-US" sz="1400" dirty="0" err="1">
                <a:latin typeface="Consolas" panose="020B0609020204030204" pitchFamily="49" charset="0"/>
              </a:rPr>
              <a:t>lm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hdl~gender</a:t>
            </a:r>
            <a:r>
              <a:rPr lang="en-US" sz="1400" dirty="0">
                <a:latin typeface="Consolas" panose="020B0609020204030204" pitchFamily="49" charset="0"/>
              </a:rPr>
              <a:t>, data=</a:t>
            </a:r>
            <a:r>
              <a:rPr lang="en-US" sz="1400" dirty="0" err="1">
                <a:latin typeface="Consolas" panose="020B0609020204030204" pitchFamily="49" charset="0"/>
              </a:rPr>
              <a:t>chol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&gt; summary(fit)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400" dirty="0" err="1">
                <a:latin typeface="Consolas" panose="020B0609020204030204" pitchFamily="49" charset="0"/>
              </a:rPr>
              <a:t>Pr</a:t>
            </a:r>
            <a:r>
              <a:rPr lang="en-US" sz="14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(Intercept)   </a:t>
            </a:r>
            <a:r>
              <a:rPr lang="en-US" sz="1400" dirty="0">
                <a:highlight>
                  <a:srgbClr val="00FF00"/>
                </a:highlight>
                <a:latin typeface="Consolas" panose="020B0609020204030204" pitchFamily="49" charset="0"/>
              </a:rPr>
              <a:t>51.223</a:t>
            </a:r>
            <a:r>
              <a:rPr lang="en-US" sz="1400" dirty="0">
                <a:latin typeface="Consolas" panose="020B0609020204030204" pitchFamily="49" charset="0"/>
              </a:rPr>
              <a:t>      1.131  45.299  &lt; 2e-16 ***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genderMale</a:t>
            </a:r>
            <a:r>
              <a:rPr lang="en-US" sz="1400" dirty="0">
                <a:latin typeface="Consolas" panose="020B0609020204030204" pitchFamily="49" charset="0"/>
              </a:rPr>
              <a:t>    -5.011      1.599  </a:t>
            </a:r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-3.133  </a:t>
            </a:r>
            <a:r>
              <a:rPr lang="en-US" sz="1400" dirty="0">
                <a:highlight>
                  <a:srgbClr val="00FFFF"/>
                </a:highlight>
                <a:latin typeface="Consolas" panose="020B0609020204030204" pitchFamily="49" charset="0"/>
              </a:rPr>
              <a:t>0.00201</a:t>
            </a:r>
            <a:r>
              <a:rPr lang="en-US" sz="1400" dirty="0">
                <a:latin typeface="Consolas" panose="020B0609020204030204" pitchFamily="49" charset="0"/>
              </a:rPr>
              <a:t> **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0 ‘***’ 0.001 ‘**’ 0.01 ‘*’ 0.05 ‘.’ 0.1 ‘ ’ 1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Residual standard error: 10.96 on 186 degrees of freedom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Multiple R-squared:  0.05014, Adjusted R-squared:  0.04503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F-statistic: 9.818 on 1 and 186 DF,  p-value: 0.002009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E648AC-34D8-476F-0325-BD76B2786958}"/>
                  </a:ext>
                </a:extLst>
              </p14:cNvPr>
              <p14:cNvContentPartPr/>
              <p14:nvPr/>
            </p14:nvContentPartPr>
            <p14:xfrm>
              <a:off x="64800" y="2564280"/>
              <a:ext cx="9982440" cy="1085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E648AC-34D8-476F-0325-BD76B27869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40" y="2554920"/>
                <a:ext cx="10001160" cy="11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8113CB-C2C2-B934-8A0D-9D2003451ABB}"/>
                  </a:ext>
                </a:extLst>
              </p14:cNvPr>
              <p14:cNvContentPartPr/>
              <p14:nvPr/>
            </p14:nvContentPartPr>
            <p14:xfrm>
              <a:off x="334800" y="1307520"/>
              <a:ext cx="10671120" cy="5131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8113CB-C2C2-B934-8A0D-9D2003451A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440" y="1298160"/>
                <a:ext cx="10689840" cy="515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47162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8FB1-5ABA-F914-4154-0114AB17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Topics &amp;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F66B-5F41-ACF9-53AC-E16EB377D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8372" cy="4351338"/>
          </a:xfrm>
        </p:spPr>
        <p:txBody>
          <a:bodyPr/>
          <a:lstStyle/>
          <a:p>
            <a:r>
              <a:rPr lang="en-US" dirty="0"/>
              <a:t>Explore Dr. Sandy Eckel’s career path + current work</a:t>
            </a:r>
          </a:p>
          <a:p>
            <a:r>
              <a:rPr lang="en-US" dirty="0"/>
              <a:t>Define and use </a:t>
            </a:r>
            <a:r>
              <a:rPr lang="en-US" b="1" u="sng" dirty="0"/>
              <a:t>correlation</a:t>
            </a:r>
            <a:r>
              <a:rPr lang="en-US" dirty="0"/>
              <a:t> to describe linear association between two continuous variables</a:t>
            </a:r>
          </a:p>
          <a:p>
            <a:r>
              <a:rPr lang="en-US" dirty="0"/>
              <a:t>Define </a:t>
            </a:r>
            <a:r>
              <a:rPr lang="en-US" b="1" dirty="0"/>
              <a:t>linear regression </a:t>
            </a:r>
            <a:r>
              <a:rPr lang="en-US" dirty="0"/>
              <a:t>relating continuous outcome (Y) to predictor (X)</a:t>
            </a:r>
          </a:p>
          <a:p>
            <a:pPr lvl="1"/>
            <a:r>
              <a:rPr lang="en-US" dirty="0"/>
              <a:t>Continuous X </a:t>
            </a:r>
          </a:p>
          <a:p>
            <a:pPr lvl="1"/>
            <a:r>
              <a:rPr lang="en-US" dirty="0"/>
              <a:t>Binary X</a:t>
            </a:r>
          </a:p>
          <a:p>
            <a:r>
              <a:rPr lang="en-US" dirty="0"/>
              <a:t>Evaluate </a:t>
            </a:r>
            <a:r>
              <a:rPr lang="en-US" b="1" u="sng" dirty="0"/>
              <a:t>assumptions</a:t>
            </a:r>
            <a:r>
              <a:rPr lang="en-US" dirty="0"/>
              <a:t> of linear regression</a:t>
            </a:r>
          </a:p>
          <a:p>
            <a:r>
              <a:rPr lang="en-US" dirty="0"/>
              <a:t>Describe similarity between </a:t>
            </a:r>
            <a:r>
              <a:rPr lang="en-US" b="1" u="sng" dirty="0"/>
              <a:t>t-test</a:t>
            </a:r>
            <a:r>
              <a:rPr lang="en-US" dirty="0"/>
              <a:t> and linear regression with binary 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911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bestPPT" id="{F1F4BCA4-C984-894E-B819-BB8D32D226B6}" vid="{B0A982C2-C77C-7041-BB5E-E4B4907542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BEST_regression_1</Template>
  <TotalTime>3792</TotalTime>
  <Words>3732</Words>
  <Application>Microsoft Office PowerPoint</Application>
  <PresentationFormat>Widescreen</PresentationFormat>
  <Paragraphs>494</Paragraphs>
  <Slides>56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Aptos</vt:lpstr>
      <vt:lpstr>Arial</vt:lpstr>
      <vt:lpstr>Calibri</vt:lpstr>
      <vt:lpstr>Calibri Light</vt:lpstr>
      <vt:lpstr>Cambria Math</vt:lpstr>
      <vt:lpstr>Consolas</vt:lpstr>
      <vt:lpstr>Courier</vt:lpstr>
      <vt:lpstr>Courier New</vt:lpstr>
      <vt:lpstr>Segoe UI</vt:lpstr>
      <vt:lpstr>Times New Roman</vt:lpstr>
      <vt:lpstr>Wingdings</vt:lpstr>
      <vt:lpstr>Office Theme</vt:lpstr>
      <vt:lpstr>LA’s BeST @ USC</vt:lpstr>
      <vt:lpstr>Topics + Learning objectives</vt:lpstr>
      <vt:lpstr>Who am I?</vt:lpstr>
      <vt:lpstr>PowerPoint Presentation</vt:lpstr>
      <vt:lpstr>Back to our learning objectives</vt:lpstr>
      <vt:lpstr>Correlation</vt:lpstr>
      <vt:lpstr>Pearson’s Correlation Coefficient</vt:lpstr>
      <vt:lpstr>Pearson’s Correlation Coefficient Examples</vt:lpstr>
      <vt:lpstr>Pearson’s Correlation Coefficient – BEWARE!</vt:lpstr>
      <vt:lpstr>Formula for r</vt:lpstr>
      <vt:lpstr>Calculating r in R</vt:lpstr>
      <vt:lpstr>Hypothesis Testing for Correlation</vt:lpstr>
      <vt:lpstr>Example 2: MPG Data set</vt:lpstr>
      <vt:lpstr>What happens when linearity assumption for  r isn’t met?</vt:lpstr>
      <vt:lpstr>Spearman’s Correlation Coefficient, r_s</vt:lpstr>
      <vt:lpstr>Calculating r_s</vt:lpstr>
      <vt:lpstr>Your turn with correlation!</vt:lpstr>
      <vt:lpstr>Introduction to linear regression What is regression?</vt:lpstr>
      <vt:lpstr>What is a line?</vt:lpstr>
      <vt:lpstr>Studying Linear Relationships using Regression</vt:lpstr>
      <vt:lpstr>The Regression Line</vt:lpstr>
      <vt:lpstr>The full regression model  Line vs. observations</vt:lpstr>
      <vt:lpstr>Predicting the mean Y at a given value of X</vt:lpstr>
      <vt:lpstr>Linear Regression in R</vt:lpstr>
      <vt:lpstr>Interpreting Linear Regression Output</vt:lpstr>
      <vt:lpstr>Interpreting Output</vt:lpstr>
      <vt:lpstr>Note on Extrapolation</vt:lpstr>
      <vt:lpstr>Note on Extrapolation</vt:lpstr>
      <vt:lpstr>Assumptions of Linear Regression</vt:lpstr>
      <vt:lpstr>Linearity</vt:lpstr>
      <vt:lpstr>Linearity</vt:lpstr>
      <vt:lpstr>Independence</vt:lpstr>
      <vt:lpstr>Normality</vt:lpstr>
      <vt:lpstr>Equality of Variances, i.e., homoscedasticity</vt:lpstr>
      <vt:lpstr>The Best Fit Line</vt:lpstr>
      <vt:lpstr>Finding the Best-Fit Line in R</vt:lpstr>
      <vt:lpstr>The Best Fit Line</vt:lpstr>
      <vt:lpstr>More Output Interpretation</vt:lpstr>
      <vt:lpstr>More Output Interpretation</vt:lpstr>
      <vt:lpstr>Coefficient of Determination</vt:lpstr>
      <vt:lpstr>Correlation vs. Regression</vt:lpstr>
      <vt:lpstr>Checking Assumptions</vt:lpstr>
      <vt:lpstr>Checking Linearity - concept</vt:lpstr>
      <vt:lpstr>Checking Linearity – our example</vt:lpstr>
      <vt:lpstr>Checking Normality - concept</vt:lpstr>
      <vt:lpstr>Checking Normality – our example</vt:lpstr>
      <vt:lpstr>Checking Equal Variance - concept</vt:lpstr>
      <vt:lpstr>Checking Equal Variance – our example</vt:lpstr>
      <vt:lpstr>When Assumptions Are Not Met</vt:lpstr>
      <vt:lpstr>Binary Predictors</vt:lpstr>
      <vt:lpstr>Binary Predictors</vt:lpstr>
      <vt:lpstr>Binary Predictors</vt:lpstr>
      <vt:lpstr>Binary Predictors</vt:lpstr>
      <vt:lpstr>Binary Predictors</vt:lpstr>
      <vt:lpstr>Comparing the t-test and regression</vt:lpstr>
      <vt:lpstr>Recap: Topics &amp; 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Pickering</dc:creator>
  <cp:lastModifiedBy>Sandrah Proctor Eckel</cp:lastModifiedBy>
  <cp:revision>37</cp:revision>
  <dcterms:created xsi:type="dcterms:W3CDTF">2021-06-19T17:44:50Z</dcterms:created>
  <dcterms:modified xsi:type="dcterms:W3CDTF">2026-06-25T17:27:30Z</dcterms:modified>
</cp:coreProperties>
</file>