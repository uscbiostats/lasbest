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306" r:id="rId3"/>
    <p:sldId id="307" r:id="rId4"/>
    <p:sldId id="308" r:id="rId5"/>
    <p:sldId id="309" r:id="rId6"/>
    <p:sldId id="258" r:id="rId7"/>
    <p:sldId id="259" r:id="rId8"/>
    <p:sldId id="312" r:id="rId9"/>
    <p:sldId id="260" r:id="rId10"/>
    <p:sldId id="261" r:id="rId11"/>
    <p:sldId id="262" r:id="rId12"/>
    <p:sldId id="263" r:id="rId13"/>
    <p:sldId id="265" r:id="rId14"/>
    <p:sldId id="266" r:id="rId15"/>
    <p:sldId id="264" r:id="rId16"/>
    <p:sldId id="267" r:id="rId17"/>
    <p:sldId id="268" r:id="rId18"/>
    <p:sldId id="310" r:id="rId19"/>
    <p:sldId id="311" r:id="rId20"/>
    <p:sldId id="269" r:id="rId21"/>
    <p:sldId id="270" r:id="rId22"/>
    <p:sldId id="271" r:id="rId23"/>
    <p:sldId id="276" r:id="rId24"/>
    <p:sldId id="272" r:id="rId25"/>
    <p:sldId id="273" r:id="rId26"/>
    <p:sldId id="305" r:id="rId27"/>
    <p:sldId id="275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5" r:id="rId46"/>
    <p:sldId id="294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1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Slides" id="{2D19D2F4-BA77-44DB-B6B6-8048B57E05E3}">
          <p14:sldIdLst>
            <p14:sldId id="256"/>
            <p14:sldId id="306"/>
          </p14:sldIdLst>
        </p14:section>
        <p14:section name="Faculty Intro" id="{DA7B69B0-1EA3-44DD-9E14-FDDDE1FD1458}">
          <p14:sldIdLst>
            <p14:sldId id="307"/>
            <p14:sldId id="308"/>
            <p14:sldId id="309"/>
          </p14:sldIdLst>
        </p14:section>
        <p14:section name="Correlation" id="{73725E44-3A1D-48D7-8AAA-19904A40FC50}">
          <p14:sldIdLst>
            <p14:sldId id="258"/>
            <p14:sldId id="259"/>
            <p14:sldId id="312"/>
            <p14:sldId id="260"/>
            <p14:sldId id="261"/>
            <p14:sldId id="262"/>
            <p14:sldId id="263"/>
            <p14:sldId id="265"/>
            <p14:sldId id="266"/>
            <p14:sldId id="264"/>
            <p14:sldId id="267"/>
            <p14:sldId id="268"/>
          </p14:sldIdLst>
        </p14:section>
        <p14:section name="Regression: Introduction" id="{E32B823E-767B-49B0-8792-F1EEC1E292CE}">
          <p14:sldIdLst>
            <p14:sldId id="310"/>
            <p14:sldId id="311"/>
            <p14:sldId id="269"/>
            <p14:sldId id="270"/>
            <p14:sldId id="271"/>
            <p14:sldId id="276"/>
            <p14:sldId id="272"/>
            <p14:sldId id="273"/>
            <p14:sldId id="305"/>
            <p14:sldId id="275"/>
            <p14:sldId id="277"/>
          </p14:sldIdLst>
        </p14:section>
        <p14:section name="Regression: Assumptions" id="{3E77CBB3-2EA4-4916-8ABA-73949A6AC3A7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Regression: Best-Fit Line" id="{BAF0D26D-4056-4E6C-9CD4-BD908EF14ACD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Checking Assumptions" id="{A7FF57B0-8237-476E-B1FB-1E1416F5F4AD}">
          <p14:sldIdLst>
            <p14:sldId id="291"/>
            <p14:sldId id="292"/>
            <p14:sldId id="293"/>
            <p14:sldId id="295"/>
            <p14:sldId id="294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479" autoAdjust="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/>
    </p:cSldViewPr>
  </p:slideViewPr>
  <p:outlineViewPr>
    <p:cViewPr>
      <p:scale>
        <a:sx n="33" d="100"/>
        <a:sy n="33" d="100"/>
      </p:scale>
      <p:origin x="0" y="-4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4" d="100"/>
          <a:sy n="94" d="100"/>
        </p:scale>
        <p:origin x="37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591432-CBB7-384D-A97F-673ECC661E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F6CE5-02D6-6D4F-AD45-7844B411CE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7AE39-24BF-9046-BF66-BB2858E2304D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5E1F7-41DE-654A-918C-860256E539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D8D32-797E-7941-8DCD-7AA2B43770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FAACD-045F-6042-AD24-A0A2B32F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37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7:22:43.03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8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7:23:04.853"/>
    </inkml:context>
  </inkml:definitions>
  <inkml:trace contextRef="#ctx0" brushRef="#br0">15883 14815 256 0,'0'13'0'0,"0"-12"228"0,0 6 527 0,0-9-261 0,0 2-1 0,0 0-490 0,-11 2-87 0,11-2-39 16,1 0 0-16,1-4-220 0,2 0-63 0,2 0-62 0</inkml:trace>
  <inkml:trace contextRef="#ctx0" brushRef="#br0" timeOffset="9144.54">3510 7344 256 0,'0'-2'9'0,"-3"-3"139"0,1 1-54 15,-1 1 6-15,3-1-77 0,3 1 1 0,0-1-7 0,4 0 4 16,1 1 2-16,2-3 7 0,1 1-26 0,2 1 29 0,1-2-25 16,1 1 40-16,-1-1-9 0,1 0-12 0,0 1-18 0,2 0 14 0,0 1-9 15,0-1 28-15,1 1-9 0,-1 2-12 0,0-1-9 0,-2 1 5 16,-5 2-5-16,-1-2 1 0,-1 2-4 0,0 2-2 0,7 0-12 0,0 1 17 16,3-1-11-16,-1 1 26 0,0 1-5 0,-1 0-15 0,0 1-7 15,0 0 10-15,2 1-9 0,0-1 4 0,0 1 0 0,4-3-5 16,1 2-14-16,4-1 18 0,1 0-13 0,3-1 23 0,-2-1 2 15,4 1-11-15,3-2-1 0,-5 0 13 0,-1 1-11 0,0-1 11 0,0-1-2 16,6 1-3-16,-4 1-12 0,0-1 16 0,-3 0-11 16,1 0 28-16,3-1-6 0,-1 2-12 0,4 0-8 0,1 1 11 0,5-1-11 15,0 0 8-15,-2 0-6 0,-7 2-5 0,2 0 8 0,-2 0-7 16,-1 0 9-16,5 1-5 0,-4-1 0 0,2-1-1 0,2 2-15 16,4 1 24-16,1-1-17 0,5 1 30 0,-1-2-6 0,-5 1-13 0,2 0-11 15,-2 2 14-15,-2-2-9 0,4 0 19 0,-6 1-7 0,1 1-12 16,2-2-5-16,3 2 4 0,2-1-3 0,3 0 2 0,-1 0 2 15,-3-1-5-15,2 1-9 0,-3-1 11 0,-3-1-7 0,5-2 19 16,-4 1-6-16,-1-2-8 0,6 2-3 0,2-2 3 0,3 1-2 16,1 0 2-16,-9 0 0 0,1 1-2 0,-2-1-9 0,-4 3 9 0,5-1-6 15,-3 1 16-15,-2 1 1 0,4-1-7 0,4 2-15 0,3-2 20 16,3 1-17-16,-6-4 21 0,0 2-1 0,-3-1-8 0,-1 2-6 16,5 1 4-16,-3 0-4 0,-1 1 9 0,0-2 0 0,3 1-1 0,6 0-15 15,2-1 15-15,-2-4-13 0,0 1 19 0,-5-2-4 0,-2-1-8 16,4 0-1-16,-2 0 8 0,2 1-4 0,1-3 2 0,1 2 4 15,1-2-8-15,0 1-6 0,0 0 12 0,-3 0-11 0,-4-3 12 16,1 2-4-16,-2-1-2 0,1 0-6 0,3 2 3 0,4-2 0 16,2 2 14-16,-3-1-3 0,-2-1 0 0,-4 2-7 0,-4-2 7 15,-2 1-3-15,2 1 12 0,-3 2-1 0,0-2-5 0,3 2-18 0,0 0 20 16,2 0-17-16,2 0 26 0,-9 0-3 0,0 0-11 0,-2-1-5 16,0 0 12-16,4 2-9 0,-4-1 9 0,-5 0-1 0,-1 1-7 0,1-3-10 15,1-1 12-15,-1 1-9 0,-1 0 13 0,1 0 2 16,1-1-13-16,3 1-8 0,-2 0 16 0,-1 1-13 0,-9 0 17 0,-2 1-9 15,1 0-9-15,-1 0-4 0,4 1 7 0,-2 0 0 0,-2 2 12 16,-4 0-3-16,-1 2-6 0,0-3-29 0,-1 3 11 0,-1-3-16 16,0-1-10-16,-2 3-19 0,-1 0-19 0,-1 6-70 0,0 4-37 15,-2 3-3-15,0 3 25 0</inkml:trace>
  <inkml:trace contextRef="#ctx0" brushRef="#br0" timeOffset="10106.4">10586 7424 256 0,'-5'12'21'0,"-5"-12"303"0,0-2-141 0,3 2 9 0,3 0-192 15,2 2 15-15,2 0-16 0,0 1 24 0,2-1 1 0,2 1-2 16,2 2-2-16,1 0 2 0,3 0 0 0,2 2 5 0,2-3 2 15,4-1-4-15,2 0-12 0,1-2 15 0,3-1-17 0,-4 0 11 16,-1-2-3-16,4-3-4 0,2-4 11 0,7-2-5 0,-1-1 7 16,-1-2-4-16,-2-2-6 0,-1 2-2 0,2-3-24 0,1 1 12 0,0-1-11 15,4-1 23-15,-1 0-2 0,3-1-7 0,1 1-14 0,-4 2 5 16,-5-2-6-16,-2 0 17 0,-1-2-5 0,-3-3-1 0,4-3-5 16,-3-3 4-16,-5-1-1 0,-3 0 10 0,-2 2-4 0,-3 0-5 0,-2 1 4 15,-3-2-5-15,-4 0 8 0,-1 0 7 0,-1 1-2 0,-3 2 2 16,-2-1-11-16,-2 2 12 0,-1 0-10 0,-2 0 9 0,-2-1-7 15,-1-2-9-15,-2-7-13 0,-2 1 12 0,-1 1-8 0,-2-1 26 0,-1 2-8 16,0 3-5-16,2-2-21 0,5 0 12 0,-1 1-11 0,-5 1 20 16,1 1-4-16,-6 1-7 0,1 1-12 0,0 0 9 0,1 3-5 15,1-1 13-15,-1 2 3 0,-1-3-5 0,-2 4-4 0,-1-1 10 16,-3 4-9-16,-4 3 6 0,-3 6-5 0,-3 1-4 0,2 3-7 16,-5 4 15-16,1 1-9 0,-2 3 20 0,-1 3-2 0,3 3-10 0,0 1 0 15,1 4 4-15,-1 4-2 0,-4 2 2 0,0 5-3 0,-1-1-5 16,0 3-3-16,4-2 7 0,3 4-3 0,3 1 6 0,3 1 2 15,5 2-5-15,1 3 0 0,4 3 5 0,2 0-4 0,4 2 1 16,3 1-1-16,2 2 0 0,0 2-5 0,1-4 6 0,0 2-3 16,2-1 15-16,1-3 1 0,1 4-3 0,2-1-11 0,3 3 13 15,-2 0-11-15,3-2 15 0,1-1-5 0,-1 0-6 0,3-2-10 0,0-2 10 16,3-3-4-16,1-4 26 0,3-1-2 0,4-2-10 0,0-2-14 16,3-2 21-16,-1-2-17 0,1 1 24 0,0-2-5 0,1-1-9 0,2 2-22 15,1-1 12-15,1-4-11 0,3-2 20 0,1-1-6 16,2-4-8-16,3 6-17 0,2-4-4 0,5 0-4 0,5-2-37 0,2-4-10 15,-4-2-11-15,3 0-71 0,0-3-34 0,-1-2-5 0,5 0 35 16</inkml:trace>
  <inkml:trace contextRef="#ctx0" brushRef="#br0" timeOffset="10793.85">12861 7708 486 0,'-2'0'165'0,"1"-2"-109"0,0-1-66 16,1 3 5-16,2 0 16 0,3-1-2 0,3 0-8 0,3-1 15 0,3 0 1 0,3-2 4 16,3 0 10-16,1 0-4 0,2-1-4 0,1-2-13 0,2-1 18 15,2-1-14-15,4-1 27 0,-1-1-6 0,1-4-10 0,0-2 5 0,-7 0 10 16,1-3-3-16,0 1 12 0,-4 3-4 0,5-1-10 0,-3-1-24 15,-4 0 14-15,-1-4-18 0,0 0 7 0,-1 1-5 0,0-2-5 0,0-3-9 16,0 0 2-16,0 0-1 0,-1-3 12 0,-3 3 1 0,1-3-7 16,0-1-8-16,-1-6 13 0,1-3-11 0,-2-3 11 0,0 2-3 15,-1 2-5-15,1-2 2 0,0 2 4 0,-2 0 1 0,-2-1 6 16,-5 6 2-16,-1 3-1 0,-1 1-6 0,-2-2 16 0,-1 1-14 0,-3-5 16 16,-1 2-7-16,-5-1-9 0,-3 2-7 0,0 2 9 0,-3 1-3 15,-2 1 25-15,0 1-10 0,-1 1-11 0,-2 0-22 0,-1 2 14 16,-1 1-13-16,-1 2 18 0,0 2-5 0,-1 2-7 0,-3 1-15 0,-4 2 11 15,-5 1-8-15,-6 2 10 0,-4 2-4 0,-1 1-14 0,-1 0-1 16,-1 3 7-16,3 1-5 0,-2 4 14 0,5 5 0 0,0 1 3 16,-3 5-7-16,-1 0 9 0,-3 1-5 0,0 3 15 0,-1 3 1 15,4 2-8-15,-1 9-17 0,1 4 23 0,6 3-19 0,3 2 27 16,2 3-4-16,0 4-10 0,-3 7-9 0,-1 1 11 0,9-1-5 16,0 0 28-16,5-6-2 0,1 4-6 0,-4 1-7 0,4 3 13 0,6 2-11 15,4-2 14-15,6-1-5 0,5-3-6 0,5-3 14 0,3-4 4 16,5-3 2-16,5-3 1 0,5-3 1 0,4 1-6 0,6 0-10 15,3-1 22-15,3-1-21 0,-2-1 20 0,2-3-7 0,1 0-10 16,3-1-19-16,3-1 9 0,1-1-11 0,1-3 3 0,5-5 3 0,8-2-10 16,6 0-7-16,-2-2 11 0,-1-1-10 0,-4-4 6 0,-8 1-13 15,4-1-11-15,-3 0-3 0,0 0-16 0,4-3 10 0,2 0-58 16,-2 0-20-16,-4 0-17 0,1-2-156 0,-3 2-108 0,-2-2-18 16</inkml:trace>
  <inkml:trace contextRef="#ctx0" brushRef="#br0" timeOffset="14646.55">19623 4215 256 0,'-2'7'18'16,"-1"-2"258"-16,2 3-129 0,1 2 0 0,1 2-158 0,3 1 17 0,1 1-11 16,0 0 34-16,2-3-1 0,-4 3-11 0,2-1-16 0,1 0 23 0,1 0-21 15,8-2 26-15,2 2-3 0,2 0-7 0,1-1-2 0,1 0 4 16,-1 1-3-1,-2-3 3-15,1 3 0 0,-1-1-6 0,2 1-20 0,0-3 19 0,0 3-20 0,0-1 20 0,-2 1-6 16,-1 0-10-16,1 1-13 0,0 1 14 0,1 2-8 0,-2 1 23 0,-1-3-5 0,-2-1-12 16,1 1-52-16,-1-1 14 0,-1 2-26 0,-1 1-31 0,-2-3-18 15,1-1-23-15,-4-3-36 0,1-1 90 0</inkml:trace>
  <inkml:trace contextRef="#ctx0" brushRef="#br0" timeOffset="14960.97">20387 3877 856 0,'-8'-5'-2'0,"0"2"-17"0,4 3 15 0,-1 3-5 16,1 4 9-16,-1 2-1 0,1 3 0 0,-2 4 1 0,1 2-7 15,-2 2 7-15,0 1-2 0,1 4 7 0,-1 0 1 0,-2 2-13 16,1 5 20-16,-1 4-18 0,-1 0 22 16,-2 1-4-16,1 1-7 0,-3 2-17 0,-3 1 18 0,0 1-13 0,-1 0 27 15,3-1-3-15,2 4-16 0,-2 3-17 0,7 2 27 0,-1-1-22 0,-1 4 28 0,1-4-8 16,-8-5-15-16,1 4 0 0,0-1 2 0,0 2 1 0,0-1 2 16,3-3 1-16,1 0-5 0,-2-1-32 0,5 2 3 0,0-3-16 15,2-2-36-15,5-2-9 0,1-5-10 0,2 1 4 0,5-2-27 0,2 3 16 16</inkml:trace>
  <inkml:trace contextRef="#ctx0" brushRef="#br0" timeOffset="15727">27991 8994 547 0,'-7'-13'145'0,"-2"1"218"0,-1 1-283 0,1 5-64 16,2 2 0-16,1 1 12 0,1 3-7 0,-2 0-8 0,-2 0-7 0,0 1 11 0,-1 3-5 15,-1-2 31-15,-2 0-2 0,1 1-4 0,-3-1-7 0,-1 0 8 16,3 0-9-16,-2 3 0 0,3 0-8 0,0 2-7 0,-3 2 5 16,-2 2 7-16,-2-2 1 0,0 3 17 0,-2 1-10 15,-3 2-10-15,1 5-24 0,-2 0 10 0,1 3-10 0,9-2 8 0,0-1-1 0,-2 0-4 16,-1 3-21-16,-7-1 12 0,1 3-13 0,1 0 21 0,2 0 1 16,0 0-7-16,0 2-18 0,1-1 21 0,-1 1-18 0,0 4 20 15,-1 0-1-15,1 0-11 0,-2 2-6 0,0-2 22 0,-1-2-15 16,1 0 8-16,-1-3-17 0,4-2-30 0,1-1-28 0,6-1-2 0,4-3-9 15,7 1-66-15,2-1-46 0,7 0-39 0</inkml:trace>
  <inkml:trace contextRef="#ctx0" brushRef="#br0" timeOffset="16026.12">27084 9158 889 0,'-2'-5'105'0,"-6"-4"368"0,4 2-466 0,-1 3-7 0,3 4 6 0,4 0-20 0,4 0 2 16,2 3 4-16,4 1 3 0,-2 0 5 0,5 3 0 0,4 1 17 15,2 2 0-15,6 0-3 0,3 7-14 0,-2 1 14 0,3 4-13 16,1 3 15-16,3 1 1 0,3 3-3 0,7 3-7 0,6 0 8 15,1 3-6-15,-2-2 11 0,-2-3-2 0,-3 0-9 0,-1 1-20 0,2-4 19 16,-6 3-18-16,1-5 13 0,-1-1-9 0,3-2-13 0,8 1-21 16,1-2-16-16,-7 1 5 0,-2-2-55 0,-10 0-11 0,-1 0-14 0,2 0-25 15,-6 2-19-15,-5-4 5 0,-4 0 52 0</inkml:trace>
  <inkml:trace contextRef="#ctx1" brushRef="#br0">22721 4501 0,'0'0'0,"0"0"0,0 0 0</inkml:trace>
  <inkml:trace contextRef="#ctx0" brushRef="#br0" timeOffset="22133.81">18838 1334 184 0,'0'0'0'0,"0"1"-47"0,2-1 53 0,0 2 45 16,0-1-33-16,0-1 0 0,1 1-2 0,-1-1-12 0,1 0-23 16,-1 2 32-16,1-2-31 0,-1 1 39 0,0 0-10 0,-1 2-17 0,0-1-5 15,0 1 6-15,-1-1-2 0,0 2 15 0,0-3 2 16,0 2-6-16,0 1-29 0,2-2 35 0,0 1-35 0,0 1 24 15,1-2-11-15,1-2-21 0,-1 2 18 0,2 0-20 16,-2 0 21-16,2 0-35 0,-2 1 18 0,0-2 13 0,1 0 16 16,-2 0 2-16</inkml:trace>
  <inkml:trace contextRef="#ctx0" brushRef="#br0" timeOffset="23835.71">24753 5489 217 0,'-1'1'34'16,"-1"0"-2"-16,0-1 2 0,2 0 11 0,0-1 31 16,2 0-39-16,-1-5 14 0,1 3 1 0,-1 0-14 0,0-1-6 0,0 2 22 15,0-2-26-15,1 1 37 0,-2 1-4 0,0-2-4 0,0 0-6 16,0 1 6-16,-2 1-11 0,1-2 22 0,0 1-6 16,-1-2-9-16,0 1-13 0,-1-1 17 0,1 0-21 0,0-2 15 15,1 0-5-15,-1 1-9 0,0-2-14 0,2-1 11 0,-1 1-14 16,1-3 16-16,1-1-4 0,1 1-9 0,-1-2-10 15,1-1 15-15,0 2-17 0,-1-3 16 0,2 4-8 0,-1-5-10 16,0 2 6-16,0-1-7 0,1-2 6 0,-1 0-9 0,-1 1 1 16,1-2-2-16,0 0-14 0,1-1 20 0,-1 2-17 0,-1-2 23 0,1 1-7 15,0 1-12-15,1-3 3 0,-1 3 2 0,1 1 0 0,2-1 0 16,0 4 1-16,1 0-3 0,0 3-12 0,0 1 15 0,0 1-12 16,0 3 17-16,-2-1 1 0,1 2-9 0,-1-1-14 0,-1 2 6 15,1 1-12-15,-2-1-28 0,0 2-22 0,1 0-21 0,-2 1-107 16,0 0-62-16,0 0-11 0</inkml:trace>
  <inkml:trace contextRef="#ctx0" brushRef="#br0" timeOffset="24699.69">24741 4174 637 0,'-6'-2'-185'15,"3"2"411"-15,0-1-44 0,1-1-49 0,1-1-38 0,0 0-1 0,0 0-19 16,1-1-11-16,0 1-12 0,0 2-12 0,0 0-30 16,0-1 19-16,1 1-24 0,-1-1 20 0,0-1-6 0,1 0-9 15,-1 2 6-15,0 0 9 0,0 0-4 0,0 1 42 0,0 0-12 16,0 0-5-16,-1 2-25 0,0 1 12 0,0 1-18 16,-3 1 10-16,2-1-4 0,-1-1-9 0,0 4-8 0,0 0 5 15,1 4-6-15,-1 3 12 0,1 0-5 0,1 2-10 0,-1 1-9 16,1 0 12-16,1-1-10 0,0 2 23 0,0-2-13 0,0 0-8 15,0 0 5-15,1-3-3 0,-1-2 9 0,1 3-5 0,0 0 0 16,1 2-3-16,1-2-9 0,-1 0 18 0,1-1-15 0,1-1 15 16,0-1 3-16,1 0-6 0,-2 2-15 0,1-2 11 0,0 1-12 0,-2-2 20 15,1 0-1-15,1 1-7 0,0-1-12 0,0-1 12 16,-1 0-14-16,0 0-14 0,1-2 5 0,-2 2-14 0,1-1 4 16,1-1-4-16,-2-4-3 0,1 1-34 0,1-3-11 0,-1-1-12 0,0 0-93 15,3-3-9-15,1-2-28 0,-2-4 61 0</inkml:trace>
  <inkml:trace contextRef="#ctx0" brushRef="#br0" timeOffset="25057.39">25104 4187 481 0,'-3'1'173'0,"0"1"-87"0,-2 0 83 16,2-1-81-16,1 0 26 0,-1 0-52 0,2 1 21 0,0-2-14 15,1 1-24-15,0 0-21 0,0 1 19 0,0-2-23 0,0 1 31 16,0 1 1-16,0 4-10 0,1-1-8 0,-1 1 15 15,0 3-21-15,-1 1 16 0,-1 1-3 0,1 0-7 0,-2 2-24 16,0 0 11-16,0-1-16 0,-2 4 24 0,5-3-11 16,0-1-9-16,0 1-14 0,1-3 8 0,-4 1-6 0,-2-1 14 0,2 0-10 15,1 0-8-15,-3 1-3 0,2-2-3 0,1-2 5 0,-3 0-29 16,3 0-13-16,-1-1-10 0,0 0-57 0,0-1 1 0,1-1-10 16,0 0-73-16,-2-2-30 0,1 0-37 0</inkml:trace>
  <inkml:trace contextRef="#ctx0" brushRef="#br0" timeOffset="25276.67">24969 4289 1079 0,'-2'-6'-176'0,"1"2"377"16,0-1-41-16,1 2-47 0,0-1-70 0,0 2 12 0,1 2-34 15,2-2 1-15,-2 1-2 0,1 1-12 0,2 0 0 0,1 0 14 16,2 1-13-16,0 2 21 0,1-1-7 0,2 4-8 0,4-3-16 15,-1 3 8-15,3 0-9 0,1-1 14 0,-7 0-1 0,2 0-8 16,3 0-6-16,1-1 13 0,5 0-11 0,2-1 7 16,-3 0-6-16,-2 0-7 0,0-2-43 0,-3 1-40 0,0-2 16 15,2 0-168-15,-3 1-72 0,0 0-15 0</inkml:trace>
  <inkml:trace contextRef="#ctx0" brushRef="#br0" timeOffset="25534.21">25466 4322 535 0,'0'9'-193'0,"0"-2"416"0,-1-1-67 15,0 2-70-15,0 1-27 0,1-3 6 0,0 2-13 0,0 1-17 16,1-2-8-16,0 2-12 0,1 0-11 0,-1-1-4 16,1 0 0-16,1-1 5 0,0 0-6 0,-1-1-1 0,2-2-45 15,-3 1-2-15,0-2-10 0,0-1-115 0,-1-1 113 0,-1-1-31 0</inkml:trace>
  <inkml:trace contextRef="#ctx0" brushRef="#br0" timeOffset="25870.47">25527 4024 547 0,'1'2'231'16,"-1"0"61"-16,1 0-148 0,2 2-59 0,1-1-28 15,1 2-34-15,2 0-32 0,-1 1 8 0,1-1-12 0,1 2 26 16,-4 1-1-16,-1-2-8 0,2 0-16 0,-2-1 19 16,5 1-20-16,1-1 26 0,-1 0-7 0,2-1-9 0,1 0-4 0,1 1 7 15,0-2-4-15,-1 1 17 0,-1-2 0 0,-1-2-9 16,0 1-23-16,0 0 26 0,-2 0-26 0,0-1 33 0,-2 0-16 15,-2-1-16-15,1 0-43 0,-2 0-25 0,1-1 11 0,-1 1-85 16,0-3-27-16,0 0-3 0</inkml:trace>
  <inkml:trace contextRef="#ctx0" brushRef="#br0" timeOffset="26086.24">25765 3927 661 0,'-5'9'174'0,"1"1"19"0,0 0-11 0,2 2-61 0,-1 2-39 16,0 0-20-16,1-1-23 0,1 3-33 0,0-3 24 0,0 2-26 15,1 5 31-15,-1-4-9 0,0 1-21 0,-1 1-3 0,2-4 8 16,0-3-10-16,0-2 0 0,0-1-1 0,0-2 0 0,2 3-25 16,-1-2 5-16,-1-2-10 0,1 0-16 0,0-2-26 15,0-2-16-15,0-1-78 0,0-1-71 0,2-2 41 0,-1-3-44 16</inkml:trace>
  <inkml:trace contextRef="#ctx0" brushRef="#br0" timeOffset="26300.75">25844 3802 957 0,'-1'9'125'0,"2"-1"78"0,4 1-34 15,2 3-41-15,0-1-50 0,4 1-61 0,-1 2 23 0,1-2-36 16,2 1 25-16,0 0-11 0,0-1-15 0,4 2 1 0,-1-1 2 16,-2 2 0-16,1 2 3 0,-4-2-2 0,-3 2-5 0,0 0-13 15,-4 3 16-15,-4-2-15 0,-1 6 21 0,-5-2-11 16,-3-1-11-16,-4 2-36 0,-1 1-35 0,-2-3 17 0,-2 4-127 16,2-4-84-16,-1 0-18 0</inkml:trace>
  <inkml:trace contextRef="#ctx0" brushRef="#br0" timeOffset="27371.32">24598 5323 524 0,'0'-1'101'0,"-2"0"112"0,-1 1-58 0,2-1-25 0,0 1-31 16,1-2-65-16,0 2 18 0,1-1-37 0,2 1 23 15,-2-1-9-15,2-1-7 0,0 1-17 0,3 0 14 0,0 0-14 16,3 1 34-16,0 0-11 0,1 0-10 0,3 2-26 0,0 1 16 15,-1 3-17-15,0-1 25 0,-1 2-7 0,0-1-10 16,-1 2 1-16,-2-2 7 0,-1 2-1 0,0 1 10 0,-1-2-5 0,-1 2-8 16,1-1-9-16,-3-2 11 0,2 0-9 0,-2 0 14 15,-1-2-1-15,2 1-6 0,-1-1-16 0,-2 0 14 0,2-3-14 16,-2 0 27-16,0-1-1 0,-1 0-11 0,1 0-5 16,-1-2 14-16,1-1-13 0,1-1 16 0,1-2 1 0,-1 2-4 0,0-2-7 15,1 2-2-15,0-1 0 0,-1-1 7 0,1 1-3 0,0 2 2 0,0-3-17 16,-1 3 9-16,0-1-7 0,2 2 15 0,-2-1-3 0,0 0-7 0,1 0-41 15,-1 2-11-15,0-1-12 0,1-1-107 0,2 1-56 16,-1-2-47-16</inkml:trace>
  <inkml:trace contextRef="#ctx0" brushRef="#br0" timeOffset="30895.11">4139 4163 256 0,'39'-21'7'0,"-13"16"115"0,1-1-44 0,-2 3 12 0,3 0-66 0,2-5 10 0,1 2-8 0,3 1 11 0,-2-2-4 0,2 2-12 0,3 1-17 15,3-1 24-15,2 2-22 0,0 0 20 0,0-1-4 0,-2 2-12 16,-3-1 7-16,-2-1 1 0,-1 2 2 0,0-2 6 16,1-1-3-16,4 2-7 0,1-2-20 0,5 1 24 0,5-1-20 0,6 1 26 15,-1-1-3-15,0 1-14 0,0-1-8 0,-2 1 6 0,1-1-5 16,4 1 13-16,3-1-4 0,7 1-2 0,7-2-21 0,-5 1 19 15,-1 0-16-15,-4 0 29 0,-3-1-4 0,9 1-9 0,5 0-1 0,5 0-6 16,-5 1 6-16,0-1 1 0,-9 0-2 0,0 0-2 0,12 0 4 16,4-2 1-16,1 1-2 0,-2 0-6 0,-6-1 3 0,-3-1 2 0,9-1-13 15,4 3 13-15,2-2-12 0,-3 2 15 0,-6 0 3 0,-5-1-7 16,4 2-3-16,4 0 5 0,1 1-7 0,-4-1 3 0,-7 0-2 16,-5-2 5-16,-1 2-6 0,2 2 11 0,-2-3-3 0,4 4 24 15,-5 1 6-15,-5-2-11 0,1-1-9 0,-4 0 12 0,3-2-15 0,5 0 9 16,5-1-5-16,3-1-5 0,1-1-13 0,0-1 0 0,-4-3 0 15,0 1 9-15,0-1 0 0,2 0-6 0,4 0-3 0,-6-1 10 16,-3 3-10-16,-7-1-2 0,-8 2 1 0,0 1-2 0,-1 1-15 16,-4 1 5-16,-3 1-9 0,-3 5-32 0,-5 4-23 0,-2 3-30 15,-7 3-134-15,-6 3 151 0</inkml:trace>
  <inkml:trace contextRef="#ctx0" brushRef="#br0" timeOffset="34562.35">13187 8731 260 0,'-6'0'10'0,"0"0"2"0,3-1-1 0,2 0 1 0,1 0-2 0,0 1-2 16,1-2 3-16,1 1-2 0,2 0-2 0,0-1 16 0,0 1-8 16,-1-1 38-16,0-1-5 0,0 2-10 0,-1-1-19 0,0 1 21 15,-1 0-19-15,1-2 29 0,-1 2-7 0,1 0-5 0,-1-1-7 16,1 0-11-16,-1-1 7 0,2 0-16 0,2 1 1 0,1-3-2 0,1 1-21 15,2-1 25-15,3 0-22 0,1 0 27 0,-1 1-7 0,0-1-12 16,0 2-11-16,0 0 10 0,1-1-7 0,-2 2 25 0,0 0 1 16,-1-1-7-16,3 2-4 0,-2 0 8 0,1-1-8 0,1 2 12 15,-2 0-3-15,0 0-2 0,1 0-14 0,1 2 19 0,-1-2-12 16,2 0 29-16,-1 0-6 0,1 0-13 0,0-2-20 0,2 2 23 0,3 0-20 16,-1-1 20-16,3-1 2 0,2 0-10 0,-1 0-18 0,3 1 19 15,-7-2-15-15,0 2 27 0,2-2-7 0,1 1-15 0,7 0-4 16,1 0 1-16,-3-2-2 0,0 3 3 0,1-3 0 0,1 0-1 0,3 1 1 15,0 0-3-15,2-1 2 0,-1 2 0 0,2 1 1 0,1 0 3 16,0 1-21-16,-6 0 25 0,-2 2-22 0,0 0 31 0,-3 2-5 16,7-1-12-16,-1 0-1 0,-3 1 5 0,0 0 0 0,0-2 15 15,1 2-1-15,1-1-4 0,3-1-2 0,0 2 9 0,3-1-6 16,4-1 15-16,1 2-3 0,-7-2-2 0,4 1-5 0,-1 1-5 16,-1-2 3-16,3-2-9 0,-3 3 2 0,-4-2-1 0,3 1-4 0,2-1 7 15,0 0-8-15,2 0 2 0,-1-1 2 0,3 2 0 0,-1-1-7 16,-5 0 12-16,0 1-9 0,1-2 16 0,-2 0 0 0,4 0-8 15,-1-2-19-15,-4 0 21 0,2 0-20 0,0 2 19 0,0-1-5 16,4 0-9-16,0 0 0 0,1-1 1 0,-1 2 2 0,-6-1 4 0,-2 0-3 16,-1-1-2-16,1 2-11 0,4-1 10 0,-1 0-7 0,-5 0 15 15,-1-1-8-15,0 2-9 0,2 0-9 0,0 2 4 0,1-1-2 16,0 1-5-16,-2 1-1 0,2 1-12 0,0 0-33 0,-2 2 9 0,-1 2-18 16,-10-1-25-16,-2 1-12 0,-2 1-15 0,1 3-87 0,3 0-35 15,-2 1-17-15</inkml:trace>
  <inkml:trace contextRef="#ctx0" brushRef="#br0" timeOffset="35593.08">3474 9671 217 0,'0'-8'-17'0,"-2"5"-6"0,0-3-40 0,0 4 99 16,-1-1 31-16,1 1 5 0,0 0 16 0,0 2-16 0,-1 0-15 15,1 0-11-15,0 0-5 0,1 2 4 0,-1-1-5 0,0 2-11 0,1 0-9 16,0-1-20-16,1 0 11 0,1 1-11 0,2-1 0 0,-1 1-1 15,2 0-4-15,2-2 1 0,1 1 2 0,0-2 2 0,2 2 18 16,3-2-4-16,0-2-3 0,2 1-7 0,0-1 11 0,2-1-7 16,1 0 13-16,-2 1-8 0,3-1-6 0,0 1 3 0,1 0-6 0,-1 1 9 15,3 0 0-15,-1 0 2 0,0 1-1 0,-5 1-23 16,-1 0 31-16,-1 0-26 0,0-1 35 0,5 3-8 0,1 0-17 0,0-1 1 16,0 1 6-16,0 1 1 0,-1-1 17 0,-1 0-6 0,1-1-8 15,2 2-17-15,3-2 22 0,0 1-17 0,4-1 24 0,0-1-4 16,3 0-11-16,2 1-10 0,2-2 15 0,2 0-11 0,2-3 17 0,-7 0 0 15,4 0-10-15,0-1-9 0,1-1 12 0,4 1-13 0,2-3 8 16,-1 0-3-16,4 2-6 0,7-1 1 0,1 0-4 0,1 2 5 16,-8 0 0-16,-4 2 5 0,-2 1 0 0,-4-1-11 0,4 2 15 15,-2 0-15-15,-1 0 17 0,1 2-5 0,1 0-4 0,-1 2-6 0,1 0 5 16,0 2-2-16,1 1 20 0,-9-1-3 0,2 0-5 0,-1 2-16 16,1-2 12-16,5 0-13 0,-1 0 6 0,0-1-3 0,5-1-8 15,7-1-3-15,5 0 5 0,4 0-4 0,1-2-10 0,-6 0-20 0,-1-1-23 16,0-1-83-16,3-3-48 0,6-1-13 0,0 0-22 0</inkml:trace>
  <inkml:trace contextRef="#ctx0" brushRef="#br0" timeOffset="44517.11">13138 7748 217 0,'-7'0'35'0,"-7"-1"-28"0,-1 1-2 0,3 0-6 0,1 1 30 0,1 2-21 16,0-1 48-16,1 0-1 0,1 1-16 0,0 0-31 0,0 0 30 16,1 0-31-16,1 1 20 0,1-3-6 0,1 3-15 0,0-1-12 15,2-1 11-15,0-2-8 0,2 0 20 0,-1 0 1 0,1 0-7 16,0 0-8-16,1 0 20 0,1 0-17 0,0 2 28 0,0-2-6 0,2 0-2 15,0-2-12-15,2 2 1 0,0 0 1 0,-1 0 13 0,1 0-6 16,-1-1-3-16,1 1-21 0,0 0 19 0,-1 1-18 0,1 1 19 0,-2 0-5 16,2 1-10-16,-2-1 3 0,1 2 12 0,-2 0-4 0,1 0 22 15,-3 1 0-15,0 0-8 0,0 2-4 0,-1-1 14 0,1-1-13 16,-1 1 4-16,0 2-4 0,0 0-6 0,1 0-4 0,0 0-3 16,1 0 1-16,-1 2 5 0,1-1-2 0,0 0-2 15,-1 0-15-15,2 0 13 0,-1 1-13 0,0 2 12 0,0 0-5 0,1-2-5 16,-2 4 1-16,1 0-1 0,-2 3 5 0,1-1 9 0,-1-3-1 15,-1 2-3-15,0 2-24 0,-1 0 23 0,-1 3-21 0,0-1 31 16,0 1-6-16,-1-2-10 0,0-1-1 0,-1 1-6 0,0-1 5 0,-1-2 1 16,0 1-1-16,2-1 2 0,0 0-16 0,0 1 11 0,2-1-9 15,1-1 16-15,0-1-3 0,-1-1-4 0,2-2-9 0,0 1 6 0,0 1-5 16,2-1 17-16,-2 2 0 0,0 0-4 0,1 0-10 16,-1 0 10-16,1-1-10 0,-1 4 7 0,1-2 0 0,-1 1-3 0,0 1 1 15,1-4 0-15,-1 0 2 0,1 1-1 0,-1-1 0 0,1 5-1 0,1-1-2 16,1-2 3-16,-1 0-2 0,0-2 4 0,0-1 0 15,1-2-1-15,-1 0 2 0,0 0-10 0,0-3 7 0,1-1 0 0,-1 2 0 16,0-4 5-16,0 2-10 0,1-1 5 0,-1 1-5 0,0-2 5 16,0 2 3-16,2-2-1 0,0 2-11 0,3-1 5 0,0 1-5 15,1-1 16-15,1 1-2 0,-2-1-5 0,4-2-17 0,-2 2 21 16,1-1-17-16,-6-2 21 0,2 0-5 0,-1 0-10 0,2-1 3 0,7 2 2 16,0-2 1-16,2 0 7 0,0 0-1 0,-1 0-2 0,0 0-17 15,-3 0 19-15,0 1-16 0,-2-1 22 0,0 0-4 0,-1 0-11 16,1 0 1-16,-1-1-1 0,1-1 3 0,1 2 2 0,3-1 3 0,-2 0 0 15,4 2-12-15,-1-2 13 0,2 0-13 0,1 1 12 0,-1 0 1 16,0-2-6-16,2 2-9 0,1 0 9 0,2-1-8 0,1 1 15 16,2-1 0-16,0 1-9 0,-1-2-14 0,-6 1 25 0,-1 0-19 15,0 0 24-15,2-2-3 0,5 0-11 0,1 1-13 0,0-1 10 16,-2-1-9-16,-1 1 23 0,1-1-3 0,1 0-6 0,3 0-2 0,2 0 2 16,1 0-2-16,1 2 0 0,3-2 1 0,3 1 3 0,1 0-11 15,-6 0 5-15,1 1-6 0,-3-1 10 0,-3 0 5 0,6 0-6 16,-2 1 2-16,-5 0 5 0,-1-1-8 0,-3 2-4 0,1 0 0 15,-1 1 2-15,1 0 2 0,-2 1-2 0,1 0 4 0,2 2 4 0,1-1-2 16,2 0-1-16,5 0-12 0,1-1 12 0,-6 1-8 0,2-2 14 16,0 0-8-16,0 0-6 0,7-3 7 0,-1 2-5 0,-3-2 9 15,-1-1-5-15,0 1 1 0,1 1-1 0,3 1-17 0,2 0 26 16,2-2-21-16,2 1 27 0,-2-1-7 0,-6 1-15 0,2-1-5 16,-3 0 9-16,-2 1-4 0,4-1 16 0,-7 1 2 0,-3 0-6 0,-1 2-9 15,-2-1 7-15,1 1-7 0,-1 0 8 0,0 0-1 0,-2 1-1 16,0-1-13-16,2 2 12 0,-2-1-6 0,1 2 34 0,-1-2-6 15,2-1-9-15,2 1-10 0,-1-1 4 0,-5 0-5 0,0 0 2 16,0-1-2-16,3 0-1 0,5-2-9 0,1 0 6 0,-3 1-3 0,-2-2 13 16,1 1 1-16,-3 0-5 0,-1 0-9 0,1 1 8 0,-1 0-9 15,0 0 6-15,-1 0 1 0,-2 1 1 0,0 1-20 0,-3 0 14 16,1 0-12-16,-2 0 29 0,-2 0-3 0,-1 3-9 0,0-2-18 16,0 0 22-16,-2 1-18 0,0-2 27 0,-2 1-6 0,1 0-11 0,-3 0-5 15,1 1 9-15,0-1-4 0,-1-1 13 0,-1 1-2 16,1 0-9-16,1-1-5 0,-1 0 11 0,2 2-9 0,2-2 12 0,1 1 0 15,1 0-5-15,-1-1-7 0,2 2 1 0,-1-2-4 0,1 1 8 16,-1-1 1-16,-1 1 0 0,0-1-6 0,-1 1 5 0,-5 1-4 0,1 0 4 16,-1 1-4-16,-1-2-7 0,5-1-5 0,1 1 9 0,-3-1-2 15,2 0 24-15,-2 2-6 0,-1-2-5 0,1 1-16 0,-2-1 9 16,0 1-7-16,0-1 16 0,-1 0-2 0,1 0-3 0,-1 0-11 16,0 0 6-16,1 0-6 0,1 0 16 0,0-1-1 0,0 0-6 15,0-1-12-15,0-1 13 0,1-3-11 0,0 3 19 0,0-3-2 0,1 0-5 16,-1 1-10-16,3-1 6 0,-3-2-6 0,2 1 15 0,-2 0 0 15,-1 0-5-15,2-2-7 0,-3 0 9 0,1 2-9 0,0-2 7 16,-1 1 2-16,0 0-2 0,-1-1-7 0,0 1 2 0,0 1-2 16,-1-1 10-16,0-1-1 0,0 1-4 0,-1-7-16 0,1 3 20 15,0-4-16-15,-1 2 23 0,2-2-1 0,0 0-10 0,3 0-9 16,-2-1 6-16,2 0-7 0,1 1 15 0,-1-2 0 0,0 0-3 0,2-1-14 16,-2 1 15-16,0-2-14 0,2 3 18 0,-2-1-1 0,1 0-5 15,-2-2-15-15,1 1 11 0,0-4-10 0,0 0 19 0,0-2 1 16,0 0-8-16,-1 3-15 0,0-1 18 0,-1 0-16 15,1 2 22-15,0-2-5 0,-1 2-7 0,0-1-6 0,0 1 3 0,0 0 1 16,0 1 12-16,-1 2-1 0,1 0-5 0,0 0-10 0,1 1 12 0,-1 1-11 16,0 0 8-16,-1 2 2 0,0-1-4 0,0-1-11 0,-1 1 11 15,0-2-9-15,-2 1 19 0,2 0-3 0,-2 1-5 16,1-2-6-16,-4-1 4 0,0 4-4 0,0 2 6 0,-2 3 2 0,0 1-3 16,-1 2-4-16,-1 0 4 0,0-3-4 0,-4 4 3 0,2-1 1 0,-2 1-3 15,1 1-2-15,1 0 5 0,-1 2-3 0,1 2 0 0,5-3 3 16,1 3-2-16,-1-1-12 0,-1 1 13 0,-6-2-11 15,-1 2 16-15,0 0-1 0,0 0-6 0,0 0-1 0,-2 0 2 0,0 3-3 16,-1-2 0-16,1 1 1 0,-1 1 4 0,-2 2-3 0,-1 2 0 0,-2-1 0 16,1 2 6-16,0 1 2 0,0 0-4 0,-5 1-14 15,-2-3 18-15,-3 2-16 0,-3-1 22 0,2 0-7 0,2 4-7 0,-1-1-5 16,-3 1 8-16,-1-1-3 0,-2-2 14 0,2-1 1 0,2 0-10 16,2 1-11-16,-1-2 14 0,0 1-12 0,-2 0 19 0,-5-2-6 0,-1-1-6 15,-4 1-8-15,0 0 8 0,1-3-3 0,-1 3 16 0,3-3-1 16,-2 3-4-16,0-1-12 0,1 1 7 0,1-1-6 0,-7 0 9 15,0-1-1-15,1 1-3 0,-8-2-8 0,2-1 12 0,2 0-6 16,-2-2 20-16,9 1 0 0,4-1-9 0,-2-1-11 0,-2-1 16 16,-1 0-13-16,-1 1 20 0,3-3-8 0,4 0-14 0,-3 1-8 15,1-1 11-15,2 1-7 0,2-1 22 0,4 0-1 0,3 1-7 0,-3 0-8 16,3 0 7-16,-5 0-9 0,-4 1 9 0,1-2-9 0,1 1-2 16,-4 2 5-16,1 0-5 0,-2 0 8 0,-1 1-4 0,5 0 0 0,3 2-2 15,-1 1-16-15,0 1 19 0,-1-1-15 0,-4 1 22 0,2 0 1 16,-1-1-11-16,7 2-9 0,1-1 1 0,2-2-6 0,1 3-5 15,1-2 0-15,6 1-6 0,1 0-13 0,3 1 0 0,2-1-7 16,3 1-23-16,2-2-4 0,4 1-9 0,1 1-62 0,3-2-24 16,2 2-9-16,3 0-111 0,4 2 162 0,3-4-4 0</inkml:trace>
  <inkml:trace contextRef="#ctx0" brushRef="#br0" timeOffset="80097.5">30717 4156 217 0,'-17'-45'235'0,"4"4"-138"0,-2 0 140 0,-1-1-174 15,5 6-33-15,-1 1-19 0,-1 2 32 0,3 1-5 0,-1 0-10 0,1-5-13 16,-3-4 16-16,6-3-10 0,-2-2 38 0,-1 0-6 0,-3 0-7 16,-8-1-22-16,-4-3 25 15,0 3-20-15,0 0 29 0,2 3-13 0,1-9-15 0,-1-4 3 0,2-2-4 0,0-2 4 0,-2 6-13 16,2 4 0-16,-2 3-6 0,1 1-21 0,-2 0 17 0,-2-4-19 16,-4-4 18-16,-1 1-1 0,-3 0-7 0,4 1-1 0,-5 0-11 15,-1 1 6-15,-3 2-7 0,-4 2-2 0,3 0 3 0,-2-7-12 16,-1-1 9-16,-5-1-7 0,-8 2 10 0,-3 4 0 15,-5 1-3-15,-5-2 6 0,-1 3-7 0,2-1 9 0,-4-3 3 0,-2 2 0 16,-5-3 4-16,-8-1-15 0,-3 3 15 0,3 3-12 0,0 4 19 0,-3 5-2 16,-5 1-8-16,-7 0-9 0,1-2 10 0,0 0-6 0,-1-2 20 0,-1 5 1 15,-4-2-5-15,-1 1-4 0,-2 5 8 0,1 1-8 0,-5 2 7 16,4 5 2-16,0 2 0 0,-8 2-12 0,-1 2 16 0,-2 2-13 16,-2 2 31-16,4 2-20 0,-2 3-2 0,-10 1-11 0,-2 1 2 15,-2 2-5-15,-1 3 14 0,5 3-3 0,-4 1-8 0,-8 3-3 16,3 3 0-16,-6 0 0 0,0 2 5 0,8 4-1 0,1 0-1 15,-7 6-9-15,-2 2 6 0,4 6-7 0,-4 3 9 0,6 1-2 0,4 7-2 16,-2 8 0-16,0 6-5 0,-1 3 7 0,5 3 4 0,4-1 0 0,2-1 0 16,-3 5-7-16,3 2-2 0,3 4-1 0,2 7 5 15,8 1-3-15,-2 2 2 0,2 5-10 0,2-2 3 0,3 3-3 0,2 5 2 16,6 1 3-16,6 2-5 0,0 5 3 0,4-2 7 0,0 8-7 16,1 2 6-16,10-2 1 0,7-1 2 0,1 5-12 0,0 5 10 15,2 0-10-15,-3 1 15 0,8-5-1 0,7-1-6 0,2 8-10 0,9-2 6 16,4-2-7-16,4-1 6 0,3-4 1 0,1 1 1 0,3-1-11 15,11 0 5-15,5-3-4 0,6 4 16 0,2-5-4 0,-1 1-5 0,3 108 3 16,4-212-6-16,17 221 22 0,-4-112-9 16,12 106-11-16,-20-214 15 0,20 220-14 0,-3-113 22 15,7-5-1-15,2 2-5 0,0 2-14 0,0-2 18 0,2-7-14 0,1 0 21 16,2-3-5-16,3-4-10 0,6 4-9 0,8-4 7 0,4-3-3 16,-1 4 19-16,2-6-4 0,-1 0-8 0,1 0-4 0,6-6 5 15,2-1-3-15,8 0 13 0,3-1-2 0,2-1-3 0,5 1-15 0,-4 1 11 16,3-2-7-16,9 4 17 0,3 0 0 0,3 1-9 0,1 0-6 15,-3-5 12-15,5-5-13 0,4 0 3 0,1-2 1 0,-1 0-2 16,2 0-2-16,4-3-5 0,-1-5 2 0,3-5-2 0,-4-5 2 0,-3-3-1 16,11 4-16-16,-1 0 23 0,-1-2-18 0,-3 2 27 0,-3-5-8 15,2-4-10-15,2 0 0 0,0-5 3 0,-3-3 3 0,3-3 4 16,0-6 1-16,1-1-9 0,4-1-4 0,3-4 13 0,3-3-12 16,2-1 7-16,-2-4 0 0,4 1-1 0,6-2-4 0,0-2 4 15,4-2-3-15,0 1 8 0,-5 1 2 0,2-2-4 0,9 0-16 16,-3-1 18-16,-2-2-16 0,-2-2 21 0,-7-3 1 0,-2-2-9 0,1-3 4 15,0-5 5-15,-3-1-1 0,-2-4 12 0,-7-3-2 0,-2-2-4 16,-1-4-14-16,0-3 23 0,2-4-18 0,2-2 22 0,-10-3-8 16,3-4-11-16,6-7-8 0,-4-5 7 0,-1-4-4 0,-6 1 13 15,-4 1-8-15,2-1-7 0,2-3 1 0,-4-8-1 0,-4-9 2 0,1-4 1 16,-9 1-4-16,3 2-1 0,-3-5-6 0,-8-7 3 0,2-6-1 16,0-3 13-16,-4 4-5 0,-3 3-2 0,-1-8-13 0,-10 0 2 15,-4-3-4-15,-3 3 5 0,-3 12 1 0,1-2 1 0,1-5-6 16,-9-2 6-16,-3 2-2 0,-6 6 10 0,-8 2 3 0,1-3-5 0,-5-2-12 15,-6-3 18-15,-2 6-14 0,-3 3 19 0,-1 0-2 0,-4-2-5 16,-4-4 4-16,-1 2 2 0,-4 7 1 0,-3-5 4 0,-1 1 6 16,-4-2-4-16,-2-2-4 0,-5 5 12 0,0 0-12 0,-3-5 15 15,-4 3-11-15,-3-3-10 0,-4 3-6 0,-3 3 8 0,0-2-3 16,-2-6 7-16,-2 6-6 0,-2-1-8 0,-5 8-18 0,5 4 15 0,1-5-13 16,3 0 17-16,0 2-8 0,-1 1-11 0,0 9-19 0,-5 2 3 15,1-1-4-15,-3-3-14 0,6 2-9 0,-1-3-20 0,-2 5-83 16,1 8-37-16,-4 5-22 0,2 3-3 0</inkml:trace>
  <inkml:trace contextRef="#ctx0" brushRef="#br0" timeOffset="105933.6">22298 8177 256 0,'-1'-8'10'0,"1"5"152"0,0-3-68 0,2 3 6 0,2-4-91 16,-1 2 20-16,2-1-13 0,0-3 36 0,0 0-17 0,0 0-14 15,1 1-20-15,-2 3 0 0,1 1 0 0,-2 2 2 0,-1 2 2 16,0 0-5-16,-1 0 2 0,-1 1 31 0,0 3-18 0,1 1 41 0,-1 1-13 16,0 3-14-16,0 0-3 0,0 0-10 0,-1 0 10 0,1 0-3 15,-1 0 0-15,1-1 1 0,0-1-24 0,0 0 19 0,0-1-19 16,1-2 17-16,1 0-6 0,0 0-7 0,0-3 0 0,2 1-4 15,0 0 6-15,1-2 12 0,-1 0 5 0,3-2 6 0,1-1-16 16,0 0 28-16,0-2-24 0,-1 0 21 0,0-2-9 16,1 0-18-16,2-1 3 0,0-1 1 0,1-1 3 0,2 0 6 0,-2-1-2 0,1-1-4 15,1-3-21-15,-1 3 23 0,-1-1-20 0,2 1 18 0,-2 3-4 0,2 0-13 16,-1-2-2-16,-4-1 2 0,-2-2-1 0,0 0 9 0,1 1-2 16,4 2-7-16,0-1-16 0,1 0 23 0,1 0-18 0,0-2 27 15,1 2-4-15,-2 2-12 0,2-4-9 0,-3 3 7 0,1-2-4 16,0-1 17-16,1 1-3 0,-1-2-4 0,2-1-11 0,1 0 7 15,2-1-6-15,1-2 11 0,2 0 0 0,1-3-4 0,0-3-9 16,3-1 7-16,0-5-5 0,1 1 18 0,1 3 0 0,0 2-4 0,-1 1-27 16,1 0 26-16,-7 0-23 0,-2 2 33 0,-2 4-8 0,-1 1-10 15,5 0 1-15,1 3 0 0,-5 0 4 0,0 1-2 0,-3-1 0 16,-1 1-1-16,2-2-4 0,-2 2 3 0,-1-1-1 0,0 2 8 0,0-1-3 16,-1 2-4-16,1-2-15 0,2-1 15 0,-2 0-10 0,1-3 26 15,0-1-4-15,-1 1-11 0,4-5-1 0,0-1 5 0,2 1-4 16,0 1 7-16,0 2-1 0,-3 0-4 0,2-1 5 0,0-1-3 15,1 1 2-15,0 0-3 0,1 2 3 0,-2 2 0 0,1-2-12 0,0 0 13 16,0 3-12-16,-7-1 11 0,-2 3 4 0,0 2-6 0,1-1-20 16,4 1 16-16,1 1-15 0,0 1 33 0,1 0-7 0,-1 0-6 0,1-1-17 15,-1 1 11-15,2-2-8 0,-2-1 17 0,3-1-4 16,2-3-10-16,2-2-6 0,4-2 12 0,0-1-6 0,3-2 16 0,0 0-1 16,2 5-8-16,2-2-12 0,0-1 13 0,2 0-12 0,-1-2 16 15,-6 2-4-15,0 1-4 0,0-1 0 0,1 1 2 0,5-2 1 16,0 1-2-16,-3 2 3 0,-1 0-5 0,2 1-3 0,1 0 11 15,-1 2-9-15,-1-1 8 0,-2 3-2 0,-2-2-6 0,1 2-7 16,-3 0 9-16,0 2-5 0,-1-3 17 0,-3 5-1 0,0-4-7 0,-6 1-5 16,-1-1 9-16,0 1-8 0,1 3 5 0,6 0-1 0,0-3-2 15,3-1-14-15,0-4 14 0,-1-1-8 0,2 1 25 0,0 0-3 16,2-1-10-16,3 1-7 0,2-1 7 0,2 1-6 0,-2 0 10 16,0 3-7-16,-1-3-5 0,3 1-8 0,-2 2 12 0,-5-2-5 0,0 2 12 15,-3-1 2-15,3 1-10 0,3-3-17 0,-1 1 21 0,-2-2-17 16,-3 0 29-16,-2 0-5 0,2 0-9 0,0-3-3 0,0 6-2 15,1 1 1-15,-4 0 5 0,-1 1-1 0,-2-1 1 0,2-2-10 16,-3 2 11-16,1 1-9 0,-1 0 10 0,-1 3 3 0,0-1-4 0,2-1-18 16,-3 1 15-16,0-1-14 0,2 0 28 0,-3 2-2 0,-5-1-8 15,-1 0-13-15,-1 1 9 0,2-1-6 0,4 2 16 0,2-1-10 16,0 0-7-16,2 0-5 0,1-1 14 0,-2 1-5 0,0-1 11 16,-1 0 2-16,-2 0-12 0,3-5-9 0,-2 2 13 0,2-3-11 0,-1 0 15 15,1-2-7-15,-1 0-6 0,2 1 4 0,3 1 2 16,1 0 3-16,2 2 0 0,0-1 4 0,2-1-7 0,0-1-4 0,3 1 13 15,1 0-11-15,2 0 8 0,-2 2-3 0,-5-1-7 0,-1 0-7 16,-1-1 11-16,2 3-6 0,4 1 14 0,-1 0 1 0,-2 2-6 0,-2-3-14 16,-2 0 17-16,1-2-16 0,0-1 16 0,1 0 0 15,-1 0-6-15,0-4-4 0,0-1 4 0,-1 0-2 0,3-2 11 16,-1 2-3-16,2 1-3 0,2-2-9 0,3-1 6 0,1-2-5 0,0 3 8 16,-7 0-2-16,2-1-4 0,3-1-6 0,1 0 11 0,4 0-5 15,0-1 16-15,-5 3-2 0,1 0-9 0,1-3-7 0,0-1 5 16,-2-4-7-16,-1 1 8 0,-2 0 1 0,-1 3 2 0,1 0-15 0,-1 0 7 15,1 1-7-15,-2 1 23 0,-1 2-3 0,-10 0-3 0,1 2-7 16,-2-2 2-16,1 4-3 0,9 0 7 0,-2 1-6 0,1 1-2 0,2-3-6 16,-2 1 7-16,0-2-1 0,0-2 12 0,0-1-2 15,2 0-9-15,2-3-2 0,2 1 5 0,2 1-1 0,1 1 6 0,1 0-4 16,0-2-6-16,4-1-8 0,1 1 9 0,-1 2-5 0,-5 0 27 16,-2 1-9-16,1 1-5 0,0-1-14 0,4-1 3 0,-1 1 0 15,-3 0 17-15,-4-2-9 0,-1-2-7 0,1-2-11 0,-2 2 9 16,0 1-4-16,-2 1 21 0,-2-1-2 0,-2 2-6 0,1-2-11 0,0 3 10 15,-2 0-8-15,2 1 13 0,-2 1-4 0,-1 1-5 0,2 0 2 16,-3 0-1-16,3 2 3 0,0 0 5 0,0 2-1 0,1-2-5 16,-7-2-14-16,2 4 16 0,-1-4-10 0,2 1 18 0,6-1-1 15,1 1-9-15,3-2-11 0,-1 4 7 0,-1-1-5 0,0 1 15 0,1 2-4 16,-1-1-1-16,1-1-15 0,1-2 14 0,-1 4-11 0,-1-1 22 16,-2 3-5-16,-1 1-10 0,-3 0-23 0,0 2 14 15,-3 1-12-15,-2 2 21 0,-2 2 2 0,-3-1-9 0,0 5-15 0,-3-2 19 16,-2 1-19-16,-1 2 19 0,-4 0 1 0,-1-1-7 0,-2 2-5 15,-2 3 6-15,-3 0-3 0,0 0 22 0,-2 0-3 0,-2 3-6 0,-1-1-4 16,-2 3 8-16,-1 0-5 0,0 1 7 0,-2-2 1 0,1 4-2 16,-3-1-19-16,-4 3 13 0,-2 0-12 0,0 2 28 0,4 0-2 15,-3 1-9-15,-4 2-5 0,0-1 4 0,-7 3-5 0,2 1 6 0,1 0-2 16,1-1 0-16,-2 7-4 0,-1 0 2 0,-5 3 1 0,-2-4 9 16,-3 1-3-16,3-1-3 0,-1 0-14 0,-2 2 15 0,3 2-12 15,-1 1 18-15,2 0 1 0,3 0-9 0,-7 5-9 0,1 1 12 16,-4-2-10-16,0 5 17 0,4-4-2 0,3-1-7 0,1 0-2 15,-2-1 0-15,3-1-2 0,1 0 2 0,0-1 0 0,-1 2-1 0,-3 0-1 16,1 3 0-16,0 3 2 0,1 2 4 0,2-3 2 16,-1 2-5-16,-1 0-3 0,2-2 4 0,-1 1-6 0,-2-3 3 0,1-4 0 15,-1 2-1-15,0 1-8 0,1 0 10 0,2 1-6 0,0 0 24 16,1 0-6-16,5-1-8 0,0 2-11 0,2 1 7 0,1-2-5 16,-4-1 18-16,-1-4-5 0,0 0-3 0,1 1 4 0,1 1-5 15,0 1 7-15,-1 1-5 0,-1-2 2 0,2 4-4 0,-3 3-7 0,2 2 10 16,-1 1-11-16,-3-2 5 0,0-2-1 0,-3-2-6 0,-4 2 6 15,3-1-3-15,2 2 4 0,-1-1 6 0,3-2-3 0,-2 3 1 0,-1 2-9 16,0 0 2-16,-1 2-4 0,-1-3 8 0,-3-5-1 0,4-1 2 16,-3-1-5-16,2 1-3 0,3-1 3 0,-2 0 10 0,6 0-4 15,1 0 2-15,1 3-17 0,1-4 14 0,-3 2-11 0,3 0 17 16,1-4 2-16,5 1-6 0,-1-2-20 0,0-2 18 0,3-3-17 16,-4-1 23-16,5 0-1 0,2-3-8 0,1 1-10 0,1-2 15 0,1-1-13 15,2 1 13-15,1 0 1 0,1-1-7 0,-1 2-3 0,-2 1 2 16,-3 0-1-16,0-1 7 0,-1-2 1 0,0 3-3 0,2 2-17 15,-2 2 18-15,-2 0-15 0,-3-1 20 0,1-3-2 0,-3 2-8 0,2 0-10 16,-1 4 12-16,1-3-6 0,2 3 24 0,4-5-4 16,1 2-11-16,-2-2-10 0,-1 4 10 0,0 1-8 0,-1 2 11 15,4-4-3-15,6-1-3 0,-4-2-4 0,2 0 4 0,-1 1-2 0,-3-4 4 16,2-1 3-16,2-4-4 0,1 1-8 0,2-2 13 0,0-1-13 16,1 2 16-16,1-3-6 0,0 1-5 0,0 0 2 0,1 1 1 15,1 2 4-15,0-1-1 0,0 2 3 0,2 0-7 0,-4 3-6 0,-1 0 11 16,1 2-10-16,-6 4 16 0,2-1 0 0,-1-2-5 0,-2 3-9 15,1 0 7-15,5-1-5 0,0 2 14 0,0-5 0 0,0 1-3 16,-4-3-21-16,2 0 18 0,1 0-16 0,2-1 21 0,3-2-3 16,1 0-9-16,1 0-8 0,4-2 3 0,1-2-3 0,3 1 16 15,0-2-4-15,2 1-1 0,1-1-21 0,0 2-5 0,2 0-3 16,2 1-21-16,0 0-4 0,1-1-8 0,2-1-85 0,0-4-6 0,5 0-26 16,0-1-134-16,5 0 188 0,0 5-31 0</inkml:trace>
  <inkml:trace contextRef="#ctx0" brushRef="#br0" timeOffset="107704.01">24120 16327 256 0,'40'-31'89'0,"-15"12"279"16,2-3 0-16,4-2-262 0,-1-2-73 0,4 3-11 0,3 0 38 0,0 0-12 0,3 2-11 0,4-3-5 0,4 3 12 15,2-1-8-15,-3-2 10 0,0-2-9 0,-1-3-9 0,3-9-9 16,4-1 0-16,0-3-1 0,2-5 1 0,2 6-6 0,-2 0-3 15,0-1-14-15,2 3 7 0,-2 1-3 0,2-1 19 0,2-4-7 16,-1 0-8-16,7-6-1 0,0-3 5 0,-1-2 1 0,1 3 15 0,-4 3-8 16,-3 1-6-16,9 0-17 0,0 1 10 0,5-2-7 0,2-4 14 15,-5-3-8-15,-3-2-10 0,1-3 4 0,1 3 5 0,1 0 3 16,4 1 3-16,-2 2 1 0,1-5-7 0,1-9-3 0,-5-3 6 0,1-2-5 16,-1 5 4-16,2 6-1 0,0 1-1 0,1-6-3 0,-1-3 3 15,-5-3-1-15,-1-2 2 0,-3 7 2 0,1 5-3 0,5 1-10 16,-1 1 13-16,-3-6-11 0,-2-3 17 0,-10 3-1 0,-2 2-9 0,1 2-9 15,-2 7 9-15,2 0-8 0,0-3 24 0,-1-1-8 0,-3-6-4 16,-6 0-15-16,-2 1 12 0,-4 7-8 0,-1 3 15 16,0 2 1-16,-5 1-6 0,3-6-12 0,-4-4 7 0,-3-2-8 0,1 1 16 15,-4 7-1-15,1 3-4 0,-1-1-19 0,0 2 17 0,1-5-17 16,-1-4 20-16,-2 0-4 0,-1-3-10 0,0 2 2 0,-4 4-4 16,-4 5 5-16,-6 0 5 0,-4 2-2 0,1-3 1 0,-2-7-3 0,1 1 5 15,0-1-4-15,-2 9 3 0,-3 7 1 0,1 3-3 0,4 1-9 16,-2 3 15-16,-4 0-8 0,-2 3 21 0,-8-3-2 0,-1 1-9 15,-5-1-5-15,0 5 11 0,-1 2-8 0,-1 1 15 0,-1 7-11 16,-1-1-12-16,-2 4-9 0,-2 0 7 0,-3 2-4 0,-3 3 13 0,-3 4-2 16,-5-1-6-16,-4 2-16 0,-3 3 13 0,-2 1-12 0,0 2 20 15,-1 2-11-15,-3 2-7 0,-4 3-9 0,-8 5-4 0,-4 2 5 16,-4 4 1-16,-2 2 8 0,2 3-1 0,-5 3-10 0,-5 5 24 0,-5 3-20 16,-4 7 35-16,-1 6-7 0,4 2-7 0,-11 4 2 15,-1 4 2-15,-6-1 3 0,-2 4 8 0,7-3 1 0,-4 7-6 0,-6 10-9 16,-1 3 11-16,-2 3-11 0,0-1 6 0,2-9 1 0,1-2-5 15,-3 7 0-15,-2 5-6 0,1 3 5 0,0 2-5 0,6-6 1 16,2-4-2-16,-2 6-22 0,-1 5 24 0,1 5-22 0,2 0 22 16,6-3 0-16,-2-4-9 0,-4 8-2 0,3 5 11 0,-3 3-7 0,1 4 16 15,0-7-5-15,1 3-11 0,-1 12-20 0,-3 0 25 0,-2 4-20 16,-1 0 28-16,7 0-3 0,-3 2-11 0,-3 7 10 0,-3 1 1 16,5 1 4-16,-1 1 9 0,8-4 2 0,3 1-2 0,-4 4-5 15,8-1 22-15,5-2-14 0,2-4 51 0,6-7-4 0,4-2 0 0,4 2-23 16,10-3 17-16,7-6-15 0,4-2 26 0,5-8-2 0,3-3-9 15,7-7-21-15,4-11 25 0,6-2-24 0,2-1 25 0,6-4-14 16,3 0-14-16,7-3 4 0,2-6-13 0,6-4 14 0,4-6-10 16,4-4-7-16,4 0 0 0,3 0-22 0,5 2 6 0,4-5-5 15,5 0 9-15,5-8 1 0,6-3-3 0,4-2-17 0,3-8 9 0,6-5-9 16,3-4 18-16,6-7 2 0,6-4-3 0,11-9-16 0,10-11 18 16,5-12-18-16,5-9 13 0,0-3-7 0,6-2-13 0,10 2-44 15,8-3-14-15,4 0-5 0,5-4-39 0,-3 1-88 0,7-10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7:24:53.10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4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7:25:13.263"/>
    </inkml:context>
  </inkml:definitions>
  <inkml:trace contextRef="#ctx0" brushRef="#br0">2666 3824 256 0,'-12'-6'9'0,"7"5"144"0,5-1-62 0,0 1 8 0,1-2-81 0,4 1 9 16,-1 1-7-16,3-3 14 0,0 1 0 0,-2 1-9 0,2 0 0 0,-3-2 24 15,1 2-16-15,-2 1 37 0,0-1-9 0,-2 1-8 0,-1 1-8 16,1-1 3-16,0 1-1 0,-1 1 7 0,0-1-5 0,1 3-4 0,-1-3-30 16,1 2 13-16,1 2-18 0,1 0 1 0,0 1-6 0,3-1-5 15,0 2-7-15,2-1 7 0,3 0-1 0,1 1 12 0,0-3 0 16,2 0-11-16,2 1-6 16,2-2 17-16,1 0-15 0,1 0 10 0,-3 0-2 0,0-1-8 0,0 0 3 0,0 0-1 0,0-1 3 15,1 0 3-15,-1 0 2 0,1 0-3 0,0 0-11 0,0 0 23 16,0 0-19-16,-1 0 30 0,1 0-3 0,-1 0-6 0,4 0-9 0,-1 2 5 15,1-1-6-15,3 0 4 0,0 0 2 0,1 1-6 0,-1-2-7 16,0 0 10-16,4 0-10 0,2 0 11 0,2 0-9 0,2-3-5 0,2-1 4 16,3 2 1-16,3-2 6 0,1 1 0 0,1 1 2 0,1-1-4 15,1 1-2-15,-3 0 10 0,1 0-10 0,-3-1 8 0,0 1-3 16,2 0 0-16,1 0-4 0,1-1 5 0,2 1-2 0,0 1 10 16,1-2 0-16,-2 2-5 0,-1-2-6 0,1 1 11 0,-3 0-11 15,2 0 9-15,1-2-6 0,2 1-8 0,3-1-6 0,3 2 12 16,2 1-8-16,0-2 12 0,-4 1-1 0,0-2-12 0,0 0-10 0,4-1 18 15,4 0-14-15,2-2 25 0,2 1-9 0,1-2-9 0,2-1-6 16,1-2 3-16,-1-1-1 0,1 1 7 0,0-1 3 16,3 3-3-16,3 1-7 0,-3 2 10 0,-1 1-9 0,-1 4 9 0,-4 1-6 15,4 0-6-15,1 1 3 0,2 1-3 0,-1 0 5 0,-4-1 17 0,-5-1-8 16,-1 0 8-16,2-1-15 0,2 1 14 0,0 0-6 0,-1 1 22 16,-8-1-6-16,1-1-8 0,3 1-13 0,-2-2 8 0,5 2-7 15,-1 3 7-15,-3-2 0 0,2 1-10 0,2-1-6 0,-3-1 11 16,0 0-10-16,-2-1 12 0,-1-2 1 0,0 0-5 0,2 0-15 15,0 3 10-15,-1 0-11 0,-5-4 24 0,-3 1-2 0,1-2-3 0,-1-1-15 16,2 1 7-16,-2 1-7 0,-3 1 11 0,-4 1 0 0,0 3-2 16,1 1-5-16,-4 2 1 0,-6 1-3 0,-2-2 5 0,-3 0 4 15,-1-1 0-15,3-1-8 0,-2 3 9 0,-4-1-9 0,0 1 11 16,-3-2-9-16,0 2-4 0,0-4-27 0,-1 0-6 0,1 0-1 0,-1 1-26 16,-2 2-12-16,0 1-11 0,1 0-77 0,1-2-31 0,1 2-7 15,1-2 42-15</inkml:trace>
  <inkml:trace contextRef="#ctx0" brushRef="#br0" timeOffset="10362.91">10533 5547 366 0,'1'-3'62'0,"3"-1"81"0,1 0-85 0,4 1-15 0,0-1 1 0,4 1 15 15,-1 0-11-15,1 1-15 0,2-1-14 0,0 2 15 0,-1-1-9 16,2 2 23-16,-3-1-1 0,-1 0-10 0,-6 0-8 0,0-2 15 0,0 2-12 16,-1-1 21-16,6 1-10 0,0 0-5 0,0 0-4 0,1-2-1 15,2 0 2-15,-1 2-10 0,2-1-4 0,-1-1-7 0,1 1-1 16,3 0 1-16,1-2-2 0,1 2-6 0,1 1-4 0,3-1-2 15,3 1 6-15,0 0-6 0,2 1 8 0,0-2-2 0,2 2-1 16,1 0-3-16,2 0-5 0,0 2 5 0,-5-1-5 0,0 0 6 0,0 1 5 16,0-2 0-16,6 0-15 0,-1 0 9 15,0 0-8-15,0 0 22 0,1 0-1 0,1 1-3 0,3-1-18 0,2-1 22 0,2 1-20 16,-1-3 23-16,-4 2-4 0,1-3-8 0,0 3-11 0,1-3 3 0,5 1-3 16,-1 1 15-16,0-1-3 0,1 1-2 0,3-1-7 0,0 2 1 15,1-1-1-15,-9 1 7 0,-3 0-3 0,0 0-3 0,-2 1 1 16,5 1 15-16,-5 0-6 0,0 2 11 0,-2 1-2 0,-1 1-14 0,3 0-5 15,0-1 13-15,-3-2-13 0,4 1 16 0,-1-1-3 16,-1 0-4-16,-4-1-9 0,-1 1 7 0,-1 0-4 0,0-1 14 0,3 2-1 16,-4-3-10-16,1 1-15 0,0 1 20 0,0 0-17 0,0 0 21 15,-2-1-7-15,-2-1-10 0,-1 0-2 0,-1 0-3 0,0 0-1 16,-3-2-52-16,1-3-18 0,-2 0-25 0,0-4-109 0,0-4-18 16,-8-1-34-16,0-5 49 0</inkml:trace>
  <inkml:trace contextRef="#ctx0" brushRef="#br0" timeOffset="13536.87">3405 6488 217 0,'-17'14'261'0,"3"-5"-160"0,-1-1 155 0,1 4-189 0,2-2-60 15,1 1 2-15,2 0 10 0,3-1-1 0,3-4-5 0,2-1-4 16,1-2 9-16,1 0-4 0,1-2 30 0,0 1-1 0,2 1-2 0,1-1-9 15,0 0 15-15,1-1-14 0,3 0 10 0,-1-1-8 0,2 0-10 0,0 0-15 16,1 0 5-16,0-1-5 0,1 0 11 0,-1 1-1 16,2-2-4-16,1 1-23 0,3-1 26 0,0 0-22 0,3 0 31 0,-1-1-7 15,3 2-13-15,0-2-5 0,1 3 2 0,-1-2 1 0,2 1 7 16,-2-1 0-16,2 2-4 0,1-1-2 0,1 1 7 0,-4 0-6 16,-2 1 6-16,0-1 2 0,3 0-2 0,6 0 0 0,1 0 1 15,1 0-1-15,1-1 1 0,0 0-2 0,4-4-3 0,5-2-9 16,4 0 18-16,2-2-14 0,3 2 17 0,-7-1-8 0,2 3-13 0,1-4-1 15,-1 2 8-15,6-4-2 0,0 3 23 0,1-1-6 0,5-2-10 16,5 2-5-16,-3 0 1 0,-4 2-3 0,-3 0-3 0,-7 3 2 16,-1-1-1-16,5 1-7 0,1-1 5 0,1 0-4 0,1 0 15 15,-2 1-1-15,-1-1-3 0,-9 1-11 0,-1 0 10 0,-3 2-8 16,-3-1 21-16,2 2-2 0,-5-1-5 0,-1 0-12 0,2 1 7 16,-2 1-7-16,1 0 9 0,-3 0-1 0,-1 0-6 0,0 0-4 0,-3 0 6 15,1 1-5-15,-2-1 2 0,-1 2-4 0,-2-2-5 0,0 0-11 16,-7 0 3-16,-1 0-7 0,2 0-34 0,-1 0-15 0,6 0-23 0,1-2-92 15,0 0-35-15,-1-1-22 0,-1-2 12 0</inkml:trace>
  <inkml:trace contextRef="#ctx0" brushRef="#br0" timeOffset="14635.71">8689 6531 256 0,'-6'1'6'16,"1"0"92"-16,3 0-42 0,0 1 1 0,2-1-61 0,0 0 20 0,0 1-13 15,2-2 54-15,1 1-6 0,1-1-2 0,0 0-8 0,1-1 25 16,-1-1-14-16,-1-2 35 0,1 1-9 0,-1 0-20 0,1-1-21 15,-4 0 15-15,-3 3-19 0,2-3 4 0,0 0-7 0,6 3-8 0,-1-3-11 16,3 3 2-16,-1-2-2 0,2 3 3 0,1 0-4 0,1-1-8 0,4 1-6 16,2 1 5-16,-1-1-4 0,2 2 4 15,0-2-1-15,-1 1-3 0,3-1-8 0,0 0 10 0,0 0-6 0,1 0 15 0,3-1 2 16,0-1-8-16,5 0-3 0,2-2 9 0,2 2-8 0,4-1 19 16,1-2 0-16,2 2 2 0,-2-1-11 0,3 2 11 0,-2 1-7 15,1-1 25-15,4 0-3 0,-2-2-7 0,7 1-7 0,1 0 11 16,4-3-9-16,3 4 11 0,-2-2-7 0,-1 1-10 0,-1 1-9 15,-4 1 14-15,-1-1-9 0,0 2 15 0,-1 0 0 0,1 0-9 0,4 0 8 16,1 0 6-16,-6 0-5 0,2 0 1 0,-7 0-10 0,-2 0-7 16,6 0-5-16,-3 0 6 0,-3 0-3 0,2 0 10 0,-3 2-6 15,0-1-8-15,4 0-8 0,-2 0 2 0,-1-1-2 0,-5 0 9 16,-1-1-6-16,-2 0-4 0,3-2-8 0,3 1 13 0,-4 0-6 0,-2 0 14 16,-3 1-5-16,-2-2-12 0,-1 0-42 0,-1 3-10 0,-1-1-11 15,-3 0-79-15,-3 0-33 0,-2-2-31 0,1 1-275 0,-6-4 301 16</inkml:trace>
  <inkml:trace contextRef="#ctx1" brushRef="#br0">28972 5479 0,'0'0'0,"0"0"0,0 0 16,0 0-1,0 0-15,0 0 16,0 0 0,87 83-16,-58-47 15,-3-7-15,-1 2 16,29 35-1</inkml:trace>
  <inkml:trace contextRef="#ctx0" brushRef="#br0" timeOffset="21194.85">25299 1908 217 0,'-10'0'87'0,"3"1"-23"0,2-1 41 0,0 1 34 0,0-1 9 0,2 0-26 0,-1 0-21 15,2 2-25-15,2-2-26 0,-1 1-2 0,1 0 7 0,0 0-6 16,0 1 49-16,1 0 3 0,0 1-6 0,0 2-27 0,1 0 24 15,-1 1-40-15,-1 2 15 0,1 0-4 16,-1 1-12-16,1 2-23 0,0 2 13 0,0 1-24 0,0 4 12 0,-1-3-7 0,3 3-9 16,-2-1-12-16,1 2 7 0,0 0-8 0,2 7 12 15,0-2-9-15,1 1-6 0,2-1-11 0,0-2 14 0,1 1-9 16,1 1 27-16,-1 2-6 0,0-2-8 0,0-2-14 0,-2 1 12 16,0-1-9-16,-2-2 19 0,2 3-2 0,-3-1-9 0,2 4-13 15,-1 2 15-15,0 2-12 0,-1 2 25 0,-1 2-10 0,1-1-8 0,-2-1-7 16,1-1 5-16,-2-1 1 0,2 0 8 0,-1 1-6 0,-1-2-11 15,3-2-1-15,-2 0 6 0,2-2-2 0,0 0 10 0,1-1 4 16,0 2-5-16,0 3-10 0,-2 1 15 0,0-1-13 0,2 2 15 16,-3-1 0-16,1 2-5 0,0-2-12 0,-1 2 12 0,2-1-11 0,-2-1 15 15,0 0 2-15,0-3-8 0,1-2-13 0,-1 0 14 0,2 0-12 16,-2 0 20-16,0-2-1 0,0 2-6 0,1 2-35 0,-1 3 23 16,0-4-21-16,0 4 33 0,1-2 3 0,0-4-9 0,0 2-5 15,0 0 13-15,2-2-11 0,-1 3 18 0,0-2-4 0,2-2-4 0,-2 0-12 16,1-1 12-16,-2 0-10 0,1-2 13 0,0-2-1 0,0 2-6 15,0 0-8-15,1 2 12 0,-1 0-9 0,0-2 13 0,2 1-2 16,-1 0-7-16,1 0-2 0,0 2 7 0,1-1-4 0,-1-2 9 16,0-3-2-16,0-3-5 0,-1 0-13 0,2 0 12 0,-2 3-11 15,3-2 21-15,-7-1 0 0,2-2-5 0,1 0-19 0,-1 0 12 0,6-1-11 16,-1 0 30-16,4-2-6 0,-1 1-6 0,1 0-13 0,1-1 12 16,1-1-9-16,1 1 15 0,0-2 0 0,-2 0-9 0,2 1-6 15,-2-2 14-15,1 2-11 0,2-1 9 0,-2 1 0 0,2-3-9 0,1 2-9 16,1-1 16-16,2-2-12 0,2 2 17 0,3-3-3 0,-1 2-7 15,2-3-3-15,2 1 1 0,1 0 1 0,4-2 14 0,2 0-3 16,-5-1-1-16,5 0-13 0,1-2 12 0,1 0-8 0,6 0 26 16,0 0-9-16,-2 1-10 0,5 0-5 0,3 0 7 0,-1-2-2 0,4 0 14 15,-2 2-7-15,-3-1-9 0,2-1-7 0,-2 0 17 0,1 3-12 16,5-3 19-16,-4 0-10 0,3 1-16 0,5-2-2 0,1-1 9 16,-4 1-3-16,2-1 13 0,-6 1-5 0,-3-1-8 0,6-2 2 15,-3 2-2-15,0-1 1 0,-1 1-1 0,-3-1 1 0,0 1-1 0,1 2-7 16,-8-4 7-16,2 2-7 0,-4-1 6 0,-2 2 2 0,3-1-5 15,-2-2-11-15,0 1 20 0,0-1-15 0,-1 0 16 0,-1 2-3 16,-1-1-12-16,1-1-51 0,2-1-2 0,-3 2-17 0,1-2-70 16,-9 0-37-16,-4 1-40 0,1-4-180 0,3 4 236 0</inkml:trace>
  <inkml:trace contextRef="#ctx0" brushRef="#br0" timeOffset="21969.01">24531 2639 726 0,'2'0'123'0,"-1"0"156"0,2 1-152 0,2 0-35 0,-1 2-48 16,3 1-26-16,0 1 19 0,1 0-22 0,3 3 25 0,-7-5-3 15,3 4-7-15,1 1-6 0,0 0 1 0,5-4-6 0,2 1 1 16,1 3-5-16,-2 1-6 0,2 4-21 0,-3 4 25 0,0-3-22 15,-1 0 44-15,0-3-3 0,0 1-9 0,-1 1-23 16,0-3 17-16,-1 0-18 0,1-1 19 0,1-3-4 0,-1 2-16 0,1 0-3 16,1-3 8-16,-2 1-7 0,0-1-1 0,-1-1-20 15,0-1-15-15,0-1-42 0,-1-2-22 0,-2 0 14 16,0-1-86-16,-4-1-4 0,1-4-3 0</inkml:trace>
  <inkml:trace contextRef="#ctx0" brushRef="#br0" timeOffset="22172.86">24874 2590 315 0,'-3'1'200'16,"1"-1"105"-16,-2 0 44 0,1 2-81 0,1-2-100 0,0 1-115 15,1 0 12-15,0 2-46 0,1 1 16 0,-1 2 5 0,1 2-8 16,-1 2-4-16,1 1 23 0,-1 5-27 0,1 3 23 16,-1-2-5-16,1 2-16 0,-3 3-10 0,2 1 10 15,-2 2-15-15,0 3 7 0,-2-3-6 0,0-1-5 0,-2 0-8 16,-1-2 2-16,1-1-2 0,-1 2 2 0,3-2-5 0,0 1-7 0,1 3-34 15,0-6-4-15,2 4-5 0,0 1-85 0,1 0-67 16,-2 1-28-16,3 0-265 0,3 2 260 0</inkml:trace>
  <inkml:trace contextRef="#ctx0" brushRef="#br0" timeOffset="22823.18">27004 4765 539 0,'-6'0'178'0,"-1"1"30"0,0 1 23 0,-1 0-99 0,-1 2-12 15,1-1-18-15,1 1-28 0,0-1-32 0,0 3 16 0,0-1-27 16,2 2 22-16,-1-2-10 0,3 2-14 0,-2 1-11 0,3 0 18 16,1 1-19-16,-1 3 15 0,2 1-5 0,0 1-13 0,-1 2-13 15,1 2 9-15,-3 3-11 0,2 1 10 0,-1-1-4 16,0-1-5-16,-1 1-12 0,0-1 9 0,0 0-8 0,-2 1 5 15,2-4-12-15,-2 1-10 0,1-1-22 0,-1-7 6 0,1-2-4 16,1 1-30-16,-2-3-18 0,2 2-17 0,-2-2-58 0,2-2-17 16,-1-2 16-16,0-2-80 0,-1-4 148 0,1-3-3 0</inkml:trace>
  <inkml:trace contextRef="#ctx0" brushRef="#br0" timeOffset="23008.76">26676 4837 555 0,'-1'6'-133'0,"0"-1"413"0,0 3-25 0,0-3-9 15,1 3-60-15,2 0 34 0,4 1-63 0,2 3 29 16,3 2-49-16,2 2-41 0,7 4-50 0,-1-1-2 0,3-1-11 0,7 4-6 16,0-3-4-16,3 2-7 0,3 1-15 15,-3-2 6-15,2 1-8 0,4-1 16 0,-6-7-8 0,-2 0-3 0,6-1-16 16,-5 0 2-16,4 5-6 0,1-2-32 0,-9-3-22 0,-1-1-11 0,0 1-70 16,-5-5-93-16,-1 0 58 0,0-1-393 0,-2 4 350 15,-4-2-22-15</inkml:trace>
  <inkml:trace contextRef="#ctx0" brushRef="#br0" timeOffset="23860.35">26114 3791 616 0,'0'2'150'0,"-1"1"-7"0,-3-2-7 16,1 1-47-16,0-1 13 0,-2-1-24 0,3 1-29 0,0 0-9 15,1-1 18-15,-1 0-16 0,2-1 28 0,-1 0-13 0,1 0-20 16,0-2-23-16,0-1 8 0,3 2-17 0,-2-2 3 16,2 0-4-16,-1 1-4 0,2 2-7 0,0-1 5 0,0 0-5 15,0 1-12-15,-1 0-18 0,2-1-16 0,1 2-72 0,-1-1-57 16,1 1 28-16,3-2-261 0,2 3 249 0,4 3-11 0</inkml:trace>
  <inkml:trace contextRef="#ctx0" brushRef="#br0" timeOffset="24050.61">26608 3432 1348 0,'-10'0'-126'0,"4"0"243"0,2-1-34 0,0 0-41 16,1-2-29-16,0-1 0 0,2 1-9 0,-1-5-14 15,2 0-27-15,4-1-16 0,-1-3-155 0,3 0-49 0,3-3-37 16</inkml:trace>
  <inkml:trace contextRef="#ctx0" brushRef="#br0" timeOffset="24230.24">26962 2885 903 0,'-9'0'285'16,"1"-2"-73"-16,1 0-52 0,0-2-72 0,1 0-20 16,1-2-23-16,2 2-24 0,1-3-32 0,0-2-11 0,2 0-1 15,2-1-57-15,0-3-43 0,1-1-11 0,2-5-121 16,0 0 120-16</inkml:trace>
  <inkml:trace contextRef="#ctx0" brushRef="#br0" timeOffset="24378.93">27361 2330 321 0,'-3'-1'327'0,"1"-3"40"0,-3 0-125 0,1 0-138 15,-1 1-37-15,1 0-46 0,-2 0-36 0,2 2 15 0,-1-3-15 0,1 0 33 16,0 1-11-16,2-3-11 0,1 0-51 0,1 1 2 16,0-1-15-16,2 0-74 0,1 1-24 0,0-2-17 0</inkml:trace>
  <inkml:trace contextRef="#ctx0" brushRef="#br0" timeOffset="24591.43">27369 2483 350 0,'0'3'89'0,"0"-1"49"15,0-1 17-15,0 0-48 0,1 0-47 0,1-1-60 0,0 0 24 16,0 0-28-16,0 2 43 0,1-2-9 0,-1 0-7 15,1 0-14-15,-1 0-6 0,2 1 1 0,-2-1-5 0,1 1-3 16,0 2-1-16,0-1-41 0,-1 2 24 0,1 1-26 0,-1 2 17 16,-1-1-18-16,-1 2-15 0,0 1 2 0,0-1-20 0,-1 0 29 15,-1 1-29-15,0-1-7 0,2 0-1 0</inkml:trace>
  <inkml:trace contextRef="#ctx0" brushRef="#br0" timeOffset="24864.6">26794 3333 341 0,'-5'1'175'0,"1"0"88"0,2-1-200 0,0 1 34 15,1-1-17-15,0-1-22 0,0 0-48 0,1 0 6 0,0-3-22 0,0-1-13 16,0 0 1-16,-2-2 2 0,2-1-5 0,-1 1-10 16,0-1 7-16,0 0-26 0,0 1-1 0,-1-2 2 0,-1-2-35 15,1 3 16-15,0-1-11 0,0 1 13 0,-1 3-16 16,1 1-11-16,0 0 13 0,1 3 23 0</inkml:trace>
  <inkml:trace contextRef="#ctx0" brushRef="#br0" timeOffset="25063.41">26611 3262 361 0,'-25'10'72'15,"7"-2"-68"-15,-2-2 6 0,1 2-3 0,3 0 2 0,-4 0 2 16,2-3 38-16,5 0-10 0,1-3-5 0,2 0-28 0,3-1 13 15,0-1-19-15,3 0 1 0,0 0-11 0,2-1-11 0,1-2-13 16,1-3 13-16,0-1-6 0,2-2 1 0,0-1-85 16,2-1-41-16</inkml:trace>
  <inkml:trace contextRef="#ctx0" brushRef="#br0" timeOffset="25232.09">26542 3009 244 0,'-9'6'184'15,"-1"0"-116"-15,-4-3 137 0,0 2-160 0,0-1 9 16,2 1-9-16,1-1 41 0,2 1-31 0,1-2-35 0,2-1-40 16,3-2 7-16,-1 0-16 0,2-2-12 0,1-1-9 0,1-3-5 0,2-3-48 15,3 0-33-15,0-1 20 0,4-6-3 0</inkml:trace>
  <inkml:trace contextRef="#ctx0" brushRef="#br0" timeOffset="25396.1">27189 2568 423 0,'15'-2'106'0,"-2"-1"-75"0,-2 1 33 0,-2 0-44 0,-2 1 2 15,-2 1-13-15,-1 0-8 0,-1 0 5 0,-2 0-6 0,0 0-18 16,0 0 29-16,-1 0-29 0,1 0 32 0,-1 0-10 16,0 0-13-16,0 0-25 0,0 0 3 0,-1-3-5 0,1 0-7 15,0-1-14-15,1-1-9 0,4-3-85 0,3-2 85 0</inkml:trace>
  <inkml:trace contextRef="#ctx0" brushRef="#br0" timeOffset="25566.64">27866 2162 539 0,'-10'4'199'0,"-2"1"-85"0,0-3 104 0,-3 0-82 15,2 1 14-15,-3-1-52 0,2 1-39 0,0-1-22 16,2 2-24-16,2-2-14 0,4-2-11 0,2-3 6 0,1-2-28 15,3-1-3-15,3-3 1 0,3-4-32 0,2 0 7 16,5-2-7-16,2-5-32 0,2 4-11 0,2 0-12 0,4-2 21 16,-1 2-27-16,2-1 38 0,1-1-24 0</inkml:trace>
  <inkml:trace contextRef="#ctx0" brushRef="#br0" timeOffset="28138.97">25938 3989 107 0,'-2'0'50'0,"1"0"15"16,1 0 23-16,0-1-42 0,0-1 6 0,3-4-8 0,-1 4-14 16,2-5-9-16,0 4 5 0,1-3-9 0,1 0 7 0,1 2-3 15,1-2-8-15,-1 1-12 0,1 0 17 0,0-3-18 0,1 2 24 16,-1 0 2-16,0 0-4 0,2 1-8 0,-2-2 19 0,1 4-18 16,0-4 30-16,-6 1-3 0,0-1-15 0,2 1-11 15,-1 0 18-15,5-3-20 0,3-2 37 0,0 2-18 0,0-1-6 16,4-3-8-16,0 1-6 0,-2-2 6 0,3-4 0 0,-3-2-1 15,0 0-1-15,2-3-17 0,-1 4 16 0,2-3-16 0,0 1 13 16,3 2-5-16,-1-3-8 0,1 1 2 0,1 0-4 0,-1 2 5 16,1 0 6-16,0 2 2 0,-2 0 2 0,2 1-13 0,1 0 15 15,-1 2-14-15,3-4 22 0,-2 3-3 0,-5 0-4 0,1-2 2 16,0 0-1-16,2 0 1 0,4-1-2 0,-2-2-1 0,1 0-2 0,-4-4-11 16,1-2 14-16,1-1-14 0,1 4 6 0,-1-3 0 15,2 2-6-15,3 0-8 0,0-3 8 0,0 3-5 0,0-1 13 0,-1 4 2 16,0 0-7-16,3-1-15 0,-1 1 21 0,-5 1-20 0,-1 0 16 15,0 2 0-15,1-3-7 0,6-2-9 0,0-1 9 0,-3-3-6 16,-2-1 17-16,1 1-1 0,-1 3-6 0,3-2-8 0,2 1 4 16,1-1-5-16,2-1 11 0,-2 1-2 0,1 1-3 0,2 1-1 15,0-2-2-15,2 5 2 0,-7 1 6 0,0 2 0 0,0 0 3 0,-1 0-18 16,5-2 14-16,-4-1-13 0,-2 1 12 0,-2 1-2 0,1-2-6 0,1-1 1 16,-2 1-2-16,0 0 3 0,-1 1-13 0,-3 5-9 0,-2 1-14 15,-1 2-63-15,-3-2-10 0,0-2-12 0,-2 2-63 0,-3 3-61 16,0-2-30-16</inkml:trace>
  <inkml:trace contextRef="#ctx0" brushRef="#br0" timeOffset="29116.67">26299 1607 217 0,'-4'-1'91'0,"4"1"-10"0,-1-2 46 16,-2 0 29-16,2-1 5 0,-1 1-33 0,1-2-41 0,-1 0-12 0,0 3-22 0,1-3-13 16,0 1 11-16,0 2-19 0,1-2 4 15,-1 3-6-15,1-1-5 0,-1 0-10 0,1 0 16 0,0 1-13 0,0 0 47 16,0 0-9-16,0 0-17 0,0 0-16 0,0 0 27 16,0 0-30-16,0 2 24 0,2-1-4 0,-1 4-13 0,3 2-10 15,-1 1 0-15,1 2-6 0,2 4 1 0,-1-3-2 16,-1 4-4-16,1-1-10 0,0 0 10 0,2 0-11 15,0 4 6-15,-2-2 4 0,2 0-4 0,0 0-16 0,-1 1 20 16,1 0-18-16,1 1 26 0,-1-3-6 0,0-1-12 0,0 0-14 16,0-1 9-16,0-2-7 0,1 1 17 0,-2-3-1 0,1 0-5 0,1-1-13 15,-1-2 3-15,-2 0-4 0,1-1-7 0,-1 1-9 0,-1-1-13 16,-1-1-39-16,0-1-4 0,-1 1-10 0,-2-3-43 0,0 2 2 0,0-2-8 16,-1 1-42-16,-1-1-58 0,-1-1-1 0</inkml:trace>
  <inkml:trace contextRef="#ctx0" brushRef="#br0" timeOffset="29402.51">26137 1807 83 0,'-1'1'75'15,"1"0"-13"-15,0-1 58 0,1 0-30 0,1 0 20 0,-1 0-33 16,2 0 41-16,2 0-18 0,-1-2-16 0,2-1-33 16,0 0 22-16,1 0-30 0,2-4 29 0,0 2-6 0,1-3-19 0,1-1-19 15,2 0 36-15,0-1-38 0,5-1 54 0,2-2-15 16,2 0-21-16,6-4-13 0,-1 5 7 0,1-2-12 0,3 1-6 16,-1 0-4-16,-1 1-13 0,2 1-14 0,-2-1 19 0,-7 3-18 15,-1-1 22-15,-4 2-12 0,-1 2-13 0,5-2-63 16,-2 3-35-16,-3 1 9 0,-2 1-149 0,-5-1-76 0,3 1-13 15</inkml:trace>
  <inkml:trace contextRef="#ctx0" brushRef="#br0" timeOffset="32681.93">30086 1640 442 0,'-4'5'39'0,"0"2"106"0,-1 0-139 0,-1 4 12 0,0-1 1 0,-1 3 33 15,1-1 1-15,-1 2 1 0,5 1-21 0,-2 0 12 16,1 0-12-16,-1-1 18 0,-6 2-5 0,0-3-11 0,-1 2-23 0,1-2 23 0,1 1-22 16,0-1 23-16,2-1-10 0,-1 1-12 0,2 0 3 15,0 1-3-15,0-2 5 0,1 3-5 0,0-2 2 0,2 2-4 0,0 3-16 16,1 0 26-16,0 1-23 0,0-1 27 0,0-1-9 0,-1 1-15 15,1 3 3-15,0 1-5 0,0 4 7 0,-1 2 5 0,2-4-5 16,-1-1 3-16,0 2-10 0,1-1 6 0,-2 3-5 0,2-3 12 16,0-1-4-16,0-2-3 0,0 2-6 0,1-1 5 0,0 1-1 15,1 1 16-15,0 2-5 0,0 0-5 0,0 5-16 0,2 1 20 0,-2-1-15 16,0 3 18-16,1-3-4 0,-1-3-13 0,2 4-1 0,-1-4 1 16,0-1 0-16,0 0 6 0,2-4 0 0,-1 0-3 0,0-1-7 15,1 2 7-15,0 3-7 0,2 1 4 0,1-1 0 0,-2 2 0 0,2 3-3 16,-1 0-1-16,-1 1 2 0,0 1 10 0,-1-2-4 0,0-1 0 15,0-1-15-15,-2-2 11 0,2 0-10 0,-2-2 11 0,-1-3-1 16,-1-3-8-16,-2 2 2 0,-2 0 4 0,0-2-1 0,-2 2 3 16,1 0 0-16,-2-1-4 0,-1 4-12 0,-1 2 19 0,-1-2-14 0,1 2 19 15,0 0-2-15,1-4-10 0,0 1 0 0,2-3 2 0,0-1 0 16,1 1 3-16,1-2 3 0,2 0-4 0,-2-2-14 0,2-2 24 16,1-1-20-16,0-1 21 0,1-1-2 0,0-2-10 0,0 0-13 15,2-1 12-15,0-1-9 0,1-1 22 0,-1 0 1 0,1 0-9 0,1 1-10 16,-1 0 12-16,0-2-13 0,2 2 11 0,-2 0 3 0,1 1-4 15,0 0-18-15,-1 1 10 0,2 1-13 0,-2-2 20 0,1 0 3 16,0-1-2-16,1 0-3 0,-1-1-1 0,3 1-5 0,-2 0-16 16,2-1 5-16,1 2-3 0,0-1 6 0,0 0 11 0,2 1-6 15,-1-4 16-15,1 1-2 0,0 0-5 0,-1 1-11 0,1-1 14 0,-1 1-10 16,-4 0 14-16,-1 1-2 0,1-2-7 0,0 1-3 0,7-1 6 16,2-3 0-16,2-1 18 0,1 1-3 0,0 0-6 0,-2 0-14 15,2 2 16-15,-2-1-14 0,2 1 16 0,-1-2-7 0,1 2-8 0,3-2 1 16,2 2 0-16,1-1 2 0,2-2 9 0,0 2 0 15,2 0-3-15,5 1-14 0,5 0 16 0,3 2-15 0,0 1 18 0,-3-2-6 16,0-1-6-16,1-1-10 0,2-1 7 0,5 1-3 0,-2 1 23 16,0-1-5-16,1 1-7 0,2-1-10 0,4 0 8 0,1-1-5 15,-1-3 11-15,0 0-4 0,-4 0-9 0,0-3 5 0,2 0-5 0,-1 0 6 16,-1-1 3-16,0 1 1 0,3-1 2 0,1 3-8 16,2-1 5-16,0-2-6 0,-3 1 1 0,-4-1 0 0,-2 3-2 0,-1 0 2 15,-1 1-1-15,-3 0 1 0,-1 2-1 0,-3 1 2 0,-1-1-1 16,2 1-17-16,-3 1 17 0,-4 0-19 0,-4-1 11 0,-3 3-13 15,-3-3-11-15,-4 3-26 0,-3-1-14 0,-3-1 6 0,-1 1-18 0,-3-2 1 16,1 3 1-16,-3-3-58 0,0 4-22 0,0-2-16 0</inkml:trace>
  <inkml:trace contextRef="#ctx0" brushRef="#br0" timeOffset="33542.69">28899 2232 89 0,'2'3'47'0,"6"-3"22"16,3-1 74-16,6-5 28 15,17-2 131 1,5 0-82-1,-11 7-151 1,-25-3-33-16,3 2-27 0,-3 0 2 0,-1 1 0 16,2 1-4-16,2 1-1 0,-1 1 7 0,2-1-3 0,0 2 15 15,-1-1-5-15,2 3-9 0,0 0-16 0,1 0 16 0,0-1-12 0,0 1 19 16,-1 3-6-16,0-3-11 0,-1 3-10 0,-1 0 7 16,1-1-6-16,-1 1 20 0,0-2-5 0,0 1-4 0,1-1-11 0,-1 1 9 15,0-1-6-15,0 0 12 0,-2 1-4 0,1-3-8 0,0 2 4 16,1-2-2-16,0 1 4 0,0-2-1 0,0-1-7 0,1 1-10 0,1-3-68 15,-2 1-6-15,2-1-17 0,-1-3-38 0,0 1-10 0,-2-1 0 16</inkml:trace>
  <inkml:trace contextRef="#ctx0" brushRef="#br0" timeOffset="33859.21">29463 2000 458 0,'-4'-1'37'0,"1"-1"70"0,-2 1-84 16,3 1 2-16,1 1-1 0,0 1-4 0,0-1 32 0,0 1-23 16,-1 2 36-16,1 0-9 0,-1 3-18 0,0-2 4 0,-2 2-5 15,0 1 3-15,1 0-18 0,-2 2 0 0,1 3-4 0,-2 2-4 0,-2 4 13 16,0 3-12-16,-1 2 10 0,-1-1-2 0,0 0 1 0,-1 0-19 15,0-1 5-15,-2 1-7 0,0 2 12 0,0-4-4 0,1 0-7 0,0-1-9 16,-2 0 15-16,1-1-12 0,-2 0 12 0,2-2-5 16,-1-1-7-16,-2 3-10 0,2 1 10 0,-1-1-6 0,2 1 21 0,0-2-2 15,0 1-7-15,2 1-15 0,1 0 8 0,1 1-15 0,1-2-25 16,2-2-13-16,2-1-17 0,1 0-77 0,2-5-13 0,1-2-21 16,4 0 36-16</inkml:trace>
  <inkml:trace contextRef="#ctx0" brushRef="#br0" timeOffset="34650.93">31520 4798 643 0,'-6'-3'109'0,"2"-1"-105"0,-1 0-4 15,2 1 46-15,1 0 21 0,-1 1 0 0,2 0 32 0,1 0-18 16,-1 1-18-16,1 0-20 0,0-2 13 0,0 2-8 0,0-2 20 0,0 3-9 15,-1-2-11-15,0-1-30 0,0 2 23 0,0 0-22 0,-2 1 20 16,1 0-11-16,-1 1-19 0,-1 2 0 0,0 0 5 0,-2 3-2 16,-1-1 8-16,1 1-5 0,-1 2-4 0,-2 2-23 0,-1 0 19 15,-2 1-17-15,-1 3 21 0,0-2 0 0,0 2-9 0,-1 2 1 16,-1 0-3-16,2 2 1 0,-2 0-4 0,2 2 0 0,0 0 3 16,0 2-24-16,0 0 15 0,1-3-14 0,1 3 23 0,1-1-8 15,0 0-10-15,1-3-27 0,0 0-1 0,0 0-7 0,1-2-44 16,0 2-10-16,0-3-20 0,1 0-61 0,1-6 11 0,1-1-27 0,1-2 83 15</inkml:trace>
  <inkml:trace contextRef="#ctx0" brushRef="#br0" timeOffset="34913.6">31140 4787 781 0,'2'4'265'0,"3"0"-265"0,-1-2 58 16,2 3-14-16,2 2 17 0,1 0 0 0,0 1-1 0,1 1-29 15,2 0 19-15,0 3-21 0,1-1 9 0,2 1-11 0,-2 2-23 16,3-2-10-16,0 3 13 0,-2-1-11 0,2 0 16 0,0 0-4 0,-2 0-6 16,1 0 1-16,0 1-4 0,-1-1 2 0,1 0 1 15,-3-1-2-15,0 1 0 0,-1 0-19 0,0 1-7 0,-1 1-4 16,-1-3-30-16,-1-3-3 0,-3-1-1 0,1-2-18 0,-2 0-15 0,1 1 7 15,-1-3-27-15,1 0 3 0,-1-4 4 0,1-1-115 0,0-3 141 16</inkml:trace>
  <inkml:trace contextRef="#ctx0" brushRef="#br0" timeOffset="36858.75">30687 2150 576 0,'0'-4'27'0,"0"-1"116"0,2 0-157 0,0 2 11 0,1-2 10 0,1 2-14 0,0-2 24 16,2 1-22-16,-1-2 21 0,2 2 0 0,-1-1-10 0,1 1-16 15,-3 0 12-15,2 0-10 0,-3 3 20 0,0-1-1 0,0-1-11 0,-1 1-8 16,0 2-8-16,-1 0-6 0,0-2-49 0,-1 2-10 0,2 0-1 16</inkml:trace>
  <inkml:trace contextRef="#ctx0" brushRef="#br0" timeOffset="37091.29">30660 2445 1047 0,'3'-1'16'16,"3"-3"-117"-16,0 0 109 0,2 2-6 0,1-1-3 0,-2-1-1 16,0 2-4-16,-2-1 6 0,1-1-5 0,-2 3-17 0,1-1-15 0,-1-2-39 15,1 1-4-15,-2 1-5 0,-1-2-24 0,1 1-24 0,-2 1-10 16</inkml:trace>
  <inkml:trace contextRef="#ctx0" brushRef="#br0" timeOffset="37294.75">30925 2426 516 0,'2'0'221'0,"-6"0"-157"0,2-1 155 0,0 0-220 16,1 1 19-16,1 0-5 0,0 0 38 0,0 0-10 0,1-2-5 15,1 2-27-15,0-1 9 0,2 0-10 0,-1-1 20 0,1 2-5 16,-1-1-9-16,-1-1-16 0,2-1 4 0,-2 1-9 0,1 0-19 15,-1 0-17-15,2-1-17 0,-2 2-100 0,1 0-41 0,1-2-18 0</inkml:trace>
  <inkml:trace contextRef="#ctx0" brushRef="#br0" timeOffset="37458.71">31012 2513 901 0,'-9'5'137'0,"6"-3"-143"0,-1-1-19 0,3 1 8 0,1 4 10 0,3-4-6 16,2 5-15-16,1-5-8 0,1 2-13 0,2-1-26 0,-2-3 9 0,-3 0-8 15,-1-2-6-15,-1-2-25 0,-1 1-25 0</inkml:trace>
  <inkml:trace contextRef="#ctx0" brushRef="#br0" timeOffset="37672.58">30905 2792 442 0,'3'2'204'0,"-3"1"-147"0,2 0 144 0,0 0-200 0,3-2 5 0,0 3 7 16,2 0 14-16,2 1-3 0,0-2-6 0,1 1-5 0,1 1 7 0,2-3-7 15,0 0-3-15,2 1-6 0,-3-2-5 0,-2 0-14 0,-1-1 0 16,-8 0 0-16,0 0-15 0,-1 0-18 0,0 0-17 0,4 0-47 0,1 0 2 15,0-1-15-15,-1 1 38 0</inkml:trace>
  <inkml:trace contextRef="#ctx0" brushRef="#br0" timeOffset="37854">31157 2941 774 0,'-8'13'-176'0,"6"-8"282"0,0 1-28 0,-1-1-64 0,2 0 52 0,0 3 8 0,0-3 7 16,1 2 16-16,0-1-18 0,0-1-14 0,0 2-22 0,0-1 17 16,-1-2-13-16,1 1 10 0,0-3-8 0,2 1-13 15,-1 1-13-15,2-2-6 0,-2 0 0 0,2 0-17 0,0 0-10 0,2-1-8 16,1 0-54-16,-1-1 6 0,4 0-20 0,-1-2-46 0,1-4-18 0,1 3-29 0</inkml:trace>
  <inkml:trace contextRef="#ctx0" brushRef="#br0" timeOffset="38024.62">31585 2929 749 0,'-15'2'252'0,"9"0"-204"0,2-2 139 0,1 1-209 0,1 2 10 16,2-2 5-16,0 1 17 0,1 0-3 0,1 1-9 0,2-2-34 15,2 2 4-15,0-3-15 0,1 0-12 0,1-3-9 0,0 0-6 0,1 0-41 16,1-3-16-16,-1 1-5 0,3-1 29 0</inkml:trace>
  <inkml:trace contextRef="#ctx0" brushRef="#br0" timeOffset="38180.33">31739 2870 1227 0,'-7'0'27'0,"-1"0"-40"15,0 0 22-15,2 3 6 0,0 0 10 0,-1-2-3 0,2 1 4 0,0 1-6 16,1 0-2-16,0-3-7 0,1 1-7 0,1 0-14 0,2 0 1 0,0-1-7 15,0 2-23-15,0-2-5 0,1 0-10 0,0 1-19 0,1-1-8 16,1 0 2-16,1 0-25 0,-1 0-3 0,1 0-8 16</inkml:trace>
  <inkml:trace contextRef="#ctx0" brushRef="#br0" timeOffset="38354.08">31455 3190 990 0,'-6'9'21'0,"3"0"-55"0,0 4 49 0,3-3 6 16,3 1 1-16,0-1-10 0,3-1 24 0,1-1-22 0,2-1 15 16,2-2-10-16,0 0-15 0,-2-1-34 0,1 1 5 0,-2-2-12 15,0 0-13-15,-2-1-9 0,0-1-21 0,-2-1-56 0,2 0-10 16,-1 0-19-16</inkml:trace>
  <inkml:trace contextRef="#ctx0" brushRef="#br0" timeOffset="38514.56">31660 3397 929 0,'-3'3'137'0,"2"1"-129"15,-2-1-21-15,3 2 27 0,-1-1 24 0,1 1-22 0,0 0 25 16,0 0-1-16,0-1-1 0,1 1-25 0,0-2 15 0,2 1-18 0,0-1 0 16,2-3-3-16,0 3-18 0,3-3-30 0,-1 0 18 0,1 0-24 15,1-3-16-15,0 2-13 0,0-1-23 0,2-1-27 0,0 0-13 0,1-2-4 16,2 1 31-16</inkml:trace>
  <inkml:trace contextRef="#ctx0" brushRef="#br0" timeOffset="38653.16">31982 3430 678 0,'-2'2'36'0,"-2"1"65"0,-2 2-54 0,2-1 4 0,-2 1 16 0,-1 1-42 0,0 2 31 16,2-1-31-16,-2 2 43 0,4-2-11 0,-2-2-15 0,2 0-35 15,2-1 10-15,-2 0-14 0,3-1 1 0,0-1-11 0,0 0-16 0,0-1-71 16,2-1-20-16,0-1-13 0,2-5-134 0,4 0 154 15,5 1-15-15</inkml:trace>
  <inkml:trace contextRef="#ctx0" brushRef="#br0" timeOffset="38801.26">32138 3455 1513 0,'-10'7'-3'0,"-1"1"-24"0,1-1 33 16,2 1-9-16,1 0 19 0,3 1-7 0,-1-2-13 0,3 1-22 0,0 0-27 15,1-3 7-15,0-1-89 0,2-4-5 0,1-2-13 0,4-3-71 16,4-4 137-16</inkml:trace>
  <inkml:trace contextRef="#ctx0" brushRef="#br0" timeOffset="39743.46">30284 1915 450 0,'0'-2'29'0,"0"-1"8"15,2 1 16-15,1 0 3 0,0 1 5 0,3-1-17 0,2-1 16 0,-1 2-21 16,2-1-1-16,0 0-4 0,0 1-10 0,0-1-4 0,-1 1 6 15,1 0-3-15,0-1 13 0,0 2-3 0,0 0-8 0,0 0-31 16,0 2 21-16,1 0-22 0,-1 3 22 0,0 1-9 0,2-1-8 16,-4 2-6-16,4 1 8 0,-4 0 0 0,5 2 20 0,-2-1-3 15,0 1-10-15,0 0-7 0,-2 4 10 0,0 1-10 0,-2 0 13 16,1-1-1-16,-6 0-2 0,2-1-2 0,-1 1-3 0,0 0 2 0,6 4 4 16,1-1-3-16,1 1-1 0,2 2-9 0,1 1 10 0,1-1-7 15,1-3 13-15,-1-1-8 0,1 2-8 0,1 1-6 0,-1 3 7 0,1-3 0 16,1 1 19-16,1-4-3 0,0 0-11 0,2-2-9 0,-1 4 12 15,2-3-10-15,-1 0 9 0,0-1-6 0,0 2-5 0,4-1 5 16,0 3-6-16,5-1 8 0,0 2 6 0,-1-1-5 0,-4 4 1 16,1 1-17-16,3 4 16 0,0 1-11 0,5 1 22 0,-3-2-9 15,-3 0-10-15,1 0 2 0,0 0 1 0,-2 1 3 0,1-3 6 0,-1-2 3 16,0-1-6-16,1-1-15 0,1 2 20 0,2-1-18 0,0 2 26 16,-2-1-4-16,1 1-10 0,0-1-1 0,-1 3 2 0,1 0 1 15,-2 2 10-15,-3-1-1 0,-3-1-4 0,1-1-23 0,-1-3 27 0,-3 1-23 16,1-3 34-16,-3 1-8 0,1-4-13 0,0 0 0 0,-1-2 7 15,-2 0-1-15,1-3 16 0,0 1-2 0,-2-1-9 0,1 0-23 16,0 0 20-16,0 0-19 0,-1-2 22 0,0 0-10 0,-2 0-10 16,-3 2 4-16,-1-1 1 0,-2 1 2 0,1 1-1 0,-4-1 2 15,1 3-5-15,-1-1-10 0,-2 2 16 0,0 0-15 0,-2-1 10 0,0 0-6 16,-1-1-9-16,-1 0-10 0,0-1-7 0,-1 1 4 0,0-3-29 16,0-5-12-16,1-2-13 0,0 0-113 0,3 0-15 0,0-3-34 15</inkml:trace>
  <inkml:trace contextRef="#ctx0" brushRef="#br0" timeOffset="40589.33">31526 1816 80 0,'-3'-2'115'0,"1"2"-33"0,1 2-18 16,0-2 48-16,1 1-20 0,0 0-8 0,0-1-10 0,0 0-13 15,0 0-17-15,0 0 12 0,0 0-9 0,3 1 21 0,-2-1-10 0,0 0-14 16,1 0-13-16,0 0 4 0,1 0-9 0,-1 0-7 0,3-1-5 16,-3 0 0-16,2 0-3 0,1 1 4 0,-2-2 1 0,3 1 11 15,-2-2-2-15,0 2-6 0,0 1 2 0,2-1 2 0,-1 1-2 16,4-1-1-16,-1 1-3 0,1-2 3 0,3 1-4 0,-2 0 4 16,0-1-1-16,1 1 9 0,0 0-3 0,2 0-8 0,0 1-9 0,1-3 7 15,-2 0-8-15,2 0 9 0,1 1 3 0,-1 0-1 0,0-2-16 16,2 1 10-16,0 1-11 0,-1-2 16 0,1 1-5 0,-2 1-5 0,-1-3-15 15,-2 2 14-15,0 1-11 0,0-2 16 0,-1 2-3 0,-1 0-10 16,0-2-8-16,-2 2 8 0,-1 0-7 0,-1 0 1 0,-3-1-12 16,0 1-13-16,-1 0-43 0,0 0-4 0,-1-2-10 0,1 3-52 15,1-3-16-15,-1-1-18 0,1 2-99 0,1-2 153 0</inkml:trace>
  <inkml:trace contextRef="#ctx0" brushRef="#br0" timeOffset="41709.19">26610 2238 337 0,'-1'1'51'0,"2"-5"62"0,3 1-88 0,0-3 4 0,2 1-11 15,3-2 67-15,1-1-3 0,3 2-2 0,1-3-21 16,0-3 12-16,1-2-17 0,0-3-14 0,0 1-12 0,1-1-15 0,1 0-20 16,1 1 7-16,0 2-6 0,1 0 18 0,0-2 1 15,0 1-7-15,-1-2-26 0,-2-1 28 0,-2 0-25 0,0 2 35 0,-2 2-9 16,-1 0-15-16,1-2 1 0,-1 1-1 0,-2 0 4 0,-1-3 4 15,-3 0 1-15,0-2-3 0,-3-1-12 0,0-2 16 0,-1 0-13 0,-1-2 22 16,-1 1-1-16,0 1-8 0,-2-1-8 0,-1-1 15 0,0 4-9 16,-1-3 31-16,0 4-4 0,-2 1-14 0,0 0-13 0,2 1 11 15,-2 0-12-15,0 1 7 0,1 2-6 0,-1-1-3 0,-1 1-13 0,0 1 14 16,0-1-8-16,-1 0 25 0,-1 1-4 0,-1 2-12 0,-4-3-15 16,0 3 15-16,-3-2-13 0,-1 1 21 0,1-1-7 0,-2 3-6 0,-2 1 4 15,-2 0-5-15,-3 2 8 0,-5 1 1 0,-3 0-1 16,-1 3-2-16,0 1-11 0,1 1 21 0,1 2-18 0,0 3 17 0,-1 2-1 15,4 3-7-15,-1 1-4 0,2 0 3 0,2 3-1 0,1 1 11 16,2 0-1-16,4 1-6 0,-3 0-21 0,1 0 22 0,0-2-19 16,1 3 28-16,2-1-4 0,3 0-10 0,1 2-5 0,8-1-3 15,1 3 4-15,2 1 8 0,0 2 1 0,-4 0 0 0,0 1-15 16,0 2 14-16,1 1-13 0,3 2 15 0,1 0-3 0,3-1-6 0,1 3-3 16,0-3 6-16,4 1-2 0,1-1 14 0,2-3 1 0,2-1-7 0,2-2-3 15,1-1 12-15,1-3-10 0,-5 0 8 0,1-4-4 16,1 2-4-16,2-2-5 0,10 0 5 0,0 1-3 0,3 0 5 0,-2 0 0 15,0 0-6-15,0 2-6 0,4-1 5 0,1 1-5 16,2-2 11-16,0-1-5 0,-2 1-2 0,2 1-10 0,2 1 3 0,-2 2-1 16,3-1 11-16,-4 0-3 0,-6-2-5 0,1 1-59 0,0-3 7 15,0-1-26-15,9-4-56 0,-3-4-14 0,1-1-22 0</inkml:trace>
  <inkml:trace contextRef="#ctx0" brushRef="#br0" timeOffset="42574.62">32129 2095 372 0,'5'0'133'0,"1"0"-110"0,-1 0-23 16,1-2-32-16,-1 0 53 0,1 0 3 0,-1 0-9 0,-2-1-8 15,1 0 22-15,1-1-20 0,-1-1 20 0,2-2 3 0,1 2-6 16,-1-1 0-16,2-1 8 0,0 1-7 0,1-4-2 0,1-1-3 0,0 1-11 15,3 0-20-15,-2 0 24 0,0 1-21 0,0-2 25 0,0 2-3 32,-1 2-12-32,0-2-5 0,0 0 5 0,-1 1-3 0,-1-1 7 0,-3 0 3 0,1 0-8 0,0-2-3 0,-2-1 9 0,1-2-10 15,-1 0 1-15,-2-3 0 0,1 0-2 0,-2-5-14 0,-1-3 10 0,0-1-6 16,0-3 22-16,-3 2 1 0,-1-1-8 0,-2-1-16 0,0-1 23 16,-3 5-20-16,-4-1 25 0,-1 4-4 0,-4 1-11 0,-3 1 14 15,-2 0-5-15,-1 5 7 0,-2-3-3 0,-3 6 3 0,-1-2-3 16,-6 1-18-16,-4-1 16 0,-2 1-19 0,-4-1 10 0,1 2 1 15,-1 0-6-15,-5 0-7 0,1 2 1 0,-1 1-2 0,1 4 2 0,-3 0 7 16,1 4 0-16,-3 1-16 0,0 2 23 0,6 3-19 0,1 4 26 16,6 0-5-16,4 4-8 0,0 3-13 0,3 1 12 0,2 1-7 15,1 2 25-15,0-2-5 0,0 1-11 0,2 2-9 0,1 3 12 0,10 0-9 16,1 3 12-16,2-2-1 0,1 2-3 0,-3 5-19 0,2 2 13 16,4-1-10-16,1 1 24 0,4-2 0 0,2-1-9 0,4-1-4 15,1-4 5-15,3-1-6 0,4-2 2 0,5-3-1 0,3-1 2 16,7 1-7-16,1-1 10 0,3 1-3 0,-2 3 18 0,-1-1 1 0,5-3-9 15,4 3-14-15,5-1 18 0,-2 0-17 0,0 1 14 0,-2 1-2 16,1-1-8-16,2-2-31 0,1-2 6 0,0-2-15 0,3 0-18 16,-1-3-3-16,-1 3-18 0,2-2-55 0,-1-3 13 0,0-1-28 15</inkml:trace>
  <inkml:trace contextRef="#ctx1" brushRef="#br0" timeOffset="37614.19">16084 7503 0,'0'0'0,"0"0"0,0 0 15,0 0-15,0 0 0,0 0 16,0 0-16,0 0 0,-86-27 15,76 24-15,1 0 16,2 2 0,4 1-16,0 0 15,2 1-15,0 2 16,1 0 0,0 1-16,0-4 15,0 0-15,0 0 16</inkml:trace>
  <inkml:trace contextRef="#ctx0" brushRef="#br0" timeOffset="58488.95">11774 6601 217 0,'-9'-4'265'15,"5"0"-85"-15,-2 1 169 0,1-3-124 0,1 3-34 0,1-3-54 0,-1 0-34 0,2 3-28 0,0 1-28 0,1-2-29 0,-3 2 14 0,2-5-16 16,-1 1 30-16,-2 1-7 0,-1-2-9 0,0 2-6 15,-1 0 21-15,0 1-19 0,-2 0 41 0,1 2-6 0,5 0-11 0,-1 2-1 16,-1 0 11-16,1 0-17 0,-9 0 1 0,2 3-9 0,0 1-10 16,1-2-15-16,1 2 7 0,1 1-11 0,-1 2 10 0,0 3-8 15,1 0-5-15,-1 0-5 0,2 2 0 0,2-2 0 16,-1 4 1-16,0 2 4 0,3-1-1 0,0 2-17 0,-1-1 18 16,2 0-19-16,1-2 29 0,1 0-6 0,0-3-6 0,2 2-8 15,0-3 3-15,3 1-2 0,-1-2 11 0,2 0-2 0,1-2-3 0,2 1-11 16,1-2 14-16,1 1-8 0,1-3 18 0,2-2-2 0,1 2-9 0,1-1-4 15,1-2 3-15,-1-1-3 0,-7-1 3 0,-1-1-1 0,1-2-3 16,-1 1-7-16,5-4 5 0,-1 2-5 0,1-3 8 0,-2 2-1 16,-1-2-2-16,-1 1-15 0,-2-2 16 0,-2 0-13 0,-2-2 32 15,-2 1-5-15,0 0-7 0,-1 0-11 0,1 0 9 0,-1-3-7 0,0 0 17 16,1 0-5-16,-1-1-6 0,0 2-9 0,1 2 9 16,-1 1-4-16,1 2 14 0,-1 3-1 0,0 0-7 0,0 3-8 0,0-1 22 15,0 2-15-15,0 0 34 0,0 0-6 0,0 2-10 0,0 0-10 16,-1 2 10-16,0 0-7 0,0 4 18 0,0-2-6 0,1 2-7 15,0 1 0-15,0-2 3 0,1 1-3 0,0 0 1 0,3 1-3 16,-2-2-3-16,2 1-13 0,0 0 9 0,1-1-8 0,1 2 13 0,1 0-5 16,-1 0-8-16,1-1-7 0,0 0 3 0,2-2-4 15,0 0-4-15,1 0-7 0,0 0-9 0,-1-2-46 0,1 2-4 0,-1-2-8 16,0 1-26-16,0-2-24 0,-1 1-15 0,1-2-119 0,0-1-81 16,0-1-8-16</inkml:trace>
  <inkml:trace contextRef="#ctx1" brushRef="#br0" timeOffset="38481.19">15125 9746 0,'0'0'0,"0"0"0,0 0 16,0 0-16,0 0 16,0 0-1,0 0-15,0 0 16,0 0-16,0 0 16,0 0-1</inkml:trace>
  <inkml:trace contextRef="#ctx1" brushRef="#br0" timeOffset="38894">15231 9583 0,'0'0'16,"0"0"-16,0 0 0,0 0 0,0 0 15,0 0 1,0 0-16,0 0 16,85-16-1,-80 16-15,-3-1 16,-1 0-16,-1-2 15</inkml:trace>
  <inkml:trace contextRef="#ctx1" brushRef="#br0" timeOffset="39359.83">15564 9613 0,'0'0'0,"0"0"0,0 0 0,18-98 16,-14 75 0,-3 7-16,-2 5 15,-1 1-15,-1 5 16,0-1 0,1 4-16,1 1 15,-2 1-15,1-3 16,-1-2-1,-2-3-15,2-5 16,-1-4 0,0-3-16,-5-20 15,-1 0 1,4 4-16,10 5 16,17-11-16,17-10 15,14-8 1</inkml:trace>
  <inkml:trace contextRef="#ctx1" brushRef="#br0" timeOffset="39838.64">17591 9621 0,'0'0'16,"0"0"-16,-113-122 16,82 71-16,-86-47 31,12 6-31,-59-23 16,48 37-16</inkml:trace>
  <inkml:trace contextRef="#ctx0" brushRef="#br0" timeOffset="60656.65">12411 6437 217 0,'0'-4'208'0,"0"0"-68"0,-3 3 128 0,2-3-90 0,-2 3 2 0,1 0-60 0,-3 0 43 0,1 1-23 0,-2 0-28 0,-2 0-33 16,0 0 27-16,-2 1-39 0,-1 1 30 0,-1 0-17 0,-2-1-24 16,-1 0-19-16,-2-1 16 0,-1 1-21 0,-1-1 25 0,1 0-9 15,2 2-10-15,0-1-21 0,7 2 7 0,0-1-13 16,-1-1 0-16,0 3 0 0,-8 0-7 0,0 0-16 0,0 0 13 15,1 0-15-15,0 2 23 0,2-2-5 0,-1 2-5 0,1-1-14 16,4 1 11-16,2-3-9 0,0 3 24 0,4-1-4 16,0 0-6-16,3 0-6 0,1-3 2 0,1 4-3 0,0-3 3 15,2 3 2-15,2-1 0 0,2 2-10 0,1 0 14 0,2-2-9 0,1 1 26 16,2-2 0-16,3 1-5 0,3-2-13 0,1 2 13 0,3-1-11 16,2 1 23-16,1-3-5 0,0 1-6 0,-4 1-11 0,-1 2 5 15,2 4-5-15,0 2 3 0,1-1 2 0,1 2-4 0,-4 1-11 0,0 0 8 16,-2 1-9-16,-1 0 7 0,-1-2 1 0,1 3-2 0,0-2-6 15,-2 1 4-15,0 1-5 0,-5-2 5 0,-2 0-4 0,-4-2-5 16,-1 1 7-16,-3-1 1 0,-4 0 2 0,-1-1 3 0,-2 1 1 0,-3 0-1 16,-2-1-2-16,-1 1 3 0,-2-2-3 0,1-1 5 0,-1-3-3 15,1 1-2-15,-2-4-10 0,-3 0 10 0,1-3-7 0,-2-1 7 16,-3-3-5-16,1-1-8 0,-1-3-8 0,3-1 1 0,2-2-1 16,9-2 3-16,3 0 3 0,3-1 1 0,3 2-7 0,-4 1-4 15,2 2-3-15,2 2-38 0,0 4 3 0,2 0-5 0,-1 1-70 16,0-1-36-16,0 0 0 0,0 1-130 0,2 1-157 0,1-1-81 0</inkml:trace>
  <inkml:trace contextRef="#ctx0" brushRef="#br0" timeOffset="61097.86">12880 6417 1580 0,'-10'-5'102'16,"-1"2"-7"-16,-5-1 54 0,0 2-26 0,-2-2-26 0,-4 0-55 0,-2 1 14 16,-2 0-32-16,-2-1 5 0,9 1-5 0,-1 1-13 0,-3 0-13 15,2 2 16-15,-3 2-15 0,0 1 26 0,7 1-4 0,3 1-11 16,0 0-8-16,4 1 19 0,2-1-17 0,1 1 31 15,3-1-6-15,1 0-10 0,0 2-6 0,2-2 4 0,1 0-6 16,0 1 4-16,2 2-1 0,2-1-5 0,0 0-7 16,1 2 12-16,0 1-12 0,3 2 17 0,1-1-6 0,1 4-9 0,2 0-13 15,1 0 15-15,1-1-12 0,2-1 22 0,1-3-5 16,1 1-11-16,1-1-2 0,-1 3 6 0,-1-1-4 0,-6 3 13 0,-3-3-6 16,1-1-7-16,1 1-4 0,6 2 2 0,0-2-3 0,1 2 5 15,-5-2 1-15,-2-1-1 0,-2 1-11 0,-4-2 11 0,-1 1-7 16,-1 0 14-16,-2-1-3 0,0-1-6 0,-2 1-1 0,-2-1 3 15,0 0 0-15,-2-1 4 0,-1-2 2 0,0-1-4 0,-2 0-7 16,1-2 7-16,-1-1-7 0,-1 1 2 0,2-3-3 0,-2-1-7 0,0-4-30 16,1 1 5-16,-2-3-11 0,8-2-9 0,-1 2-6 0,0-4-8 15,0 3-27-15,-6-1-27 0,1-2 5 0,1 2-95 0,3-1 43 16,3 0 7-16,3 1-322 0,4 0 358 0</inkml:trace>
  <inkml:trace contextRef="#ctx0" brushRef="#br0" timeOffset="61472.61">13002 6440 597 0,'-1'5'294'0,"-1"1"162"0,0 2-358 0,1 5 79 0,0 0-24 15,1 2-32-15,1 4-43 0,2 0 19 0,2 1-38 16,0 1-11-16,1-7-17 0,2 3-26 0,2-2-12 0,-1-1-5 15,3 3 1-15,4-2 4 0,-2-2 7 0,3-2 4 0,2-3-11 16,2 0 14-16,-2-1-14 0,0-2 17 0,-10-1-1 16,-1-1-6-16,1-1 0 0,-3-2 9 0,7 0-7 0,-1-3 12 15,-1-1-2-15,-1 0-6 0,1-2-8 0,-3 0 10 0,0-3-10 16,-1-3 17-16,-4 1-4 0,0-2-7 0,-2-5-12 0,-1-1 18 16,0-2-15-16,0 2 31 0,-1 1-9 0,1 1-15 0,-1 3-6 15,1 0 6-15,1 4-5 0,0 5 7 0,1 1-3 0,0 1-3 0,2 3-1 16,-2 0 9-16,0 0-5 0,0 2 20 0,1 2-4 0,-1-1-5 15,0 6-15-15,2 2 7 0,-2 1-7 0,0 4 11 0,1-1 0 16,0-5-6-16,0 3-16 0,-1-1 15 0,0-2-15 0,1 3 22 16,-1 0-11-16,-1-2-10 0,1-2-34 0,2-1-12 0,-1-3-3 15,2 0-63-15,-1-2-18 0,2-3-22 0,0 1-93 0,1-1-72 16,-1-1 5-16,1-2 37 0</inkml:trace>
  <inkml:trace contextRef="#ctx0" brushRef="#br0" timeOffset="61973.01">13517 6528 1614 0,'0'22'-122'0,"0"-7"300"0,0-5-16 0,0-1-24 0,1 4-54 16,1-3 16-16,2 5-44 0,-2-3-19 0,0 0-19 15,0-3-18-15,1-2-10 0,0-1 3 0,0-3-1 0,1 0-5 16,-2-2-2-16,0-1-4 0,0 0 10 0,-1 0 3 0,1 0 3 16,-2-1 10-16,1-2-1 0,-1 1-3 0,0-2-11 0,0-2 21 15,-1-1-16-15,-1-2 32 0,1 0-5 0,0-1-13 16,1-1 4-16,0 2 5 0,2-3-4 0,3 2 17 0,1 0-7 16,1-1-6-16,4 2-19 0,-1-1 16 0,1 2-17 0,2 3 21 15,1 2-4-15,-1 1-10 0,1 2 1 0,-4 3 3 0,0 1-1 16,-2 1 7-16,-3 1-1 0,1 1 0 0,-1 0-13 0,-7 1 20 15,0 0-15-15,0-2 27 0,-1-1-10 0,4-4-13 0,1 3-7 16,-1 0 2-16,0 0 0 0,0 1 7 0,0-2 1 0,1 2-3 0,0-1-4 16,1-3 9-16,-1 3-8 0,2-3 8 0,0-1-2 0,1 0-2 15,0 0-13-15,2-3 8 0,1 0-8 0,0-1 12 0,1-1-3 16,1-2-6-16,1 1-3 0,-1-2 0 0,0 2-1 16,-1-1 0-16,0-2-3 0,0 2-2 0,-1-5-4 0,0 1 8 0,-1 3-5 15,-3 0 12-15,0 4-1 0,-1-1-3 0,0 3-19 0,-1 0 17 0,-1 2-15 16,-1 2 27-16,1 0-3 0,-1 3-8 0,1 3-12 0,-1 2 13 15,0 4-9-15,2 2 19 0,0 0 0 0,2-3-7 0,1 1-13 16,2 0 13-16,1 2-12 0,1 2 19 0,1 0-2 0,1-4-5 0,2 0-14 16,-1-3-3-16,0 0-7 0,-2-4-50 0,1-3-17 0,-2-1-22 15,1-3-65-15,-1-4-12 0,1 0-11 0,-1-2-109 0,0-1-88 16,0-1-70-16</inkml:trace>
  <inkml:trace contextRef="#ctx0" brushRef="#br0" timeOffset="62441.81">14192 6527 1475 0,'0'16'135'0,"0"4"31"0,-1 0 45 0,1-1-28 0,0 1-33 0,-2 3-75 0,2 0-2 15,3-2-33-15,-1 0-28 0,0-4-2 0,3-1-6 0,-5 1-22 16,1-1 15-16,2 2-16 0,-3-1 25 0,0-2 1 0,1 2-5 16,3 2-27-16,4-1 15 0,0 1-19 0,3-1 29 15,-4-1-2-15,2 0-3 0,-1 0-1 0,-1 0-1 0,0-3 4 16,-2 2-6-16,-1-5-15 0,-3-1-9 0,0-1-32 15,-3-4 2-15,-2-1 1 0,0-1 1 0,-1-3 7 0,0 0 3 0,0-4 7 16,0-1 12-16,-1-3-1 0,-2-2 33 0,1-3 0 16,0 2 1-16,-1-2 8 0,1 0 9 0,1 0 1 0,0-1 26 15,0 0 0-15,5-3-8 0,1-2-1 0,1-1 10 0,0-3-10 0,-2 0 6 16,0 0-2-16,0-2-3 0,1 0 5 0,2 0-7 0,1 1 2 16,3 4-28-16,-6 2-2 0,1 0-2 0,0 1-6 0,2-1 8 15,3 3-6-15,2-1 16 0,-1 7-7 0,1 3-5 0,1 1 0 16,1 1 8-16,1 0 1 0,0 0 27 0,2 2-7 0,-1 2-5 15,3-1-10-15,0 1 6 0,2 1-4 0,0 0 6 0,0 3-9 0,0 0-7 16,2 1-13-16,1 1 7 0,0-1-6 0,-1 1 10 16,-1-3-3-16,0 1-6 0,1 3-4 0,2 3 1 0,-2 1-4 0,0 3-1 15,-2 2 0-15,-2-1 0 0,0 3-12 0,-5-1 12 0,-2-1-9 16,-5 2 25-16,-2-4-1 0,-2 0-4 0,-3 2-1 0,-4-1-1 0,-3 1 0 16,-3 0 1-16,0-3 0 0,-2 1 0 0,0-1-8 0,1 0 8 15,0-2-5-15,0-1 16 0,2-2-6 0,0-3-7 0,2 0-10 16,0-2 7-16,1-2-7 0,0-1-1 0,0-2-7 0,1-2-12 0,0-4-21 15,1-1 2-15,2-4-6 0,1 1-19 0,1-5-12 16,2 0-15-16,1-3-68 0,1 1-14 0,2-4-11 0,1 0-71 0,3-2 80 16,2 1 16-16</inkml:trace>
  <inkml:trace contextRef="#ctx1" brushRef="#br0" timeOffset="42382.16">17961 9377 0,'0'0'0,"0"0"0,0 0 15,0 0-15,0 0 16,0 0-1</inkml:trace>
  <inkml:trace contextRef="#ctx0" brushRef="#br0" timeOffset="62875.96">14693 6628 1302 0,'4'-6'-139'0,"-1"-1"323"0,3 1-12 0,-2-1-23 15,5 0-41-15,0-1 25 0,4 4-49 0,4-4 17 0,-2 2-11 16,2 0-30-16,2-3-13 0,-2 2 20 0,1 2-27 15,2 3 20-15,-2 2-13 0,0 0-15 0,1 3-32 0,-2 3 23 16,0 3-24-16,3 2 40 0,-3 1-7 0,1-3-10 0,0 2 3 16,-1 3 2-16,-3 1-4 0,2 6-5 0,-5-3-2 15,0-1-4-15,-2-5-12 0,-3 0-4 0,-1-2-3 16,-2 0-21-16,-3-2-5 0,0-2-5 0,-2 0-41 0,1-4-21 0,-3 1 7 16,1-2-109-16,-1-1-39 0,-1-4-14 0,-2 0-250 15,3-3 291-15</inkml:trace>
  <inkml:trace contextRef="#ctx0" brushRef="#br0" timeOffset="63008.21">15054 6380 1346 0,'-13'3'-135'0,"6"-1"323"0,0 0-24 0,2 1-28 16,0-1-65-16,1 0 8 0,0-1-39 0,2-1-28 0,0 0-12 16,1 0-10-16,1 0-88 0,1-3-47 0,2 2 6 0,3-1-377 15,0-2 327-15,1 2-64 0</inkml:trace>
  <inkml:trace contextRef="#ctx0" brushRef="#br0" timeOffset="63273.81">15351 6540 672 0,'-6'15'154'0,"-1"-1"401"0,-2 1-389 0,-1 1-47 0,1 0-11 0,-1 4 8 16,3-1-18-16,2-3 22 15,0 0-14-15,3-2-28 0,1 0-28 0,1 3-22 0,3-3 22 0,3-3-21 0,2-1 31 16,0-1-18-16,2 0-21 0,3 2-17 0,2-2 19 0,-1-2-16 15,3 0 25-15,-2-2-12 0,-1-1-17 0,-1-1-3 0,-3-3 6 16,0 0-5-16,-1-3 13 0,-1-2 2 0,-3 1-4 0,1-1-13 16,-2-2 13-16,0 2-15 0,-3-4 25 0,-1 0-3 15,-1-1-7-15,-4-3-1 0,0 2 4 0,-2-5-4 0,-2-2 7 16,0-1-8-16,1-1-6 0,-1-6-13 0,2 3 4 0,1 2-5 16,-1 5 0-16,2 6-4 0,1 3-4 0,1 1-16 0,0 4-5 0,1-3 0 15,1 2-7-15,-1-1-14 0,0 0-3 0,-1 0-51 0,0-1-23 16,1 0 1-16,-1 0-89 0,1-2-5 0,1 2-17 0</inkml:trace>
  <inkml:trace contextRef="#ctx0" brushRef="#br0" timeOffset="63613.58">15473 6582 714 0,'3'2'106'15,"1"1"88"-15,0 1-9 0,1 3-33 0,-1 1-28 0,2 2-62 16,-1 1 12-16,0-1-31 0,1 1 17 0,-2-2 0 0,2 0-11 0,-1 0-21 16,-1-2 17-16,-1-1-25 0,-1 1 56 0,-1-4-4 15,-1 1 3-15,1-1-23 0,-1-1 23 0,0 1-28 0,0-2 24 16,0-1-15-16,-1 0-25 0,1 0-14 0,0 0 22 16,0-1-21-16,0-2 46 0,1-1-6 0,2 1-13 0,2-5-10 15,1-1 7-15,3-3-12 0,2-2 6 0,3-1-5 0,4 0-7 16,6 1-10-16,2 2 2 0,-2 3-7 0,6 4 2 15,0 4 2-15,2 1 0 0,5 5-12 0,-6-1 10 0,-5 3-11 16,-2 1 7-16,-4 1-1 0,-1 1-6 0,0 0-4 0,-3 3 4 0,-3-3-5 16,0 2 5-16,-4-2-2 0,-2 1-3 0,-1-3-11 0,-1 1 10 15,-2 0-9-15,-2 0 9 0,-1-2-3 0,0-1-4 0,-2 1-30 16,-2-2-5-16,1-1-6 0,0-3-39 0,0 1-12 0,1 0-17 0,1-2-106 16,-1-2-76-16,1 1-18 0,-2-1-32 0</inkml:trace>
  <inkml:trace contextRef="#ctx0" brushRef="#br0" timeOffset="64057.94">14755 6301 1993 0,'-2'-1'-111'0,"1"0"254"0,0 0-5 0,1 1-17 0,0 0-23 0,-1 0 9 16,1 0-18-16,-1 2 67 0,0-1-96 0,-2 5-71 0,2 1-15 16,0 4 49-16,1 0-20 0,1 4 12 0,3 2-5 0,-1 4-8 15,3 2 1-15,-1 1-3 0,2 2 2 0,1 3-1 16,1 0-3-16,0 6-2 0,0 2-17 0,0-4 6 0,0-1-8 15,0-2-18-15,0-5-33 0,-3-2-18 0,2-1-107 16,-2-3-85-16,-1-1 46 0,2 0-424 0,0-2 402 0,1-4-35 0</inkml:trace>
  <inkml:trace contextRef="#ctx0" brushRef="#br0" timeOffset="64562.74">16335 6193 1829 0,'1'1'112'0,"1"1"-17"0,-1 4 12 0,1-3-30 0,1 6 39 0,0 2-18 0,1-1-23 0,-1 3-44 15,1 0 14-15,-2 1-30 0,0 0 5 0,1 0-6 0,-2 2-11 16,-1 2-6-16,0-1-12 0,0 1 3 0,0 0-16 15,-1-3-6-15,-1 1 9 0,2-2-65 0,-1 0-3 0,0 1-7 16,0 3-48-16,1 0-37 0,-1 2-13 0,-1 5-281 0,-1-1 267 16</inkml:trace>
  <inkml:trace contextRef="#ctx0" brushRef="#br0" timeOffset="64740.64">16530 6986 1946 0,'-1'38'-44'16,"-5"-21"158"-16,-1-2-31 0,-1-5-6 0,0-1-62 0,2-3-6 0,-2-1-10 15,-1 3-52-15,1-3-26 0,1-1-15 0,-1-2-82 16,3 0-58-16,-1-2 35 0,2 0-239 0,-1-2 260 0,2 2-8 0</inkml:trace>
  <inkml:trace contextRef="#ctx0" brushRef="#br0" timeOffset="65511.56">12955 7178 1292 0,'-5'4'460'0,"0"-1"-216"0,3-3-148 15,2 1-44-15,2-1 43 0,5 0-16 0,4-1-17 0,6 0-25 16,5-2 19-16,7 0-26 0,9 1 15 0,7-3-11 0,5 1-18 16,9-5-11-16,-1 0 13 0,3-1-13 0,6 0 27 0,4-1-2 15,8 2-8-15,16 0 3 0,0 0 8 0,1 3-8 16,13 0 3-16,-2 2-5 0,8 2-9 0,15 2-13 0,-6 2 12 15,5 2-14-15,10 2 12 0,-7 3-3 0,-1 0-7 0,10 1-5 16,-13 0 5-16,-2-1-5 0,7 2 7 0,-20-2-3 16,-3 0-8-16,0-4-5 0,-21 0 13 0,-5 1-9 0,-2-1 19 0,-12 0-2 15,-7 3-7-15,-6-2-8 0,-9 1 7 0,-9 1-6 0,-5-2 14 16,-9-1-4-16,-6 0-3 0,-6-1-9 0,-6 1 0 0,-6-4-2 16,-5 3 1-16,-9-1 2 0,-5-1-1 0,-8-2 0 0,-10 2 6 15,-9-2-5-15,-8-2 4 0,-3-1-1 0,-9-3-5 0,-6-1-8 16,-3 0 0-16,-8 1 9 0,-5 1 11 0,-4 2 0 0,-6-2-1 0,-6 3-8 15,-2-2-1-15,-6 1-3 0,-6 1 14 0,-1 0 1 0,1 0-3 16,-13-2-12-16,-4 3 4 0,1-1-6 0,-5 2 12 0,8-1-1 16,4 1 1-16,-4 1 4 0,5 2-1 0,2 2 3 0,8-1 1 0,7 1-2 15,11-1 0-15,4 1-14 0,5-1 0 0,8 2 10 0,1-2 16 16,15 2-1-16,9 0-8 0,4-1-9 0,12 1 14 0,8-2-10 16,7 1 26-16,10-4-6 0,6 2-8 0,7-2-4 0,5-1 5 15,7 0-3-15,7 0 5 0,9-2-1 0,10 0-2 0,13 0-5 0,14-1 8 16,8-1-6-16,9 3 10 0,1-1-7 0,2-1-9 0,8 2-9 15,8-1 2-15,3 2-3 0,1 0 8 0,-7 0-3 0,-2 2-1 16,111 5 2-16,-204-7 7 0,189 9-12 0,-107 0 4 16,0 0 1-16,87 10 9 0,-164-19 6 0,135 20-23 0,-80-7 8 15,0-1-1-15,0 2 7 0,-3 0 3 0,-6-1-1 0,-9-1-3 16,-8-2-3-16,-5-1-2 0,0-1-24 0,-1-2 10 0,-7 0-13 16,-2-2 4-16,-6-1-9 0,-2-2-13 0,-2-1-56 0,-2-5-21 15,0-3-11-15,-1-3-190 0,0-3-158 0,-1-4-115 0</inkml:trace>
  <inkml:trace contextRef="#ctx0" brushRef="#br0" timeOffset="66495.81">10040 6494 696 0,'4'7'110'0,"-1"0"247"0,0 0-282 0,1 5-5 0,-1 1 7 0,3 3 5 0,-1 0-2 0,3-4 7 15,3 4-29-15,2-3 9 0,0 1-15 0,5 2-1 0,2-2-17 16,2 0-13-16,4-1 1 0,-5-2 12 0,2-1-3 0,6-1 12 16,2-2-5-16,6-3-14 0,5 1-11 0,-1-3 1 0,2-1-5 15,3 0-1-15,5 0-1 0,7 1 0 0,4-2-13 0,-2 1 6 0,0-1-7 16,-4-3 11-16,-2 1 1 0,0-1-1 0,2 0-12 0,3-3 6 15,2-1-7-15,-2-2 10 0,-4 0 6 0,-3-3 2 0,1-4-9 16,0-2 17-16,-5-2-13 0,-1 1 28 0,-1 1-6 0,4-1-8 0,0-3-6 16,-5 1 6-16,-1-5-6 0,-8 2 6 0,-4-1-2 0,0 2-6 15,-5-2-9-15,-5-3 13 0,-3-3-11 0,-4 0 16 0,-4-2-5 16,-3-2-11-16,-4-7 1 0,-1-5 0 0,-3-3 1 0,-4-3-6 0,-2 3-3 16,-3 0-6-16,-5 0-12 0,-3 2 11 0,-4 0-10 0,-5-2 10 15,-5 1 2-15,-6-6-5 0,-9-4 0 0,-3 4-1 0,-2 3 3 16,-3 6 2-16,0 7 0 0,-3 1-3 0,-6 6-13 0,-9 2 19 15,-7 3-13-15,-6 0 27 0,1 4-2 0,2-1-9 0,-7 4-3 16,-4 2 10-16,-7 2-6 0,-6 6 10 0,7 2 1 0,-3 5-6 0,-8 1-7 16,-1 0 14-16,-1 5-12 0,3 3 17 0,7 9-3 0,-3 4-8 15,-4 6-1-15,4 5 19 0,6 4-11 0,2 2 26 0,6 3-4 16,0 3-11-16,2 7-16 0,9 4 17 0,8 6-14 0,3 4 21 16,7 1-6-16,4-3-9 0,0 0-8 0,7-4 7 0,9-2-5 15,5-1 19-15,12-4-1 0,8-4-1 0,7-2-12 0,7-4 11 0,4-2-11 16,7-5 15-16,5-1-4 0,7-4-6 0,9 0-6 0,13-2 8 15,6-2-5-15,3 0 15 0,5-4-4 0,1-1-6 0,8-1-7 16,12-2 1-16,9 1-3 0,9 0-4 0,0-2-2 0,4 2-2 0,-1 2-1 16,7-1 1-16,4 0-1 0,0-3 2 0,-6-6-1 0,-4-1-2 15,7-2-10-15,0 1-2 0,-2 0-4 0,-7-2-6 0,-10 1-4 16,-1-6 2-16,1 0-74 0,-5-8-16 0,-7-2-15 0,-9-2-90 16,-10 1-22-16,-3-2-20 0,-1-3-310 0,-3-2 351 0</inkml:trace>
  <inkml:trace contextRef="#ctx0" brushRef="#br0" timeOffset="84694.92">10866 9249 399 0,'-5'-3'294'15,"2"0"-8"-15,2 3-288 0,1-1-9 0,0 1 1 0,0 0-1 0,2 1 15 0,0-1 3 0,1 3 3 16,1 0-10-16,-1-1 19 0,-1 1-16 0,1 1 24 0,-1-1-3 15,0 0-3-15,-1 2 4 0,2 0 2 0,-3 2 3 0,1-2 8 16,-1 1-1-16,1 2-6 0,-1-1-14 0,0 4 18 0,1-1-19 16,-1 0 7-16,1 2-6 0,0-2-9 0,0 1-16 0,0-2 8 0,3 4-6 15,-1-1 19-15,0-1 1 0,1 0-7 0,-1 0-18 16,2 2 19-16,-1-2-18 0,1 2 24 0,-1 0-1 0,0-5-8 0,-1-2-1 16,0 0 7-16,0 3-4 0,0 0 15 0,-1 0-3 0,2-1-5 0,-1 1-22 15,0-1 21-15,1-1-18 0,0 0 30 0,1-1-9 0,0-1-13 16,2-1-10-16,0 0 10 0,1 0-5 0,-1-2 28 15,2 1-9-15,2-1-7 0,1 1-24 0,1-2 18 0,3 1-14 0,3-2 27 16,0 0-9-16,3 1-8 0,1-1-6 0,2 1 3 0,-8-1 0 16,1 1 9-16,-3 1 1 0,1 0-6 0,9 0-8 0,0 0 14 15,0 2-13-15,-1-1 11 0,-2-2 0 0,1 1-5 0,-1 1 1 0,2-1-1 16,1 1 1-16,-1 1 1 0,1-2-2 0,1 2-2 0,2 0-9 16,3 0 19-16,4 0-14 0,1-2 23 0,-8 1-6 0,-1-2-8 15,2 2-4-15,-1-2 1 0,6 0 0 0,-1 1 15 0,-4-2-3 0,-1 1-6 16,2-1 2-16,2 1-2 0,-1-1 2 0,5 3 1 0,1-2-8 15,6 2-1-15,3-2-5 0,-7 3 13 0,3 0-7 0,-3-2 13 16,-1 2 2-16,4-1-13 0,-2-2-5 16,1 0 11-16,0 0-11 0,4 2 14 0,3-2-7 0,4 0-6 0,2-1 5 0,-2 0-4 15,-4 0 7-15,-3 0-2 0,-5 0 4 0,4 0-3 0,2 0-16 16,1-1 22-16,4 1-20 0,3 0 26 0,-3 0 1 0,-1 0-4 0,0-1-27 16,-3 0 22-16,-3 1-20 0,3-2 27 0,-4 1-1 0,1 1-13 15,4 3-3-15,4-1 9 0,3-1-8 0,-4 1 12 0,0-1-6 16,-4 0-3-16,0 2-2 0,4-2 1 0,-3 0 3 0,0 1 0 15,3 0 1-15,4 1-7 0,3-1-14 0,-3-2 22 0,0 3-17 0,-4-2 26 16,-5-1-8-16,2 2-12 0,0-2-2 0,3 1 4 0,3-1 1 16,2 0 10-16,-2 1 0 0,-4-1-6 0,0 0-12 0,-4-1 16 15,-2 0-15-15,0-1 19 0,-5 1 3 0,0 0-7 0,4-1-19 16,1 2 18-16,2-1-17 0,-1 0 22 0,-7 0 0 0,1-2-9 0,0 0-16 16,0 2 18-16,0-1-14 0,-4-1 28 0,-5 0-6 0,1 3-12 0,2-2-12 15,3 1 16-15,-1-1-10 0,3 1 24 0,0 0-5 16,-1 0-13-16,-2 1-1 0,0-2 2 0,0 1-1 0,-1-2 4 15,3 1-9-15,-3 1-6 0,2-3 10 0,0 1 0 0,1 1 5 0,5-1 2 16,-4 2-4-16,3-2 0 0,1 1-18 0,-8-1 13 0,-3-1-10 16,-3 0 28-16,-2-1-8 0,2 1-9 0,-1-2-10 0,-6 1 14 15,-1 0-8-15,-3 0 20 0,-3 0-4 0,-3-3-10 0,0 1-4 16,-3 1 15-16,1-2-10 0,-2 2 25 0,-2 0-3 0,0-2-8 16,-2-2-1-16,-2-2 8 0,-1 1-7 0,-1 0 8 0,-1 0-6 15,-2-2-6-15,-2 2-15 0,0 2 8 0,0-2-8 0,0 1 15 0,-1-1 2 16,2-2-3-16,-3 1-22 0,1 1 16 0,0-1-16 0,1 1 25 15,-1 0-4-15,1 2-10 0,2 0-9 0,-1 1 3 0,2-3-8 0,1 2-17 16,-2 0-6-16,3 0-10 0,1 2-49 0,-1-1-2 0,1 0-14 16,1 3-56-16,0-1-49 0,0 1-42 0</inkml:trace>
  <inkml:trace contextRef="#ctx0" brushRef="#br0" timeOffset="87381.67">4327 10327 670 0,'-24'-2'102'0,"2"0"210"16,7 0-307-16,5 2 12 0,3 0-7 0,4 0 28 0,2 0-8 0,1 0-9 0,0 0-41 0,1 0 27 0,0 0-26 16,2 3 41-16,2 1-7 0,2-2-9 0,0 5 4 0,2-1 1 15,3 1 3-15,0 2 4 0,3 0 0 0,0 3-7 0,1 4-13 16,0 3 18-1,-2 0-17-15,1 3 15 0,0-6-1 0,-1 1-6 0,3 1-7 0,1 1 2 0,3 4-1 0,3-3 13 0,-1-1-3 0,3-1-4 0,2 0-23 16,4-1 21-16,3 1-19 0,4-1 26 0,-1-2-6 16,-4 0-8-16,2 0-3 0,-3-1 1 0,1 0 4 0,3-2 17 0,-1-2-7 15,2 0-5-15,4-2-4 0,3-2 7 0,2-2-5 0,5 0 12 16,-3-2-3-16,-3 0 0 0,1-2 8 0,-4-3-3 0,-3-1 7 16,5-1 1-16,-3-3-2 0,1-3-4 0,8-3-4 0,3 0 9 15,2-3-9-15,-5 0-1 0,-2 0-4 0,-3-1-7 0,-2-3-11 0,4-2 10 16,-4 0-6-16,1-4 21 0,1-2-4 0,1-2-9 0,4-4-20 15,-2 3 23-15,-7-2-18 0,-5 1 29 0,-6 1-8 0,-4-2-13 16,4 0-4-16,-4-1 7 0,-3 1-2 0,0-2 13 0,-4 1 0 16,-1-1-6-16,0-5-15 0,-3-3 18 0,-2 0-15 0,0 2 20 15,-4 3 0-15,-1 4-5 0,-1-3-17 0,-2 4 8 0,-1 1-10 0,-4 1 17 16,-1 3-5-16,-2 2-2 0,-3-2-23 0,-3 1 19 0,-3-2-15 16,-3 0 34-16,-4 2-11 0,-1 1-11 0,-6 4 2 0,-2 0-4 15,-2 3 6-15,-4 1 1 0,-3 4 2 0,-6-1-2 0,-6 4-12 16,-7 0 18-16,-2 2-15 0,-5 1 21 0,1 4-2 0,1-2-6 0,-5 6-2 15,-1 1-3-15,-5 1 3 0,-5 3 3 0,-1 3 2 0,2-1 0 16,-1 4-9-16,-3 0 11 0,-2 6-11 0,-2 0 10 0,-1 1 6 16,5 4 2-16,3 0-21 0,-1 0 22 0,1 2-19 0,-2-1 29 15,-1 2-1-15,5 2-17 0,3 2-16 0,8-1 21 0,3-2-17 0,0 1 31 16,3-2-8-16,2 1-10 0,1 1-19 0,6 3 14 0,4 1-10 16,2 2 18-16,9 2 3 0,2 1-6 0,3 4-16 0,3 2 21 15,1-2-20-15,0 1 21 0,3-5-4 0,-1-1-9 0,3-2-12 16,3 0 5-16,5-2-4 0,5 0 25 0,3-3-6 0,3-1-7 0,6 0-11 15,3-1 8-15,5 0-8 0,2 0 12 0,2-1-2 0,3-6-5 16,0 2-5-16,1-2 11 0,2-2-5 0,2 3 17 0,2-5-2 16,2 1-11-16,7-3-15 0,2 2 19 0,5-1-17 0,5 0 27 15,-7-3-5-15,5-2-9 0,2-3-3 0,-3 0 5 0,5-4-2 16,0-1 0-16,-2 0-1 0,7 0-13 0,8 0-20 0,2 0 6 0,-2-2-12 16,-5-1-25-16,-8-1-8 0,0-2-13 0,7 0-93 0,4-1-41 15,9 0-8-15,1-2 46 0</inkml:trace>
  <inkml:trace contextRef="#ctx0" brushRef="#br0" timeOffset="88712.01">16888 10254 558 0,'-10'-9'157'16,"1"-3"227"-16,0 2-314 0,3 2-51 0,3 3-15 0,3-1 35 0,0 3-8 16,3-2-14-16,3 2-24 0,2-2 18 0,1 1-17 0,3 1 21 15,1-1-2-15,1 1-7 0,2-1-10 0,-1 1 6 16,2 1-2-16,1-2 19 0,1 2-3 0,3 1-6 0,2-2-18 0,6 0 20 16,1 0-16-16,2 0 33 0,-5-1-7 0,2 0-10 0,5-1 4 0,2 1-6 15,5-2 7-15,2 0-5 0,1 0-3 0,6-1-2 16,12-1-7-16,6 0 7 0,3-2-7 0,0-3 7 0,-7-3 1 15,-1-2-3-15,10-1-10 0,7-2 11 0,4-2-6 0,3-1 35 0,-9-2 2 16,-4-2-3-16,1-4-3 0,7 0 15 0,4-1-14 0,-2 1 15 0,-5-2-7 16,-6 0-6-16,6-3-9 0,5-3 0 0,5-4-1 0,1-5 12 15,-6 0-13-15,-5 2-2 0,10-3-21 0,4 2 8 0,6 0-6 16,2-2 11-16,-9 1 1 0,3-3-6 0,13-7-15 0,-1-4 9 16,0-1-8-16,-2 2 18 0,-5 5-3 0,5 0-7 0,4-4-11 15,-3-3 10-15,0-5-8 0,2-4 17 0,-3 3-5 0,0 2-5 0,1 2-3 16,-4 4 0-16,4-5 2 0,1-2 6 0,-5 0 1 0,-4-2-3 15,4 2-17-15,3 5 19 0,0 0-16 0,-2 0 25 0,-10 0-10 16,2-2-10-16,7-4 2 0,-1 3 2 0,-2 3 2 0,-8 2 4 16,-4 6-2-16,3-4-2 0,3-6-6 0,-2 0 4 0,-9-2-3 0,-4 3 12 15,-3 10-5-15,4 0-4 0,4 0 1 0,-3-6 3 16,-5-1 3-16,-6-2 17 0,-3 3-5 0,3 5-1 0,6 2-8 16,-1 2 9-16,-2 4-5 0,-5 1 13 0,-8 1-5 0,1 0-11 0,5-4-10 15,3 5 5-15,0 2-5 0,-2 2 8 0,-9 6 0 0,-6-1-2 0,-3 4-8 16,-2 2 5-16,-4 3-5 0,0 4 7 0,-3 1 2 0,-1 1-4 15,2 0-9-15,-5 1 0 0,-10 0-3 0,-5-1 0 0,-4 2-7 16,0 3-2-16,3 0-40 0,-4 5 14 0,-3-1-17 0,-3 2-2 16,-1 2 0-16,-1-2-15 0,0 1-28 0,-3 1-11 0,0 2-3 15,-1 1-54-15,0 4-11 0,-1-2-16 0,1 0-103 0,-2 3 177 16</inkml:trace>
  <inkml:trace contextRef="#ctx0" brushRef="#br0" timeOffset="89070.9">24278 5561 1351 0,'-8'-11'12'0,"2"1"-13"0,2 5 18 15,3 1-5-15,0 1 24 0,2 1-4 0,1-1-4 0,3-2-12 0,1 1 18 16,3-2-13-16,4-2 25 0,1 2 2 0,4-1-11 0,2-2-22 15,3 0 30-15,2 0-27 0,3 0 26 0,3-1-12 16,8 0-18-16,6 1-17 0,2 0 17 0,-2 3-13 0,0-2 20 0,-2 3-6 16,-1 0-13-16,6 1-14 0,-2-1 16 0,-1 2-11 0,3 1 20 15,3-1-6-15,-2 0-10 0,3 3 1 0,-7-1 3 0,-5 0 1 0,-2 0 4 16,-6-1-3-16,0 2-4 0,-3-1 1 0,-3 1 11 0,-2 1-4 16,-3 1 26-16,-4 0-9 0,-4 1-5 0,2 1-4 0,-3-1 6 0,-2 4-1 15,-2-2 3-15,-1 1 1 0,-1 2-11 0,-2 2-16 16,0 3 18-16,-3 4-17 0,-2 2 23 0,-4 1-2 0,-2 3-7 0,-2 4-19 15,-2 0 15-15,-2 1-14 0,-3-2 18 0,1-3-4 0,1 1-10 16,-2 1-26-16,0 0-11 0,-1 1-4 0,1-1-33 0,0-1-10 16,1 0-1-16,2 1-78 0,-1 4-76 0,0 1 6 0,-2 5-24 15</inkml:trace>
  <inkml:trace contextRef="#ctx0" brushRef="#br0" timeOffset="91303.79">4441 11758 891 0,'-20'5'221'0,"0"-2"-149"0,5 0-103 16,4 3 23-16,3-1 14 0,5-2 1 0,3 1-7 0,0-1-10 15,3-1 11-15,3 0-9 0,2-1 24 0,2-1 3 0,1-1 4 16,1-2-19-16,2-1 20 0,0 0-16 0,2-2 22 0,2 2-4 0,1-2-15 16,2 1-3-16,3 0 14 0,1 1-11 0,1-1 15 0,1 1-7 15,3 0-5-15,4 1 2 0,1 2 2 0,-6-1 0 0,-3 2-6 16,1 0 4-16,-1 0-7 0,7 0-5 0,-2 1 20 0,0 0-16 16,-1 0 28-16,1 2-5 0,2 1-7 0,4 0-17 0,3-2 17 15,5 2-13-15,1-1 17 0,-4 0-4 0,3 1-16 0,1-2-9 0,0-1 18 16,7-2-15-16,-1-1 34 0,2-4-9 0,8-2-8 0,8-2-18 15,-3-2-1-15,3 0 10 0,-5 0 21 0,-3 3-5 0,5 1-10 0,6 5-13 16,7 0-3-16,-5 4 1 0,2 2 9 0,-9 3 6 0,-4-1 7 16,8 1-7-16,2 0 7 0,3 0-8 0,-1 1 1 0,-5 2-1 15,-5 1-9-15,-1 0-9 0,1-1 20 0,-2 0-16 16,6 0 28-16,-5 0-1 0,-2 1-11 0,-3 1-8 0,-7 1 17 0,-2-1-13 16,-2 0 17-16,-4-1 1 0,1 1-10 0,2 0-11 0,0 1 20 15,0-2-18-15,-8 0 20 0,-2-1-8 0,-4 0-10 0,0-4-15 16,-1-1 9-16,-5-1-8 0,-2-1 12 0,-2 1-3 0,-2 2-6 0,2-1-28 15,-2-3 5-15,-2 3-15 0,0-2-38 0,-5 1-29 0,1-1-32 16,-1 1-116-16,-1 0-84 0,1 2-11 0</inkml:trace>
  <inkml:trace contextRef="#ctx0" brushRef="#br0" timeOffset="96684.78">3958 12124 256 0,'-11'-32'16'0,"4"14"235"16,2 3-119-16,-1 2 1 0,1-2-134 0,-1 2 22 0,0-1-11 16,2 1 46-16,-2 1-3 0,-1 2-10 0,0 2 2 0,-2 3 9 15,-3-2-6-15,0 4 15 0,-1-2-6 0,-4 2-9 0,-2 3-16 16,-2 0 12-16,0 3-14 0,3 2 5 0,-3 3-8 0,-3 2-7 15,-4 4-20-15,-4 4 6 0,-2 1-5 0,-1 4 10 0,1-1-6 0,0 1-7 16,-2 0-18-16,-1 1 19 0,-4-1-14 0,-2 0 24 0,1 2-1 0,1-1-8 16,-1 6-19-16,-1 0 15 0,-1 4-13 0,-1 4 33 15,7 0-5-15,3 5-7 0,4 3-7 0,2-1 3 0,2 1-2 16,3 1 15-16,4-2 1 0,1 1 1 0,2 5-14 0,2 8 13 0,2 4-10 16,2 5 19-16,2-1 0 0,3 1-9 0,2 3-20 0,2-1 17 15,2 8-19-15,0 2 16 0,0-4-3 0,3 1-5 0,3-3 0 0,2-3 0 16,4 2 3-16,3 6-2 0,0-1 4 0,1 2-5 0,2 0-6 15,0-2 12-15,1 4-10 0,1 7 13 0,-2-1-4 0,0 2-8 0,2-2-10 16,2-1 14-16,1 1-6 0,0-1 30 0,2-1-23 0,2-4-2 16,1-4-9-16,4-5 11 0,-2-1-6 0,-2-3 33 0,-8 0-6 15,-2-2-10-15,22 58 41 0,-40-123 25 0,49 108-95 16,-29-51 42-16,-5 2 2 0,-3 7-7 0,-2 0 14 0,-2-4-12 16,-1-2 19-16,-3-4-10 0,0 1-6 0,-1 9 1 0,-1 5 5 15,1 6 1-15,0 1 21 0,1-9-3 0,2 0 1 0,0 11-14 0,1-1 12 16,0 4-13-16,1-2-3 0,3-12-10 0,4-12-18 0,4-8-25 15,5-6 1-15,5-10-11 0,6-3-38 0,8-9-3 0,6-8-18 0,8-8-43 16,4-9-8-16,0-11-14 0,8-12-64 0,7-10-26 16,10-6-7-16</inkml:trace>
  <inkml:trace contextRef="#ctx0" brushRef="#br0" timeOffset="97757.45">4603 16182 499 0,'-1'0'147'0,"-3"2"190"0,2-1-233 0,1-1-32 0,0 1-27 0,1 0 15 0,0-1-5 0,0 3-11 0,0 1-23 15,1-2 17-15,0 4-15 0,0-1 29 0,0 2-7 0,2 1-10 16,-2 1-22-16,-1-1 26 0,1 1-20 0,-1 1 42 16,0 1-9-16,0 2-15 0,0 1-22 0,1-2 23 0,-1-2-19 15,0-2 28-15,2-2-7 0,1-1-16 0,0 3-22 0,4 0 14 0,1 1-15 0,4-2 19 16,1-2-2-16,6 1-5 0,5-4 2 0,3-1 1 0,-3-1 0 16,0-1 3-16,2-3-3 0,-1-1-2 0,7-1-16 0,1-1 9 15,-2 0-8-15,3 0 9 0,-1 3-3 0,1 1-6 0,5 1-2 0,0 2 4 16,2 0-1-16,1 0 14 0,-6 2-3 0,0 0-2 0,1 1-18 15,0 2 16-15,2 0-11 0,1 1 30 0,-3-1-2 0,0 1-6 0,6 0-11 16,4-1 6-16,2 1-6 0,3 1 7 0,-5-3-5 16,2 0-5-16,2-3-8 0,0-1 9 0,8-3-6 0,-1-1 14 15,5-3 1-15,6-2-7 0,5-1-9 0,1-1 7 0,-3-1-7 0,-2-1 11 16,2 0 1-16,6 1-2 0,7 0-8 0,-1-4 7 0,1 3-7 16,-3-1 5-16,-5 4 1 0,4 4-4 0,88 1 6 15,-165 5 16-15,156 0-33 0,-87 1 25 0,2 3-2 0,3 0-10 16,-5-1 8-16,1 4-6 0,-4 2 10 0,-9 1-2 0,0 4-8 15,-3-1-5-15,1 1 16 0,2-5-10 0,-4 0 26 0,-4 0-6 0,-5-1-9 16,-1 2-5-16,-2-1 5 0,1-2-3 0,0-1 5 0,-1-1-4 16,2-4-4-16,5 0-20 0,0-1 14 0,-5-1-11 0,0-3 17 15,-3 0-3-15,-3-2-9 0,4-1-9 0,-6 0 3 0,-5 0-5 16,-1-2-4-16,-5 3-2 0,-3 1-6 0,-2-2-27 0,-2 2 8 0,-4 3-12 16,-3 1 1-16,-5 1-7 0,-3 0-11 0,-2-2-46 0,-2 2-9 15,-2-1-9-15,0 1-42 0,-3-1-28 0,-1 1-14 0</inkml:trace>
  <inkml:trace contextRef="#ctx0" brushRef="#br0" timeOffset="103357.71">20532 14869 700 0,'-9'-1'236'0,"1"-2"340"0,1 2-424 0,4-1-108 15,2 2-5-15,1-1-29 0,0 0-8 0,2 0-8 0,0-1 3 0,2 0-7 0,-1 3 8 16,1 3 7-16,1-3-5 0,-1 0 3 0,0-1-18 0,-1 2 15 0,-1 4-8 16,2 2 24-16,-1 2-10 0,2 3-13 0,-2 3 8 0,1 5 1 15,1 1 6-15,1 3 1 0,-2 2-2 0,1 7-2 0,-1 3-12 16,-1 7 9-16,1 3-8 0,-3 2 17 0,-1 5-3 0,0 4-5 16,-5 6-9-16,-1-1 2 0,-3-3-3 0,-1-1 21 0,0-6-3 15,-1 1-1-15,0 5-16 0,1-1 9 0,1 2-9 0,0-3 11 0,3-4 1 16,1-3-2-16,-1 0-1 0,3-3 0 0,1-2 0 0,-1 2 4 15,2-2-2-15,1 0-4 0,0 4-1 0,-1-2 6 0,1-2-5 16,1 0 12-16,2-8 3 0,0-1 2 0,1-3 0 0,1-2 11 16,0-4-8-16,3-2 9 0,2-2 1 0,3 0-8 0,3 2-17 0,4-1 24 15,3-2-19-15,3-3 38 0,-3-1-4 0,1-3-9 0,9 2-11 16,3-2 10-16,9-3-11 0,2-3 2 0,-1-2-5 0,4-2-10 0,13-1-3 16,6-2 4-16,2-1-4 0,3-1-1 0,-5 0 0 0,1 0-4 15,5 2-16-15,7 1 19 0,4 1-16 0,2 1 23 0,0-3-3 16,-2 4-11-16,6-3 2 0,6 1 4 0,1-1 1 0,-1-3 10 15,-6-1-5-15,2-5-2 0,8-3-11 0,5-1 10 0,3-3-7 16,-3-3 15-16,0-2-5 0,1-3-10 0,2 1-13 0,-2-1-8 16,-7 2-2-16,-2 1-41 0,-6 2-5 0,-4-1-10 0,-2 2-14 15,-9 2 3-15,-8 3-4 0,-1 1 0 0,-6 1 2 0,45 2-137 16,-104 3-132-16,76 2 447 0,-43-1-435 0,-11 1 217 0,-5-4-52 16</inkml:trace>
  <inkml:trace contextRef="#ctx0" brushRef="#br0" timeOffset="104444.77">19738 15555 810 0,'-9'-1'53'0,"-3"-1"5"0,3 0 13 16,1 1-23-16,3-1 7 0,3 0-2 0,1-1-10 0,1 1-8 0,1 0 18 16,0-1-13-16,0-1 28 0,1 2-7 0,1 0-13 0,0-1-20 15,2 2 11-15,-1-2-14 0,3 2 9 0,2 0-8 0,-1 0 0 0,1 1-23 16,0 0 10-16,-2 0-7 0,4 1 26 0,-1 1-10 0,1 2-6 16,0 3-30-16,1 0 17 0,1 2-15 0,1 2 27 0,0-2-1 15,0 2-7-15,3 2-19 0,0 0 9 0,1 1-9 0,-1-1 25 16,0-1-5-16,1 1-7 0,1 0-19 0,0 0 8 0,0 0-11 15,-1 1 5-15,-1-2-5 0,0-1-6 0,0 0-11 0,-3-3 2 16,-1-2-5-16,-8-1-23 0,-1-1-16 0,-1-1-22 0,0-2-65 0,4-1-6 16,-1 0-13-16,-2 0-67 0,-1-2 147 0,0-2-15 0</inkml:trace>
  <inkml:trace contextRef="#ctx0" brushRef="#br0" timeOffset="104631.66">20050 15375 731 0,'-7'-3'161'0,"-3"2"32"15,0 1-25-15,1 2-34 0,1 2-30 0,2 3-16 16,-1 1-16-16,1 4-18 0,2 3 3 0,-2-1-5 0,3 3-7 0,-1 1-10 16,1 0-10-16,-2 2-18 0,2 3 5 0,-1 2-5 0,-1 0-2 15,2 1 0-15,-1 0-7 0,0 2 0 0,-1 5 5 0,1 3-3 16,-2 4 2-16,1-2-2 0,-1-2-2 0,0 2-8 0,2-2 8 0,-1 0-4 16,1 1 14-16,2-2-5 0,-1-5-9 0,3 4-44 0,2-1-1 15,2-1-17-15,1 4-89 0,1 1-51 0,2 3-48 0</inkml:trace>
  <inkml:trace contextRef="#ctx0" brushRef="#br0" timeOffset="105321.56">22651 17395 1209 0,'-19'22'240'0,"-3"-3"-207"15,3-1 25-15,-5-3-88 0,0-1 6 0,0-2-32 0,-1 0 3 0,5 0 19 16,1-1 11-16,5 1 17 0,3 2 3 0,0-1-1 0,2 1 7 15,0-1-3-15,0 1-5 0,1-1-8 0,-1 1 0 0,0-1-5 0,0-1-17 16,3 2-6-16,0-2-4 0,2 5-16 0,0-2 3 0,0 0-2 16,1-1-4-16,-1 0-15 0,1-2-17 0,-2-2-129 0,2 0 142 15</inkml:trace>
  <inkml:trace contextRef="#ctx0" brushRef="#br0" timeOffset="105547.54">22106 17327 1640 0,'18'37'-311'0,"-18"-16"617"15,-2-4-100-15,-2 4-102 0,7 5-93 0,0-2-4 0,4 1-7 0,2 0 6 16,4-1 5-16,6-1 3 0,4 1-1 0,4 1 8 0,0-2-7 16,0 2 0-16,0-1-2 0,-2 0-6 0,5-1-6 15,-1-1-4-15,5-3 0 0,3 0 4 0,1-2-5 0,4 1 2 0,3-2-15 16,-5-2 3-16,-1-1-5 0,-1-3-5 0,-3 1-1 0,0-4-6 0,-4-2-46 15,-4-1-3-15,-2-2-14 0,-3-1-50 0,-4-1-15 0,-2 0-23 16,-2-1-152-16,-3-1 206 0</inkml:trace>
  <inkml:trace contextRef="#ctx0" brushRef="#br0" timeOffset="106719.68">20994 15343 1156 0,'3'0'255'15,"-7"0"-210"-15,1-2 40 0,-2 0-65 0,1 0-4 0,2 2-19 0,1-1-16 0,1-1-4 0,0-1-8 0,3-1 10 16,3-1 3-16,-1 0 3 0,4-1 15 0,0-1-3 0,1 2-2 16,1-1-42-16,-2 2 13 0,3-1-22 0,-2 2-12 0,-1-1 0 15,1 2-12-15,-1 0-31 0,-2 1-35 0,-1 0 4 16,0-2 15-16</inkml:trace>
  <inkml:trace contextRef="#ctx0" brushRef="#br0" timeOffset="106931.43">21118 15611 1929 0,'-14'25'359'15,"-11"-4"-329"-15,-5 0 10 0,0 3-22 0,5-1-6 0,3 0-11 16,5 0-19-16,4-2-7 0,4-2-9 0,3-2-38 0,4-4 16 15,2-1-18-15,4 1 15 0,2 1-26 0,4 3-23 0,4 0-75 16,0 0-24-16,3 0-11 0,1 0-195 0,-1-3 248 0,0 1-43 0</inkml:trace>
  <inkml:trace contextRef="#ctx0" brushRef="#br0" timeOffset="107096.28">21318 16365 1991 0,'-5'41'-251'0,"1"-20"399"0,-2-7-19 0,1-2-111 0,2-6-36 0,2-4-19 16,4-2 2-16,2-3-38 0,4-5-3 0,3-5 3 0,6-5-73 0,3-6-23 15,2-6-19-15,4-5-188 0,1-6 223 0,4-7-35 16</inkml:trace>
  <inkml:trace contextRef="#ctx0" brushRef="#br0" timeOffset="107254.92">22331 14609 2553 0,'-6'17'-531'0,"-5"-12"862"15,-5-1-122-15,-4 1-209 0,-3 2-16 0,-1 2-17 0,-2-1 4 16,4 0-60-16,1-2 2 0,8-2-10 0,4 0-6 0,3 0-5 0,5-3-5 16,1 1-73-16,2 1-27 0,4-2-36 0,2 1-100 0,4-2 190 15</inkml:trace>
  <inkml:trace contextRef="#ctx0" brushRef="#br0" timeOffset="107475.07">22334 15545 2360 0,'-16'56'52'0,"-4"7"88"0,0 6-212 15,2 0 39-15,1-1 43 0,0-8-11 0,2-12 2 0,3-13-13 16,6-6-34-16,8-10-36 0,8-3-33 0,7-2-41 15,4 1-22-15,4-4 7 0,-2-1-107 0,1-2-51 0,-2-2-48 0</inkml:trace>
  <inkml:trace contextRef="#ctx0" brushRef="#br0" timeOffset="107611.36">21425 15755 2250 0,'-25'4'57'0,"1"-4"-57"0,4-2-11 16,5-3-22-16,6-4-11 0,3-4-39 0,3-1-1 0,3-2 4 16,5-2 41-16,4 0 4 0,3-1 8 0,5-1-23 0,1 0 4 15,3 0-12-15,0-4-11 0,-1 3-5 0,0-2-6 0,1-3-18 16,1-3 6-16,0-3 0 0,3-6 32 0,0 3-21 0,-1-6-14 0,-3-2-105 16,1 2-5-16,4-3-26 0</inkml:trace>
  <inkml:trace contextRef="#ctx0" brushRef="#br0" timeOffset="107760.27">22298 14668 823 0,'8'-7'188'16,"-5"5"267"-16,-3-1-215 0,-2 3-57 0,-3 0-52 0,-4 0-82 16,-5 3 12-16,-3 1-23 0,-4 1 14 0,-3 0-11 0,0 1-16 0,-2 2-23 15,3 0 13-15,9-2-14 0,2 1 13 0,5-4-6 0,1 2-9 16,-1-3-19-16,3-1-8 0,3-1-3 0,2 0-33 0,2-3 3 16,3 1 1-16,4-4-45 0,6-2 1 0,-4-2-16 0,6-2-46 15,4-2-3-15,3-1-20 0</inkml:trace>
  <inkml:trace contextRef="#ctx0" brushRef="#br0" timeOffset="107904.24">22300 14851 2096 0,'-15'73'-14'0,"6"-45"54"0,-1-4 1 0,-1 1 4 0,3 2-21 16,-1-2 11-16,1 0-19 0,1-5-25 0,4-5-8 0,3-3-18 0,6-2-23 15,3-2-4-15,5 0-4 0,3-2-13 0,2 2 7 0,3-3 3 16,1 0-60-16,2 1-28 15,1 1-4-15,1-1-94 0,1 0-48 0,1 2-25 0</inkml:trace>
  <inkml:trace contextRef="#ctx0" brushRef="#br0" timeOffset="108036.64">22534 15656 2009 0,'-3'1'-41'16,"-24"26"57"-16,14-16-177 0,4-2-52 0,5-7-73 0,4 1-213 0,2-3 294 15</inkml:trace>
  <inkml:trace contextRef="#ctx0" brushRef="#br0" timeOffset="108184.47">22348 15915 1817 0,'2'25'316'0,"-2"-5"-312"0,-2-4-6 16,-1-6-94-16,4-6-71 0,4-4-7 0,6-4-346 0,5-4 304 0,3-5-34 0</inkml:trace>
  <inkml:trace contextRef="#ctx0" brushRef="#br0" timeOffset="108348.58">23113 16036 2199 0,'-4'53'-32'16,"-4"-31"43"-16,-1-10-27 0,1-1-23 0,-3-6-97 0,1-6-7 0,3-7-10 15,5-6-3-15,3-3-23 0,6-1-13 0,3-4-203 0,2-1 245 16</inkml:trace>
  <inkml:trace contextRef="#ctx0" brushRef="#br0" timeOffset="108517.93">23163 14779 2031 0,'3'2'-121'0,"-3"-2"258"0,-3 2-35 0,-3 3-37 15,-1 0-35-15,-2 2 10 0,-1 0-13 0,0 2 1 16,5 0-11-16,0-1-9 0,3 0-22 0,0-3-1 0,-2 0-5 0,1-3-30 16,3-2-14-16,0 0-21 0,4 0-37 0,3-1-19 0,0-3-3 0,4 1-114 15,6-4-66-15,7-1-47 0</inkml:trace>
  <inkml:trace contextRef="#ctx0" brushRef="#br0" timeOffset="108667.01">23387 15390 2186 0,'-5'46'376'0,"-5"-8"-421"0,1 0-19 15,0 0 37-15,2-5-28 0,2-8 62 0,2-8-67 0,3-5-30 16,3-6-42-16,5 2-48 0,4-2 1 0,4 3-9 0,6 0-59 15,4 3-57-15,3-1-52 0</inkml:trace>
  <inkml:trace contextRef="#ctx0" brushRef="#br0" timeOffset="108805.6">23602 16237 1713 0,'-5'8'49'0,"2"-4"-59"0,2-3-68 0,1-5 7 0,2-3-137 0,4-7-13 16,3-6-28-16</inkml:trace>
  <inkml:trace contextRef="#ctx0" brushRef="#br0" timeOffset="108947.65">23392 15937 1381 0,'-9'6'239'0,"0"0"-267"0,0-1-10 0,1-3-180 16,2-6-69-16,3-8 6 0,3-8 61 0</inkml:trace>
  <inkml:trace contextRef="#ctx0" brushRef="#br0" timeOffset="109103.62">23673 14670 2412 0,'-14'32'41'16,"9"-19"-178"-16,-1-1-38 0,4 6-15 0,1 6 157 0,1 5-56 0,-2 2 108 16,-1-4-4-16,-1-4 3 0,-1-9-9 0,2-5-4 0,-1-2-2 15,3-4-19-15,1-1-184 0,2-4-92 0,4-1-101 0</inkml:trace>
  <inkml:trace contextRef="#ctx0" brushRef="#br0" timeOffset="110830.15">20615 15604 646 0,'3'-2'96'0,"1"-1"220"0,0-1-314 15,2 1 15-15,-5-1-21 0,3 1 14 0,1 1 1 0,2 0-4 16,7-1 9-16,1 1 3 0,3 2 2 0,1-2 7 0,-2 1 2 16,2 0-5-16,-1-1-16 0,0 1 29 0,1 0-25 0,0 0 39 15,0 1-5-15,1-2-6 0,3 1-14 0,0-3 6 0,3 2-5 16,2-2 11-16,2-1-8 0,3 1-13 0,5-3-22 0,0 0 22 16,-4-1-21-16,4 0 13 0,-2-1 6 0,2-1-9 0,6-1-13 0,-2 0 5 15,0-1-8-15,1 1 17 0,2 1-5 0,3 4 0 0,4 1-15 16,-2-1 17-16,3 1-11 0,0-2 37 0,-4 0-4 0,3 0-5 0,1-1-4 15,-2 2-7-15,4-1 5 0,3 2-7 0,-2-1 0 0,1-2 2 16,3-1-7-16,-4 3 21 0,0-1-15 0,-1-1 20 0,-1 2-7 16,4-3-15-16,3 0-12 0,3-2 9 0,0 0-7 0,-1 2 25 15,-4-1-5-15,0 0-4 0,1 0-24 0,4-1 17 0,2 1-15 16,-1 0 20-16,-5 1 1 0,-2 1-9 0,-3 1-6 0,3 0 9 16,-4 0-7-16,1 1 22 0,3 3-2 0,0-4 1 0,2 2-13 15,-3-1 12-15,-4 2-7 0,0-1 23 0,-4 2-10 0,0 1-11 0,5-1-8 16,1 2 1-16,0 1-2 0,-6 1-4 0,-2 0 0 15,-2 1-2-15,0-2-16 0,1 1 13 0,-4 1-14 0,-5-2 7 0,-4 3-3 16,-1-2-8-16,0 1-14 0,1-1-9 0,0 1 3 0,-2-2-24 16,-3 3-8-16,-10-2-7 0,-1 1-64 0,-4-2-24 0,1 0-15 0,2 0-210 15,-3 0 236-15,1-4-41 0</inkml:trace>
  <inkml:trace contextRef="#ctx0" brushRef="#br0" timeOffset="111980.79">19690 15191 251 0,'-11'-2'76'0,"2"-2"-37"0,2 3 2 0,1 0-32 0,0-1 12 15,2 0-6-15,-1 0-17 0,2 1-7 0,1 0 9 0,0 0-4 16,-2 1 15-16,6-2-3 0,1 2-8 0,1-1-24 0,0 0 29 16,-4-2-23-16,-3 1 37 0,2 0-7 0,-1 0-15 0,0-1-14 15,1 1 26-15,-1 0-14 0,1 0 53 0,0-1 7 0,0 2-9 0,1-2-6 16,-1 3 22-16,1 0-22 0,-1 0 12 0,1 0-9 0,0 0-12 0,0 0-20 16,0 0 18-16,0 0-15 0,-5 0 33 0,4 3-2 0,0-2-8 15,-1 1-14-15,1 0 18 0,0-1-16 0,1 1 19 16,0-2-7-16,0 0-11 0,1 1-24 0,-1 0 5 0,2 2-5 15,-1-1 23-15,1 0-1 0,1 0-4 0,0 2-9 0,0-1 12 0,1 0-13 16,0 1 9-16,0 0-8 0,-4 1-5 0,-2-1 4 0,1 1-10 16,0 0 12-16,5 0-5 0,-1 2 3 0,0-3 1 0,2 2-11 15,-2-1 25-15,2 2-20 0,-1-1 31 0,-1-1-7 0,1 1-9 0,-1 1 2 16,3-1 4-16,-2 1-3 0,2 3-3 0,0 3-3 0,0 0-11 16,1 1-2-16,1-3 16 0,1-1-13 0,-1 1 16 0,0-2-8 15,-3 2-10-15,1 1-6 0,-1 0 1 0,2 0-2 0,-1 1 11 16,-1-2-4-16,1 0 0 0,0-3-8 0,-2 0 3 0,2-1-2 15,-2-1 6-15,2 0-1 0,-2-1-3 0,2 4-12 0,0 0 5 16,-2 2-4-16,1-2 16 0,-1 0 0 0,1-2-1 0,-1 0-20 0,1 0 21 16,-1-2-19-16,-1 2 18 0,2-1-3 0,-2-1-14 0,1 1 1 15,-1-3 6-15,1 1-5 0,1-1-19 0,1-1-6 0,-2 2-19 16,2-3-46-16,0 2 4 0,0-2-16 0,0 1-25 0,-2-1-23 0,1-1-19 16</inkml:trace>
  <inkml:trace contextRef="#ctx0" brushRef="#br0" timeOffset="112421.78">20329 15200 347 0,'-3'0'61'0,"0"0"68"0,0 0-103 0,-2 2-13 0,1 0-28 0,-2 0 2 0,0 0 5 0,2-1 1 0,-1 1 24 16,1 0 12-16,-1 1 3 0,0-1 18 0,-1 1 15 0,2-1-12 15,-2 2 14-15,0-1-3 0,2 2-5 0,-3-1-21 0,0 0 6 0,0 1-10 16,-2-1 0-16,1-1-7 0,-1 4-6 0,0-3-13 0,2 2 3 15,-1-2-5-15,1 2 1 0,1 1-3 0,-1 0-1 0,-1 2-10 16,2 0 9-16,0 0-5 0,-2 0 13 0,8-2 1 0,-3 0-11 16,0 2 0-16,0 2 8 0,-7 3-8 0,1 1 19 0,-1 0-4 0,0 1 2 15,-2-2 8-15,3 1-8 0,-1-2 10 0,2 2-8 0,-1-3-6 16,0 1-6-16,0-1-22 0,0 3 19 0,1-1-16 0,-3 0 23 16,2 0-6-16,0 1-13 0,0-1-12 0,0 2 3 0,2-2-2 15,0-1 14-15,1 1 3 0,0-2-1 0,-1 1-15 0,1-1 22 16,1 1-18-16,0-2 23 0,2-1-4 0,0 2-10 0,2-2-4 0,1 2-7 15,0-2 2-15,3 3-38 0,0-1-17 0,0-1-18 0,2 1-100 16,-1-4-22-16,2-1-24 0</inkml:trace>
  <inkml:trace contextRef="#ctx0" brushRef="#br0" timeOffset="121372.76">4216 15186 389 0,'-12'-2'57'0,"2"1"-26"0,3-1 8 0,3 2-19 0,2-1 40 0,-1 1-8 0,3 0-14 16,0 0-43-16,3 0 27 0,-1 1-26 0,2 1 37 15,2-2-5-15,2 2-11 0,1 1-2 0,1-1-1 0,0-1 3 0,-3 2 6 16,-2-2 2-16,2 2-3 0,2-1-15 0,7 0 24 0,1 0-23 0,3 1 24 16,0-2-9-16,-1 0-7 0,3-1-6 0,-3 2 5 15,1-1 1-15,1 2 29 0,2-2-9 0,0 1-7 0,5 0-20 0,2 0 9 16,0 1-10-16,2 1 10 0,0-3-3 0,4 3-3 0,1 0-10 16,-8 1 9-16,1-1-4 0,-3 1 23 0,-2-2-4 0,4-1-7 15,-2 0-19-15,-3 1 22 0,-1-3-19 0,3 0 27 0,-1-1-6 16,3-5-10-16,1 1-3 0,4-4 2 0,2 0-1 0,4-3 7 15,0-1-4-15,2-1-3 0,-6-3-14 0,4 0 5 0,-3-2-5 0,-2 0 9 16,1-1-3-16,-2 0-3 0,2-3-10 0,-1 0 8 0,1-1-5 0,0 1 16 16,-2-1-2-16,-2-3-10 0,2-1 2 0,-3-1 4 0,-3 4-4 15,-6-2 3-15,-4 1-3 0,-2 2 0 0,0-3 0 0,4 1-4 16,-1 3 4-16,-2 0 5 0,-5 4 0 0,-2-1 0 0,0-2-15 16,-2 1 20-16,0 4-17 0,-3-1 18 0,-1 0 0 0,-3 1-9 15,-3-2 0-15,-2 1 7 0,-3 0-5 0,-2-1 7 0,-3 2 3 16,-1 0-8-16,-6 1-14 0,-4 0 21 0,-3 4-19 0,1 1 18 0,-2 2-4 15,-4 2-8-15,-5-2-7 0,-7 1 7 0,0 0-4 16,0 3 10-16,4 2-3 0,-2-1-5 0,-3 1-18 0,-3 2 17 0,-5 0-12 16,-1 1 23-16,0 0-8 0,2 0-11 0,-3 2-12 0,0 2 18 15,4-1-10-15,2 3 28 0,-2-1-1 0,-1 3-9 0,-4-1-11 16,-3 4 11-16,0-2-10 0,3 0 12 0,3 0-4 0,6-1-3 0,0 4-7 16,0 3 5-16,-1 5 1 0,-3-3 17 0,4 4-6 0,0-3-7 15,1 2-10-15,3 1 11 0,3-2-8 0,4 2 10 0,7-4-1 16,2 3-4-16,3 1-4 0,5 1 0 0,3-1 0 0,3 2 5 0,3-3 0 15,2 3 0-15,2 2-13 0,4 1 14 0,2 1-11 0,2-2 12 16,5-6-4-16,2 0-8 0,2 2-2 0,3-4 6 0,-1 5-1 16,4-1 14-16,2-5 3 0,2 0-4 0,3 0-11 0,3-3 14 15,2 3-13-15,2-2 11 0,3-2-5 0,3 1-10 0,1 1 3 16,-3-2 0-16,1 1 2 0,-1-1-10 0,-1 1-5 0,4 0-10 0,-1-1-30 16,2-1-3-16,2 1-12 0,6-2-78 0,3-2-51 0,9-1-44 15</inkml:trace>
  <inkml:trace contextRef="#ctx0" brushRef="#br0" timeOffset="123308.11">15902 14754 256 0,'-20'16'21'0,"11"-12"296"0,1-1-139 0,1-1 6 0,2 0-152 0,1 0 8 0,3-2-6 0,1 0-9 0,1-1-3 16,3 0-8-16,0-1 9 0,2-3-3 0,0 3 6 0,2-5 4 0,-1 3-6 15,3-3-6-15,2 2-18 0,2-2 28 0,2 1-21 0,-1-1 45 16,2 1-3-16,1-1-6 0,2 0-29 0,6-1 24 0,3 2-20 15,6-2 46-15,2-1-9 0,-4 0-12 0,7-2-21 0,2-2 20 16,0 0-19-16,8-2 13 0,-2 1-7 0,2-2-16 0,9 0-6 0,8-5 3 16,3-3-5-16,5-3-3 0,-2-4 4 0,0-3-2 0,10-5-12 15,6-3 18-15,7 1-14 0,-1-3 25 0,-2 3-2 0,3 2-7 0,8 0-13 16,5 2 12-16,0 0-11 0,-4-1 8 0,-3-2-1 16,1-2-9-16,5-8-6 0,-1 2 9 0,-4 4-5 0,-1 0 4 0,-4 11-8 15,-2 0-11-15,1-2-6 0,-7 6 2 0,-4 0 1 0,2 1 23 16,-4 3-3-16,-3-1 3 0,-3-3-1 0,-8-5-8 0,-4 1 8 15,0 2-4-15,0 3 4 0,-1 2 2 0,-2 1-42 0,-6-1-5 16,-8 3-16-16,-5 3-72 0,-7 2-22 0,-3 2-32 0,-4 0-138 16,-3 0 193-16</inkml:trace>
  <inkml:trace contextRef="#ctx0" brushRef="#br0" timeOffset="123608.35">19149 13139 462 0,'-57'12'252'16,"12"1"-124"-16,3-4 197 0,-3 2-237 0,11-2 34 0,4 1-48 0,5-1 3 16,7-2 3-16,7-4-13 0,4 0-2 0,6-2-5 15,2-1-6-15,5-1-34 0,4-3-4 0,5-1-7 0,8-3-12 0,5 1 10 16,5-2-9-16,5-2 9 0,4 3 0 0,2-1-5 0,3 0-4 16,-1 0 0-16,-1 2-1 0,0 1 6 0,-4 1 0 0,0 1-1 15,1 0-7-15,-2 1 6 0,3 2-5 0,1 1 6 0,1 0 3 0,0 1-2 16,-6 1-10-16,0 3 7 0,-5 0-6 0,-3 3 15 0,-2 1-3 15,-6 3-4-15,-3 4-6 0,-4 2 11 0,-3 3-7 0,-3 3 21 16,-3 2 9-16,-3 4 0 0,-4 8-10 0,-3 5 14 0,-3 1-15 16,-5 1 19-16,-2-5-3 0,-3-2-5 0,-4-1-21 0,-2 0 11 0,-3-1-13 15,-3-2 4-15,2-1-5 0,0-2-8 0,4-1-29 0,8-1 7 16,5-4-16-16,2-3-46 0,6-5-27 0,-3-5-33 0,4-4-153 16,2-4-71-16,4 0-25 0</inkml:trace>
  <inkml:trace contextRef="#ctx0" brushRef="#br0" timeOffset="125042.5">20481 12530 690 0,'1'-3'247'0,"1"-1"-113"0,-1 2-92 0,1-1-11 0,0 2 0 0,1-2-2 16,2 3-3-16,1-1 5 0,-1 0 15 0,1 1-8 0,-1 0 21 0,0 0-5 15,-1 0-13-15,1 0-24 0,-3 1 24 0,0-1-22 0,1 1 30 16,-2-1-6-16,0 0-11 0,0 2-8 0,0-1 11 0,1 0-8 15,1 1 10-15,-1 0-9 0,1 1-13 0,2 2-18 0,-1 0 13 16,2 1-12-16,-1 3 11 0,2-1 3 0,-1 1-6 0,-2 2-8 0,2 1 0 16,-2 2-4-16,0 1 11 15,-1 3 5-15,1 3 2 0,-2 3-15 0,0 4 20 0,0 3-18 0,0 1 20 0,0 4-5 16,-1 4-10-16,0 2 2 0,-1 4-3 0,0-1 4 0,0-2-7 0,0-3 5 16,0-2-3-16,0 2-2 0,-1 0 10 0,1 2-12 0,1-1 2 15,0 1 3-15,1 2-1 0,2-1-15 0,-4 0 14 0,0-4-13 16,0-3 18-16,0-4 3 0,3-2-7 0,1-4-5 0,2 1 8 0,0 0-8 15,0-1 11-15,1-3-7 0,0 1-3 0,-1 2-6 0,-2 1 2 0,-2 0 2 16,1-2 12-16,-2-1-1 0,0-6-2 0,0 2-16 0,0-5 12 16,1-2-8-16,2 2 24 0,0-3-5 0,1-3-7 0,1 0-12 15,0-3 18-15,1-2-13 0,-1 0 28 0,3-2-4 0,0-2-8 16,4 0-6-16,-1 0 9 0,3-1-7 0,0-2 20 0,3 0 1 16,0-1 0-16,4-1-16 0,1-2 8 0,1 1-10 0,4-2 7 15,1 0-1-15,4-1-6 0,5 2-7 0,0-1 5 0,1-1-6 0,-4 1 7 16,0 1 0-16,1-1-1 0,0 4-22 0,2 0 16 0,-1 2-15 15,-2-3 31-15,1-3-1 0,0-1-3 0,3 0-17 0,6 0 12 16,1 3-11-16,-2-1 14 0,2 2 0 0,-2 1-8 0,1-1-3 0,3-1 8 16,-4-1-8-16,-2 1 7 0,0 0-5 0,2-1-4 0,4 1-15 15,0 2 13-15,-5-1-9 0,3 2 20 0,-6 1-2 0,-1 0-9 0,2 1-18 16,-7 1 15-16,-4 0-13 0,-2 3 23 0,-5-1-11 0,-2 1-11 16,0 2 3-16,-3-1 2 0,0 2 5 0,0-1 7 0,-2 0-8 15,-3 2-13-15,0-2-10 0,-1 1 4 0,-2-2-4 0,0 0-12 16,-1-3-12-16,0 2-15 0,0-1-78 0,0 1-17 0,-1-2-16 15,1 1-151-15,-2-2-76 0,-6 0-69 0</inkml:trace>
  <inkml:trace contextRef="#ctx0" brushRef="#br0" timeOffset="126628.14">20909 13571 1408 0,'-8'2'64'0,"0"0"23"0,1-2-62 0,0 1-14 0,3 0-16 0,2 0-4 0,2-1 9 16,0 0-4-16,0 0 11 0,2 0-1 0,2 0-6 0,-1-1-10 16,2 0 1-16,0 0-7 0,0-1-1 0,-1 1 0 0,1 0 2 15,-1-1-25-15,1 0-3 0,-1 1-5 0,1-1-37 0,-1 0-13 0,2-1-23 16,1 1-102-16,-1 0-8 0,2 0-32 0</inkml:trace>
  <inkml:trace contextRef="#ctx0" brushRef="#br0" timeOffset="126813.26">20972 13440 1333 0,'-11'-4'72'0,"1"-1"35"0,1 1-81 0,1 0-5 15,2 1-17-15,3 0-18 0,3-1 24 0,0 0-20 0,3 2 30 0,2-3-12 16,0 3-15-16,3-1-42 0,1-1-13 0,1 1-2 0,1-5-37 15,2 3 3-15,0-2-1 0,2-1-47 0,-1 0 3 0,2 1-18 16,-1-4-36-16,-1 4 113 0,1-1-7 16</inkml:trace>
  <inkml:trace contextRef="#ctx0" brushRef="#br0" timeOffset="126949.03">21145 13181 1376 0,'-10'0'-112'0,"6"2"241"0,0-2-46 0,-1 0-44 0,2 2-53 15,-5 0 30-15,4-1-27 0,0 0 33 0,3-1-13 0,1 1-18 16,0-1-41-16,2 0-18 0,1 0-2 0,2 0-77 0,3 0-16 0,1-3-22 16,-3-1-25-16,-1-1 110 0</inkml:trace>
  <inkml:trace contextRef="#ctx0" brushRef="#br0" timeOffset="127099.73">21317 13080 1449 0,'-12'2'295'0,"4"-2"-268"0,-3 0 30 0,2 1-60 0,4 0 3 16,1 0-13-16,2 1 0 0,2-2-3 0,2 1-12 0,3-1-40 15,1 1-11-15,-1-1-8 0,3-1-76 0,0-3-16 0,2 0-27 0,0-3-88 16,0-1 167-16</inkml:trace>
  <inkml:trace contextRef="#ctx0" brushRef="#br0" timeOffset="127262.81">21340 12724 1056 0,'-10'0'371'0,"1"-2"-230"0,1 1-141 0,3-1-22 16,2 2-45-16,3 0-13 0,4 0-39 0,3 0 42 0,2 0-19 16,1 0 19-16,1-1-83 0,0-2-15 0,1 2-25 0</inkml:trace>
  <inkml:trace contextRef="#ctx0" brushRef="#br0" timeOffset="127420.11">21538 12571 1328 0,'-16'-4'331'0,"0"1"-301"16,8 2-36-16,5 1 8 0,9 1-79 15,11-2-76-15,9-5 1 16,6-7-66-16,3-4-90 15,-1-3-107-15</inkml:trace>
  <inkml:trace contextRef="#ctx0" brushRef="#br0" timeOffset="127612.81">21655 12424 846 0,'-12'-2'-204'0,"6"0"411"0,1 0-49 0,0 0-62 16,1 1-44-16,2-1 23 0,0 1-25 0,2 1 22 0,0 0-12 15,0 0-14-15,0 0-39 0,0 0 16 0,0 0-17 0,0 0 7 0,1-1-7 16,-1 1-15-16,1-1-15 0,0-2 0 0,1 0-6 0,0 2-16 15,-1-1-6-15,0-1-7 0,1 0-30 0,-1-2 7 16,1 0-9-16,0-3 12 0,-1 3 7 0,-1 0-3 0,1 0 1 0,0 0 24 16,-1 0-16-16,0 1 28 0,0-2 3 0,-1 1-9 0,1-1 37 15,0 1-13-15,0 1 20 0,2-1-29 0,0 0-19 0,5-2-20 0</inkml:trace>
  <inkml:trace contextRef="#ctx0" brushRef="#br0" timeOffset="127795.65">21737 12294 1288 0,'-33'5'82'0,"1"1"-3"0,-2-1 23 15,13 1-31-15,1 0-27 0,4 3-44 0,4-1 12 0,-1 0-16 16,5-3 11-16,4 0-7 0,2-2-7 0,2 0-47 0,2 1-2 16,2 0-12-16,3 0-45 0,3-2-25 0,0 2-28 0,1-1-118 15,0-1 166-15</inkml:trace>
  <inkml:trace contextRef="#ctx0" brushRef="#br0" timeOffset="127966.45">21655 12796 1253 0,'-29'30'-56'0,"20"-15"127"15,0-1-10-15,0 1-9 0,1 5-26 0,-6-6-2 16,1 1-7-16,2 0-12 0,2-3-1 0,2 5-2 0,2-5-39 0,3 0 8 15,2-2-22-15,0-1-45 0,0-1-27 0,2-1-29 0,1 1-79 16,-1-1 122-16</inkml:trace>
  <inkml:trace contextRef="#ctx0" brushRef="#br0" timeOffset="128157.85">21024 13526 915 0,'-19'13'307'0,"-1"1"-177"0,4-4-110 16,1 0-20-16,4-1 12 0,4-1-4 0,1-2-8 0,4-1-2 15,0-1 4-15,2 0 0 0,0-3 1 0,2 2-3 16,2-1-9-16,0 0-16 0,2 0 5 0,0-2-7 0,1 2 2 0,0-2-10 0,0 0-2 0,-1 0-37 16,1-2-12-16,0 1 0 0,-3 1-39 0,2-1 4 15,-2-1-7-15,1 1-33 0,-1 0 21 0,0-2-25 0</inkml:trace>
  <inkml:trace contextRef="#ctx0" brushRef="#br0" timeOffset="128358.88">20934 13633 438 0,'-7'6'92'0,"1"-3"85"0,2 1-35 0,1-1-37 15,0 1-33-15,1-1-21 0,1-1 4 0,0 0-6 0,1 0 1 0,-1-1-7 16,1-1-3-16,0 0-31 0,0 0 0 0,0 0-5 16,2 0 1-16,0-3-7 0,2-1-7 0,0-1-25 0,3-2 1 0,2-4-8 15,1 1-24-15,2-3-22 0,3 2-17 0,3-3-81 0,1 0-22 16,2-2-13-16</inkml:trace>
  <inkml:trace contextRef="#ctx0" brushRef="#br0" timeOffset="128535.44">21437 12899 905 0,'5'-27'-171'0,"-3"13"320"0,-2 2-45 0,0 3-62 0,0 3-43 16,-2 1 34-16,1 3-30 0,0-2 52 0,0 4-9 0,0-1-12 0,1 0-45 15,0 1 15-15,0-1-19 0,0 1 13 0,2 0-3 0,2-3-17 16,1-1-12-16,3 0 9 0,1 2-11 0,1-3-11 0,3 1-17 15,0-3-14-15,3 1-63 0,4-2-35 16,1-1-4-16</inkml:trace>
  <inkml:trace contextRef="#ctx0" brushRef="#br0" timeOffset="128639.03">21791 12591 1162 0,'-12'-1'-154'0,"3"0"315"0,-2 1-40 16,-1 0-41-16,-3 0-21 0,-2 1-10 0,2 0 3 0,-2 2-22 0,4-2-8 15,3 0-7-15,4 1-20 0,1 0 12 0,2-2-16 0,3 2-30 16,0-2-21-16,1 0-29 0,2-2-53 0,4 1-36 0,2-2 9 15,2 0-104-15,4-3 153 0,2 1 1 0</inkml:trace>
  <inkml:trace contextRef="#ctx0" brushRef="#br0" timeOffset="132960.17">15799 13310 256 0,'-2'0'29'0,"2"-6"408"0,0 3-201 16,0-1 5-16,3 0-229 0,-1 1 8 0,2-1-3 0,1 1 25 0,-1-2 4 16,3-1-2-16,0 0-5 0,1 1 26 0,2-3-21 0,-1 1 20 15,1-1-17-15,0-1-21 0,1 0-19 0,3-1 12 0,3-1-8 0,2-1 27 16,2-1-12-16,2-1-9 0,3 0-10 0,3-2 7 16,4 2-4-16,2 0 9 0,0 0-1 0,-4-1-5 0,3-1-30 0,-1 0 13 15,0 0-14-15,3-2 35 0,-3 0-10 0,-3 2-6 0,0-3-20 16,0 2 1-16,-3 2-4 0,-2 2 6 0,-1 3 3 0,0-5 0 15,0 1-3-15,2-1-5 0,0-2 4 0,-3 3 5 0,1-1 3 16,-9 1 4-16,-1 0-16 0,2 1 14 0,1-1-13 0,5 2 6 16,0 2-9-16,-2-1-12 0,-2-3-43 0,-3 1-10 0,1-1-6 0,0 1-47 15,-1 0-16-15,-1 2-15 0,2-2-51 0,0 0 120 0</inkml:trace>
  <inkml:trace contextRef="#ctx0" brushRef="#br0" timeOffset="133248.43">16541 12385 989 0,'-14'-10'90'0,"3"1"39"0,3-1-17 0,4 2-28 0,0 0-26 15,4 1-45-15,2-1 9 0,2 0-17 0,2 1 2 0,0 0 1 16,3 0-5-16,4-1 0 0,0-1 17 0,5 1-10 0,2 2 26 0,3-2-5 16,2 0-14-16,-3 0-7 0,4 0 8 0,2 3-9 0,3 0 1 15,4 2-6-15,-3 0-5 0,-1 2 8 0,-1 1-6 0,1 1 9 0,1 3-15 16,-1-1 3-16,-2 3-4 0,1 1 4 0,2 2 8 0,-2 1-6 15,0 3 8-15,-4 3-5 0,-7 2-1 0,-2 1-2 0,-2 10 6 16,-3-1-2-16,0 5 4 0,-4-2-2 0,-8 3-7 0,-6 2-10 0,-6 0 5 16,-8 1-4-16,-4 0 9 0,1-1-2 0,-5 0 0 0,-6 1 5 15,-2-1-5-15,-2-3 6 0,2 1-1 0,5-4-2 0,1 1 2 16,3-4-10-16,4-3 8 0,6-2-11 0,5-3-23 0,5-3-21 16,5-4-20-16,3-3-115 0,5-2-26 0,6-3-15 0,3-4 73 0</inkml:trace>
  <inkml:trace contextRef="#ctx0" brushRef="#br0" timeOffset="133976.2">17811 11445 1349 0,'-1'-6'57'0,"0"0"-38"0,1-1 32 0,0 2-17 16,0 3-11-16,1 0-25 0,1 1 7 0,3 1-5 0,-1 0 17 0,2 0 3 0,0 3-8 0,1-2-8 16,-1 1 15-16,2 2-15 0,-2-1 6 0,0 3-1 0,1 1-7 15,-1 0-12-15,0-2 16 0,0 3-12 0,-1 2 21 0,-1 1 1 16,1 8-8-16,1 0 3 16,-1 4 5-16,1-1-7 0,-1 1 0 0,-2 1-4 0,0 1 1 0,1 0-16 0,-2 5 10 15,-1-1-6-15,0 6 23 0,-1 0-4 0,0 3-8 0,-2 4-19 0,0 1 15 16,-2 0-11-16,1-2 18 0,-2-4-1 0,-1-5-9 0,0 1-2 15,-1-2 5-15,2-2-1 0,0-2 18 0,1-1 0 0,-1-2 0 16,2 2-20-16,0-1 11 0,0 1-10 0,2-1 19 0,1-2-4 0,0 0-6 16,0-3-7-16,2-4 0 0,1-4 1 0,0-2 12 15,2-2 0-15,-1 2 2 0,2 0-13 0,1 0 16 0,1-1-14 0,1-1 18 0,1-1-9 16,1 0-10-16,2 1-11 0,2 0 8 0,1 2-3 0,2 0 21 16,2 0 0-16,-1-1-5 0,5 0 11 0,4 0 2 0,0-1 0 15,-2-2 2-15,0-1 6 0,4 1 3 0,5-1-15 0,7-4 12 16,-1 1-12-16,1 1 14 0,1-2-10 0,3-1-9 0,10-1-16 0,3-2 8 15,3 0-7-15,2-2 7 0,-7-1-7 0,-3-1-7 0,1 0-17 16,-4 0 0-16,-3 0-3 0,-1 0-3 0,-1-1 4 0,-2 0-1 16,-7-1-4-16,0 0 13 0,-3 2-10 0,-4-1 18 0,0 3-1 15,-6 1-3-15,-4 0-42 0,-4 2 8 0,-4 0-19 0,-2 1-36 16,-3 0-24-16,0-1-30 0,-3 2-129 0,1 2-52 0,-2 2-25 16</inkml:trace>
  <inkml:trace contextRef="#ctx0" brushRef="#br0" timeOffset="134752">18382 11540 175 0,'-8'0'305'0,"2"-2"-218"15,1 0 26-15,0 2-13 0,1-1-26 0,2 2-2 0,0 1-16 0,-1-1 7 16,1-1-6-16,0 1 9 0,1 0-13 0,0 2-14 0,-1-2-17 16,2 1 9-16,-1-2-8 0,1 1 8 0,0 0-10 0,-2 0-9 15,2 2-20-15,2-2 13 0,-1 1-8 0,1-1 15 0,0 0-1 16,0 2-15-16,3-2-14 0,-2 2-3 0,2-2-9 0,-1 1-58 0,0 1-14 16,0 0-18-16,2 2-44 0,-2-2-7 0,1-1-3 0,-1 0 74 15</inkml:trace>
  <inkml:trace contextRef="#ctx0" brushRef="#br0" timeOffset="135009.1">18636 11721 1140 0,'5'0'33'0,"-5"-2"-11"0,0 2-13 0,1 0-7 0,0 2-4 15,1 0-33-15,-2 2 26 0,0-1-23 0,0 1 34 0,0-1-7 16,5 0-11-16,-1 1-37 0,2-3-3 0,-1 2-6 0,0-3-19 16,1 1 9-16,-2-1-8 0,1 1-16 0,0-1 5 0,1 0-17 15,-1-1 34-15</inkml:trace>
  <inkml:trace contextRef="#ctx0" brushRef="#br0" timeOffset="135215.6">18774 11799 1263 0,'-19'4'47'16,"9"0"-44"-16,1 1 17 0,2 1-8 0,4-1-5 15,1 2-4-15,1-1-7 0,0 2-7 0,1 1 4 0,0-3-2 16,2 2 9-16,1-2-11 0,2-2-11 0,-1 2-20 0,1-2 8 15,-1 1-9-15,1-1 1 0,-1-1-13 0,1-1-11 0,1 0-34 0,2-2-24 16,0 0 8-16,1 0-67 0,-1 0 103 0,0 0-3 0</inkml:trace>
  <inkml:trace contextRef="#ctx0" brushRef="#br0" timeOffset="135346.76">18864 11984 1348 0,'-4'0'-127'0,"1"0"225"0,1-1-37 15,1 1-45-15,0 0-27 0,1 0 4 0,1 1-4 0,1 1 16 0,2 0 3 16,0 3-3-16,1 1-25 0,-1 0 24 0,1 2-22 0,-2-2 12 16,2 0-18-16,-2 0-24 0,1-1-28 0,0-1-13 0,0-1 4 15,1 1-31-15,-1-3 1 0,2 2-4 0,-1-2-87 0,1 1 130 16</inkml:trace>
  <inkml:trace contextRef="#ctx0" brushRef="#br0" timeOffset="135510.32">19070 12185 997 0,'6'0'233'0,"-7"0"-198"15,0 0 64-15,1 0-120 0,2 0 5 0,6 0-16 0,2 2-5 0,3-1 5 16,0 2 0-16,1-1 4 0,-1-1-3 0,-5 2 3 0,-2 0-16 16,0-2-11-16,0 0-13 0,6-1-27 0,1 1 21 0,-2-1-14 15,0 0 39-15,-1 0-6 0,-1-1-10 0,-1 0-51 0,-1 0 67 16</inkml:trace>
  <inkml:trace contextRef="#ctx0" brushRef="#br0" timeOffset="135701.6">19338 12188 1056 0,'-8'0'-53'0,"3"1"105"0,-1 1-14 16,0 0-20-16,1 1-32 0,-1 1 22 0,3-2-21 0,-1 1 22 15,2-1-7-15,1 0-9 0,0 0-24 0,1-1-1 0,1 1-2 16,1-2 1-16,1 0 2 0,0 0-4 0,0 0-31 0,1 0 10 0,0 0-19 16,0 0-24-16,0-3 1 0,-2 2-13 0</inkml:trace>
  <inkml:trace contextRef="#ctx0" brushRef="#br0" timeOffset="135906.04">18993 12086 426 0,'-9'-6'175'0,"-3"3"-92"0,2 0 105 0,-2-1-117 0,1 2 16 16,1 0-32-16,1 2 12 0,4-1-9 0,0 0-7 0,1 0-15 16,-1-1 1-16,1 1-4 0,0 0-15 0,2-1-7 0,0 2-11 0,0-2-39 15,2-1 15-15,0 1-22 0,0-2-19 0,2-1-20 0,1 1-24 16,3-2-92-16,0 0-40 0,-3 0-10 0</inkml:trace>
  <inkml:trace contextRef="#ctx0" brushRef="#br0" timeOffset="136086.57">18542 11646 1122 0,'-15'-15'199'0,"0"4"-197"0,-1-2-2 0,4 1-13 0,3 3 7 16,3 3-5-16,0 0 1 0,4-1 3 0,0 3-10 0,0 0-7 15,-1 1 24-15,1 0-20 0,-1-1 31 0,0 2-3 0,0-1-6 0,-1 2-10 16,-2-2 8-16,-1 2-4 0,1-2 12 0,-2 3-2 0,1-1-7 16,0-1-14-16,0 0 0 0,4 1-8 0,0 0-53 0,3-1-36 0,0 1-27 15,4-3-163-15,5 4 171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7:38:22.84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3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7:39:22.871"/>
    </inkml:context>
  </inkml:definitions>
  <inkml:trace contextRef="#ctx0" brushRef="#br0">12508 16794 256 0,'16'2'0'0,"-7"-1"154"0,10-1 583 0,3 1-283 0,2-1 0 0,3 1-437 0,-10-4-27 0,9 1 16 0,-1 0-13 0,-6 0 24 0,3 1-2 16,3-1-8-16,0-1-7 0,5 1 8 0,-3 0-6 0,-3 0 8 0,1-1-3 0,0 1-7 0,1 0-9 0,0 0 14 0,2 0-10 15,-1 2 19-15,0 0-3 0,-2 0-11 0,5 2-9 0,-1 0 14 0,-1 2-11 0,-6 1 13 0,-2-1 1 0,2 2-8 0,1 1 1 16,5-1 10-16,1 2-9 0,-6-2 6 0,-3-2 3 0,-2 1 1 0,1 0-10 0,1 2 10 0,0 3-10 0,0-1 10 0,1 0-2 0,-1 0-9 15,3 0-3-15,3-1 7 0,1 1-5 0,3-2 5 0,3-3-3 0,-1 1-5 0,-2-3 4 16,3 0 0-16,1-2 4 0,1 0 1 16,4-1-3-16,-3 0-3 0,1-2-9 0,0 2 12 0,0-2-8 15,2 1 13-15,1 2-4 0,2-2-8 0,3 0-4 0,-4 0 11 0,1 0-5 0,-1 1 5 16,-2-2 5-16,3 0-8 0,-2 0-10 0,-2 1 17 0,1 0-15 0,2-1 19 0,-1 2-3 0,4 1-9 16,2 0-3-16,-3 0 11 0,2 0-7 0,-3 0 12 0,-1 1 3 0,1 2-7 0,-2-1-2 15,-2 2 7-15,0 1-8 0,0 2 6 0,2-2 0 0,2 1-2 0,2-1-17 0,-2 0 15 16,1-1-13-16,-2 0 23 0,-2-1-5 0,4-1-8 0,-5 1-17 15,0-2 16-15,-2 0-12 0,2 1 22 0,0 0-4 0,2 1-10 0,1-1-11 16,0 0 16-16,-8-2-11 0,2 0 21 0,-4 1-6 0,-1 0-10 16,5 0-1-16,-6 1 3 0,-2-1-2 0,-4 2 6 0,0-1-4 15,-3 2-4-15,1-1-4 0,-1 2 7 0,-5-1-3 0,0 2 6 16,-2-1-3-16,-1 1-10 0,-1 0-19 0,-1-3 3 0,-2 4-10 0,-3-3-44 16,-1 1-36-16,-3-1-34 0,-1-1-194 0,-1 1 208 0</inkml:trace>
  <inkml:trace contextRef="#ctx0" brushRef="#br0" timeOffset="1089.82">16065 17039 256 0,'0'-3'20'0,"0"1"295"0,0-1-135 0,0 1 12 0,0 0-193 0,0 0 18 0,1 0-17 16,1 1 49-16,0 1-8 0,1 0-7 0,0-1 1 0,-1 1 0 15,2 0 0-15,0 1-11 0,2 0-1 0,-1 1-7 0,3 0-23 16,0 0 27-16,1-1-24 0,0 0 30 0,0 0-3 0,1 1-12 16,0-1-9-16,1 0 13 0,-4-1-9 0,0 0 19 0,1 0 1 0,0 0-10 15,6 0-16-15,2-1 30 0,2 0-27 0,-1 1 30 0,-2-2-4 16,1 1-15-16,-2 1-15 0,0-1 15 0,0 1-12 0,-2 0 29 16,0 0-2-16,2 0-8 0,1 1-17 0,2-1 24 0,3 0-19 0,0 1 39 15,-1-1-7-15,1 0-10 0,4 0-24 0,-1 0 11 0,6 0-11 16,2 0 16-16,-2-1-4 0,-4-1-6 0,-2 2-24 0,1-3 17 15,2 2-14-15,3-2 25 0,-2 2-7 0,-4 0-10 0,-4 1-14 16,-2-2 12-16,-1 2-8 0,-1 0 20 0,-3 2-8 0,-1 0-10 0,-1 1-46 16,-1 1 7-16,-2-3-18 0,-1 4-39 0,-1-2-26 0,-1-1-33 15,1 2-169-15,0-1 199 0</inkml:trace>
  <inkml:trace contextRef="#ctx0" brushRef="#br0" timeOffset="13146.25">5673 17858 194 0,'-3'-1'-9'0,"-1"0"-45"0,2-1 67 0,1 2 31 0,1 0-12 0,0 0 6 0,0 0-5 0,0 0-11 16,0 0-23-16,0 0 22 0,1 2-17 0,0-1 41 0,1 0-6 16,0 0-14-16,0-1-28 0,1 2 29 0,2-1-27 0,0-1 37 15,1 0-3-15,1 0-7 0,-1 0-3 0,2-1-1 0,0-1 2 16,-1 0 7-16,1 1-8 0,-6-2-6 0,0 2-21 0,0 0 24 0,2-2-19 16,4 2 37-16,0-1-14 0,-1 2-15 0,2-1 10 15,1 1-10-15,1 0 13 0,0 0-10 0,1 1-3 0,-1-1-1 0,0 3 1 16,0-2 4-16,1 1-4 0,-1-2-3 0,1 1-4 0,-1 1-1 15,1 1-8-15,2-2 7 0,0 0-1 0,4-1 14 0,0 2 3 16,1-2-10-16,4-2-10 0,1 1 28 0,3-1-24 16,4-2 32-16,1 1-4 0,4-2-10 0,3 0-13 0,-6-1 10 0,2 0-9 0,-3 1 11 15,-1 0-4-15,2 0-9 0,2 0-12 0,0 0 22 0,1 0-17 16,2 2 29-16,0 1-6 0,2 0-12 0,2 4-8 0,2 1 5 16,-5 1-2-16,1 1 35 0,-3 1 0 0,-2-3 3 0,6 3-10 15,-2-1 8-15,2 1-12 0,0 2-10 0,3-2-7 0,2 2-8 0,10-1-5 16,2 0 3-16,0-3-1 0,-2 0 14 0,-4-3-5 0,-2 0-6 15,5-1-7-15,4-1 5 0,3 0-5 0,0-2 9 0,-3 0-5 16,-2 1-3-16,-3-5 0 0,-5 4-6 0,3-4 8 0,-5 0 2 16,-1-1 0-16,3 0 0 0,3 1-11 0,1-1 12 0,-3-1-9 15,-2 0 18-15,-7 0-3 0,-1 0-6 0,2-1-5 0,-2 0 2 0,1 1-2 16,-2 0 7-16,2 1 3 0,-1 0-3 0,4 1-9 0,-2 1 14 16,-6 3-12-16,-4 1 6 0,-3 1-13 0,-2 2-13 0,4 4-34 15,-6 3-38-15,-1 4 7 0,-3 3-192 0,-4 3 169 0,-1 4-25 0</inkml:trace>
  <inkml:trace contextRef="#ctx1" brushRef="#br0">24110 11934 0</inkml:trace>
  <inkml:trace contextRef="#ctx0" brushRef="#br0" timeOffset="60425.34">18594 8751 217 0,'-2'0'471'0,"0"-3"-218"0,-1 0 314 0,-1 2-347 0,1 0-91 0,1 1-51 0,1 0-15 0,0 0-17 0,0 2-27 0,1 2-17 0,0 1 21 0,0 2-21 0,2 4 28 0,1 2-10 0,3 1-14 0,0 5 8 0,1-1-2 0,1 4 4 0,0 6 13 0,-4 2-1 0,1 6 1 0,2 3-21 0,-2-4 18 0,4-1-21 0,1 2 22 15,-1-8-8-15,0 1-10 0,0-3-9 0,-3-5 5 0,0-1-6 0,0 3 6 0,1-5 2 0,-1 2-5 0,0-1-11 0,-1-3 14 0,-2-3-16 0,1 1 3 0,-3-3-6 0,0-1-11 0,1-1-42 0,-1-3 4 0,0-3-12 16,0-1-17-16,1 0-4 0,-2-2-14 0,0-3-31 0,-2-2-17 15,0-4-6-15,0-3-81 0,-1-2 1 0,-4-2-6 0</inkml:trace>
  <inkml:trace contextRef="#ctx0" brushRef="#br0" timeOffset="60670.98">18603 8815 306 0,'2'-9'174'0,"1"1"-43"0,1 0 109 0,-1-1-56 15,-3 2 20-15,0-1-64 0,1 0-14 0,-2-1-21 16,1 2-33-16,0-4-25 0,2 4 12 0,6 0-25 0,1 2-2 15,1 0-7-15,0 2-11 0,3 2-10 0,-1 1 9 0,0 0-10 16,3 1 18-16,-2 1-8 0,0 3-5 0,0 1-11 16,-2 1 4-16,0 0-2 0,-1 2 6 0,-4-2 6 0,0 2-4 0,-3 2-7 15,1 2 17-15,-3 1-17 0,-1 1 44 0,-2 1 2 16,-2 0-5-16,-3 2 9 0,1 0 5 0,-3 2-8 0,-2 1-11 16,0 2-3-16,-1 0-8 0,0 0-24 0,-1-3 16 0,0-5-18 15,1-3 17-15,-1-2-1 0,3-3-13 0,0 2-14 0,1-2 18 16,2-2-15-16,-1-1 18 0,3-3-14 0,-1-1-18 0,1-5-43 15,3-1-23-15,0-5-2 0,1 0-124 0,1-3-42 0,-4-3-39 0</inkml:trace>
  <inkml:trace contextRef="#ctx0" brushRef="#br0" timeOffset="60920.16">18826 8324 1122 0,'-2'7'253'0,"1"-1"-61"16,0 2-31-16,1 1-67 0,1 3 10 0,2 1-20 15,0 1-31-15,4 8-10 0,0 2-1 0,1 5-9 0,0 3-8 16,-2-7-2-16,0 0-6 0,2 3-3 0,-3-4 8 0,2 2-9 16,-1-2 6-16,-1-6 3 0,0-1-7 0,2-1-16 0,0-3 17 15,0-1-22-15,3 2 12 0,-1-5-3 0,-1 0-6 0,1-2-29 16,0-4-9-16,0-1-2 0,2 0-54 0,1-4-40 15,0 0-11-15,3-5-190 0,1-3-92 0,5-1-20 0</inkml:trace>
  <inkml:trace contextRef="#ctx0" brushRef="#br0" timeOffset="61171.24">19313 8437 1017 0,'-19'49'-392'0,"9"-23"741"0,0-4-78 0,1 0-128 15,0 2-62-15,2-3 23 0,3-1-49 0,2-1 16 0,2-6-7 0,3-1-17 16,2-3-6-16,1-4 4 0,2 0-12 0,2-2 15 0,-1-3 2 16,1 0-3-16,3-4-6 0,0-1 16 0,2-2-20 0,2-2 15 15,-2 2-7-15,0-4-14 0,1 1-5 0,-3 0 9 16,-2 0-13-16,-1-2 4 0,-3 3 0 0,-1-1-6 0,-4 2-3 16,-2 0 11-16,-1 1-12 0,-4-1 15 0,0 0-12 0,-2 3-10 15,-1 0-11-15,0 3 2 0,2 0-3 0,-2 2 3 16,1-3-6-16,1-1-7 0,1 1-36 0,0-1 2 0,1 3-10 0,0-2-41 15,2 2-29-15,2-3-30 0,0 0-143 0,1-3-47 0,3-2-27 16</inkml:trace>
  <inkml:trace contextRef="#ctx0" brushRef="#br0" timeOffset="61385.28">19606 8268 938 0,'0'8'246'15,"-4"1"-4"-15,0 3-57 0,0 1-27 0,3 4-14 0,1-3-31 16,2 3-31-16,4 0-43 0,1 1 11 0,0 4-24 16,-2 2-4-16,-2 1-3 0,2-3-12 0,-1-2-5 0,4-2 5 15,1-5-7-15,1 0-1 0,0-3-4 0,2-3-9 0,-1 6-21 16,-1-5 0-16,-1 1-6 0,-1 0-32 0,-4-1-27 0,-1-1-9 16,-1-2-83-16,-2 1-46 0,0 0 32 0,0-2-119 15,-2 1 183-15,-2-3 18 0</inkml:trace>
  <inkml:trace contextRef="#ctx0" brushRef="#br0" timeOffset="61520.57">19617 8479 576 0,'0'7'274'15,"1"-5"-119"-15,0-1 174 0,-1 1-133 0,1-1 9 0,-1 0-49 16,2-1-70-16,-1 2-31 0,2-2-37 0,0-2-13 16,1-2-3-16,1 1 1 0,2-3-3 0,-1 1-17 0,2-2-5 15,2-4-70-15,2 1-36 0,1-1 9 0,2-3-193 0,-2-1-112 16,5 1-31-16</inkml:trace>
  <inkml:trace contextRef="#ctx0" brushRef="#br0" timeOffset="62052.03">20460 7655 607 0,'-8'-3'309'0,"1"3"-161"0,-1-1 212 0,-3 0-214 0,1 1 10 0,-1 1-37 0,-1 1-8 0,1 1-26 0,1 2-26 0,-1-1-35 0,2 4 15 0,-1-1-23 0,0 4 24 0,0 0-5 0,0 4-11 0,-3 5 0 0,3-1 2 0,0 6-4 0,0 5 5 0,2 3-4 0,1 4-2 0,2 12-21 0,0 3 14 0,1 1-15 0,-1 5 22 16,2-6-8-16,2-5-11 0,1 5-16 0,1-10 19 15,1 1-16-15,5 2 23 0,1-4-9 0,2 0-18 0,1-1 8 16,1-9-4-16,2-3 4 0,4-3-60 0,-1-3 23 0,2 0 1 15,2-2-84-15,1-6-53 0,2 0-15 0,2-1-244 0,3-2 249 16,-2 0-11-16</inkml:trace>
  <inkml:trace contextRef="#ctx0" brushRef="#br0" timeOffset="66839.69">20921 8121 256 0,'-16'2'20'0,"9"0"310"0,0-1-110 0,-1 0 22 0,2-1-150 0,-2 1 8 0,2-1-24 0,0 3-26 0,2-2-9 0,-1 2-20 0,2 1-8 0,0-3 10 0,-1 3-14 0,1 0 4 0,2-2-1 0,-1 5-3 0,0-2 3 0,1 0 5 0,1 1-4 0,0 1 25 0,0-4-6 0,3 5-2 0,-1-1-10 0,0-1 12 0,0 2-13 0,3 1 17 16,-2 0-2-16,3-1-6 0,-1 3-8 0,2-2 19 16,0 0-20-16,2-3 27 0,0-1-9 0,-1 0-12 0,2 0-9 15,-1-1 5-15,1-2-8 0,1 0 9 0,-1-2-8 0,2 0-6 16,-1 0-12-16,-2-2 11 0,0 0-8 0,1-3 12 0,-1 1 0 0,0-1-9 16,1 0-14-16,-1-1 7 0,-1 1-12 0,0-2-8 0,-1-1-4 15,1-1-8-15,0 2-34 0,-1-2 1 0,0-1-9 0,-3 1-16 16,1-3-3-16,-2 1-9 0,0-2-49 0,0 0 9 0,-1-2-14 15,-2-1 30-15,0-2-10 0,0-1 1 0,-1-3-29 0,-2 4 2 16,2-3 17-16,-1-1 146 0,2 3 4 0,0-3 40 0,0 3-33 16,2 3 20-16,-2 1-16 0,0 3 40 0,0 2 0 0,0 3-3 0,1-2 11 15,1 3 53-15,-1 1-23 0,0 4 99 0,-1 0-25 0,0 0-34 0,1 1-16 16,0 0 10-16,0 0-10 0,1 1 2 0,-3 1-13 16,-1 2-11-16,1 3-22 0,0 0 2 0,5 1-7 0,2 1 0 15,0 0-13-15,-1 0-8 0,1-1-20 0,-2 0 3 0,2 1-5 16,0 0 4-16,-1 2-2 0,2-2-4 0,1-2-27 0,0 0 18 0,-2-1-17 15,1-1 29-15,1-1-5 0,-2-1-14 0,-1 0-7 0,1-1 18 16,-3-2-12-16,1 0 29 0,-1-2-6 0,-1 0-7 0,3-1-6 16,-2-3 15-16,1 1-9 0,1-2 23 0,1-2-9 0,-2 2-10 0,3-2-14 15,-2 0 9-15,2 0-8 0,1 0 13 0,0 0-7 0,1 1-7 16,1-1-8-16,1 2 2 0,0-2-1 0,3 2 11 0,-2 1-2 16,1 2-3-16,0 0-8 0,-1 2 7 0,2 0-6 0,-1 2 11 15,0 0-1-15,-1 0-6 0,0 0-12 0,1 3 17 0,0-1-14 16,0 2 18-16,-1 0-4 0,0-1-10 0,1-1-7 0,-1 0 11 15,0-2-7-15,3 0 13 0,-4 0-1 0,-5-2-8 0,-1 0-20 0,-1-1-4 16,0 1-5-16,4-1-21 0,1-1-4 0,-2 0-5 0,1 2-46 16,0-2-15-16,-2 1-9 0,2 1-98 0,0-1 29 0,-1 1-11 0,1 0-144 15,2-1 240-15</inkml:trace>
  <inkml:trace contextRef="#ctx0" brushRef="#br0" timeOffset="67055.53">21792 7834 331 0,'0'11'264'0,"0"0"37"0,1-2-88 0,0 1-41 0,1-1-18 0,2-1-30 0,-1-3-47 0,0-2 22 0,2-3-44 0,0 0 10 0,1-2-8 0,1-2-12 0,1-1-5 0,-1-1 3 0,1-3-7 0,0 0 33 0,-1 0-17 0,0-2 2 0,-1 1-29 16,1-1 3-16,-2-2-8 0,0 1 3 0,-1 0-3 0,-1 1-10 16,0 0-10-16,-1 1 12 0,-1-1-12 0,-1 0 13 0,0 2-2 15,0 0-6-15,-3 0-10 0,2 2 9 0,0-1-9 16,-1 0 9-16,0 0-1 0,-1 2-6 0,1-1-20 0,0 1 0 15,0 0-7-15,-1-2-49 0,2 1-14 0,-1-1-26 0,1 0-124 16,0-1-47-16,0-1-16 0,1-2 63 0</inkml:trace>
  <inkml:trace contextRef="#ctx0" brushRef="#br0" timeOffset="67265.71">21924 7312 1507 0,'-11'11'-952'0,"4"-3"1657"0,3-3-184 15,-1 3-340-15,1-1-65 0,3 2 25 0,0 1-61 0,1 2-1 16,3 2-12-16,0 1-18 0,2 2-22 0,-1 1 11 16,1-3-18-16,0 1 15 0,2-3-10 0,1 1-10 0,1 1-14 15,-1 0 6-15,1-1-7 0,0-5 11 0,0-2-4 0,0-2-2 16,2 0-13-16,0 3 6 0,-1-1-7 0,-1 4 0 16,-1-2-12-16,-1-2-12 0,1 4-38 0,0-4-15 0,-1 1 5 15,1-3-90-15,-1-2-65 0,2-1-22 0,0-2-231 0,1 0 247 16</inkml:trace>
  <inkml:trace contextRef="#ctx0" brushRef="#br0" timeOffset="67736.87">22446 7271 740 0,'-12'1'-361'0,"6"-1"740"0,0 0-84 0,1-1-111 0,1 1-58 15,-1-2 7-15,1 1-35 0,-1 0-22 0,0-1-15 0,-1 1-20 16,0 0-22-16,1 0 17 0,-2-1-22 0,1 2 18 0,1 0-7 15,-1 0-12-15,1 2-8 0,-1 0 11 0,0-1-10 0,2 2 15 16,-1 0-3-16,1-2-11 0,1 3-12 0,-2 0 13 16,2 1-14-16,-2-1 19 0,3 1-4 0,0-2-7 0,-1 4-17 15,3-3 18-15,0 1-17 0,2 0 32 0,0 1-2 0,1 0-12 16,3-1 3-16,-1 1 26 0,3-2-18 0,1 2 49 16,4-1-4-16,0 2-15 0,2 0-13 0,0 1 12 0,-1 0-20 15,0 3-3-15,-1 0-2 0,0 1-13 0,2 1-6 0,-2-4 9 16,1 0-9-16,-1 0 11 0,0 0-2 0,-2 3-7 0,-1-2-4 0,0 1 5 15,-1-2-3-15,-1 0 8 0,0-1-3 0,-1 0-1 0,-3 1-6 16,1 0 2-16,-4-2-1 0,-1-2 6 0,-1-1 3 0,-3 0-4 16,-1 2-6-16,-3 1 4 0,-2-1-6 0,-2-1-12 0,2-2-7 0,-1-1-10 15,0-2-27-15,-2-1-16 0,0-4-1 0,-1-3-83 0,1 1-28 16,2-4-25-16,-2-4-123 0,3-2-92 0,1-4-4 0</inkml:trace>
  <inkml:trace contextRef="#ctx0" brushRef="#br0" timeOffset="67940.38">22317 7171 1068 0,'-9'0'296'0,"3"-2"-166"0,0 2 107 0,1 0-69 0,2 0 18 15,1 2-61-15,2 3-56 0,0 1-10 0,0 3-27 0,3 4-3 16,2 0 14-16,-1 2-17 0,4 3 15 0,-1 1-9 16,0 2-8-16,1 4-19 0,1-3 7 0,3 0-9 15,2-2 8-15,2 1-3 0,0-1-7 0,-1 2-7 0,0-3 9 0,0 1-8 16,1-1 19-16,1-1-5 0,-1 0-7 0,2-2-29 0,-2-3-5 15,-1 0-8-15,2-2-67 0,-2 1-15 0,-3-1-2 0,1-2-69 16,-9-3-102-16,1-3 75 0,2-3-330 0,2 0 322 16,8 2 6-16</inkml:trace>
  <inkml:trace contextRef="#ctx0" brushRef="#br0" timeOffset="68297.25">22960 7201 645 0,'-11'-2'216'0,"1"-1"-105"0,1 0 105 0,-1-3-93 16,2 5 28-16,1-1-59 0,-1-1-4 0,0 2-13 15,-1 1-26-15,0 0-9 0,0 1 12 0,1 3-19 0,0 0 24 16,3 2-11-16,-2 0-6 0,0 2-20 0,0 2 6 0,1 2-11 16,-1 2 22-16,1 1 0 0,2 2-4 0,2 1-5 15,-1 0 10-15,3 0-14 0,4 0 13 0,0-3-7 0,2 0-9 0,2 0-12 16,-1-4 11-16,2 1-12 0,3-3 22 0,-1-3-7 16,1-1-7-16,4-2-11 0,-1-2 9 0,-1-1-10 0,4-3 12 15,0-1-4-15,1-3-7 0,3-1-24 0,-3-2 1 0,1 0-13 16,0-3-35-16,0 0-17 0,-6-2-21 0,-1-2-101 0,0-2-50 15,-1-2 3-15,6 0-162 0,0 1 231 0,2 0 7 0</inkml:trace>
  <inkml:trace contextRef="#ctx0" brushRef="#br0" timeOffset="68740.55">23165 6917 470 0,'-2'5'180'16,"0"-1"235"-16,-1 3-135 0,1-1-39 0,1 2-57 0,0 3-60 15,1-1 7-15,2 3-44 0,1 3-30 0,1-4-8 16,0 3-12-16,2-3-26 0,0 1 15 0,-1-3-21 0,1-1 26 15,-1-4-4-15,1 1-10 0,-1-4-10 0,-1 3 12 0,2-1-13 16,-2-1 25-16,1-2 4 0,0-1-4 0,0 0-9 0,-1-3 7 16,2 0-14-16,-2-3 9 0,2 0-7 0,1 0-5 0,1-1-11 15,0 1 3-15,3-1-4 0,1-2 4 0,-1 0-1 0,0 3-2 16,2 1-12-16,-2 0 11 0,0 4-11 0,2 1 19 16,0 3 0-16,1 4-7 0,0 0-7 0,-2 2 7 0,-1 0-8 15,-1 0 10-15,0-2 0 0,-1-3-3 0,1-1-1 0,0 1 1 16,1 0-1-16,0-1 8 0,0-1-2 0,0 0 0 0,0-2-3 0,1 0 0 15,3 0 0-15,-4-3 2 0,2-1 1 0,-8 0-2 0,0-2-3 16,0 3 2-16,0-2-3 0,4 1 1 0,0-1 2 0,0-2-2 16,0-1-7-16,-1 0 8 0,-2 1-7 0,1-1 15 0,-1 4-3 15,-1-1-6-15,-1 2-12 0,-2-1 12 0,-1 2-8 0,-1 1 14 0,0 1 0 16,0-2-7-16,0 2-14 0,-2-1 13 0,0 1-11 0,-1-1 18 16,1 1-1-16,0 0-7 0,-2 0-21 0,3-1 16 0,-1 1-15 15,1-2 26-15,1 2-3 0,0-2-5 0,0 0-10 0,2 0-2 0,0-2 0 16,3 1 0-16,-2-2 1 0,1 1 1 0,0 1-1 15,-1-1-6-15,1 1 4 0,-1-2-4 0,-2 3 2 0,-1-2 6 0,0 0-4 16,-1 3 5-16,-1-2-5 0,-1 2 0 0,0-2-1 0,-2 1-6 16,-1 2 0-16,1-2-5 0,-1 1 5 0,-1 1-2 0,2 0-2 0,-1 0 0 15,1 0-32-15,1 0 3 0,-1 0-12 0,2 0-32 0,0-1-20 16,2 0-20-16,1-2-102 0,0-1-97 0,5-2-1 0</inkml:trace>
  <inkml:trace contextRef="#ctx0" brushRef="#br0" timeOffset="68966.06">23769 6620 1557 0,'-14'3'-644'16,"8"1"1190"-16,3-3-143 0,-2 1-223 0,1 4-81 0,1-1 2 0,1 2-36 0,1 4-27 0,1 1-6 0,2 3-11 0,2 0-7 0,0 0 7 0,2 1-9 0,-2 0 11 0,1 0-4 0,0 0-5 0,0 1-11 0,-1 0 10 16,1-2-12-16,0-2 14 0,1-2-3 0,1 1-6 0,2 1-11 0,-1-1 6 0,1 1-9 0,2-1-32 0,-1-2-2 0,0-2-11 0,1 1-80 0,2-4-24 0,-1-1 1 0,4 1-105 15,-2-3-64-15,1-2-17 0</inkml:trace>
  <inkml:trace contextRef="#ctx0" brushRef="#br0" timeOffset="69149.32">24097 6906 1453 0,'0'18'-603'0,"1"-8"1088"0,1 0-126 0,1 3-208 0,-3 2-96 16,1 3 34-16,-1-1-63 0,0 2 36 0,0-1-15 15,0 1-28-15,-4 0-6 0,1-1 12 0,-1-1-12 0,-1 2 14 16,0 0-9-16,-2 1-10 0,2-2-15 0,0-3 13 0,-2 0-12 16,-3-2 19-16,-4-1-25 15,1-2-17-15,1-3-81 0,0 1-55 0,3-3 23 0,1-2-254 0,3-2-65 0,1-1-24 16</inkml:trace>
  <inkml:trace contextRef="#ctx0" brushRef="#br0" timeOffset="70084.84">24571 6502 854 0,'-31'0'-537'0,"17"0"988"0,4 2-98 0,0-1-180 0,0 2-58 0,1 0 17 0,2 1-52 0,-1 4-27 0,3 2-13 0,-1 4-21 0,0 4-17 0,1-2 15 15,0 1-17-15,1 4 17 0,1-1 0 0,0 2-11 0,1 3 5 0,1-8 19 0,1-1-16 0,2-2 32 0,2-4-3 0,1-2-9 0,3-2-8 0,1-2 18 0,3-1-20 0,4-2 26 0,2-2-11 0,3-3-15 0,5-1-20 16,-7-3 12-16,1 0-15 0,4-4 12 0,-4 0-3 15,7 0-8-15,0-3-15 0,-2 1 6 0,-4-1-11 0,-1 1 8 16,-3-1 1-16,-1 5-1 0,0 0-12 0,-2 2 19 0,1 2-13 16,-3 1 32-16,-1 1-8 0,-1 3-12 0,1-1-10 0,-4 2 12 15,1 2-7-15,0 2 22 0,-1-1-3 0,0 0-6 0,0 2-12 16,1-2 12-16,0-1-9 0,0 2 16 0,-1-1-1 0,1-1-9 0,-2-1-15 16,1 1 14-16,0-2-12 0,-3 1 25 0,0-1-3 0,-4 0-6 15,0 0 0-15,-3 0 10 0,-1 0-4 0,-2 0 25 0,0 0-2 16,-3 0-4-16,0 1-12 0,-3 1 14 0,1-2-14 0,-2 0 14 0,-2 1-10 15,1-1-10-15,-3 0-17 0,0-1 8 0,0-3-7 0,1 0 3 16,3-1-12-16,2 0-20 0,0-1-40 0,4 0-1 0,1-2-13 16,3 1-68-16,0-4-20 0,3-1-31 0,0-2-90 0,3-8 78 15,1 1-69-15,3 1 176 0</inkml:trace>
  <inkml:trace contextRef="#ctx0" brushRef="#br0" timeOffset="70559.08">24998 6211 491 0,'4'0'296'0,"0"0"-146"0,-1 3 210 0,-1 3-217 16,3 0-6-16,-1 2-31 0,3 2-25 0,2 1-16 16,0 0-13-16,0 3-17 0,-1-1 15 0,0-2-17 0,-1 3 23 15,-3-2-5-15,-2-1-13 0,3 1-12 0,-2-2 8 0,5-1-14 16,2 0 12-16,0-3-4 0,2 1-9 0,0 0-13 0,0-3 8 16,-1 1-11-16,0-3 9 0,-1-1-2 0,1-1-4 0,-4 0-8 15,1-1 6-15,0-2-6 0,1-2 18 0,-2 1-5 16,0-1-6-16,0-1-6 0,0-1 3 0,0 1-3 0,2-2 3 15,1 2 2-15,1-1-2 0,2 1-17 0,-1 2 18 0,-1-1-15 16,-1 4 25-16,-1-3-5 0,-1 1-11 0,-1 1-16 0,-1 0 0 0,-2 1-7 16,2 0-28-16,-3 0-3 0,1 1-10 0,0-2-40 15,-1 1-11-15,1 0-7 0,-1-1-56 0,0 2-1 0,1 0-10 0,-2-2 27 16,1 1-3-16,-2-1 12 0,2 1 2 0,-2 1 17 0,-1-1 5 16,1-1 70-16,0 2 9 0,-1 0 15 0,0 0 39 0,0 0 19 15,0 0 2-15,0 0 17 0,1 0 33 0,1-3-23 0,1 3 48 16,-1-2 1-16,0 2-7 0,0-1 9 0,1 1 13 0,0-1-11 0,-1-1 3 15,1 2-13-15,0 0-13 0,-1-1-59 0,1 0 21 0,1 0-30 16,0-1 20-16,1 0-5 0,-2 1-7 0,3-2-5 0,-2 0 9 16,1 1-2-16,-2 1 33 0,-1-2-1 0,0 0 0 0,-1 1-9 0,0 1 22 15,-1-1-17-15,1 0 31 0,-1-1-8 0,-1 1-10 0,1-1-11 16,-2-1 11-16,-2 2-10 0,1 0 6 0,-1 0-12 0,2-1-13 16,-1 2-26-16,1 0 5 0,-1-1-8 0,2 2 4 0,0 0-3 15,0 0-5-15,0 0-8 0,0 0 7 0,0 2-7 0,-1-1 0 16,2 0-9-16,0 1-12 0,0-1-16 0,0 0-13 0,2-1 3 0,0 0-58 15,1-1-21-15,3-2-20 0,1-1-150 0,-1 2-63 0,2-3-28 16</inkml:trace>
  <inkml:trace contextRef="#ctx0" brushRef="#br0" timeOffset="71275.96">24623 6298 1285 0,'-6'5'-180'0,"4"-1"399"0,1-1-29 0,1 4-42 0,2 1-39 0,1-1 9 0,3 3-34 0,2 3 0 15,0 0-22-15,3 2-18 0,2 2-25 0,0-2 6 0,-1 1-11 0,0 0 11 0,-2 1-6 0,1 0-7 0,-1 2-8 0,-2-2 7 0,-3-1-8 0,1 0 7 0,-2-5-4 0,1 2-6 0,-1-2-2 0,0-5 7 0,-2-3-5 0,0 1 12 0,-1-3-2 0,-1 3-7 0,1-2-9 16,-1 0 18-16,0-1-15 0,0-1 37 0,1 0-5 16,-1-3-8-16,2 0-2 0,1-5 2 0,-1-1-4 0,3 2 1 15,-1-4-2-15,3 0-4 0,1-3-13 0,1 0 8 0,2-2-9 16,0 2 17-16,0 2-6 0,3-3-5 0,-1 4-3 0,1-1 8 15,-1 2-2-15,0 1 20 0,-1 0-2 0,-1 0-7 0,1 2-10 0,0 0 13 16,0 1-11-16,-1 1 15 0,2 1-1 0,0-1-5 0,1 2-18 16,2 1 14-16,-1 0-13 0,-1 1 14 0,-2 1-3 0,-5 0-7 0,-2 0-18 15,2 3 16-15,-1-2-14 0,6 1 24 0,0 1-5 16,0 2-9-16,0-1-9 0,0 1 6 0,0-1-7 0,-2-2 0 0,-2 2-6 16,-1-1-10-16,-1-1-18 0,1 1-7 0,1-2-4 0,-2-1-61 15,1 0-11-15,1-2-19 0,0-2-105 0,1-1-33 0,2-3-14 16,1-1 91-16</inkml:trace>
  <inkml:trace contextRef="#ctx0" brushRef="#br0" timeOffset="71506.19">25375 6193 685 0,'-4'0'148'0,"-1"1"177"16,1 3-134-16,-1 1-49 0,1 1-56 0,-1 3-48 16,1 1 9-16,-1 1-22 0,2 3 11 0,-1-1-1 0,2-1-6 0,0 3 10 15,2-5 8-15,0 0-8 0,3-1 16 0,3-1-7 16,1-2-4-16,2-2-13 0,0 0 17 0,1-2-19 0,1 0 30 15,0-2-12-15,3 0-15 0,-1-3-21 16,-1 0 15-16,0 1-19 0,-2-2 22 0,-1 0-8 0,-1 0-10 0,-1-2-5 16,-2 2 5-16,-1-2-5 0,0 1 6 0,-3-1-4 0,0 1-4 15,-1-1-11-15,0 0 9 0,-1-2-8 0,0 0 19 0,-1 1-10 16,-2-2-7-16,1-2-43 0,-2 0-4 0,2 1-10 0,0-3-52 16,-1-1-22-16,1-2-23 0,2-3-154 0,1-3 63 0,3-2-68 15,4 2 210-15</inkml:trace>
  <inkml:trace contextRef="#ctx0" brushRef="#br0" timeOffset="71675.82">25573 5786 1196 0,'1'1'157'15,"-5"1"90"-15,7 1-4 0,-1 2-36 0,2 0-48 0,3 5-74 0,1 2 7 16,2 1-40-16,2 7-13 0,1 3-13 0,0 0-13 0,1 4-14 16,-2-2 11-16,-2 0-10 0,1 3 20 0,0 0-3 15,-1 1-10-15,0-5-6 0,-2-4 5 0,-1-2-6 0,0 0 6 16,0 1-4-16,-1-1-4 0,-1-2-53 0,2-3-4 0,-1-3-12 15,0-1-91-15,1-3-65 0,0-2-30 0,1-1-191 16,1-1 218-16</inkml:trace>
  <inkml:trace contextRef="#ctx0" brushRef="#br0" timeOffset="72609.75">26171 5752 992 0,'-17'-6'-321'0,"8"2"643"0,-2-1-87 0,0 0-108 0,-1 0-54 0,-1 1 12 0,3 1-29 0,-2 2-9 0,5 1-6 0,-1 0-18 0,-2 1-10 0,-1 2 24 0,-6-1-24 0,-1 2 30 0,2 1-3 0,1 0-16 0,0 1-11 0,1-3 18 0,3 3-20 0,-1-3 20 0,3 2-4 0,0 1-11 16,1-3-6-16,0 4 4 0,1-3-8 0,2 2-2 0,-1-1 1 0,2 2-5 16,0 0-14-16,2 0 19 0,2 0-16 0,0 2 30 0,3-1-6 15,2 0-10-15,2 1 4 0,2 0 23 0,3-2-13 16,5 2 53-16,3-2-8 0,3 0-11 0,6 1-18 0,1-2 10 16,2 2-16-16,-7-1 4 0,0-1-7 0,1 2-10 0,0 1-19 0,4 2 10 15,-3 4-9-15,-5 0 12 0,-4-1-2 0,-1 0-6 0,1 0 0 16,0 2 2-16,-2 0-2 0,-3-1 6 0,-3 2-5 0,-3-3-4 0,-2 0-10 15,-3 1 13-15,-1-1-7 0,-2 3 12 0,-1-2 1 0,-3 1-7 16,-2-1-8-16,-1-1 13 0,-4-1-10 0,0 0 9 0,-3-3-2 16,2-1-8-16,-2 0-24 0,2-1 1 0,-1-3-6 0,0 0-2 15,-1-3-6-15,-3-2-5 0,-1 0-41 0,0-3-15 0,-1-2-4 16,2-2-82-16,4-1-24 0,2-3-26 0,0-2-101 0,7-4 186 16</inkml:trace>
  <inkml:trace contextRef="#ctx0" brushRef="#br0" timeOffset="72823.02">25999 5711 688 0,'-6'0'326'15,"1"0"112"-15,2 3-261 0,-1-1-10 0,2 2-40 0,1 1-41 16,1 4-41-16,1 2 0 0,1 1-12 0,3 4 9 16,-1 0-3-16,1 4-8 0,2 1-12 0,-1 2 14 0,3 4-18 15,3 1 1-15,-5-3-1 0,2-2-8 0,2 2-15 16,0 0 12-16,-3 2-14 0,1 2 24 0,-2-6-3 0,0-1-8 15,6-2-23-15,-1-4 8 0,0 2-13 0,3 0 5 0,-2-4-19 16,0-2-7-16,-1 1-138 0,-2-5 44 0,1-2-54 0,2-2-61 16,-2-4-116-16,4-1-78 0</inkml:trace>
  <inkml:trace contextRef="#ctx0" brushRef="#br0" timeOffset="73227.52">26557 5713 1305 0,'-14'7'-153'16,"2"0"342"-16,-3 2-4 0,0 0-44 0,2 2-37 16,3 3 3-16,-1-1-37 0,0 4 0 0,4-1-12 0,0 1-15 0,1 0-23 15,3-1 16-15,-1 1-21 0,3-1 25 0,1-1-6 16,1-3-8-16,3-1-6 0,0-2 10 0,2-3-11 0,3 0 21 15,1-1-5-15,0-3-10 0,2-1-6 0,0-1 9 0,0-3-12 16,2 1 9-16,-1-3-3 0,-1 0-8 0,1 0-6 0,-4-4 2 16,-7 2-5-16,0 0 5 0,-2-1-3 0,0-1 0 15,1-3-4-15,0 1 4 0,1 1-3 0,-2-2 3 0,0 2-2 16,0 2-4-16,0-1-5 0,0 1 8 0,0 3-6 0,1 2 16 16,-1-1 0-16,0 0-4 0,0 3-3 0,0 1 6 15,0 0-5-15,0 0 5 0,-1 0 1 0,-1 0-1 0,2 2-8 0,-1 2 5 16,0-1-6-16,1 2 6 0,-1-2-6 0,1 4-3 0,0-2-2 0,1 1 1 15,0 1-1-15,2-2 2 0,-1 1-1 0,1-1-2 0,1 1-6 16,-1-1-3-16,1-1 2 0,2-2-7 0,0 1-7 0,0-1-6 0,2 0-21 16,1-1 1-16,2 0-6 0,0-1-32 0,0 0-8 0,0 0-18 15,-1-1-87-15,1 0-37 0,-1-3-5 0,2-1-140 0,-1-2 215 16,2 2 1-16</inkml:trace>
  <inkml:trace contextRef="#ctx0" brushRef="#br0" timeOffset="73794.13">26864 5613 424 0,'-8'-4'288'0,"1"3"39"0,1 2-101 16,-3 5-68-16,1 3-36 0,0 1-41 0,-1 8-38 15,0 3 18-15,0 1-28 0,1-1 9 0,3 0-9 0,0-3-15 0,1 1 12 16,1-4 1-16,1-1 0 0,2-1 1 0,2-4-1 0,3 0-4 16,0-2-13-16,3-2 18 0,0 0-20 0,3-3 28 15,-1 0-6-15,2-1-14 0,0-1-6 0,-1-1 4 0,-1-1-8 16,1-3 12-16,-4 1-3 0,0-1-1 0,-2 0-18 15,-1-1 17-15,-2-1-19 0,-1 0 26 0,1-1-1 0,-2 0-7 0,0-2-8 16,-2 1 7-16,1-1-11 0,0 0 14 0,1 3-6 0,0 0-6 16,0 1-10-16,1 3 12 0,2-1-8 0,-1 2 15 15,0 2 1-15,1 0-8 0,1 2 0 0,1 0 9 0,3 3-7 0,0 2 14 16,2 2-4-16,3 2-3 0,-1 2-10 0,3 1 14 0,0 0-11 16,2 2 21-16,1-1-7 0,0 3-10 0,-7 0-8 0,1 0 0 15,1 0-3-15,0 0-3 0,7-3 1 0,1 2 1 0,-3-1-12 16,0 0 10-16,-2 0-13 0,-3 0 0 0,-1 0-1 0,0 0-7 0,-2 2-3 15,-2-3-4-15,-2-4 1 0,-2-2-14 0,-2 2 4 0,-2-1-1 16,-2 3 20-16,-2-2 9 0,-1-1-1 0,-2-3 8 0,1-1-1 0,-3-2-8 16,-1-3-2-16,-1-1 7 0,0 0-5 0,-4-5 12 0,-1-1-1 15,1-2-2-15,-3-3-8 0,2-2 9 0,3 1-8 16,0-2 9-16,3 0 0 0,3 1-1 0,1-3-6 0,0-2-2 0,6-1 0 16,2-4 9-16,2 1-2 0,1-1 2 0,-4 0-4 0,-4-2 1 15,1 1 0-15,2 1-1 0,0 0-3 0,5 2-1 0,2 4-15 16,-1 0 6-16,-2 3-5 0,0 0 21 0,-2 2-7 0,-1 1-3 0,-1-1-11 15,-1 3 10-15,-1 2-5 0,-2 1 21 0,2 4 0 0,-1-1-3 16,-2 3 0-16,1 0 0 0,-1 4 1 0,0-1 4 0,3 2 0 16,1 0-1-16,0 4-2 0,1 0 5 0,-4 0-3 0,0 1 11 15,4-1-1-15,0 1-1 0,4-1 1 0,0 0 17 0,3-2-10 16,-4 0 19-16,4-2 1 0,2 1-11 0,3-4-3 0,10 2 6 0,2-3-8 16,1 0-6-16,1-1-4 0,-2 0-8 0,-2-2-16 0,-1-2 16 15,1 0-12-15,-1-3 13 0,-2 0-9 0,0 1-15 0,-2-1-34 16,-2-2 0-16,-1 0-9 0,-1 0-36 0,-3-1-29 0,0-1-28 0,-1-3-201 15,0-3-101-15,0 5-30 0</inkml:trace>
  <inkml:trace contextRef="#ctx0" brushRef="#br0" timeOffset="74020.14">27366 5014 1673 0,'21'16'171'0,"3"3"-9"0,1 10-51 0,-1-3 8 0,6 12-31 0,0-3-21 0,-3 1-22 0,-1 3-27 0,-7-5 8 0,-1-2-13 0,0 2 19 0,2-1 0 0,-3-1-2 0,-3 4-13 0,-4 0 4 0,-4-2-12 15,-2 4 2-15,-2-7-1 0,-4-1-1 0,-1 0-7 0,-4-4-1 0,0 2-1 0,-6 2-18 0,-4-6-18 0,-4 2-11 0,-5-1-131 0,-1-2-100 0,4 0 30 0,-12 2-129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7:47:04.3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3426 7077 637 0,'-2'-4'192'0,"0"1"287"16,0 0-365-16,2 2-91 0,0 1 3 0,4 0-8 0,0-2-3 0,4 1-10 0,3 1-9 0,5-1 16 0,2 1-12 0,5-3 27 0,1 2-6 0,3-3-8 0,5 4 6 0,1-1-6 0,4-2 7 0,4 1-6 0,-5-5 2 0,1-2-2 0,3-1-12 0,1 0 20 0,4 0-16 0,2 0 26 0,-1 2-12 0,3 0-12 0,5 0-3 16,4 1 0-16,2 0 4 0,0 1 6 0,-4 0-1 0,-4-1-5 0,7 0-7 15,3 0 10-15,4-1-7 0,7 2 11 0,-7 0-7 0,3 1-7 16,-1-4 5-16,-1 2-2 0,6-1 5 0,3 2 6 0,1 0-2 15,-3 1 0-15,5-2-7 0,-4 1 7 0,0 1-4 0,7-1 18 16,0 3 3-16,1-1-2 0,2 3-18 0,-2-3 13 0,-2 0-18 16,4 3 12-16,4-3-4 0,87-3-17 0,-172 7 34 0,166-10-55 15,-78 4 42-15,0 1-5 0,1-2-11 0,3-1-8 0,-3 1 12 16,0-1-9-16,3 3 8 0,-4-1 1 0,-2 0-9 0,2 0 0 16,-6 1 7-16,3 0-4 0,0 1 9 0,-3 1-1 0,-3 1-6 0,1-2 2 15,-2 3 9-15,3-1-4 0,-1 2 20 0,-5 0-7 0,-1 0-2 16,-3 2-22-16,-2-2 22 0,2 1-17 0,1 2 41 0,-8-2-16 15,1 0-6-15,-1 0-10 0,-4-1 3 0,1 2-8 0,-4 0 36 16,-2 0-8-16,2-2-8 0,0 0-15 0,-1 0 8 0,-2 0-7 0,-4-2 6 16,-3 1-3-16,-2-2-5 0,0 2-11 0,-1 0 8 0,3-3-8 15,-2 1 9-15,-6 2-2 0,-2-3-6 0,-2 1-1 0,-5 0 0 16,0-2-3-16,-7 1-14 0,-5-1-6 0,-2 2-8 0,-2-1-25 16,-3 1-9-16,-1-3-2 0,-3 1-37 0,-1-2-12 0,-1-1-11 0,2-1-170 15,-1-1-60-15,2 0-40 0</inkml:trace>
  <inkml:trace contextRef="#ctx0" brushRef="#br0" timeOffset="749.93">13863 7084 217 0,'-9'-11'398'0,"3"2"-231"0,4-1 253 0,2 3-307 0,3 1-101 0,5 0 0 0,2-2-1 0,5 1-6 0,3 0-6 0,5 0 0 0,4 1 0 0,4 1 3 0,2-1 11 0,5 0 0 0,5-1-3 0,5-1-8 16,1 0 19-16,0 0-14 0,0 0 32 0,0-1-1 0,2 0-6 0,2 0-1 0,3 0 4 0,8 2-4 0,5-2 10 0,-1 1-2 0,3 0-3 0,0 1-17 0,3-1 9 0,10 2-12 0,5 0 3 0,4 1-7 0,0 1-9 0,6-1 2 0,6 1-2 16,6 4 8-16,2-1 4 0,-4 1-1 0,-1 1-8 0,6-1 0 15,4 3 5-15,4-2 1 0,-1 1 26 0,-2-2-1 0,3 1 2 16,7 0-17-16,3 0 8 0,0 2-9 0,0 0 17 0,-2 0-4 15,5 0 0-15,6 1-19 0,2 0 10 0,1 1-10 0,2 0 8 0,-7 1-5 16,0 1-6-16,9-1-14 0,-2 1 14 0,-2-2-12 0,2-2 27 16,-6 1-5-16,-4-1-9 0,6-1-12 0,1 1 16 0,-4 0-12 15,-5-2 21-15,-6 1-5 0,-4-2-12 0,5 2-5 0,-4 0 5 16,-4 1-5-16,-5-2 2 0,-10 2 0 0,1-2-4 0,-4 3-11 16,-7 0 10-16,-6-1-11 0,-5 3-5 0,-8-3-12 0,0 3-16 0,-5-3-44 15,-11 2-26-15,-6 2-1 0,-9-1-146 0,-5 1-76 0,-6 0-62 0</inkml:trace>
  <inkml:trace contextRef="#ctx0" brushRef="#br0" timeOffset="24721.78">19918 10702 256 0,'-21'-13'-9'0,"12"8"-109"0,1-2 56 0,1 2 0 0,1 1 71 0,0-1 5 0,1 1-2 0,-1 1 4 0,1 0-7 0,-1 0 0 15,-1 1-9-15,0-1 7 0,1 2-2 0,-2-2 18 0,-1 3-5 0,1-2-13 0,0 1 9 0,0-1 9 0,0 0-5 0,-1 1 6 0,2-1-6 0,0 0-4 0,-1-2-16 0,1 3 11 0,1-2-7 0,-2 0 21 0,1 1-1 0,0-1-13 0,2 1-13 16,0-1 22-16,-1-1-20 0,3 2 26 0,-1-2-2 0,0 1-5 16,1 0-1-16,-1-1 2 0,1 1 3 0,1-1 21 0,-1 0-3 15,0 2-4-15,1-1-25 0,0 0 32 0,1 0-27 0,-2-1 39 0,2 2-13 16,0-1-18-16,1-1-22 0,0 0 18 0,0 0-13 15,0 1 34-15,0-1-9 0,1 1-12 0,0 2-16 0,2 0 6 0,0 1-8 16,3 2 0-16,-1 1-1 0,3 2-2 0,1 1 18 0,1 2 9 16,1 1 2-16,0 1 12 0,-1 0-3 0,-1-1-12 0,0 3-25 15,0-1 27-15,1 0-26 0,1-2 29 0,0 1-8 0,0-1-15 0,4 1 4 16,1 0-4-16,1 1 6 0,1 1 0 0,2 1 1 0,-1 0-5 16,1 2-9-16,2 1 15 0,0-1-15 0,0 0 10 0,2 1-1 15,-2-3-4-15,3 2-4 0,-1-1 3 0,0 3-2 0,-6-1 12 0,-2-2-2 16,1 2-8-16,1 0-14 0,4 0 20 0,0 0-16 0,-1-1 24 15,-4-5-7-15,0 3-11 0,-2 1 5 0,1 0-4 0,-1 0 7 16,-1 0-5-16,1-3 0 0,-2-2 1 0,1 2-3 0,0-2 1 16,0-3-2-16,2 2 1 0,-2-3 0 0,0 1 0 0,1-1-4 15,0 0-4-15,0 2 3 0,1-3-6 0,-1 1-1 0,1-1-2 16,1-1-31-16,-1 1 8 0,1-2-17 0,0 0-29 0,-6-2-7 0,-1 0-18 16,3 0-79-16,3-2 114 0</inkml:trace>
  <inkml:trace contextRef="#ctx0" brushRef="#br0" timeOffset="25078.13">20853 10241 583 0,'-18'-10'99'0,"1"-1"-82"0,3 4-10 0,1 1 31 0,6 4 3 0,3 2-11 0,2 0-10 0,1 4-4 0,-1 1-10 15,2 3-3-15,0 2 17 0,2 6-13 0,-1 2 15 0,1 5-3 0,0 4-3 0,-1 5-8 0,0 5 0 0,-1 8 0 0,-1 1 8 0,-2-1 1 0,-2-3-4 0,0 1-6 0,-4-1 21 0,-1-1-17 0,0 2 26 0,-2 2-6 0,0 1-6 0,-5 4-23 0,0 0 9 16,-2 1-8-16,1 1 20 0,0-6-3 0,0-2-8 0,5 1-6 0,-2 0 11 0,0 2-10 15,-2 3 10-15,-5 3-2 0,2 2-2 0,-2 1-3 0,0 1-1 16,-1-5 1-16,-1-2 6 0,2-1-1 0,0-2-3 0,2 6-19 0,2-1 16 16,3 0-16-16,1-2 11 0,5-2-1 0,2-3-7 0,4-4-20 15,2 0-10-15,2-3-3 0,5 3-62 0,4-1-21 0,4 4-27 16</inkml:trace>
  <inkml:trace contextRef="#ctx0" brushRef="#br0" timeOffset="26072.22">31135 17612 256 0,'-48'-15'35'0,"27"-4"492"0,5 0-239 0,2 2 7 0,0 5-286 0,2 5 20 0,-3 2-15 0,3 1 29 0,3 3-10 0,1-1-16 0,1 2-11 0,1 0 0 0,0 0 0 0,-2 2 1 0,-1 0 0 0,0 2-6 0,-2 2-7 0,-1 2 15 0,0 1-12 0,-1 3 12 0,-1-1 3 0,1 1-3 0,-3 3-9 15,1-1 11-15,-2 1-7 0,0 3 24 0,1 0-4 0,0 0-7 0,0 4-22 16,-1 4 20-16,0-2-19 0,0 5 22 0,0-1-11 16,-1 1-9-16,-2 1 2 0,-2 0-5 0,0-1 10 0,-1-1-1 0,7 2 1 15,-2-1-5-15,-3 5-5 0,-3-1 11 0,-6 3-10 0,0 1 5 16,5-1 0-16,0 1-2 0,0 0-10 0,2-3 10 0,-1-1-6 15,1-1 21-15,1-7-1 0,2-1-7 0,-1-1-15 0,2-1 7 0,-2-1-11 16,1-1-2-16,3-1-7 0,0-1-6 0,4-2-23 0,4-1-16 16,2-1 4-16,3 0-54 0,3 0-3 0,1-1-11 0,1-1-36 15,3-1-15-15,2-3-12 0</inkml:trace>
  <inkml:trace contextRef="#ctx0" brushRef="#br0" timeOffset="26405.86">30089 17547 1044 0,'-19'-19'2'0,"16"13"13"16,-2 3 42-16,4-1-8 0,1 4-28 0,0 0-2 0,1 1-7 0,1 2-5 15,-2 3 14-15,0 3-12 0,6 5 18 0,2 4-1 0,11 3-7 0,5 4 13 16,1 5 7-16,2 3-2 0,0 3 8 0,-2 2-8 16,2 2-10-16,1 2 9 0,0-2 7 0,1-3 0 0,3-2 8 15,0-2-5-15,5-1-8 0,6 3-15 0,0 0 17 0,-4 1-15 0,1 0 13 16,-1-3-3-16,-1 2-12 0,7 0-18 0,-4-2 19 0,0-2-20 16,-1 1 14-16,-2-4-5 0,4-1-9 0,3-2-14 0,0 0 10 15,-5-1-9-15,2 0 21 0,-4 0-6 0,0-2-6 0,4 3-27 16,-4-2 8-16,-3 2-12 0,-1 2-3 0,-1 0-8 0,2 0-13 0,0 4-57 15,2-1-19-15,0 1-10 0,2 4-114 0,-1-2-78 0,1 3-52 16</inkml:trace>
  <inkml:trace contextRef="#ctx0" brushRef="#br0" timeOffset="38665.47">22388 10192 217 0,'-1'-8'-1'0,"-4"5"-11"0,1-1-28 0,1 2 51 0,0 1 24 0,2 1-5 0,1 0 11 0,0 0 1 0,0 0-8 0,0 0-24 0,0 0 30 16,0 0-30-16,0 0 25 0,0 0-8 0,0 0-16 0,0 1-9 0,0 1 9 0,0 0-6 0,0 1 12 0,0-1 0 0,1 4-10 0,0-3-13 0,1 1 24 0,-1 1-21 0,1-1 28 0,0 3-5 0,2-4-10 0,-1 3-4 0,0 1 11 0,2 0-3 0,-2-1 32 0,0 2-10 0,2-1-9 0,-2 2-9 0,1 2 15 0,-1-1-11 16,0-2 11-16,1 1-11 0,-2-1-9 0,0 1-12 0,1 2 10 15,-1 0-3-15,-1 1 21 0,0-1 0 0,-1 1-12 0,1 1-17 0,-1-1 31 16,0 0-28-16,-1 1 30 0,1-1-6 0,0-1-11 0,-1 0-16 15,1-2 8-15,0-1-8 0,1 1 16 0,1-1-3 0,2 2-10 0,0 1-15 16,1 2 21-16,-1-1-17 0,2-2 21 0,-1 0-7 0,1 0-9 16,-2 1 6-16,1 0-4 0,1-1 7 0,-2 2-5 0,1-1 2 15,-1 1-3-15,2-1-12 0,-2 1 16 0,0 1-13 0,0 0 21 16,-1-2-6-16,1 3-6 0,-1-1 0 0,-1 2 0 0,1 1 0 16,-1-2 5-16,1 0 2 0,1-1-3 0,-1 1-3 0,0-1 13 0,1 1-12 15,0-2 14-15,1 4 1 0,-1-3-2 0,1 2-16 0,0 0 7 16,1 1-6-16,0-1 21 0,-1-3-3 0,1-2-3 0,-1 3-23 15,2-1 22-15,-6 3-17 0,1-1 24 0,0 0-9 0,-1-2-15 0,5 1 3 16,1 0 0-16,0-1 5 0,1 2 4 0,-3-3 0 0,2-1-5 16,-1 2-16-16,-1-2 17 0,2 0-16 0,-2 1 18 0,-1 0-1 15,1 1-7-15,-1 1 1 0,1 1 0 0,-1 0 0 0,1 0 6 16,-1 1-1-16,1-1-4 0,-1 2-10 0,-1-2 12 0,2 0-11 16,-2 1 16-16,2-1 1 0,-1 2-3 0,2-1-14 0,-1 0 4 0,1 2-5 15,0-2 14-15,-2 1 0 0,1-4-5 0,-2-1-18 0,2 2 26 16,-2-1-19-16,0 2 27 0,1 0 0 0,-1 1-15 0,-1-1-18 15,1 0 19-15,-1-1-16 0,-1 2 32 0,0-2-5 0,0 0-11 0,0 1-5 16,-1 0 6-16,0-2-5 0,0 3 5 0,0-3-3 16,0 4-6-16,0-1 6 0,0 2-3 0,1 1 5 0,2 0 5 15,-1-4-3-15,1 0-2 0,2 2-3 0,0 1 4 0,2 1-3 0,0-1 0 16,0-1 0-16,-1 1-2 0,1 0-8 0,1-2 9 0,1-2-7 16,0 1 15-16,0-1 2 0,-1 2-7 0,0 2-14 0,-1-1 20 15,0 0-18-15,1 0 22 0,0-2-2 0,1 0-7 0,0 2 0 16,0-2-4-16,-1 1 4 0,1-2 5 0,0 2-2 0,-1-2 1 0,-1 3-5 15,0 0 7-15,0-2-6 0,1 2 1 0,-2-1 0 0,3-1 0 16,2 1-16-16,-1 2 12 0,1-3-10 0,0 2 19 0,-1-2 2 16,0-2-7-16,-5 4-8 0,0-3 11 0,2 2-10 0,0 0 13 15,5-1-5-15,2-2-5 0,-1-1 0 0,2 1-2 0,-2-1 5 0,1 6 4 16,-3-2 1-16,-1 0-2 0,2 1-8 0,-1-2 8 0,-1 0-7 16,0 0 4-16,-1 1 3 0,-1-5-4 0,1 4-2 0,0-3 6 15,-2 2-4-15,2-1 6 0,-1-1 1 0,1 2-1 0,0 1-3 16,0 0 8-16,0 0-10 0,2-2-3 0,2-1 0 0,0 1-2 15,1-2 7-15,-1 2-5 0,0-3 7 0,-1 1-3 0,0-3 3 0,3 4 0 16,-1-1-12-16,2 0 11 0,0 0-11 0,1 2 8 0,-2 0-1 16,1-1-5-16,1 3-6 0,-7 0 9 0,0-2-3 0,0-1 19 15,0-1-5-15,6 3-9 0,1 1-1 0,1 3 1 0,0-4-1 16,-2 1-2-16,-1-3-1 0,0 1 1 0,0-2-1 0,-2 0 3 16,1 1 1-16,-1-2 12 0,1-2-3 0,0 1-4 0,1-2 2 15,-2 3 1-15,2-1-1 0,-2 0-2 0,1-1-3 0,0 0 1 0,1 2-5 16,1 0-1-16,0 2 1 0,1 1 7 0,0 1 1 0,2-3-5 15,1 3-12-15,1-1 16 0,0 0-15 0,-8 2 16 0,0-2-3 0,-2-1-6 16,3 2 4-16,5 0-2 0,2 2 5 0,-1-2-4 0,-1 0-1 16,-2-1-5-16,-1 3-4 0,1-1 11 0,-3 0-7 0,1-2 15 15,-1-3-6-15,1 0-7 0,1 0-9 0,1-1 8 0,-2 2-4 16,1 1 27-16,-1-1-9 0,0 0-5 0,2-1-18 0,0 1 14 16,2-2-10-16,1 1 26 0,-1 1-7 0,2-1-9 0,-1 0-2 15,1 0 3-15,-1 0 0 0,-6 0 3 0,-2-1 1 0,-2-1-7 0,3 1 0 16,5 1 6-16,1-1-5 0,0 1 2 0,-1-2-1 0,-1 1-2 0,-2 1-2 15,1 0 1-15,0 1-1 0,0-1 6 0,-2 0 1 0,1 0-2 16,2-1-22-16,1-1 23 0,0 1-19 0,1-3 30 16,-2 3-5-16,-2 0-10 0,2-1 0 0,0 2-6 0,1-1 6 0,-1 1 2 15,0-2 3-15,-1 2 2 0,4 0-26 0,-1 2 29 0,-1-1-27 16,-2 1 31-16,-7-2-3 0,3 4-11 0,0 0 0 0,0 0 7 16,10 1-6-16,-3-4 8 0,-1 0-1 0,-1 1-6 0,-2-2-3 0,1 6 2 15,-1-2-1-15,-2 1 5 0,1-3-5 0,0 1-3 0,3-1 3 16,1 1 3-16,-2-2 1 0,-1 0-5 0,-1 1 2 0,2-2-5 15,0 0-4-15,1-1 14 0,2 1-11 0,0 0 10 0,1 0-1 16,0 2-6-16,2-2-5 0,1 1 12 0,-1 0-6 0,-7 2 8 16,-2-1 2-16,1 1-9 0,1-2-14 0,10 1 16 0,-2 1-13 15,-1-1 21-15,-1 0-3 0,-4 3-7 0,1-1 0 0,0 1 0 0,-2-2 0 16,-2 4 9-16,2-3-4 0,0 1-4 0,2 0-6 0,2 1 6 16,-2-1-3-16,1-2 10 0,-1-3-7 0,1 1-6 0,3 0 1 15,1 2 3-15,2 2 1 0,1-1 10 0,-3-3-5 0,-4 0-5 0,0 2-5 16,1-3 4-16,3 1-4 0,4 0 10 0,-1 0-1 15,-3-1-2-15,0 0-11 0,-1 1 8 0,1-1-8 0,-1 2 20 0,0-1-2 16,-1 0-5-16,-1 0-16 0,0 2 13 0,2-1-11 0,-1 2 17 16,0 0 2-16,1 0-5 0,2 1-18 0,0-3 14 0,0 2-12 15,-3 0 22-15,-6-1 0 0,0-1-7 0,3 2-9 0,2 0 12 0,6 1-11 16,0-1 9-16,-3-1-2 0,-3 1-4 0,1 0 2 0,-1 0 0 16,2 0 2-16,0-2-3 0,-1-2 3 0,1-1-2 0,1 1-11 15,1 0 17-15,2 3-15 0,3 1 14 0,0-2 5 0,1 1-5 0,1 0-8 16,-5-2 4-16,-1 2-6 0,2-3 9 0,-2 1-2 0,5 0-3 15,-3 0-4-15,-3-1 7 0,0 2-3 0,-2-3 4 0,-1 0 1 16,0 1-4-16,1-1-2 0,0 1 0 0,2-2 0 0,1 2 14 16,-2-1-2-16,3-2 3 0,3 1-19 0,-1 1 11 0,0-1-10 0,-5 0 17 15,-2-1-1-15,2 0-5 0,4 2-9 0,4-3 0 16,-1 2-2-16,0 0 15 0,-5-2-4 0,1 2 0 0,0-1-14 0,0-1 6 16,0 2-6-16,0-1 12 0,-1 1 1 0,2-2-1 0,3 1-16 15,0 1 16-15,-2-1-11 0,1 0 16 0,-9-1 2 0,2 2-14 0,1-1 2 16,0-1 7-16,5 0-6 0,-2-1 5 0,-4 1-4 15,-1-1-2-15,1 0-6 0,0 0 15 0,0 1-8 0,-1-1 11 0,-1 1 3 16,-1-1-12-16,3 1-13 0,2-2 24 0,2 2-21 0,2-1 21 16,0-1 3-16,0 1-10 0,-3-1-21 0,0-1 15 0,2 2-15 15,1-1 25-15,4-1 2 0,1-2-8 0,-4-1-4 0,-1 0 4 16,0 1-5-16,-1 1 1 0,-2 2-1 0,1 0-1 0,-2-1-1 0,2 2-1 16,1-2 3-16,0 1 12 0,0-1-5 0,0 1-1 0,-3-1-4 15,-1 0 1-15,4-1 1 0,2 0 5 0,5 0-3 0,0 1 2 16,-3-1-1-16,0 0 0 0,-3 1 2 0,0-1 1 0,-1 1-4 0,2 2-4 15,2-2-1-15,1 0-1 0,1 1 1 0,2-2 6 0,-1 2-3 16,-5-3-2-16,1 2-14 0,1-1 16 0,-1 2-12 0,6-2 15 16,-5 0 3-16,-3-1-12 0,1 0-11 0,-3 2 23 0,1 0-18 15,0 0 24-15,-2 0-4 0,3-1-13 0,4 1 1 0,2-1 3 16,1-1-1-16,-4 1 3 0,-2-1 0 0,2 0-4 0,3 0-2 16,4 0 5-16,-2 0-4 0,-2 0 8 0,-3 0 0 0,1-1-2 0,0 1-17 15,2 0 13-15,1 1-11 0,4-1 17 0,1 2 0 0,2-2-7 16,-4 0-11-16,1 1 17 0,-3 1-14 0,0-2 19 0,1 3-3 15,-3 0-9-15,1-2-5 0,-3 0 7 0,1 0-4 0,0 1 8 0,-1-1 1 16,3 0-6-16,4 0-1 0,0 1 6 0,-3-2-5 0,1 1 4 16,-2-1 1-16,-1 0-4 0,4 1-2 0,-3 1 3 0,-2-2-4 15,-1 0 3-15,-2-2 0 0,3 1-2 0,3 0-13 0,2-1 20 16,3 1-15-16,-1-1 20 0,2-1-6 0,-3-3-11 0,2 1 0 16,-2-2 8-16,-4 1-3 0,-1 2 4 0,-2-1 4 0,-2 1-8 0,1-1-13 15,2 0 21-15,1 0-18 0,2-1 19 0,-1 1-8 0,4 2-14 16,0-1-15-16,-1 1 6 0,-1 1-8 0,-1-1-23 0,-6 2-8 15,2 1-20-15,-3 2-47 0,1 3-16 0,3 2-9 0,0 0-102 16,0 4-64-16,4 4-41 0</inkml:trace>
  <inkml:trace contextRef="#ctx0" brushRef="#br0" timeOffset="51560.18">21592 11986 256 0,'-24'-21'6'0,"11"11"103"0,3 1-35 0,3 3 11 0,4 2-67 0,1 3 18 0,2-1-20 0,0 1 6 0,3 0-10 0,3-1-17 0,3 2 5 0,5 0-5 0,2-1 5 0,0 1 4 0,-1-1 3 0,1 1 2 0,-7-1-32 0,1 1 31 15,0-2-29-15,0 2 37 0,5-1-10 0,0 1-11 0,0 0-5 0,-3 0 7 0,-2 1-1 0,-1 1 26 0,-1-1-7 0,-1 0-9 0,1 0-20 16,-1 1 23-16,-2-1-18 0,0 0 29 0,-2 1-3 0,2-1-11 0,-2 1 10 0,0-2 4 0,1 2 4 0,-1-1 32 0,-2-1-4 0,1 1-2 0,0 0-25 0,-1 1 24 0,0-2-23 0,0 1 23 0,0 0-9 0,-1 1-9 0,1-2-15 16,0 0 8-16,0 1-6 0,2 0 10 0,-2 0-1 0,0 1-12 0,1-1-16 15,0 2 19-15,1-2-20 0,-1 1 15 0,0 1-1 0,0 0-7 0,2-1-5 16,-1 2 9-16,0-1-6 0,1 0 13 0,-2 0-2 0,1 1-9 0,2 1-13 16,-2-1 16-16,2 2-14 0,-1-1 22 0,0 2-4 15,0-2-7-15,1-1-5 0,-1 2 2 0,1 0 0 0,0 1 15 0,0 0-4 16,0 1-2-16,0 0-10 0,0-2 16 0,1 2-11 0,-1 0 15 15,-1-1-1-15,1 0-7 0,-1 0 3 0,1 0-2 0,-1 0 2 16,2 1-1-16,-2 0-4 0,1-2-5 0,1 2-6 0,0 1 9 0,2-1-8 16,1 0 11-16,1 0-3 0,0-1-4 0,2 2-6 15,1-3 0-15,1 2 0 0,2 1 6 0,1-3 3 0,0 2 1 0,-2-1-11 16,1 4 11-16,-6-2-11 0,0 0 14 0,2 1-1 0,0 0-2 0,7 2-7 16,-1-2-1-16,-1 0 0 0,-2 2 8 0,-3-4-1 15,-1 4-1-15,0 0 1 0,1-2 4 0,-2 3-3 0,1-2 3 0,-1-3-5 16,-1-2-3-16,0 2 1 0,0 0 4 0,0 2-1 0,2 1 4 15,2 1-3-15,-2-1-7 0,1 0-12 0,-1-1 16 0,2 1-13 16,-1-2 21-16,1 2-5 0,2-2-8 0,2-1 3 0,0 3-8 16,1-2 6-16,0 0 3 0,-1 0-1 0,2-2 4 0,-3 2-23 15,0 0 21-15,-6 0-16 0,-2 0 29 0,0 0-4 0,0 0-10 0,7 3-9 16,-1-1 7-16,3 1-5 0,0 0 18 0,-1-1-2 0,-2-2-7 16,1 0-13-16,-2 1 12 0,2 0-9 0,-2 0 19 0,1 1-5 15,0-2-5-15,1-1-4 0,2 4 3 0,1-2-1 0,-1 2 9 16,1-1-5-16,1 0-2 0,2 3-13 0,5-2 7 0,1 3-6 15,3-4 13-15,0-1 0 0,1 1-5 0,-4-1-5 0,0 5 6 0,1-1-5 16,0 2 6-16,2-4 2 0,-2 1-6 0,-3-3-12 0,-3 2 16 16,-1-1-12-16,-5 0 22 0,0-1-7 0,-1-1-8 0,0 1-5 0,1 0 10 15,0 1-3-15,-3-2 16 0,1 0 2 0,-3 0-8 0,3 2-10 16,0-1 15-16,2 3-14 0,2-1 18 0,0-1-8 0,1 3-7 16,3-2-7-16,2 2 8 0,-6-1-4 0,2-1 14 0,3 3-5 15,1-4-8-15,10 4-9 0,-3-2 9 0,-1 3-7 0,-1-4 11 16,-2 2-1-16,-3 1-6 0,3-1-10 0,-1 4 7 0,0-7-5 15,1 1 22-15,0 0-6 0,1 0-2 0,2 5-15 0,-2-1 8 0,-6-2-6 16,-2 0 16-16,-1-2-1 0,2-1-2 0,7 1-16 0,-1-1 14 16,-2-2-12-16,-4 2 11 0,1-2 4 0,-3 0-10 0,1 0-8 15,0 1 18-15,0 1-14 0,2 0 22 0,-1 0-7 0,1 1-8 16,4 2-4-16,5 0 12 0,1 0-6 0,3-1 8 0,-1-1 2 16,-6 1-12-16,3 1-8 0,1 0 13 0,1 2-11 0,3-2 14 15,-6 1 0-15,-2-2-5 0,0 2-11 0,-1-1 6 0,0 1-7 0,-2 0 19 16,-1-4-5-16,1 1-1 0,1-1-11 0,1 2 7 0,3 3-4 15,-1-1 8-15,-4 0 3 0,-2-1-7 0,7 1 0 0,-1-3-3 16,4 2 1-16,0-2 4 0,-6-1 1 0,-1 1 3 0,2-1-9 0,-3 2 5 16,0 1-3-16,1 0 10 0,-1 1 0 0,4 0 1 0,3 0-20 15,1 2 14-15,2 0-11 0,0-2 24 0,-5 0-2 0,3 2-8 0,4 1-13 16,0 2 14-16,2 1-12 0,-3-1 17 0,-3 1-5 16,-1 1-9-16,3-3-10 0,3 3 12 0,2-3-7 0,2 1 19 0,1 1-4 15,-3-1-8-15,5-2-7 0,-2 0 6 0,-2-1-5 0,4-2 14 16,-6 0 1-16,-4 2-4 0,4 0-22 0,-1 2 19 0,3 0-16 15,3 2 26-15,-2-4-4 0,-4 4-9 0,3 1-6 0,0-2 7 16,-1 2-3-16,3 1 15 0,-6-1-2 0,-2 2-5 0,2 0-14 16,0-1 16-16,2 1-13 0,5-1 15 0,2-3-2 0,-4 3-11 0,5-2-6 15,-1-3 9-15,-1-1-4 0,2 1 15 0,-7-1-2 0,-1 0-7 16,1-1-7-16,3 1 6 0,2 0-4 0,3 0 13 0,-1 0-5 16,-3 0-3-16,4-1-14 0,-2 2 13 0,-2-1-8 0,2 1 19 15,-6 0 2-15,0 2-8 0,2 2-3 0,3 0 6 0,4-2-7 0,1 2 10 16,-4-1-5-16,1 2-4 0,3 1-2 0,-3 2-1 0,1-5 1 15,-4 1 5-15,0 0-3 0,2 0-1 0,9 1-9 0,2 2 8 16,3 0-5-16,-1 0 14 0,-6 0-5 0,0 0-5 0,-2 2-9 0,-2 1 10 16,0 0-6-16,3 2 13 0,0-6 0 0,0 0-7 0,8 1-5 15,-3-2 8-15,-4 0-7 0,-1 0 7 0,-6-3-1 0,-1 0-3 16,7 0-10-16,3 2 13 0,2-2-9 0,1 2 17 0,-3 0 0 16,-3 1-5-16,2 2-3 0,-3 2 5 0,-3-1-6 0,4 2 2 0,2 0 0 15,2 2-2-15,4 0-2 0,2 0 0 0,-6-1 0 0,-1-2 4 16,-4 1-1-16,-2-1-1 0,6-1-3 0,4-2 1 0,1 1-2 15,3-1 4-15,-5 3-2 0,-3-2-4 0,1 4-1 0,-5-3 3 16,0 1 1-16,1 1 4 0,0 2 1 0,4-1-3 0,4 1-7 16,0-1 6-16,-5-2-6 0,-2 0 6 0,-3 1 0 0,-5-2-3 0,6-1-7 15,3-2 12-15,4 0-8 0,2 1 16 0,-1-1-3 0,-3 2-8 16,-1 1-10-16,-5-1 11 0,-2 2-8 0,0 0 21 0,2 0-6 16,4 4-6-16,8-1-2 0,1 0-2 0,-2 1 1 0,-4-2 2 15,-7-2 1-15,-1 1 0 0,6 0-7 0,3-2 5 0,5-2-7 16,1 3 5-16,-6-1-4 0,-4 1-4 0,-3 0-17 0,-4 1-1 0,-3 1-3 15,-1 4-15-15,2-2 0 0,3 2-7 0,3 5-30 0,1-4 9 16,-4-2-15-16,-2 1-14 0,-9-4-13 0,-2-3-19 0,0 4-88 16,-6-1-73-16,-3 0-8 0</inkml:trace>
  <inkml:trace contextRef="#ctx0" brushRef="#br0" timeOffset="108415.37">3655 11475 237 0,'8'-5'0'0,"-2"-2"-13"0,1 2 43 0,4 1 15 0,1-1 5 0,1 1 26 0,1 2-11 0,-5-1-14 0,1 0-19 0,0 3-9 0,2 0 3 0,5 0 0 0,1 0-1 0,0-2 4 0,0-2-29 0,0 1 23 0,-1 0-23 0,0 0 28 0,0 0-8 15,-2 0-11-15,3-1-6 0,0 2 0 0,0-1 2 0,0 1 3 0,-1-2-2 0,1 2-4 0,-1 1-15 0,0-1 20 0,-1 0-16 0,0 1 23 16,-1 0-8-16,0 1-8 0,-1 0-14 0,2 0 14 0,0 0-8 0,-1 0 19 15,1 1-7-15,1 0-19 0,-5 1-32 0,1 0 2 16,0-1-16-16,3 1-49 0,4 0-14 0,0 1-19 0</inkml:trace>
  <inkml:trace contextRef="#ctx0" brushRef="#br0" timeOffset="109863.12">5982 11696 103 0,'4'-3'87'0,"13"0"83"0,-7 2-46 0,2-2-75 0,0 2-2 0,-2 1-14 0,1-1-5 0,-1 1-10 0,2 0 4 0,-2 0-2 0,0 0 5 0,-1 0-3 0,0 0-8 0,0 0-17 0,0 1 21 0,1 0-18 16,-1 0 23-16,0 1-5 0,2 0-9 0,3 0 2 0,0-1-7 15,2 0 6-15,-6 0-5 0,1-1 5 0,0 0-3 0,5 0-19 16,7 0 32-16,-1 0-28 0,0 0 36 0,0 0-10 0,-4 0-18 0,0 0 1 15,1 0-1-15,1 2 3 0,1-1 8 0,2-1 3 16,0 0 2-16,2-3-8 0,0 2 17 0,-3 0-16 0,3 0 13 0,-4 1-7 16,3-2-4-16,2 1 5 0,-2 0-11 0,-4-1 11 0,0 2-13 15,-2-1 0-15,3 1-3 0,7-1-1 0,1 0 8 0,-2-2-7 16,-1-1 5-16,0 2-6 0,-1 0-5 0,3 0 3 0,1 1-3 16,0 1 5-16,0 0-9 0,-2 0-16 0,1 1-14 0,2 1-58 0,-1 2-6 15,0 0-21-15,-5 0 9 0</inkml:trace>
  <inkml:trace contextRef="#ctx0" brushRef="#br0" timeOffset="113412.16">9407 11541 184 0,'-14'-7'-17'0,"0"-1"10"0,1 0 42 0,2 3-11 0,-2 1 79 0,0-1-13 16,1 2-15-16,-3 0-41 0,0-2 19 0,-1 2-23 0,0 1 15 0,3-1-8 0,0 1-13 0,2 2 3 0,1-3 5 0,2 2 0 0,1-2 10 0,6 1-4 0,1 0-11 0,0 1-8 0,3 0 12 0,-6-2-11 0,2 2 12 0,-1-2-6 0,1 3-4 0,0-1-20 0,0 0 10 0,1 1-10 0,0 0 15 0,2 0-4 0,0 0-9 15,3 0-14-15,2-1 9 0,-1 1-11 0,2-2 12 0,3 2-6 16,6-1-1-16,9 0 0 0,3-1 1 0,2 2 4 0,1-1 6 16,0 0 5-16,3 1-7 0,5 0-20 0,-1 1 27 0,2 0-25 0,2 2 31 15,0 1-5-15,-4-2-10 0,6-2-5 0,1 0 6 0,-2 0-1 16,5 0 18-16,-3-2 0 0,0-2-8 0,4 1 0 16,-1-2 16-16,1 1-12 0,-2-1 13 0,-4 0-6 0,1 3-8 0,-1-1-13 0,1 1 12 15,1 0-8-15,-2-4 19 0,-3 2-3 0,-1 0-15 0,-1 2-7 16,0-2 8-16,-2 1-9 0,-1 1 10 0,-9 0-5 0,-2 2-2 15,2 0-19-15,-1 0 0 0,6 3-5 0,-3 2-39 0,-5-1-28 16,0 2-29-16,-1-1-95 0,-3 2 124 0</inkml:trace>
  <inkml:trace contextRef="#ctx0" brushRef="#br0" timeOffset="116662.8">2326 12148 260 0,'-15'-1'28'0,"5"0"-3"0,2-1 30 0,1 2-16 0,3 0 4 0,0 0-11 0,1 0 14 0,0-1-1 0,0 0-3 0,2 0-31 0,0 1 34 0,0-2-30 0,1 2 35 0,0 0-13 0,0 0-17 0,0 0-29 0,0 0 13 0,0 0-10 0,0 0 25 0,0 0-3 0,0 3-13 0,1 1-16 16,0-2 20-16,2 1-19 0,-2 2 23 0,1-1-5 0,0 1-8 0,0 0-2 0,1 1 0 0,-2 3 3 0,0-1 7 0,0 1-1 0,1 0-4 0,-1 3-8 15,2-2 11-15,-3 5-10 0,1 1 13 0,0-1-3 0,0 4-6 16,1 3-11-16,-1 1 10 0,1 3-5 0,-1-1 18 0,1-4-2 16,-1 0-8-16,1 1-14 0,1-1 19 0,-1 0-14 0,1 1 15 15,0-5-1-15,1-1-6 0,0-1 2 0,1 0-1 0,-1-4 1 0,1 1-3 16,-2-2 2-16,3 0 0 0,-3 2-11 0,2-1 17 0,-1 0-15 16,0 2 17-16,-1-2-3 0,1 1-5 0,2-3-1 0,1-1 0 15,1 1 1-15,-1 0 2 0,4 0 0 0,0 0-3 16,1-1-23-16,3-2 26 0,2 0-21 0,1 0 35 0,0-2-10 0,2-2-11 0,0 1-8 15,2-2 7-15,1-1 0 0,0 0 18 0,0 1-2 0,-1-1-10 16,2 3-16-16,0-2 24 0,0 2-19 0,1-2 29 0,0 0-4 16,0-1-10-16,1 0-14 0,1 3 14 0,0 0-10 15,-1-1 24-15,1 1 1 0,1-1-10 0,6-1-5 0,2-1 16 0,3 0-15 0,3 0 11 16,-1 0-4-16,2 2-9 0,-3-1-12 0,3 0 21 0,-2-1-12 16,1 0 39-16,3-1-10 0,-1-2-16 0,3 2-22 0,2 1 22 15,2-1-18-15,2 0 31 0,-4-2-5 0,-2-3-13 0,5 1-7 0,-1-1 13 16,3 3-9-16,6-3 10 0,-1 0 3 0,2 0-12 0,5-1-15 15,-4 0 26-15,1-1-24 0,-2 2 24 0,-3-1-6 16,5 1-12-16,1-1 5 0,2 2-7 0,0-1 7 0,-6 2 0 0,-4-2 0 16,-4 2 4-16,-2-1-3 0,5-1 14 0,-3 3-8 0,0-2 21 15,-4 2-6-15,-2 0-6 0,-1 2-1 0,-9-1 0 0,0-1 2 16,-2 0 8-16,-2 0-4 0,4 0-4 0,-2 0-16 0,-2 0 7 0,1 0-9 16,0-1 3-16,1 0-3 0,1 1-2 0,0-1 0 0,-2 0-4 15,0 1 3-15,-1 1 6 0,-2-2-2 0,-6 1 0 0,-1-3-9 16,-1 2 1-16,0-1-4 0,2 0-5 0,-3 0-9 0,-5 2-4 0,-1-3-43 15,0 2-28-15,-3-2 5 0,1-3-80 0,1 0-40 0,2-2-18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7:50:08.65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6921 9437 256 0,'-5'-12'-1'0,"4"6"11"0,1 3 3 0,0 2 9 0,2 0 2 0,1-2-1 0,1 2 1 0,-1 1 5 0,2-1-2 0,-1 1 1 0,2 0-3 0,0 0-3 0,-1 0 3 0,1 1 1 0,-1-1-5 0,0 1-1 0,2 2-18 0,-3-2 10 0,2 0-10 0,-1 1 10 0,1-1-2 0,0 0-3 0,-2 0-7 0,2 1 9 0,-1-1-4 0,1 0 22 0,0 1-2 0,-1-1-11 0,2 1-23 16,-1 1 30-16,0 0-24 0,1-3 35 0,-1 2-12 0,0 2-16 0,2-2-15 16,0 4 13-16,0-3-5 0,1 1 31 0,1-1-10 0,1-1-15 15,1 1-5-15,1 0 2 0,0-2-1 0,2 0 8 16,1 0 0-16,-7 1 0 0,1-2-2 0,-1 0 18 0,0 0-8 15,5-2 31-15,1 2-6 0,0 0-12 0,-1 0-14 0,1 0 9 16,-1 0-10-16,0 2 4 0,-2-2 0 0,1 1-1 16,1 0-8-16,0 0 7 0,1 1-7 0,2-1 10 0,1 0-3 0,0 1-6 0,4-1-15 0,-2 0 17 15,1 0-15-15,0 2 16 0,1-3-3 0,-2 1-9 0,2 1 0 0,-1-1 1 16,1 0 0-16,-2 2 1 0,1-2 2 0,-7-1-4 0,0 0-4 16,-2 0 10-16,0 0-9 0,6 1 9 0,-1 2-3 0,0 1-4 0,0-1 0 15,0 0 1-15,-3 1 1 0,2-2 5 0,-1 1 3 16,0 0-4-16,2-1-22 0,2-1 25 0,1 2-22 0,2-2 33 0,0 1-8 15,2-1-13-15,0 0 1 0,2-1 1 0,0 0 1 16,1 0 5-16,1 0 1 0,0-1-4 0,0 1-17 0,-4-1 19 0,-2-1-17 16,2 1 22-16,-2 1-4 0,4 0-8 0,-1 0 0 0,-1 0 0 15,0 0 2-15,0 0 5 0,1 0 0 0,-1 3-5 0,3-2-16 16,0 1 26-16,0 0-22 0,1 0 26 0,-2 1-5 0,3-2-12 0,3 0-10 16,-5 1 14-16,0-2-9 0,2 0 23 0,-1 0-3 0,5 0-10 15,2-3-19-15,-2 2 22 0,-1-1-19 0,2 0 27 0,0 1-5 16,1 1-10-16,1 0-2 0,-1 0 2 0,1 0 2 0,1-2 11 15,-6 1-4-15,0 0-6 0,2 0-16 0,0-1 22 0,3 1-17 0,0 1 23 16,-3-1-6-16,-1 1-11 0,4-2-16 0,0 2 24 0,-1 0-16 16,0 0 29-16,-1 0-2 0,-1 0-17 0,4 0 0 0,-3 0 11 15,2-1-8-15,0-1 11 0,-1-1 1 0,2 0-5 0,3 1 1 16,1-2 0-16,2 1 0 0,1 0 3 0,-1-1-1 0,0 3 0 0,2-1-13 16,-5 0 8-16,3-1-7 0,-2 1 9 0,-3 2-5 0,5-2-6 15,-3 1 4-15,2 1-2 0,-2-3 4 0,2 1 4 0,-3 1 1 16,1-3 2-16,-1 1-28 0,-4 1 24 0,-1-1-22 0,2 1 30 15,-2-1-3-15,5 0-11 0,0 0-1 0,-2-1 0 0,1 1 0 16,0-1 6-16,-3 0 0 0,1 3-4 0,1-1-13 0,0 0 13 16,2 1-11-16,-5-1 21 0,1 0-3 0,-1 1-7 0,5-3-10 0,4 2 5 15,-1-1-3-15,-2-1 19 0,0 2 0 0,-1 0-4 0,0 0-14 16,1-1 9-16,-1 1-9 0,0 2 12 0,-7-2-6 0,0 1-3 0,2 0 1 16,-3-1-4-16,5 0 6 0,-3 1 5 0,-4-1-1 15,-2 2-3-15,2 0-4 0,-3 0 9 0,0 0-9 0,-1 3 4 0,-1-2 1 16,1 0-1-16,1 1-14 0,1-1 13 0,1 0-10 0,-2-1 25 15,-5 0-1-15,-1 0-10 0,5-1-21 0,1-2 20 0,4 2-17 16,0-1 28-16,-4 0-6 0,-2 0-9 0,1-2-10 0,-1 1 11 16,1 2-6-16,-2-1 13 0,-1 0 2 0,-2 0-9 0,-1 0-15 0,-2 1 27 15,-2 0-23-15,-2 0 22 0,-1 1-3 0,0-2-11 0,-1 2-1 16,-2 2 7-16,1-2-3 0,0 1 7 0,0 0-2 0,1 0-8 0,0 1-2 16,-3-1 8-16,1 0-5 0,-5 2 4 0,-2-1-1 15,0-2-4-15,3 3 3 0,3 0-2 0,0-2 2 0,-2 1 0 0,0 0 4 16,-2 0-2-16,1 1-7 0,-2 1 5 0,-1-2-8 0,1 3-21 15,-1-1-17-15,-2 1-15 0,1-1-89 0,-1 3 2 0,-1-2-36 16,1 4 35-16</inkml:trace>
  <inkml:trace contextRef="#ctx0" brushRef="#br0" timeOffset="10597.12">18798 10103 501 0,'-3'2'159'0,"-1"-1"194"0,1 1-174 0,1-1-33 0,-1-1-18 15,2 0-16-15,0-3-17 0,0 2-26 0,1 0-25 0,0 0 1 0,0-1-13 0,0 0 3 0,0 0-4 0,1 0-5 0,1 1-23 0,2-1 20 0,-1 0-21 0,2-1 37 0,-1 1-5 0,2 2-7 0,0-3-3 0,2 3-2 0,0 0-1 0,3 1 3 0,0 1-1 0,0 1-3 0,1 1-14 0,0-1 18 16,1 1-18-16,3 0 31 0,-2 1-7 0,3 0-9 16,2 2-10-16,-2 0 7 0,0-1-9 0,2-2 25 0,-3-1-11 15,-1-2-3-15,5 0-18 0,-2 2 9 0,-1-2-9 0,0-1 16 16,-10-1-4-16,-2-2-7 0,1 2-13 0,-1 0 11 0,4-1-10 16,-2 1-2-16,2 1-7 0,-2-1-18 0,0 1-1 0,-1-1-5 0,-3-1-1 15,-1 2-37-15,-1 0-4 0,-1 2-4 0,0-2-49 0,0 0-9 16,-1 0-8-16,-1-4-73 0,0 0-17 0,-2-3-32 0</inkml:trace>
  <inkml:trace contextRef="#ctx0" brushRef="#br0" timeOffset="10826.17">19120 9797 1079 0,'0'2'-254'0,"-1"-1"540"0,0 1-43 15,1-2-65-15,0 1-53 0,0-1-2 0,1 2-34 0,2 2-34 16,-3 0 1-16,0 3-10 0,4 3 6 0,-1-1 12 0,5 2-17 15,3 3 13-15,2 0-6 0,0 4-10 0,4 7-27 0,-1 2 25 16,-3-1-29-16,1 4 37 0,-3-2-18 0,0 4-18 0,0 1-2 16,-2-1 8-16,0-3-4 0,0-1 5 0,1-3-9 15,1-2-10-15,0 4 2 0,0-4-2 0,-1-2 4 0,1 3-5 16,1-1 0-16,-1 4-1 0,0 6-17 0,0-2-14 16,0-2 2-16,3 0-56 0,-3-8-30 0,2-1-6 0,-2-2-182 15,0-1-70-15,-1-2-1 0,0 0 60 0</inkml:trace>
  <inkml:trace contextRef="#ctx0" brushRef="#br0" timeOffset="12603.11">17979 8758 217 0,'-4'0'48'0,"0"-1"-14"0,1-2 12 0,-1 0 34 0,0 0 16 0,2 0-22 0,-1 0-5 0,0-1-8 0,2-1-13 0,0 2 4 0,0-1 16 0,0 0-15 15,0 3 37-15,0-1-2 0,0-2-17 0,-1 2 1 0,1 0 28 0,0-1-33 0,-1 1 32 0,1 0-12 0,0 2-17 0,0-1-9 0,-1 0 4 0,1 1-12 0,-1-1 6 0,1-1-6 0,0 2-9 0,0 0-13 0,1-1 11 16,0 1-16-16,-1 0 13 0,1 0-9 0,0 0-10 0,0 0-22 16,0 0 20-16,1 3-19 0,1-2 28 0,1 1-4 0,1 2-12 15,0 1-7-15,1-1 8 0,1 0-9 0,1 0 10 0,0 1-3 16,2 0-7-16,0 2-7 0,1-2 10 0,1 1-7 0,0 1 14 15,2 0 0-15,0 1-7 0,4 1-4 0,0 0 8 0,0 2-8 16,-3 0 11-16,-1-2-1 0,-8-3-1 0,3 0-14 0,-1 2 12 16,1-2-9-16,5 3 20 0,0 0-7 0,-1 0-9 0,0-2 2 15,0-1-5-15,-3 1 5 0,0-1-4 0,-3 0-3 0,1 1-2 0,0 0-2 16,-2 0 8-16,2 0-3 0,-2 1 13 0,0-1-5 0,0 0-7 16,-2 0-18-16,0-2 4 0,1 4-7 0,-1-3-5 0,1-1-9 15,-2 0-14-15,0-2-33 0,1 1-12 0,0-2-2 0,-1 0-51 16,1-2-9-16,-1 0-13 0,1-2-72 0,-1-4 9 0,-1-3-34 15,-1-4 85-15</inkml:trace>
  <inkml:trace contextRef="#ctx0" brushRef="#br0" timeOffset="13055.09">18336 8664 526 0,'-3'2'111'0,"-1"1"153"0,-1-1-106 0,2 1-28 0,-1 1-28 0,2-3-55 0,0 0 8 0,0 0-27 0,0 1 8 0,1-1-14 0,1 0-11 0,0 1-22 0,0-1 15 16,1 1-14-16,2 2 24 0,-1-1-4 0,1 2-7 0,2 0 3 0,-1 1 8 0,2 0-3 0,1 0 43 0,-2 0-7 0,3 1-6 0,0-1-17 0,1 1 19 0,-1-4-22 0,2 3 22 0,-1-3-6 16,0 0-13-16,1-1-14 0,0-2 19 0,-1 0-18 0,0 0 34 15,-1 0-11-15,0-2-15 0,0-2-8 0,-2 2 6 16,1-4-8-16,0 3 8 0,-3-3 2 0,1 1-6 0,-1 0-8 16,0 0 16-16,-2-1-16 0,-1 1 15 0,0-1-3 0,-1 0-11 0,0 2-5 15,0-1 9-15,-2 1-8 0,0 0 5 0,-2 1 3 0,1-1-3 16,-3 0-10-16,2 0 12 0,-2 0-12 0,0 2 8 0,-1-2 1 15,0 3-7-15,-1-3-6 0,0 2 12 0,1 2-8 0,-2-2 13 16,0-1-2-16,1-1-7 0,0 4-7 0,0-3 8 0,1 0-7 0,2 2 7 16,0-2 0-16,1 2-3 0,0-2-42 0,2 2 18 0,0 0-24 15,2 1-1-15,-1-1-20 0,1 1-25 0,0 0-45 0,0-3-37 16,1 2 11-16,1-4-93 0,-1 1-31 0,1 0-13 0</inkml:trace>
  <inkml:trace contextRef="#ctx0" brushRef="#br0" timeOffset="13653.22">18535 8373 707 0,'-13'11'-151'0,"5"-2"366"16,2 0-39-16,1 0-37 0,0 2-65 0,2-2 20 0,1 1-41 16,0 3 2-16,2-2-12 0,0 1-19 0,4 3-20 15,0-1 18-15,1 1-18 0,0 2 36 0,2-5-5 0,0-3-12 16,2-1-5-16,0 0 26 0,-1-1-22 0,1-2 47 0,-1-3-10 16,2 0-17-16,0-1-12 0,1-2 1 15,-2-3-10-15,-3 1-5 0,-3-5-3 0,-1 3-3 0,0 0-8 0,4-2 9 16,-3 4-8-16,1-2 19 0,-2 0-4 0,0 1-8 15,-2-5 2-15,0 1 8 0,-1 1-6 0,-2-2 9 0,-2 1-1 0,0 0-6 16,-1-1-17-16,-2 2 14 0,5-1-13 0,-4 0 23 16,0 2-10-16,-1-3-9 0,-4 0 0 0,1 1-4 0,2 1 6 15,1 0 3-15,2 2-6 0,3 0-1 0,1 2-11 0,1 1 8 16,0 1-7-16,1 1 11 0,1 0 1 0,0 0-4 0,1 0-4 0,1 1 4 0,1-1-3 16,0 4 14-16,1-3 3 0,0 1-1 0,4 4-19 0,0-5 20 15,3 3-17-15,-1 0 29 0,0-1-12 0,-3 3-12 0,-1-1 4 16,2 1-2-16,2 4 7 0,7 1-3 0,1 0-2 0,0 1-4 0,-2-1-2 15,1-1 2-15,-1 4-2 0,-2-2 4 0,1 1-1 0,0-4-2 0,0-2-15 16,0 1 2-16,2 0-5 0,-1 3 2 0,-1 0 3 16,-1 0 2-16,-1 1 0 0,1-1-1 0,-1 2-5 0,0-2-30 15,-4 2 19-15,-2-1 5 0,-3 1 18 0,0-2 3 0,-3 2-2 16,-1-2 2-16,-1 0 1 0,0 0-1 0,0 1 0 0,-2-2 3 0,0-1-3 16,-3 0 3-16,1-3 4 0,-3 1 2 0,-1-4-7 0,-2 0 6 15,-1-3-6-15,-2-1 5 0,1-3 3 0,0-2-5 0,-1-2-10 16,3-1 19-16,0 0-16 0,2-1 21 0,3 1-8 0,0-2-10 0,1 1 0 15,0 0 0-15,2 0 0 0,-1-1-1 0,1 4-3 0,-1-2-5 16,0-1-43-16,1 1 0 0,-2-2-15 0,0 2-42 0,-1-1-7 16,0-4-17-16,0 0 10 0,0-5-36 0,-1-3 25 0,1 3-85 15,0-3-48-15,-1-5-21 0</inkml:trace>
  <inkml:trace contextRef="#ctx0" brushRef="#br0" timeOffset="13981.03">18583 7682 537 0,'-10'7'124'0,"1"1"178"0,-1 0-112 0,4-2-36 0,0 2-31 0,1-1-56 15,2 0 11-15,1-1-30 0,1 2 11 0,1 0-14 0,0 1-18 0,3 2-11 0,2 1 7 0,0-1-9 0,4 3 14 0,2 2 8 0,2-4 2 0,1 2 1 0,1-1 18 0,-7 1-20 0,2-1 22 16,-1 1-8-16,0-2-15 0,8 2-13 0,-2-1 5 0,2-1-12 0,0 2-1 0,-2-3-4 0,-3-1-7 0,2 1 4 0,-3-2-2 0,1 2 2 0,0-4-9 0,-3-2 1 16,2-1 0-16,-1-4-10 0,0-2 4 0,0-1-8 0,-1-2-7 15,0 1-17-15,-1-1-8 0,0-1-37 0,-2 1-12 0,0-4 7 16,0 2-52-16,-3 1-7 0,0-1-17 0,-2 2-50 0,1-2-34 0,-2-4-8 15,0 0 44-15</inkml:trace>
  <inkml:trace contextRef="#ctx0" brushRef="#br0" timeOffset="14178.59">18802 7801 893 0,'4'6'189'16,"-1"-1"31"-16,2 2 9 0,1-4-73 0,2 3 3 15,1-4-30-15,1-1-38 0,3 1-49 0,-2-2 6 0,1 0-26 16,2-4-3-16,-2 0-4 0,2-1-8 0,1-3-2 0,0 0-4 0,0 1 0 16,-1-3-11-16,-2-1 6 0,0 0 4 0,1-2-45 15,0-1 14-15,-2 1-25 0,-2-1-12 0,-4 2-38 16,0 1-19-16,-2-3-118 0,-2 2-54 0,-1-2 26 0,4-2-27 16</inkml:trace>
  <inkml:trace contextRef="#ctx0" brushRef="#br0" timeOffset="14386.39">18991 7450 945 0,'5'11'330'0,"-2"-3"-209"0,-1 2 172 0,3 3-169 0,0 6 10 16,2 2-27-16,2 1-15 0,1-2-14 0,0-2-25 0,0 5-21 16,0-3 13-16,2 2-22 0,1 3 3 0,-2-8-7 15,2 1-11-15,-8-1-16 0,1-5 13 0,-2-3-12 0,2 0 22 16,4-6-3-16,0 2-10 0,2-2-19 0,-2 0-3 0,-1-2-4 15,0-1-30-15,-2 0-27 0,0 0-9 0,0-1-106 16,-3-3-46-16,0 2 26 0,-3-4-142 0,-1 0 205 0,2-3 11 0</inkml:trace>
  <inkml:trace contextRef="#ctx0" brushRef="#br0" timeOffset="14622.72">18986 7327 881 0,'-2'3'324'16,"2"-3"-215"-16,0 0 170 0,3 0-185 16,1 1 12-16,2 0-23 0,5-1 42 0,1 1-22 0,3 1-22 0,6-2-39 15,2 5 11-15,-1-1-25 0,-1 5 1 0,-5-2-10 0,0-2-13 16,2 3-1-16,4 0-1 0,-1 1 1 0,0 1 3 16,-5 3-1-16,-4 0-2 0,0 2-15 0,-3 0 14 0,-1 3-13 15,1 5 23-15,-3 2-4 0,-1 3-6 0,0 5-22 16,-3 0-9-16,0 4-2 0,-2 2-41 0,0-5-27 0,0-2-7 15,0-3-103-15,0-8-71 0,0-3 44 0,0-4-230 0,4-5 267 16,1-4 12-16</inkml:trace>
  <inkml:trace contextRef="#ctx0" brushRef="#br0" timeOffset="15432.39">18819 8075 334 0,'-1'5'94'0,"0"0"134"0,1 0-66 0,0-2-35 0,0 2-27 0,1-2-65 0,0 0 17 0,3 0-31 0,-1-2 36 0,3 0-9 0,-1 2-15 0,3 1-1 0,1-1 22 0,0 1-22 0,1 0 13 0,0-1-4 0,0 0-13 0,2 1-1 0,-1 0 9 0,0 0-11 0,1-1 9 0,-1-2-11 15,-1 1-11-15,0 1-19 0,-1-2 10 0,0 1-11 0,0-2 17 0,1 0-4 0,-1-2-8 0,2 0-46 16,-1 0-15-16,0 0-4 0,0-2-133 0,0-2-39 0,-1-2-28 16</inkml:trace>
  <inkml:trace contextRef="#ctx0" brushRef="#br0" timeOffset="22723.44">28287 17674 217 0,'-7'-1'177'0,"-2"-3"-96"0,-1 1 100 0,0 1-119 0,0 0-30 0,0 2-14 0,0 0 13 0,-1 3 2 0,2-1 1 0,-1 4-13 16,1-1 1-16,-1 2-8 0,-2 4-13 0,0 0 3 0,-3 3 0 0,0 3-1 0,1 2 10 0,-1-1-5 0,-1 2 8 0,6 0 0 0,1-1-11 0,-2 3-7 0,0-2 20 0,-5-2-18 0,0 0 14 0,3-3-4 0,2 1-9 0,-3-1-6 0,3-1 2 0,-1 2 0 0,0-1 15 0,3-1 1 15,-1 1-5-15,0 1-14 0,0-2 8 0,-2 2-10 0,1-2 9 16,-2 1-1-16,0 0-2 0,-1 0-1 0,-1 1-5 0,0 2 5 16,-1 0-5-16,1-2 1 0,-1 1-2 0,-3-1-23 0,2 1 13 15,-1-2-16-15,-1 1 3 0,2-2-4 0,1 0-6 0,2-1-31 16,1-2-23-16,3 1 4 0,1-1-66 0,2-2 88 0,2 0 3 0</inkml:trace>
  <inkml:trace contextRef="#ctx0" brushRef="#br0" timeOffset="23084.01">27557 17676 1031 0,'-23'-19'-33'0,"16"12"67"0,1 0-9 0,4 2-15 0,2 0-17 0,1 2 14 16,2 1-15-16,2-1 13 0,0 1 0 0,2 2-4 0,3 0 2 0,0 0-6 15,1 2 5-15,-4 3 5 0,1 2 5 0,1 2 5 0,2 3-4 16,8 4 14-16,3 2-12 0,0 4 14 0,0-1-6 15,0 2-3-15,0 2 1 0,2-1-5 0,0 2 7 0,1-2 2 0,0-2-4 0,1-2-3 16,3 2-19-16,3-2 12 0,0 0-12 0,5-2 15 0,-1 1-3 16,-6 0-5-16,2 1-13 0,0 0 6 0,1-1-5 0,4-3 12 15,-4 2 1-15,-5-2-6 0,0 2-6 0,-3 0 7 0,-2-2-9 16,0 2 3-16,-4-4-2 0,-1 2-2 0,0-1-17 0,0-2-3 16,-2 1-4-16,1-1-24 0,-2-2-19 0,-1-1-16 0,2 2-74 0,0-3-69 15,2-1 1-15</inkml:trace>
  <inkml:trace contextRef="#ctx0" brushRef="#br0" timeOffset="34295.36">21126 16483 424 0,'-9'-4'358'0,"3"3"-16"0,3 0-336 16,-2 1-26-16,4 1 13 0,1 0-12 0,2 3 29 0,0 0 1 0,1 0-8 0,1 0-11 0,1 1 25 0,-1 1-20 0,3 3 25 0,-6 0-3 0,-1 3-13 0,1 4 0 0,-1 4 15 0,4 1-8 0,0 2 30 0,-1 2-4 15,-2 0-8-15,-1 5-10 0,1 3 17 0,-1 2-15 0,0 2 8 0,1 1-6 0,1 2-12 0,3 0-9 0,-1 4-1 0,4 0-1 0,0 1 8 0,1-3-5 0,1 1-2 0,0 4-8 0,1 0 4 16,1 2-5-16,-2-1 1 0,-1-6-3 0,0-3-2 0,0-2-4 16,0-4-7-16,0-1 4 0,0-2-19 0,-2-3-1 0,2-1-6 0,-1 1-18 0,0 2-18 15,-1-1 4-15,0 1-20 0,-2-1 6 0,1-2 21 16,-2 0-70-16,1-5-24 0,-1 0-13 0</inkml:trace>
  <inkml:trace contextRef="#ctx0" brushRef="#br0" timeOffset="34655.98">22317 16611 1062 0,'-13'-1'34'0,"-1"0"-49"0,2 1 47 0,3 1-7 16,2 2-8-16,3 0-10 0,3 1 13 0,1 1-8 0,0 0 40 16,1 2 1-16,0 1 8 0,1 2-16 0,1 0 3 0,0 4-7 15,-1 0-3-15,0 3-2 0,0 5-7 0,3 3-22 0,-1 3 25 16,2 4-24-16,1 4 26 0,-2-1-10 0,1 3-15 15,0-1-3-15,-1-1-1 0,-1 1 4 0,-1-3 10 0,0-1-10 16,2-1-2-16,-1 0-27 0,2 2 4 0,0 4-12 0,1-3-29 0,4 4 5 0,1-3-13 16,1-2-34-16,0-2-11 0,-1-5-14 0,0-1-140 0,2-1-44 15,0 1-63-15</inkml:trace>
  <inkml:trace contextRef="#ctx0" brushRef="#br0" timeOffset="35326.24">23880 16450 1144 0,'0'-10'192'0,"-6"3"-182"0,-2 1-9 0,2 3 6 0,3 3 16 0,1 0-17 0,0 3 8 0,2 1-5 0,0 1-8 0,2 3-1 16,0 1-2-16,1 3 1 0,3 5 2 0,2 3 2 0,1 7-3 0,2 8-4 0,0 5 5 0,1 4-5 0,1 6 5 0,-2 3-10 0,-1 2-3 16,-1 4-14-16,-1-2 3 0,-2-2 1 0,-1-2 8 0,-1-4-6 0,-2-2-12 0,-1 3-36 0,-1 2-2 0,0-2-12 0,-1 1-43 0,0-4-7 0,-2-8-10 0</inkml:trace>
  <inkml:trace contextRef="#ctx0" brushRef="#br0" timeOffset="35969.18">26097 16491 1265 0,'-6'-4'-45'0,"2"3"86"0,5 1-5 0,1 2-10 0,4 1 8 0,0 3 19 0,0 2-7 0,2 2 31 16,1 0-6-16,-1 5-14 0,0-1-20 0,1 4 14 0,-1-2-16 0,1 2 9 0,-3-1-16 0,0 2-14 0,1 3-8 0,-4 5 0 0,1 1 2 0,-1 5 1 0,-1-3-1 0,-1 4-2 0,0 2-23 16,0 1 20-16,1 3-18 0,0-1 16 0,0 4-7 0,1 2-15 0,2 3 0 0,1 5 13 0,-1-3-5 0,1-2 9 0,-1 0-17 0,2-5-21 0,-1-2-85 0,1 0 8 15,2-5-25-15,1-4-6 0,2-4-15 0,4-4-13 0</inkml:trace>
  <inkml:trace contextRef="#ctx0" brushRef="#br0" timeOffset="36293.15">28573 16628 2121 0,'4'5'19'15,"-2"1"-205"-15,4 6 190 0,-3 3 3 0,-2 3 4 0,2 3 10 16,-3 0 9-16,2 4-6 0,2 0-9 0,-1 1-10 0,2 3-13 0,-1 5-39 15,3 2 19-15,-3 1-17 0,2 0 36 0,-1 0-8 16,-2 4-8-16,3 6-78 0,-1 7 44 0,0 6-38 0,-2 4 104 16,1-1-5-16,-1-2-5 0,0-4-31 0,0-3-5 0,2-5-6 0,-1 0-63 15,2-5-39-15,-1-1-38 0,0 2-207 0,3-1 235 0</inkml:trace>
  <inkml:trace contextRef="#ctx0" brushRef="#br0" timeOffset="36518.56">30392 16522 2126 0,'64'46'-226'16,"56"121"268"-1,-125-168-65-15,104 168 47 0,-75-114-29 0,-10-8 40 0,-4-5-9 16,-4-2-4-16,-3 5-74 0,-2 3-44 0,-1 4-8 0,0 7-238 16,0 3-71-16,-1 0-76 0</inkml:trace>
  <inkml:trace contextRef="#ctx0" brushRef="#br0" timeOffset="43890.31">6550 10817 256 0,'-21'-19'21'0,"10"7"299"0,3 2-134 0,3 2 8 0,3 1-187 0,2-1 14 0,2 0-16 0,2 2 16 0,2-1-7 0,1 0-9 0,1 0-13 0,1 1 15 0,0 0-11 0,0 2 18 0,-1-1-1 0,0 3-8 0,-2-2 2 0,1 3 8 0,0 0-2 0,-2 1 24 0,2 0-2 0,-1 1-3 0,2 2-8 0,1 1 9 0,1-1-8 0,0 1 12 0,2 0-7 15,2 1-4-15,4 0-17 0,1 0 9 0,0 3-8 0,-4-3 16 0,-1 2-4 0,3 0-9 16,3-2-11-16,8 2 9 0,1-2-10 0,-1-1 7 0,-2 0-2 0,2-3-2 15,1 0-2-15,2-1 3 0,1 0-2 0,2 0 7 0,2 0 1 16,4 0-3-16,5 1-11 0,-4-1 20 0,0 3-16 0,0 1 23 16,-5-2-2-16,5 2-7 0,0 0-11 0,-1 0 2 0,-1 0-4 15,4 0 15-15,1-1-4 0,5 1 1 0,6 0-8 0,-1 1 6 0,2-1-5 16,-2 0 6-16,-3-1-5 0,3 0-5 0,4 1-7 0,7-1 4 16,6 2-1-16,1-3 19 0,-4 1-14 0,-1-2 0 0,73-5-3 15,-143 4-9-15,170-7 14 0,-84 3-9 0,-1-2 0 0,83-10-3 16,-168 15 26-16,188-13-33 0,-96 6 20 0,-4 0-1 15,-1-1-8-15,3 1 4 0,5 0-6 0,0 3 4 0,-5 0 6 16,-2 1 2-16,-2 1-15 0,5 1 11 0,3 2-12 0,-1 0 14 16,-7 2 1-16,-4 5-4 0,2-1 12 0,6 0 23 0,3 1-11 15,1-2 30-15,-4-1-9 0,-7 0-16 0,6 1-15 0,4 0 12 16,1 0-12-16,2 1 5 0,-7 1-5 0,-3-1-13 0,9 2-10 0,2 0 10 16,0-3-8-16,0-3 15 0,-12-1-2 0,2 2-8 0,6-3-7 15,2 0 10-15,-1-3-9 0,-6 2 7 0,-9-3 1 0,-2 1-5 16,8-3-7-16,1 3 8 0,-3-4-8 0,-7 3 6 0,-10-1-2 15,-5 3-4-15,2-2-8 0,1 0 1 0,-1 1-5 0,-2 1-16 16,-7 1-1-16,-5-2-8 0,-6 2-47 0,-5 1-7 0,-6 0-16 0,-6 1-111 16,-7 3-72-16,-4-2-58 0</inkml:trace>
  <inkml:trace contextRef="#ctx0" brushRef="#br0" timeOffset="51122.43">6368 11522 387 0,'-7'-9'83'0,"0"2"101"0,-2 0-134 0,0 1-9 0,0 3-20 0,0-1 26 0,2 2-9 0,2 1-11 0,2-1-9 0,2 1 12 0,0 0-7 0,1-1 24 0,0 1-2 0,0 1-8 0,1-1-17 0,0 0 11 0,0-1-15 0,3 1 7 0,-1 0-6 0,1-2-2 0,3 2-2 16,1-2 9-16,1 2-4 0,2 0 10 0,0 0-3 0,2 1-13 0,-2 0-12 0,1 0 26 0,-2 0-22 0,-1 1 30 0,0 0-10 0,-2 0-15 0,0 2 0 0,1 1 4 16,0 0-1-16,0 2 3 0,-1 0-1 0,-1 2-7 0,1 1-1 15,-3 0 4-15,1 1-5 0,-1 1-1 0,0-3 2 16,-1 3 0-16,-2 0 0 0,0 0-4 0,0 0 3 0,-1 1 3 0,0 0 0 15,0-1 0-15,0 1-18 0,0 1 22 0,0 0-19 0,0 0 24 16,1 0-6-16,1-1-10 0,-1 4-8 0,1 0 7 0,0 2-2 0,2-2 13 16,-1-2-1-16,0-1-9 0,0 1-3 0,0 1 7 0,-1 0-6 15,0 1 5-15,2 3-2 0,-3 0-2 0,1 3-4 0,-1-4 4 16,0-3 0-16,-1 1 3 0,0-4 3 0,0 5-6 0,-1-2-9 16,-1 1 17-16,1-3-15 0,0 1 15 0,-2-2 0 0,2 3-6 0,-1-3-2 15,1-1-2-15,0-2 1 0,0-1 1 0,1 0 2 0,0 0-2 0,1 0-6 16,1-1 11-16,1 1-10 0,1 0 11 0,0-1-1 15,1 0-2-15,2-1-21 0,-1 0 18 0,1 1-15 0,1-2 27 16,0 1 0-16,-1 2-10 0,2-2-15 0,-2 1 16 0,3-1-13 16,-1-2 23-16,0 1-6 0,0-2-7 0,-1 2-15 0,-1-3 13 0,1 1-8 15,1 0 31-15,0-1-6 0,0-1-6 0,0 1-17 0,-1-1 9 16,1 0-7-16,-1-1 17 0,-1 2 1 0,1-2-4 0,-6 0-17 0,2 0 12 16,0 0-10-16,0-2 27 0,6 2-5 0,-1-1-8 0,2 0-15 15,0-1 15-15,2 2-11 0,0 0 21 0,-1 0 1 0,0 0-8 16,-2-1-21-16,1 1 10 0,-1 0-12 0,1 0 24 0,-1 0-2 15,1 0-3-15,0 0-9 0,1 0 6 0,2 0-7 0,-1-1 2 16,-1 1 2-16,2-1 1 0,1-1-7 0,0 1 7 0,3 0-6 16,0-1 10-16,1 1-1 0,3-1-4 0,0-1-11 0,4 2 15 0,1 0-11 15,1-2 16-15,-2 2-4 0,-7-1-10 0,-1 1 6 0,1-1-3 16,2 2 5-16,4 0-3 0,-3-2 1 0,0 1 2 0,-2 0-12 16,-1-1 15-16,0 2-12 0,-1-1 16 0,0 0-6 0,0 0-7 0,1 1-1 15,0 0 0-15,0-2 3 0,3 0 11 0,-1 0-3 16,1 1 0-16,6-1-3 0,3 2-3 0,-1-3 3 0,2 1-4 0,-9-1 0 15,3 0 2-15,3 1-14 0,0-1 21 0,6 1-17 0,-1-1 21 16,-4 1-1-16,1-1-15 0,1 0 1 0,3 1 6 0,1-1-5 16,3 2 5-16,3-2-4 0,-1 3-2 0,-4-1-9 0,3-1 17 15,-4-1-8-15,1 1 12 0,2 0 6 0,-3 1-15 0,0-2-9 0,0 2 16 16,-2 1-18-16,5 1 15 0,-1 1-1 0,3-2-4 0,4 0-1 16,-5-2 0-16,1 0 1 0,-2 1 2 0,0-3 0 0,2 0-2 0,0 1-13 15,-1-1 18-15,-1 1-14 0,6 0 23 0,2 1 1 0,2 0-8 16,3 1-18-16,-4 0 12 0,-2-1-12 0,-1 1 26 0,-4 0-4 15,4-2-5-15,1 2-7 0,1 0 2 0,6 1-1 0,5-2 7 16,0 2-5-16,-1 0-3 0,-1 0-10 0,-4-1 10 0,-3 0-6 16,2 0 14-16,-3-1 2 0,4 2-7 0,5-1-6 0,1 1 12 0,-2-1-13 15,1 1 5-15,-9-2 0 0,-2 1-1 0,2 0 1 0,-1 0-1 16,-1-1 2-16,4 2 1 0,0 0 2 0,3 0 0 0,-2 0-6 16,-2 0 9-16,-1 0-9 0,0-1 3 0,-1 0 2 0,-1 0-2 15,1 1-15-15,6 0 14 0,3 0-12 0,3 0 31 0,-2 0-6 16,-2 0-6-16,-2 0-9 0,-2-2 2 0,1 1-2 0,-2 1 4 15,1 0 1-15,5 0-2 0,3 0-8 0,0 0 8 0,-3 0-6 16,-4-1 19-16,-5-1-4 0,0 1-2 0,1 1-9 0,3 0 1 0,3 0-1 16,3 0 10-16,0 1-5 0,-2-1-2 0,-2 0-1 0,-4 0-2 15,-1-1 3-15,-1 0 3 0,-4 1 0 0,6 0-1 0,4 0-9 16,0 0 10-16,-4 0-9 0,0 0 9 0,-6 0-5 0,-3-1-4 0,4-1-2 16,-5 1 4-16,0 1 1 0,-2 0 17 0,1 0-3 0,1 1 0 15,7-1-13-15,2 0 5 0,-4 0-5 0,3 0 9 0,-5-1-1 16,-3 0-2-16,6-1-11 0,-7 1 5 0,0 0-4 0,0 1 15 15,-1 0-5-15,1 0-4 0,6 0-2 0,-1-1 0 0,1 1-1 16,-7-2 2-16,-4 0 2 0,-3-2 1 0,2 1-6 0,0 0-1 0,-5-3 0 16,-1 3 8-16,-3 0-1 0,1-1-3 0,0 0-2 0,-1 0 1 15,0 2-2-15,1-2 6 0,1 2-4 0,2 0-2 0,2-2-5 16,-1 2 6-16,0 1-2 0,-6-3 15 0,-4 1-4 0,0 1-5 0,3 0-4 16,4 0 1-16,-1-1-1 0,-1 1 4 0,-4-1-3 0,-1 1-5 15,-2-2 10-15,-1 1-5 0,0-2 10 0,0 2 0 0,-1 0-1 16,0-1-1-16,1 0-5 0,-1 0 3 0,-1 2-3 0,0-4 2 15,0 3 2-15,2 0-1 0,2 0-10 0,0 1 6 0,1 1-6 16,2-2 8-16,-2 0 0 0,1 2-1 0,0-1-10 0,-2 2 12 16,-2 0-10-16,-7-2 12 0,0 2 3 0,-1-1-6 0,-1 0-12 0,6-1 10 15,-1 1-9-15,-2 1 20 0,-1-1 1 0,-1 0-6 0,-1-1-14 16,0 1 18-16,-3 0-13 0,1 0 28 0,-2 1-3 0,0-2-10 0,-1 1-18 16,1-2 13-16,0 3-12 0,0-2 21 0,0 1-4 0,1-1-8 15,1 0-17-15,0 0 13 0,2-1-10 0,0 3 20 0,-1-2 2 16,1 1-7-16,-1-2-14 0,-1-2 12 0,0-1-12 15,0 0 19-15,0-3-1 0,-1 1-1 0,2 0-6 0,-3 1 0 0,0 0 0 16,1-1 5-16,-2 0 0 0,0-1 0 0,0 0-10 0,0 0 10 16,1-2-9-16,0 1 6 0,-1 0 1 0,0 1-7 0,-1-3-2 0,-1 0 5 15,0-2-5-15,-2-1 2 0,0 1 4 0,1 2-2 0,-2-1-14 16,0 0 15-16,-1 1-14 0,0 0 16 0,-1 0-2 0,-1 1-5 16,0-2-11-16,-1 0 5 0,-1 1-5 0,1 0 8 0,1 0-4 15,-2 1-6-15,-2 0-17 0,-1 1 12 0,-2-1-10 0,1-1 9 0,-1 1-7 16,2 2-10-16,-1-2-19 0,3 2-5 0,0 2-1 15,-2 0-29-15,-2 1-10 0,-5 0-10 0,-1-2-114 0,-4 5-96 0,-1-1-7 16</inkml:trace>
  <inkml:trace contextRef="#ctx0" brushRef="#br0" timeOffset="189588.63">21720 6887 421 0,'-5'1'107'0,"1"0"132"16,-1 0-132-16,2 1-21 0,1-2-13 0,-2 0 9 0,2 0-14 0,0 0-18 0,0 0-28 0,-1 0 27 0,1 0-30 0,0 0 35 0,0 1-7 0,2-1-15 0,0 0-12 0,0 0 2 0,0 0-8 0,0 0 5 0,0 0 6 0,0 0-2 0,0 0-10 0,1 0 26 0,0 0-27 0,0 0 32 0,-1 0 0 0,1 0-10 0,-1 0-14 0,1 0 8 0,0 0-16 16,2-1 19-16,-1-1-9 0,-1-1-2 0,1 0-19 15,1-1 17-15,-1-1-16 0,0-1 30 0,1 0-5 0,1 0-15 0,0-2-15 16,3-2 18-16,0-1-18 0,1-1 30 0,-2 1-8 15,2-2-10-15,0-1-16 0,0 0 13 0,1 0-9 0,0-3 24 0,0 2-4 16,1-3-12-16,1-3-6 0,0 2 7 0,1-2-6 0,-1 2 12 16,0 0-2-16,0 0-3 0,2 1-13 0,-1 1 10 0,0 2-8 15,2 0 13-15,-2 0-1 0,1-1-6 0,0-1-7 0,-1 4 4 16,2-1-4-16,-1 1 13 0,-1 5-4 0,-2-1-3 0,0 1-17 16,-2 3-15-16,0 1-2 0,-2 1-69 0,0 2-8 0,-3 0-11 0,1 1-96 15,-1 0-36-15,-1 0-17 0,0 1 50 0</inkml:trace>
  <inkml:trace contextRef="#ctx0" brushRef="#br0" timeOffset="190091.81">22057 5928 1175 0,'-1'0'-107'0,"1"-2"237"0,-2 2-31 0,2-1-28 0,3 1-48 0,-1 0 14 0,2 0-23 0,2 0 49 0,0 0-7 0,0 0-8 0,1 0-9 0,-3 1 12 0,0 1-17 0,2-1 13 0,2 3-12 0,4 0-10 0,4-2 15 0,-1 1-5 0,3-1 8 0,1 1-6 0,0-1-8 0,-1 1-9 0,2 0-10 15,-1-3 6-15,-1 0-9 0,3 0 4 0,-3 0-5 0,2 0-2 16,1-3-4-16,0-1 2 0,-5 2-1 0,1-2 5 16,-3-1-15-16,-4 2-10 0,1-2-28 0,-4 4-16 0,-2-3 11 15,0-1-78-15,-3 0-28 0,0-1-10 0,1 0-72 0,-3 0-47 16,0-1 33-16,-1 0 62 0</inkml:trace>
  <inkml:trace contextRef="#ctx0" brushRef="#br0" timeOffset="190312.76">22426 5626 271 0,'-1'-3'120'16,"-1"2"43"-16,1-1 73 0,0 2-37 0,1 0-53 0,0 2-43 16,0 2 16-16,2 3-38 0,-1 2 20 0,1 1-12 15,0 3-13-15,2 4-10 0,-1-1 18 0,2 1-23 0,0 2 29 16,2 1-18-16,2 0-19 0,0 6-40 15,0-3 16-15,1 0-23 0,1 1 32 0,-1-3-10 0,1-1-12 0,2 6-10 16,0-3 2-16,0 1-4 0,-1 3 11 0,-8-4-7 0,0-4-2 16,-2 0-6-16,2-3 0 0,2-1 0 0,1 4 5 0,0 0-23 15,-3-1-5-15,2 0-13 0,0-5-40 0,-2-1 35 16,1-5-135-16,-2-2-43 0,1 1-10 0,1-4-310 0,2 1 317 16</inkml:trace>
  <inkml:trace contextRef="#ctx0" brushRef="#br0" timeOffset="190790.09">22844 5645 511 0,'-1'-2'170'0,"0"2"-78"0,0 0 80 0,1 0-70 0,-2-1 28 0,2 1-58 0,0-2-1 0,2 0-20 15,-1 2-26-15,0-1-23 0,1 0 9 0,-1-1-11 0,3 1 18 0,-2-1-4 0,2-1-11 0,1 1-15 0,-1-2 23 0,1-1-22 0,1-1 29 0,0 0-9 0,0 0-9 0,0-2 0 0,1 3 0 0,0-3 2 0,0-1 4 0,1 0 4 0,-1-2-2 0,2-1-6 0,0-1 10 0,0 3-12 16,0-1 5-16,0 0-5 0,0 2-4 0,-1 0-20 16,0 2-14-16,-1 0 6 0,-2 1-53 0,-1 2-6 0,-1 0-1 0,-1 2-49 15,-1 0 3-15,1 2-2 0,-1 2-14 0,-1 0-10 16,0 2-5-16</inkml:trace>
  <inkml:trace contextRef="#ctx0" brushRef="#br0" timeOffset="191006.81">23000 5743 1011 0,'1'0'241'16,"0"-1"78"-16,0-2-182 0,2 0-8 0,1-1-22 15,1-3-34-15,2-2-38 0,2 0-1 0,2 0-17 0,2-1-9 16,-1-4-2-16,-4 3 0 0,1-2-7 0,-2 0 4 0,1 2-5 15,5-4 8-15,1 4-1 0,-1-1-1 0,3 2-39 16,-1 1-20-16,-2 0 0 0,2 2-105 0,-3-2-96 0,0 0-28 16</inkml:trace>
  <inkml:trace contextRef="#ctx0" brushRef="#br0" timeOffset="195148.29">23312 5060 256 0,'-10'-2'24'0,"6"0"360"0,-1 2-137 0,3-1 23 0,0-1-203 0,0 1-2 0,2 0-22 0,0 1-24 0,0-2-2 0,0 2-5 15,0-1 3-15,2-1 6 0,-2 0-3 0,1-2 30 0,1 2-4 0,0-2-6 0,0 0-18 0,2-2 23 0,0 1-25 0,2 0 31 0,0-3-5 0,-1 1-12 0,2 1-8 0,0-2 7 0,0 2-12 0,2-2 13 0,2 1-2 0,0 0-6 0,2 0-9 0,2-1 8 16,-2 3-11-16,2 0 4 0,-4-1-9 0,0 3-7 0,1 0 2 0,-3 1-2 0,0-1 6 15,-2 2-1-15,0 1 0 0,-1 0-2 0,-2 1-1 0,0 3 4 16,-2-2-5-16,-1 3 5 0,0 1 2 0,-1 3 2 0,0 0-9 16,-1-1 7-16,-1 4-8 0,-2 1 4 0,0-2 3 0,-1 0-6 0,0 0-7 15,-1 1 14-15,1-1-12 0,0-2 12 0,2 0-3 16,-1-1-5-16,1-2-7 0,1 1 5 0,0 0-2 0,0-2 14 16,1-3-4-16,1-4-3 0,0 1-8 0,0 0 5 0,1 1-5 0,1 0 8 15,0 1 1-15,1-3-1 0,2 3-12 0,-2-1 6 16,3 0-6-16,0 1 13 0,0-1 0 0,2 0-4 0,-3-1-7 0,2 0 10 15,0 1-8-15,0 0 11 0,-1 0-2 0,1 0-5 0,1-2 0 16,0 2 4-16,-1 0 1 0,-1 0 0 0,1 2-1 0,-5-1-5 16,-1-1 2-16,1-1 3 0,-1 1 0 0,5 0 4 0,0 0-3 15,2 0-4-15,-1 0-2 0,-1 1 3 0,1 0-1 0,1 2 5 0,-1-2-2 16,1 1-4-16,-2 1-2 0,0 2 9 0,-2 0-6 0,0 3 13 16,-1 0-5-16,-2 1-7 0,0 2-3 0,-1 3 6 0,-2 2-3 0,0 3 18 15,-3 0-8-15,1-1-7 0,-2 2-16 0,0-3 16 0,0 1-10 16,-1-1 23-16,2-2-5 0,-2 0-12 0,1-1 0 0,0 0 5 15,0-2-5-15,1 0-1 0,1-5 2 0,-1 0-3 0,2-2-13 16,1-1 20-16,0-1-15 0,0-1 10 0,1-1-6 0,1-1-18 16,-1 0-47-16,0-4 1 0,1 0-17 0,1-3-64 0,0-2-53 0,0-3-45 15</inkml:trace>
  <inkml:trace contextRef="#ctx0" brushRef="#br0" timeOffset="195545.07">23715 4676 1207 0,'-4'-2'85'0,"-1"1"10"0,3 1 36 0,0 0-17 0,1-1-16 0,1-1-50 0,1 0 10 0,0 1-29 16,1-3 5-16,0 0-6 0,2 0-8 0,1-2-6 0,0 1 8 0,-1-2-8 0,2-1 15 0,-1 1-4 0,0-1-3 0,3 2-8 0,-1 1 7 0,1-3-9 0,1 2 5 0,-2-2-5 0,2 1-8 0,2 1-14 0,-2 2 17 0,-2-2-16 0,2 1 21 15,-2-2-8-15,1 1-10 0,-1 1-46 0,-2 0-4 0,1 1-7 0,0-3-41 0,-2 2-17 0,2 0-9 0,-2-3-77 0,0 2-79 0,-1 2 50 0,-1-2-41 0</inkml:trace>
  <inkml:trace contextRef="#ctx0" brushRef="#br0" timeOffset="195928.53">23782 4606 907 0,'-17'21'-571'0,"10"-11"1037"0,0-1-121 0,1 3-196 0,0-1-53 0,3-1-5 15,0 2-24-15,1-2-22 0,1 0-4 0,0-1-6 0,0-1-10 16,1-3 3-16,-1 0-10 0,1-1-1 0,0 1-2 16,0-2-2-16,1 1-16 0,0-1 16 0,0-1-14 0,1-1 39 15,-1 0-6-15,2-1-10 0,-2 0-7 0,1 0 20 0,-1 0-19 16,1-1 34-16,1-2-3 0,-1 1-9 0,0-1-20 15,1 1 17-15,1-1-22 0,-1-1 14 0,0 2-3 0,2-1-13 0,-1-2-6 16,1 1 12-16,1 0-14 0,-1-1 15 0,2 4-3 16,0-3-6-16,1 0-14 0,-1 2 9 0,1-2-8 0,1 1 11 15,0 2-2-15,0-1-5 0,1 0-13 0,2-2 15 0,0 4-9 16,1 0 22-16,2 0-5 0,-2 2-10 0,2 0 0 0,-3 0-3 16,3-1 2-16,0 1 5 0,-2 2 1 0,2 1 0 0,-2 2-20 15,1 0 17-15,-3-1-14 0,-1 1 27 0,-1 1-3 0,-7 0-10 0,0 3-9 16,-2-1 7-16,-2 3-5 0,2 0 16 0,0-1-3 0,-2 2-4 15,-1-2-15-15,-1 3 18 0,4-1-14 0,0-2 23 0,-1 0-4 0,0-1-12 16,-7 1-8-16,-1-2 13 0,0-1-8 0,-1 0 18 16,2-1-4-16,0-1-11 0,0 1-6 0,1-3 5 0,-1 0-5 0,0-1 8 15,1-1-8-15,0-1-5 0,1-2-32 0,-2 0-15 0,1-1-2 16,0 0-79-16,2-3-41 0,-1 1-30 0,3 0-308 0,-1-3 319 16</inkml:trace>
  <inkml:trace contextRef="#ctx0" brushRef="#br0" timeOffset="199615.8">25601 7342 256 0,'-1'2'25'0,"-2"-1"376"0,2 1-146 0,1 2 21 0,0-1-209 0,1 2 15 0,2-1-30 0,0 2 3 16,3 1-5-16,-1-1-19 0,4 4-14 0,0 2 25 0,4 2-29 0,-1 5 14 0,-1 2-8 0,0-1-16 0,-1 2 14 0,-1-2 1 0,2-2 3 0,0 4-5 0,-1-2 1 0,1-2-7 0,-1 2 2 0,1-4 10 0,0-4-11 15,1 1 11-15,-1-3-10 0,0 1-6 0,2 0-2 0,-1-5 4 16,-1-2-2-16,-1 0 10 0,-2-2-2 0,-1-1-8 0,-1-1-4 16,-3 2 12-16,-1-2-10 0,-2 0 25 0,0 0 5 15,-1-2-3-15,-2 0 1 0,-2-2 0 0,-3-1-8 0,-1-1-9 16,-2-3-2-16,0 0-1 0,-1-3-11 0,-1-3 8 0,2-2-7 0,1-1 8 15,-1-2-7-15,1 0-7 0,-1-1-4 0,1 2 10 0,2 2-4 16,3 0 17-16,-1 3-5 0,3 1-6 0,0 1-4 0,0 0 6 16,1 2-2-16,0 0 15 0,1 2 2 0,-2 3-5 0,2-2-16 15,0 2 11-15,1 1-11 0,0 1 21 0,0-1-3 0,0 2-1 0,2-1-17 16,2 0 9-16,-1 2-8 0,3 1 11 0,2 0 0 0,-1 1-5 16,6 3-1-16,-1 0-1 0,3 1 1 0,-1-1-2 0,3-1 2 15,2 1-2-15,3-1 1 0,1-1 4 0,0-2-4 0,1 2 1 16,0-2 3-16,0 0 0 0,0-2-15 0,0 0 8 0,-3-3-9 15,-1 0 20-15,-6 0-4 0,-5-1-1 0,0 1-6 0,-1 1 5 0,1 1-2 16,-1 0 15-16,-3-1 3 0,-1 0 1 0,-1-1-7 0,-1 0 22 16,-1 0-16-16,-1-1 26 0,0-3-8 0,-2 1-13 0,-1-2-13 15,-2-1 3-15,0 0-6 0,-1-1-4 0,-1 0-1 0,-1-2-4 0,-1-3-4 16,-1-4 3-16,0 0-3 0,6-6 1 0,-1-1 2 0,1-1-2 16,0-3-12-16,-2 7 13 0,0 3-11 0,3 3 10 0,0 3-6 15,0 2-13-15,1-1-7 0,-1 2-9 0,1-1 3 0,1 3-32 16,1-2-10-16,0 1-11 0,2 0-50 0,2 3-22 0,1-2-3 15,1 1-122-15,0 2-64 0,0 1-53 0</inkml:trace>
  <inkml:trace contextRef="#ctx0" brushRef="#br0" timeOffset="199913.55">26309 6810 804 0,'0'-4'281'0,"-3"1"133"0,1-2-314 0,1 1 17 0,1-2-25 0,3 2-29 0,1-4-53 0,1 2 16 0,2-2-27 0,1-3 31 0,-1 1-6 0,3-1-10 0,3-3-10 0,-1 1 14 0,1-1-11 0,1-2 22 0,-2 0-8 0,3 0-13 0,0-1-11 0,0 6 10 0,0-1-10 0,1 1 14 0,-2 4-3 0,0-1-6 16,-2 5-6-16,-1 0-6 0,-2 0 1 0,-1 2-35 0,-7 1-18 16,-1 1-12-16,0 3-80 0,-1-1-36 0,2 1 18 0,0 3-163 15,-1 0 198-15,0 6-4 0</inkml:trace>
  <inkml:trace contextRef="#ctx0" brushRef="#br0" timeOffset="200088.43">26499 6913 630 0,'1'0'391'16,"-1"-1"132"-16,0-1-335 0,2-4-34 0,3 3-37 15,-1-2-37-15,4-3-62 0,1 1 9 0,0 0-24 0,2-2 15 16,-5 0-9-16,-1 0-9 0,0 0-6 0,0 1 6 0,3-1-5 16,2 0-16-16,0 2-16 0,0-4-16 0,2 2-59 0,2 2-33 15,9-9-333-15,-14 10 344 0,1 1-27 0</inkml:trace>
  <inkml:trace contextRef="#ctx0" brushRef="#br0" timeOffset="200531.06">26702 6399 826 0,'-2'-2'173'0,"1"0"29"0,1-1-55 15,0-2-19-15,3 1-30 0,1-3-34 0,1-1-11 16,1 0 7-16,1-2-11 0,2-1 18 0,1-1-4 0,1-1-11 0,5 0-11 16,-1-1 18-16,3 3-25 0,5-1 18 0,-3 2-14 15,1 1-13-15,1 1-26 0,-3 1 13 0,-1 3-14 0,3-1 22 16,-3 4-6-16,-3 1-12 0,-1 0-6 0,-4 3 7 0,-1 2-5 15,-2 4 15-15,-4 2-3 0,1 3-7 0,-4 2-8 0,-1 4 7 16,-3 1-6-16,-5 8 21 0,0-3-5 0,-2 3-4 0,-2 3-8 16,0-2-1-16,1 1 0 0,0 4 1 0,0-7-4 0,3 1 0 15,-1 2 0-15,4-4 4 0,-1 2 1 0,3-4 10 0,2-4-5 16,1-3-5-16,1-2-8 0,2-4 11 0,2-1-5 0,2-2 25 16,1-2-1-16,1 0-7 0,1-3-2 0,3-1 11 0,1 1-8 15,0-2 13-15,1-2 3 0,1-3-2 0,3-3-4 0,1-2 6 16,-4 0-9-16,1-1-4 0,-3 0-6 0,3 2-7 0,6-2-6 0,0 1 2 15,-1-1-1-15,-2 1 1 0,-3-1-3 0,-1 0-5 0,-2 0-27 16,-1-1-2-16,2-1-8 0,-2-2-31 0,1-1-9 0,-2-2-12 16,0 1-46-16,0-2-29 0,0 1 0 0,0-1-144 0,-1 1-52 15,-1-1-50-15</inkml:trace>
  <inkml:trace contextRef="#ctx0" brushRef="#br0" timeOffset="200815.45">27446 6033 507 0,'-3'3'220'0,"-1"4"85"0,-2 2-154 0,1 4 41 16,-2 2-35-16,1-2-44 0,2 7-31 0,1 1 8 16,1 1-23-16,2 7 8 0,2-3-10 0,1 0-13 0,3-2-26 15,0-3 19-15,2-2-26 0,6 3 21 0,-2-5-13 0,3-3-17 16,4-4-13-16,-1-6 13 0,1-1-10 0,3-3 37 16,-7 0-10-16,-1-3-9 0,2-1 5 0,-1-3 2 0,4-2 2 15,0 0-2-15,-5 0-2 0,-1 0-8 0,-3 0-3 0,-3 0 12 16,-2 1-12-16,-1-1 20 0,-4 0-4 0,0 1-8 0,-3-2-11 15,-2 0 10-15,-3 0-14 0,-2-1 14 0,-1-1-5 16,-3-2-7-16,-3-2-7 0,-2-2 1 0,0-1-2 0,0-1 4 0,4 3 0 16,2 2-2-16,-2 4-9 0,1 2 7 0,-3 3-7 15,0 0 12-15,2-2 0 0,3 3-3 0,0 0-31 0,0 3-1 0,3 1-12 16,-1-1-9-16,4-1-19 0,0-1-2 0,4 0-92 0,3 0-35 0,3 1-4 16,3-4-199-16,3-2 241 0,0-4-37 0</inkml:trace>
  <inkml:trace contextRef="#ctx0" brushRef="#br0" timeOffset="201117.19">27857 5771 1116 0,'-12'15'269'16,"0"0"-187"-16,1 3 61 0,1 7-56 0,3 0-1 0,4-1-34 15,2 0-10-15,2-6-6 0,3-1-7 0,4 2-16 0,2-2 9 16,0-2-13-16,4-1 13 0,-2-7 1 0,3-1-1 0,2 0-19 15,-1 0 19-15,1-3-19 0,3-3 61 0,-2-1-10 0,0-3-7 16,4 0-26-16,-5 2 14 0,-3-2-19 0,1-1 27 16,-11-1 1-16,0-1-5 0,-2-2-20 0,0 1 23 0,3-2-26 15,-1-3 40-15,-2 3-9 0,-1-3-14 0,-1 1-14 0,-2-2 11 16,-2-1-15-16,-4-2 18 0,0-1-7 0,1-2-10 0,-3 1-12 16,-3 0 6-16,-1 1-8 0,-6 0 4 0,2 1-2 0,0 3-4 0,0 2-3 15,2 3 3-15,2 0-4 0,1 4 2 0,1 1-7 0,1 2-7 16,0 0-46-16,-1 2-12 0,1 0-4 0,2 0-41 0,0 1-62 15,4 0-27-15,-1 2-315 0,3 6 310 0</inkml:trace>
  <inkml:trace contextRef="#ctx0" brushRef="#br0" timeOffset="-205334.95">27052 16150 256 0,'-13'0'5'0,"8"0"95"0,-1 0-19 16,3 0 20-16,0 0-66 0,2 0 18 0,0 0-24 0,0 0 14 0,1 0-9 0,0 0-9 0,1-1-29 0,0-1 11 0,0-2-11 0,0 2 25 0,-1-1-1 0,2-1-7 0,0 1-5 0,-1 1 18 0,1-1-12 0,-1 2 28 0,-1-1-4 0,0 2-4 0,1-1 3 0,-1 0 1 0,0 1 0 0,0-1 1 0,0 1-4 0,0 0-6 0,0 0-16 15,0 0 3-15,2 0-8 0,-1 0-4 0,1 0 1 0,0 0-1 0,2 0-16 16,-1 0 20-16,1 0-15 0,1-2 22 0,-1 2 2 0,-2 0-15 15,-2-1-14-15,1 0 24 0,0 1-22 0,4-1 28 0,2-1-5 16,-1 1-11-16,2 0 2 0,-2-2 3 0,3 2 0 0,0 0 5 16,1 1 0-16,1 0-6 0,0 1-10 0,1 0 14 0,-2 2-14 15,0-2 10-15,-2-1-3 0,0 1-5 0,1-1 8 0,0 0-10 16,-1 0 10-16,-1 0-5 0,-2 0 1 0,2 0 4 0,-1 0-12 0,-1 0 11 16,1 0-11-16,-1-1 14 0,2-2-4 0,-1 2-4 0,-1-1-9 15,1 0 11-15,-2 0-4 0,1-1 19 0,-2 1-3 0,0-1-12 0,0 0 8 16,-1 0-2-16,0 1 2 0,1-1-6 0,-2-3-4 0,0 4 4 15,0-3-8-15,0 1 4 0,0-3-1 0,0 2 11 0,-1 0 1 16,0-2-11-16,0-1-13 0,0 0 20 0,-1-2-17 0,0 1 21 16,-1-1-4-16,-1-1-7 0,-1 3-3 0,0-3-4 0,-1 1 6 15,1 0 10-15,-1-2 0 0,0 2 2 0,-1 1-16 0,2 0 9 16,-1 1-11-16,-1 2 7 0,2 0 4 0,-1 3 1 0,0-1-11 0,-1 2 5 16,-1 0-7-16,2 0 16 0,-2 1-3 0,0-1-1 0,-2 1-6 15,-1 1 2-15,0 1-2 0,-1-1 2 0,-1 2 0 0,-1-1-1 16,0 0 0-16,-2 0 1 0,2-1 0 0,-1 2 3 0,2-1 3 15,1-1-5-15,-1 1-4 0,7 1 7 0,-2-1-7 0,1 0 2 0,1 0 0 16,-4 1-1-16,0-2-13 0,0 0 18 0,1 0-12 0,1 1 25 16,2 0-6-16,-1 2-8 0,0 1-22 0,2-2 17 0,-2 5-14 15,1-4 30-15,0 3-5 0,0 1-9 0,0-2 1 0,1 3-2 16,-1 0 3-16,1-1-1 0,-1 2 1 0,2-2-1 0,-1 0 2 16,2 1 3-16,0-2-3 0,0 3-1 0,1-2-3 0,-1-1 1 0,1 1-7 15,1 0 8-15,0 0-2 0,0-1 8 0,0 1 1 0,1-4-9 16,1 3-2-16,-1-1 10 0,0-2-8 0,0 1 2 0,1 0 0 15,2-1-4-15,-1 1 1 0,1-1-6 0,2 3 6 0,0-3 3 16,1 1-1-16,2 0 1 0,2 1-19 0,1 0 10 0,1 0-11 16,3 1-4-16,2 0-9 0,1 0-14 0,-4 1-65 0,1 0-21 0,1 0-10 15,4-2-160-15,7-1 182 0,1-4-25 0</inkml:trace>
  <inkml:trace contextRef="#ctx0" brushRef="#br0" timeOffset="-202692.68">27169 16323 317 0,'-3'-6'35'0,"-1"1"43"0,0-2-53 0,3 5-11 0,1-1 2 0,0 1 18 0,0 0-9 0,1-4-6 0,1 2-18 0,0 0 10 0,-1 0-6 0,0 2 30 0,-1-1 2 0,0 1-2 0,0 0-4 0,-1 2 16 0,1-1-13 0,-1 0 19 16,-1 0-7-16,2 1-8 0,-1-2-26 0,1 2 14 0,0 0-11 0,0 0 25 0,0 0-14 0,0 0-14 0,0 0-12 0,0 0 6 0,0 0-6 0,0 0 9 0,0 0-1 0,1 0-2 0,-1 2-5 15,3 0 3-15,-2-1-2 0,0-1 13 0,0 0 2 0,0 2-4 16,0-1-13-16,-1 2 27 0,1 0-24 0,1 0 33 0,-1 0-5 16,0 2-10-16,0-2-9 0,0 3 4 0,1 1-4 0,1-3 9 15,-1 3-1-15,1-1-6 0,-1 2-16 0,2 4 10 0,-1 1-12 0,2 3 6 16,-1-4 7-16,0 1 0 0,0 1-28 0,-1 0 19 0,0-1-20 16,-1 1 35-16,0-4-3 0,-1 1-9 0,0-1-15 0,0-1 16 15,1-1-13-15,-1 1 23 0,0-2-8 0,-1 2-7 0,1 1-2 16,-1-1 3-16,0-1 0 0,1 0 1 0,-1-3 4 0,1 0-5 0,0 0-15 15,2 0 20-15,-1-1-18 0,-1 0 17 0,1 0-3 0,0 0-10 16,0-1-28-16,0 1 15 0,0 0-15 0,-1-3 20 0,0 2-1 16,0-2-9-16,1 1-2 0,-1-1 5 0,0 0-6 15,0 0-9-15,0 1-4 0,1-1-5 0,-1 0-32 0,2 2-19 0,-2-2 3 16,1 0-72-16,0 1 97 0,1-1-4 0</inkml:trace>
  <inkml:trace contextRef="#ctx0" brushRef="#br0" timeOffset="-200258.79">21902 7004 217 0,'-6'2'-48'0,"-1"-1"8"0,2 0-62 0,0 0 95 0,2 1 38 0,1-1 0 0,-1-1 29 16,2 0-3-16,1 0-8 0,0 0-36 0,0-1 31 0,0-1-31 0,1 0 25 0,1 1-7 0,0-1-16 0,-1 0 1 0,1-1 0 0,-1 1 3 0,2-1 6 0,-1 1-4 0,1-2-6 0,1 2-1 0,-1-1 5 0,1-1-5 0,0 2-4 0,0 0-5 0,1-1-3 0,-1 1-3 0,2-1 8 0,-2 1-2 0,1-1 26 16,-1 1-4-16,0-1-7 0,-1-1-14 0,0 0 18 0,1 0-18 15,-2 1 20-15,1-1-6 0,0-1-7 0,0 2-6 0,-1-2 9 16,-1 1-4-16,2-2 20 0,-1 2-4 0,0-1-9 0,2 1-9 15,-2-1 14-15,0 1-12 0,0 0 18 0,2 0-10 0,-2 2-6 0,1-2-13 16,-1 3 2-16,1 1 0 0,-1-2 15 0,0 2-7 0,2 2-4 16,-2-2-21-16,0 2 15 0,0 1-11 0,1 1 27 0,-2 1-10 15,-1-1-9-15,0 3 5 0,0 0-3 0,-1 0 8 0,-1 2-8 16,1 0 4-16,-2 0-4 0,1 0-2 0,-2 1 9 0,2 2-8 0,-1-2 6 16,0 2-3-16,0-1-2 0,0 2-3 0,-1 0-3 0,2 0 3 15,-1-1 7-15,2-1 2 0,-2-2-1 0,3 0-11 0,0-2 12 16,2 3-12-16,-1 1 11 0,1-2-3 0,1 0-5 0,2-2-6 15,-1-2 5-15,2 1-1 0,1-1 13 0,-1-1 1 0,2-3-4 16,0 0-10-16,1-1 13 0,0-1-12 0,1 0 14 0,1-3-4 16,1 0-4-16,-1 1 5 0,0-2-3 0,-5 0 5 0,-1 0-3 0,1 1 3 15,-1 0-3-15,6 0-3 0,-1 1 7 0,0-3-7 0,0 1 4 16,0 1-7-16,-1 1-3 0,0-1 3 0,-1 2-1 0,-1 0 4 16,-3-1 1-16,-1 2-1 0,0 0-5 0,-1 0-7 0,0 1 11 0,-1 0-8 15,0 0 5-15,1 0-4 0,-1 0-9 0,-1 2-27 0,1 1 1 16,-1 0-8-16,0 0-18 0,-1 1-15 0,0 0-15 0,-1 1-93 15,0-1 114-15</inkml:trace>
  <inkml:trace contextRef="#ctx0" brushRef="#br0" timeOffset="-199685.55">22270 6805 658 0,'-15'-4'-9'0,"10"1"26"0,-1 1 21 0,2 0-4 0,0 1-2 16,2 0-3-16,0 0-4 0,0-1-10 0,1 0 8 0,-1 0-10 0,1 1 6 0,1-1-5 0,0 0-1 0,0 1-10 0,0 0-3 0,0 1 3 0,1-2 7 0,-1 2 1 0,2 2 1 0,0-1-21 0,0 2 25 0,1 0-22 0,0 0 27 0,0 3-1 0,0-2-8 0,2 3-8 0,-1-1 2 0,0-1-2 0,0 2 8 15,2-1 0-15,-2 0-3 0,2-1-10 0,1 2 6 0,-1-2-6 16,2 0 7-16,-1-1-4 0,1 1-2 0,1-1-11 0,0 1 11 15,0-2-6-15,1-3 26 0,0 0-3 0,1 0-12 0,2 0-17 16,-3-2 23-16,0 1-17 0,0 1 24 0,-2 0-2 0,1 0-14 0,1 0 1 16,0 0 0-16,1 0 0 0,0-1-1 0,0 1 2 0,0-2-3 15,-1 2-7-15,-1 0 15 0,0 3-14 0,-2-2 12 0,0 1-3 16,0-2-8-16,-1 0 4 0,-1-2-3 0,0 2 5 0,-2-1 4 0,0-2-1 16,0 2 0-16,-2-1-7 0,1-2 9 0,1-1-9 0,-2 1 8 15,0-1-5-15,0 1-2 0,-1-3-4 0,0 2 0 0,-1 0 5 16,-4-1 16-16,0 3-3 0,-3-1-4 0,-2 2-17 0,-3 1 14 15,0 1-13-15,-3 0 12 0,0 0-1 0,0 3-7 0,-5 1 6 16,1 0-3-16,-1 2 4 0,-2 0-5 0,1-1 0 0,1 1-1 16,0-2-14-16,3-1 19 0,3-2-16 0,1-1 22 0,2 0-6 0,3-3-8 15,0-1-11-15,3 3-4 0,2-3 3 0,0 2-11 0,3 0-6 16,1-1-11-16,4 0-57 0,0 0-17 0,3 1-15 0,1-2-111 16,2 2 141-16,2 0-12 0</inkml:trace>
  <inkml:trace contextRef="#ctx0" brushRef="#br0" timeOffset="-199088.6">22697 6584 195 0,'-15'-2'-23'0,"7"2"38"0,2 0 3 0,0 0-5 0,2 1 12 15,-1 0 16-15,1-1-6 0,-1 0 27 0,1 0-6 0,0 0-13 0,1 0-21 0,-1 0 29 0,1 0-26 0,0 0 31 0,-1-1-14 0,2 0-15 0,-1 0 2 0,2 1 1 0,-2 0 6 0,3 0 6 0,0 0-10 0,-1 0-11 0,1 1-29 0,0 1 13 0,1 0-14 0,0 3 17 0,2-3-3 0,-1 2-6 0,0 3 3 0,0-2-3 0,2 1 4 0,0 1-3 0,1 1 3 16,0 0 1-16,0 0-11 0,2 0 12 0,-1-2-12 0,2 2 12 15,1-3-7-15,-1-1-5 0,-1 2-5 0,1-1 10 0,-3 2 0 0,2-4 28 16,1 0-4-16,-1-1-10 0,0-2-7 0,0 0 9 16,0 0-7-16,0 0 4 0,-1 0-6 0,1-1-4 0,0-1-4 0,1-2 2 15,1 1 0-15,-1-2 15 0,1 1-5 0,0-1-3 0,0 1-14 16,0-2 13-16,-2-1-10 0,2 1 16 0,-1-2-4 0,0 2-9 0,-1-2 2 16,-3 2 2-16,0 0 2 0,-2-1 5 0,-1 3 2 0,-1 0-3 15,-1-1-10-15,-1 1 15 0,-2 1-15 0,1 0 14 0,-3-1-7 16,0 2-7-16,-1-1-5 0,-2 1 7 0,1-2-1 0,-1 2 14 15,0 0 1-15,-1-2-10 0,-1 1-26 0,0 3 29 0,-1 2-26 16,2-1 35-16,2 2-9 0,-1-3-14 0,1 1-4 0,-1 1-13 16,3 1 8-16,-1-2-36 0,1 2-12 0,3-1-9 0,1 4-99 15,2 1-17-15,0 1-26 0</inkml:trace>
  <inkml:trace contextRef="#ctx0" brushRef="#br0" timeOffset="-198200.78">22537 6801 1 0,'-4'-2'9'0,"0"0"-5"0,0 1 17 0,1-1-1 0,-1 1-8 0,0-1 2 0,0-1 16 0,1 0-13 0,-1 0 8 0,-1-1-7 0,2 0-9 0,-1-1-4 0,2 1 18 0,0-1-10 0,0 0 24 0,-2 0-3 0,2-2-15 0,-1 2-16 0,0-1 20 0,0 1-21 0,0-1 12 0,0 1-5 0,0 1-7 0,0 2 0 0,-2-1 3 16,2 1 1-16,-1 0 13 0,0 0 0 0,1 1-5 0,-2-1-15 0,2 1 14 15,-1 0-14-15,1 1 15 0,0 0-3 0,-2 0-5 0,2 0-8 16,-1 0 6-16,1 1-2 0,0-1 22 0,0 0 1 0,0 0-5 0,1 0-16 16,-1-1 15-16,2 1-16 0,-1 0 10 0,2-1-3 0,-1 1-1 15,1 0-9-15,0 0 0 0,0 0 0 0,0 0 4 0,0 0 0 16,0 0-5-16,0 0-15 0,0 0 21 0,0 0-19 0,0 0 24 16,-1 1-3-16,1 1-5 0,0 2-3 0,0 0-2 0,0 0 1 15,-1 1 5-15,0 0-1 0,-2 2-3 0,0-1-19 0,0 2 25 0,-1-1-19 16,0 0 30-16,0 0-6 0,0 0-10 0,-2 0-2 0,2 2-4 15,0-3 5-15,0-1 7 0,1 1-3 0,-1-2-2 0,1 2-22 16,1-2 20-16,-1 1-20 0,2-1 15 0,0 0-4 0,1-2-9 0,0-2-6 16,0 3-3-16,0-2 4 0,0 1 14 0,1 0-3 15,0-1-1-15,0 1-45 0,2 0 9 0,-1 1-21 0,1-1-24 16,0 2 31-16,0 1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5T17:52:12.62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5T17:52:13.109"/>
    </inkml:context>
  </inkml:definitions>
  <inkml:trace contextRef="#ctx0" brushRef="#br0">7877 6890 0</inkml:trace>
  <inkml:trace contextRef="#ctx1" brushRef="#br0">3244 3025 256 0,'-5'0'29'0,"2"0"442"0,1 0-161 0,0 0 29 0,0 0-258 16,-1 2 16-16,0-1-45 0,-2 0 6 0,1 0-5 0,-3 2-9 0,-1 0 1 0,2 0 10 0,-2 1-11 0,-1 3 18 0,-1-1-4 0,0 0-16 0,-1 2-3 0,4 1 19 0,-1 0-22 0,-1 3 24 0,2-2-11 0,1 1-16 0,0 3-10 0,0 2 6 0,2-5-11 0,-2 5 9 0,1-2-6 0,2 0-6 0,0 10-11 0,-1-2 9 0,2 4-8 16,-1-1 12-16,0-2-3 0,1 2-8 0,0 1 0 0,1-3 8 15,1-1-7-15,0-1 6 0,1-3-2 0,1-3-8 0,2 2-6 16,0-5 6-16,1 1-5 0,0 0 7 0,2-3-27 0,1 2-14 16,1-1 10-16,1 0-37 0,0-2 33 0,1-3-72 0,-1 0-7 0,0-2-7 15,2 0-103-15,-2-1-62 0,-1-1-10 0,1 1 15 0</inkml:trace>
  <inkml:trace contextRef="#ctx1" brushRef="#br0" timeOffset="487.85">3323 3429 407 0,'0'5'200'16,"0"1"-93"-16,1 1 128 0,-1 0-108 0,2 1 3 16,0 0-30-16,2 1-31 0,-1-3-5 0,3 0-18 0,-1 1-1 15,1-1 12-15,0-2-19 0,-2 2 12 0,-1-3-3 0,1 1-5 0,-1 0-12 16,-1-2 12-16,1 1-16 0,-2-1 33 0,0 0-3 16,0-1-8-16,-1-1-8 0,0 1 27 0,0-1-26 0,0 0 42 15,-1-1-13-15,-1 0-24 0,-1-3-11 0,1-1 4 0,0 1-13 16,0-3-4-16,1 2-5 0,-1 0-5 0,1-3-12 15,1-1 12-15,0 2-11 0,3-2 21 0,-2 0-6 0,1 0-8 0,1 0 1 16,0 0 6-16,1 1-5 0,1-2 10 0,1 1-2 16,0 0-1-16,1 0-14 0,-1 0 11 0,1 2-9 0,-1-2 18 0,0 2-7 15,1 0-9-15,1 1-3 0,0 3 5 0,1-3-4 0,0 3 7 16,0-1-3-16,0 0-2 0,3 3-3 0,1 1 2 0,2 0 0 16,1 0 15-16,1 0 0 0,1 0 0 0,2 3-6 0,1 3 8 15,1-1-9-15,1 2 2 0,0 0-1 0,-3 0-7 0,2 4-13 16,-9 2 11-16,-2-1-10 0,0 1 13 0,-3-1-2 0,6-2-5 0,-1 0-4 15,-2 0 6-15,-1 1-4 0,0 0 5 0,-2 1-1 0,-1 0-4 0,-2-1-8 16,-2 0 9-16,-1-1-5 0,-1-1 9 0,0 2 0 16,-1-2-7-16,3 0-14 0,-3 0 8 0,0 0-9 0,0-3 0 15,1 0-9-15,0-3-10 0,0 1-45 0,0-2-2 0,1-2-11 0,1 0-45 16,1 0-22-16,2-4-23 0,2-1-229 0,-1-2-106 0,4-2-44 16</inkml:trace>
  <inkml:trace contextRef="#ctx1" brushRef="#br0" timeOffset="759.94">4107 3347 621 0,'-8'6'238'16,"0"0"76"-16,0 3-152 0,1 4-18 0,2 0-44 0,0-1-53 0,1 0-35 0,1 1 16 0,2-3-19 0,1 3 27 0,3 0 6 0,-1-1-10 0,2-1 1 0,1-1 18 0,2-1-22 0,0 2 24 0,2-5-5 0,1 2-8 0,3-2-14 0,-1-2 12 0,2 0-17 0,1-2 26 0,2-2-1 0,-2 0-4 0,3 0-14 15,-4-1 22-15,0-2-24 0,-6 0 32 0,-4-3-7 0,0 3-15 16,0-5-16-16,3 2 21 0,-2-1-23 0,0-2 26 16,-2 0-5-16,0 0-13 0,-3-2-5 0,0-1 10 0,-3 2-12 0,0 0 16 15,0-1-8-15,-1 2-8 0,1 1-14 0,-2-1 9 0,1 0-9 16,-2-2 6-16,2 2-3 0,-2 3-7 0,0 2-5 0,5-1 4 16,1 2-5-16,0 0-1 0,3 1-7 0,-6 0-10 0,0 1-27 15,2-1-16-15,-1 1-1 0,0-3-67 0,4 2-27 0,1-2-21 0,3-1-194 16,0-1-126-16,-1 3-22 0</inkml:trace>
  <inkml:trace contextRef="#ctx1" brushRef="#br0" timeOffset="1145.77">4438 3335 473 0,'0'7'150'0,"0"0"254"0,1 0-231 0,1 0-38 0,-1 2-46 0,3 2-52 15,-1-3 8-15,0 3-24 0,2-2 9 0,-1-2-6 0,0 1-10 16,-1-2 3-16,-2 2 21 0,2-3-15 0,-2 0 44 16,0 0-4-16,0 1-8 0,0-3-11 0,-1 3 16 0,0-5-21 15,0 3 23-15,0-3-8 0,0 2-16 0,0-3-10 0,0 1 7 16,-1-1-13-16,1 0 19 0,0 0 2 0,0-1 0 0,1-2-8 16,0-2 9-16,1 0-15 0,1 0 13 0,0-3-6 0,-1 2-9 15,3-2-10-15,-1 1 15 0,2-2-15 0,1 1 22 16,-1-1-4-16,1-2-10 0,1 2-10 0,0 0 13 0,0 0-16 0,1 3 11 15,0 1 1-15,1-1-7 0,0 2 4 0,1 0 4 0,0 1-3 16,1 1 5-16,0 0-3 0,0 2-1 0,1 0-2 0,-1 0 1 16,0 3-1-16,2 0 0 0,-1-2-1 0,-2 3-3 0,2 0-15 15,-3-1 11-15,-6 2-12 0,0 1 7 0,-3-3-2 0,1 4-6 0,3-2-6 16,-1 3 9-16,1-3-6 0,-1 1 11 0,-1 1-2 0,0-2-7 16,1 0-17-16,-3 0 2 0,0-1-7 0,2 1-15 0,-3-3-2 15,0 2-8-15,0 0-16 0,0-1-9 0,1-1-2 0,0 1-58 16,0-2-26-16,1 0-22 0,1-1-191 0,0 0-141 0,1 0-16 0</inkml:trace>
  <inkml:trace contextRef="#ctx1" brushRef="#br0" timeOffset="1324.55">4965 3377 1082 0,'3'-5'389'0,"2"4"-217"0,0 0 196 16,2-1-194-16,-2 0 7 0,3-1-60 0,0-1-59 0,2 3-20 15,0-3-28-15,1 1-20 0,2 0 11 0,-1-1-11 0,3 0 16 16,-2 0-1-16,2 1-8 0,2-3-19 0,-2 3 2 0,1-2-9 16,2-1-35-16,0 0-37 0,0-2-20 0,-1 2-182 15,-7 1-201-15,-2 2-4 0</inkml:trace>
  <inkml:trace contextRef="#ctx1" brushRef="#br0" timeOffset="1913.89">5491 3257 1451 0,'0'3'206'0,"0"0"17"0,-1 3-57 15,1 0-59-15,0 0-30 0,0 3-32 0,1 2-31 16,1-1 14-16,1 1-17 0,0 5 22 0,0 0-7 0,0 2-10 0,0 4 3 16,0-5 7-16,2-2-6 0,-1 4 6 0,0-2-5 15,0 1-8-15,1 0-4 0,-1-2 7 0,2 4-5 0,1 1 23 16,-2 0-18-16,2-2-12 0,1 0-9 0,0-6 5 0,-1 0-1 16,0-2 7-16,-2-4-3 0,-1-1-2 0,1 1-2 15,-4-2-2-15,0 1 0 0,-1 0 1 0,-1-2 0 0,-1 0 0 0,-3-1-4 16,2-2 5-16,-2-1-3 0,1 0 10 0,0-3-1 15,0 0-1-15,-1-3-4 0,1-2 1 0,-1-1 0 0,1-4 5 16,1 1-6-16,0-1-3 0,1-4-7 0,1 0 10 0,1-4-4 16,-1 3 12-16,1-1-1 0,0 1-7 0,1 0-7 0,0 0 7 0,-1 1-6 15,0 2 16-15,0 1-5 0,1 0-7 0,0 2 0 0,0-4 2 16,1 3 1-16,-1-1 7 0,0 1-1 0,0 2-3 0,1-2-13 16,2 2 15-16,0-2-12 0,1 1 21 0,0-1-2 0,2 5-10 0,1-3-6 15,2 2 11-15,1 0-8 0,0 2 16 0,1 0-2 0,0 3-7 16,0 3-1-16,1 0 5 0,0 1-3 0,2 0 3 0,-3 2-2 15,-1 1-6-15,0 3-5 0,-6-2 7 0,-1 3-6 0,1 0 11 16,-3 0-3-16,6 0-7 0,0 2-2 0,0 2 4 0,0-1-3 16,-3 0 4-16,0-1 1 0,-2 0-2 0,0 0-2 0,-1 1 3 0,-1-1-3 15,-1 1 5-15,0-1-1 0,-3 0-1 0,0 2-10 0,-1-2 15 16,-2 0-11-16,-1-1 24 0,-1 1-4 0,1 0-8 0,-2-1-7 16,1-2 10-16,-1 2-7 0,0-1 9 0,5-1-2 0,2-1-8 0,0 0-8 15,0-2 7-15,-4-1-6 0,-1 1 10 0,3-2-2 16,0-1-5-16,3 0-24 0,0-1 2 0,0-3-9 0,-1 0-19 0,2-2-10 15,1-1-14-15,3 1-45 0,3-2-17 0,1-1-3 0,2 2-89 16,0 0-42-16,-4 1-35 0</inkml:trace>
  <inkml:trace contextRef="#ctx1" brushRef="#br0" timeOffset="2300.63">6085 3261 257 0,'-3'-1'240'0,"-1"-3"61"0,1 1-120 0,0-1 11 0,-1 3-37 0,2-1-38 0,0-1-49 0,0 3 22 0,-1-1-37 0,1 1 32 0,-1 0-4 0,-1 1-13 0,-1 3-24 0,-1 0 22 0,1 1-31 0,-2 2 23 0,0 0-10 0,0 2-20 0,-1 1-9 0,2 2 24 0,-1-2-24 0,-1 1 31 0,3 0-6 0,-2-1-14 15,2 1-11-15,2 0 10 0,1-1-14 0,2-1 26 0,1-2-10 16,2 0-7-16,3 1-15 0,1-3 7 0,-1-1-8 15,3 1 16-15,1-4-7 0,0 1-6 0,3-2-11 0,-2 0 10 16,0 0-8-16,0 0 17 0,-2-2-5 0,0-1-7 0,0 0-2 16,-1-1 5-16,-1-1-2 0,0-1 15 0,0 3-3 0,-2-5-4 0,1 2-10 15,-1 0 11-15,0-1-9 0,-1 0 8 0,0 3-1 0,-1-2-8 16,0 4-12-16,-1-1 12 0,0 2-9 0,-2-1 17 0,0 2-2 16,0 0-8-16,0 0-12 0,0 2 14 0,-1 0-10 0,0 2 18 15,-1 1-4-15,1 0-9 0,0 2-13 0,1-1 12 0,0-1-9 16,1 0 19-16,2-2-6 0,-1 2-8 0,1-2-16 0,3-1-3 0,2-1-4 15,1-1-37-15,1 0-16 0,1-1-15 0,0-1-80 0,2-1-27 16,-2-1-14-16,-4 0-211 0,-3 1 254 0,2-3-40 0</inkml:trace>
  <inkml:trace contextRef="#ctx1" brushRef="#br0" timeOffset="2501.39">6457 3156 1472 0,'-7'4'123'0,"-1"-2"80"0,-2 7-64 16,2 2-31-16,-1-1-33 0,0 4-40 16,1 1 5-16,0 1-16 0,-1 0 2 0,1 0-5 0,1-5-10 0,1 3-5 15,2-4 8-15,0-1-8 0,1 0 8 0,1-4-7 0,1 1-7 0,1-1-3 16,2-1 3-16,1-2-4 0,2 1-13 0,0-1-27 16,2-2-13-16,3 0-72 0,0-2-59 0,3-1 32 0,1 1-269 15,0-4 255-15,2 3-18 0</inkml:trace>
  <inkml:trace contextRef="#ctx1" brushRef="#br0" timeOffset="2867.03">6719 3182 993 0,'-8'-2'154'0,"-6"1"124"0,-2 1-60 0,3 1-46 0,0 2-55 15,-1 1-49-15,3-1 6 0,0 3-24 0,-1 3 1 16,2-2-10-16,1 3-12 0,-1 5-8 0,1-1 5 0,1 1-7 15,0 0 16-15,2-1-4 0,0-1-4 0,2 0-2 16,1-3 13-16,2-1-13 0,1-1 12 0,2 0-6 16,2-3-11-16,3 1-9 0,-1-2 15 0,2 1-16 0,2-2 21 0,0-2-7 15,1 2-12-15,2-3-10 0,0 0 13 0,0 0-13 0,-1-4 11 16,-2 1-2-16,0-1-11 0,2 0-3 0,-1-1 8 0,-3 0-7 16,0-1 12-16,-2 1-2 0,0 0-3 0,0-3-8 0,-1 0 6 15,1 1-5-15,-2-2 11 0,-3-2-2 0,-1 2-5 0,0 0-2 16,-1 2 4-16,2 0-2 0,2 1 10 0,-2 2 3 0,-1 0-3 0,0 2 0 15,-1 0 11-15,1 2-9 0,-1 0 10 0,-1 0-8 0,0 2-8 16,0-1-7-16,-1 3 4 0,0 0-3 0,4-1 2 0,-2 3 0 16,2-1-3-16,2 0-3 0,-4 2 1 0,4 0-1 0,-3-1 4 15,0 1 0-15,1-1-1 0,1-2-13 0,1 1 12 0,-5-1-10 16,2 0 13-16,0 0-8 0,0-1-11 0,6 1-26 0,1-2-9 16,-2 0-3-16,2-1-55 0,0 1-26 0,1-2-23 0,1 1-197 15,0-1-129-15,-1 1-22 0</inkml:trace>
  <inkml:trace contextRef="#ctx1" brushRef="#br0" timeOffset="3629.98">6975 3288 967 0,'-3'1'127'0,"2"0"72"0,1 3-18 15,-1-3-42-15,1 3-48 0,0 1-32 0,2 1 10 16,1-3-19-16,0 5 18 0,0-3-8 0,2 2-16 0,0 0-15 15,1 0 20-15,0-1-24 0,0 0 25 0,0 2-13 0,-2-3-15 16,3 0-6-16,-1 2 11 0,-1-2-9 0,1 1 11 16,-1-2-6-16,-2 1-10 0,1-1-15 0,0 0 12 0,-1-1-13 15,-1 0 21-15,0-1-8 0,-1 0-11 0,-1-1-1 0,1-1 4 16,-1 2-1-16,0-1 3 0,0 0 0 0,1-1-2 0,-1 2-1 16,0-2 7-16,1 0-5 0,-1 0 13 0,0-3-4 0,0 0-3 15,-1 1-9-15,0-2 10 0,1 2-10 0,-2-2 9 0,0 0 0 16,1 0-7-16,0-1 0 0,1 1 11 0,-1-1-8 0,0 1 10 15,0-1-2-15,1 1-5 0,0-2-1 0,0 2-1 0,0-1 1 16,0 0 0-16,1 0-1 0,0 1 0 0,0-1 0 0,1-1 0 16,1 0 1-16,-1 0-1 0,0 2-2 0,2-3-1 0,-2 1-8 15,0 1 7-15,0-2-4 0,0 0 9 0,1 2 1 0,-1-2-5 0,0 1-3 16,0-1 5-16,0 2-5 0,-1-2 8 0,0 2-2 0,1-1-2 16,-1 0-8-16,1 1 4 0,0 0-3 0,0 0 9 0,1 0 0 15,2 1-4-15,0-1-9 0,2 2 7 0,-1-1-6 0,0 2 15 0,0-1-2 16,0 0-3-16,-1 2-5 0,2 0 2 0,-1 0-1 0,0-1 7 15,0 2-1-15,-2 0-5 0,-1 0-8 0,1 2 9 0,0-1-7 16,-1 1 14-16,3 2-1 0,-3-1-5 0,0 3-9 0,1 2 6 16,-1 0-5-16,1-1 6 0,1 2 3 0,-2-1-4 0,2 0-7 15,-5 1 10-15,0-4-7 0,0 0 14 0,-1-1-1 0,4-2-5 0,3 1-2 16,-2-2 1-16,1 0 0 0,-1 1 4 0,0-2-1 0,-1 0 2 16,0 0-8-16,2-2 7 0,0 0-6 0,1 1 11 0,0-2-3 15,0-2-6-15,2 1-2 0,2-2 4 0,0 0-3 0,1 0 2 16,-2-2-2-16,-2 2-2 0,2 0-6 0,1 0 5 0,-1 3-4 15,-1-2 9-15,-2 3-1 0,0 1-3 0,-2 1-12 0,-1 3 9 16,-1 0-8-16,-1 5 13 0,0 2 1 0,0 3-3 0,-1-1-7 0,1 0 9 16,-1 0-7-16,1-1 16 0,1-2-3 0,2-1-3 0,1-1-11 15,4-2 8-15,0 0-7 0,4-1 12 0,-2 1 0 0,2-1-6 0,1-1-9 16,-1 1 8-16,2-2-8 0,-3-1 10 0,1-1 0 0,-2-1-3 16,-1-1 4-16,-1 0-4 0,-2-1 2 0,-3 1-2 0,0-1 1 15,-3 0 3-15,1 0-9 0,-1 0 9 0,-1-1-6 0,0 2 15 16,0-1-5-16,-1-1-7 0,0 0-4 0,0-1 2 0,1 1 0 0,-1-2 6 15,1 1-2-15,0-2-2 0,1 2-9 0,1 2 6 16,-1-3-4-16,1 3 13 0,-1 0-2 0,1 2-4 0,-1 1-6 0,0 0 2 16,0 1-3-16,0 3 8 0,-1 2 3 0,0 2 2 0,0 2 2 15,0 0-1-15,0-1 0 0,1 0-3 0,1-2 0 0,3-1-1 0,-1-1-5 16,3-1 0-16,0 0-2 0,2-1-1 0,0-2-4 0,1-1-3 16,3 0-34-16,2-1 4 0,-2-1-11 0,1-2-18 0,-3 1-6 15,-4-3-13-15,0 1-56 0,-3-2-28 0,3 2-4 0,2-1-125 16,1-1-53-16,0-1-40 0</inkml:trace>
  <inkml:trace contextRef="#ctx1" brushRef="#br0" timeOffset="3862.52">7916 2960 1132 0,'-8'-4'167'0,"1"0"130"0,-1 2-43 16,3 1-52-16,-1 1-54 0,1 0-71 0,1 2 21 0,2 3-41 0,-1 2 34 0,3 2-13 0,0 1-18 0,0 4-10 0,3 3 13 0,0 0-17 0,2 6 13 0,0 1-12 0,1 0-13 0,0 0-24 0,2-2 16 0,0-2-19 0,0-2 17 0,1 0-6 0,0 0-13 0,0 0-10 0,-1-3 10 16,1 0-11-16,-1-3 12 0,-3-1-6 0,1-2-10 0,-2 1-27 15,-1-1-2-15,-1-2-7 0,-2 2-56 0,0 0-13 0,0-1 2 16,0 0-12-16,0-1-66 0,0 1 63 0,-2-1-198 0,1-2-149 16,-2 2-40-16</inkml:trace>
  <inkml:trace contextRef="#ctx1" brushRef="#br0" timeOffset="4047.15">7734 3324 1191 0,'-1'-2'-748'0,"1"2"1371"15,0 0-150-15,1 2-253 0,2-2-115 0,3 0 8 0,0-2-61 16,7 0-33-16,1-2-5 0,5-1-11 0,4-3-15 0,0 0-1 15,2-2-5-15,1-1-41 0,-1-1-38 0,1-1-21 0,4-1-134 16,-2 3-96-16,0 1-4 0</inkml:trace>
  <inkml:trace contextRef="#ctx1" brushRef="#br0" timeOffset="4195.51">8237 3100 1513 0,'-20'9'-240'0,"9"-3"517"0,-2 2-63 16,-2 3-68-16,0 3-70 0,-4-4 14 0,2 2-35 0,0 1 2 15,3-2-12-15,4 3-18 0,1 0-17 0,3-1 0 0,2-1-6 16,2-1 0-16,2-3-11 0,0-2-4 0,2 0-40 0,4-3-22 16,-1 1 7-16,3-4-136 0,1 1-98 0,2-2-34 0</inkml:trace>
  <inkml:trace contextRef="#ctx1" brushRef="#br0" timeOffset="4294.12">8310 3240 423 0,'1'11'94'0,"1"-2"252"0,4 0-311 0,-1-4-32 16,1 1-22-16,2 0-239 0,-3 0 167 0</inkml:trace>
  <inkml:trace contextRef="#ctx1" brushRef="#br0" timeOffset="4648.5">8695 3041 1065 0,'-8'6'-227'0,"-2"-2"529"15,0 0-41-15,-4 0-47 0,0 2-73 0,1-1 12 0,0 3-50 16,-2 0-11-16,2 0-13 0,1 1-23 0,3 2-26 16,1-1 15-16,4 0-24 0,1 2 23 0,3-5-5 0,1-2-9 0,2 3-2 15,3-3 7-15,1 2-10 0,3 0 9 0,3 0-8 16,2-3-6-16,5 1-13 0,1-1-3 0,1-2 0 16,3-1 2-16,-7 2-4 0,-3-2-1 0,2 1-19 0,-2-1 5 0,5-1-9 15,1 0-31-15,-3 0-21 0,-1-1-16 0,0-1-90 16,-4 0-45-16,1-1 20 0,-1 2-268 0,-3 0 288 0,1 1-29 0</inkml:trace>
  <inkml:trace contextRef="#ctx1" brushRef="#br0" timeOffset="4853.1">9112 2795 1585 0,'2'-8'-216'16,"-1"4"482"-16,-1 2-43 0,1-1-55 0,-1 3-90 0,0 0 17 15,0 0-52-15,0 3 24 0,0-1-3 0,0 6-8 0,0 1 1 16,-1 3 12-16,-2 0-17 0,-1 4 20 0,3 0-6 0,-1 1-9 16,2 2-15-16,1 0 1 0,1 2-13 0,3 4-10 15,1-4-5-15,0-1-4 0,4 2-9 0,0-5-1 0,0-2-2 16,5 2-34-16,-3-3-21 0,1-3-11 0,-6 2-100 0,0 0-95 16,-1-1 40-16,1 3-126 0</inkml:trace>
  <inkml:trace contextRef="#ctx1" brushRef="#br0" timeOffset="4985.75">9311 3356 1173 0,'0'7'174'0,"2"0"97"0,-1 0-37 0,0 1-73 0,0-3-79 15,1 0-67-15,2-3 4 0,-3-1-17 0,1 0-23 16,-1-1 0-16,0-1-13 0,2 0-229 0,2-6-180 0,2 2-60 0</inkml:trace>
  <inkml:trace contextRef="#ctx1" brushRef="#br0" timeOffset="5235.5">9491 2581 1883 0,'-3'1'167'0,"-1"3"64"0,2 3-23 15,1 2-45-15,1 2-56 0,2 8-50 0,5 6 9 0,0 2-27 16,4 7 3-16,0-3-5 0,3 2-9 0,2 5-13 15,1-4 16-15,2 0-17 0,0 9 25 0,3-2-7 16,-2 5-10-16,1 9-14 0,0-3 12 0,-9 1-12 0,0 3 17 0,-3-9-9 0,-1-3-12 16,7 2-10-16,-4-5 10 0,0-1-8 0,-2 1 18 15,-5-7-4-15,-3-1-9 0,-4 3-20 0,-3-4 11 0,-2-4-15 16,-1 2 4-16,-1-8-14 0,1-1-11 0,-4 4-49 16,0-5-27-16,2-2 13 0,-4 0-136 0,-1-4-361 0,-3 0-80 0</inkml:trace>
  <inkml:trace contextRef="#ctx1" brushRef="#br0" timeOffset="7317.65">5387 3857 595 0,'-9'-5'216'15,"-1"-1"270"-15,-2 0-293 0,2-1-48 0,0-1-36 0,0 2-19 0,2 1-20 0,-1-1-27 0,3-1-24 0,0 2 14 0,0 0-19 0,0 0 17 0,1 1-14 0,-2 0-12 0,2 0-9 0,-2 2 8 0,1 2-4 0,0-2 24 0,-1 2-7 0,1 4-8 0,-2 0 5 0,6 0 4 0,-1 1-1 0,-2 0 18 0,2 2-5 0,-6 0-6 0,-1 2-3 0,1 1 4 0,-1-1-6 16,1 3-5-16,2 1 0 0,1 0-8 0,2 4-4 0,1 1 12 16,0 0-12-16,2 4 19 0,1 0-7 0,0 0-8 0,1-1-7 15,2 1 10-15,0-3-9 0,0 3 18 0,2-1-6 0,-1-1-9 16,3-2-4-16,1 0 3 0,0-5-2 0,0 2 4 0,-1 0-1 15,0 2-2-15,0 1-29 0,0-1 17 0,-2-1-19 0,0-3 13 16,-5-3-12-16,0 1-18 0,-4-1-35 0,2 0 0 0,2-1-13 0,0 0-44 16,0 0-11-16,-1-1-17 0,-2-1-61 0,-1 0-36 0,4-1 9 15,-1-3 96-15</inkml:trace>
  <inkml:trace contextRef="#ctx1" brushRef="#br0" timeOffset="7718.87">5096 4265 396 0,'-2'-3'133'0,"-1"2"19"0,2 1 18 15,1 0-69-15,0 1 9 0,0 2-16 0,3-2-29 0,-1 3-15 16,2 0 21-16,0-3-27 0,1 1 36 0,2-2-10 0,1 0-10 16,3 0-14-16,-1 0 10 0,1-2-17 0,3-2 11 15,-1-1-7-15,3 1-14 0,0-4-10 0,-6 2 10 0,0-2-14 0,2 1 10 16,1-2-11-16,5 0-10 0,3-3-4 0,-2 2 5 16,1 0-1-16,2-1 15 0,-3 1-10 0,-1 0-3 0,2-2-13 15,-3 3 3-15,1 2-2 0,1-1 17 0,-3 0-8 0,-1 1-5 16,0-2 2-16,-4 0 0 0,-1 1 3 0,-2 0 4 15,-1 1 0-15,-2 0-3 0,-1-2-2 0,-2 3 6 0,-1 1-7 0,-1-2 8 16,0 1-1-16,0 1-1 0,-2-1-8 0,0 0 5 0,-2 3-4 16,1-3 16-16,-2 3 0 0,2-1-2 0,-1 1-7 0,-1 1 7 15,1 2-5-15,-1 1 8 0,-1 2-2 0,1 2-2 0,-1 1-4 0,0 2 5 16,-1 1-3-16,0 1 9 0,1 1 0 0,1 4-4 0,-1-1 5 16,1 4 6-16,1-1-4 0,1 1 5 0,1-2 0 0,0-2-1 15,1 1-18-15,2-1 13 0,2 2-14 0,-1 0 19 0,2-3-5 16,3 0-6-16,1 0-12 0,1-1 3 0,2 0-2 0,0-4 15 0,3-2-6 15,-1-2-2-15,2 0-7 0,1 1 4 0,-1-3-3 0,2 4-3 16,0-4 1-16,0-1-4 0,1-1-4 0,-1 0 4 16,-1-1-4-16,-1-1-6 0,-1-2-11 0,-2 0-13 0,-5-1-19 15,-3 0-6-15,0-2 0 0,-1 0-27 0,4-2-5 0,-2 0-9 0,0 0-63 16,2 0-29-16,-3-2-9 0,2 3-175 0,-1-3 220 0,0 1-24 16</inkml:trace>
  <inkml:trace contextRef="#ctx1" brushRef="#br0" timeOffset="8300.35">5853 4021 361 0,'-2'2'132'0,"-1"-2"183"0,2 0-126 0,0 1-41 0,0-1-46 0,1 0-50 0,0 0 9 0,0 0-23 0,0 0 23 0,0 0 2 0,0 0-9 0,0 0-7 0,0 0 38 16,0 0-39-16,0 0 49 0,0 0-14 0,0 0-23 0,0 1-31 0,0-1 24 0,0 0-31 0,0 0 27 0,0 0-8 0,0 0-16 0,0 1 0 0,0-1 3 0,0 0-5 0,0 0 2 0,0 0 2 0,0 0-2 0,0 0-9 0,1 0 8 16,-1 0-11-16,0 0 18 0,0 0-6 0,0 0-4 0,0 0-7 15,0 0 10-15,0 0-9 0,0 0 13 0,0 0-3 16,0 0-9-16,0 0-11 0,0 0 8 0,0 0-11 0,0 0 11 0,0 2-2 16,1-1-6-16,-1 0-5 0,1 2 5 0,0-2-3 0,-1 0 6 15,2 1 1-15,-1 0-4 0,0 3-7 0,0-1 8 0,0 3-6 16,0 0 16-16,1 1-3 0,1 0-3 0,0 3-6 0,-1-1-1 0,2 3 1 15,0 0 5-15,-1-5-3 0,2-1-1 0,-2 0-8 0,1-1 8 16,0 1-4-16,1-1 14 0,-1 0-2 0,2 0-5 0,-1-3-5 16,1 1 5-16,1-2-3 0,-2 0 7 0,2-2-2 0,0 1-3 15,0-1 1-15,-2-1 4 0,0-3-3 0,-1 2 4 0,1-1 0 16,-2-1-2-16,0 0-8 0,1 1 8 0,0-3-6 0,1 0 11 16,-1 1-4-16,2-1-6 0,-1 0-7 0,2 1 7 0,0 1-5 0,1 2 7 15,-1 1-2-15,0 1-4 0,2-2-1 0,0 1 0 0,1 0 0 16,-1-1 2-16,2 2 0 0,0 0-1 0,2 0 0 0,0 0 0 15,0-1 0-15,1 0 2 0,-2-2 0 0,1 3-1 0,1-2-13 0,-1-1 14 16,1 2-10-16,-3-2 21 0,-2 1-4 0,-7-1-8 0,-1 1-1 16,-1-1 2-16,0 1-2 0,5-2 5 0,-2 1 2 0,0-1-1 15,-1 1-5-15,-2-4 13 0,0 1-8 0,0-2 18 0,-1-1-2 16,-2-1-7-16,1-3-9 0,0 0 6 0,-1-1-7 0,0-1 4 16,0-1-3-16,-2 2-5 0,7 2-7 0,0 1 9 0,1 2-7 0,1 0 7 15,-4 4-1-15,0 0-4 0,0 0-8 0,0 1 7 0,-2 0-6 16,2 0 5-16,0 3-4 0,0-3-8 0,2 2-21 0,-2-1-2 15,0-1-6-15,1 1-32 0,1 0-14 0,0 0-14 0,2 0-112 16,-4 1-70-16,0 0-19 0,2 0-23 0</inkml:trace>
  <inkml:trace contextRef="#ctx1" brushRef="#br0" timeOffset="8637.02">6459 4064 752 0,'0'2'-179'0,"1"-2"398"0,2 0-43 0,-1-2-44 0,2 0-61 0,1-2 9 0,-1-1-29 0,3 0 27 0,0-1-5 0,1-1-9 0,-1-2-7 0,1 2 14 0,-1-1-20 0,0-1 19 0,-3 0-1 0,0 0-9 0,-1-2-4 0,-2 0 5 0,-1 3-14 0,-1-3 16 0,-2 4-4 0,0-2-7 0,-1 1-27 0,1 2 26 16,-2 0-33-16,1 1 35 0,-2 1-9 0,1 3-15 0,-1 0-16 15,0 1 13-15,0 0-16 0,0 2 28 0,0 4-8 16,-1 0-6-16,1 3-4 0,-2 1 7 0,1 3-7 0,-1 2 18 16,1-1-5-16,3 3-7 0,-1 0-8 0,2-2 5 0,0 0-8 15,2 1-1-15,-1-3-2 0,2-1-5 0,0 1-12 0,4-3 10 0,-1 1-9 16,2-1 12-16,0-1-2 0,2-4-6 0,2-2-14 0,1-3 5 16,1-2-8-16,2 2-4 0,0-1-10 0,3-2-9 0,2 1-39 15,2-1-8-15,3-2-5 0,2-1-56 0,0-4-23 0,3-1-26 0,1 1-106 16,-1-1-60-16,-5-1 4 0,-3-1 92 0</inkml:trace>
  <inkml:trace contextRef="#ctx1" brushRef="#br0" timeOffset="8783.61">6942 3820 666 0,'-1'-6'319'0,"-1"1"-10"0,-1 4-85 0,0 1-56 16,-3 2 21-16,-1 5-57 0,-2 3 12 0,-2 3-17 16,0 1-23-16,-1 4-30 0,1-1 9 0,-2 1-28 0,1 4-8 15,1 0-12-15,-1-2-15 0,3 0-19 0,5-2 10 0,1-3-11 16,3 0 12-16,1-1-7 0,2-2-8 0,6 2-32 15,0-4-33-15,1-2 13 0,3 0-142 0,-1-2-102 0,1-1-25 16</inkml:trace>
  <inkml:trace contextRef="#ctx1" brushRef="#br0" timeOffset="9283.7">7585 3927 1052 0,'-13'-3'140'0,"1"2"101"0,-3 1-42 16,4 1-47-16,1 2-50 0,0 2-54 0,1 1 5 0,0 3-22 16,0 4 3-16,0-2 1 0,1 5-8 0,-1 0 3 15,1 1 15-15,1 1-17 0,0 1 19 0,2 0-6 0,1-1-8 0,2 2-19 16,0-6 24-16,2-4-25 0,0-2 32 0,2-2-9 16,3 0-16-16,3-1-8 0,1-2 16 0,2 0-16 0,2-3 16 15,1-4-3-15,0 0-12 0,2-5-4 0,-1 0 4 16,-2-3-8-16,3 2 3 0,-4 1-1 0,-2-1-2 0,-1-2-10 15,-2 1 11-15,-2-3-10 0,-1 2 24 0,-2 0-4 0,-1-1-7 16,-1 1-2-16,0 2 8 0,-1-2-5 0,0 4 14 0,0 0 0 16,1 1-3-16,-2 1-8 0,2 3 18 0,-1 2-15 0,-2 0 24 0,2 1-9 15,0 1-10-15,-1 2-13 0,0 3 10 0,-2 1-8 0,1 3 13 16,0 0-2-16,0 2-7 0,0 0-13 0,1 2 12 0,2 2-12 16,0-2 10-16,0 1-1 0,2-2-7 0,0 1-7 0,3-2 4 0,0-2-5 15,2-2 0-15,1-2 1 0,1-2-4 0,2 1-17 16,0-1 0-16,2 0-8 0,0-2-23 0,2-2-12 0,-3 1-13 0,3-2-76 15,-2-1-23-15,-4-2-12 0,2 1-173 0,-2-3-106 0,3 2-88 0</inkml:trace>
  <inkml:trace contextRef="#ctx1" brushRef="#br0" timeOffset="9617.92">8056 3882 1304 0,'-7'-18'-252'0,"3"9"565"16,-3 3-56-16,0 0-67 0,-1 1-82 0,-2 3 22 0,0 0-54 15,-2 2 8-15,1 0-16 0,-2 0-23 0,0 2-24 16,-1 2 27-16,2-1-31 0,0 1 34 0,0 1-10 0,2-1-20 0,1 1-8 16,0-1 7-16,3 1-10 0,-1-1 12 0,2 1-7 15,2-2-5-15,2 1-8 0,1-1 11 0,1 3-9 0,3-3 21 16,2 4 0-16,0-3-7 0,3 2 5 0,1-2 7 0,2 1-7 16,3-1 9-16,0 1-3 0,2 0-6 0,1 2-12 15,-1-2 3-15,-1 1-8 0,0 0 2 0,-5 2-2 0,-1-1-3 16,-1-1-4-16,-2 0 4 0,-2-2-4 0,1 3 5 0,-3-2 1 15,1 2-4-15,-2 1-8 0,0 1 8 0,-2-1-7 0,0-1 10 0,-2 2 3 16,-3-1-2-16,0-2-5 0,-3 1 3 0,0-1-4 0,-3 2 6 16,0 0-1-16,-2-2-3 0,0 0-4 0,-2 2 1 0,0-4-3 15,1 2-6-15,0-3-1 0,2-1-5 0,1 0-14 0,1-2 3 16,2-2-6-16,2-1-10 0,3-1-14 0,3-4-14 0,2-1-48 0,4-4-16 16,2-1-3-16,3-2-88 0,2 0-40 0,3 1-40 0</inkml:trace>
  <inkml:trace contextRef="#ctx1" brushRef="#br0" timeOffset="9933.83">8349 3832 550 0,'1'-4'227'0,"-1"1"-83"0,-1 1 125 0,-2-1-88 15,-2 2 29-15,1 0-76 0,-2 1-4 0,-2 1-20 16,0 0-28-16,-2 2-41 0,-2-1 8 0,2 2-25 0,-3 0 4 16,2 0-8-16,1 0-9 0,0 0-18 0,1 2 12 0,0-2-11 15,6 1 30-15,3-1-2 0,-1 0-7 0,1 0-4 16,-4-1 9-16,2 3-10 0,2-4 10 0,0 3-1 0,2-1-6 0,-1 1-10 15,3 0 18-15,-1 0-17 0,0 2 28 0,-3-2-10 16,0 3-16-16,3-2-5 0,-2 0 8 0,5 1-6 0,2 1 16 16,-1 0-8-16,1 1-7 0,0-1-9 0,-1 0 9 0,-1-2-5 15,1 2 16-15,2 0-4 0,-1-2-10 0,2 2-9 0,0 1 10 16,0 1-7-16,-1-1 13 0,0 1-2 0,0-1-8 0,0-3 0 16,-1 1 3-16,-2 0-1 0,-1 0 5 0,-1-1-3 0,-3 1-1 0,-1-1 0 15,-1-2 4-15,-3 2 0 0,0-1 9 0,-3 1-2 0,-2-5-2 16,-1 1-14-16,-1 0 12 0,-1 0-10 0,-1 1 16 0,-1-1-2 15,-1 0-10-15,-1-2-5 0,1 0 3 0,3-2-5 0,0-1-7 16,2 0-7-16,0-1-9 0,5-1-49 0,2 0-5 0,-1 2-14 16,3-4-74-16,-3 2-54 0,1-4-45 0</inkml:trace>
  <inkml:trace contextRef="#ctx1" brushRef="#br0" timeOffset="10329.87">8428 3923 1360 0,'-3'5'-199'0,"1"0"451"0,1 0-44 0,1 3-50 0,0 3-59 16,2 1 9-16,1-1-36 0,1 0-3 0,2-1-11 15,0-1-18-15,2 1-21 0,1-1 21 0,1-1-24 0,3 1 27 16,0-2-7-16,1 0-10 0,1-2-5 0,-1 0 5 0,0-2-9 0,1-2-5 15,0 1 0-15,-1-2-7 0,1 0-5 0,-2-1 12 16,-3-1-13-16,2-1 15 0,-3-1-4 0,-2 0-7 0,2-1-3 16,-2-1 6-16,-1-1-6 0,-1 0 8 0,0 0-2 15,-1 0-5-15,0-2-1 0,-1-2 2 0,1 2-2 0,-1-2 7 16,0 1-2-16,-1-2-5 0,-2 1 0 0,2 0 6 0,-1 2-5 0,-6 3 15 16,5-2 0-16,1 5-1 0,-4-1 10 0,3 1 0 0,-4 2 2 15,-1 1 1-15,5 0-4 0,5 0-1 0,-5 1-14 0,3 0 11 16,-3 5-10-16,0-1 11 0,0 2-7 0,0 0-9 0,5 2-11 15,-7 0 9-15,3 1-6 0,-1 0 14 0,-1-1-2 0,5-1-7 0,0-3-11 16,2 1 9-16,2-1-8 0,1-1 10 0,1-2-7 0,0-1-11 16,2-1-27-16,0 0-10 0,2 0-4 0,-2-1-60 15,0-2-23-15,-3 0-23 0,1 0-132 0,-1-1-126 0,0 0-3 0</inkml:trace>
  <inkml:trace contextRef="#ctx1" brushRef="#br0" timeOffset="11009.93">8934 3892 1159 0,'-3'3'149'0,"0"0"146"0,1 3-107 0,0-1-37 0,0 2-45 0,1 0-54 15,1-1 5-15,0 2-26 0,0 0-14 0,1-1-3 16,0 1-6-16,1 0-1 0,0-2 7 0,1 0-6 0,-1 0 8 16,-1-1-3-16,0 0-5 0,0-1 14 0,0-1 3 0,-1 1 1 0,1 0 10 15,-1 0-4-15,0-1-3 0,0 0-12 0,0 0 6 16,-1-1-10-16,0 0 7 0,0-1-4 0,1 0-6 0,-1 1 1 15,0-1 4-15,1-1-3 0,-1 0 4 0,0 0 1 0,1 0-3 16,-3 0 7-16,1-3 2 0,1 1-3 0,-1 0 5 0,-1-1-5 16,2-1-1-16,-1 3-12 0,0-3 14 0,0 1-11 15,-1 1 17-15,1-1-4 0,1 0-8 0,1 0-8 0,-1 1 10 0,0-2-8 16,1 1 12-16,0 0-4 0,0-2-8 0,0 2-4 0,0-3 2 16,0 1-2-16,0-2 3 0,1 2 0 0,-1 2-2 0,0-4-1 15,1 3 3-15,0-1-3 0,-1 1 5 0,0-1-2 0,1 1-1 16,-1-1-11-16,0 0 11 0,1 0-9 0,-1 1 13 0,2-1-2 0,-1 1-9 15,0-1-3-15,0 0 3 0,-1 1 0 0,2 0 7 0,-1 0-3 16,0 1-2-16,0 1-2 0,-1 0 0 0,2-1 1 0,-2 2 2 16,1 0-1-16,0-1-2 0,-1 1-5 0,1 0 7 0,-1 1-4 15,1-2 5-15,0 1 1 0,-1 1-5 0,1-2-6 0,2 2 6 16,-2 0-5-16,0 0 12 0,0 0-3 0,0 0-4 0,0 0-1 0,0 0 2 16,0 1-2-16,2 0 2 0,-2 0-1 0,1 1-3 0,0 0 4 15,1 0-1-15,-1-1 3 0,0 1-1 0,1 0-1 0,0-1 0 16,-1-1-2-16,1 1 2 0,0-1 0 0,0 2 3 0,-1-2 0 15,2 0-3-15,-1 0-3 0,0-2 5 0,1 2-3 0,-1-1 6 0,1 1 0 16,0-1-5-16,0-1-8 0,2 1 8 0,0 1-5 16,-2 0 12-16,1 0-3 0,0 0-6 0,-1 0-3 0,-1 1 5 0,0 1-2 15,1-1 7-15,-2 0-3 0,0 1-3 0,0-1-7 0,1 1 8 16,-1 1-4-16,1 0 11 0,-1-2-1 0,2 0-3 0,0 2-10 16,0-1 9-16,-1 1-6 0,2-1 13 0,-2 1-2 0,1-1-7 15,3 1-7-15,0 0 11 0,0 0-8 0,1-1 15 0,-3 2-3 0,1-2-8 16,-2-1-5-16,1 2 8 0,-1 0-4 0,1 0 9 0,-2-1-1 15,0 1-6-15,2 0-8 0,-2 0 9 0,-2-1-7 0,1 2 14 16,-1 0 0-16,1 1-4 0,-1-1-7 0,2 1 3 0,0 0-3 16,0 0 5-16,2-1 3 0,-1 1-3 0,2-2 0 0,1 1 4 15,2-1-4-15,-4 1 7 0,1-1-5 0,-1-1-2 0,3 0-3 0,6-2 1 16,0-3 0-16,2 0 1 0,-3 0-4 0,0-2-11 0,-1-2-29 16,-3-1 3-16,0 1-10 0,-2-1-11 0,-1 2-8 0,-1-1-9 0,1 1-36 15,-2 2-16-15,-1-1 0 0,0 1-71 0,-3 0-26 0,0 0-25 16,0 2-270-16,-1-2 318 0</inkml:trace>
  <inkml:trace contextRef="#ctx1" brushRef="#br0" timeOffset="11863.41">9535 3895 1223 0,'0'0'359'0,"0"0"-209"0,0 0 137 15,0 1-118-15,0 0 22 0,0 0-72 0,0 3-17 0,1 1-25 0,0-1-29 0,1 3-23 0,1 0 4 0,-1 0-12 0,1 3 0 0,1 0-4 0,-1 0-5 0,1 3-9 0,1 0 6 0,-1 0-6 0,1 1 9 16,-3-3-2-16,0 4-3 0,1-1-10 0,-2 0 10 0,-1-1-10 0,0 2 17 0,1-4-4 0,-1-2-5 0,1 2-8 0,-1-2 7 0,0-3-6 0,2 2 16 0,-1-2-3 0,3 2-6 0,0 1-9 16,0 0 1-16,0 0-3 0,1 0 2 0,-2-4 3 0,-1-1 2 0,-1-2-4 0,0-1 7 15,1 1-4-15,-2-2 11 0,0 1-2 0,0-2-5 0,0-2-8 0,-2-1 7 16,0-2-6-16,-1-1 13 0,-1-1-1 0,0-1-4 0,-2-2-1 16,1 1 2-16,-1 0-2 0,3 0 2 0,-1 1 1 0,1-3-1 0,0-1-1 15,-1 0 3-15,1-4-1 0,1 0 7 16,-1 0-4-16,3-1-3 0,0-1-3 0,3-1 4 0,-1 0-3 0,2 3 6 0,0-1-2 15,1 1-3-15,3 2-8 0,1 1 9 0,2-1-6 0,0 3 14 16,-1 1-3-16,1 4-6 0,0 2-1 0,2-1 3 0,-2 4-2 0,-1 1 3 16,0-1 1-16,-1 2-3 0,-1 2 0 0,-5 0 6 15,-1-1-4-15,2 3 11 0,-1 1-3 0,5-1-3 0,2 1-6 0,-1 2 123 16,1-1-100-16,1 2-48 0,0 0 30 0,-1 1-108 0,-1-1 101 16,-3 3 2-16,1 2 0 0,-1-1 1 0,-3 0 0 0,-1 2 0 15,-2-1-9-15,-1 1 9 0,-2-1-6 0,-2-2 14 0,-3 1-1 16,0-2-3-16,-1 1-5 0,-2-2 3 0,2 2-2 0,0-1 11 0,2-1-2 15,-2-1 1-15,0-1-13 0,0-2 10 0,1 0-8 0,1 2 14 16,0-5-7-16,5 1-7 0,-2 0-3 0,1-3 1 0,1 0 1 16,-5-2 1-16,1-2-5 0,-1-1-5 0,1-1-12 0,1-2-8 15,1-1 1-15,4-2-23 0,0-2-5 0,4-1-4 0,1-2-15 16,2 1-12-16,1 1 4 0,0 0-38 0,0 1-8 0,-1-2-7 16,1 2-59-16,-4-1-32 0,-2 2-4 0,0 1-175 0,0-1-20 0,6 1-43 0</inkml:trace>
  <inkml:trace contextRef="#ctx1" brushRef="#br0" timeOffset="12270.11">9849 3683 326 0,'1'-15'115'0,"-1"0"-45"0,2 4 58 0,-1 2 3 16,0 4 33-16,0 3-39 0,2-2 24 0,-2 1-20 0,2 1-35 15,-1 1-30-15,-1-1 25 0,1 1-37 0,0 1 40 16,1 0-10-16,-2 1-18 0,1 2-10 0,1 2 24 0,1 1-28 0,-1 3 26 16,1 0-1-16,0 1-14 0,1 3-6 0,-1 1 6 15,2 4-16-15,0 5-2 0,1-2-5 0,1-1-12 0,1 2-13 16,-1-3 8-16,0-1-14 0,0-1 10 0,-2-2-7 0,1-1-5 15,0 2-3-15,-4-4-1 0,1 3 1 0,-2-1 4 16,0-4-6-16,-1 0 0 0,0-1-9 0,-1 0-3 0,0 0 1 16,0-1-8-16,0-1-4 0,-1-2-4 0,1 1-18 0,-1-1-11 15,0-1 1-15,0-1-40 0,0 1-4 0,0-2-6 0,-1-1-51 0,1-1-10 16,0 0-7-16,0-1-41 0,-1-1 9 0,0-3-6 0,-1 1 56 16,1-3 22-16,0-1 13 0,0 0 109 0,-1-2 11 0,2 1 12 0,1-2 41 15,0 0 23-15,1 0-1 0,2-2 66 0,-1 1-8 0,2 3-2 16,1-2-16-16,0 1 10 0,1 1-10 0,2 0 2 0,0 0-11 15,1 1-15-15,0 0-23 0,0 3 16 0,0 1-16 0,1-1 8 16,-2 2-7-16,2 3-11 0,-1-2-34 0,0 2 18 0,0 2-19 0,-1 1 18 16,-3 1-2-16,3 0-6 0,1 1-9 0,0 3 11 15,1 0-9-15,0 2 13 0,0 1-5 0,0 0-8 0,-1 1-16 0,-2 2 9 16,-6-2-10-16,-1 1 8 0,1-2-4 0,-1 0-7 0,5-1-4 16,-2-1 2-16,0-2-3 0,0 1-3 0,-1-4-5 0,0 0-5 15,1 0-40-15,-3-3-7 0,1 1-10 0,0-2-51 0,-1 2-26 0,1-2-21 16,0-2-270-16,0 1 277 0</inkml:trace>
  <inkml:trace contextRef="#ctx1" brushRef="#br0" timeOffset="12447.66">10291 3759 1630 0,'-17'-8'-269'0,"7"4"528"0,3 1-73 0,0 0-89 0,3-1-73 0,1 2 4 0,1 2-23 0,2-3-1 0,2 2-34 16,2-1-15-16,3 1-106 0,-1 1-49 0,3 1 20 0,0 2-236 0,-1 0 249 0,1 2-18 0</inkml:trace>
  <inkml:trace contextRef="#ctx1" brushRef="#br0" timeOffset="12618.06">10378 3817 555 0,'13'26'-208'0,"-8"-9"433"0,0-3-32 0,-1 1-58 0,1 3-25 0,-1-2 24 0,1-1-43 0,0 1 17 0,0-4-12 0,1 0-20 16,1-2 2-16,-1-4 10 0,1 1-15 0,-1-1 9 0,0-3-4 15,-2 1-15-15,0-2 37 0,-3 0-1 0,0-2-3 16,0 0-28-16,0 0 4 0,-1 0-8 0,0-2 5 0,-1-2 15 15,-1 2-22-15,-3-2 14 0,0-1-9 0,-2 1-14 0,-1-2-13 16,0 1 7-16,-1-2-16 0,-1-2-2 0,1 1-5 0,-1 0-9 16,0-3-10-16,0 2 5 0,1-1-9 0,1 0 5 15,2 0-4-15,1 2-5 0,1-1-23 0,1 3 5 0,2-2-10 16,1 1-15-16,0 0-7 0,2 0-10 0,2-2-37 0,0 0-9 16,2 2-7-16,0-1-76 0,1 0-36 0,2 2-35 0,0-2-345 0,1 1 380 15</inkml:trace>
  <inkml:trace contextRef="#ctx1" brushRef="#br0" timeOffset="12886.21">10551 3820 636 0,'0'12'257'0,"1"-1"20"15,1 0-12-15,0 0-92 0,1 1-23 0,-1-2-39 0,0 0-43 0,1-1-31 16,1 1 11-16,1-2-17 0,-1 0 21 0,1-2-11 16,-1 1-16-16,0-2-3 0,-2-1 18 0,0-1-16 0,-1 0 45 15,0-3-3-15,-1 1-8 0,1-1-7 0,1-1 19 0,0 0-25 16,0-2 20-16,1 1-9 0,2-4-15 0,5 0-11 15,1 0 9-15,3-1-13 0,4 1 18 0,-1-1-3 0,-6 0-3 16,3 2 6-16,-1-1 3 0,1 4-6 0,9-1 2 0,-1 3-7 16,0 0-8-16,-1 3-18 0,-4-1 4 0,-3 4-10 0,-2 0-4 15,-3 2 2-15,-3 1-2 0,0 0-6 0,-3 0 6 0,-1 0-4 16,1 2 10-16,-3 1-2 0,0-2-2 0,1 0-22 0,-3-2 14 16,-1-1-16-16,1 0 7 0,1-1-7 0,1-3-15 0,0 1-22 0,0-3-5 15,0 0-4-15,2 0-51 0,2-1-16 0,0-1-20 0,3-1-183 16,0-4-134-16,0 1-24 0</inkml:trace>
  <inkml:trace contextRef="#ctx1" brushRef="#br0" timeOffset="13126.22">11250 3596 647 0,'-31'9'371'15,"9"-1"-167"-15,2 0 272 0,-5 1-298 0,1-2 30 16,1 1-74-16,-2 2-14 0,6-2-23 0,4 3-36 0,4 1-29 15,5-1 15-15,3 1-24 0,4 1 22 0,4-2 1 0,1 0-5 0,8 1 9 16,3 2 11-16,2 1-12 0,6 1 8 0,-2 0-9 16,0-2-14-16,-7 0-12 0,-7-2 9 0,-3 1-13 0,-5-2 9 15,1-1-4-15,-2 1-8 0,-4 1-7 0,-4-2 8 0,1 2-8 16,-5-2 12-16,-4 1-8 0,-1 0-6 0,-8-1-6 16,1-2 4-16,3-2-4 0,-1 2 4 0,4-5-19 0,2 3-11 15,-2-3-82-15,2 1-40 0,2-1-7 0,2-1-212 0,4 0-338 16,5-5-143-16</inkml:trace>
  <inkml:trace contextRef="#ctx1" brushRef="#br0" timeOffset="18223.43">4064 7237 246 0,'-6'-6'23'15,"1"1"-2"-15,0 1-1 0,1 0 38 0,0 2-32 0,1-4 36 0,1 3-1 0,-1 1-15 0,1-2-13 0,1 2 30 0,0 1-25 0,1-2 30 0,-1 1-10 0,0-1-15 0,1 0-13 0,0 2 16 0,0-3-12 0,0 0 19 0,1 2-5 0,0-2-13 0,0 0-13 0,2 0 8 0,0 1-12 0,1-1 2 0,1-1-10 0,1 2-3 0,1-1 4 0,1 0-11 0,0-1 14 0,2 1-2 16,1-2-2-16,0 1 0 0,5-2-21 0,1 1 26 16,2 0-21-16,2-1 26 0,3 0-1 0,1 0-9 0,-5 1-10 0,2-2 11 15,3 0-8-15,1 2 19 0,5 1-1 0,1 2-8 0,-2-1-8 16,3 1 8-16,2 0-10 0,2-1 2 0,2 0-4 0,4 3-2 0,5-1 1 16,2 2 3-16,-2 0 2 0,-1-2 14 0,-6 1 0 0,0 0-2 0,6 1-3 15,0 0 7-15,2 2-6 0,4 0 16 0,3-1 0 16,4-1 1-16,-1 1-20 0,2-1 12 0,-4 1-12 0,3-1 20 15,2 0-5-15,5 0-8 0,10 0-24 0,-1 0 17 0,-1-1-15 0,-3 0 24 16,-6 0-9-16,5-2-12 0,4 0-3 0,4 1 5 0,-5 1-1 16,-2-2 5-16,-10 0 1 0,-3 0-6 0,6-1-7 0,-2 0 9 15,3 1-8-15,-3 1 16 0,-8-1-9 0,-3 1-4 0,-2-2-8 16,0-1 7-16,0 0-1 0,-3-1 18 0,-2 1-2 0,0 2-7 0,3 0-17 16,1 0 20-16,-3 1-17 0,-8 1 23 0,-3-1 2 0,-4 1-9 15,2 0-17-15,2-1 15 0,-5 2-14 0,-2 2 24 0,-4 0-2 16,-3 0-5-16,-2 0-3 0,-3 1 8 0,-4-2-6 0,-3 2 13 15,-3-2-4-15,-3 0-3 0,-2 0 6 0,-1 1-4 0,0-1 5 16,-3 0 3-16,-4 0-6 0,-2 1 0 0,-4 0-24 0,-4 1 14 0,-5-2-12 16,0 0 19-16,-3 1 0 0,-3-1-10 0,-2 0-15 0,-7 1 12 15,-3-1-11-15,-1 0 25 0,2-1-7 0,-4 1-6 0,-2-1-13 16,0 0 9-16,-3 0-7 0,-2 0 18 0,2 0-3 0,-6 2-5 0,-5 0-14 16,-4 1 8-16,-8-1-7 0,0 0 22 0,2-1-6 15,-2 4-2-15,-4-1-20 0,-4 1 16 0,-5 0-11 0,-4 2 27 0,6-4-6 16,5 2-9-16,-1-2-9 0,3 1 14 0,2 0-9 0,-3 0 17 15,6-1-4-15,3-3-10 0,3 0-1 0,4 0 3 0,0 0 0 16,-2 2 0-16,0 2-1 0,-3-3-5 0,1 1-4 0,2 2 12 16,3 0-5-16,5-1 15 0,2 0-4 0,-3 1-8 0,-2-1-6 0,-5 1 5 15,1 0-2-15,4-2 10 0,4 2-1 0,6 0-3 0,5 1-17 16,1-1 14-16,2 1-13 0,2-3 25 0,3 2 0 0,3-1-8 16,10-1-14-16,5 0 15 0,4 0-14 0,5 0 16 0,-1 0-4 0,3-2-5 15,5 1-28-15,1 1 14 0,4-2-12 0,4 2 30 16,2 1 0-16,2-1-5 0,0 0 0 0,1 0 5 0,2-1-2 0,5 2 7 15,8-2-2-15,2 1-4 0,3-1 13 0,-1 0 0 0,4 2 4 16,4-2-4-16,5 2-1 0,9-1-4 0,8 2-18 0,2-2 19 16,3 4-16-16,-4-3 23 0,-2 4-9 0,8-3-12 0,11 2-2 0,4-1 6 15,1 2-1-15,0-2 9 0,-11 0-1 0,1 1-6 0,12 1-1 16,2-2 4-16,-1 2-4 0,-3 0 8 0,-10-3 7 0,5 2 2 0,12 0-12 16,3 2 14-16,-2-1-15 0,-4 0 18 0,-8 0-9 0,7 0-6 15,6 2-6-15,2 0-2 0,-2-1 2 0,-5 0 5 0,-6-5-4 16,4 3-2-16,2-4 2 0,-4 1 0 0,-6-2 1 0,-8-1 2 15,-6-1 1-15,1-2 0 0,4 1-6 0,-2 0 10 0,-7-2-7 16,-3 1 31-16,-10-1-9 0,-4 0-10 0,0 0-7 0,-6 0 9 16,-3 0-7-16,-2 2 8 0,-7-1-7 0,-5 1-9 0,-2 0-4 0,-7 1 3 15,-5-1 1-15,-4 0 18 0,-5 0-7 0,-7 0-4 0,-5-3-13 16,-8 0 4-16,-5-2-6 0,-6 0 6 0,-1-1 1 0,-3 2 0 16,-1 0-13-16,-5 1 13 0,-6-1-11 0,-4 1 20 0,-1 1-5 15,-4-1-7-15,-1 2-2 0,-2 0 7 0,0 2-3 0,1-1 3 16,1 2 0-16,-5 2-5 0,-9-2-6 0,-4 0 8 0,-1 1-5 0,0 0 12 15,3 1-6-15,-7 0-5 0,-8 2-16 0,-5-2 15 0,-1-2-10 16,5 2 16-16,1-1-1 0,0 3-13 0,-11 0-2 0,0 0 15 16,5-1-10-16,4 4 17 0,9-3-1 0,0 1-6 0,-2-1-9 15,4-1 9-15,6 1-8 0,10 1 15 0,10 1-1 0,1 0-7 0,3-1-8 16,1 1 12-16,7 0-8 0,2-1 11 0,7 1-4 0,2-2-10 16,2 1-7-16,7-1 13 0,4 1-9 0,5-1 15 0,5 0-2 15,3 0-7-15,3-2-8 0,2 1 13 0,4 1-9 0,4-2 23 16,4 3-2-16,6-1-7 0,8 0 4 0,10 0 3 0,7 0 0 15,-2-2 7-15,6-1-4 0,1-1-1 0,1 0-8 0,8 0-2 0,1 0 1 16,2 0-3-16,4 0 0 0,2 0-2 0,1 0-8 0,-3-2 11 16,-6-1-9-16,-1 1 13 0,-2 0-1 0,2 0-6 0,5 1-9 15,5 1 1-15,-7 1-6 0,2 1-28 0,-7 1-13 0,-5 3-15 0,5 5-95 16,-5-1-54-16,2 7-13 0,-2-1-6 0</inkml:trace>
  <inkml:trace contextRef="#ctx1" brushRef="#br0" timeOffset="41561.79">2942 8891 256 0,'-8'-28'16'0,"4"15"238"0,-1 3-112 0,2 3 7 0,0 0-148 0,0 2 18 0,1 0-14 0,0 1 30 0,1 0 0 0,1 0-9 0,-1 1-19 0,1-1 27 0,0 1-24 0,1-1 28 0,0 2-12 0,2 0-14 0,1 1-17 0,-2 1 10 0,-1-1-5 0,0 1 25 0,-1 0-5 0,1 1-9 0,0 0-7 0,1 3 18 0,2 1-13 0,-1 3 23 0,2 0-6 0,-1 2-6 0,1 0 0 0,-2 0-7 0,0 3 6 15,1 0-8-15,-1-1-1 0,1 2-4 0,-2 1-16 0,1 0 16 16,-1 3-14-16,2 0 18 0,-2 0-2 0,0 0-8 0,2-1 0 0,-2-1-2 16,0 0 3-16,0 0 7 0,0 4 0 0,-2-2 5 0,1-1-13 15,-1 1 5-15,0 2-6 0,0-1 8 0,0 1-1 0,0 2 0 0,0 2-4 16,-3 3 2-16,2 3-1 0,0 0 7 0,0 1 0 0,0 1-5 15,0 0-7-15,0 1 10 0,1-3-10 0,0-1 8 0,-1-1 0 16,1-3-1-16,0 0-9 0,0-2 0 0,0-2-1 0,2-2 13 16,-1-1-2-16,1 1 0 0,0-1-10 0,1 0 8 0,0-3-6 15,-1 0 7-15,2 0-4 0,-1 0-5 0,0 2-3 0,1 1 6 0,-2-2-2 16,2 2 11-16,-1-3 0 0,1-3-7 0,0 0-1 0,0-1 7 16,2 1-7-16,-2-2 3 0,2 0 1 0,-1 1 0 0,0-2-7 15,-1 0 2-15,2-1-3 0,-2-4 7 0,2-1 2 0,-1-1-1 16,1 2-18-16,1 1 28 0,1 2-23 0,1-3 30 0,0 2-1 15,1-2-11-15,2 2-9 0,2-2 1 0,0 0-3 0,4 0 0 16,0-2 2-16,3 2-2 0,0-3-3 0,-3 1 9 0,1-1-7 16,2-1 7-16,3 0 0 0,5 0-2 0,3 0-3 0,-3-1-1 0,-2-1 1 15,0 1 9-15,0 0-4 0,0 1-3 0,2 0-14 0,2 1 16 16,1 0-12-16,2 2 16 0,1 0-1 0,-1-1-8 0,-3-1-1 16,1 1 3-16,0-1 0 0,2 0 4 0,2-1 0 0,-2 2-6 0,-3-1-6 15,1-1 14-15,-2 1-11 0,4 0 10 0,-2-1 1 0,3 3-6 16,6 0-4-16,3-1 12 0,-3-1-8 0,5 1 27 0,-1-1-6 15,-2 2-8-15,6 0-24 0,-4 1 20 0,-2 1-18 0,3 2 24 16,4-3-6-16,4 1-11 0,4-1 0 0,-1-1 5 0,-2 1-1 16,-4-1 2-16,-5 2-1 0,-1-1-6 0,0 1 2 0,2-3 4 0,1 1-3 15,3 1 0-15,-1-3 0 0,-2 0 1 0,2 1-10 0,-3-2 8 16,-1 0-6-16,0-2 22 0,-3 1-5 0,0 1-4 0,3 0-14 16,3 1 8-16,1-1-7 0,-6 2 15 0,4-2-1 0,-2 0-6 0,-3 0-1 15,6 0 0-15,-7 0 0 0,-2 0 7 0,-1 2-1 0,0 1-2 16,2-2-5-16,1 2 17 0,1-3-10 0,-2 0 26 0,-7 1-4 15,0-1-12-15,1 0-4 0,-3 0 3 0,2 0-4 0,-2 0-4 16,-4 0 3-16,2 0-3 0,1-1-13 0,1 1 15 0,2 0-14 0,0-2 15 16,2 1 1-16,0 0-5 0,-3-2-19 0,-1 1 13 0,0-1-12 15,0 1 28-15,1-2-5 0,-4 0-6 0,-1-1-14 0,-4 2 9 16,-2-3-8-16,-2 2 10 0,-3-2 5 0,0-2-5 0,-1 1-8 16,0 1 6-16,-3 0-7 0,-1-3 21 0,-2 1-6 0,-1-1-3 0,-1-1-5 15,0 0 1-15,0-2-1 0,-2 0-2 0,-1-2 3 16,0 3 1-16,-3-2-11 0,0-1 11 0,0-1-9 0,0-1 18 0,-1-2-2 15,0 2-7-15,1-2-4 0,0-1 4 0,3 1-3 0,-1-3 3 16,3 2 5-16,0 1-1 0,1-1-12 0,0 1 8 0,-2 1-8 16,2-1 8-16,1 2 1 0,0-1-3 0,0-1-2 0,1 0 7 15,-5-2-6-15,-2-3 5 0,0 1-1 0,1-2 0 0,6-5-9 0,0 3 6 16,0-1-4-16,1 0 10 0,-1 2-2 0,2-3-4 0,-2 0-13 16,0 1 13-16,-2 0-10 0,0 2 20 0,-2 2-1 0,2 2-5 0,0-1-21 15,-2 2 12-15,-1 1-11 0,-2 0 21 0,-1-1-4 0,-1 4-9 16,0-2-5-16,-2 2 11 0,-2 1-7 0,-1-2 10 0,-3 2-1 15,0 1-5-15,-5-1-15 0,0-1 14 0,-5 0-12 0,-3 0 28 16,-4 0-2-16,-3-1-6 0,3 2-20 0,-7 1 20 0,-1 1-16 16,-3 1 26-16,-7 2-4 0,4 2-11 0,-4-1 1 0,-3 2 2 15,-5 0 0-15,-7 0-2 0,-4 0 3 0,1 1-1 0,-8 1-5 16,5 0 10-16,2-1-8 0,-3 3 12 0,-3 0-5 0,-2 2-9 0,-8-1 2 16,-5 2 2-16,3 0 1 0,-1 0 1 0,0 2 3 0,-2 2-3 15,-6-1-4-15,-4 1 7 0,1 3-6 0,2-2 8 0,0 0-2 16,-1 3-3-16,-5-1-2 0,2 0-3 0,5 0 4 0,5 0 2 15,4-2-2-15,0-1 1 0,-2-2-7 0,2 1 2 0,6-2-2 0,5 2-19 16,1 2-5-16,-3 0-8 0,-8 3-60 0,2-2-19 0,3 0-4 16,7 2-114-16,8-2-79 0,1 1-56 0</inkml:trace>
  <inkml:trace contextRef="#ctx1" brushRef="#br0" timeOffset="44862.93">10355 8904 911 0,'-9'-7'237'0,"0"-2"-134"0,2 6-103 0,1 2 5 0,1 2-14 0,0 2 2 0,2 3-1 0,3 4 1 0,0 3 5 0,2 2-1 0,3 2 16 0,-2 1-1 0,0 0-3 16,1 0-17-16,-2-2 25 0,0 2-19 0,-1 0 35 0,0 3-7 0,-1 1-11 0,2-1-12 0,0 2 11 0,1 0-8 0,0 3 25 0,1 0-11 0,-1 3-10 0,2 6-6 0,-2 2-2 0,0 2 0 0,0 2-4 0,-2-1 0 0,-1-2 0 0,-1 3 8 0,-3 0-7 0,-1-3 7 0,-3-1-4 0,-1-4-1 0,-2-1 0 0,-2 3-19 0,0-1 21 0,-1 2-17 0,2 1 28 16,1-2-4-16,3-2-10 0,1-2 2 0,3-2-5 0,1-1 7 0,1-2 13 15,2-2 2-15,0-1 7 0,2-1-10 0,2-2 9 0,0-2-8 16,3 0 4-16,0-1-6 0,2-2-10 0,1 2 2 0,1-2 10 15,1-1-6-15,0 0 6 0,0 1-1 0,1-3-10 0,3 2-6 16,0-2 10-16,1-2-9 0,0-1 18 0,-1-2-7 0,2 0-5 0,4-2-7 16,-1 3 6-16,3-4-3 0,2 0 2 0,3-2 4 0,3 0-9 15,6-2-17-15,5 0 25 0,-2-2-23 0,2 0 28 0,3-1 2 16,2 1-10-16,4 2-14 0,-2 0 15 0,-1 0-13 0,4 1 27 16,2 3-3-16,7 0-4 0,5 3-18 0,3 1 12 0,-4 2-11 15,-1 0 15-15,-3 5-5 0,4-1-8 0,9 0-1 0,3 0 5 0,0-4-1 16,-5 2 2-16,-6-2 2 0,-2 3-5 0,8 1-11 0,3-2 18 15,3 1-15-15,-4-1 16 0,-8-3 0 0,-4 1-8 0,4 0 0 16,3 0-5-16,3-2 3 0,4-3 4 0,-6 0-1 0,-4-2 3 0,-1 0-12 16,-2-1 9-16,4-1-5 0,3 2 14 0,1-1-2 0,1-2-6 15,-3 0-13-15,-5 2 8 0,-6-1-7 0,-1 0 23 0,-1 1-6 16,0 1-1-16,3 0-14 0,-4 0 8 0,-7-2-6 0,-6-1 17 16,-6 1 0-16,-8-1-3 0,-1 0 3 0,-4 0 3 0,-4 0 0 15,-2-2 9-15,-3 0-1 0,-4-2-3 0,-1 1-10 0,-3 0 16 0,-2-2-13 16,0 1 23-16,-1-2-6 0,-1-1-10 0,-1 0-19 0,-1-4 10 15,-1 0-10-15,0-2 15 0,0-4-6 0,1 1-6 0,-1-3-12 16,0-1 10-16,0 2-6 0,0-1 18 0,0-1-2 0,0-2-8 16,0-2-15-16,0-1 11 0,-1 1-10 0,0 0 22 0,0 1-1 15,-2-2-7-15,-1 1-8 0,-1-2 7 0,2 5-8 0,0-4 10 0,0 0-1 16,1-1 1-16,0-3-8 0,1-5 7 0,0-2-5 0,0 1 2 16,1 1 4-16,0 0-7 0,1-1-7 0,1-1 16 0,0 1-12 15,3 1 16-15,1 2-6 0,3 3-10 0,3 1-2 0,1-3 8 0,3-1-1 16,2-1 9-16,2-2-1 0,1-2-9 0,2 1-7 0,-5 2 4 15,2 0-4-15,2 3 6 0,1 5 2 0,5-3-2 0,-1 5-12 16,-6 2 14-16,-1 3-12 0,-4 1 21 0,-1 2-4 0,-3 3-4 16,-1-1-6-16,-1 1 5 0,-1 1-3 0,-3 1 9 0,-1 1-4 15,-3-1-4-15,-2 0-2 0,0-1 3 0,-4 2-1 0,-2-1 3 0,-3-2-3 16,-5 0-4-16,-3 1-7 0,-5 1 7 0,-7-2-6 0,-11 2 5 16,-4 0-3-16,-7 2-4 0,-11 3-2 0,-2 1 14 0,-5-2-7 15,-8 0 20-15,-4 0-2 0,-7 4-9 0,-8-3-10 0,-4 3 11 16,4-3-8-16,-9 3 15 0,-1 0-1 0,-2-1-4 0,-8 2-11 15,3-1 14-15,-7 1-12 0,-4-1 12 0,4 0 3 0,-5 3-11 0,-5 0-6 16,-3 0 18-16,-2 3-14 0,-2 1 13 0,3-2-2 0,3 5-8 16,-8-1-5-16,2 2 10 0,5 2-6 0,3 2 6 0,8 0-4 15,5-1-9-15,1-4-32 0,3 1 9 0,11-3-14 0,8 2-3 16,7 2-11-16,1 1-15 0,0 0-72 0,7-1-19 0,11 1-10 16,7-2-143-16,10 2 190 0,3 2-21 0</inkml:trace>
  <inkml:trace contextRef="#ctx1" brushRef="#br0" timeOffset="201676.76">1977 12541 217 0,'-6'-6'257'0,"-2"3"-152"0,0 1 153 0,0 1-179 0,3 1-52 0,-1 1-6 0,3 0 14 0,0 0-8 0,0 1-8 0,2-1 0 0,-1 2-3 0,-1-2 6 0,1 0 3 0,0 0 1 16,1-1-3-16,-2 0-18 0,1 0 23 0,1 0-20 0,-2 0 28 0,2 0-6 0,0-2-7 0,-2-1 1 0,2-1 7 0,0 2-1 0,-1-5 15 0,1 2-3 0,0-1-10 0,1-3-16 0,0-1 12 0,-2-2-14 0,2-1 9 0,0 1-3 0,2-2-5 0,-1-1-9 15,1 3 11-15,1-1-8 0,1-3 5 0,-1 1-1 0,0-3-11 16,2-2 3-16,-1 0 5 0,1 1-5 0,-1-2-2 0,1 0 1 16,0 1 0-16,1-1-4 0,1-1 3 0,1 1-2 0,0-3 14 15,0 4-7-15,1-2-2 0,0-1-15 0,0 1 11 0,0-3-8 16,2 1 15-16,-2-1-2 0,0 0-6 0,-1 0-10 0,1 5 9 0,0-1-7 15,0 2 18-15,0 1-2 0,-1-2-8 0,-1 0-14 0,0 3 16 16,-1 0-14-16,0 2 22 0,0-1-2 0,-1 3-6 0,2-1-20 16,0 1 14-16,0 5-12 0,0-1 29 0,0 3-4 0,0 3-7 0,1-1-6 15,-2 1 2-15,0 2-3 0,2 1 5 0,1 0-1 0,0 2-2 16,2 2 3-16,-1 1-1 0,0 1 5 0,0 3 4 0,1-2-3 16,0 3 0-16,1 3-8 0,3 3 2 0,-1-2-2 0,4 1 6 15,-1 0 2-15,1 3-2 0,0 2-13 0,-1 1 9 0,2 4-8 16,0-2 17-16,-1-3-3 0,1 2-5 0,1 2-5 0,1-1 9 15,0 5-9-15,0-1 9 0,1-2-2 0,-1-1-4 0,4 0-1 0,-2 2 2 16,3 0 0-16,0 0 3 0,-3 0 2 0,0-2-6 0,-2 1-4 16,-2 0 10-16,2 0-9 0,-2-4 8 0,-1 2 0 0,-2-3-1 0,-2-1-14 15,-2-5 11-15,0-3-9 0,-1 1 20 0,-1-3 0 16,-1 2-9-16,-1 0-2 0,-2-1 4 0,0-4-4 0,-1-2 6 16,-2-1-1-16,-1-1-2 0,0 0-3 0,-2-1 4 0,0-1-2 0,0 0 12 15,-2 0 2-15,-1-1-2 0,-3-1-23 0,-2-2 16 0,-2 1-16 16,-2-6 17-16,-4 1 0 0,0-2-6 0,-5-1-17 0,-4-1 15 15,0-2-13-15,-4 3 18 0,0-1 1 0,-3-3-9 0,-3 3-4 16,-2-6 9-16,-1 1-6 0,1 0 13 0,1 0-8 0,1 0-6 0,0-1 0 16,0 0 2-16,-1 1 2 0,-3-1 4 0,1 2 0 0,1-1-5 15,-5 1-1-15,1 0 1 0,-1 2-4 0,-2 1-10 0,3 2 4 0,1 2 3 16,1 1-13-16,2 2 13 0,1 1-11 0,-2 3 20 16,1 2-2-16,0 0-9 0,-5 4-8 0,4 3 16 0,0 3-12 0,0 1 20 15,4 3-2-15,2 2-7 0,1 3-9 0,2 1 15 0,2 0-8 16,1 1 25-16,5 0-5 0,3-1-11 0,1 0-14 0,5-1 18 15,1-1-15-15,0-2 18 0,4 0 4 0,0-2-7 0,2 0-14 16,5-3 7-16,1 1-11 0,4-4 5 0,2-5 5 0,-1 1-3 0,3-2-7 16,2 1 13-16,2-1-11 0,4-2 15 0,3-5 4 0,5-1 0 15,5-2-19-15,4-3 14 0,3-2-13 0,4-4 25 0,5-1-2 16,3-3-9-16,6-2-9 0,-1 0 6 0,-2-3-7 0,2 1 12 16,-2-2-1-16,3 0-3 0,4-1-10 0,5 0 5 0,-1 1-6 15,0 0 16-15,-5 0-5 0,-5-1 0 0,1-2-14 0,-3 1 8 0,-1 3-7 16,1 1 19-16,-3 4-3 0,-1 2-4 0,-1-1 0 0,-3 3 3 15,-7 3-1-15,-5 5-2 0,-5 3 1 0,-7 2-4 0,-3 2 4 16,-5 2 7-16,-2 2-5 0,-2 4 6 0,-4 1 1 0,-1 3 1 0,-4 3-13 16,-2 6 7-16,-5 5-6 0,-5 4 15 0,-3 0-5 0,-8 6-7 15,-8 3-5-15,-4 0 1 0,-5 1-1 0,-7-1 5 0,-1 1-5 16,-6 1-1-16,-3 5-10 0,0 2 9 0,-3 4-4 0,-4 4 26 16,-4-3-7-16,-6 3-6 0,-5-1-5 0,-1 2 2 0,7 2 0 15,-1-1-2-15,6 0-2 0,-3 1-3 0,-7 2 3 0,6 1 0 0,3-1 1 16,10-6 6-16,6-4-8 0,4-3-1 0,0-2-35 0,3-2 5 15,4-4-9-15,5-4-3 0,4-4-7 0,6-3-14 0,7-6-67 16,9-5-15-16,4-3-13 0,7-4-94 0,3-1-16 0,6-2-27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5T17:56:18.88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5T17:56:19.456"/>
    </inkml:context>
  </inkml:definitions>
  <inkml:trace contextRef="#ctx0" brushRef="#br0">14848 7520 0,'0'0'0,"0"0"0,99 9 16,-17-3-16,-9-2 15,-22-6 1,-12-1-16,-9 1 16,-4 0-16,-5 0 15,-3 0 1,-3 1-16,-6 0 16,-2 0-16,0 1 15,-1 0 1,1 0-16,-2 0 15,0-2-15,-3 0 16,0-1 0,-1 1-16,-1 0 15,0 2 1,0 0-16,0 0 16,0 0-1,0 0-15,0 0 16,0 0-16</inkml:trace>
  <inkml:trace contextRef="#ctx1" brushRef="#br0">9699 3398 256 0,'-5'-3'11'0,"5"2"166"0,3 1-71 15,-3-1 7-15,0 1-75 0,3 0 9 0,-3 1-8 0,2 2 19 0,-3-3-5 0,-1 3-4 0,-2 1 1 0,3-1 0 0,-2 2-5 0,-2 0-8 0,3 1 4 0,-2 2-10 0,-1 2-15 0,2-1 26 0,-3 4-32 0,2 3 26 0,-2-1-8 0,1 3-12 0,-2 2 5 0,1 1-4 0,1 3 3 0,0 3 8 0,-1-4-6 0,2 3-2 0,-2 3-22 0,1-5 21 16,1 5-19-16,1-1 36 0,2-5-7 0,0-1-11 0,0-1-16 0,2 0 11 0,0-2-12 0,2 1 21 0,1 0-5 16,-1 0-9-16,0 1-7 0,1-3 5 0,-1 1-5 0,2-1 6 0,-2-4-6 15,4-1-3-15,1-3 4 0,2-2-2 0,1-1 4 16,0 0 1-16,0-2 3 0,1-1 0 0,-6 1-18 0,0 0 19 0,2 2-17 16,0 1 18-16,5 0-3 0,2-2-7 0,3-1 0 0,1 0 9 15,0-1-2-15,1-2 23 0,-3 1-5 0,2-3-9 0,3 2-17 16,2-2 14-16,2 1-13 0,3 0 18 0,3-1 6 0,0-2 0 0,4-3-17 15,3 2 8-15,2-1-10 0,-5 0 12 0,-3-1-3 0,1-1-6 16,1-1-13-16,4 1 14 0,-2 3-11 0,-1 3 14 0,-2 0-3 16,0 2-8-16,3-2 0 0,0 0 2 0,1-2 0 0,1 2 1 15,-3-1-3-15,-7 1-4 0,0 3 5 0,0 3-2 0,-3 2 5 0,6-2-3 16,-2-1-1-16,-1-1 0 0,3-1-4 0,-1-1 1 0,1 0-3 16,-3 0 7-16,-2 1-1 0,-4-3 2 0,-2 1-4 0,-3-1 3 15,-4 0-2-15,-3 0 3 0,-3 0 4 0,-3-4-1 0,-3 2 0 16,-2 0 2-16,-3 0-2 0,-2-2-1 0,-2 0 3 0,0-4-3 0,-3-1-12 15,-2 0 15-15,1 1-14 0,0-1 14 0,0 0-6 0,-1-2-9 16,1 0-3-16,0-2 1 0,0 2 1 0,1-4-3 0,-1 0-1 16,4-2-4-16,1 0-16 0,2-1 11 0,1-2-11 0,3 2 6 15,1-1-8-15,3 0-11 0,1 0-65 0,3-3-52 0,1 2 2 0,1-1-252 16,2 2 243-16,-3 0-28 0</inkml:trace>
  <inkml:trace contextRef="#ctx0" brushRef="#br0" timeOffset="6776.36">7771 11003 0,'0'0'0,"0"0"0,0 0 16,0 0-16,0 0 15,0 0 1,0 0-16,0 0 16,0 0-1,0 0-15,0 0 16,0 0-16,0 0 16,0 0-1,0 0-15,0 0 16,0 0-16,0 0 15,0 0 1,0 0-16,0 0 16,0 0-1,0 0-15,0 0 16,0 0-16,0 0 16,0 0-1</inkml:trace>
  <inkml:trace contextRef="#ctx1" brushRef="#br0" timeOffset="7841.13">3118 6720 217 0,'0'-5'354'0,"-3"4"-236"0,3 1 218 15,6 1-279-15,2 0-91 0,0 1 22 0,0-2 27 0,0 0-2 0,1 1-8 0,1 0-5 0,2 0 1 0,-1 1-3 0,0 0 10 0,1 0 2 0,1-1 4 0,-1 0-3 0,-2-1 0 0,-5 0 0 0,-2 1 10 0,0-1-3 0,2 0-2 0,5 0-10 0,0 0 23 0,0 0-16 16,0 0 31-16,2-1-4 0,-1 0-12 0,2 0-18 0,1-1 20 0,-2 1-17 0,2 0 20 0,-2-1-3 0,1 2-12 0,1 0-10 0,0 0 9 0,1 0-11 0,1 0 2 0,-1 0 2 0,3 0 0 0,0 0-18 16,3 0 12-16,-1 0-10 0,0-1 26 0,-1 1-3 0,2 0-8 0,1-1-8 0,0 1 21 0,2 0-15 0,-1-3 28 15,0 2-6-15,-7-2-8 0,-1 1-1 0,1-2-9 0,1 1 8 16,4 0 1-16,-1-1-3 0,0 1 1 0,-1-1-14 0,-4 1 13 16,2 0-11-16,-2 0 11 0,-2 1-3 0,0 1-7 0,-1-1 4 15,-1 1-1-15,-1 0 1 0,0 1-10 0,-1 0 5 0,-1 0-3 0,-1 0-17 16,-1 0 21-16,-1 1-20 0,0-1 24 0,-2 0 0 0,2 0-8 15,-1 0-17-15,-1 0 1 0,0 0-7 0,-1 0-10 0,-1 0-2 16,0 0-7-16,-1 0-34 0,0 0-11 0,0 0-12 0,0 0-129 0,0 0-86 16,-1 0-69-16</inkml:trace>
  <inkml:trace contextRef="#ctx1" brushRef="#br0" timeOffset="10811.56">10403 5725 256 0,'-14'-11'25'16,"10"7"349"-16,2 3-178 0,-1 1 0 0,3 4-202 0,0-1 0 0,3 3 2 0,0-1 7 0,0 2 1 0,2 0-3 0,1 0-6 0,-1 2 10 0,0-1-9 0,-2 1 9 0,0-1-2 0,0 1-3 0,-2 0-2 0,0 1 18 0,-1 0-8 0,-2 2 25 0,0 0-1 0,0 0-17 0,0 2 1 0,-1 0 13 16,0 0-12-16,2 0 8 0,0 0-3 0,0-1-1 0,1 3-12 0,0-2 1 0,0 2-2 0,0 1 6 0,2 1-3 0,-1 1-5 0,3 2-19 15,-2-2 17-15,1 0-15 0,1 0 23 0,-2 2-7 0,1 2-10 0,-2 1 5 16,2-1 3-16,-3-3 2 0,0 4 1 0,-1-5-2 0,-2 3-2 15,0 1-5-15,-2 0 4 0,1 0-3 0,0 0 10 0,-2 0-3 16,1-2-3-16,0 1 6 0,-1 1-8 0,1-3 10 0,-1 3 2 16,0-3-1-16,1 1 0 0,0-4-19 0,2 1 14 0,-1-1-14 15,1 0 18-15,1 1-5 0,1-3-6 0,1 2 1 0,0-5-1 16,0 1 4-16,1-3 6 0,1 1-4 0,0-2-3 0,1 0-16 0,-1 0 19 16,0-3-15-16,0 0 22 0,1 1-3 0,0-1-9 0,-1-1-4 15,2 0 4-15,0-1-2 0,-1 0 19 0,1-1-2 0,0 0-4 0,0 0-16 16,1 0 17-16,0-2-14 0,0 1 22 0,2 1-6 15,0-2-10-15,0 1-3 0,0-1 7 0,1 0-3 0,1 0 8 0,-1 2-2 16,2-2-8-16,-1 1-16 0,2-2 19 0,1 0-16 0,-1 1 26 16,0 0-9-16,2 0-8 0,-1-1-11 0,1 2 15 0,2-2-7 15,0 0 15-15,0 1-3 0,2-1-12 0,2 0 1 0,0 0 6 0,0 0-3 16,-6-1 5-16,-2 1-1 0,1-2-1 0,3 1 0 16,7 0-4-16,2 0 4 0,-2 1-3 0,2 0 2 0,-2-2-2 0,1 2-3 15,-1-1 7-15,0 0-6 0,0-1 5 0,1 2 1 0,-2-1-2 16,3 1-11-16,-1-1 10 0,2 1-7 0,1 0 18 0,2-1-4 15,2 1-7-15,0 0-1 0,-4 0 1 0,-1 0 0 0,2 0 7 0,0 0-6 16,6 0-5-16,2-2-1 0,-2 2 11 0,-2-1-5 0,3 0 11 16,-1 1-1-16,-1-2-12 0,5 1-8 0,1 1 17 0,4-1-15 15,-1 1 17-15,-6 0 3 0,-1-1-5 0,2 1-23 0,-2-3 12 16,5 2-13-16,-3-2 30 0,-2 2-4 0,-3-2-2 0,4 3-25 16,0-1 17-16,3 0-14 0,2 0 27 0,2-1-9 0,-2 1-8 0,-3 1 2 15,3 0-2-15,-2-1 5 0,-1 1 2 0,1 0 1 0,-3 0-5 16,2 0-12-16,0 0 20 0,2 0-18 0,2 1 19 0,0-1-4 15,3 0-8-15,1 0-1 0,-6 0 4 0,-2 0-1 0,-1-1 5 16,-3-1 2-16,0 1-5 0,1-1-7 0,0-1 10 0,1 0-9 16,2 3 12-16,-1-2-2 0,3 1-5 0,5-1-3 0,-1 0 3 0,-1 0-2 15,1 0 7-15,-3 1 1 0,1-3-4 0,3 1-5 0,-2 1 9 16,1-1-8-16,0 1 3 0,2 2 1 0,6 0-5 0,2-2-12 16,-3 1 14-16,1 1-11 0,-5-1 30 0,-4-1-8 0,5 1-6 0,-1 0-6 15,1 1 1-15,2 0-2 0,5 0 6 0,-1 1-3 0,-5 2 0 16,1-1-11-16,-2 0 10 0,-3 0-7 0,2 1 17 0,-3-1-1 15,-4 0-8-15,4 1-12 0,2 1 20 0,2-3-17 0,2 3 18 16,-8-1 0-16,4-2-9 0,-2 0-2 0,-3 1 2 0,4-1-2 16,-5-1 7-16,-1 1 1 0,1-1-5 0,3 0-10 0,5 2 12 15,2-2-9-15,-1 1 17 0,-7-1-5 0,1 0-8 0,-2 1 2 0,1-1 0 16,-1 0 4-16,-3-1 5 0,-3 1-3 0,1-1-3 0,3 1-3 16,2-2 7-16,3 2-4 0,0-1 6 0,-8 1-3 0,1-1-2 0,1-1-4 15,-1 2-3-15,5-1 3 0,-4-1 7 0,-3 0-1 0,0 1 2 16,0 1-5-16,3-1 1 0,3 1-2 0,0 0 0 0,3 0-2 15,-3-2 2-15,-2 2-6 0,-1 0 3 0,-1 2-1 0,0-1 13 16,0-1 2-16,-2 1-2 0,0-1-12 0,-2 0 13 0,-1 2-11 16,0-1 15-16,-1 0-7 0,3 0-9 0,6 2 0 0,-3 0 1 15,-7-1 3-15,0-1 10 0,-2 1-2 0,0-1-5 0,6 2-18 16,-4-2 15-16,-3 1-12 0,-4-2 20 0,0 2-5 0,-2 0-8 0,2-1-2 16,0 2 0-16,-2 0 2 0,-3-3 4 0,0 0 0 0,-4 1-3 15,4-1-12-15,-1 0 13 0,-3-1-11 0,2 1 17 0,-3 0-2 16,0-3-7-16,3 2-12 0,0-2 16 0,-1 1-11 0,1 0 21 0,-3-1-1 15,3 0-11-15,-6 0-11 0,0 0 14 0,3-1-10 16,1 1 16-16,6-1-4 0,-1 0-5 0,1 1-4 0,-3-2 4 0,0-1-1 16,-1 1 3-16,-3-2 1 0,-1 0-3 0,0 0-5 0,-1-1 10 15,-1-2-8-15,0-2 9 0,0 1-3 0,-3-1-4 0,1-2-7 16,0-1 7-16,-2-3-4 0,0-2 11 0,-2 3 0 0,-1 1-6 0,2-2-14 16,-3 0 16-16,-1 0-13 0,0-3 20 0,0 1-7 0,-2 3-10 15,-2-3-4-15,1 1 8 0,-1-1-3 0,-1 0 10 0,1 0 2 16,-1-2-6-16,1 0-7 0,-1 2 12 0,-1-2-9 0,2 0 10 15,-1 1-5-15,1-2-8 0,1-3-2 0,-2-3 12 0,2 2-5 16,-2-4 10-16,1 5 2 0,-1 1-9 0,1-1-6 0,-3 2 11 0,1-3-11 16,1 1 7-16,-1 1 4 0,-1 0-1 0,1 2-9 0,0 0 5 15,0 1-5-15,3 3 13 0,0 0-3 0,-1 1-3 0,2 0-10 16,0-1 8-16,0 2-6 0,1-1 11 0,1 1-3 0,-2 1-5 0,1 1 1 16,0-1-1-16,0 5 3 0,0-2 2 0,0 4 0 0,0 1-2 15,-2 0-14-15,1-1 17 0,-2-2-13 0,-1 1 22 0,0 1-1 16,-3 1-9-16,0 1-9 0,-1-1 1 0,-2 0-3 0,-1 2 10 15,0 1-2-15,-1 0-4 0,4 2-20 0,-5-1 19 0,-3 2-15 16,-3 1 24-16,-8-1-6 0,-1 1-13 0,-3 1 0 0,3 0 5 16,-1 1 0-16,-2 1 13 0,2-2 2 0,-1 2-5 0,-4 1-4 0,-4-1 9 15,-4 1-8-15,-3 2 11 0,2-3-5 0,-2 4-3 0,-2-3-7 16,1 3 8-16,-3-3-3 0,4 2 12 0,2-1 1 0,-1-1-10 0,-7 1-5 16,-3 0 15-16,-2-3-11 0,-3 3 16 0,5 0-4 0,0-3-8 15,-3 1 0-15,2 1 4 0,-2-1-2 0,-4 1-3 0,-3-2 3 16,1 1-5-16,-3-2-11 0,2 0 20 0,4 0-16 0,-1-2 23 15,0 1-6-15,-2 1-10 0,-5-1-5 0,-2 1 6 0,2-2-3 16,5 2 2-16,3 0 5 0,2 2-6 0,-7 2-1 0,-6-1 9 0,-1 0-8 16,-1 1 3-16,8-2 5 0,3 2 0 0,-2-1-15 0,-5-1 8 15,-3 1-10-15,-4-1 18 0,0 1-1 0,5-2-1 0,-1 1-13 16,1-2 14-16,-5 1-11 0,-4 0 18 0,-2-1 0 0,1 0-5 0,1 0-15 16,-2 0 9-16,0-1-7 0,-2 1 24 0,-1-1-5 15,5 1-2-15,0-2-14 0,1 1 1 0,1 0 0 0,-2-1 7 0,0 1 0 16,2-1 1-16,-69-2-13 0,147 3 16 0,-141-3-22 15,75 2 18-15,-5 0 0 0,4-2-19 0,6 1 15 0,0 0-14 16,5-1 16-16,-1 1 5 0,-1 1-4 0,-4-2-6 0,-2 3 1 16,3-3-3-16,2 1 4 0,7 1-2 0,0 2 2 0,-5-2-17 15,-1 1 15-15,-3 1-11 0,4-1 26 0,3-1-6 0,3 2-9 0,2-1-9 16,0 1 17-16,5 0-11 0,-2 0 12 0,2 0 0 0,-2 0-14 16,-2 0-8-16,4 0 18 0,1 0-13 0,1 0 21 0,5 0-8 15,0 1-11-15,1-1 1 0,3 2 1 0,4-1 2 0,2-1-1 16,4 0-8-16,2 1-5 0,3-1-30 0,3 0-8 0,2 2-4 0,5-2-63 15,3 0-38-15,2 0-35 0,3 0-258 0,5 0 275 0</inkml:trace>
  <inkml:trace contextRef="#ctx1" brushRef="#br0" timeOffset="25687.84">5086 12127 315 0,'-5'-7'39'0,"1"-1"45"0,2 5-65 0,0-2-1 0,1 2-8 0,1 0 20 0,0 2 1 0,0 0-9 0,0 1-14 16,-1 0 39-16,1 0-30 0,0 0 41 0,0 0-10 0,0 0-21 0,0 0 9 0,0 0-2 0,0 0 5 0,-1 2 2 0,0 1-2 0,0 0-5 0,-1 3-10 0,0 2 12 0,0 2-11 0,0 1 5 0,2 2-6 0,0 3-7 0,1 3-6 0,4 3-4 0,0 1 1 0,4 3 0 0,2 4 3 0,3 1 1 0,2 2-7 0,0 1 7 0,4 1-9 0,0 1 6 0,-1-4-3 0,-1 0 0 0,0 0-17 15,-7-1 12-15,-2-3-9 0,0 1 21 0,-1-1 1 0,5 1-10 16,1 1-7-16,-2-2 8 0,-2 1-9 0,-1-1 9 0,-4 3-5 15,-1-1-3-15,-4 2-6 0,0 2 4 0,-2-2 2 0,-3 1 18 16,0-1-2-16,-2-1-7 0,-2 1-17 0,1 1 20 0,2 1-17 16,-1 0 16-16,0-1-1 0,3-2-9 0,-2 2-8 0,1-1 8 0,3 0-5 15,0-5 20-15,2-2-2 0,1-1-7 0,1-3-7 0,3 1 12 16,-1-4-9-16,3-1 16 0,0-5 1 0,1 0-4 0,1-1-16 16,1 0 15-16,1-2-12 0,0 0 29 0,-1-3-8 0,0 0-9 0,1 0-13 15,0-3 8-15,1 0-7 0,-1 0 8 0,2-3-2 16,-2 0-4-16,4-2 4 0,1-2-6 0,3 2 7 0,3-3-6 0,0 0 5 15,4-1-1-15,6-2-21 0,2 1 24 0,7 1-23 0,1-2 28 16,-5 2-1-16,4-2-11 0,-1 2-1 0,1 0 0 0,4 1 0 16,-2 1 6-16,1 2-2 0,3-1-4 0,8 1-16 0,6 1 18 0,1 1-14 15,-3 0 24-15,-5-3-5 0,-3 0-9 0,2 1-9 0,3 1 10 16,2-2-6-16,6 2 14 0,0-1 0 0,-2 0-9 0,1-1-13 16,-5-2 18-16,-2 1-15 0,3-1 23 0,-5 1-2 0,3 1-7 15,5-3-4-15,-4 0 0 0,3 2-1 0,-4-2 7 0,-5 2 1 0,1-1 1 16,3 1-20-16,-1 0 24 0,5 2-21 0,2 2 27 0,-5 0-1 15,3 0-12-15,-3 2-1 0,-1 2-1 0,4 1 0 0,-4 1 1 16,1 2 1-16,5 0-3 0,2 0 1 0,-4-2 2 0,-1 0-3 16,-7-1 1-16,-5 1-3 0,1 0 1 0,1-1-14 0,2 2 15 15,3-2-9-15,-1-2 23 0,-7 0 0 0,0-2-11 0,-1 1-15 16,-4-2 19-16,3-3-16 0,-6 0 24 0,-5 1-6 0,0-2-11 0,1 2-1 16,-1-1 6-16,-1-2-3 0,1 4 5 0,-2-3-2 0,-2 0-6 15,-2 1 3-15,-10-2 4 0,-3 3-3 0,-3-2 4 0,-2 0-5 16,4 1 0-16,0-3 11 0,-2 1-4 0,0-3 12 0,-1 0 12 15,-2 0-3-15,0-1-3 0,2-2-20 0,-1 0 13 0,1-1-13 0,-1 1 6 16,0 2-5-16,0 1-6 0,1-2-3 0,0 1 2 0,0-3 0 16,2 1 9-16,-2 1-1 0,-1-1-3 0,0 0-13 0,0 1 9 15,-1-3-8-15,1 0 13 0,1 2-5 0,-1-5-6 0,2 1 1 16,0-2 5-16,0-2 1 0,-1-2 7 0,2 1 1 0,-1-1-10 0,2 0-3 16,3-2 9-16,0-2-8 0,2 0 7 0,0-5-4 0,0 0-3 15,2-4-7-15,-3 1 5 0,0 1-2 0,-8 0 15 0,0 1 1 16,-2 1-3-16,4-1-18 0,7-2 15 0,2 2-14 0,0 0 20 15,-1 3-8-15,-1 2-8 0,-2-2 7 0,1 0-5 0,-1-1 7 16,1-3 2-16,0 1-3 0,0 4 0 0,0-1-9 0,-3 2 8 0,2 3-8 16,-1-1 10-16,-2 3 2 0,0 2-2 0,0 1-4 0,-3 2 7 15,0-1-7-15,-1 4 2 0,-2 0 1 0,0 2-5 0,-2 0-1 16,-1 0 10-16,-1 1-6 0,-2-1 14 0,-1 3-4 0,0-1-5 0,-1 0-5 16,-2 1 10-16,-2-2-5 0,-2 1 19 0,1-2-3 15,-2 1-10-15,-1-1-16 0,-1-1 20 0,-1-1-16 0,-2 1 25 0,0-1-7 16,-2 0-14-16,-1-1-17 0,0 0 15 0,-2 1-11 0,-4-1 25 15,3 2-7-15,-2 3-10 0,-4 0-12 0,-3 2 11 0,-5-2-7 16,-2-1 11-16,-1 1 8 0,3-2-5 0,-1 1-20 0,0-1 23 0,0-2-21 16,-4 3 26-16,2 1 0 0,2-2-12 0,-4 2-19 0,0 2 26 15,-3 0-20-15,-5 2 29 0,-1-1-5 0,3 2-14 0,-7-2-5 16,-1-1 6-16,-1-1-4 0,-4 2 14 0,6-2-1 0,-3-1-3 0,-5 3-20 16,-4 1 19-16,-2-1-16 0,-4-2 26 0,5 1-1 15,3 1-6-15,-4-2-12 0,2 1-1 0,-4 2-1 0,-3-2 14 0,-1-1 3 16,1 1 1-16,-62-9-4 0,130 14-22 0,-124-8 27 15,61 5-11-15,0-2 1 0,-6-1 0 0,6 1 2 0,2 2 1 16,1 0-4-16,6 2 3 0,-5-1-4 0,-3 0-5 0,-2-1 12 16,-3 3-10-16,4-2 11 0,5 1-6 0,-2 3-4 0,-4 1 4 15,-4 2-5-15,-2 1 6 0,-6 1-4 0,5 0 0 0,2 2 0 0,1 1-9 16,1 3 3-16,-2-1-5 0,1-1 2 0,-2 0 2 0,3-1 0 0,4 1-9 16,2-1 4-16,9 0-4 0,0 1-1 0,2-1-2 15,2-1-10-15,-1 2-19 0,3-1-3 0,3 1-6 0,3 1-17 16,4-1-5-16,5 0 1 0,1 1-30 0,4-1-25 0,2 0 8 15,2 0-72-15,0 0 4 0,0 0-7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04:52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2384 17621 1614 0,'-9'-5'-34'0,"-1"-1"47"0,-4-1-6 0,2 5-11 0,3-1 11 0,2 2-4 0,2 1 7 0,1-1-1 0,0 1-3 0,1 0-1 0,4 0-21 0,-1 0 15 0,-1-2-14 0,1 4 5 0,0-1-17 0,2 3-26 0,4 0-25 0,0 1-3 0,-1 1-5 0,2 2-56 0,4 0-21 0,0 1-29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04:56.5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3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8:05:35.654"/>
    </inkml:context>
  </inkml:definitions>
  <inkml:trace contextRef="#ctx0" brushRef="#br0">25072 400 763 0,'-2'0'311'0,"5"0"402"0,-5 1-455 0,2 3-97 0,0 0-36 0,-5 1-34 0,-2-2-22 0,3 1-14 0,-4 1-38 0,0 1 21 0,0-1-23 0,-2 2 39 0,1 1-17 0,1 0-18 0,-1 2-14 0,-1-1 12 0,0 1-10 0,0 2 22 0,1 0-7 0,0 3-10 0,0 0-9 0,1 0 7 0,0 1-6 0,-2 4 19 0,1-1-6 0,-1 1-4 0,-1 0-3 15,1-3 1-15,1 1-2 0,-2 2 0 0,1-1-2 16,0-1-3-16,-1 1-5 0,2-3 4 0,2-1-3 0,-1 1 7 16,2-2-2-16,2-4-5 0,-2 1-8 0,3 0 6 0,-2-4-6 15,3 1 4-15,0-3-5 0,1 1-10 0,1 1-19 0,-2-2-4 16,2-1-4-16,0-2-35 0,0-2-6 0,0 3-8 0,0-2-55 15,0-1-5-15,0 0-14 0,2-1-58 0,-1-2-1 0,1 2-19 0,0-4-49 16,0-3 2-16,1 1-21 0</inkml:trace>
  <inkml:trace contextRef="#ctx0" brushRef="#br0" timeOffset="233.08">24772 355 1328 0,'-9'-4'-537'15,"6"6"1043"-15,-2-2-116 0,1 6-176 0,0-4-80 16,3 1 18-16,1-1-52 0,0 2 10 0,2 4-5 0,2-1-21 0,3 6-11 16,0 1 22-16,3-1-32 0,4 3 28 0,3-1-18 15,2 2-19-15,4 4-44 0,2-2 13 0,0 1-23 0,4 0 17 16,-1-2-1-16,0 1-8 0,7 1-11 0,-7-3 10 0,-5 1-12 16,1-2 13-16,-7-3-1 0,3-5-4 0,4 5-15 15,-3-2-5-15,-2 3-2 0,-3-3-4 0,-5 3-11 0,-3-5 3 0,-1-1-36 16,-5-2-15-16,0 1 10 0,0 2-71 0,-1-3-51 15,-1-1-17-15,0 0-283 0,0-2-72 0,6 2-34 0</inkml:trace>
  <inkml:trace contextRef="#ctx0" brushRef="#br0" timeOffset="732.42">26006 419 390 0,'-7'-3'348'0,"3"3"-146"0,1 0 258 0,-1 0-257 0,2 0-8 0,2 1-56 0,0-1-36 0,0 0-26 0,2 0-35 0,3 0-20 0,-1 2 18 0,1 2-20 0,1-1 30 0,4 4-2 0,1-3-11 0,0 3-4 0,0 1 8 0,-1 0-13 0,-5 1 1 0,0 0-3 16,0 1-10-16,4 0-17 0,4 0 14 0,2-1-15 0,-1 0 15 16,4-1-2-16,-1-2-9 0,-2 0-3 0,2-3-7 0,-5 0 1 15,-1-1-37-15,3 0-10 0,-4-1-7 0,1-1-61 16,0 0-20-16,-1-1 4 0,3-1-121 0,-2-1-32 0,0-1-7 0,0-1-79 15,-2 0 185-15</inkml:trace>
  <inkml:trace contextRef="#ctx0" brushRef="#br0" timeOffset="925.09">26427 328 778 0,'-1'4'355'0,"0"-4"74"0,-1 4-191 0,-1 1-34 15,1 0-32-15,0 5-33 0,0 0-44 0,-1 3 16 0,0-1-35 16,-1 6 11-16,-1-2-22 0,2 1-26 0,-3 5-25 0,2-5 6 15,-2 4-11-15,-1 5 9 0,2-2-3 0,-1 2-7 16,0 3-8-16,1 0 5 0,0-3-5 0,-1 3 8 0,0-3-3 16,2-2-3-16,-1 5-7 0,1-8 8 0,-1 4-7 0,1 0 11 15,-1-3-14-15,-1-2-7 0,2 0-22 0,-1-4-35 0,2-3 24 16,0 1-97-16,2-1-29 0,1-1 1 0,0 0-200 16,2-4-89-16,2 1-28 0</inkml:trace>
  <inkml:trace contextRef="#ctx0" brushRef="#br0" timeOffset="6571.2">24641 1517 159 0,'0'0'-9'0,"2"0"85"0,-3-1 60 0,1 0-43 16,-3-1 22-16,2 0-11 0,2-1-16 0,-1-1-24 0,4 3 20 0,-1-1-29 0,1-2 28 0,-2 2-7 0,-1-1-13 0,1 0 15 0,-1 0-1 0,2 2-3 0,-3 0 11 0,0 0-8 0,0 1-6 0,0 0-17 0,0 0 24 0,0 0-28 0,1 0 28 0,1 0-10 0,-2 0-20 0,0 0-28 0,1 0 21 0,0 0-29 0,3-2 35 0,1 1-6 0,0 0-14 0,3 0-20 0,-2-2 25 15,2 0-27-15,2 0 36 0,0 1-9 0,-1-3-16 0,4 3-11 0,-1-2 7 0,-2 0-10 0,4 3 9 0,-3-2-5 16,2 2-4-16,2 0-9 0,0 1 8 0,-1 0-5 0,1 0 14 16,-2 0-3-16,0 0-6 0,-1 0-3 0,-2 0-4 0,0 0 1 15,-1 0-5-15,-2 0-2 0,0 0-2 0,-1-2-20 0,1 2 12 16,-1-2-10-16,-1 2 10 0,0-2-11 0,-2 2-17 0,2-2-16 0,-2-1-17 16,0 1 7-16,1 0-54 0,-2 1-25 0,1 0-15 0,-2 0-87 15,2-2-30-15,-2 0-1 0,0 3 97 0</inkml:trace>
  <inkml:trace contextRef="#ctx0" brushRef="#br0" timeOffset="7089.8">24796 1393 593 0,'-16'8'-194'0,"6"-4"474"0,1-4-52 0,1 2-47 0,1 2-68 15,2-1 10-15,1-2-38 0,0 3-8 0,0-2-21 16,2 2-20-16,-1 0-3 0,-2-2-2 0,2 4 3 0,1 0 14 16,-2 0-3-16,1 3-5 0,1 2-20 0,-4-1 22 0,2 3-25 15,-2 1 33-15,-2-2-11 0,1 3-10 0,-2-1 0 0,0-2 7 16,3 0-7-16,-5 2 1 0,4-2-2 0,2 2-11 0,0-2 4 16,1-1 7-16,1-1-10 0,-3-1 0 0,2-3-2 0,3 3-7 15,-2-2-11-15,1-2 13 0,3 2-13 0,-2-3 17 16,2 1-2-16,0-2-7 0,-1 0-6 0,0-2 11 0,3 1-9 15,-2-2 20-15,0 0-2 0,1 0-7 0,0 0-1 0,2 0 3 16,0 0-2-16,0 0 8 0,0 0-4 0,-1-1-2 0,2 1-13 0,-1 0 2 16,-1 0-3-16,3 1 7 0,-1-1 0 0,0 2-2 0,4-1-16 15,-1 0 15-15,0 2-12 0,2 1 20 0,-2 1-5 0,2 0-7 16,0 1-1-16,2-2-2 0,-1 1 2 0,0-1 0 0,1 2 1 0,2 2 1 16,0 0-10-16,2 1 7 0,1 1-8 0,0 0 14 0,-1 1-2 15,-1-1-3-15,0-1-6 0,0 1 3 0,-2 0-5 0,-2 2 8 16,-3-2 1-16,0 2-1 0,-2-4-13 0,-3 3 16 0,0-2-11 15,-2 0 24-15,1 1-6 0,-2-1-9 0,-2 1-4 0,-1 0 4 16,0-1-1-16,-3 0 8 0,0 0-1 0,0 1-7 0,-2-1-2 16,1 0 4-16,-3 0-2 0,1-1 7 0,-1 0-2 0,0-3-3 0,-1-1-9 15,-2 1 11-15,2-3-8 0,-1 0 17 0,-1 0-5 0,1-2-9 16,0 1-3-16,0 1 4 0,1-2-3 0,1 0-4 0,0 0-11 16,-1 0-10-16,1-2-44 0,1 2 4 0,0-1-14 0,0 0-35 15,2 0-21-15,-1 1-26 0,2-3-125 0,0 2 28 0,-2-2-42 0,3 1 175 16</inkml:trace>
  <inkml:trace contextRef="#ctx0" brushRef="#br0" timeOffset="8057.93">24564 2470 426 0,'-4'2'89'0,"-2"0"84"0,2 0 9 0,-2-1-32 0,-1 1-25 15,3-1-16-15,-1 0-29 0,4-1-9 0,0 2 17 0,0-2-25 0,1 0 9 0,0 0-10 0,0-2-19 0,2 1-12 0,-1 0 11 0,3-2-17 0,-3 1 23 0,1 0-5 0,0 0-7 0,3-2-1 0,0 1 9 0,0-1-10 0,-1 1 5 0,2-1-2 0,0 0-7 0,0 1-14 0,3 0 17 0,-4-1-19 0,-3 0 18 0,1-1-9 0,2 1-11 0,7-3-15 0,3 4 14 16,1-2-12-16,0 1 22 0,0 0-4 0,1 1-10 0,0 2-14 0,-1 1 10 0,-1 0-10 0,-1 1 18 0,-3 1-1 0,-1 0-9 0,-1 1-13 0,0 2 15 0,-2 0-12 0,1 1 21 0,-3 1 0 0,-1-1-9 0,0 1-17 15,-3 0 19-15,0 2-15 0,-1 3 26 0,-1-1-1 0,-1-1-11 16,-2 1-8-16,-2 0 7 0,0 1-7 0,0 1 7 0,0-2-1 16,-1 3-2-16,-1-1-3 0,1 0 3 0,-1-2-3 0,-1 0 3 15,1-3 1-15,0 1-1 0,-1-2-2 0,1 1 6 0,-1-3-4 16,2 0 8-16,2-1-1 0,1-4-7 0,1 0 0 0,0 0 1 16,-1 0-1-16,2 0 2 0,0-2-3 0,1 1-1 0,-2 0-11 0,3-3 14 15,2 1-7-15,0-2 17 0,1 1-3 0,-2 2-12 0,3-1 3 16,-2-1 5-16,1 2-2 0,3-1 11 0,-3-1-2 0,1 2-4 0,-1-1-12 15,-1 1 11-15,2 1-11 0,0 1 10 0,-1-3 1 0,2 3-5 16,-1 0-5-16,1 0 4 0,-1 0-5 0,3 1 8 0,0 1-1 16,0 1-2-16,2 2-6 0,-3 1 6 0,2-3-5 0,0 1 6 15,1 0-4-15,2 3-9 0,2 0-6 0,-2 1 8 0,0 1-4 16,-1-1 16-16,-1 1-1 0,-2-1-6 0,-1-1-4 0,-2-2 10 16,-2 0-5-16,-1 0 13 0,1 5-4 0,-2 2-5 0,-3 0-3 0,1-2 8 15,-2 0-5-15,-2 0 17 0,-1 0-1 0,0 2-4 0,-2 0-9 16,0-4 7-16,-2 1-6 0,1 0 14 0,0-3-5 0,0-1-3 15,1 1-10-15,0-1 8 0,-1 0-6 0,0-2 13 0,2-1-4 16,-3 1-9-16,-1-3-14 0,1 1 17 0,-1-1-13 0,1 0 21 16,-5-2-3-16,4 0-10 0,-2 2-16 0,-3-2 5 0,7 2-8 0,-1-1-6 15,2 1-4-15,1 0-9 0,0 0-25 0,-2 0-8 0,8 0-2 16,1 0-43-16,1 0-13 0,0 0-14 0,-4 0-53 0,2 0-46 16,1-2 11-16,0 2-160 0,1 2 221 0,4 0-4 0</inkml:trace>
  <inkml:trace contextRef="#ctx0" brushRef="#br0" timeOffset="9774.92">24541 3228 815 0,'1'0'-336'0,"-9"0"690"0,2-2-80 0,1 2-108 0,-1 0-62 0,4 2 18 0,-2-1-42 0,2-1-3 0,2 1-8 0,-1-1-16 0,1 0-20 0,0-1 7 0,0 1-18 0,0-3 12 0,1 2-5 0,1 0-5 0,1-1-8 0,1 2 9 0,1-1-10 0,0 0 24 0,2-3-6 0,1 3-7 0,1-2-15 0,2-2 17 0,3 3-18 0,-7-6 16 15,4 3-8-15,-1-2-14 0,3 1-3 0,10 3 2 0,-2 1-2 0,6 3 5 0,-5-1-3 0,-1 1-3 0,3-1-3 0,-2-1 4 0,0 1-2 0,4 4 4 0,-4-3 1 0,1 3-4 0,-3-1-14 0,-3-2 19 0,-3 5-15 16,0 1 25-16,-4 3-6 0,-2 1-8 0,-2 1-5 0,-2 3 3 0,-1-1-2 0,-3 3 11 0,0 0 0 0,-2-2-1 0,-1 0-13 0,-2 1 8 16,0 2-7-16,-2 0 10 0,0 2 1 0,-1-1-5 0,-1 1-3 0,0-1 6 15,0-1-4-15,0 1 8 0,0 0 1 0,0 0-3 0,2 2-3 16,-1 1 9-16,0 1-8 0,1 0 8 0,0-2-5 15,1-4-8-15,0-4-3 0,2 1 8 0,0-3-4 0,2 1 9 0,1 1-1 16,-1-3-8-16,2-2-15 0,0-1 2 0,0-1-8 0,0-3-21 16,1 2-10-16,1-3-11 0,-1 2-40 0,0-1-17 0,1 1-15 0,0 1-187 15,1-3-16-15,0-2-53 0</inkml:trace>
  <inkml:trace contextRef="#ctx0" brushRef="#br0" timeOffset="16161.26">25954 1544 476 0,'-3'1'168'0,"1"-1"183"0,0 0-155 0,-1 0-17 0,3 0-36 0,-2 0-13 0,2-1-18 0,-1 1-25 0,0-1-25 0,1 0 23 0,0-2-32 0,1-1 18 0,0 2-11 0,2-2-23 0,0-3-6 0,1 2 9 0,1 0-13 0,0 0 17 0,1 1-6 0,0-1-8 0,0 0-14 0,0 0 9 0,-2 2-13 0,2-2 11 0,0 1-4 0,-1 0-6 0,3 1-15 0,1-1 12 0,1 0-14 0,3 1 22 15,-3-1 0-15,-6 1-8 0,8-1-20 0,-6 1 15 0,2-1-17 0,9 4 21 0,-7-2-2 0,7 1-7 0,2-2-6 0,-3 3 6 0,-2 0-5 0,-1 3 13 0,-6-2-2 0,1 1-3 0,-2 2 0 0,-2 1 2 0,-3 2 1 0,-1-1 19 0,-2 4-1 0,-2 2 3 0,-2 1-14 0,-2 3 15 0,-1 0-13 0,-2 0 20 0,-2 0-4 0,-1 2-8 0,-3 1-16 0,2 3 13 0,-3-1-13 0,1 0 14 16,5-1-5-16,1 2-8 0,-1-1-5 0,-3 0 7 0,-3 1-5 0,0-3 10 16,4-1-2-16,0-2-3 0,3-2 3 0,0 1 2 0,3-2-1 15,0 0-3-15,4-2 4 0,0-2-2 0,2 0 0 0,1-4 8 16,1 0-8-16,0 0 4 0,1-1-1 0,0-2-1 0,3 0-4 0,-1-1 4 16,2 2-3-16,1-2 15 0,2-1-1 0,1 0 3 0,3-2-18 15,1-1 10-15,1 1-11 0,1-4 12 0,1 1-7 0,0 0-7 16,0 0-8-16,-5-1 2 0,1 1-2 0,1-1 6 0,-1-1-4 15,8-2-2-15,1 1-11 0,-2 0 7 0,3 1-7 0,-3 0 6 16,-4 0-8-16,-1 0-13 0,-2 3-31 0,0-2 10 0,-2 0-14 0,2 1-9 16,-3-2-11-16,0 3-17 0,0 0-62 0,-2-1-17 0,-1 0-14 15,1 1-170-15,-3-3-42 0,5 2-69 0</inkml:trace>
  <inkml:trace contextRef="#ctx0" brushRef="#br0" timeOffset="16443.09">26498 1538 1541 0,'-25'55'-156'0,"10"-25"348"15,-1 4-32-15,3-5-39 0,2 1-29 0,6-3 3 0,2-4-23 16,3-3-1-16,3-6-9 0,2-2-6 0,5-2-17 0,3-5 11 16,2 1-16-16,4-3 22 0,2-2-1 0,1 1-9 0,4-4-16 15,-7 0 22-15,0-3-28 0,3-1 27 0,-2-2-11 16,2-1-13-16,3-4-22 0,-6-3 18 0,-2 4-20 15,-1-4 23-15,-5 0-4 0,-2-1-14 0,-1-4-4 0,-5 4 13 0,-2-5-13 16,-1-3 27-16,-4 1-4 0,-1 0-7 0,-3-1-5 0,-1 8 9 16,-1-1-11-16,-2 0 5 0,1 5-4 0,-2 1-9 0,-2 5-20 15,-1 2 15-15,-3 3-17 0,2 2 17 0,0 2-7 16,-1 0-12-16,6 3-33 0,-4 0-6 0,-1 0-7 0,-1 2-58 0,-4-2-18 16,3 1-20-16,-2 1-149 0,3-2-43 0,3 1-22 0,1-2 104 15</inkml:trace>
  <inkml:trace contextRef="#ctx0" brushRef="#br0" timeOffset="18340.41">25959 2401 421 0,'-3'0'88'0,"-2"1"87"0,2-1 25 0,-1 0-53 0,2 0-35 0,0 0-20 0,1 0-29 0,1 0-10 0,-1-1 3 0,1-1-10 0,0 1 7 0,1-3-10 0,0 2-15 0,2-1-23 0,-1 0 17 0,1 0-21 0,0 1 19 0,-2-1-3 0,0-1-6 0,0 2-13 0,-1 0 8 0,2-1-10 0,-1 2 29 0,0-2-3 0,-1 3-2 0,0-1-18 0,1 0 16 0,-1 0-17 0,0 1 31 0,1-2-6 16,-1 1-11-16,0-2-3 0,0 3 9 0,1-2-9 0,0 1 15 16,2-2-5-16,-2 1-10 0,2-1-10 0,0-1 19 0,0 2-19 15,0-5 24-15,-1 3-6 0,1-2-8 0,0 2-12 0,1 0 6 16,0 2-4-16,0 0 18 0,1 0-4 0,-2-2-5 0,2 1-19 0,-1-2 23 16,1 1-17-16,4 2 35 0,-2-1-3 0,2 0-13 15,-1-3-17-15,0 3 18 0,-5-3-17 0,2 4 10 0,-2 1 0 0,0-1-9 16,6 1-12-16,-4 1 18 0,2-1-16 0,1 1 20 0,-1 0-1 15,-2 2-9-15,3 2-13 0,-3 0 19 0,-2 0-15 0,1 4 22 16,0-2 1-16,-1 2-12 0,-3-2-6 0,-1 2 10 0,-2 1-9 16,0 1 11-16,2 3-5 0,-2-2-6 0,-2 1-7 0,-1 1 7 0,-1-1-3 15,0 0 17-15,2 1-5 0,-2-2-6 0,0 1-4 0,3 1 3 16,-3-1-1-16,2 1 3 0,1 2-1 0,3 0-5 0,0 0 2 16,-1 2 5-16,1 0-2 0,-5 1 1 0,-1 0 1 0,-1-4-4 0,1 4-6 15,1-2 9-15,-1 0-6 0,1-2 13 0,1 1 5 0,1-7-1 16,2-4-2-16,2 1 11 0,-1-2-10 0,1 3 11 0,0 1-9 15,1-3-8-15,0 1 1 0,4-3 6 0,-1 0 0 0,2-1 17 16,2-1-1-16,-2-1-4 0,4 1-15 0,1-3 16 0,-3 0-14 16,3 2 21-16,-5-4-3 0,3 0-6 0,6 2-16 0,1-4 5 0,4 4-9 15,1-1 5-15,-4-2-3 0,1 3-2 0,-3 1-16 0,-1 1 14 16,0-1-11-16,-1-3 22 0,0 3-7 0,-1-2-9 0,2 2-24 16,-1-1 4-16,-3 1-8 0,-1 0-19 0,-2-1-10 0,-2 1-14 0,0 0-38 15,-1 0-4-15,0-2-5 0,-2 1-31 0,0 0-22 16,-1-1-17-16,0 0-98 0,0-3-58 0,1 0-7 0</inkml:trace>
  <inkml:trace contextRef="#ctx0" brushRef="#br0" timeOffset="18563.46">26694 2113 970 0,'-13'16'395'0,"11"0"-217"0,-3-4 245 0,1 5-297 0,-2 1 38 0,3 0-75 0,-1 5-3 0,3-1-26 0,1 2-34 0,4 5-18 0,-2 0 8 0,-1-4-11 0,-1 1 19 0,-2-6-9 0,0-2-8 0,3 3-6 0,1-2 0 0,0 3-1 0,2 2-2 0,-1 2-11 0,-2 0-6 0,0 5-53 16,1 1-7-16,-2-1-12 0,3 3-156 0,-2 1 20 0,1-4-1 16,-2 3-59-16,1-3 132 0</inkml:trace>
  <inkml:trace contextRef="#ctx0" brushRef="#br0" timeOffset="19753.56">26051 3290 217 0,'-1'-2'505'0,"1"0"-227"0,-6 0 337 0,1-1-380 16,1 1-93-16,2 2-62 0,1 0 0 0,0 0-21 0,0-1-27 0,0 1-16 0,1 0 20 0,0 0-18 0,0 0 24 0,0 1-5 0,1 4-16 0,0 1 4 0,1 2 12 0,-1 6-12 0,1 3 10 0,0-1-1 0,-1 2-8 0,1 3-9 0,1-2 20 0,-2 1-21 15,1 1 18-15,-1-1-9 0,0 3-15 0,1 4-9 0,0-1 6 0,-1 0-7 0,-1 2 9 0,-1-6 1 0,1-1-4 0,3-3-9 0,0-2 8 0,-1-1-9 0,0 0 4 16,1-1 0-16,-5 0-3 0,2-2-22 0,-1-3 8 0,-2-3-12 15,4 1-5-15,-2-2-12 0,1-3-17 0,3 1-48 0,-2-2-11 16,2-2-7-16,3 1-68 0,0-4-38 0,1-4-28 0,2-4-127 16,-1-4 208-16</inkml:trace>
  <inkml:trace contextRef="#ctx0" brushRef="#br0" timeOffset="20282.5">26661 3243 227 0,'-6'0'277'16,"2"-3"32"-16,-3 1-77 0,1-3-70 0,0 0-23 16,0-2-34-16,-2 0-36 0,1-1 28 0,3 4-40 0,-1-2 45 15,1 3-14-15,-1-2-23 0,-1 2-25 0,0 1 22 0,0-1-31 16,-1 2 23-16,1 1-13 0,5 1-20 0,-3 4-14 0,2 2 12 15,-2 3-14-15,-9 3 3 0,3 0-1 0,-2 5-9 0,1-2 2 16,-1 3 10-16,2-1-7 0,-2 3 11 0,2-2-3 16,0-2-5-16,0 3-9 0,2-3 16 0,2 1-13 0,-1-2 24 15,4-2-3-15,1 0-8 0,0 1-11 0,2-5 15 0,-2 1-14 16,2-2 23-16,2-1-9 0,0-2-10 0,1 0-7 0,2-1 9 16,0-3-6-16,0 2 14 0,0-1-5 0,2-3-6 0,0 0-4 15,2-2 2-15,1 1-1 0,0-3 2 0,0 2 2 0,3-3-5 0,0-3-6 16,-1 0 8-16,4 0-7 0,-4-2 12 0,-5 0-2 0,1 0-7 15,-1-1-10-15,1 1 11 0,2 1-8 0,-1-2 20 0,0 1-5 16,-3 1-8-16,5-2 0 0,-2 1 1 0,-2 1 0 0,2 1 2 16,-5-1 1-16,1 4-1 0,-1-1-10 0,-3 0 10 0,1 0-9 15,-1 3 14-15,-1-1 2 0,1 1-6 0,0 2-19 0,-1 0 21 0,2 1-18 16,-1 0 34-16,1 0-4 0,-1 1-7 0,1 1-8 0,2 2 10 16,-2 1-6-16,0 2 16 0,2 1-2 0,-1 3-6 0,-1 3-4 0,2 1 3 15,-1 3-4-15,-1 3-3 0,0-1-1 0,-2 6-5 0,0 0-3 16,0 2 7-16,0-1-4 0,0 2 12 0,0-1-3 0,0 0-6 15,0-1-12-15,0 1 4 0,0-3-6 0,-1-3 14 0,-1-3-3 16,0-3-1-16,1-3-17 0,0 1 9 0,-1-2-7 0,2-2 2 16,0 0-14-16,0-1-16 0,2-1-64 0,-1 0-10 0,0-3-19 0,-1-1-162 15,1-1-40-15,2 0-73 0</inkml:trace>
  <inkml:trace contextRef="#ctx0" brushRef="#br0" timeOffset="23189.15">28190 604 360 0,'-1'-2'106'0,"-1"1"93"0,1-3-38 0,-2-1 11 0,2 2-31 0,0-2-14 0,0 2-22 0,-1-2-26 0,1 1-28 0,1 1 11 15,-1-1-22-15,1 2 13 0,-2-1-11 0,2 1-15 0,-1 1-22 0,0 0 29 0,0-1-29 0,-1 2 43 0,-1-1-10 0,0 1-18 0,0 0 1 0,-3 1 6 0,0-1-7 0,-2 3-1 0,1 0 3 0,0 0-10 0,2 3-4 0,-4-3 13 0,0 5-16 0,2 1 10 16,1 0 0-16,1 3-4 0,0 0-2 0,0 2 5 0,-2 2-8 0,2 2 6 16,3-2 0-16,0 2-2 0,0 4-10 0,0-3 8 15,1 0-8-15,1 1 24 0,0-5-13 0,0 2-10 0,0-5 2 16,0 3 2-16,0-5 2 0,3-1 3 0,-1-3-6 0,0 1-3 0,-1 0-3 16,0 0 2-16,3-4 1 0,-3 0 13 0,1 0-2 15,-1-2-4-15,0 0-11 0,-1 0 14 0,0-1-9 0,0 0 38 0,0 0-3 16,0 0 0-16,-1 0-20 0,1-3 11 0,-1 0-12 0,-1-1 7 15,0-4-5-15,-1 3-9 0,-1-2-9 0,-1-1 3 0,3 0-4 0,1-1 10 16,2 2-5-16,2-1-1 0,-1-1-24 0,-4 3 20 0,-1-1-15 16,1 1 35-16,2 5-4 0,-1-2-12 0,0 0-15 0,-2 0 13 15,2 1-11-15,-1-2 4 0,2 2-7 0,-1 1-14 0,1-2-23 16,-1 1-1-16,1 0-6 0,0 1-24 0,1-2-13 0,2 1-14 0,2-3-39 16,0 1-35-16,-1-1 11 0,-3 1-86 0,0-2-8 0,1-1 0 15</inkml:trace>
  <inkml:trace contextRef="#ctx0" brushRef="#br0" timeOffset="23538.23">28438 583 790 0,'-1'0'-307'16,"-1"0"687"-16,-1-2-91 0,-1 1-95 0,-1 0-99 15,0 1 5-15,1 0-37 0,-3 1-13 0,1 2-10 0,0 2-10 16,-2 4-13-16,0 0 8 0,-1 3-10 0,0 3 13 15,0-3-2-15,1 2-8 0,-1 2-3 0,1 0 16 0,1 2-13 16,1 0 38-16,1 0-7 0,2-4-11 0,0 0-13 0,1-3 17 16,2-2-22-16,0-2 9 0,3 0-4 0,-1-2-15 0,2 2-14 15,0-4 17-15,-1-2-19 0,2 4 28 0,-2-5-3 0,1 0-8 0,0 0-6 16,0-1 18-16,-1-3-15 0,1 0 32 0,-1-4-11 16,1 1-13-16,-1-2-4 0,1 1 0 0,-2 1-2 0,1-3-3 15,1 2 0-15,-1-2-1 0,1 2-8 0,0 0 4 0,-1-1-4 16,2 4 5-16,-2 3-2 0,-1-2-1 0,0 2-19 0,0 1 19 15,-1 1-15-15,0 4 27 0,1 0-5 0,0 2-10 0,1-1-5 0,-1 2 8 16,0 1-7-16,1 0-3 0,1 1-15 0,-1-3-14 0,3 0-33 16,-2-1-5-16,2 0-3 0,2 3-39 0,-3-3-28 0,3-2-27 15,0-2-101-15,-2-1-37 0,0-1-7 0,6-1 87 0</inkml:trace>
  <inkml:trace contextRef="#ctx0" brushRef="#br0" timeOffset="23839.65">28566 739 1322 0,'-3'-1'-322'0,"1"-2"647"0,1-1-81 0,0 0-102 0,2-2-75 16,0 1 1-16,1-4-27 0,1 2-13 0,1 0-12 0,0 0-10 0,2 1-7 16,-1-3 5-16,3 1-1 0,2-1 23 15,-1 0-4-15,4 3-9 0,-1 0-6 0,1 0 18 0,-1 0-16 0,-1 1 24 16,0 0-2-16,-1 2-12 0,2-1 1 0,-1 3 16 15,-2 1-15-15,1 0 24 0,-1 3-4 0,1-1-12 0,0 2-10 16,0 1 9-16,1 2-14 0,2-1 10 0,-2 2 1 0,0-1-5 16,-1 4-17-16,-1-2 14 0,-2 2-18 0,1 3 13 15,-2-4-3-15,-1 1-6 0,1 1-5 0,-3-1 6 0,2-4-5 0,-3 4 7 16,1-5-1-16,-2 0-7 0,1 0-5 0,-1-3 7 0,0 0-6 16,-1 1-4-16,0-2-12 0,1 0-14 0,-1 0-20 0,0-2-14 15,0 1 3-15,0-1-54 0,0 0-13 0,0 0-15 0,-1-1-92 16,1 1-19-16,0-4-15 0,0-2 98 0</inkml:trace>
  <inkml:trace contextRef="#ctx0" brushRef="#br0" timeOffset="24454.28">29058 377 1283 0,'-4'0'347'0,"0"1"-215"0,3 1 119 0,-1 2-113 0,0 3 14 0,0-1-62 16,0 6-30-16,1-4-16 0,1 5-23 0,0 1-9 0,0 0 8 0,1 1-9 0,1 4 10 0,0-1-8 0,-1 0-8 0,1 0-7 0,0-3 5 0,1 0-3 0,2 2 7 0,-3-2-2 0,4-1-3 0,-1 0-28 0,0-2 18 0,2-1-19 16,-4 0 37-16,2-4-12 0,-1 0-11 0,0 0-21 0,-1 0-8 15,-1-3 3-15,-1 0-39 0,1-2-12 0,0-1-2 0,0-1-56 16,1 0-7-16,0-2 6 0,1-6-53 0,1-1-1 0,-1-2-1 15,2-2 46-15,-1 1 3 0,1-2 44 0,1 1 55 0,-2-1 16 16,3 0 12-16,-3-1 15 0,3 2 30 0,-2 3-16 0,0 1 53 16,1 3 9-16,-3 0 0 0,1 1 22 0,-3 0 18 0,1 1-8 15,-1 0 26-15,1 1-9 0,-1 1-11 0,-2 0-20 0,0 0 28 16,0 1-23-16,0 1 34 0,0-1-16 0,-1 1-18 0,0 1-48 0,-3 2 14 16,0 1-22-16,-2-1 15 0,-1 3-7 0,0 0-8 0,-3 0-14 15,1 2 7-15,-2 1-7 0,-1 1 14 0,1 2-7 0,-1 1-7 0,-2 1-6 16,3-2 14-16,1 3-8 0,0-3 22 0,3 0-5 0,1 2-5 15,-2-1-12-15,3 1 16 0,3-3-13 0,0 1 20 0,4 1-5 16,2-4-11-16,0 0 0 0,2 0 3 0,4-2-2 0,0 2 0 16,5-2-2-16,1-2-4 0,2 0-8 0,0 1 9 0,1-3-9 15,-2 3 5-15,-1-3-1 0,0-1-6 0,-1 2-17 0,-1-3 14 16,0-1-12-16,-2 0 19 0,-1 0-3 0,-1 0-6 0,1 0-18 0,-1 0-4 16,-1 2-3-16,0-2-19 0,-2 0-6 0,0-2-7 0,1 2-78 15,0-2-32-15,-1 1-11 0,2 2-189 0,-3-2-30 0,3 1-57 0</inkml:trace>
  <inkml:trace contextRef="#ctx0" brushRef="#br0" timeOffset="24803.66">29906 254 1792 0,'-6'-2'-200'0,"2"2"432"0,-2 2-59 0,2 3-60 0,-4 5-73 0,0 1 5 0,-2 5-25 0,-1 4 2 0,-2 1-5 0,-1 3-9 0,-3 0-3 0,0-2 20 0,0-3-16 0,-1 6 20 0,2-5-5 0,1 2-17 0,-2 5-13 0,2-1 15 15,1 2-17-15,-2 2 20 0,6-4-14 0,-1 0-10 0,2-2-13 0,2-2-5 0,-2 1 7 0,2-1-21 0,2-5-11 0,1-1-3 0,1-2-37 0,2-1-23 0,0-3 17 16,-3-1-106-16,3-4-23 0,0-1-10 0,-3-2-107 16,1 0 173-16</inkml:trace>
  <inkml:trace contextRef="#ctx0" brushRef="#br0" timeOffset="25004.32">29485 419 368 0,'-6'-4'178'0,"4"1"163"0,1 1-9 0,1 2-61 0,0 1-69 15,0-1-72-15,3 3 21 0,2-1-47 0,4 5 38 16,1-1-16-16,0 2-20 0,4 6-36 0,-6 0 7 0,-1 6-27 16,3 3-23-16,-1 2-7 0,6-1-14 0,5 2-6 15,0-1 6-15,2-2-6 0,-3 0 9 0,-2-3-2 0,-3-3-6 0,1 4-18 16,-2 1-33-16,0-3 15 0,-1 1-52 0,-2-2 31 15,-2-4 35-15,-2 2-41 0,-1-3-1 0,0 1-15 0,0-2-106 16,1 1-30-16,0-1-46 0,1-1-230 0,0 3 300 0</inkml:trace>
  <inkml:trace contextRef="#ctx0" brushRef="#br0" timeOffset="27771.89">28838 2408 256 0,'-1'-1'14'0,"0"-2"263"0,0 3-54 0,1-2 43 0,-1 1-148 0,1-2 2 0,0 0-39 0,1 1-1 0,0 1-9 0,-1-2-15 0,1-1-21 0,0 2 34 0,-1 0-37 0,1 1 48 0,-1-1-13 0,1-1-17 0,-1 0 4 0,0 3 3 0,0-2-6 0,0 1 4 0,0-1-4 0,0 0-9 0,0 0-19 0,-1 2 19 0,1-1-24 16,0 1 21-16,0 0-9 0,-1 0-15 0,1 0-14 15,0 0 15-15,0 1-15 0,0 2 16 0,0 0 0 0,0 0-9 0,0 1-11 16,0 1 16-16,1-1-16 0,2 1 29 0,-2-1-9 16,1 3-10-16,-1-1-8 0,0-1 4 0,3 1-3 0,-2 0 5 15,0-3 1-15,1 4-3 0,0 1-3 0,-1-1 4 0,0 2-4 16,-1 1 4-16,1 1-4 0,0-1-4 0,0 0 4 0,-1 0 2 0,0 3 2 15,0 0 3-15,-1 0-4 0,0 0-3 0,0-1 0 16,0-3 2-16,0 2 0 0,0-2 5 0,0 0-3 0,0-1-2 0,0 1-5 16,-1 3 3-16,1-2-2 0,0 0 7 0,0-2-1 0,0-1-4 0,0-2 0 15,1 0 0-15,-1-1-1 0,1-1 4 0,0-1 1 0,-1-2 0 16,3 0-19-16,-3-2 20 0,1 2-16 0,-1 0 28 0,0 0-6 16,0 0-12-16,0 0-4 0,0 0 8 0,0 0-3 0,0 0 12 15,0 0-3-15,0 0-7 0,0 0-2 0,0 0-2 0,0 0 1 0,0 0-3 16,0 0 1-16,-1-2-2 0,1 4-13 0,-1 1 8 15,1 0-8-15,0-2 8 0,-2 0-2 0,2 0-4 0,0 1-9 0,0-1 7 16,0 2-6-16,0-3 4 0,0 2-5 0,2-1-6 0,-2-1-30 16,1 2-10-16,-1-2-7 0,1 0-71 0,0 1-23 0,-1 2-25 15,1-1-90-15,0-1-89 0,3 1 3 0</inkml:trace>
  <inkml:trace contextRef="#ctx0" brushRef="#br0" timeOffset="28859.94">28596 1595 437 0,'-6'2'195'0,"1"-2"-79"0,0-2 109 0,0 0-93 0,2-1 18 0,0 2-58 0,-1 0 9 0,4-1-16 0,-1 0-23 0,2-1-31 0,2 1 19 0,-3-1-28 0,3-2 14 0,-1 2-18 0,-1 0-15 0,3-1-2 0,-1 1 2 0,-1-1 3 0,3 0 14 0,0 1 4 0,0-2-3 0,2-1 0 0,3 1 18 0,-2-1-18 0,2-1 22 15,1 2-9-15,-1-2-10 0,1-1-14 0,0 3 6 0,1-2-8 0,0 1 15 16,-1 1-10-16,0 0-4 0,2 1-14 0,-1-1 5 16,2 1-3-16,3 0 19 0,-3 2-6 0,2 2-9 0,-2 0-12 15,-2 0 16-15,0 0-11 0,-2 2 15 0,-1 1 1 0,0 1-10 16,-3-1 0-16,-1 3 4 0,-1-1-4 0,-2 0 8 0,-1 1 4 0,-1-1 3 16,0 3-15-16,0 0 14 0,-2 1-14 0,-2 1 19 0,1 1-3 15,-3 1-11-15,0 1-7 0,-3 3 9 0,1 0-8 0,-2 2 11 16,0 0-3-16,-2 1-6 0,0 1-10 0,0 2 12 0,-1 0-9 15,2-2 16-15,1-1 0 0,1-4-8 0,1 1-12 0,0-2 16 16,3-3-12-16,0-1 26 0,3-3-1 0,1 1-6 0,1-1-8 0,0-4 11 16,0 3-8-16,0-4 24 0,1 1-10 0,1-3-4 0,2 2-12 15,-1 1 9-15,1-3-2 0,1 0 32 0,1 0-7 0,0-3-4 16,2 1-25-16,1 0 12 0,0-3-11 0,1 1 19 0,1-1-7 16,0 0-10-16,-1 0-20 0,0 2 15 0,-1-2-12 0,1 2 18 0,-1 1 0 15,0 0-13-15,-1-2-12 0,0 3 15 0,-2-1-13 0,-1 0 19 16,-1 2-7-16,1-2-10 0,-2 2-43 0,1 0 2 0,-1 2-14 15,0 0-52-15,1 1-33 0,-1 2-33 0,0-2-176 0,1 3-62 0,4 2-32 16</inkml:trace>
  <inkml:trace contextRef="#ctx0" brushRef="#br0" timeOffset="30075.79">28765 3286 663 0,'-3'0'248'0,"-1"-2"68"0,0-2-141 16,2 2-16-16,-1-1-26 0,3 0-44 0,0 0-37 0,0-4 18 0,0 3-32 0,0-2 19 0,2 2-4 0,0 0-11 0,0-1-32 0,-1-1 29 0,3 1-34 0,-2-1 40 0,1 3-12 0,1 0-16 0,0 1-10 0,1-4 7 0,0 5-8 0,1-1 13 0,0 0 1 0,0-2-7 0,3-1-3 0,-2 3 11 0,1-3-13 0,2 1 8 0,-1 4 0 0,1-3-8 0,3 3 36 16,1 0-6-16,0-4 9 0,1 4-32 0,-2-2-6 0,1 1-7 15,2 1-5-15,-5 0 4 0,1 2-4 0,-2-1 7 0,-3 1 1 16,0 3-3-16,-2-4-6 0,-2-1 5 0,0 1-4 0,-3 2 13 16,-1 1-2-16,-2 2-3 0,-5 1-2 0,0 3 2 0,-3 4-3 15,-1 0 1-15,2 1 1 0,-2-2-1 0,0 0-3 0,-2-2 2 0,0 2-2 16,0-1 5-16,2-2-1 0,-1-1-3 0,1-1-12 0,1-1 11 15,0 1-8-15,0-2 19 0,4 1-3 0,-1-2-6 0,1 0-4 16,2-2 2-16,3-2-1 0,1 0 4 0,1-1-3 0,0 0-4 0,0 0-8 16,2 0 12-16,1 0-6 0,1 0 24 0,2-2-6 0,0 2-7 15,2-3-4-15,1 1-1 0,-1 0 1 0,0 0 0 0,1 2 1 16,0 0 0-16,-1 0-9 0,1 1 7 0,-2 0-5 0,-1 2 12 16,0-1-2-16,-2 1-5 0,2 1-7 0,-1 0 8 0,-1-1-5 15,0 3 14-15,1-3-3 0,-1 3-6 0,2 0-10 0,-1 0 10 16,-2-1-7-16,3 3 11 0,-4-3 1 0,1 0-7 0,-2 3 1 0,0-2 0 15,1 2 0-15,-1 0 3 0,-1-1-2 0,1 1 2 0,-1 0-7 16,-1 0 5-16,0 1-2 0,-3-1 13 0,1 1-4 0,-2 2-7 16,1-2-4-16,-1 1 3 0,0 0-2 0,-1 2 7 0,0-5-2 15,0 4-2-15,-2-4-18 0,-1 1 17 0,1 0-14 0,-2-2 20 0,1 0-3 16,-1-2-10-16,0-1-19 0,-1-2 5 0,-2-1-8 0,1 0-5 16,-1 0-9-16,2-1-12 0,0-2-48 0,2 1-25 0,1-1-5 15,1 2-168-15,4-2-15 0,1-1-53 0</inkml:trace>
  <inkml:trace contextRef="#ctx1" brushRef="#br0">33757 5530 0,'0'0'0,"0"0"0,0 0 0,0 0 0,0 0 0,-58 122 0,31-67 0,4 4 16,4-7-16,2-2 15,6-8-15,2-3 0,2-7 0,1-4 0,2-4 0,0-1 0,2-1 16,1-1-16,0-2 15,1 0-15,0-1 16,0-1 0,0-1-16,0-2 15,-1 1-15,0-3 0,0 1 16,-1-3-16,1-1 16,0-2-1,0-1-15,0 1 16,0-4-16,0 3 15,0-3 1,-2 1-16,0-1 16,-1-1-1,-4 0-15,-1-2 16,-5-3-16,-2-1 16,0-1-1,-1 0-15</inkml:trace>
  <inkml:trace contextRef="#ctx1" brushRef="#br0" timeOffset="629.91">33453 6252 0,'0'0'0,"0"0"0,0 0 0,0 0 0,0 0 0,0 0 0,0 0 0,0 0 0,0 0 0,0 0 0,0 0 0,0 0 0,0 0 16,0 0-16,0 0 0,0 0 0,0 0 0,0 0 0,89-18 0,-72 21 0,7 1 0,-3-2 0,-4-2 0,-5-1 0,-5-15 0,-3-31 15,3-28-15,-2-66 16,6 10-16,-8-26 0,-5-34 0,66 40 0,41 32 0</inkml:trace>
  <inkml:trace contextRef="#ctx1" brushRef="#br0" timeOffset="873.5">33676 3535 0,'0'0'0,"0"0"0,0 0 0,0 0 0,0 0 0,0 0 0,0 0 0,0 0 0,0 0 15,0 0-15,-84 8 16,78 6-1,1-2-15</inkml:trace>
  <inkml:trace contextRef="#ctx0" brushRef="#br0" timeOffset="40850.15">30575 1639 628 0,'-3'-3'249'0,"-2"-1"17"0,2 2-10 0,-1-3-84 0,0 1-3 0,3 1-33 0,-1 0-48 0,2 3-15 0,-1-4 16 0,-1 1-25 0,0-1 18 0,-1-1-8 0,2 3-13 0,-2-5-15 0,5 2 18 0,1 0-24 0,-2 0 26 0,3 1-8 0,-8 0-14 0,0 0-5 0,-2 0 15 0,1 2-18 0,-2 1 20 0,-1-1-5 0,1 1-13 0,-1 1-20 15,-2 0 16-15,1 0-22 0,-2 0 12 0,1 0-5 16,0 1-13-16,0 1-18 0,1 1 18 0,0 0-18 15,1 2 27-15,0-1-6 0,1 1-9 0,-2 3-9 0,1 1 10 0,2 4-9 16,-1 1 18-16,-1-2-1 0,2 4-6 0,0 0-4 0,-1 2 5 16,1 2-5-16,1 1 9 0,-1-4-1 0,2 2-1 0,-1 0-5 15,1-3 0-15,0-1 0 0,2-3 8 0,1-2-3 0,1-1 0 0,0 0-13 16,0 0 12-16,2-3-9 0,-1 1 14 0,2-2 0 0,0-1-7 16,-1 2-9-16,0-2 9 0,1 0-8 0,-1-2 14 0,-1-1-1 15,0-1-2-15,-1 0-7 0,0 0 9 0,0 0-8 0,0 0 22 0,0-1-4 16,1-1-4-16,-1-2-14 0,0-1 6 0,0 0-6 0,-1-2 10 15,0-2-2-15,-1 1-4 0,0-2-10 0,-1-1 6 0,1 3-4 16,-1-1 13-16,0 3-3 0,0-1-4 0,1 0-9 0,-2-2 9 16,1 2-6-16,0 1 14 0,-1-1-2 0,0 1-8 0,0 0-9 15,1 0 12-15,-1 3-8 0,-1-2 14 0,0-1-3 0,0 1-8 0,1 0 0 16,0 1 3-16,2 2-1 0,-1-2 3 0,0 1-2 0,1 0-4 16,0-3-7-16,0 3 10 0,0-1-7 0,1 0 12 0,1 4-5 15,0 1-8-15,0-1-20 0,0 1 2 0,1-2-7 0,-1 1-14 16,3 0-4-16,-1 0-7 0,1 1-43 0,2 1-10 0,0 0-14 15,2 2-143-15,1-1-121 0,2 1-95 0</inkml:trace>
  <inkml:trace contextRef="#ctx1" brushRef="#br0" timeOffset="1781.46">33528 4352 0</inkml:trace>
  <inkml:trace contextRef="#ctx0" brushRef="#br0" timeOffset="41369.39">30801 1640 500 0,'-7'-2'342'0,"2"-4"-162"0,-1-1 265 0,0 2-259 0,1 0 9 16,-2-1-37-16,2 3-30 0,0-1-25 0,2 0-38 0,-2 3-25 0,0-1 5 0,0 2-19 0,-1 0-12 0,2 3-4 0,-2 1-8 0,1 1-8 0,-2 3 13 0,1 0-10 0,1 7 22 0,-1-1-4 0,1 2-8 0,-2 3 1 0,0-1 10 0,0 3-7 0,2 3 18 0,0-6-3 0,1 1-7 15,0-1 6-15,3-6 4 0,0 1-5 0,2-2 8 0,1-2-5 16,1-3-6-16,0 0-6 0,-1-3 8 0,2 0-9 15,-1-2 10-15,0-1-2 0,2 0-5 0,-2 0-7 0,3-2 10 16,0-1-10-16,-1-1 13 0,0-3-6 0,-1 0-8 0,1-3-7 16,0 1 1-16,1-1-1 0,-1 0 2 0,0-1 0 0,-2 0 0 0,1-1-4 15,0 1 2-15,0 2-2 0,-1-1 5 0,0 2-2 0,-2 1-2 0,3 4-3 16,-2 1 9-16,0 0-5 0,-1-1 18 0,1 3-1 16,-2 0-8-16,0 1-11 0,0 2 13 0,0 0-12 0,0 3 9 0,-2-2 0 15,2 2-9-15,0 2-2 0,0 0 2 0,0-3-3 0,3 2-4 16,-1-5-4-16,0 2-4 0,3-2-27 0,-2-1 7 0,1 2-9 15,1-4-1-15,-1 1-12 0,2 0-13 0,-1-5-50 0,1 1-19 16,1-3-5-16,0 0-119 0,0 1-65 0,-1-2-54 0</inkml:trace>
  <inkml:trace contextRef="#ctx1" brushRef="#br0" timeOffset="2303.11">33451 4373 0</inkml:trace>
  <inkml:trace contextRef="#ctx0" brushRef="#br0" timeOffset="41669.25">30891 1718 575 0,'-2'4'381'0,"-1"0"143"0,2 0-313 0,0-2-9 0,1 1-53 15,0-1-60-15,1 0-48 0,-1-1 1 0,1-1-15 0,1 0 3 16,-1-1-4-16,0-1-4 0,0 2-11 0,0-1 17 0,0 0-16 16,1-2 33-16,-1-1 0 0,-1 1-7 0,2-5 0 15,-1 3 13-15,2-2-16 0,0 0 21 0,3 0-10 0,2-3-10 0,2-1-8 16,2 0 9-16,3 1-11 0,2 1 16 0,0 1-10 16,0 2-12-16,-3 1-18 0,-2 0 12 0,-7 2-14 15,1 2 19-15,-3 1-4 0,-1 0-9 0,6 1-2 0,-3 2 6 0,0 2-6 16,0 0 9-16,1 1-3 0,0 2-6 0,3 2-4 0,-4-2 4 15,0 2-3-15,1 1 6 0,-3-1-3 0,3 3-3 0,-5-3-13 16,4 3 2-16,0-1-4 0,1 1 11 0,-1-3-3 0,-3-1 1 0,0-3-14 16,1 1-1-16,-3-2-3 0,1 0-29 0,0-1-10 0,-1-2-14 15,1-2-42-15,0 0-22 0,2 1-1 0,-2-2-104 0,1-1-38 16,0-3-37-16,-1 0-220 0,4-1 314 0</inkml:trace>
  <inkml:trace contextRef="#ctx1" brushRef="#br0" timeOffset="2645.96">33514 4407 0,'0'0'0,"0"0"0,0 0 0,0 0 16,0 0 0</inkml:trace>
  <inkml:trace contextRef="#ctx0" brushRef="#br0" timeOffset="41875.36">31294 1393 1881 0,'-3'3'-271'0,"0"0"624"0,1 3-68 0,-1 3-71 0,2-1-115 16,-2 7 10-16,2 0-54 0,-1 4-12 0,-1 2-9 0,-1 0-12 16,2 1-17-16,0-3 9 0,1 2-13 0,0-1 12 15,-1 0-3-15,1-3-6 0,0 3-16 0,1-2 10 0,0-3-13 16,0 0 9-16,1-4-2 0,0-1-8 0,1-1-22 0,-1-4-7 15,1 1-2-15,1-2-38 0,0 0-19 0,1-2 0 0,-1-2-94 16,2 0-73-16,1-1 39 0,0-6-344 0,2 0 346 0,1-1-30 16</inkml:trace>
  <inkml:trace contextRef="#ctx0" brushRef="#br0" timeOffset="42143.94">31409 1535 721 0,'0'-4'233'0,"0"-1"46"15,0 3-9-15,0-1-72 0,0 2-26 0,0-1-40 16,-2 1-47-16,1 1-47 0,-1 0 8 0,-1 1-22 0,-1 3 8 15,-1 0-4-15,-1 3-6 0,0-1-10 0,0 2 14 0,0-1-15 16,-2 4 22-16,2-1-6 0,-1 0-12 0,0 2-10 16,3-2 21-16,0 1-17 0,2 1 39 0,2-2-6 0,0 0-12 0,1-1-3 15,0 0 18-15,3 2-17 0,-1-3 29 16,1 1-8-16,1 0-12 0,2 0-8 0,-2-2 14 0,2 0-17 0,2-1 20 16,0-4-7-16,0 3-8 0,4-2-17 0,0-1 10 15,0 0-15-15,2 0 6 0,-1-2-5 0,2 0-6 0,0 0-6 0,1 0 3 16,-2-4-2-16,-1 1 5 0,-1 1-2 0,0-2-4 0,-1 1-13 15,-1 1-2-15,1 1-3 0,-2-2-20 0,-2 2-7 0,-2-1-9 0,0 2-48 16,-3-3-2-16,1 0-16 0,-1 0-99 0,-1-1-87 16,0 3-68-16</inkml:trace>
  <inkml:trace contextRef="#ctx1" brushRef="#br0" timeOffset="3187.73">33657 4401 0,'0'0'0,"0"0"0,0 0 15,0 0-15,0 0 16,0 0-1,0 0-15,0 0 16,0 0-16,0 0 16,0 0-1,0 0-15,0 0 16</inkml:trace>
  <inkml:trace contextRef="#ctx1" brushRef="#br0" timeOffset="3367.47">33713 4394 0,'0'0'0,"0"0"0,0 0 16,0 0-16</inkml:trace>
  <inkml:trace contextRef="#ctx1" brushRef="#br0" timeOffset="3527.72">33784 4635 0,'0'0'0,"0"0"0,91 4 0</inkml:trace>
  <inkml:trace contextRef="#ctx1" brushRef="#br0" timeOffset="4281.89">33833 5035 0,'0'0'0,"0"0"0,0 0 15,0 0-15,0 0 0,0 0 0,0 0 0,0 0 0</inkml:trace>
  <inkml:trace contextRef="#ctx1" brushRef="#br0" timeOffset="4649.93">33750 4925 0,'0'0'0,"0"0"0,66-125 15</inkml:trace>
  <inkml:trace contextRef="#ctx0" brushRef="#br0" timeOffset="44587.68">31780 1526 897 0,'-1'-6'247'0,"-1"-2"4"0,1 0-78 0,0-1-6 0,0 3-31 0,1 2-19 0,0-2-21 0,0 2-15 0,1-1 16 0,-1 1-14 0,1 0 13 0,-1 2-10 15,1-1-14-15,0 2-19 0,-1-1 11 0,0 2-12 0,1-1 9 0,-1 1-6 0,0 0-12 0,0 0-16 0,0 0 15 0,0 3-13 0,1 1 22 0,1 1-1 0,2 2-7 0,3 5-7 0,0-1 15 0,4 2-14 0,2 3 12 16,1-4-7-16,0 2-10 0,3 3-16 0,0-2 10 15,2 1-11-15,1 1 9 0,-2-2-3 0,3-1-8 0,0 1-12 0,-1-1 5 16,0 0-5-16,-4-3 8 0,2 0-1 0,-4-1-3 0,2-1-7 0,0-1 5 16,-5-1-5-16,-1-2 8 0,0 0-1 0,-3 0-4 0,0-1-1 15,-2 1 0-15,-1-3-2 0,-1-2-11 0,-1 2 0 0,-2-2 1 0,0 0-22 16,0-2 1-16,-1 1-6 0,-1-4-11 0,-1-1-4 16,0-2-10-16,-1-1-30 0,-1-1-1 0,3-2-9 0,-1-1-38 15,2 2-12-15,2-3-20 0,1 2-134 0,1-2-75 0,2 1-15 0,0 2 42 16</inkml:trace>
  <inkml:trace contextRef="#ctx0" brushRef="#br0" timeOffset="44828.08">32237 1408 1356 0,'-4'0'151'0,"-2"2"14"0,2 0 89 0,-1 1-58 0,1 2-51 16,-1 3-48-16,0 2 14 0,-1 3-18 0,0 2 10 0,2 3-9 15,-1 2-15-15,1 2-24 0,-2 4 11 0,3 1-17 0,-3 2-13 0,3 2-8 16,-2-2-14-16,0 3-12 0,0-1 4 0,0 0-4 16,-1-1 8-16,2-3-2 0,-1 0-2 0,-1-2-18 0,2-2 17 0,-3 0-14 15,-2 1 24-15,1-2-5 0,1 2-10 0,0-1-5 0,0-2 5 16,5-1-4-16,-5-3 3 0,3-2-1 0,0 0-4 0,-1 1-11 16,0-3 12-16,2-2-11 0,1 1 0 0,0-2-11 0,1-2-20 0,0-3-45 15,1-1-5-15,4-3-12 0,2 0-84 0,1-1-62 0,1-2-51 16</inkml:trace>
  <inkml:trace contextRef="#ctx1" brushRef="#br0" timeOffset="12240.68">31475 3813 0,'0'0'0,"0"0"15,0 0 1,0 0-16,0 0 15,-86-19-15,61 13 16,1 2 0,2 1-16,0-1 15,4 4 1,2-1-16,2 1 16,3 0-1,1-1-15,3 1 16,0 0-16,-3-2 15,0 2 1,1-1-16,0 0 16,0 0-1,2-1-15,2 2 16,1 0 0,2 0-16,2 0 15,0 0-15,0 0 16,0 0-1,0 0-15</inkml:trace>
  <inkml:trace contextRef="#ctx0" brushRef="#br0" timeOffset="55526.75">21718 6348 217 0,'-10'-7'445'0,"4"1"-206"0,3-2 294 16,-2 0-300-16,3-1-93 0,-2 4-35 0,1 0-12 0,1 0-18 0,0 3-21 0,-2-2-7 0,1 0 17 0,-1 1-16 0,-1 1 28 0,-1-1-11 0,-2 2-19 0,-2 1-6 0,2 0 17 0,-2 1-20 0,-1 3 20 0,5 0-12 0,-1 4-16 0,-5 0-15 0,1 5 6 0,-8 3-9 0,1 2 8 16,1-1-3-16,1 3-4 0,2 1-11 0,0 1 11 0,2 0-11 0,1 1 15 0,2-2 0 0,0-1-6 0,1 2-13 0,1-6 13 0,3-2-14 15,-1 1 30-15,2-5-9 0,1-1-10 0,1 1-6 16,-1-2 5-16,2-3-4 0,0 1 10 0,0-3-4 0,0-1-2 0,2 1-4 16,-2-1 5-16,1-2-3 0,-1 0 16 0,0 0-2 0,0 0-1 15,0-1-11-15,-1-3 10 0,-2 0-7 0,2-3 13 0,-2-1-7 16,-1-1-10-16,0-1-1 0,-1 0-2 0,1-1 1 0,-1 2-2 15,2 2-1-15,1-1-1 0,0 0-15 0,-1-1 5 0,2 2-6 0,1 0-8 16,0 5-8-16,0-1-14 0,1 1-41 0,3 0-3 0,-1 0-11 16,3-2-62-16,0 1-28 0,3-2-33 0,2-1-226 15,3-2-30-15,2-3-61 0</inkml:trace>
  <inkml:trace contextRef="#ctx0" brushRef="#br0" timeOffset="55869.77">21932 6278 828 0,'-7'0'-519'0,"3"-1"968"0,-2 0-89 16,1 0-167-16,-1 1-59 0,0 0 23 0,1 1-58 0,-1 0 15 15,2 2-18-15,-2-1-21 0,-2 0-28 0,1 1 24 0,0 1-30 16,-2 1 37-16,0 0-14 0,0 4-20 0,-1 2 4 0,1 1 10 16,-2 3-11-16,1 2 14 0,0-1-4 0,0 2-11 15,-1 1-16-15,3-1 19 0,0-1-25 0,0 3 16 0,4-2-11 16,-1 0-15-16,1 1-14 0,2-6 12 0,2 1-12 0,0-8 26 15,3-1-9-15,0-1-11 0,2-1-7 0,0 1 11 0,0-3-9 16,4 0 27-16,0-1-6 0,0-2-10 0,2-2-10 16,-2-3 10-16,1 1-10 0,0 1 17 0,0-3-4 0,1-1-7 0,0 0-9 15,-2-3 7-15,1-3-6 0,-1 4 13 0,-2-2-4 0,-2 2-6 16,1-3-8-16,-2 2 7 0,2 0-5 0,0 1 11 0,-1 1-4 16,0 1-6-16,0 0-2 0,0 2 4 0,-2 2-1 0,-1 1 6 15,-1 3-1-15,-1 1-4 0,2 0-14 0,-2 0 10 0,0 1-9 0,1 2 14 16,-1 2-1-16,1 2-6 0,0 1-14 0,0 0-2 0,1 1-5 15,1-1-29-15,0-2-9 0,0-2-10 0,3 1-80 0,0-2-25 16,1-2-13-16,4-1-182 0,0-1-109 0,2-2-93 0</inkml:trace>
  <inkml:trace contextRef="#ctx0" brushRef="#br0" timeOffset="56181.03">22156 6374 549 0,'-11'7'364'0,"4"1"-157"0,1-3 281 0,-1 2-285 16,2-2 21-16,5 1-64 0,1 0-26 0,0-2-23 15,2 0-35-15,-3-2-40 0,0-1 16 0,0 2-28 0,0-2 28 16,-1-1-2-16,1 0-10 0,0-1-1 0,0-2 13 16,1 1-17-16,4-4 11 0,-4-1-8 0,0-2-12 0,5-2-18 0,-1 0 20 15,10-1-21-15,6-1 30 0,2 3-12 0,0-2-13 0,2-1-13 16,-4 0 12-16,-1 4-11 0,2 1 19 0,-3-1-6 16,-1 2-12-16,2 2 1 0,-1 1 5 0,-1 3-4 0,-1 0 9 15,-2 1-5-15,0 2-3 0,0 3-8 0,-1 2 11 16,0-1-8-16,-3 2 13 0,-1 1 1 0,1 1-6 0,1 2-4 0,0 0 5 15,2 1-5-15,-3 2 5 0,-2 2 0 0,-1-3-2 0,-1 2-10 16,-1-5 7-16,1 1-7 0,-7-2 9 0,0-1-2 0,0-1-3 0,-2-3-34 16,3 0 10-16,1-3-14 0,-1 0-2 0,-1-1-6 0,1 0-14 15,-1 0-37-15,1-1 2 0,0 0-11 0,-1-1-28 0,3-1-13 16,-3-1-19-16,2-1-142 0,1-1-97 0,1-3 6 0,0 1 65 16</inkml:trace>
  <inkml:trace contextRef="#ctx0" brushRef="#br0" timeOffset="56417.32">22780 6061 1141 0,'-1'-7'167'0,"0"1"99"0,1 1-12 0,0 2-52 0,0 2-62 16,1 1-61-16,0 3 11 0,1 2-34 0,-1 5 3 0,3 3-8 15,-2 0-13-15,0 4-18 0,-1 1 21 0,0 3-25 0,1 4 19 16,-1-4-6-16,-1-1-16 0,1 1-6 15,-1-3 7-15,1-3-10 0,0-1 10 0,0-3-5 0,0-1-4 0,1 1-7 16,0 0 7-16,0-2-6 0,0-1 10 0,-1-1-6 0,1-1-6 0,1-3-38 16,0 1-18-16,0-2 4 0,3 0-64 15,0-4-23-15,2-2-2 0,2-1-112 0,2-2-71 0,3-4 43 0,1 0-249 16,0-1 308-16,1 1 5 0</inkml:trace>
  <inkml:trace contextRef="#ctx0" brushRef="#br0" timeOffset="56632.31">23098 6152 606 0,'3'-7'179'0,"-1"1"44"0,-1 2 11 0,-5 1-67 0,3 2 5 15,-1 1-44-15,-4 1-50 0,4 3-17 0,-8 1 17 0,-4 1-18 16,-2 3 15-16,1-2-11 0,-1 2-25 0,-2 1-17 0,1-1 23 16,0 0-26-16,-2 2 36 0,5-2-12 0,0 1-14 0,1 1-16 15,0-2 24-15,2 2-22 0,0-1 39 0,3-3-5 0,2 2-13 16,4-1-14-16,1-2 27 0,1 3-27 0,3-1 47 16,3-1-11-16,1 0-18 0,3 0-5 0,1 0 9 0,0-2-15 15,4 2 3-15,1-2-7 0,2-1-10 0,5 1-16 0,2-1 10 16,1 1-11-16,0-3 12 0,-3 2-2 0,-3 0-8 15,-6-3-20-15,-2 2 5 0,-1-3-10 0,-1 0-13 0,5 0-4 0,1 0-10 16,0-3-42-16,-2 2-4 0,-2-3-11 0,0 2-43 0,-1-1-20 16,-1-1-21-16,1 0-256 0,-1 1 282 0</inkml:trace>
  <inkml:trace contextRef="#ctx0" brushRef="#br0" timeOffset="57563.77">23469 5882 763 0,'-4'0'232'0,"-1"0"419"0,2-2-362 0,1 1-53 0,1 1-63 0,1-1-79 0,0 1 22 0,1 0-50 0,1 1 14 0,1 2-15 0,2-2-19 0,3 3-8 0,1 1 5 0,2 1-9 0,1 3 6 0,2 0-11 0,0 3-9 0,1 2-21 0,1 0 3 0,-1 1-5 16,0 1 14-16,-5-2-3 0,-2 1-4 0,0 2-11 16,-1-3 8-16,4 1-7 0,0-1 14 0,0-6-7 0,2 0-8 15,1 0-16-15,-1 0-12 0,-2 1 6 0,-1-2-26 0,-2-2-21 16,1-2 3-16,1 0-80 0,-1-2-32 0,1-2 20 0,1-3-139 16,2-2-115-16,-2-2-29 0</inkml:trace>
  <inkml:trace contextRef="#ctx0" brushRef="#br0" timeOffset="57746.75">23928 5846 1188 0,'-4'-4'163'0,"0"1"89"16,0 2-5-16,1 2-37 0,0 3-57 0,-1 3-38 15,0 0 30-15,-2 6-49 0,-1 2 27 0,2 5-28 0,-2 3-30 0,-2 6-45 16,0 3 9-16,-2 1-22 0,0 2 12 0,0-8-5 16,4 2-7-16,-1 3-14 0,0-4 12 0,0 3-12 0,-1-3 20 15,0-7-4-15,2-2-9 0,-3 2-30 0,2-2 0 16,-1 1-10-16,0 2-43 0,3-3-13 0,0 0-9 0,0-2-113 15,3-2-67-15,1-1 32 0,1 1-279 0,4-5 314 0,5-4-3 16</inkml:trace>
  <inkml:trace contextRef="#ctx0" brushRef="#br0" timeOffset="60232.46">22663 6915 733 0,'-10'0'256'0,"2"0"84"0,0-2-168 0,0 2 12 0,3 0-34 0,0-1-44 0,1 1-36 0,3-1 21 0,-2 0-34 0,2-1 22 0,1 2-12 0,0-1-19 0,0-2-21 0,1 2 23 0,2-3-27 0,1 1 27 0,1-3-1 0,1 3-15 0,3-5 0 0,3 3 11 0,-1 0-15 0,5-3 16 0,-1 3-12 16,0-2-10-16,3 4-19 0,-5-3 10 0,1 5-11 0,0-1 16 16,-2 0-8-16,-1 1-8 0,1 1-3 0,-3 3 2 0,1-1-1 15,-1 1-1-15,-3 2 1 0,0-1-2 0,-3 3-10 0,-2 0 13 16,0-1-10-16,-1 3 20 0,-1 3-1 0,-1 0-10 0,-2 3-4 16,0-1 4-16,-3 0-4 0,-1 0 7 0,-1 2 0 0,-1 0-2 15,-1 2-2-15,-1 1 3 0,-1-4-3 0,-1 2 1 0,0 0-1 0,2-2 0 16,-2 4-4-16,2-2 5 0,1-3-3 0,0-1 4 0,3-3 1 15,0-2-2-15,5-1-4 0,-1 0 9 0,4-1-6 0,1-1 30 16,2-2-2-16,2 1-3 0,3-3 1 0,1 0 7 0,3 0-3 16,1-1 6-16,0 0-4 0,3-1-8 0,1-1-14 0,2-2 12 15,-1-1-11-15,0 0 10 0,-1-1-4 0,1 0-10 0,1 1-9 16,-3 0 6-16,1 1-5 0,-2-1 7 0,-2 2-1 0,0-1-6 0,-3 3-15 16,-1-1 13-16,-2 0-12 0,-3 1 13 0,-2 1-8 0,-1 0-9 0,-1 0-37 15,0 1 7-15,-2 1-14 0,1-1-11 0,-1 1-16 16,-2 2-17-16,2 0-99 0,-1 2-49 0,1 2-16 0,-1 0-382 0,0 2 394 15,0 2-70-15</inkml:trace>
  <inkml:trace contextRef="#ctx0" brushRef="#br0" timeOffset="61048.88">22815 7501 1011 0,'-9'0'-191'0,"3"-3"428"0,2 3-30 0,0-1-49 0,1 0-68 0,0 0 26 0,1 1-56 0,0-3 6 0,1 3-8 15,-1-1-19-15,2 1-15 0,-1 0 8 0,0-1-15 0,1 1 16 0,-2 0-1 0,2 0-5 0,0 0 3 0,-1-4 12 0,1 1-12 0,-1 2 21 0,1 0-6 0,0-1-8 0,0 0-7 0,0-1 10 0,1 1-13 0,0 0 14 0,2-2-8 0,-1 2-8 16,1-1-10-16,2-2 10 0,-1 1-11 0,2-1 12 16,1 1-5-16,0-1-9 0,2 1-9 0,2-2 12 0,-2 1-13 15,2-1 18-15,0 0-2 0,1 3-7 0,1-3-14 16,-2 3 11-16,-1-1-9 0,0 1 19 0,0 1-6 0,0 0-11 0,0 1-4 15,1 1 6-15,-4 0-4 0,1 0 8 0,-2 1-2 0,0 2-5 16,-2 1-10-16,-1 0 9 0,0-2-6 0,-2 3 21 0,-1 0 0 0,-1 1-2 16,-3 3-23-16,-1-2 16 0,-2 2-15 0,-1 0 22 15,0 0-2-15,-1 0-7 0,-1 0-11 0,0 1 7 0,0 0-7 0,0 2 15 16,1 0-3-16,0-2-4 0,-1-1-15 0,0-4 18 0,-2 3-13 16,3-3 19-16,2 0-2 0,0 2-11 0,2 0-3 0,1-3 8 0,2 1-4 15,-1-3 7-15,2 1 2 0,1-2-3 0,0 1-22 16,0-1 21-16,2 0-18 0,1-1 32 0,0 0-3 0,0-1-7 0,3-2-10 15,1 1 14-15,2-1-10 0,1-1 24 0,0 2-5 0,0 0-12 16,-1 2-6-16,0-1 8 0,0 1-6 0,1-1 9 0,0 1-4 16,0 0-5-16,2 0-10 0,-3 2 7 0,2-2-5 0,-2 4 14 0,1 1-4 15,-2 2-5-15,-2-2-10 0,0 3 9 0,-1-3-7 0,-1-1 16 16,1 5-1-16,-3-4-5 0,0 2-11 0,-2 1 11 0,0 0-8 16,-2-1 22-16,-2 2-6 0,0-1-8 0,-1 0 4 0,0-1 5 15,-2 2 0-15,-2-1 5 0,0 1-1 0,-1-1-5 0,-2 1-2 16,-1 0 14-16,0-2-9 0,1 1 16 0,1-2-6 0,0-1-7 0,2 2-17 15,-2-1 7-15,0-1-6 0,-1-1 12 0,1 0-4 0,1-1-6 16,0-1-7-16,1 1 5 0,-1-2-4 0,0-1 9 0,1 0-7 16,1 0-8-16,0-3-27 0,3 3-1 0,-1-1-7 0,3 0-27 15,0 1-14-15,1-1-17 0,1 1-82 0,1 0-40 0,0 0-10 16,2 0-252-16,2 0 288 0,2 0-38 0</inkml:trace>
  <inkml:trace contextRef="#ctx0" brushRef="#br0" timeOffset="61263.07">22942 8219 1934 0,'2'22'154'0,"0"-3"11"0,-2 2-39 0,0-1-56 16,1-1-20-16,-1 1-31 0,2-1-24 0,2-1 7 0,0 1-11 0,1 3 10 0,-2-3-10 0,2 0-7 0,-2 2-35 0,0-3-6 0,1-1 1 0,-1-2-50 0,2-3-60 0,-1-1-21 0,0-1-376 0,-1 5 324 0</inkml:trace>
  <inkml:trace contextRef="#ctx0" brushRef="#br0" timeOffset="71296.06">31832 1539 613 0,'-19'0'189'0,"1"0"273"0,0 1-312 0,0 1-69 0,1 1-2 0,-2 1 23 15,-1 0-16-15,-3 2-19 0,-3 2-18 0,-5 0 11 0,-3 1-9 0,-5 1 15 0,-4-1-7 0,-3 0-7 0,-8 0-21 0,-1 0 18 0,-4 2-17 0,-1-2 10 0,-1 2-3 0,0-2-11 0,1 0-19 0,0-1 21 0,5 1-18 0,1 2 33 0,4-2-7 0,2 0-11 0,6-2-21 0,3-2 14 0,5 1-12 16,3-3 18-16,7 1-7 0,0-3-10 0,6 5-5 0,2-4 4 16,2-1-3-16,6 3 6 0,0-2-2 0,-1 1-2 0,-1-1-8 15,-6 3 12-15,5-3-9 0,1 3 23 0,3-2-3 0,4-2-10 16,3 1-18-16,0-2 22 0,1 0-18 0,2 0 22 0,3-2-3 0,5 2-12 15,7-2-2-15,8-2 10 0,2 0-7 0,8-4 13 0,5-2-6 16,7-1-7-16,13-2-7 0,3 1 3 0,8 0-2 0,6-3 11 16,-2 0-5-16,1 2-3 0,4-2-12 0,-1 2 9 0,2 0-5 15,2 1 18-15,-1-1-3 0,-1 0-6 0,4 3-14 0,-5-1 11 0,-2 2-8 16,3 2 20-16,-2 0-1 0,-3 1-8 0,-1 0-8 0,-11-2 6 16,-6 1-5-16,-4 2-2 0,-7-1-1 0,-4 2-9 0,-5-2 6 0,-14 1 17 15,-11-1-9-15,-8 1 18 0,-6 2-2 0,-3 1-5 0,-2-3-7 16,-7 1 1-16,-9-2-2 0,-9 1-2 0,-5 0-5 0,-10 2-6 0,-8 1-11 15,-7-1 9-15,-10 3-6 0,-3 0 17 0,-8 3-3 16,-3 0-3-16,-5 2 2 0,-4 2 2 0,0 3 2 0,-4 2 2 16,3 0 1-16,3 4-1 0,3-1-17 0,4 2 21 0,6-1-18 0,2 4 25 15,6-1-2-15,6 1-9 0,0 3-5 0,2-1 5 0,7 1-3 16,0-1 7-16,6 0 1 0,7-3-3 0,8 0-10 0,6-1 11 16,3-3-8-16,6 0 17 0,4-4 0 0,3-1-7 0,9-1-15 15,2-2 10-15,1-2-9 0,4-1 18 0,8-1-2 0,4 0-5 0,8 0 1 16,1-3 6-16,6-2-3 0,8-3 5 0,6-3-1 0,10 0-5 15,7-4-8-15,7 0 6 0,4 4-5 0,4-7 7 0,-1 3 1 16,0-2-5-16,1-1-6 0,0 6 5 0,3-1-5 0,5 0 11 16,-5 1-2-16,1-1-1 0,0 1-15 0,-3 1 3 0,2 0-8 0,1 1-10 15,-3 0-11-15,-2 0-12 0,-5 0-55 0,-8 0 2 16,-5-1-18-16,-2 2-77 0,-2-2-37 0,1 1-48 0,-1 2-350 0,2-4 398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12:17.91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8:12:25.054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3683 17906 256 0,'10'-32'38'0,"-12"17"538"0,-2 4-262 0,0-4 3 0,4-5-305 0,4 1 1 0,2-4-1 0,3 1-1 0,0 2-4 0,3 1-4 0,-7 1-3 0,2 2 8 0,-1 4-5 16,0-1 2-16,4 4-2 0,0 2-4 0,1 2-29 0,-1 0 1 0,0 1-8 0,0 4-19 0,0-1-5 0,-1 2-14 0,-1 1-58 0,1 3-2 0,-1 0-19 0,0 3-54 16,-2 1-8-16,2 1-14 0</inkml:trace>
  <inkml:trace contextRef="#ctx0" brushRef="#br0" timeOffset="4809.29">4276 17562 1743 0,'-4'0'68'0,"-1"0"-68"0,2 0 49 15,-1 0-12-15,2 2-20 0,-1 2-35 0,-1-2 18 0,1 3-19 16,0 3 27-16,2 2-10 0,-1 0-12 0,2 7-47 0,0 0 2 0,0 2-17 16,3 1-56-16,-2 6-21 0,1 1-28 0,0 1-32 15,1 2-68-15,1-1 15 0</inkml:trace>
  <inkml:trace contextRef="#ctx1" brushRef="#br0">16269 7309 0,'0'0'0,"0"0"0,-120-102 0,40 69 15,-8 0 1,26 7-16,12 3 0,50 23 0,-38-14 0,3 6 16,-26 0-1,6-3 16,5 1-31,7-1 16,6-4-16,5-4 0,7-2 16,8-5-1,0-5-15,-22-34 16,9 14 0,7 11-16,4 9 15,4 7-15,4 6 16,0 0-1,2 4-15,1 4 16,0 2 0,2 4-16,1-1 15,1 3-15,2 0 16,0 1 0,0 0-16,-1-1 15,0 1 1,-2 0-16,0 1 15,-6 1-15,-3 2 16,-2 1 0,0-2-16,1 2 15,2 0 1,1 1-16,3-2 16,4 0-16,1 1 15,2-3 1,2-1-16,0 0 15,0 0 1,0 0-16,0 0 16</inkml:trace>
  <inkml:trace contextRef="#ctx1" brushRef="#br0" timeOffset="770.73">10761 18215 0,'0'0'0,"0"0"16,0 0-16,2-89 16,2 28-1,-1 5-15,0 7 16,-4 11 0,-1 5-16,0 3 15,-2-12-15,-4-2 16,0 2-1,-3-5-15,-2 6 16,2-4 0,-2 7-16,-3 9 15,-2 5 1,-33 5-16,8 6 16,2 3-16,9 2 15,1 9 1,2 2-16,0 2 15,7 1 1,-2 6-16,1 1 16,6-2-16,4 1 15,5-1 1</inkml:trace>
  <inkml:trace contextRef="#ctx1" brushRef="#br1" timeOffset="14439.99">12788 6844 0,'0'0'0,"0"0"16,0 0-16,0 0 0,0 0 16,0 0-16,0 0 15,0 0 1,0 0-16,0 0 16,0 0-16,0 0 15,0 0 1,0 0-16,0 0 15,0 0 1,0 0-16,0 0 16,0 0-16,0 0 15,0 0 1,0 0-16,0 0 16,-58-92-1,52 74-15,2 0 16,1 1-1,-2 1-15,2 1 16,-1 1 0,1 6-16,-2-3 15,1 1-15,-1 1 16,1 1 0,-2 1-16,-8 1 15,1 3-15,1 3 16,-3 2-1,1 3-15,0 0 16</inkml:trace>
  <inkml:trace contextRef="#ctx0" brushRef="#br1" timeOffset="23536.79">7784 4467 256 0,'6'-3'56'0,"-6"1"798"0,0 3-389 0,-2 3 10 0,-3 6-457 0,-1 3 12 0,1 4-11 0,-3 6 33 0,-2 3-5 0,1 4-12 0,-3 7-22 0,1-2 29 0,1 0-30 0,4 4 49 0,2-3-11 0,0 2-16 0,1 4-33 0,-3-2 36 0,1 1-36 0,3 5 60 0,2-2-15 15,2 4-21-15,3 7-20 0,-1 0 22 0,1-1-23 0,-1 1 26 0,1-7-5 0,-2 2-15 0,2 7-14 16,-7-1 14-16,1 6-14 0,-2 5 16 0,-3-3-2 0,3 0-10 0,5 2-8 15,2-3 14-15,-2 1-11 0,0 9 24 0,-4-4-8 16,-2 0-7-16,1 3-16 0,0-7 14 0,-2-2-10 16,2 0 21-16,0-1-4 0,-1 4-10 0,3 5-15 0,-2-2 18 0,-1-1-11 0,2-4 26 15,-1-4-5-15,-1 3-11 0,1 6-11 0,0 4 11 16,-1 0-9-16,2 1 17 0,-3-10-1 0,3-1-7 0,0 3-12 0,0 3 14 16,1 1-11-16,-2 2 20 0,1-6-3 0,-1-4-8 0,2 1-10 15,-2-5 10-15,2 4-9 0,0 1 15 0,0-2-2 0,1-1-5 0,0-1-8 16,0-5 8-16,2-2-7 0,3-2 14 0,-1-2-2 0,3 3-6 15,2 4-4-15,1 1 5 0,0 1-2 0,0-2 6 0,-1-4-2 16,-1-1-2-16,1 1-18 0,-2 0 16 0,-6 3-13 0,0 2 25 16,-1-1-2-16,-1 3-8 0,3 0-5 0,0-5 7 0,2 0-5 15,-2-5 7-15,0 2 1 0,-1 2-5 0,-1 4-18 0,0 0 20 16,-2 2-17-16,0-3 31 0,0-6-5 0,-1-3-11 0,2-2-17 0,-1-1 17 16,1-2-13-16,-1 4 24 0,-1-3-4 0,1 1-7 0,1 5-18 15,-2-5 16-15,0-1-12 0,5 1 27 0,0-7-5 0,1-1-9 0,1-1-7 16,-6 2 9-16,2-2-4 0,0 2 15 0,0 4-2 0,3-1-4 15,-1 5-3-15,-2-3 5 0,-1-2-2 0,0-1 10 0,1-4-2 16,4-4-5-16,4 0-12 0,2 0 11 0,1-3-10 0,4-3 10 16,0 0 0-16,1-4-7 0,0 1-10 0,1-2 16 0,-1-1-13 15,-2 0 22-15,0-1-4 0,-1 0-9 0,0-3-14 0,-1-4 15 16,0 1-11-16,1-2 19 0,-1 3-3 0,-2 5-10 0,1-2-2 16,-1 0 5-16,1 1-2 0,-1 2 0 0,-1-4-1 0,0 2-4 0,1 4 0 15,-2-4 3-15,-1 2-2 0,0 0 4 0,0-1 0 0,-3 2 0 16,2 1-3-16,-1 1 1 0,-2-2-1 0,1 2 7 0,1-2-2 15,-2 1-1-15,2 5-6 0,-1-2 5 0,3 1-3 0,0 0 6 0,1-5-2 16,-1-1-3-16,2 3-1 0,0-1 3 0,3 2-2 0,0-1 2 16,1-3 0-16,0-1 0 0,0 1-15 0,-5-1 15 15,0-2-13-15,-1 1 21 0,1-2-3 0,3 0-5 0,1 1-10 0,3 2 9 16,1 1-6-16,-2 0 12 0,-2 0-1 0,0 0-6 0,-3 2-15 16,1 3 17-16,-1 4-12 0,0 2 22 0,-1 1-1 0,-1-2-9 0,2 3-6 15,0 1 6-15,2-1-5 0,0 1 9 0,0-6-2 0,0-1-2 16,4-1-11-16,1-3 12 0,3-4-7 0,1 1 14 0,1-2-2 15,4-2-6-15,2 1 0 0,3-2 0 0,3 2 1 0,0-2 1 0,-6 1-1 16,1-1 0-16,3 2-10 0,0 2 9 0,4 0-7 0,-2 1 17 16,-3 0-2-16,-1-2-5 0,3 0-13 0,0-1 12 0,3-1-9 15,3 3 13-15,3 1 0 0,2-2-9 0,0 3-5 0,4-2 12 16,-1-3-6-16,1 1 15 0,5-4-3 0,1-1-7 0,5-2-13 16,8 1 14-16,5-4-10 0,1-1 20 0,0-3-6 0,-2 1-9 0,4-2-6 15,4 0 8-15,6-1-5 0,4-1 9 0,-4 0 0 16,1-2-5-16,2 1-6 0,6-1-1 0,98-4 11 0,-186 7 8 15,173-6-13-15,-80 6-9 0,3-1 11 0,0 0-8 0,2 2 17 16,-5 0-3-16,2 0-5 0,9 4-11 0,-2-1 8 0,-2 2-7 16,2-3 15-16,-5 4-3 0,4-4-1 0,4 1-4 0,0-2-6 15,3 1 6-15,3 0 9 0,-3 0-1 0,1 0 3 0,2-1-4 0,3 1 2 16,4 1-1-16,0 0 4 0,-2-2 0 0,1 0-1 0,5 2-2 16,0-2 5-16,0 2-3 0,1-3 7 0,-5 0-5 0,2 0-5 15,5 0-9-15,0 0 10 0,-2 0-8 0,1 0 13 0,-4 0-2 16,-3-2-8-16,8 2-3 0,-2 0 2 0,0-1-2 0,0 1 10 15,-7-1-2-15,2-1-1 0,7 1-12 0,-2 0 9 0,0 1-7 0,-4-1 14 16,-5 1-1-16,3 0-5 0,2 0-16 0,1 0 17 0,-3 0-13 16,-2 0 21-16,-2 0 1 0,-3-2-10 0,4 0-5 0,-2 0 8 15,-1 0-8-15,-2-1 9 0,-10-1 0 0,1 1-5 0,5-2-4 16,-4-1 4-16,-2 0-4 0,-8 0 7 0,-4-1-3 0,2-1-2 0,1 0-5 16,-4 0 3-16,-7 0-3 0,-1 2 11 0,-2-1-1 0,-1 5-4 15,-1-2-13-15,-5 1 13 0,-8 2-10 0,-4 0 17 0,-4 1-1 16,-1 0-7-16,6 0-4 0,-4 0 4 0,-8 1-4 0,-2 0 3 0,-10 1 1 15,-4 0-1-15,1 1-10 0,-6-1 8 0,-4 1-6 0,-3-1 14 16,-2 2-2-16,-6-2-5 0,0 0-12 0,-3 1 12 0,-2 1-7 16,-1-4 13-16,-1 2-2 0,-1 1-7 0,-3-2-20 0,-1-1 7 15,-2 1-10-15,-1-1-16 0,0 0-13 0,-2 0-16 16,-2-1-81-16,-1-4-43 0,-3-2-15 0,-1-4-425 0,-1-1 396 0,-2-4-91 0</inkml:trace>
  <inkml:trace contextRef="#ctx0" brushRef="#br1" timeOffset="24755.96">5358 6476 945 0,'0'2'265'0,"0"-2"-34"16,-2 0-57-16,2 0-33 0,0 1-3 0,0-1-29 0,0 0-41 0,0 0-21 0,2 2 11 0,-1-1-18 0,1-1 21 0,1 1-11 0,0-1-11 0,1 0-12 0,1 2 7 0,-1-2-10 0,2 2 13 0,-2-1 3 0,3 3-4 0,1-1-19 0,2 3 21 0,1 1-26 0,3 0 30 16,-1 1-1-16,3 0-13 0,3 1-7 0,-1 2 10 15,1 1-15-15,3 0 12 0,0 0-7 0,-2 2-8 0,3 1-19 16,-1 3 14-16,-1-1-14 0,4 3 19 0,-2 0 0 0,-7 0-9 16,1 1-5-16,-2-3 4 0,-1-3-6 0,6-1 11 0,-2-2-2 15,0-2-2-15,-2-1-12 0,1-2 10 0,-3 0-8 0,0 0 16 16,1-1-4-16,-1-1-6 0,3 2-7 0,1 0 9 0,0-2-5 15,1 1 12-15,-2-2-3 0,1 0-7 0,-2 0-17 0,-2 0 9 16,-3 0-10-16,-1-3-17 0,-2 0-20 0,-1 0-24 0,0-1-58 16,-2 0-28-16,0 0-3 0,-1-2-175 0,0-2-144 0,-3-2-97 0</inkml:trace>
  <inkml:trace contextRef="#ctx1" brushRef="#br1" timeOffset="17670.78">10151 6196 0</inkml:trace>
  <inkml:trace contextRef="#ctx0" brushRef="#br1" timeOffset="25031.11">6164 6299 1516 0,'0'-1'-541'0,"-5"1"1014"0,-1 1-106 0,-1 1-180 0,0 2-60 16,0 1 17-16,2 2-51 0,-1 4-17 0,1 1-18 0,1 3-23 16,0 4-5-16,0 2 14 0,1 2-14 0,-2 6 22 15,3 0-2-15,-1 4-9 0,-1 8-15 16,2 0 7-16,-1 1-16 0,-2 3 13 0,1-7-2 0,2 1-3 0,-1 0-13 0,3 1 12 15,0 4-15-15,-1 4 14 0,-1 0-5 0,0-2-11 0,-2-2-13 16,2-3 9-16,2-2-9 0,0 1 18 0,0-3-7 16,0-1-5-16,0-2-12 0,0-4-2 0,-2-2-1 0,2 0-31 15,0-3-8-15,1 2-5 0,0 3-65 0,1-1-34 0,1-1-1 16,1 1-245-16,1 0-163 0,-2 6-132 0</inkml:trace>
  <inkml:trace contextRef="#ctx1" brushRef="#br1" timeOffset="17949.28">10116 6612 0,'0'0'0</inkml:trace>
  <inkml:trace contextRef="#ctx1" brushRef="#br1" timeOffset="18474.41">20744 15720 0,'0'0'0,"0"0"0</inkml:trace>
  <inkml:trace contextRef="#ctx0" brushRef="#br1" timeOffset="26070.33">16640 13280 256 0,'-3'5'47'15,"-1"-5"675"-15,-2-1-319 0,-2 0 10 0,-7 1-396 0,0 2 47 0,1 3-44 0,-2 0 81 0,2 1-11 0,1 3-24 0,-3-2-22 0,3 0 24 0,-1 2-31 0,0 3 27 0,0 0-9 0,2 3-18 0,-5 4-17 0,2-2 11 0,1 4-16 0,-2 4 15 0,3 3-7 0,-1 7-9 0,-1 5-14 0,1 1 9 0,-1 0-10 16,0 7 9-16,0 1-1 0,0 2-5 0,-4 10-16 0,-1 2 15 0,-1-3-13 0,-4 1 26 16,6-10-3-16,4-4-9 0,0 2-62 0,1-4 45 0,1-1-47 0,-6 4 86 15,5-12-7-15,1-1-14 0,3-1-21 0,1-7 9 16,2 2-14-16,0-3-2 0,0-5 0 0,2 0-10 0,0-1-33 16,1-4 16-16,1-3-23 0,2-4-22 0,0-3-7 0,-1-2-24 0,2 0-37 15,-2-4-23-15,-1-2-1 0,0-1-144 0,0-5-27 0,-1-2-53 16</inkml:trace>
  <inkml:trace contextRef="#ctx0" brushRef="#br1" timeOffset="26341.81">15932 13544 1098 0,'-4'0'-124'15,"-1"0"315"-15,2 1-14 0,0 0-21 0,1 1-60 16,1-2 40-16,0 2-63 0,1 2 59 0,0 0-16 0,4 1-25 0,0 1-12 15,2 2 27-15,1 2-33 0,6 3 32 0,0 1-26 16,3 3-26-16,4 5-26 0,3-1 20 0,3 0-22 0,7 3 44 16,2-3-14-16,-6 6-17 0,7 1-21 0,-2 1 8 15,2 2-15-15,6 0 5 0,-2-1-2 0,-4 0-8 0,4-1-14 16,-5-3 17-16,0-2-16 0,3 0 24 0,-4-6-5 0,2 0-7 0,-2-1-10 16,-10-3 6-16,-3 1-5 0,-1 1 5 0,-3-3-2 15,7-1-9-15,-4 0-11 0,-3-3 0 0,-2-1-5 0,-4-1-29 16,-1 0-18-16,-1 0-20 0,-2-2-71 0,-2-1-41 0,1-2-7 15,-1-2-355-15,1-6 351 0,1-4-73 0</inkml:trace>
  <inkml:trace contextRef="#ctx1" brushRef="#br1" timeOffset="19271.02">21313 15858 0,'0'0'0</inkml:trace>
  <inkml:trace contextRef="#ctx0" brushRef="#br1" timeOffset="30940.43">20681 1868 897 0,'-5'-4'252'0,"-2"2"-50"0,2-2-34 15,2 1-60-15,1 1 15 0,2 2-31 0,0-3-39 0,0 1-21 0,1 0 11 0,0 0-16 0,1 0 14 0,-1 1-2 0,2-1-6 0,-1 0-6 0,0 2 28 0,0-1-26 0,2 1 50 0,0 0-13 0,1 0-18 0,-1 3-28 0,-1 0 18 0,2 1-26 0,-2 3 26 0,2-2-4 0,-1 2-11 0,2 4-4 0,-2 0 1 0,2 2-5 0,-1 2 2 0,0 1-5 0,1-1-3 0,1 4-4 0,0 0 5 0,1 1-3 0,2 3 8 0,-2-4-4 16,1-1-3-16,0-1-5 0,-2-5 2 0,0 2-1 0,2-2 9 16,-2-1-5-16,2 2-7 0,-1-1-4 0,-1-2 4 0,1-1-1 15,1-3 7-15,0 1-3 0,1-2-3 0,0 1-16 0,-1-4 15 0,-1-2-14 16,1 0 2-16,0 0-11 0,0 0-19 0,-1 0-29 0,1 0-10 16,0 0-4-16,0 0-57 0,-3 0-24 0,2-2-21 0,-1-3-181 15,1-1-124-15,-2-8-20 0</inkml:trace>
  <inkml:trace contextRef="#ctx0" brushRef="#br1" timeOffset="31228.42">21231 1597 1497 0,'-7'-2'198'0,"0"1"56"0,-1 1-109 15,0 0 11-15,1 3-33 0,2-1-41 0,0 3-49 0,1 0 15 16,0 3-31-16,0 4 17 0,0 0-9 0,1 4-11 0,0 3 1 15,1 1 2-15,-2 5-2 0,1 5 2 0,-3 4-3 16,-1-1-4-16,-2 3-10 0,2-4 14 0,-1-3-13 0,1 5 28 16,6 0-3-16,0 2-10 0,-3 5-11 0,0-4 13 0,-5-1-15 15,-1 2 11-15,2-4-1 0,0-4-9 0,0 5-13 0,0-6 16 16,2 2-17-16,-2 1 23 0,1-4-3 0,-1-2-10 0,1 0 0 16,1-5 1-16,1-1-1 0,3-3 5 0,-1 0-3 15,0-2-2-15,1 0-12 0,1 0 6 0,-1-4-8 0,1 1-2 0,-1-1-6 16,2-2-10-16,0 2-39 0,0-4 9 0,0 1-17 0,2-2-23 15,-1 0-13-15,0-3-22 0,1 3-120 0,1-3-72 0,1-1-16 16,-2-4 13-16</inkml:trace>
  <inkml:trace contextRef="#ctx0" brushRef="#br1" timeOffset="31659.16">21571 2054 1209 0,'-6'6'-537'0,"-2"-3"1002"0,1-3-121 0,1 0-185 0,0 0-73 0,4 1 10 15,1-1-39-15,-1 1-18 0,2-1-1 0,3 0-12 0,0-1-10 0,4 0 21 0,1-1-22 0,1 1 39 0,0-2-9 0,0 1-12 0,1 1-4 0,-5-3 12 0,2 1-13 0,1-1 23 0,1 2-11 0,4-1-14 0,5 1-17 0,1 0 15 0,-1 2-17 0,2 0 8 0,-4 0-5 0,-2 0-10 0,2 0-5 0,-2 2 7 0,1-2-5 16,-1 1 12-16,1-1 0 0,0 0-6 0,0 0-14 0,0-1 12 16,1-1-14-16,-1 1 5 0,0-3-12 0,-1 2-11 0,0 0-39 15,-3-1-14-15,-2-2 2 0,0 1-64 0,-1-1-28 0,-1-1-24 16,-2 1-267-16,0 0 290 0</inkml:trace>
  <inkml:trace contextRef="#ctx0" brushRef="#br1" timeOffset="31891.15">21702 2266 1587 0,'-2'4'134'0,"-1"-3"61"0,3 1-36 0,0-2-36 15,4 0-45-15,0-2-45 0,3 0 22 0,0-2-31 0,4 0 22 16,0 0-11-16,2 2-18 0,1-2-14 0,-2 1 8 0,3-1-9 15,2 3 17-15,-1-1-7 0,0-1-7 0,4 0-15 16,-1 3 14-16,0-2-12 0,2-1 21 0,-1 1-5 0,1 0-9 16,0 0-24-16,-2 1-34 0,0-2 16 0,2 0-91 0,-2 1-67 15,1-3-3-15,0 1-408 0,-6-1 343 0</inkml:trace>
  <inkml:trace contextRef="#ctx0" brushRef="#br1" timeOffset="32692.61">22569 1926 987 0,'-1'0'-329'15,"-3"0"687"-15,2 0-72 0,0 0-96 0,1 0-95 0,0 0 17 16,-1 2-54-16,2 1-11 0,-1 1-7 0,0-1-12 0,1 3-22 16,0 0 23-16,2-1-24 0,0 3 36 0,-2-1-2 15,1 2-17-15,0 3 4 0,1 1 16 0,0 0-17 0,1-1 24 16,-1 1-5-16,0-3-11 0,1 1-17 0,1-2 22 0,-1 2-24 15,1 2 14-15,0 0-6 0,-1 1-15 0,0 4-8 16,-2-3 8-16,0 0-9 0,-3-1 14 0,-1-5-7 0,1-1-5 0,0 1-9 16,2-3 15-16,1 3-11 0,0-1 20 0,-1-1-3 15,1 0-12-15,-1 0-7 0,0-1 13 0,-1-3-9 0,0 0 18 16,0 0-3-16,0-2-9 0,4 1-3 0,-3-2 10 0,-2 0-7 16,5 0 18-16,-4-2-1 0,2-2-5 0,3 1-4 0,-7-6 0 15,2 0 0-15,-2-2 3 0,1 1-4 0,1-1-2 0,-1-3-10 0,0 5 3 16,2-5-2-16,0-1 8 0,0 5-4 0,0-5-3 0,1 3-1 15,0 0 2-15,1-1 0 0,0 2 6 0,0 0 0 0,0 2-3 16,2-1-8-16,-6 1 13 0,2-1-9 0,0-2 17 0,-1 1-2 16,6-4-8-16,0 3-11 0,2-1 6 0,1 1-6 0,1 1 11 0,1 2-1 15,0 1-3-15,3-1-14 0,1 3 10 0,0-1-9 0,-2 2 17 16,-1 3-1-16,-2-1-6 0,1 3-12 0,-1 0 16 0,0 1-13 0,0 1 20 16,-2 2-3-16,1 1-8 0,0 2-15 0,-1 2 19 15,-1 0-13-15,2 1 24 0,-1 1-1 0,-2-1-11 0,2 3-11 0,-1 0 12 16,-2 1-10-16,2-2 19 0,-2-1-1 0,1-1-7 0,-2-2-7 15,1 1 4-15,-1-2-4 0,0 1 4 0,1-2 1 0,-1-1-2 0,0 2-5 16,0-2 6-16,-2 0-5 0,1-1 8 0,0 0 0 0,-1 0-6 16,1-3 2-16,0 0 4 0,-1 0-3 0,0-1 2 0,1 0 4 15,2-2-1-15,-1-2-11 0,2-4 14 0,-1 3-11 0,2-4 24 16,-1 0-4-16,3-1-8 0,0-1-5 0,3-2 8 0,2-3-5 16,1-1 8-16,2-1-4 0,0 0-8 0,0 2-9 0,4 3 8 15,-2 1-6-15,0 1 10 0,-3 2-2 0,-8 2-7 0,0 0-12 0,-2 4 15 16,-1-1-11-16,4 2 20 0,-2 1-1 0,0 1-10 0,0 0-6 15,-2 1 14-15,0 1-9 0,1 3 22 0,-1-3-2 0,0 5-7 16,-1-1-6-16,2 3 1 0,-3 0-3 0,0 3 6 0,0-1-1 0,0-1 0 16,-1 3-18-16,0 3 14 0,-1-4-11 0,1 2 24 0,-1-1-4 15,0-1-10-15,0-1-14 0,-1 0 13 0,0 1-10 0,0 2 17 16,-1-5-4-16,2 2-7 0,0-2-20 0,3-2 3 0,-1 0-7 16,0 2-15-16,-1-3-11 0,2 0-13 0,-1 2-42 0,0-1-8 15,1-2-9-15,2-2-102 0,-2 0-65 0,2 0-61 0</inkml:trace>
  <inkml:trace contextRef="#ctx0" brushRef="#br1" timeOffset="33309.08">24157 1439 792 0,'-6'-1'-153'0,"3"-2"344"0,0 3-28 0,1-1-37 0,0 0-51 0,1-1 26 0,1 2-44 0,-1 0 38 0,0 0-11 0,-1-1-24 0,2 1-23 0,0 0 24 0,-1 0-32 0,1 0 24 0,-1 0 5 0,-3 0-10 0,1 1-16 0,1 1 27 0,0 2-32 0,-1-1 71 0,-2 4-16 0,2-2-12 0,-3 5-23 0,-1 2 19 0,1 0-24 0,-3 6 24 15,4 2-12-15,-2 1-18 0,-4 6-8 0,-2 1 2 0,-6 4-8 16,-6 9-3-16,0-1-4 0,-2 1-5 0,-1 3-10 15,3-6 7-15,1-2-8 0,-2 0 10 0,3-3-2 0,1 2-3 0,1-2-4 16,4-4 0-16,0-3 0 0,1-3 3 0,4-3-3 0,1 0-1 16,-1 1-10-16,2 1 3 0,-1-1-5 0,1-3-9 0,1-6 1 15,2 2-6-15,2-3-30 0,0 3-1 0,2-1-13 0,-1-4-58 16,2-1-20-16,0-2-25 0,1-3-134 0,0-3-101 0,1 0-13 16</inkml:trace>
  <inkml:trace contextRef="#ctx0" brushRef="#br1" timeOffset="33597.64">23596 1608 1181 0,'0'0'294'15,"-3"-2"-190"-15,1-2 83 0,-1 1-45 0,3 1 10 16,0 2-42-16,2 0-26 0,1 0-13 0,1 0-19 0,3 2 2 15,2 2 14-15,1 1-16 0,4 3 18 0,1 3-15 0,3 3-16 0,0 4-25 16,-1 0 14-16,-1 1-19 0,1 1 29 16,0 1-7-16,1 1-9 0,3 2-3 0,-1 0-1 0,1-4-1 15,2 2-1-15,-2-4-5 0,1 0-2 0,1 2-8 0,0-2 6 16,-2 0-6-16,-1 0 9 0,-1-4-2 0,-1 3-5 0,0-1 1 16,-2-2 0-16,-4 0 0 0,-2 1-6 0,-6-7-1 15,-2 1 1-15,-1 0-12 0,0 0-2 0,4-1-2 0,-2 1-10 0,-1-1-3 16,1 1-1-16,-1-2-33 0,0 0-2 0,-1-2-7 0,1 0-32 15,0-2-20-15,0 0-20 0,1 0-165 0,1-2-128 0,1-2-16 0</inkml:trace>
  <inkml:trace contextRef="#ctx0" brushRef="#br1" timeOffset="33977.94">24604 1567 1549 0,'-4'1'107'0,"1"-1"56"0,-1 0-46 0,2 3-23 0,1 0-24 0,1 0-42 0,0 2 15 0,2 2-26 0,1 4 21 0,-1 2-6 0,2 1-10 0,1 4-27 0,0 1 24 0,0 3-26 0,1 3 34 0,-3 0-6 0,-1 2-13 0,0 0-7 0,1-3 2 0,-1-5-3 0,2 1 4 0,0-4-3 0,0 0-1 0,-2 0-27 15,0-2 16-15,-1-2-16 0,0-1 16 0,1-3-10 0,0 1-15 16,1 0-7-16,-2 0-3 0,1-1 5 0,-1 1-51 0,-1 0-23 15,0-2-16-15,0 4-80 0,-1-4-100 0,-1 0 62 16,1-2-66-16</inkml:trace>
  <inkml:trace contextRef="#ctx0" brushRef="#br1" timeOffset="34226.22">24445 1968 1135 0,'-3'0'334'0,"-1"1"-198"16,1-1 129-16,3-1-108 0,0 1 15 0,0-1-59 0,5-1-13 16,-1 1-11-16,3-2-20 0,3 2-9 0,1-3 8 15,2 0-18-15,3 2-8 0,0-1-12 0,1 0-13 0,3-1-12 16,-2-1 7-16,-6 2-8 0,2-1 10 0,-3 2-2 0,2-4-7 16,8 3-16-16,0 1 14 0,-1 0-14 0,2-3 25 0,-4 2-6 15,0-3-7-15,2 1-27 0,-1-2-2 0,0 1-8 16,5-1-38-16,-2 1-19 0,2 0-11 0,2-3-78 0,-2 2-68 0,1 0 37 15,2-4-410-15,-2 5 385 0,0 0-51 0</inkml:trace>
  <inkml:trace contextRef="#ctx0" brushRef="#br1" timeOffset="34825.51">25307 1376 1421 0,'-6'-1'170'0,"0"-1"18"0,1 0 25 0,1 1-82 0,2 1-9 0,1 0-32 16,0 0-38-16,1 0-27 0,-1 0 6 0,1 0-13 0,0 1 1 16,0 4-3-16,0 1-7 0,0 2-1 0,-1 4 10 0,-1 1-9 15,1 3 31-15,0 4-6 0,0 3-6 0,1 6-14 16,-1 1 14-16,-1 3-17 0,-1 1 14 0,2-5-6 0,-1 0-10 15,2-1-9-15,1-1 5 0,-1 1-5 0,0 0 11 0,0-2-1 16,0-4-2-16,0-3-19 0,0-4 13 0,1-2-14 0,0 1 25 16,-1-4-1-16,2 1-9 0,-2 0-6 0,-2-2 10 0,2-1-11 15,-1 0 13-15,0-5-2 0,1 3-7 0,0-4-8 16,0-1 14-16,0 1-10 0,-1-1 22 0,1-1-1 0,0-1-6 0,0-1-13 16,0-1 10-16,1-3-10 0,1-1 12 0,3-4 0 0,-1 1-7 15,3 0-15-15,1 0 13 0,1 0-11 0,1 1 16 0,1 1 0 16,1 0-6-16,-1 1-2 0,0-1 3 0,0 0-2 0,1 0 2 15,-1 2 2-15,2 2-3 0,1-1-9 0,0 1 12 0,1 2-9 0,1-2 11 16,-1 3 1-16,0-2-6 0,1 2-5 0,-2-1 7 0,2 1-5 16,1 1 7-16,-5 1 0 0,-3 1-3 0,-2 0-10 0,-2 1 10 15,3-1-8-15,2 4 11 0,2-4 2 0,-1 5-6 0,0-1 2 0,0 0-2 16,1 2 1-16,-3 0-1 0,0 1 0 0,-3 0 2 0,0 1-19 16,-2 1 17-16,0 0-14 0,-1-1 24 0,-1-1-1 0,0 0-8 15,-1 0-4-15,-1 0 2 0,0 1-3 0,-3-1 6 0,0 0 0 0,0 0-2 16,-2 0-2-16,1 0 3 0,-3 1-1 0,-2 2 4 0,-1-4 0 15,-1 3-1-15,-2-2-7 0,0-2 9 0,0 1-8 16,-1 0 10-16,0-1-3 0,5 1-5 0,-2-2-11 0,-3 3 14 0,-3-2-9 16,-5-1 20-16,0 1-2 0,1-4-6 0,-1 1-14 0,2-2 12 15,1-2-10-15,1 0 14 0,3-3 0 0,2-1-6 0,2 2-9 16,-1-3 7-16,2 1-8 0,0 0 3 0,3-1-14 0,1 2-15 0,-1-1-39 16,3 0-4-16,0 3-8 0,2-3-48 0,0 2 11 0,1-1-11 15,1-1-73-15,0 2-52 0,0 1-18 0,0 1 9 0</inkml:trace>
  <inkml:trace contextRef="#ctx0" brushRef="#br1" timeOffset="44139.06">22638 5754 541 0,'-6'1'177'0,"0"-1"224"0,2 0-205 0,-1 0-49 0,3 1-10 0,1-1-32 0,0 1-35 15,1 1-36-15,1 1-28 0,0 1 7 0,1 1-8 0,1 2 15 0,0 1-1 0,-1 0-7 0,0 3 3 0,0 2 13 0,1-2-12 0,-1 3 9 0,0 0 4 0,2 2-4 0,-1 2-4 0,3-1 17 0,-1 3-19 0,2 3 21 0,1-2-10 0,-2 4-14 0,2-1-2 16,0-2 5-16,-1-2-5 0,1 0 6 0,-1-3-8 0,-1-1-7 0,0 0-5 15,-1-1 6-15,0-3-4 0,-1 2 12 0,0-3-5 16,-1-2-3-16,-2-2-12 0,0-2 12 0,-1-1-10 0,0-1 29 16,0 1-6-16,-2-3-10 0,1 0-9 0,-1 1 16 0,-2-2-11 0,1-2 37 15,0-2-10-15,-2 1-7 0,1-6-13 0,-1 0 6 16,0-3-6-16,0-2 7 0,1 0-6 0,-1-1-10 0,1 1-3 0,0-1 10 16,2 3-6-16,1-1 15 0,0 3-3 0,1-4-3 0,1-1-7 15,1-1 5-15,3 2-4 0,-1-2 7 0,1 0-1 0,-1 2-5 0,1-2-11 16,-1 1 10-16,3 1-10 0,0-2 8 0,0 2 1 0,1 0-6 15,2-1-15-15,1 3 19 0,-1-2-14 0,1 3 20 0,-1 1 0 16,0 1-10-16,1 0-11 0,1 2 11 0,-1 2-9 0,0 0 19 16,0 2-6-16,0 3-4 0,1-1-8 0,-2 2 2 0,-1 5-1 15,0 1 10-15,-2 2-3 0,-1 3-3 0,1 0 0 0,-1 4 5 16,-1-1-2-16,0 2 3 0,-1 0-2 0,0 0-5 0,0 3-3 0,1-2 7 16,-2 1-4-16,0-3 12 0,1 0-2 0,-1-5-6 0,2-2-4 15,-2 0 4-15,0-2-4 0,1-2 8 0,-2 0 0 0,1-1-4 16,-2 0-9-16,0-1 15 0,1-3-11 0,-2 2 18 0,1-2-1 15,-1 0-7-15,0-3-7 0,0-2 7 0,-1-1-5 0,1-3 11 0,-2-2-2 16,2-1-6-16,-1-6-3 0,1 0 0 0,3-1 0 0,0-1 0 16,1 1 0-16,3-1 0 0,3 0-14 0,4 1 16 0,-1 1-10 15,3 4 19-15,-4 0-1 0,2 3-10 0,-7 2-9 0,-2 1 17 16,1 2-14-16,-3 0 19 0,5 5 0 0,0 1-7 0,0 0-13 0,0 3 15 16,-1 2-11-16,1 0 22 0,0 3-2 0,0 1-10 0,1 2-12 15,0 3 15-15,-2-1-11 0,-1 1 24 0,-1-1-9 0,2 2-11 16,1 1-11-16,-1 0 9 0,0 0-5 0,0-2 16 0,-1-1-3 15,0-1-8-15,1 2-6 0,-1-1 5 0,0 1-7 0,0-1-10 16,0 0 1-16,1 2-7 0,-1 1-27 0,0-1 19 0,-2-2-22 16,1-3-20-16,-1-5-11 0,1-2-30 0,-2 1-49 0,0-3-14 0,1 1-11 15,-2-2-123-15,1-1-23 0,0-7-43 0</inkml:trace>
  <inkml:trace contextRef="#ctx0" brushRef="#br1" timeOffset="44357.89">23541 5632 1478 0,'-1'0'173'0,"1"-1"8"0,1-2 8 0,0 1-69 0,4-2-26 0,2-1-23 0,-1 2-35 0,3-1-27 0,1 0 15 0,1-1-20 0,-1-3 10 0,-7 3-4 0,2-1-9 0,-2 0-1 0,0 0 3 0,5 3-4 0,0-1 6 0,0 1-2 0,1 2-2 0,-1 1-8 0,1-1-10 0,0 1 3 0,0-2-41 0,0 2-16 15,-3 0-5-15,1-1-73 0,-1 2-92 0,-2 1 53 0,1-1-315 16,0 0 291-16,2 0 7 0</inkml:trace>
  <inkml:trace contextRef="#ctx0" brushRef="#br1" timeOffset="44537.06">23549 5820 1697 0,'-14'9'-897'0,"8"-4"1572"0,4-4-182 0,1 2-321 15,1-2-61-15,0 1 19 0,2-1-49 0,2-1 3 0,4 1-21 16,1-1-20-16,1-1-33 0,1 0 5 0,1-1-13 0,0 0 13 16,-6 0-3-16,-1 0-5 0,3-3-6 0,-1 0-1 0,7 0-1 15,6-4-21-15,1 0-22 0,0-2-12 0,3-1-77 16,-4-1-59-16,1-3 25 0,3 0-331 0,-2 0 303 0,4 1-35 0</inkml:trace>
  <inkml:trace contextRef="#ctx0" brushRef="#br1" timeOffset="45088.46">24572 5354 818 0,'-10'-5'270'0,"2"-1"-145"0,-6-1 129 15,-1 2-118-15,1-1 29 0,1 2-60 0,0-1-12 0,-1 3-11 16,-2-1-29-16,1 0-27 0,-1 2 23 0,1-1-31 0,-2 2 32 16,4 2-10-16,-2-1-15 0,0 2-3 0,-1-1-3 0,0 2-1 15,-1 1-1-15,3-1-2 0,0 1-1 0,-1 0-2 16,1 2 6-16,2-4-6 0,-1 3 6 0,2-3-2 0,1 2-6 0,-1-1-4 15,2 0 3-15,2-1-5 0,1-1 1 0,4 2 1 16,1-3-5-16,1 3-10 0,0 0 18 0,3-1-16 0,2 0 25 16,1 1 0-16,3-1-8 0,-2 2-3 0,2-1 10 0,0 2-9 15,-1-1 8-15,0 3-4 0,1 0-9 0,1 2-2 0,-1-1 3 16,0 1-3-16,0 0 6 0,0-1-1 0,0 2-2 0,0 0-14 16,1-1 14-16,1 4-12 0,1 3 14 0,0 0-2 0,-1 2-11 0,0-1-11 15,0-3 14-15,-1-3-12 0,0-1 12 0,-2 1 3 0,0 1-6 16,-2 2 1-16,-1-2 6 0,-2-2-3 0,-2 1 9 0,0-3-3 15,-1 0-3-15,-1 0 5 0,-2 0-2 0,-2-2 4 0,0 0 6 16,-2 0-2-16,-1 1 1 0,-1-1-12 0,-1-2 13 0,-1 2-10 0,-3-2 19 16,0 1-2-16,-2-3-9 0,-2 1-8 0,1-2 12 0,0 0-11 15,1-2 11-15,0 0-3 0,0 0-7 0,-2-1-17 0,0 0 18 16,-1-2-14-16,0 0 22 0,3 0 0 0,3-1-8 0,0-1-14 16,3 1 11-16,0-3-11 0,7 4 8 0,1-3-7 0,-1-1-11 0,2-1-26 15,-4-2-1-15,1 0-5 0,2-2-34 0,2-2-15 16,0-5-20-16,6-3 19 0,0-4-65 0,0 0 43 0,1-1-144 0,2-2-14 15,2 3-6-15</inkml:trace>
  <inkml:trace contextRef="#ctx0" brushRef="#br1" timeOffset="45321.45">24596 4923 677 0,'-1'1'422'0,"1"-1"147"0,0 1-361 0,1 0-7 0,0 3-32 0,-2 0-32 0,0 5-49 0,-1 4 8 0,8 1-30 0,2 5-2 0,1 4-13 0,0 5-14 0,1 8-23 0,0-4 12 0,-2 2-17 0,3-1 15 16,2-4-5-16,-2 1-11 0,1 0-3 0,-3-5 4 0,0-2-6 0,0-3 2 0,-2-2 0 0,1-1-1 0,-3 0-4 0,1-3 2 0,0 2-4 0,-2 1-10 0,1-3 2 0,-1-1-5 0,-1-2-26 0,1-3-6 0,-1-2-5 0,3 0-64 0,-2-3-42 15,3-1-13-15,2-4-177 0,3-1-115 0,2-6-9 0</inkml:trace>
  <inkml:trace contextRef="#ctx0" brushRef="#br1" timeOffset="45606.52">25048 5216 937 0,'-14'24'255'0,"1"-3"-152"0,2 0 88 0,-1 5-82 0,-1 0 28 16,3-1-62-16,1 2 7 0,4-4-13 0,2 0-21 0,3-2-15 15,2-3 24-15,3-6-27 0,4 2 34 0,2-5-10 16,3 0-19-16,3-2-15 0,1-2 15 0,3-1-19 0,3-4 27 15,-8-2-9-15,2-3-10 0,4 0-18 0,-1-2 15 0,4 0-17 16,1-3 27-16,-7 1-6 0,-2-3-11 0,-2 0-7 0,-1-1 6 16,-2-1-7-16,0 1 17 0,0 0-2 0,-2 2-4 0,-2-3 16 15,-4 2 9-15,-2 2-4 0,-2 0 17 0,-2 1-6 16,-2 0-8-16,-4-2-26 0,-1 2 15 0,-2 2-19 0,-1-1 18 16,1 0-9-16,0 1-11 0,-3-1-15 0,0 2 7 0,-2-2-5 0,-2 0 9 15,0 1-2-15,0 0-4 0,-1-1-16 0,1 2 8 0,1 1-10 16,4-1 1-16,0 2-10 0,7-1-15 0,1-2-42 0,2 2-2 15,1-1-10-15,-2 2-61 0,3-3-32 0,3 0-35 0,5-1-241 16,4 0-51-16,-2-1-60 0</inkml:trace>
  <inkml:trace contextRef="#ctx0" brushRef="#br1" timeOffset="45834.98">25384 5193 554 0,'0'19'343'0,"0"-1"130"0,0-1-305 0,0 2-22 16,1 0-26-16,0 0-40 0,1 4-45 0,1 0 20 16,0 0-32-16,0 9 34 0,0-2-23 0,0 0-20 0,-1 4-21 15,1-6 14-15,0 0-10 0,1 5 26 0,2-4-35 16,-1-1-18-16,0 0 38 0,0-5-8 0,-1-3 31 0,2 0-19 16,-1-5-6-16,0-2-12 0,-2 1-20 0,-1-3-29 0,1 1 15 15,-2-2-15-15,-1-1 9 0,0-3 35 0,-1 0-71 16,-2-3-24-16,2-1-1 0,0-2-159 0,1 0-52 0,0-2-30 0</inkml:trace>
  <inkml:trace contextRef="#ctx0" brushRef="#br1" timeOffset="46135.39">25372 5465 718 0,'-19'-33'-175'0,"6"14"412"0,3 2-32 0,1 2-42 16,0 1-26-16,4 1 28 0,1 2-45 0,1-2 29 0,2-1 2 15,1 1-21-15,1-2-71 0,1-1 44 0,1 0-72 0,3-2 46 16,0-3-21-16,0 1-22 0,4-5-32 0,-1 2 30 0,3 3-28 15,-1 3 37-15,0 4-11 0,0 6-23 0,2 0 2 16,-2 1 4-16,0 3-4 0,2 3 5 0,-3 3-4 0,2 3-2 16,1 4-1-16,0 2 7 0,0-2-4 0,3 3 19 0,1-1-4 15,0 3-10-15,1 5-14 0,-7 0 10 0,-2-1-13 16,2 1 10-16,-3-2-4 0,4-1-4 0,1 0-6 0,-4-7 6 16,0 1-3-16,-3 0 8 0,-1-1-1 0,-2 0-4 0,-3 0-4 15,-2 0 4-15,-5 1-3 0,-2 0 7 0,-2-1-1 0,0 2-2 0,-3 0-15 16,0 0 17-16,3 1-13 0,-2-1 24 0,-1-3 1 0,-2 0-10 15,-3 0-22-15,-1-3 17 0,3-2-18 0,1 0 15 0,1-3-13 0,4-1-14 16,0-4-36-16,2-2-5 0,1-3-7 0,4-3-53 0,2-1-22 16,2-3-27-16,6-1-143 0,2-1-37 0,2 2-4 0,4 0 170 15</inkml:trace>
  <inkml:trace contextRef="#ctx0" brushRef="#br1" timeOffset="46602.75">25926 5230 488 0,'-1'0'203'0,"0"0"-93"0,1-1 114 0,0-1-90 0,0 1 3 0,1-1-40 0,2-1-34 0,0-1-9 16,1 0-15-16,3-2-18 0,-1-1 16 0,2 1-19 0,-1-2 30 0,2-1-4 0,0 0-11 0,2-1-1 0,-3 0 12 0,3-2-14 0,-1 0 16 0,1 3-11 0,0-2-7 0,0 1-11 0,-1-1 14 0,-2-2-14 0,-2-1 25 0,0 2-12 0,-9-1-11 0,1 2-8 0,-2-1-3 0,-3 1 0 0,9-1-1 15,-2 2 2-15,0-1 4 0,-1 0-10 0,-8 2 13 0,-1 2-13 16,-5 2 18-16,1-1 1 0,-1 4-7 0,-3 1-5 0,4 1 9 15,-2 1-11-15,0 4 11 0,2 0-1 0,0 3-4 0,-1 3-19 16,1 1 22-16,-2 2-17 0,2 1 29 0,0 1-1 0,2 2-8 0,3 2-8 16,2 1 23-16,2 3-15 0,2-4 41 0,2 2-4 0,1-1-8 15,2 0-13-15,3 2 16 0,3-2-14 0,2-3 17 0,4-4-10 16,3-1-13-16,2-2-14 0,3 0 10 0,2-3-10 0,3-1 6 16,5 1-2-16,0-3-12 0,3 1-13 0,-6-1 9 0,-2 0-9 15,-1-1 12-15,-2-1-1 0,5-2-4 0,-2-1-17 0,-3 0 12 16,-2 0-14-16,-1 0 13 0,-1-1-7 0,-1-2-9 0,0 1-34 0,-3-1-6 15,-1-2-11-15,-2 1-79 0,-1-1-32 0,-3 1-36 0,1-1-277 16,-1 2 306-16</inkml:trace>
  <inkml:trace contextRef="#ctx0" brushRef="#br1" timeOffset="47903.93">26778 4757 523 0,'-3'3'185'0,"1"-2"215"0,0 1-235 0,2-1-22 0,-1 0-44 0,1-1 2 0,0 1-25 0,2-1-31 0,0 0-28 0,2 0 20 0,-1-1-22 0,3-1 31 0,-1 0-1 0,2 0-10 0,0-1-17 0,2 1 15 0,0-3-22 0,1 1 25 0,1-1-6 0,0-1-8 0,2 0-12 16,-1 0 12-16,-1-1-15 0,1 1 6 0,1-1 1 0,0 2-5 0,1 0-22 15,-1 0 18-15,1 3-21 0,-2-4 27 0,-3 3-2 16,0 1-12-16,-1 0-10 0,0-1-2 0,-2 3-5 0,-1-1-31 16,-1 1-13-16,-2 0-1 0,0 2-68 0,-1 2-19 15,0 0 12-15,-1 3-55 0,-2-1-3 0,-2 2-7 0,-2 2-96 0,-2 0 167 16</inkml:trace>
  <inkml:trace contextRef="#ctx0" brushRef="#br1" timeOffset="48075.75">26757 4967 1017 0,'-4'8'271'0,"3"-5"-167"0,0-2 83 16,1-1-52-16,3-1 18 0,1-2-51 0,3-3 13 0,2-2-24 15,1 0-22-15,4-2-50 0,0 0 12 0,1 1-24 0,2 0 15 16,-1 1-7-16,-2 2-14 0,1-1-7 0,-1 1 8 16,0 1-6-16,3 0 4 0,-2 2-12 0,1-1-9 0,2 1-49 15,-2 0-21-15,0-1 4 0,1 0-113 0,0-1-58 0,-7 1-14 16,3-3-159-16,0 2 197 0</inkml:trace>
  <inkml:trace contextRef="#ctx0" brushRef="#br1" timeOffset="48605.06">28007 3936 550 0,'-12'-4'219'0,"3"1"-101"0,-1 1 127 0,-3-2-117 0,2 0 40 15,0 1-65-15,-1 0 28 0,4 0-19 0,-1 0-34 0,1 2-13 16,-1-1 7-16,1 0-19 0,0 2-4 0,0 0-6 0,2 0-12 16,-1 0-20-16,0 4 17 0,0 0-20 0,-2 2 24 15,2 5-9-15,-2 1-14 0,0 5-9 0,1 1 13 0,0 2-13 0,0 5 28 16,1-1-6-16,0 2-7 0,2 1-13 0,-2-1 14 0,3-2-13 16,0-1 22-16,2-4-7 0,0-3-8 0,2 5-3 15,0-7-2-15,1 0 1 0,1-2 4 0,2-2 1 0,0-1 2 16,1 1-13-16,0-2 9 0,0-1-10 0,0 0 12 0,0-3 1 15,-1-1-5-15,1 0-16 0,-2 0 18 0,-1-3-15 0,2 1 24 16,-3-1-3-16,0 0-11 0,0 0-5 0,-1-1 12 0,0-1-9 16,-1 0 22-16,0-2-9 0,-1-1-11 0,-3-2-4 0,1 1 10 0,-2-2-4 15,0 1 26-15,0 0-6 0,-1 0-7 0,1-2-15 0,0 2 12 16,0 2-12-16,1-1 13 0,0 2-5 0,1-3-10 0,0 4-10 16,2-3 11-16,-1 3-9 0,1-2 11 0,2 1-4 0,-1 0-7 15,1-1-28-15,0 0 4 0,0-3-10 0,1 0-13 0,1 1-4 16,1-4-14-16,1 1-45 0,2-1-3 0,-1 2-15 0,2-4-71 0,1 1-42 15,1-1-41-15,1-3-115 0,1-1 38 0,3 3-32 0</inkml:trace>
  <inkml:trace contextRef="#ctx0" brushRef="#br1" timeOffset="48845.17">28064 4015 853 0,'0'26'-269'0,"2"-14"559"0,-1-1-49 0,0-2-79 0,2 0-57 0,1 1 25 0,0 0-56 0,1 2-18 0,0-2 7 0,0-1-10 0,0-3-33 0,0-3 7 0,-1-2-24 0,1 0 18 0,-1-1-15 0,0 2-8 0,-1-2-35 0,0 0 3 0,1-2-6 0,-2 0-4 0,0 0 3 0,-2 0-2 0,0-3 2 0,-3-2-15 0,-2-3 13 0,0-4-37 0,-1 2 13 0,-1 1 6 0,0-4-25 15,0 1-17-15,0-2 3 0,-1-3-123 0,4 1 70 0,-1-1 18 0</inkml:trace>
  <inkml:trace contextRef="#ctx0" brushRef="#br1" timeOffset="48972.07">28073 3834 762 0,'-7'-3'273'16,"1"-1"-119"-16,1 0 132 0,-1 0-118 0,-1 0 26 16,-1 0-85-16,-6 2-17 0,0 1-29 0,1-1-32 0,1 1-19 15,2 0 0-15,2-1-2 0,3 1-5 0,1 0-14 0,2 0-5 16,3-2-70-16,4-1-15 0,2 0 0 0,4-2-94 0,2 2-45 15,5-4-17-15,6 1-90 0,0 0 151 0</inkml:trace>
  <inkml:trace contextRef="#ctx0" brushRef="#br1" timeOffset="49539.82">28371 3706 662 0,'-9'3'254'0,"-2"0"-4"16,2-1-6-16,-1-1-102 0,-2 2-14 0,2 1-32 0,1 0-35 0,0-1-34 15,3 3 9-15,0-4-15 0,2 3 21 0,0-1-12 16,3 1-10-16,-1-1-15 0,1 2 10 0,0 1-10 0,1 1 17 16,0 1-4-16,0-1-8 0,0 4 8 0,0-2 11 0,1-1-7 15,1 1 21-15,0-2-4 0,2 1-9 0,1-1-19 16,1-1 22-16,2 1-24 0,1 0 24 0,2-1-10 0,-1 2-16 16,1 0-14-16,0 0 11 0,0 2-11 0,-1-1 21 0,-1-2-4 15,0 1-8-15,0 2-2 0,-2 1 2 0,0-1-2 0,-1-2 1 16,-1-4 1-16,0 2-2 0,-1 2-5 0,0-2 5 0,-2 2-4 15,-1-1 10-15,-1-3-6 0,0 1-1 0,-2 2-7 0,0-3 2 0,-3 2 1 16,1-2 8-16,-2-1-3 0,-1-2-7 0,1-1-12 0,-2 1 14 16,0-2-10-16,0-3 15 0,0 1-4 0,0-2-12 15,0-1-4-15,2-2 10 0,0 2-6 0,2-3 15 0,0 5 1 0,2-1-5 16,1 1-5-16,1 1 12 0,0 0-8 0,1 0 18 0,1 0-2 16,3-1-6-16,0-3-12 0,2 4 13 0,2-3-10 0,1 1 24 0,1-1 0 15,2 0-6-15,2 0-13 0,2-3 16 0,1-1-15 0,4 0 14 16,0-1-4-16,1 0-14 0,1 1-6 0,-6-2 12 0,-2 1-8 15,1-1 15-15,0 2 1 0,7 0-6 0,-1 0-17 0,-1 0 15 0,-3 0-15 16,-3 0 20-16,-1-1 0 0,-4 1-7 0,0-2 0 0,-2 0 0 16,-1 1-1-16,-1-1 2 0,-2 1 0 0,0-1 3 0,-2 0-18 15,-1 0 18-15,-1 1-13 0,-1-1 25 0,-1 2-1 0,-1 2-11 0,-2 0 3 16,0 2 2-16,0 1-2 0,-1 2-1 0,0 2-1 16,0 0-5-16,0 1-5 0,-2 3 11 0,0 1-9 0,-1 1 7 0,1 5 1 15,-3 1-6-15,0 1-12 0,0 1 14 0,-1 0-10 0,2 3 26 16,0-4 3-16,1 1-5 0,1-3-15 0,4 2 19 0,3-3-16 15,1 1 28-15,4-4-3 0,1 1-6 0,3 0-5 0,1-1 2 16,3 0-4-16,-1-2-4 0,2 0 2 0,0-1-4 0,1 0-16 16,1-2 13-16,-1 0-12 0,2-2 11 0,0 0-12 0,0 0-12 0,-1 0-33 15,-2-2-7-15,0 1-2 0,-2 0-33 0,0 0-11 0,-2-1-15 0,2 1-82 16,-1 1-49-16,-1 1-2 0,1 1-224 0,-1 0 273 16,-3 2-15-16</inkml:trace>
  <inkml:trace contextRef="#ctx0" brushRef="#br1" timeOffset="50574.06">27870 4621 1434 0,'-10'1'-221'0,"4"-4"471"0,1 1-46 0,1-3-63 0,3 3-50 0,0-3 18 0,1 1-41 16,2-2-5-16,3-2-8 0,-1 2-19 0,3-1-18 0,1 2 18 0,1 1-23 0,2-2 32 0,2 2 2 0,0-2-7 0,7-3-14 0,1 1 29 0,4-1-33 0,9-4 39 0,-3 3-9 0,0-3-20 0,7-1-5 0,-1-2 12 0,2 0-15 15,14-2 18-15,-7 3-8 0,4 0-11 0,8 1-14 16,1 1 10-16,1 3-12 0,4-1 13 0,-6 0-6 0,-5-2-7 0,7-2-4 16,-4-1 6-16,0 1-5 0,8 1 9 0,-8 0-5 15,-6 3-7-15,0-1-9 0,-7-1 6 0,-4 3-6 0,1-1 4 16,-8 2 0-16,-5 0-6 0,-2 2-8 0,-4 2-5 0,-2 0-2 16,-4 1-30-16,-6 2-2 0,-4 1-7 0,-3 1-45 0,-2 0-10 0,-2 0-7 15,-1 3-54-15,-3 1-25 0,-2 3-22 0,-1 2-189 0,-2 3-47 16,1 6-42-16</inkml:trace>
  <inkml:trace contextRef="#ctx0" brushRef="#br1" timeOffset="51143.9">28291 4825 860 0,'-6'-7'-405'0,"2"2"781"15,0 2-89-15,-1-2-134 0,0 1-57 0,-2-1 27 0,1 1-49 0,-2-2 26 0,1 3-5 0,0-1-20 0,-3 0-19 0,1 1 10 0,0-1-25 0,-1 2 17 0,2 1-8 0,0 0-4 0,-2 1-7 0,-1 2 6 0,-1 1-9 0,0 2 11 0,1 0-20 0,-2 4-12 0,0 3-10 16,1 1 3-16,-1 1-1 0,5 4 11 0,2-2-4 0,-1 5-6 0,-2 0-7 0,-3 2 13 0,0 1-11 0,2 1 21 0,5-3-13 0,0 1-11 0,3-3 9 0,1 0-2 0,1-2 7 0,3-2-6 16,0 0 0-16,3-6-3 0,1-1-5 0,0-3 6 0,0 1-6 15,-1 2 8-15,0-3-2 0,-2-1-5 0,-1 1-5 0,0-3 5 16,-1-2-3-16,-2 1 15 0,1-2-2 0,-1 0-1 0,0 1-8 16,-1-1 5-16,-2-3-2 0,1-1 9 0,-1-3 0 0,-1-1-6 0,-2-1-22 15,0-1 21-15,0 1-19 0,0 4 28 0,-1-2-3 0,2 2-12 16,0 0-7-16,1-3 6 0,-1 1-5 0,1 0 11 0,0 4-2 15,0-4-3-15,-1 3-6 0,2-1 3 0,-1 3-4 0,0-2-4 16,1 0-5-16,1 1-8 0,-2 1-24 0,2-3 9 0,1 2-10 0,0-2-6 16,1 2-16-16,0-2-20 0,2 0-65 0,1-1-40 0,2-2-3 15,2-1-183-15,1 0-23 0,4 0-32 0</inkml:trace>
  <inkml:trace contextRef="#ctx0" brushRef="#br1" timeOffset="51578.78">28299 4810 572 0,'-3'3'267'0,"1"-1"65"16,-1 1-153-16,0 1-19 0,2-1-29 0,-1 2-32 0,0 2-32 15,2-1 14-15,0 3-27 0,2 1 23 0,0 1-14 0,1 2-12 16,1-1-14-16,0 2 21 0,3 0-22 0,1 2 31 15,1-1-13-15,1 1-18 0,1-2-10 0,0-2 11 0,0 0-14 16,4 0 6-16,-2-4 1 0,1 1-13 0,2-1-17 0,-2-4 24 16,2-1-27-16,-1-1 26 0,-1-1-9 0,1-1-9 0,-2 0-9 15,0 0 11-15,-3-2-7 0,-1-3 18 0,-3 0-4 0,0-3-10 16,-1-1-9-16,-2 0 16 0,-1-3-13 0,0 1 19 16,0-1-4-16,-7 0-10 0,-1-3-9 0,2 0 9 0,1 0-8 0,3-2 11 15,2 0 0-15,0 1-6 0,0 0-7 0,2 2 9 0,-1 0-8 16,2 2 14-16,-2 3-2 0,0 0-6 0,2 0-15 0,-2 4 15 15,0-1-11-15,0 4 27 0,-1-1-4 0,0 2-9 0,0 0-8 16,1 1 17-16,-2 0-12 0,1 0 25 0,0 2-1 0,-1 1-10 0,3-1-7 16,-2 4 9-16,0 1-8 0,3 1 10 0,-1 2-4 15,1 2-6-15,2 0-13 0,-2 1 10 0,1 0-9 0,1 0 13 0,-1 1-4 16,2-3-5-16,-1 1-16 0,0-1 8 0,-2 0-11 0,2-2-2 16,0-3-8-16,-1 0-11 0,2 2-57 0,1-1 4 0,-1-4-10 15,0 3 47-15,-1-4-25 0,-1-1 2 0,0-1-125 0,0-1-68 0,-1-3 2 16,3-1-293-16,1-1 325 0,1-3-24 0</inkml:trace>
  <inkml:trace contextRef="#ctx0" brushRef="#br1" timeOffset="51931.6">28899 4820 976 0,'-7'12'176'0,"0"-2"262"0,1 0-225 0,1-2-43 0,1 0-47 15,0-1-63-15,3-2 15 0,0 1-35 0,1-3 15 0,0 1-8 0,0-3-13 0,1 2-20 0,0-2 21 0,-1-1-23 0,0 0 41 0,0 0-7 0,0-1-11 0,0-2-23 0,0 1 18 0,-1-3-22 0,0-2 31 0,-1 2-11 0,1-2-12 0,1-1-13 0,0 0 18 0,0-1-15 0,1-1 26 0,1 0-7 16,1 0-14-16,2-3-7 0,2 0 15 0,-1 0-15 16,3-2 21-16,1 1-4 0,1 0-9 0,2-6-12 0,0 5 13 15,2-2-14-15,2 2 26 0,-1 2-4 0,0 2-9 0,1 6-4 16,-3-1 8-16,-5 5-8 0,-4 1 11 0,1-1-4 0,-2 1-6 15,7 2-8-15,-1 5 9 0,0-3-7 0,0 2 12 0,0 3-2 16,2 0-6-16,1 6-10 0,-1 2 8 0,-1 0-5 0,-2 1 14 0,-1-2-3 16,0 0-5-16,0-1-6 0,-1 0 0 0,-1-3 0 0,0 1-3 15,-2-3-5-15,0-1-3 0,-1 2-18 0,1 0 2 16,-3-2-4-16,1 0-13 0,-1 0-8 0,-1-1-11 0,1 1-57 0,-1-1 4 16,0 0-23-16,-1-1-120 0,1-1-115 0,3-3-98 0</inkml:trace>
  <inkml:trace contextRef="#ctx0" brushRef="#br1" timeOffset="53443.88">29594 3936 550 0,'-5'1'192'0,"2"-1"234"0,0 1-259 0,2 2-45 0,-1-2-31 0,1 0-14 0,1 1-7 0,0-2-18 0,1 0-4 0,2 0 16 0,0 1-21 0,2-1 16 0,1-1-8 0,0 1-9 0,3-3-13 0,0 0 7 0,1 0-13 0,2-1 11 0,-2 0-7 0,2 0-7 0,-2-1-21 0,1 2 11 0,-1 0-13 16,2-1 20-16,-1 1-8 0,-4 1-10 0,4 0 3 0,-5 1-2 16,1 1 4-16,-1 0 0 0,-1 0-3 0,0 0 0 0,0 0-15 0,-1 1 5 15,0 1-7-15,-2 0 0 0,2-1-9 0,-3 1-9 0,1 3-34 16,0-3-11-16,0 4 7 0,-2-1-42 0,1-3 4 16,-1 5-9-16,0-4-75 0,0 3 1 0,-1-1-27 0,-2 0-67 0,1 2 165 15,0 0-14-15</inkml:trace>
  <inkml:trace contextRef="#ctx0" brushRef="#br1" timeOffset="53588.88">29672 4133 600 0,'-5'7'245'15,"3"-1"-108"-15,-1-5 132 0,2 1-79 0,1-2 14 0,0 0-51 16,0 0-26-16,1 0-24 0,3-1-34 0,-1-1-46 16,3 0 19-16,0-2-33 0,1 1 10 0,1 0-7 0,0-3-12 15,0 0-7-15,0 1 0 0,0-1-1 0,3 0-12 0,-1-1-22 16,0-1-8-16,3 0-134 0,0 0-89 0,1-2 34 15,7-3-45-15</inkml:trace>
  <inkml:trace contextRef="#ctx0" brushRef="#br1" timeOffset="55546.12">30454 2984 968 0,'-7'0'-313'0,"4"0"635"0,1 0-66 0,-1 0-96 0,2-1-66 0,1 1 18 0,0-1-45 0,0 1-6 0,0-1-23 0,1 1-24 0,-1-2-2 0,2 2-3 0,-1 0 4 0,0 0-2 0,-1 0 5 0,0 2 1 0,1-1-6 0,-1 1 24 0,0 0-22 0,0 1 52 0,-1 1-3 0,-1-1-10 0,-2 1-19 0,2 0 20 0,-3 1-26 0,2 0 27 0,-1 1-13 0,0 1-11 0,0 3-21 15,0 0 10-15,0 2-13 0,-2 3 12 0,2 0-3 16,-1 5-7-16,1 3-8 0,-1 1 4 0,0-2-6 0,0 5 11 16,1-3-1-16,-1 0-5 0,0 4-3 0,-1-3 1 15,-1-4-1-15,1 0 8 0,0-4-2 0,0-1-3 0,2 1-12 0,-2 0 12 16,1-2-9-16,0-1 14 0,1 0 0 0,-1-1-8 0,2 0-10 16,0-2 13-16,1-2-10 0,0 0 18 0,1-1 0 0,-1-2-6 0,0 1-5 15,1-1 0-15,1-2-2 0,-1-2 6 0,1 2-1 0,0-2 1 16,0-2-12-16,0 0 11 0,0 0-6 0,0 0 19 0,0-2-2 15,0 0-9-15,0-2-11 0,0-3 9 0,1 1-9 0,0-3 14 0,1 0-5 16,0 0-1-16,-1-2-21 0,1-1 19 0,-1 1-13 0,2-2 32 16,-1 0-9-16,0 1-16 0,0-4-4 0,2 0 10 0,-1 0-5 15,-1-3 18-15,2 1-8 0,-2-2-5 0,-1 0-4 0,1-3 1 16,-1-1 1-16,2-5 7 0,-2 4 1 0,0 1-5 0,0 0-16 16,0 4 18-16,-1 1-16 0,1 0 19 0,0 2 0 0,1 2-7 0,-2-1-5 15,1 3 6-15,-1 3-3 0,0-1 9 0,0 2 2 0,0 1-1 16,0 2-7-16,0-1 3 0,0 3-3 0,-1 1 11 0,1-1-5 15,0 2-2-15,-2 1-3 0,2 1 3 0,0-1 0 0,0 1 9 16,0 0-8-16,0 0-7 0,0 0-8 0,0 0 11 0,0 0-4 16,2 2 21-16,-1 1-4 0,0 1-8 0,1 1-7 0,0 3 9 0,2 1-6 15,1 0 16-15,0 1-2 0,0 1-7 0,2 2-13 0,0 0 14 16,1 2-12-16,0 1 18 0,1-2-4 0,0 2-10 0,0-2-12 16,1 2 13-16,0-1-9 0,1-3 21 0,0-2-4 0,-1 1-10 0,2 1-8 15,0 1 12-15,1 2-9 0,0-1 13 0,0-1-1 16,-3 0-9-16,-4-2-18 0,-2 2 18 0,0-3-15 0,-1 1 24 0,5-4-1 15,-1 0-9-15,1-1-14 0,-2 1 8 0,0 0-11 0,0 0 9 16,-3-1 5-16,0 0-2 0,0 2-3 0,-1-3 11 0,-1 2-8 16,0-1 15-16,-1-2-4 0,0 2-6 0,0-2 0 0,-1 0 0 0,0-2 1 15,-3 4 3-15,2-4 1 0,-1 1-1 0,-1-1-8 0,1 1 7 16,0-2-6-16,-2 0 11 0,2-1 2 0,-3 2-3 0,1-2-10 16,-2 1 9-16,0 0-10 0,0 1 9 0,1-1-1 0,2 1-3 0,-1 0 1 15,-1 0 0-15,-3 2 0 0,-8 0 2 0,0 1-2 0,-1-1 0 16,-1 2-14-16,1-1 17 0,0 0-11 0,0 2 22 0,4-3-6 15,-1 2-11-15,2-2-3 0,0 1 3 0,2-2-1 0,0 1 8 16,2-1 1-16,1-1-2 0,0-1-11 0,3 1 8 0,-1 0-7 16,0-1 14-16,3-1-7 0,0 1-7 0,0-1-34 0,0 0 7 15,2 2-12-15,-1-2-2 0,1 0-7 0,-1 0-15 0,2 0-58 16,0 0-11-16,0-2-12 0,3 0-80 0,0-3-5 0,2 0-22 0,2-3-145 16,5 0 246-16</inkml:trace>
  <inkml:trace contextRef="#ctx0" brushRef="#br1" timeOffset="55831.79">30655 2911 1516 0,'-13'0'-223'0,"6"0"516"0,2 0-50 0,3 0-55 0,2 0-90 0,0 2 23 0,2-1-54 0,4 2 23 0,0-2-13 16,1 1-16-16,2 1-36 0,0 1 17 0,3 0-27 0,-1 1 18 0,1-1-8 0,1 2-14 0,0 0-8 0,1 1 9 0,0 0-9 0,2 1 8 0,-2 1-5 0,1 0-4 0,-1 1-3 0,-2-1 2 0,-1-2-1 0,0-1 4 0,-1 0-3 16,-1 0-4-16,0-1-18 0,-1 0 0 0,0-1-5 15,0-2-44-15,0 1 0 0,0-3-16 0,2 0-57 0,-1-2-26 0,0-3 1 16,1-1-210-16,2-3-31 0,3 1-6 0</inkml:trace>
  <inkml:trace contextRef="#ctx0" brushRef="#br1" timeOffset="56047.14">31065 2751 1319 0,'-8'0'-363'0,"2"3"744"0,1-1-71 15,-1 4-108-15,-3 0-66 0,7 3 23 0,-1 0-56 0,-2 4 8 16,3 0-16-16,-6 2-25 0,1 3-17 0,2-2 22 0,-2 4-29 15,4 1 23-15,0-1-14 0,2 4-21 0,1 4-23 16,-1-1 8-16,1 0-13 0,0 2 9 0,0-4-4 0,3 0-7 0,1 5-10 16,-2-9 9-16,1 4-9 0,0-1 4 0,-1-3-8 15,0 0-15-15,2-1-6 0,-3-5 2 0,1-4-1 16,0 2-30-16,2-4-36 0,0 0-13 0,-2-1-146 0,2-2-131 0,-1-1 71 16,3 4-59-16</inkml:trace>
  <inkml:trace contextRef="#ctx1" brushRef="#br1" timeOffset="48964.46">33603 6342 0</inkml:trace>
  <inkml:trace contextRef="#ctx1" brushRef="#br1" timeOffset="54697.8">33677 7207 0,'0'0'0,"0"0"0,0 0 16,81 93 0,-73-86-16,-2 1 15,-1 0-15,-2 0 0,-1-1 16,0-1-16,-2 0 16,0-1-1,0-3-15,-2 2 16,1 0-16,0-1 15,0 0 1,0 0-16,0 0 16,0-2-16,0 1 15,-1 0 1,1 0-16,0 0 16,0-1-1,1 0-15,0 0 16,0 1-1,0-1-15,0 0 16,-1-1-16,0 0 16,1 0-1,0 0-15,0 0 16,0 0 0,0 0-16,0 0 15,0 0-15</inkml:trace>
  <inkml:trace contextRef="#ctx0" brushRef="#br1" timeOffset="72164.59">30070 3927 393 0,'2'0'102'0,"2"-2"111"0,0 1-115 0,3 0-12 0,1-2-20 0,2 1 11 15,3-1-4-15,3 1-10 0,1-1-32 0,0 0 32 0,0 1-29 16,-2-2 46-16,1 1-9 0,0 0-11 0,-1-3-11 0,1 3 6 16,2-2-3-16,-1-2 18 0,1 1-13 31,1-1-7-31,1 0-14 0,2-1-1 0,1 0 1 0,1 1-4 0,2 0-7 0,-1 0-6 0,3-2-17 0,-1 0 13 0,-4 0-9 0,-2-2 19 0,2 2-7 0,0-3-12 16,8-2-20-16,-3-3 18 0,0 0-12 0,3-1 33 0,1 3-3 15,0-2-12-15,3-1-18 0,1-1 23 0,1-3-17 0,3 2 31 16,2 1-2-16,-6 2-12 0,4 2-10 0,-3 1 18 0,-1 2-16 0,5 1 14 15,-8 0-2-15,-2 2-6 0,-2 0-11 0,-2 3 11 0,-4-2-9 16,-1 5 10-16,-5-3-4 0,-2 3-9 0,-2-3-2 0,-3 4 2 16,-2-1-1-16,-2-1 0 0,-2 3-3 0,-2-3-7 0,-1 1-13 15,-1 1-2-15,-1-2-2 0,-1 1-21 0,-2 1-12 0,1 0-13 0,0-1-59 16,-1 2-11-16,1 0-11 0,-2-1-61 0,2 1-14 0,1 1-16 16</inkml:trace>
  <inkml:trace contextRef="#ctx0" brushRef="#br1" timeOffset="73282.3">30317 4050 418 0,'-3'0'180'0,"-1"0"-115"0,1-2 116 0,1 1-129 0,-1 0 14 0,1 1-11 15,0 0 25-15,1 0-14 0,-1 0-11 0,-1 1-38 0,1 0 16 0,0 1-15 16,0 0 38-16,0-1-1 0,0 1-6 0,0-1-19 0,1 1 15 0,0 1-17 16,-1 0 4-16,2 0 3 0,-2 3-5 0,2-3-15 0,0 3 4 15,0 1-7-15,-1 2 12 0,0 1-4 0,0 3-2 0,-1 1-13 16,1 3 20-16,-2-4-14 0,1 3 20 0,-1 1-11 0,-1 2-15 0,1 4-3 15,-3 2 0-15,1-1 1 0,-2-2 3 0,1-1-3 0,-1-1-4 16,-1 0 0-16,0-1 3 0,0-1-1 0,1 0 3 0,-1-1-1 16,3-3-5-16,-1 3-11 0,1-5 16 0,-1 2-12 0,0 1 10 0,0-1 6 15,0-4-8-15,0 1-4 0,2-2 12 0,-1-2-10 0,2 0 12 16,0-3-4-16,2 0-3 0,-3-1-1 0,2-2 10 0,1 2-5 16,0-2 23-16,0-1-7 0,1 0-4 0,-2 0-9 0,1-1 8 15,0-2-7-15,-1 0 5 0,2-2 1 0,-2 0-9 0,1-3-16 16,-1-1 15-16,1-2-16 0,1-1 20 0,0 0-3 0,0 1-7 15,3-4-14-15,-2 1 16 0,2-1-12 0,-2-3 23 0,3 1-2 0,0 0-8 16,1-1-3-16,0 2 1 0,1-1-1 0,-1 2-2 0,0 1 3 16,0-2-1-16,0 4-2 0,-2-3 5 0,1 4-4 0,-3-2 5 15,0 2 1-15,-1 0-1 0,1-1-20 0,0-1 17 0,0 0-14 0,2-2 27 16,-1 1-1-16,0-1-10 0,0 1-8 0,2 2 5 0,0-3-6 16,1 1 7-16,-1-1 1 0,2 2 1 0,-2-2-7 0,2 3 13 15,-2 1-9-15,1 1 16 0,0 1 4 0,0 2-13 0,-1 1 2 0,1 2 10 16,-2 0-12-16,1 2 9 0,-1 0 3 0,0 0 0 0,1 0-17 15,0 1 17-15,0 1-17 0,0-1 20 0,2 1-6 16,-1 0-10-16,2 2-5 0,1 0 6 0,0 0-2 0,1 0 10 0,-1 1-2 16,1 1-10-16,1-1-12 0,-1 3 17 0,0 1-13 0,1 0 18 15,0 2 0-15,0 3-10 0,1 2-2 0,2 3 5 0,-1 0-4 16,3 1 13-16,-2 3-8 0,1-2-6 0,0 3-16 0,0 0 16 0,-1-1-10 16,2 1 28-16,-3-5-7 0,-1-3-10 0,3 2-15 0,-8 0 11 15,2-1-8-15,0 1 23 0,-1-1-5 0,5-4-7 0,1 1-13 16,1-2 13-16,1-1-9 0,-1 0 17 0,0-1-2 0,-2 1-10 15,0-2-6-15,0 1 15 0,0-1-10 0,-2-1 17 0,-1 0-10 0,-1-2-11 16,-1 0 2-16,-3-1 6 0,1-2 1 0,-4 0 8 0,0-1-1 16,0 1-8-16,-1-1-15 0,0 0 17 0,-2 2-13 0,-1-2 21 15,-3 0-2-15,0 1-9 0,-3-1-16 0,-2-1 18 0,0 1-13 16,-4 0 19-16,1 0-1 0,-5 0-11 0,-5 2-12 0,-2 0 17 0,-2 1-13 16,0 1 21-16,7-1 0 0,-4 1-8 0,-1-1-19 0,-1 0 18 15,-3 0-16-15,2 0 24 0,4 1-2 0,3 0-5 0,0-3-10 16,2 3 12-16,-2 0-9 0,2-1 16 0,1 0-1 0,3 1-9 0,-1-2-12 15,1 0 10-15,2 1-9 0,0-1 24 0,2 1-4 0,2-1-4 16,-1 0-6-16,0 0 2 0,1 0-1 0,1-2 3 0,1 0-2 16,2 0-4-16,0 1-31 0,2 0 9 0,-2 0-13 0,2 1 11 15,1-1-13-15,0 0-10 0,-1-1-63 0,3-1 29 0,0-5-39 16,4-2-89-16,4-2-14 0,6-4-70 0</inkml:trace>
  <inkml:trace contextRef="#ctx0" brushRef="#br1" timeOffset="73810.64">31095 3777 272 0,'3'-4'61'0,"-1"1"163"0,2 0-181 0,-3 0 4 0,2 3-4 0,-2 0 34 0,0 0 8 0,-1 0-5 0,0 0-15 16,0 0-2-16,0 1-9 0,0-1 4 0,0 0 19 0,0 0-10 0,1 2 27 0,-1-1-11 0,0 0-15 0,1 0-22 0,-2 2 21 0,-1 1-19 0,-1-2 18 16,0 4-15-16,0-1-14 0,-3 0-16 0,2 1 13 0,-2 1-8 15,-1 0 23-15,1 1-10 0,-1 1-13 0,-1 2-21 0,0 0 13 16,0 3-12-16,4-1 13 0,0 2-2 0,0 0-7 0,-1 3-18 15,-6 4 21-15,-1-2-17 0,-2 3 18 0,2-1-2 0,1-1-12 0,2 0-3 16,1 0 2-16,0-1-1 0,0 2 5 0,0 1 0 0,2-5-2 16,-1 1-2-16,1-2-2 0,2-2-1 0,-2 3-1 0,2-2-5 15,-1 2 0-15,0-2-30 0,-1 1 14 0,0-3-12 0,1 1 34 16,0-4-24-16,0 0-10 0,-1-1-20 0,-1-1-22 0,2 0 18 16,-2-2-27-16,2-1 8 0,0-2 2 0,0-2-19 0,2 0-2 0,1-2-14 15,-1-2-80-15,2-1-26 0,0-1-34 0</inkml:trace>
  <inkml:trace contextRef="#ctx0" brushRef="#br1" timeOffset="74110.28">30715 3879 366 0,'-8'-7'171'0,"1"3"8"0,0 0-139 16,1 3 26-16,0-1 24 0,1 2-23 0,2-1 8 0,0 1-15 15,0 0-16-15,0 1-8 0,1-1 20 0,0 0-8 0,0 2 42 16,0-2-4-16,2 0-12 0,0 0-16 0,-1 0 17 0,1 0-19 15,0 0 14-15,1 0-10 0,3 1-9 0,1 1-8 0,4 1 7 0,2 0-6 16,3 3 1-16,2-1-3 0,2 3-4 0,1 3-33 0,2 2 17 16,0 1-20-16,2 2 25 0,-2-2-2 0,0 1-2 0,4 2-27 15,0-1 13-15,2 2-13 0,2 1 20 0,0 1-4 0,-2 1-9 0,-2 1-10 16,-4-1 9-16,2-2-5 0,0-3 15 0,4-1-2 0,-2-1-9 16,-4 2-3-16,-3 1 2 0,-2-3-3 0,-1-1 6 0,-2-4-1 15,-2 0-1-15,-1 0-17 0,-2 0 8 0,-1-3-9 0,-3 0 8 16,1-3-5-16,-2 1-8 0,0-2-13 0,-1 0 4 0,-1 0-5 0,-1 0 1 15,1-2-5-15,-1 1-7 0,0-1-48 0,0 0 1 0,0 0-18 16,1-3-72-16,1 1-16 0,3-1-34 0</inkml:trace>
  <inkml:trace contextRef="#ctx0" brushRef="#br1" timeOffset="76092.28">22944 7246 478 0,'-8'-4'118'0,"0"-1"168"0,3 1-209 0,-1 1-41 0,1 1-5 15,2 1 22-15,1 1-1 0,0 0-6 0,-1 0-10 0,1 0 15 16,1 1-15-16,-1 1 12 0,-1-2-1 0,1 1-5 0,1 0-2 16,-1 0 7-16,1 1-7 0,0-1 5 0,-1 0-5 0,1 2-8 0,0-2-18 15,0 0 15-15,1 2-13 0,0 0 26 0,0-1-11 0,1 1-11 16,1 2-15-16,1-1 14 0,0 2-11 0,2-1 11 16,-1 2-6-16,1 3-13 0,1 3 0 0,2 1 3 0,1 5-1 15,2 1 3-15,1 3-5 0,-1 2-7 0,0 0-3 0,0 2 13 0,-1 1-4 16,0 2 13-16,-2-1 1 0,0-2-12 0,0 1-10 0,-1 1 20 15,0-4-17-15,-1 2 23 0,0-5-5 0,0 0-12 0,-2-2-9 16,1-1 13-16,0-1-10 0,0 0 17 0,0 0 0 0,1 1-9 0,-1 2-11 16,-3-2 14-16,-1 1-12 0,0-2 16 0,1 0-5 0,5-1-6 15,0 1-6-15,-1 0 10 0,1 0-4 0,1 0 14 0,-1-2-6 16,0 0-9-16,2-1-13 0,0 2 14 0,-1-5-8 0,0 2 19 16,-2 1-7-16,-1-4-14 0,1 1-20 0,-1-2 1 0,-2 0-4 0,0 0-3 15,2-1-7-15,-2 0-4 0,2-1-26 0,-2 0 9 0,0-1-11 16,2-2-17-16,-2 1-15 0,2-1-23 0,-2-3-72 0,3-2-47 15,2-4-8-15</inkml:trace>
  <inkml:trace contextRef="#ctx0" brushRef="#br1" timeOffset="76617.59">23079 7811 1353 0,'-21'-7'-14'0,"18"2"18"0,-4-1 3 0,3 3-5 0,4 0-14 0,2 0 16 0,5 0-16 0,3-2 24 0,1 0-7 0,1 0-7 16,-1 0 1-16,0-1 7 0,0-2 1 0,3 3 20 0,5-2 1 16,1 0-8-16,1 0-6 0,0 1 24 15,0-1-21-15,-3 0 17 0,1 3-15 0,-1-1-15 0,1 1 8 0,0-1 2 0,0 1 7 16,1-1 12-16,3 2-5 0,0-1-13 0,2 2-15 0,0 1 12 0,-1 2-12 16,2 1 3-16,-1 4-1 0,-2-3-3 0,0 4 0 0,-8-1-1 15,-5 1 2-15,-1-1 3 0,-4 0 1 0,5 2-3 0,-1 0-5 16,-2-2 12-16,0 2-8 0,-2 0 21 0,0 1-4 0,-2 0-6 15,0 2-8-15,-1 1 14 0,0 0-10 0,-2-1 13 0,0 1-2 16,0 1-9-16,-2-1-11 0,0 3 8 0,-4-1-9 0,-1 2 14 16,0-4-3-16,-2 2-1 0,-2 2-13 0,-1 0 12 0,-2 0-9 15,3 2 15-15,-2 0-3 0,-4 0-10 0,-2-2-5 16,-7-3 10-16,0-1-6 0,3-2 13 0,-1-1-1 0,0 4-8 0,0-2 0 16,0 1-2-16,2-2 0 0,0 0 1 0,3-1-1 0,1 0 0 0,0 1-13 15,3-1 14-15,0 0-9 0,1 0 17 0,2-2-3 0,2 0-6 16,1 0-8-16,2-1 1 0,1-1-4 0,2 0-11 0,2-1-12 0,2 0-13 15,2-2-63-15,3 0 2 0,0-1-19 0,4-1-52 16,1-3 5-16,4-4-22 0,3-5-62 0,4-2 156 0</inkml:trace>
  <inkml:trace contextRef="#ctx0" brushRef="#br1" timeOffset="77029.95">24069 7466 718 0,'-2'-2'87'0,"0"-3"385"0,0 0-505 0,2 5 7 0,0 0 9 0,0 0 14 0,2 2-1 16,0 0 1-16,1 0 5 0,-1-1-4 0,3-1 6 0,-3 0 2 15,2 0 9-15,-2 0 5 0,0 0 4 0,0-2 17 0,-1-1-13 0,-3-1 11 16,-2 3-8-16,0-3-9 0,1 0-16 0,4 1 9 0,2-1-8 15,0-1 10-15,0 0-3 0,0 1-9 0,1-1-25 0,1-1 12 16,0 3-20-16,0-4-22 0,0 3-17 0,-1-1-22 0,2 1-50 16,-1-1 6-16,0 1-12 0,0-1-9 0,-2 1 6 0,0 3-14 0</inkml:trace>
  <inkml:trace contextRef="#ctx0" brushRef="#br1" timeOffset="77257.64">24108 7692 673 0,'7'2'260'16,"-9"-2"-233"-16,3 0 62 0,0 0-13 0,-3 2-9 16,4-2-14-16,1 1-15 0,2-1-2 0,1 1 9 0,-1-1-5 15,2 0 9-15,0-1-7 0,2 0-8 0,0-2-14 0,1 1-2 0,-1 0-3 16,0-2-5-16,-1 2 2 0,-2-1-1 0,3-1-21 15,0 1 19-15,1-1-19 0,-1 0 20 0,1 0-1 0,-2-1-8 0,2 0-37 16,1-2 6-16,-1 1-16 0,1-2-13 0,-1 1-9 16,1-2-17-16,0 0-38 0,2 0-7 0,-2-1-6 0,-1 2-46 0,-1 0-22 15,-1 1-16-15</inkml:trace>
  <inkml:trace contextRef="#ctx0" brushRef="#br1" timeOffset="77864.99">23948 7493 557 0,'155'-149'1384'94,"-153"143"-1377"-78,11-5-3-16,5 1-4 0,7-1 3 0,-1 2-5 0,2 1 2 15,-4-1 5-15,-2 1-6 0,-1 0-3 0,-1 2-5 0,-1-1 2 0,0 2-14 16,-1 1 1-16,-3 1-2 0,1-1-17 0,-4 2-1 0,-1 0-10 15,-3 2-35-15,1 0-7 0,0 0-10 0,-1 0-45 0,-1 1-2 16,0 0-4-16,-2 1-61 0,0 0-46 0,0 0-7 0</inkml:trace>
  <inkml:trace contextRef="#ctx0" brushRef="#br1" timeOffset="78293.35">24108 7766 520 0,'-4'-2'118'0,"2"-4"-87"0,-2 3 35 16,3 0-13-16,0-1 21 0,1 2-14 0,2 0 5 0,3 0-8 0,-1-2-14 0,3 1-7 15,0 1 6-15,2-2-3 0,0 1 16 0,2 0-4 0,1-3-7 16,2 3-29-16,-1-1 15 0,0 1-21 0,-2 1 1 0,-1-2 0 0,1 2-6 16,1-1-18-16,0-1 16 0,-1 1-14 0,0-2 23 15,-1 1 0-15,1-1-11 0,1-1-35 0,-1-1 11 0,2-2-23 16,1 0-30-16,-1-3-19 0,2-2-25 0,2-4-42 0,0 0-24 0,2 5 6 16,1-2 62-16</inkml:trace>
  <inkml:trace contextRef="#ctx0" brushRef="#br1" timeOffset="80414.32">25253 7048 656 0,'-2'0'155'0,"0"-1"-71"15,1-1-19-15,0 2-35 0,0 0 39 0,1 0-14 0,-1 2-21 16,1-2 5-16,0 1 3 0,1 0 3 0,0 0 18 0,0 2-8 16,0 1-5-16,3-2-12 0,-1 5 11 0,1-1-12 0,2-1-2 0,0 3 0 15,-1 1-8-15,3 2-13 0,1 4 14 0,1 1-13 0,3 0 22 16,-1-2-4-16,1-2-10 0,0 3-25 0,-1-1 16 0,1-3-18 15,-1 2 15-15,0-2 1 0,1 0-2 0,-1 0-13 0,1-1 10 16,0 2-10-16,0-1 5 0,-2-2 4 0,1 0-9 0,0 2-7 16,-1-1 18-16,-1-1-16 0,0-1 13 0,-1-2-5 0,-1-3-10 0,-2-1-42 15,0-1-1-15,-3 1-10 0,0-2-21 0,0 0-1 0,-2 0-13 16,0-2-22-16,0 1-3 0,0-1-6 0,-1-4-30 0,1 1-19 0,0-1-12 16</inkml:trace>
  <inkml:trace contextRef="#ctx0" brushRef="#br1" timeOffset="80723.59">25630 6916 302 0,'-9'-3'255'0,"3"-2"-157"0,1-1 189 0,-1 0-220 16,2 2-8-16,0 0 0 0,2 3 45 0,0-1-11 0,1 1-12 0,1 0-25 15,0-1 13-15,0 2-17 0,0 0-8 0,0 0-14 0,0 0-14 16,0 3-8-16,2 0 0 0,0 3 5 0,1 2 25 0,2 3-8 15,-1 3-2-15,2 5-27 0,0 3 20 0,-2 4-14 0,1 1 37 0,-2 2-10 16,2-2-12-16,-2 2-30 0,0 0 20 0,-2-1-19 0,1 4 17 16,-2-5 2-16,-3 1-14 0,0 1-13 0,-2 3 19 0,2 2-15 15,0 1 23-15,-1 1-5 0,0 0-7 0,0 4-21 0,0 1 20 16,-1-4-15-16,1 1 22 0,-2-6 2 0,1-2-11 0,-1-2-6 16,2-2 13-16,-1-5-10 0,3-1 17 0,0-3-4 0,1 1-6 0,1-1-13 15,0-3-5-15,1 0-4 0,1-4-39 0,1 1-3 16,2-2-11-16,-1-4-32 0,3 0 14 0,1-1-18 0,0-2-3 0,1-2-10 15,1-1-13-15,1-3-7 0,3-2-60 0,1-5 20 0</inkml:trace>
  <inkml:trace contextRef="#ctx0" brushRef="#br1" timeOffset="81106.31">26126 7086 705 0,'-8'0'256'0,"3"0"-153"0,-1-2-63 0,2 0-45 0,0 2 53 0,3 0-1 16,0 0-4-16,1 0 9 0,0 2-8 0,0-2 7 0,0-2-9 0,0 1-4 0,1-1 1 0,1 0-12 15,2-2 9-15,-1 3-10 0,3-1 9 0,-1 0-4 0,2 0-1 16,2-5-5-16,2 0-1 0,2 0 0 0,-1 1-2 0,0-2-2 16,0 1-5-16,0 0-15 0,-1 1 8 0,2-1-8 0,-1 1 7 15,-1 0-2-15,0-1-4 0,4-2-5 0,0 1-5 0,-1 0 0 0,2-1-19 16,-3 0-9-16,2 0-7 0,0-2-39 0,-1 2 10 15,1 0-13-15,-2 1-2 0,0 1-6 0,-1-1-12 0,-1 3-45 16,2-2-56-16,-2 1 12 0,0 1 16 0</inkml:trace>
  <inkml:trace contextRef="#ctx0" brushRef="#br1" timeOffset="81416.57">26708 6794 798 0,'-8'18'514'15,"6"-7"-521"-15,1 0 15 0,0 3 1 0,1 1 23 16,2 1-1-16,0-1 6 0,3-3-23 0,-1 1 15 0,1-3-16 16,-1-1 6-16,1-3-3 0,-2 1-11 0,0-1-21 0,1-3 18 0,-2 2-16 15,0-2 20-15,2-1-2 0,-2-1-14 0,1-1-15 0,-1 0 8 16,2-3-16-16,-2 2-67 0,0-1-45 0,2-2-48 0,-1 0-119 16,1-2 169-16</inkml:trace>
  <inkml:trace contextRef="#ctx0" brushRef="#br1" timeOffset="81587.16">26564 6365 1475 0,'-8'0'25'0,"2"0"-86"0,-4 0-3 0,1 2-1 0,1 0-155 16,2 1-45-16,3-1-35 0</inkml:trace>
  <inkml:trace contextRef="#ctx0" brushRef="#br1" timeOffset="82016.69">27132 6600 741 0,'-5'11'116'0,"4"-2"-118"0,-3 1-14 16,2 5 3-16,1-3 17 0,0 4-11 0,0-2 21 15,0 0 6-15,1-3-3 0,0-2 14 0,0 0 10 0,1-4-4 0,0 1 11 16,1 0-3-16,0-2-13 0,1 1-11 0,-1-1 23 0,1 0-18 0,1-2 38 16,0-1-11-16,-1 1-9 0,2-1-17 0,-2 0 18 0,1-1-12 15,0 0 21-15,-1 0-8 0,1-1-17 0,-1 1-20 0,-1-1 9 16,1-1-12-16,-1 2 9 0,-1-2-8 0,0 1-4 0,0-2-8 15,-1 2 11-15,1 0-6 0,-1-3 14 0,0 1-2 0,0 1-11 0,0-4-3 16,0 3 13-16,0-1-10 0,0-1 19 0,-1 1-4 0,0-1-8 16,0 1 0-16,1-3 5 0,-1 2-4 0,0 0 1 0,1-1-4 15,0 2-5-15,0 0-9 0,2 2 9 0,-1-2-6 0,1 1 15 16,2 1-5-16,-2 2-7 0,3-2-4 0,-2 2 4 0,1 0-1 16,1 0 5-16,1 2 2 0,-2 0-4 0,2 3-6 0,-1 0 12 15,1 2-9-15,1 0 13 0,-1 1-3 0,2 0-4 0,0 0-4 16,1-1 3-16,1 3-2 0,0 1 11 0,0-1-4 0,2 0-4 0,-1 0-17 15,2-2 14-15,1 1-12 0,0-1 22 0,0-2 1 0,-1 1-7 16,1 0-20-16,-2-2 5 0,-2 0-10 0,-1-2-24 0,-2 0-20 16,-1-2-25-16,-3 0-57 0,-1-1-5 0,0 0-5 0,-2 0-17 15,0-2-31-15,0-1-15 0</inkml:trace>
  <inkml:trace contextRef="#ctx0" brushRef="#br1" timeOffset="82329.36">27622 6185 763 0,'2'17'511'0,"-5"-10"-534"16,1 4 39-16,2-1-10 0,-4 3 24 0,5 1-5 0,4 1-11 0,3 2 25 15,0-1-9-15,2 2 14 0,2 0-4 0,-1-1-3 0,2 1 1 16,1 1-17-16,1 0 7 0,-1 0-11 0,3 1 3 0,-1-3-11 16,1 3-6-16,1 0-9 0,-2 1 3 15,-2-3-3-15,0-1-12 0,-2-2-11 0,-1-4-18 0,-1-3-71 0,-1-1-11 0,0-1-18 16,-2 3-70-16,0 1-22 0,-4 0-14 0</inkml:trace>
  <inkml:trace contextRef="#ctx0" brushRef="#br1" timeOffset="82733.85">27587 6558 657 0,'-3'6'-365'0,"2"-4"587"0,1 0-77 0,0 0-141 16,2 1 25-16,1-1 14 0,3 1 3 0,1-2 35 0,3 1-11 15,1-2-14-15,2-4-25 0,2 0 15 0,1-3-16 0,0-1 13 16,-1-1-4-16,1 0-9 0,1-4-7 0,1 0 6 0,0 1-5 16,0 0 4-16,0-1 3 0,0 3-9 0,1-1-9 0,1 1 10 15,-1-1-14-15,1 0 0 0,0 0-2 16,2 1-2-16,1-1-16 0,2 0 14 0,-1-1-10 0,-1 2 18 0,-3 0-1 0,-6 0-11 0,-2-1-17 0,0 1 25 16,-2 0-20-16,5 0 25 0,-1 1-4 0,-2 0-10 0,1-2-7 15,-4 3 9-15,-2-1-3 0,-1 0 22 0,-3 2-2 0,0-1-6 16,-1 1-1-16,-1 0 18 0,-1 2-10 0,0 0 29 0,0 1 0 15,-1 2-4-15,0-1-12 0,-2 1 1 0,0 0-4 0,1 2-2 16,0 0-2-16,-3 2-6 0,-2 0-21 0,0 2 16 0,-2 1-16 0,-2 2 15 16,2 0-3-16,2 2-8 0,-2 0 1 0,1 0 13 0,1 1-4 15,0 1 32-15,3-1-10 0,0 0-10 0,2 2-17 0,1 0 13 16,1 0-10-16,1 1 21 0,1 0-6 0,3-3-9 0,1 4-25 16,0-1 18-16,2-1-17 0,2 0 29 0,1-4-4 0,2-2-10 0,0 0-24 15,1-2 15-15,-2 0-17 0,0-3 12 0,0 1-3 0,0-2-13 16,-1 1-2-16,1-1 3 0,-2 0-3 0,-1-1-16 0,-2-1-6 15,1 1-14-15,0-1-20 0,1-1-13 0,0 0-2 0,0 1-87 16,0-1-13-16,0 0-26 0</inkml:trace>
  <inkml:trace contextRef="#ctx0" brushRef="#br1" timeOffset="83417.25">28811 5985 962 0,'-18'-1'-62'0,"8"-2"97"15,2 3 0-15,0 0-22 0,1 0 18 0,1 0 24 0,-1 2-17 0,2 0 17 0,0 2-14 0,-1 1-12 0,1 2-6 0,-1-2 2 0,0 1 3 0,-1 1 13 0,0-1-4 16,-1 0-7-16,0 2-15 0,0 0 16 0,1-1-15 0,-2 4 13 0,0-2-5 16,-1 0-9-16,-1 1-4 0,2-3 16 0,2 2-10 0,0-1 12 15,0 1-1-15,1 3-14 0,1 3-18 0,-1 0 19 0,1-1-18 16,-2 3 17-16,2-3-4 0,0 1-10 0,-1 2-6 0,-1-1 12 0,7-1-6 15,2-1 11-15,0-3 8 0,2 1-8 0,-4 0 3 0,0-4 10 16,1 3-10-16,2-4 9 0,-1 0-7 0,-2 0-4 0,0-1-13 16,1-3 7-16,2 1-5 0,8 0 11 0,1-3-4 0,2-1-7 15,6-1-7-15,1-3 7 0,1 0-6 0,2-2 8 0,-3 1-1 16,-1-3-4-16,3 1-3 0,-1-2 5 0,2 0-3 0,0-2 3 0,-1 2 0 16,0 2-7-16,0-2-1 0,2 1 8 0,-2 0-6 0,4 1 4 15,0-1-2-15,-1 0-6 0,-3-1 10 0,-2 0-3 0,0 0 5 16,2-1-6-16,4-1 2 0,-1 0-1 0,-3-1-4 0,-4 0 11 15,0-1-9-15,-4 1 7 0,-2 0 7 0,-2 1-2 0,0-2-27 0,-3 2 21 16,-3 3-20-16,-1-1 37 0,-2 0-5 0,0 0-7 0,-1-4-10 16,-1 0 9-16,-1 1-6 0,-1 0 18 0,-2 0-9 0,-1 1-5 15,-1 0-12-15,-1 1 8 0,-1 1-2 0,0 0 27 0,-2 2-5 16,-1 0-9-16,-1 2-18 0,0 1 11 0,-3 3-9 0,1 1 19 0,-2 1-4 16,-1 3-7-16,-2-1-10 0,-1 2 14 0,1 0-9 0,2 3 15 15,0 2-1-15,7 0-11 0,-1 4-1 0,-1 0 12 0,2 2-10 16,-6 1 8-16,5 1-2 0,1 0-7 0,2-1-5 0,3-2 15 15,1-1-9-15,2 2 22 0,2-1-5 0,3-1-11 0,2-1-9 0,3-1 11 16,1-2-8-16,4-1 16 0,2 0 0 0,1-2-8 0,0-2-26 16,-3 1 23-16,1-4-22 0,2-1 28 0,3-1-9 0,7 0-11 15,0-2-12-15,0-2-6 0,-4 0 0 0,-1-3-31 0,0-1-15 16,-3-2-13-16,0-2-117 0,1-5-35 0,0 1-12 0,1-2 72 16</inkml:trace>
  <inkml:trace contextRef="#ctx0" brushRef="#br1" timeOffset="83938.54">29543 5875 790 0,'0'9'94'0,"0"0"295"0,1 3-376 0,2 2-2 0,-6 4-1 0,0 5 4 0,2 1 7 0,0 5-2 16,0 3 5-16,1-2-1 0,0-1-8 0,-1 1-3 0,1-2 12 0,1-2-10 0,1-1 11 15,0-2-2-15,2-4-3 0,0 2 2 0,1-1-7 16,-5 0 7-16,1 1-5 0,1 0-6 0,2 1-5 0,5-1-16 0,3-1 19 16,-1-3-14-16,-1-1 18 0,0-3-4 0,0-1-13 0,0 1-1 0,-1-3-3 15,-2-2 2-15,-1-3 1 0,-2 0-4 0,-2-3-3 0,1-1-10 16,-2 0 10-16,0-1-6 0,-1-2 20 0,0-1 0 0,-1-3-2 0,0-2-11 16,-2-2 8-16,1-3-7 0,-1-2 23 0,-1 1-3 0,-1-2-4 15,-2-3-19-15,0-3 30 0,2-1-21 0,1-2 38 16,2-1-8-16,0 0-20 0,-2-1-3 0,1-2 0 0,0-2 1 0,-2-5 10 15,3 2-3-15,0-1 0 0,1-1-16 0,-2 3 11 0,2 0-8 16,0 2 17-16,0 6-3 0,1 5-6 0,0 4-13 0,0 3 17 0,2 1-10 16,-1 2 32-16,2 1 0 0,1 0-9 0,1 2-13 0,0-1 20 15,2 1-18-15,0 0 26 0,1 0-7 0,1 2-8 0,0-1-4 16,1 2-1-16,1-1 0 0,1 0 0 0,2 0-2 0,1 1-1 0,1 0-15 16,1 1 11-16,1 1-11 0,2 1 14 0,-1 1 3 15,0 0-4-15,-1 2-18 0,-1 1 7 0,-1 1-10 0,-2 1 14 0,0 1-1 16,-1 2-2-16,1 3-10 0,-4-1 6 0,0 6-6 0,-4 1 17 15,-5 0 0-15,-1 1-1 0,-4 2-9 0,-2 0 8 0,-4 1-7 16,-3 3 5-16,0-1 2 0,-2 1-9 0,-2 1 3 0,1-2 8 16,-4-2-6-16,-1-1 4 0,0-3 1 0,1 0-2 0,-3 1-11 0,3-3 11 15,-1-3-10-15,0-4 11 0,2-2-3 0,1-2-5 0,0-4-18 16,3 0 4-16,0-4-9 0,4-2-22 0,3-5-4 0,1 0-11 16,3-5-23-16,-1-4-8 0,3-2-2 0,0 0-22 0,3-1-18 15,3-1-3-15,5-4-99 0,3-3-48 0,1 3-7 0</inkml:trace>
  <inkml:trace contextRef="#ctx0" brushRef="#br1" timeOffset="84202.98">30054 5325 746 0,'-1'-3'-150'0,"0"2"238"0,0 1-4 0,-2 0-69 0,-2 2 18 0,-1 1 20 0,-1 1-7 0,-1 0 40 0,0-1-12 15,-2 3-12-15,1-3-27 0,-2 3 6 0,2 0-13 0,0 0-3 0,1 1-9 16,1 0-7-16,-1 2 16 0,0 3-15 0,0 1 19 0,1 1-6 16,1 2 0-16,1 1 2 0,0 1-29 0,0 2 22 0,1 1-22 15,0 3 17-15,2 1-6 0,1-1-9 0,-1 0-12 0,1-2 11 16,1 1-5-16,0-1 24 0,0 1-4 0,0-4-9 0,2-1-41 0,0-3 14 16,2-1-22-16,0-3-4 0,1-2-2 0,0 0-10 0,1 0 3 15,-1-3-12-15,1 0 10 0,1-1-19 0,0-1 0 0,-1 1 4 0,2-3-74 16,-2 0-3-16,0 1-24 0</inkml:trace>
  <inkml:trace contextRef="#ctx0" brushRef="#br1" timeOffset="84765.33">29868 5224 1000 0,'0'-4'-543'0,"-1"4"875"0,0 0-114 0,0 2-213 0,1 3-4 0,0 2 40 0,0 2-21 0,0 1 74 15,2 0-16-15,0 0-18 0,0 2-32 0,2-1 9 0,0 4-12 0,1 1 1 16,0 2 0-16,2 1-11 0,0 3 1 0,3-1 13 15,1 2-10-15,0 1 7 0,3 0-10 0,-1 1-9 0,3 3-12 16,1 2 7-16,1 2-4 0,-1-1 15 0,-1-3-7 0,-7-2-12 0,0 1-52 16,-2-3 7-16,-1-3-23 0,2-2-48 0,-3-5-15 0,1 0-25 0,-4-2-31 15,-1-1-24-15,-1-2 0 0</inkml:trace>
  <inkml:trace contextRef="#ctx0" brushRef="#br1" timeOffset="84946.17">29701 5714 1513 0,'-7'-4'13'0,"9"1"-13"16,4 2 9-16,2-1 12 0,4 0 9 0,3 0 20 0,2 0-9 15,5 2 37-15,1-1-21 0,3-1-18 0,2-1-21 0,3-1 13 16,2-1-9-16,7 0 10 0,1-1-11 0,0-3-11 16,6 0-13-16,-2-2 9 0,0 2-6 0,2-2 12 0,-7 1-4 0,-2 3-10 0,-1 0-41 15,-2-2-13-15,-2 0-10 0,-2-3-99 0,-2 1-38 0,-3-2-39 0,-2 3-81 16,-5-3 169-16</inkml:trace>
  <inkml:trace contextRef="#ctx0" brushRef="#br1" timeOffset="90922.25">7871 10782 470 0,'-10'5'117'0,"-1"1"162"0,0-1-207 0,1 2-19 15,0 0-19-15,1-2 49 0,0 1-12 0,2-2-17 0,1 1-26 16,1-2 16-16,2-1-14 0,0 1 30 0,2-3-10 0,1 0-7 0,0 1-25 16,0-1 20-16,0 0-16 0,0 0 28 0,0 0-2 0,3-1-8 15,-2 0-21-15,1-1 16 0,-1 1-16 0,1 0 21 0,2 0-3 16,-1-1-12-16,0 0-19 0,1 0 23 0,-1 0-21 0,1 1 28 16,0-2-7-16,-1 0-11 0,1 2-5 0,-1-1 12 0,-1 0-7 0,1 1 20 15,-1-2-8-15,0 1-9 0,1 1-13 0,2-3 14 0,-1 0-10 16,3 1 15-16,0-2-2 0,0 1-12 0,1-2-7 15,-1 1 15-15,1-3-12 0,1 1 13 0,-1-1-5 0,2 1-9 0,0 0-14 16,2 0 15-16,-1-2-12 0,1 4 19 0,0-1-1 0,1 0-8 16,0 0-16-16,2 1 12 0,-2-1-11 0,2 2 29 0,-2-2-7 0,1 3-5 15,2-2-11-15,1 1 9 0,2-1-6 0,1 0 18 0,1-2-1 16,2 2-6-16,0-1-5 0,-5 0 7 0,1-3-7 0,3-2 9 16,-2 1-2-16,6-1-3 0,-1-4-18 0,1 0 18 0,-1-2-14 15,0 0 25-15,1-3 0 0,-1 4-12 0,3 2-21 0,-1 2 23 16,1 1-21-16,2-4 28 0,-2-1 1 0,4-1-12 0,1 2-10 15,-8-1 9-15,-1 2-8 0,0 0 13 0,1 2-2 0,4-1-5 0,1 1-3 16,-1-1 7-16,-2 1-6 0,1-4 2 0,0 1 1 0,3-1-5 16,1 1-10-16,2 1 16 0,2-3-12 0,1 3 21 0,1 2-3 15,-1-4-10-15,-2 1-5 0,2-3 6 0,-1-3-4 0,0 0 12 0,2-4-4 16,-2 1-6-16,1-2-7 0,1 2 7 0,2 1-4 0,0-1 12 16,1 2-3-16,1-2-8 0,2-1-10 0,-4 2 12 0,0 0-7 15,-1 1 19-15,-4 3-5 0,4 0-8 0,0-1-6 0,1-2 6 16,1 3-2-16,0-2 10 0,-1 1-2 0,3-1-5 0,0-1-9 0,-2-3 9 15,-1-2-5-15,1-1 17 0,-4 5-3 0,4-3-8 0,0 0-1 16,0 0 4-16,3-1-3 0,1 0 4 0,0 2 0 0,2 1-2 16,-2-1-2-16,3 1 3 0,-1 1-3 0,1 0 4 0,3 2-2 15,-2-1-2-15,0-2-5 0,3-3 5 0,2 0-3 0,1-3 6 16,-6 1 2-16,2-1-3 0,0 0-11 0,1 2 10 0,2-2-9 0,-3-1 14 16,-1 6-2-16,-2 0-4 0,6 1-7 0,-2 2 6 0,-4-1-4 15,2 2 7-15,-6 1 2 0,0 1-5 0,4-1-11 0,-4-2 13 16,1 1-10-16,1-2 18 0,0 0-4 0,4-2-7 0,0-1-2 15,-2 2 6-15,1-1-4 0,-3 1 9 0,-4 0-1 0,4-3-6 0,3 0-1 16,1 0 3-16,5 3-4 0,1 1 6 0,-3 1-1 0,-1 2-1 16,-1-1-9-16,-3 1 12 0,-1 0-9 0,2 2 18 0,-3 1-5 15,0 0-8-15,3 0-7 0,0-1 5 0,0-3-2 0,0-3 12 16,-1-1 0-16,-3 1-5 0,0 1-17 0,1-2 16 0,-2 2-13 16,1-1 23-16,-1-1-4 0,5 2-8 0,2-1-11 0,-2 1 11 15,2-1-9-15,1 2 19 0,-4-1-3 0,6 2-7 0,0 0-12 0,1-2 12 16,5 1-9-16,1-2 19 0,-2-1-3 0,1-4-8 0,1-2-13 15,-1-1 15-15,2 3-12 0,-2-2 21 0,-1 1-4 0,3 0-9 0,2 0-7 16,-2 2 9-16,-1 0-6 0,-4 1 13 0,-3 1-1 0,1 1-8 16,3 1-5-16,3-1 8 0,1 0-6 0,-4-4 11 0,0-1-3 15,0-4-5-15,-1 2-3 0,2-1 5 0,1 1-3 0,1 1 5 16,3 2-1-16,57-31-9 0,-121 59 14 0,125-55-18 16,-58 31 19-16,-4 2-6 0,2 0-1 0,5 1-2 0,-3-4-1 15,1 1-1-15,-4-3 3 0,-3-3 0 0,1 0-1 0,2 0 0 0,3 5 1 16,0-4 1-16,0 2-2 0,-4 1 1 0,-6 1-1 0,5 0-8 15,-2-1 12-15,1 1-10 0,3 2 12 0,-4 1 0 0,-2 1-6 0,2-2-2 16,-4-2 2-16,0-1-2 0,-1-2 4 0,-4 1 1 16,6-3-2-16,3-1-8 0,0 4 8 0,-3-3-6 0,-1 1 13 0,-8 1-3 15,2 2-4-15,0-1-12 0,1 4 11 0,2-1-7 0,2 2 18 16,1 4-4-16,-6 0-8 0,4-2 0 0,-3 2 1 0,-3-3 0 16,2 1 3-16,-6-2-1 0,0 0-1 0,2 0-9 0,3-2 9 0,-2 3-6 15,-5-1 11-15,2 2-1 0,-3-1-5 0,0-1-8 16,4 0 10-16,-4 4-9 0,-3-2 16 0,-1 2-3 0,-1 1-3 0,3 1-8 15,1 2 4-15,1 1-4 0,-1 1 10 0,-3 2-1 0,-4 0-4 0,2 1-2 16,-2 0 1-16,-1 0-1 0,2-1 6 0,-9 1-2 0,0 1-2 16,0 0-4-16,-3-1 6 0,1 2-4 0,-3-1 7 0,-1 2-1 15,-2-1-4-15,0 2 0 0,-3-1 2 0,0 1 0 0,-2-1 3 16,-1 0 1-16,-2 0 1 0,1 1-8 0,2-1 5 0,-2 0-5 16,0 2 9-16,0-2-1 0,-1 1-5 0,1 1-12 0,0 0 13 15,-6-2-10-15,0 3 17 0,-2-2-2 0,2 5-8 0,4-2-2 16,1 1 2-16,-2 0-1 0,1-2 5 0,-1 1 0 0,1-1-2 0,0 1-9 15,-3 1 7-15,1-1-6 0,0 0 15 0,-2 2-3 0,1 0-6 16,-2-2-9-16,0 2 9 0,-1 0-7 0,0 0 13 0,-1-1-1 16,-1 2-5-16,0-1-6 0,0 1 4 0,0 0-6 0,0 0-1 15,-3 0-1-15,-1 0-4 0,-3 0-23 0,-2 0-1 0,-3 1-8 16,-4 1-29-16,-2-2-10 0,-2 1-16 0,3 0-73 0,-5 0-17 0,-3 1-19 16,-1-1-214-16,-5 1-116 0,0-2-115 0</inkml:trace>
  <inkml:trace contextRef="#ctx0" brushRef="#br1" timeOffset="110024.9">6963 10420 256 0,'-8'3'49'0,"4"-3"711"0,-2 0-282 0,2 0 33 0,-1 0-407 16,2 1 21-16,1 0-55 0,0 4-11 0,2-1-15 0,0 2-20 16,0 3-18-16,1 0 14 0,2 0-14 0,0 3 25 15,2-2-6-15,-1 0-9 0,3 6-6 0,-1 0 17 0,0 2-16 0,1 2 31 16,1-3-3-16,0 1-11 0,1 0-16 0,1 1 21 16,-1-1-24-16,1 4 22 0,-1-1-7 0,0-2-14 0,0 0-12 15,-1-2 13-15,-1-1-12 0,1 1 19 0,-2-2-3 0,1-2-9 16,1 3-12-16,-3-5 11 0,2 1-11 0,-1-1 19 15,1-2-2-15,-2 0-11 0,1-1-9 0,-2-3 15 0,0 0-12 0,-1-1 20 16,-2 0-5-16,1-2-8 0,-2-1-8 0,1 1 11 0,-1-2-5 16,0 0 19-16,-1 0-1 0,1-2-5 0,-2 2-5 0,-1-3 3 15,-2-1-4-15,-1 1 3 0,-2-3-3 0,1 1-4 0,-1-4-12 16,1 1 15-16,1-1-11 0,-1 1 21 0,0-1-4 0,0 0-11 0,2-1-11 16,0 1 14-16,2 2-9 0,0-2 23 0,1 1-4 0,2 2-10 15,-1-1-3-15,1-1 4 0,0 2-2 0,1 1 14 0,1-1-4 16,0 3-3-16,0-2-8 0,0 1 7 0,1 0-6 0,0 0 9 15,0 1-4-15,1-3-6 0,1 3-3 0,1-1 3 0,1 0-1 16,0-1 4-16,5 1-3 0,-1-1-2 0,6 2-9 0,0-1 11 16,3 2-6-16,1 1 10 0,-6 1-1 0,-2 0-6 0,1 0-5 0,-1 0 8 15,6 0-6-15,3 0 6 0,-3 2 0 0,-4 1-4 0,-1 1-9 16,-4 2 10-16,-2-1-8 0,0 1 19 0,-3 3-1 0,0 2-4 0,-3-1-4 16,-1 3 4-16,-1-1-4 0,0 1 7 0,-2 0 0 0,-3 0-3 15,-1 2-2-15,-3 2 5 0,-1 1-4 0,0 2 10 0,-3-1-3 16,1 3-4-16,-3-3-9 0,2 1 3 0,-1-2-2 0,1 0 10 15,0-1 0-15,2 1-3 0,-1 0-12 0,5-4 11 0,0 0-9 16,0-5 18-16,0-2-3 0,-4-1-7 0,-3-5-16 0,3 2 13 0,1-3-11 16,1 0 11-16,1-3-9 0,0-2-13 0,0 2-40 0,0-4 0 15,3 1-13-15,-1-1-63 0,3-2-44 0,0 2-42 0,1-7-299 16,2-2 322-16</inkml:trace>
  <inkml:trace contextRef="#ctx0" brushRef="#br1" timeOffset="112075.35">7845 13450 568 0,'-10'0'186'0,"-1"0"244"0,-2 0-279 0,0 3-39 0,-1-1-31 16,0 1 22-16,2 1-22 0,1 0-30 0,0 2-31 0,0 1 32 16,-1-1-34-16,7 2 46 0,0-1-6 0,1 1-17 0,-1 2-6 15,-4 0 3-15,0 1-10 0,0 3 10 0,2-1-4 0,0 1-1 0,1 1-22 16,3 2 22-16,1 2-23 0,2 5 30 0,0-3-10 15,1 3-16-15,2 3-10 0,3 0 11 0,2 2-12 16,2 7 8-16,-1-4-5 0,2-1-9 0,0 2-15 0,1-5 14 16,-4-3-12-16,2 0 29 0,1-8-1 0,0-3-5 0,9 1-16 15,1-5 20-15,1-1-18 0,-2-1 45 0,-3-5-11 0,-2-1-10 0,1-2 0 16,0 0 7-16,0 0-4 0,0-1 6 0,1-2 7 16,1 0-3-16,1-4 1 0,0-2 6 0,1-1-8 0,-3-3 5 15,0 0-2-15,-2-2 0 0,2-3-10 0,-2-2 10 0,1-2-9 0,-1-2 11 16,-3 3-7-16,1-5-10 0,-1 1-16 0,-1-1 12 0,-1-2-11 15,-2 4 15-15,-2 2-4 0,-1 3-5 0,-2 2-8 0,-6 0 7 16,-1 2-5-16,2-2 14 0,-1 3-4 0,3 2-7 0,-2 0-5 16,-7 2 7-16,-6 1-6 0,0 0 12 0,-3 1-2 0,-2 1-6 0,-2-2-6 15,0 2 2-15,-3-1-2 0,-1 2 3 0,0-2-1 16,-2 2-3-16,-1 0-11 0,1-2 13 0,1-1-11 0,1-1 19 16,3-4-5-16,-3 0-7 0,1-3-18 0,2 0 0 0,0 1-6 0,6 2-28 15,3-1-8-15,8 3-14 0,2-2-56 0,0-1-25 0,2 1-12 0,-3 3-221 16,4-3-87-16,6 1-98 0</inkml:trace>
  <inkml:trace contextRef="#ctx0" brushRef="#br1" timeOffset="119899.94">7743 12353 256 0,'-7'-2'21'0,"1"-2"300"15,6 1-144-15,-1 1 4 0,0 0-225 0,1 2 21 0,-2 0-29 0,3 0 26 16,2-1 0-16,2 0-7 0,0 0 10 0,3-1 2 15,1 0 6-15,0 0 18 0,1-1 2 0,2 0-3 0,1 0-19 0,1 1 25 16,-2-1-21-16,0 1 32 0,1 0-2 16,-2 2-8-16,0 0 7 0,0 0 16 0,0 2-5 0,0 0 35 0,-1 1-8 0,0 1-14 0,1 1 4 15,0 0 6-15,2 0-4 0,-1 1-2 0,1 0-4 0,2 1-5 16,1 1-1-16,1 0 3 0,1-1-3 0,1 2-1 0,2-1 7 16,3 0 0-16,6-2 12 0,2-1 8 0,2-2-9 0,-4-2-11 0,0 0 2 15,0 1-5-15,1 1-9 0,5 3 16 0,-1-5-15 0,1 3 4 16,0 0-1-16,2-2-13 0,7 2-18 0,6-2 23 0,0 0-20 15,-1 0 28-15,-1 1-19 0,-4-1-13 0,0 2 2 0,3 1-5 16,-4-1 10-16,2 1 0 0,0-1 0 0,7 3-1 0,5-4-9 16,-4 4 8-16,1-1-7 0,-3 1 12 0,-7-1-6 0,3 0-7 0,2-2-4 15,1 1 8-15,5-2-2 0,7 1 16 0,-2-2-8 0,1 1-6 0,-4-1-14 16,-5 1 13-16,-3-2-8 0,3 1 21 0,-1-1 0 16,4 1-9-16,8 1-11 0,-3 0 16 0,1-2-13 0,-3 0 16 0,-6 0 1 15,3 1-13-15,-1-1-9 0,4 2 19 0,6-1-15 0,4-1 30 16,-4 1-8-16,-1-2-9 0,-2 0-16 0,-2-2 17 0,2 2-11 15,3 0 20-15,3 0-6 0,-1 0-13 0,6 0-5 0,-3-1 11 16,-4 0-6-16,1 0 13 0,-2 1-7 0,7 0-9 0,79-3 6 16,-147 3-2-16,133-6 5 0,-70 3-8 0,3-1 2 0,9 2-1 15,3-5 6-15,-2 2-6 0,-5-1 5 0,-7-1-3 0,3 3-2 16,10-1 2-16,4 3-2 0,-2 0 3 0,-4 0 10 0,-7 1-7 16,-3 1-1-16,12 2-10 0,6 2 11 0,-2 2-5 0,-1 1 17 15,-10 1-2-15,-2 0-12 0,7 1-6 0,4 0 4 0,1-1-5 16,2-2 9-16,-12-2 1 0,-4 1-1 0,8-1-4 0,3 1 3 0,0 1-4 15,2-1-1-15,-8-1 2 0,-4-2 2 0,7 1-4 0,5-3 3 16,7 0-2-16,0 0 3 0,-7-3 1 0,-5 1-4 0,4-1-13 16,5 0 17-16,5 0-12 0,3-3 18 0,-9 3 0 0,-4-3-9 0,11 3-8 15,0-1 10-15,4 1-8 0,-1-2 13 0,-9 3-1 16,4-1-2-16,10 2-7 0,4 1 3 0,-1-2 0 0,-5 2 12 16,0 2-9-16,5 2-7 0,5-2-5 0,2 2 8 0,-4 0-1 0,2 2 18 15,-1 1-6-15,-2-1-5 0,3 0-14 0,1 3 10 0,1-4-8 16,4 2 19-16,-5-2-7 0,-6-1-5 0,9 1-3 0,-1-1-2 15,1 1 4-15,-3 1 4 0,-6-1 1 0,112 12 24 16,-211-16 8-16,209 10-40 0,-103-5 12 0,-4-2-4 0,-2 0-2 0,-1 0 8 16,-6-4-5-16,1 1 5 0,2-1-17 0,-7 0-7 0,-5-1-6 15,-6-2-59-15,-2 0-2 0,2 0-19 0,-2-4-81 0,-8-1-53 16,-9-2-46-16</inkml:trace>
  <inkml:trace contextRef="#ctx1" brushRef="#br1" timeOffset="115453.36">24270 15622 0,'0'0'0,"0"0"15,0 0-15,0 0 16,0 0 0,0 0-16</inkml:trace>
  <inkml:trace contextRef="#ctx1" brushRef="#br1" timeOffset="115614.62">24492 16072 0,'0'0'0,"0"0"0</inkml:trace>
  <inkml:trace contextRef="#ctx0" brushRef="#br1" timeOffset="123016.5">20272 13486 1587 0,'-9'-2'272'0,"4"2"-276"0,-2-2-9 0,0 4-19 0,1 1-11 16,-1 4 11-16,-3 4 9 0,0 2 9 0,0 4 11 0,-4 3-14 15,2 0 26-15,-2 4-21 0,0 7 28 0,0-2-2 0,7 4-14 16,0 3 2-1,2-5 5-15,4 1-4 0,-2 1 27 0,3-6-7 0,4-4-1 0,5-1-16 0,-3-3 7 0,0 0-11 16,4 4-4-16,1-3 2 0,7-4-2 0,3 0-13 0,-2-6 13 16,-1-3-13-16,0 0-3 0,-5-2-24 0,1-2-16 0,-1-3-90 15,-1-2-67-15,-2-4 25 0,1-1-86 0</inkml:trace>
  <inkml:trace contextRef="#ctx1" brushRef="#br1" timeOffset="115970.2">24868 16510 0,'0'0'0,"0"0"16,0 0-1,-56-122-15</inkml:trace>
  <inkml:trace contextRef="#ctx1" brushRef="#br1" timeOffset="116235.92">24859 15152 0,'0'0'0,"0"0"16,0 0-16,0 0 15,0 0 1</inkml:trace>
  <inkml:trace contextRef="#ctx1" brushRef="#br1" timeOffset="117047.89">25076 15563 0,'0'0'0,"0"0"16,0 0-16,19 105 15,-9-60 1,12 6-16,-1-6 15,5 0-15,-2-8 16,1-2 0,2-5-16,-1-3 15,0-4 1,1-3-16,-5-4 16,-1-3-1,-4-3-15,-1-2 16,-2-2-16,10 2 15,0-4 1,-16-7-16,3 2 16,2-5-1,10 3-15,0-4 16,-6-1-16,-2-2 16,-4-3-1,3 0-15,-9-1 16,0-1-1,-2-3-15,-2 2 16,-1-2 0,-1-1-16,-1-1 15,-24-32 1,-2-4-16,4 9 16,3 6-16,5 9 15,5 6 1,4 6-16,1 0 15,0 0 1,0-4-16,0-3 16,-3-7-16,0 2 15,2 4 1,2 3-16,2 4 16,1 3-1,1 2-15,-7-14 16,1 3-1,0 4-15,4 5 16,0 4-16,1 4 16,1 2-1,0 1-15,0 1 16,0 3-16,0-1 16</inkml:trace>
  <inkml:trace contextRef="#ctx1" brushRef="#br1" timeOffset="126975.25">15810 11067 0,'0'0'0,"0"0"16,0 0-16,112-37 15,-19 39-15,0 12 0,57 48 16,-25-5-16,-34-15 15</inkml:trace>
  <inkml:trace contextRef="#ctx0" brushRef="#br1" timeOffset="136661.9">11471 8969 256 0,'-4'8'2'0,"2"-4"54"0,-1-1 27 0,1-2 23 0,-1 1-14 15,2-2 45-15,-1 0-56 0,1 0 58 0,1-1-22 16,-1 0-30-16,0-2-21 0,1 1 19 0,0 0-27 15,-2 0 31-15,2 1-10 0,0-2-19 0,0 0-27 0,0 3 20 0,0 0-30 16,0-1 23-16,0 1 0 0,0 0-7 0,0 1 5 0,-1-1 8 16,-1 2-10-16,1-1 8 0,-1 2-3 0,-1 0-12 0,2 0-16 15,-1 0 25-15,1-1-27 0,0-1 37 0,0 1-14 16,1 0-18-16,0 0 1 0,0-1-3 0,0-1 2 0,0 1 1 16,0-1-4-16,0 0 0 0,0 0-9 0,0 0 6 0,0 0-6 15,2 0 10-15,-1 1-4 0,1-1-8 0,1 2-9 0,-1-1 5 16,1 0-4-16,1 2 6 0,0-2 1 0,1 2-4 0,0-3-11 15,1 3 12-15,-1-1-10 0,1 0 17 0,-1 0-3 0,0-1-4 0,1-1 1 16,-1-1 6-16,1-2-4 0,1 2 6 0,-1 1-1 0,0 0-2 16,2 0-9-16,-1-2 10 0,-1 2-7 0,1-2 17 15,0 2-2-15,2 1-9 0,1-1-6 0,0 1 9 0,1-1-9 16,1 0 2-16,-2-1 0 0,1 1-5 0,1-1-11 0,-2 1 16 0,0 0-13 16,-5 0 23-16,1 0-4 0,-1 0-10 0,1 1-15 0,6-1 14 15,-1 3-9-15,1-3 25 0,0 1-5 0,1-1-9 0,1 0-15 16,0 0 14-16,1 0-11 0,-1 0 21 0,0 1-2 15,1-1-10-15,0-1-7 0,3 1 9 0,0 0-7 0,2 1 12 16,-3 1-1-16,3 1-5 0,0 0-2 0,0 1 1 0,0 0-1 0,3-2 4 16,-2 0 1-16,1-2 1 0,3 2-10 0,1 1 4 0,-1-2-4 15,-2 0 11-15,-6-1-2 0,-1-1-1 0,3 1-14 16,0-1 11-16,6 1-7 0,-2-2 16 0,-1 2-1 0,-3-2-8 0,2 1-9 16,2 1 9-16,2 0-7 0,2 0 18 0,2 1-5 0,0 1-5 15,-1 1-7-15,1-1 6 0,-1 0-2 0,2 2 10 0,-1-2 0 0,-2 1-8 16,-4-1-6-16,-4 0 11 0,0-1-10 0,0 0 8 0,2 0 2 0,0-1-4 15,-2 0-13-15,-2 0 16 0,-1 0-13 0,1 0 20 16,0 3-1-16,1-2-10 0,2 3-9 0,2-1 8 0,-1-3-7 0,-1 2 17 0,-1-1 0 16,-1-1-5-16,1 2-13 0,-1-1 10 0,1 2-8 0,-1-1 16 15,0 1-2-15,1 1-4 0,-1-4-8 0,0 1 5 0,-8 0-3 0,-1-1 9 16,-2 0-2-16,-1 0-3 0,3 0-8 0,0 0 7 16,-1 0-4-16,-2-1 12 0,1 1-3 0,-1-1-7 0,0-1-4 0,0 1 8 15,-1 0-4-15,-1-1 9 0,-1 0-1 0,2 1-6 0,-3-1-5 16,0 0 7-16,0-1-5 0,-1 1 14 0,0 2-2 0,-1-3-4 15,0 1-15-15,0 0 11 0,0 1-8 0,0 1 20 0,-1-1-4 0,0 1-7 16,2-2-4-16,-1 2 2 0,0 0-2 0,-4-1 3 0,2 0 1 16,0 0-1-16,0-2-6 0,-2 0 5 0,1 1-4 0,-1-3 8 15,1 1-2-15,0 0-1 0,0 0-13 0,0-1 13 0,1 0-8 16,0-1 20-16,-2 2-5 0,0-3-8 0,1 1-11 0,0 0 14 16,1-3-8-16,0 0 17 0,-1 0-4 0,1 2-7 0,0 0-1 15,0-2-3-15,-2 1 3 0,2-1 2 0,0 1-1 0,-2-2 1 16,3 0-7-16,-2 0 9 0,1-2-5 0,-1 1 11 0,0 0-3 15,2-2-7-15,-1 1-8 0,2-4 11 0,-1-2-7 0,-1 0 13 0,1 1 0 16,0-1-8-16,0-2-9 0,0-1 11 0,1-2-9 0,0 0 15 16,0-2-3-16,0-2-6 0,0 0-6 0,0-1 5 0,0 4-3 0,1 1 9 15,0 0-1-15,0 2-3 0,2-2-8 0,-2 2 7 0,0 1-6 16,0 2 11-16,-1 1-1 0,1 1-4 0,-1 0-6 0,1-1 8 16,-1 2-5-16,0-1 10 0,0 5-3 0,0 0-4 0,0 0-7 15,-1-1 9-15,0 2-4 0,0 0 9 0,-1 1-3 0,-1 0-7 0,0-1 0 16,0 2 3-16,-1 0 0 0,5-1 3 0,0 2-1 0,1-2-2 0,-2-3-8 15,-4-1 9-15,-1 1-7 0,1-1 13 0,0 1-1 0,0 5-6 16,3-1-10-16,-2 3 10 0,2 1-9 0,0 1 14 0,0 1-3 16,1 1-5-16,0-2-21 0,0 2 14 0,-2 1-15 0,2 1 4 15,0 3-7-15,0 0-11 0,0 3-25 0,0 4 0 0,0-1-9 16,2 4-53-16,0-1-49 0,1 2-43 0,0 2-423 0,1 5 409 16</inkml:trace>
  <inkml:trace contextRef="#ctx1" brushRef="#br1" timeOffset="153899.82">16625 11023 0</inkml:trace>
  <inkml:trace contextRef="#ctx0" brushRef="#br1" timeOffset="161758.25">12359 9406 658 0,'-3'3'259'0,"-2"0"324"0,1 1-335 16,-1-2-40-16,2 1-52 0,-1 1-4 0,3-2-29 0,0-2-46 0,0 1-40 15,1-1 27-15,0 1-38 0,0-1 14 0,0 3-9 16,1-1-23-16,0 0-7 0,0 4 19 0,1-1-17 0,-1 4 30 16,0 1-3-16,-1 0-10 0,1 3-6 0,-1-2 21 0,0-3-19 15,0 5 31-15,0 0-5 0,0 2-15 16,1 5-11-16,0-5 11 0,1 3-16 0,1 1 9 0,-2-1-4 0,1-1-7 16,-1 1-15-16,1-2 15 0,1 0-15 0,-1 3 29 0,0-3-5 15,0 0-12-15,2 2-5 0,-1-2 10 0,1 1-10 0,-1-3 13 16,-1-1-4-16,0-3-8 0,1 0-7 0,-1-2 7 0,0 0-5 15,0-1 12-15,-1-1-2 0,1 0-5 0,0 0-9 0,-1 0 5 16,-1-3-7-16,1 1-7 0,-1-3-11 0,0 1-14 0,0-1-38 16,0-1-21-16,0 0-2 0,0-3-131 0,0 1-101 0,0-3-69 0</inkml:trace>
  <inkml:trace contextRef="#ctx0" brushRef="#br1" timeOffset="163025.79">13422 8480 1304 0,'-6'0'-262'0,"0"0"560"15,2-1-49-15,-2-1-70 0,3 2-73 0,-1-2 10 0,2 2-46 16,1-1-7-16,0 1-10 0,1 0-12 0,0 0-29 16,0-1 18-16,0 1-23 0,0 0 24 0,0 0 0 0,0 0-8 0,0 0-12 15,0 0 25-15,0 0-24 0,0 1 37 0,0 2-6 16,-1-1-12-16,0 2-6 0,-2 1 9 0,2 2-13 15,-1-1 7-15,1 2-3 0,-1-1-5 0,0-2-15 0,1 2 8 0,1-2-11 16,0 1 14-16,1 3-4 0,1-1-6 0,1 3-9 16,1 0 7-16,1 0-7 0,-1 1 16 0,1-2-3 0,1-1-4 0,-2 1-14 15,2 0 13-15,-2-1-11 0,-1 0 17 0,2 0 1 0,-2 0-6 16,0 0-14-16,0-1 12 0,0 0-12 0,1-2 15 0,-2 0 1 16,1 1-6-16,1-2-6 0,-1 1 7 0,0 1-5 0,1-2 14 15,-3-1-2-15,1-2-5 0,-1 0-7 0,0-1 7 0,-1 0-4 16,0 0 19-16,0-1-5 0,0 0-4 0,0 2-8 0,0-2 6 15,-2 0-5-15,1 0 9 0,-1 0 0 0,0 0-5 0,-2 0-9 0,0-2 6 16,-2 0-5-16,0 1 7 0,2-2 0 0,-2-1-6 0,1 2-2 16,0-2 4-16,1-1-4 0,0 2 6 0,1-2-1 0,0 1-3 0,-1-2-10 15,1 1 15-15,0-3-11 0,-1 0 22 0,2 1-5 0,-1-2-9 16,0 0-3-16,0-2 5 0,1 2-4 0,-1-2 8 0,2 2-2 16,0 0-5-16,0-1-10 0,1 0 9 0,0-1-7 0,0 2 15 15,0 2-3-15,2 0-6 0,-1 0-7 0,2-1 9 0,0 3-7 16,0 0 16-16,1-1-3 0,-1 1-8 0,2 0-13 0,0 1 15 15,1 2-11-15,-1 2 20 0,2 0-1 0,1 0-8 0,1-1-4 16,1 1 2-16,0 0-4 0,2 1 7 0,0 1-3 0,-1 1 0 0,0 0-7 16,-1 0 6-16,-1-1-2 0,0 1 11 0,-1 4-2 0,0 1-5 0,0-1-10 15,0 1 12-15,-1 0-10 0,-1-1 15 0,0 2 0 16,0-2-7-16,-2 2-9 0,-1-2 10 0,1 0-8 0,-1-2 17 16,2 0-3-16,-2 0-8 0,0 0-9 0,-2-2 13 0,2 1-9 15,-3-2 15-15,1-1 0 0,0-1-7 0,-2 2-1 0,1-2 3 0,0-2-2 16,0 2 5-16,0-1-2 0,0-4 0 0,-1 1-6 0,1-2 0 15,-1-1 0-15,1 0 7 0,1-1-2 0,2-2-3 0,-1-2-12 16,3 1 11-16,-1 0-7 0,1 0 18 0,0-2-2 0,2 2-8 0,0 2-6 16,0-2 8-16,-1 1-7 0,-4 0 13 0,-1-2-3 0,1 2-5 15,0 1 0-15,4 2 3 0,2-1-1 0,-3 1 5 0,2 0-2 16,1 3-3-16,0 0-4 0,2 2 4 0,2 2-2 0,2 0 9 16,-1 0 1-16,2 0-3 0,0 1 1 0,0 1 5 0,2 2-2 15,-1-1 7-15,-1 2-4 0,1 0-4 0,1 3-13 0,-3-1 12 0,2 0-10 16,-3-1 19-16,-2 1-2 0,-2-2-10 0,-1 2-11 0,-3 1 13 15,1-2-12-15,-3 3 16 0,2 0-3 0,-3-3-8 0,1 0-11 16,-3 2 13-16,0-2-9 0,-2 4 15 0,-1 0-5 0,-1 1-8 0,0 0-18 16,0 2 0-16,1-3-5 0,0-2-22 0,2-2-6 0,1 0-9 15,0-1-81-15,2-2-21 0,1 3-26 0,2-4-283 0,1 1-178 16,1 3-162-16</inkml:trace>
  <inkml:trace contextRef="#ctx0" brushRef="#br1" timeOffset="183149.4">22359 9680 256 0,'-4'-6'39'0,"1"1"583"0,1-1-232 0,1 1 32 0,0 0-339 0,1-1 8 0,2 2-37 0,0-3 8 0,0 2-12 0,2 0-7 0,-1-1-21 16,2 2 20-16,-1-1-20 0,1 1 42 0,-1 1-18 16,1 1-19-16,0 1 1 0,1-1 22 0,-2 2-14 0,2 0 48 15,-1 0-14-15,0 2-13 0,2 0-28 0,-2 1 12 0,2 1-18 16,2 5 15-16,1 0-4 0,1 1-10 0,1 4-14 16,0 0 18-16,0 3-20 0,1 1 23 0,-2-1-8 0,1 1-11 0,2 2-13 15,-1 0 10-15,0 3-10 0,-4-1 18 0,-4-3-4 16,1-2-5-16,-1-2-12 0,5-3 8 0,1 0-8 0,-1 0 14 15,0-3-1-15,0-1-5 0,1-1-12 0,1 0 8 0,-1-1-8 0,-1-2 6 16,-2 0-4-16,-3 0-8 0,2-2-22 0,-1-1-2 16,-2-1-6-16,0 0-26 0,0-2-7 0,0-1-8 0,-1-3-36 0,0-2-12 15,-1-2-4-15,-1-2-84 0,-1 0-31 0,1-2-33 0,-1-3-241 16,-1-2 312-16</inkml:trace>
  <inkml:trace contextRef="#ctx0" brushRef="#br1" timeOffset="183399.57">22837 9383 892 0,'1'-5'-367'0,"-3"1"772"0,0 3-96 16,-2-1-115-16,2 2-73 0,0 2 8 0,1 2-36 0,0 2 2 15,0 0-4-15,1 6-8 0,0 2-20 0,0 4 18 16,-2 4-29-16,1 6 30 0,0 3-9 0,0 3-16 0,-1 6-5 16,0 0 10-16,-1 3-16 0,1 4 6 0,1 0-15 0,0-3-16 15,0 4-13-15,-2-3 11 0,2-3-10 0,-1 3 16 0,0-3-5 16,1 0-10-16,0 3-7 0,-2-5 10 0,3-6-10 0,0-2 12 15,0-4-4-15,3-3-5 0,0 0-6 0,0-4 0 0,1-3-1 16,-1 0 3-16,0-4-6 0,0-2-5 0,0 1-31 0,0-3-1 16,1-3-6-16,-2 1-29 0,0-3-6 0,1-3-10 0,-1 0-77 15,-1-4-23-15,0-2-13 0,0-1-185 0,0-2-110 0,0-6-99 0</inkml:trace>
  <inkml:trace contextRef="#ctx0" brushRef="#br1" timeOffset="183757.19">23093 9875 1365 0,'0'0'251'0,"0"0"42"0,0-2-110 0,0 0-50 16,4-3-29-16,-1 0-36 0,5-2-29 0,1-1 20 0,1-1-25 16,3 1 34-16,3-1-15 0,1 0-14 0,3-2-21 15,-1 2 11-15,-1 3-16 0,2-2 9 0,1 2-5 0,-2 0-12 16,2-2-4-16,-1 4 4 0,-2-2-5 0,2 2 4 15,0 0-1-15,-1 1-2 0,-3 1-7 0,-2-1 0 0,-4 2-3 0,-1 1-24 16,-2 0-13-16,-2 0-8 0,1 0-47 0,-4 0-39 0,0 0 24 16,0 0-137-16,-2 0-46 0,-2 1-1 0,-2 2-177 15,-3 1 230-15</inkml:trace>
  <inkml:trace contextRef="#ctx0" brushRef="#br1" timeOffset="183933.34">23238 9951 1843 0,'0'0'-240'0,"0"0"567"16,1-1-74-16,1 0-63 0,3-3-90 0,3-2-1 0,1 1-31 15,3-2-38-15,3 2-10 0,-1 0-15 0,2-2-13 0,-1 0-7 16,-2-1-1-16,4-2-55 0,0 1-32 0,2-1-15 0,1-2-176 16,-1 1-192-16,-1-2 0 0</inkml:trace>
  <inkml:trace contextRef="#ctx0" brushRef="#br1" timeOffset="184721.35">23793 9533 923 0,'-4'-1'189'0,"2"-2"30"0,1 0 3 0,1 2-68 0,0-3-13 16,0 2-21-16,1-1-34 0,1-2-17 0,2 2 25 0,-2 1-32 15,1 1 5-15,0 1-16 0,-1 0-29 0,0 1-17 16,0 1 16-16,1 4-16 0,-1 1 30 0,0 2-4 0,0 3-10 0,1 1-7 16,-1 2 15-16,0-1-16 0,0 1 22 15,1-1-9-15,-1 1-8 0,0 1-15 0,1-2 10 0,1 2-10 0,0-1 17 16,1-3-3-16,-1 0-7 0,2 1-8 0,0-3 9 15,-2 1-10-15,2-2 14 0,-2 0-3 0,1-2-8 0,-2 0-16 16,0-2 18-16,0 1-16 0,-1-2 30 0,0 0-6 0,-1-2-11 16,-1 2-8-16,0-3 10 0,0 2-7 0,0-2 13 0,-1-1 3 0,0 2-8 15,0-2-4-15,-1-2 11 0,-1 0-10 0,0-2 9 0,-1 1-1 16,0-3-6-16,1 0-11 0,-1-1 9 0,1-1-8 0,0 2 16 16,-1 0-1-16,2 1-5 0,0-4-14 0,1 2 15 0,-2 1-12 15,2-2 21-15,0 0-6 0,0 1-8 0,0-1-11 0,1-1 11 16,-1 0-8-16,1-1 17 0,0 1 0 0,0 0-9 0,0 0-6 0,1-1 5 15,0 0-4-15,2-1 9 0,1 0-1 0,0 1-3 0,2-3-6 16,1 2 4-16,-1 0-4 0,3-1 7 0,-1 6 0 0,0-2-2 0,2 2-7 16,0 2 7-16,0-1-5 0,2 2 8 0,-1 3-1 0,0 0-5 15,3 2-2-15,-2 4 3 0,0-1-1 0,1 2 5 0,-3 2-1 16,0 1-1-16,2 0-11 0,-2 2 12 0,-1-2-7 0,0 1 16 16,-8 0-2-16,-1-2-9 0,0 1-5 0,0-3 6 0,2 2-4 15,0-2 9-15,-1-2 1 0,0 0-2 0,0-1-10 0,1 1 8 0,-1-2-6 16,2-1 9-16,-2-1-1 0,0 1-4 0,0-2-5 0,0-2 12 15,3 1-7-15,1-3 18 0,1-2-3 0,3 0-9 0,1-3-5 16,2-2 5-16,1 0-3 0,1 1 8 0,-1-2-5 0,-2 2-6 0,1 0-9 16,-1-1 10-16,1 4-8 0,-3 2 14 0,0-1 0 0,-3 5-4 15,2 1-11-15,-2 3 10 0,-1 2-8 0,0 1 14 0,-1 1 0 16,1 0-6-16,1 1-7 0,-1 1 11 0,1 1-8 0,-1 0 14 16,0 1-1-16,0-4-10 0,1 2 0 0,1-1 6 0,-2 0-5 15,1 1 0-15,0-3 1 0,-2 0-5 0,1 0-9 0,-1 0 5 16,-1-2-9-16,1 1-23 0,-1-3-13 0,-1 0-19 0,2 0-66 15,-3 0-44-15,1-1-5 0,0 0-322 0,1 0 309 0,-1-1-56 0</inkml:trace>
  <inkml:trace contextRef="#ctx0" brushRef="#br1" timeOffset="185032.47">24981 9037 1647 0,'-7'3'157'0,"-1"-1"93"0,2 2-65 0,-1 1-42 0,0 4-51 0,0 5-51 16,1 3 3-16,-1 2-23 0,-1 6-6 0,1-1-2 15,-1 2-5-15,-1 2-8 0,0-3 12 0,-1 1-12 0,-1 5 13 16,2-3-4-16,-1-1-9 0,1 1 1 0,2-6 3 16,2-3-3-16,-1 4 3 0,2-3-3 0,-1-2-1 0,1-1-32 15,-1-4 2-15,2 0-10 0,-2-1-15 0,2 1-35 0,-1-1-12 16,1-3-115-16,1-3-106 0,-2-2 54 0,2-2-119 0</inkml:trace>
  <inkml:trace contextRef="#ctx0" brushRef="#br1" timeOffset="185238.78">24589 9013 1432 0,'-3'3'380'0,"4"3"-237"0,-5-2 133 0,1 1-119 0,5 1 25 0,0 1-68 16,3 4-31-16,3 1-22 0,-1 1-31 0,2 3-16 16,7-2 14-16,3 2-15 0,5 2 19 0,0 1-10 15,-2-3-11-15,4 2-3 0,-4-2-1 0,3-3 1 0,7 1-1 16,0-2-1-16,2 1-1 0,2-1-16 0,-4-2 12 0,1-2-11 0,3-1 7 15,-7 1-12-15,-7 1-15 0,-2-1-52 0,-6-2-14 16,1-2-2-16,4-3-136 0,-3 0-120 0,-3-1-43 0</inkml:trace>
  <inkml:trace contextRef="#ctx0" brushRef="#br1" timeOffset="185461.38">25282 8867 1616 0,'-5'9'371'0,"3"0"-276"0,1 0 78 0,1 2-86 15,2 1 10-15,3 2-47 0,3 1-18 0,1 0-9 0,2 0-16 0,1 2-7 16,0-5 5-16,1-1-6 0,-2 3 9 0,-1-3-5 16,-2 2-5-16,1 4-10 0,0-3-11 0,-1-1 6 0,1 2-51 15,-4-4-24-15,1 2-9 0,0 0-144 0,-4-1-135 16,-1-2 62-16,-2 4-112 0</inkml:trace>
  <inkml:trace contextRef="#ctx0" brushRef="#br1" timeOffset="185652.86">25241 9091 1804 0,'-9'-2'424'0,"3"2"-297"0,0-2 97 15,2 1-63-15,2-2 3 0,4 0-50 0,1-3-54 16,4 0-17-16,-1-3-21 0,3-2-17 0,0-1 5 0,0 1-8 15,3-4 5-15,-1 5-4 0,1-3-3 0,4-2-7 0,0 1-3 16,-1-3-1-16,1-1-32 0,-1 4-19 16,0-1-8-16,2 0-67 0,1 2-48 0,-1 1 24 0,1 1-258 0,-2 1-207 15,-4 1-67-15</inkml:trace>
  <inkml:trace contextRef="#ctx0" brushRef="#br1" timeOffset="186070.88">25670 8567 1556 0,'-2'2'366'0,"1"0"-263"0,-1 2 86 0,2 1-96 15,1 3 22-15,1 4-59 0,4 2 3 0,-2 2-11 16,2 2-19-16,-1 3-6 0,-1-3 5 0,0 1-9 0,1 3 10 0,-2-3-7 16,2 0-4-16,-1 1-9 0,1-3 7 0,0 0-8 0,2-3 16 15,-3-1-4-15,2-1-4 0,1-1-16 0,-3-1 13 16,1 0-14-16,-1 2 23 0,0-1-6 0,-1-1-8 0,-1 1-6 15,1-4 5-15,-2-2-5 0,-1 1 8 0,0-5-2 16,0 3-5-16,0-3-5 0,0 0 10 0,0-1-8 0,0-1 21 0,1-2-1 16,-1 0-4-16,0-1-9 0,1-1 10 0,-1-4-11 15,2 1 10-15,0-1-5 0,2 0-6 0,-1 0-4 0,2 1 4 0,0 2-2 16,1-2 6-16,-1 2-2 0,3 1-4 0,0 0-3 0,2 1-1 16,0 0 0-16,1 1 4 0,-4 2-1 0,2 0-2 0,0 1-2 0,0-1-1 15,-1 1 2-15,0 0 3 0,0 1 0 0,1 0-1 0,1 0-8 16,1 1 7-16,3 0-6 0,-1 1 11 0,0-1 1 0,0 2-3 15,3 0-13-15,-1 0 10 0,2 2-10 0,-1 1 9 0,-3 0 0 16,-7 0-8-16,-3 0 4 0,1 0 7 0,-4-1-4 0,4 2 5 16,-1 0 0-16,-3 1-3 0,1 0-10 0,-5 0 11 0,-2 1-6 0,2 1 20 15,-3 0-3-15,-4-1-5 0,-3-1-7 0,-8-2 7 0,-2 1-6 16,-1 0 6-16,2 1-2 0,0 0-5 0,3-2-10 0,-2 2 10 16,1-4-10-16,1 1-9 0,2-3-20 0,3 0-23 0,3 0-96 15,1-1-55-15,1-1-20 0,2 2-508 0,4 2 460 0,4 1-108 0</inkml:trace>
  <inkml:trace contextRef="#ctx0" brushRef="#br1" timeOffset="187003.13">22733 10834 1125 0,'-7'0'335'0,"-2"0"-68"0,2 0-76 0,1 0-55 16,0 0-11-16,4 0-30 0,-1 0-33 0,3 0-43 0,0 0 18 15,0 0-26-15,2 1 36 0,1 1-8 0,1 2-7 0,3 1-5 16,3 0 6-16,1 4-7 0,3 0 14 0,1 2-1 0,-1-1-5 16,5 4-21-16,3 3 13 0,1 1-19 0,4-2 13 15,-2 0-5-15,0-5-10 0,3 2-3 0,-1 0 2 0,0 2-2 16,2-1-1-16,-2-1-3 0,-6-2-2 0,-3 1-9 15,-8-3-1-15,-1-3-1 0,0 1-25 0,2-2-3 0,-1 0-7 16,-1 0-42-16,-2-1-21 0,0-2 7 0,-3 1-131 0,1 0-57 0,-3-2-45 16</inkml:trace>
  <inkml:trace contextRef="#ctx0" brushRef="#br1" timeOffset="187252.12">23209 10649 1994 0,'-16'12'-206'0,"5"-3"431"0,2 1-42 0,0 1-59 0,3 4-61 16,3 0 20-16,2 2-42 0,1 3 36 0,2 0-12 15,3 1-10-15,-1 5-13 0,1-3 8 0,0 2-13 0,3 8 13 16,-1-6-10-16,0 4-9 0,-1 6-17 0,0-1 8 0,-2 2-12 16,1 0 13-16,-1-8-4 0,1-1-6 0,2 1-15 0,-2 0 11 15,1-3-12-15,-1-1 14 0,0-4 0 0,-2-3-8 0,2 3-3 16,-2-1 0-16,1 0-2 0,-2 0-6 0,-1-6-3 0,0-2-2 15,0 0-20-15,-1-5-11 0,0 1 5 0,0-1-35 16,0-2-8-16,0-3 0 0,1 0-75 0,-1-3-5 0,0-1-9 0,1-3-105 16,0-3-83-16,-1-3-67 0</inkml:trace>
  <inkml:trace contextRef="#ctx0" brushRef="#br1" timeOffset="187502.46">23550 10964 1643 0,'-1'0'135'0,"0"0"89"16,2-1-76-16,4-3-38 0,0-1-39 0,5-2-48 16,2 1 3-16,1-2-16 0,-4-1 4 0,0 0-4 0,0-1-4 0,1 0-21 15,7 2 17-15,-1 1-17 0,1-4 30 0,-3 5-4 16,1 1-7-16,-1-2-14 0,-4 4 8 0,2-1-9 15,-2 1 25-15,-4 2-3 0,2-3-7 0,-1 2-21 0,-1 0-2 0,-1 1-6 16,0-2-40-16,-2 1-11 0,2 1-9 0,-1-2-45 16,0 0-27-16,-1 0 19 0,0 1-125 0,1 0-76 0,-2-1-14 0</inkml:trace>
  <inkml:trace contextRef="#ctx0" brushRef="#br1" timeOffset="187704.5">23684 11013 2091 0,'-7'6'-216'0,"3"-3"468"0,0-3-43 0,2 0-60 0,2-3-60 0,5 1 2 15,0-2-34-15,3-1-27 0,1-3-8 0,0 2-5 0,0-2-15 16,2 1 7-16,-1 0-8 0,3-2 13 0,0 0-8 16,2 1-5-16,4-3-11 0,1-1 2 0,1-2-3 0,5-4-33 15,-1 1-34-15,2 2-23 0,3-4-172 0,-2 2-173 0,1 1-9 16</inkml:trace>
  <inkml:trace contextRef="#ctx0" brushRef="#br1" timeOffset="188226.04">24271 10384 2010 0,'-5'4'140'0,"-1"1"-27"16,3 0 15-16,-1 0-62 0,2 6-29 0,2 0-6 0,0 3-18 15,1 4-6-15,0-4 20 0,1 2-17 0,2 4 27 16,-1-1-11-16,2 6-16 0,-2-1-10 0,2-4 10 0,-1 2-10 16,2-1 15-16,-2-5-4 0,2-2-8 0,2 0-6 0,-1-1 9 15,4-2-8-15,0-1 22 0,0-3-3 0,-1 2-6 0,0-2-4 16,-2-3 5-16,-1 1-4 0,-3-1 9 0,0-2-2 0,-2-1-3 15,-1-1-6-15,0 0 16 0,0-1-14 0,0-1 26 16,-1-4-6-16,2 1-9 0,-1-4-15 0,0 0 14 0,1 2-16 16,1-1 18-16,1 0-6 0,0 3-8 0,2-1-5 0,0 1 6 0,0 0-2 15,2 2 11-15,0-1-1 0,1 0-5 0,0 3-3 0,2-1 1 16,0-2-1-16,2 2 2 0,-2 1-3 0,1 0-3 0,0 1-4 16,1 0 2-16,2-1-1 0,-3 1 4 0,0 0-3 0,-5 0-2 0,1 2-6 15,1-1 7-15,0 2-4 0,7 1 1 0,-3 1 0 0,2 1-11 16,-1-2 2-16,-1 1 13 0,-1-1-7 0,-4 3 15 0,-3-1-3 15,1 2-6-15,-3 1-7 0,1-2 8 0,-1 2-6 0,-1 0 14 16,0 0-3-16,-1 0-6 0,-1 1-9 0,-1-1 11 0,-1-1-8 16,0 0 16-16,-1-1-1 0,-1 1-8 0,-1-2-7 0,-1 1 7 15,1 1-5-15,-2-3 12 0,-1-2-1 0,-2 1-5 0,1 0-8 16,-3-3 6-16,0 2-5 0,0-2 15 0,1-1-3 0,1-1-5 0,-2-2-9 16,1 2 9-16,6-3-8 0,-1 0 12 0,4 2-3 0,-2-2-6 15,-4 2-9-15,2-1 5 0,0-2-6 0,2 2-10 0,0-1-6 16,1 1-11-16,1-1-33 0,1-1-4 0,1 0-8 0,0-2-34 0,1-1-13 15,1-1-12-15,1-2-113 0,3-1-79 0,-2 0-13 16,2 0-5-16</inkml:trace>
  <inkml:trace contextRef="#ctx0" brushRef="#br1" timeOffset="188492.05">25042 10218 1150 0,'3'5'285'0,"-3"3"-197"0,1 0 84 0,-1 4-95 16,2 0 18-16,2 0-48 0,0 0-13 0,1-1-10 15,1 1-18-15,1-1-4 0,-1 2 1 0,0 0-2 0,-4 2-1 16,-2-1-9-16,1 2-6 0,0-2-34 0,4 0 7 0,1-2-12 15,0 0-16-15,-2 1-16 0,1-6-2 0,-1 0-46 16,1 0-50-16,-2-2 38 0,-1 4-218 0,-1 0 220 0,2 0-18 0</inkml:trace>
  <inkml:trace contextRef="#ctx0" brushRef="#br1" timeOffset="188681.4">24894 10453 1815 0,'-5'5'154'0,"0"-3"85"16,2-1-39-16,2-1-38 0,1-1-41 0,3-3-71 0,3-3 20 16,2 2-42-16,2-5 6 0,1 1-10 0,1 0-17 0,2-1-9 15,0 1 4-15,2-1-3 0,2-2 9 0,1 1-3 0,1-2-4 16,3 1-13-16,-6 1-6 0,-2-2-1 0,3 2-41 16,0-2-18-16,9 0-9 0,1-1-88 0,0 0-100 0,-2 2 49 0,-2-1-122 15</inkml:trace>
  <inkml:trace contextRef="#ctx0" brushRef="#br1" timeOffset="189538.11">25569 10151 937 0,'-1'1'246'0,"-1"-1"7"0,1 2-29 0,1-2-66 0,0 0-39 0,0 0-29 0,0 0-36 0,0 1-47 0,0 0 25 15,0 1-32-15,0 1 47 0,0 3-8 0,0-1-15 0,-1 2-3 16,1 0 16-16,-1 0-15 0,-1 2 23 0,2-2-8 0,0 2-10 0,0-2-13 15,0 2 9-15,0-1-11 0,2 1 11 0,-2-1-3 16,1-1-10-16,0 4 0 0,1-5 2 0,0 0-3 0,-1 0 4 16,2-1-6-16,-1-1-1 0,0-1-1 0,0 0-4 0,1-1 5 15,-3 1-1-15,1-2 1 0,-1 1-1 0,0-1-3 16,1-1 7-16,-1 0-7 0,0 0 18 0,0 1-3 0,0-1-3 0,0 0-14 16,0 0 16-16,-3-1-13 0,1 0 26 0,0-1-5 0,-2 0-9 15,0-1-8-15,0-1 7 0,0 1-6 0,0-1 6 0,-1-1-1 16,3 1-5-16,-1-1-3 0,1-2 6 0,-1 1-4 0,1-1 7 0,0 2 1 15,1 1-4-15,0-2-2 0,-1 2 5 0,2-2-5 0,-1 1 7 16,1 0-2-16,1-1-3 0,-1 1-11 0,2-2 12 0,0 1-10 16,0-1 17-16,1 0-4 0,0-2-10 0,1 2-12 0,0-1 15 15,1 2-11-15,1-1 17 0,-1 0-5 0,0 0-9 0,-1 1-1 16,1-1 1-16,0 5 0 0,-5-2 7 0,0 1-6 0,0 3-2 0,2 0-10 16,3 2 8-16,3 2-5 0,0 2 16 0,-1 2-1 0,2 1-7 15,-1 1 0-15,1 1 2 0,0 2-2 0,-2-3 1 0,0 2 1 16,-1-2-1-16,-2-1-10 0,1 1 10 0,-1-2-7 0,1 0 17 15,-3-1-4-15,-1-1-7 0,0-3-1 0,-1 2 2 0,0-1 0 0,1-2 5 16,-1-1-2-16,0 0-4 0,0-1-2 0,1 0 4 0,2-2-2 16,-1-1 7-16,0-5 1 0,0 2-3 0,3-4-11 0,-1-1 14 15,3 1-13-15,0-3 16 0,1 2-2 0,-2-2-7 0,2-2 0 16,-1 2 2-16,1-2-2 0,0 4 1 0,-1 1 1 0,-2 1-1 0,2 1-9 16,-2 2 10-16,0 4-8 0,-1 0 15 0,-1 2-4 0,0 2-6 15,0 4 1-15,1 0 2 0,1 2 0 0,2 2 8 0,0-1 0 16,0 3-4-16,1 1-3 0,-2-2 4 0,2 2-4 0,-1-2 5 15,1 0-1-15,-2-2-4 0,1 0-8 0,0-1 7 0,-1 0-5 16,0 0 7-16,0-2 1 0,0 1-6 0,0-1-11 0,1 0-5 0,1 1-2 16,-1-1-2-16,-1-2 3 0,2 0 5 0,-1-1-34 0,-1-2 2 15,-1 0-14-15,0 2-38 0,-1 0 14 0,-1 0-14 0,2 2 24 16,2-4-71-16,3-1 6 0,3-5-531 0,2-1 413 0,-1-4-93 0</inkml:trace>
  <inkml:trace contextRef="#ctx0" brushRef="#br1" timeOffset="189759.68">26572 9652 1884 0,'-3'6'145'0,"-1"3"28"0,-5 4-2 15,1 0-36-15,2 3-48 0,-1 2-45 0,-1 3 12 0,-1 1-28 0,1 5 5 0,0-3-5 16,1 1-11-16,-1 6-11 0,0-4 8 0,-2 1-10 0,0 3 8 15,1-8-1-15,0 1-6 0,1 1-12 0,0-4 8 0,0 1-11 16,1 0 4-16,3-7-10 0,-2-2-7 0,3-3-48 0,0-5-11 16,-1 1-1-16,-1-3-86 0,0 0-41 0,-2-2-19 0,-1-1-320 15,1 0 313-15</inkml:trace>
  <inkml:trace contextRef="#ctx0" brushRef="#br1" timeOffset="189973.02">26168 9767 1611 0,'-8'8'242'0,"1"1"45"0,2 1-74 16,1 1 4-16,3 2-39 0,3-1-48 0,7 2-48 0,1-1 18 15,4 0-37-15,4 2 15 0,-1-2-18 0,1-1-20 0,5 5-29 16,2-4 10-16,1 1-16 0,3-1 10 0,-1 0-3 16,0-6-6-16,4 1-13 0,-2-2 12 0,2-2-12 0,6 4 16 0,-6 0-2 15,-6-2-8-15,-1 2-18 0,-5-1 1 0,0 1-5 0,4-2-2 16,-5 2-22-16,-1-4-7 0,-4 2-48 0,-1-3-42 15,-3-1 25-15,-1 2-274 0,-3 1-325 0,3 7-104 0</inkml:trace>
  <inkml:trace contextRef="#ctx1" brushRef="#br1" timeOffset="185543.73">27880 12809 0</inkml:trace>
  <inkml:trace contextRef="#ctx0" brushRef="#br1" timeOffset="194309.8">23193 12150 593 0,'-1'-3'173'16,"-1"2"43"-16,1-2 49 0,0 1-137 0,1 0-30 0,1 0-22 0,0-2-24 0,2 1-35 16,2-2 26-16,-2 1-28 0,2 1 39 0,-1-1 3 0,0 2-15 0,3-1-1 0,0 0 24 15,-1 1-27-15,0 2 46 0,-1 0-6 0,0 0-14 0,1 0-5 16,-1 1 17-16,0 1-23 0,2 1 1 0,0-1-16 16,-1 2-21-16,2 1-16 0,-1-2 20 0,0 2-17 0,2 2 27 15,-1 0-8-15,1 2-17 0,-1 4-3 0,0 0 5 0,0 1-5 16,1 0 6-16,1 0-3 0,2 0-2 0,0 3-11 0,0-2 11 15,-2 0-10-15,0 0 19 0,-2-6-3 0,0-1-7 0,1 1-6 16,1 0 3-16,0 0-2 0,2 0 5 0,-2-2 0 0,1-3-3 0,-1 1 0 16,1-1-1-16,2 1-1 0,-1-2 4 0,-1 3-1 0,-1-3 0 15,-5 1-17-15,-2 0 10 0,-2-3-12 0,-1 1-3 0,4-1-13 16,-2 0-18-16,1-1-36 0,0-1-4 0,-1 0-8 0,-1-1-52 16,-1 0-12-16,0-5-23 0,0 1-98 0,-1-2-31 0,0-2 0 15,1-1 142-15</inkml:trace>
  <inkml:trace contextRef="#ctx0" brushRef="#br1" timeOffset="194593.92">23619 12032 816 0,'-8'-13'-506'0,"6"7"1032"0,-1 2-127 0,1 0-163 16,0 1-117-16,1 3 24 0,0 0-63 0,1 0 0 0,0 0-12 15,-1 0-25-15,-1 4-17 0,1 1 14 0,0 2-20 0,0 2 28 16,-1 0-7-16,2 1-3 0,-1 1-17 0,1 5 20 0,0-2-21 15,0 5 36-15,-1-2-8 0,-1 1-14 0,1 2-11 16,-1 1 16-16,2-1-19 0,-2 2 18 0,2 0-10 0,-1 2-13 16,0 4-13-16,1 3 11 0,0 0-12 0,0 6 18 15,0-4-7-15,0-1-8 0,-2 3-5 0,1-7 1 0,0 2-1 0,-1 0 4 16,1-6-1-16,3-1-1 0,-2 0-12 0,2-1 2 0,3-1-4 16,-6-4-5-16,4-1 3 0,-4-5-6 0,-1 1-22 0,1-2 6 15,-2-1-12-15,2-1-11 0,1-1-19 0,-1-3-18 0,2 1-73 16,1-2-31-16,1 1-9 0,-2-2-180 0,1-2 7 0,0-1-36 0</inkml:trace>
  <inkml:trace contextRef="#ctx0" brushRef="#br1" timeOffset="195396.33">23826 12276 835 0,'-7'0'325'0,"1"0"-187"0,0 0 172 0,1-2-221 0,1 1 12 0,2-2-59 16,2 0 12-16,0 3-15 0,0-2-20 0,1-1-6 16,2 1 10-16,-1 0-10 0,2 0 11 0,0-1 3 0,0-1-3 15,3 2-20-15,-2-1 24 0,2 1-26 0,2 1 62 16,0-2 2-16,2 0-6 0,2 0-22 0,0 0 19 0,1-1-31 16,1 2 8-16,0-4-10 0,1 3-15 0,-1-2-8 15,2-2 7-15,-2-1-8 0,3 1 12 0,-1 0-4 0,0 0-3 16,1-2-15-16,-7 2 9 0,0 0-10 0,-1 0 17 0,-1 2-1 0,5-1-7 15,-2 1-13-15,-1-1 11 0,-1 5-13 0,-1 0-2 0,-2 0-3 16,-3 1-11-16,1 0-29 0,-3 0-1 0,0 0-9 0,0 2-32 16,-2-1-14-16,0 3-14 0,-3 0-91 0,0 0-41 0,0 0 3 0,-1 0-81 15,1 2 183-15,5-2 20 0</inkml:trace>
  <inkml:trace contextRef="#ctx0" brushRef="#br1" timeOffset="195669.61">23906 12374 830 0,'-2'0'226'0,"1"0"-19"15,0 0-30-15,1 0-69 0,1 0-56 0,0-3-8 0,2 2-15 0,3 0-7 16,1-1 17-16,1 2-17 0,1-1 32 0,1 0-11 15,1-1-15-15,2 0 3 0,1 1 12 0,-1-3-9 0,4 0 27 16,-1 0-3-16,0-2-8 0,2-1-4 16,-7 1 2-16,0-2-10 0,1 0-5 0,1 0-12 0,4-3-10 0,4-2-12 15,-2 2 2-15,0-1-2 0,0 1-12 0,-3-1-16 0,1 2-12 16,1-1-58-16,-1 0-33 0,-1 1 15 0,6-1-97 0,-3 3-50 16,0 2 9-16</inkml:trace>
  <inkml:trace contextRef="#ctx0" brushRef="#br1" timeOffset="199774.09">24737 12539 650 0,'-3'-1'212'0,"1"-2"-24"0,-2 0-5 0,2 0-84 0,0-1 5 16,1 2-18-16,-1-1-24 0,2-1-25 0,0 0 10 15,0 1-18-15,0 0 24 0,0 0-7 0,2 0-9 0,-2 0-16 16,0 3 21-16,0-4-23 0,-2 0 32 0,2 1-3 0,-2-2-12 16,2 1-23-16,-1-2 26 0,-1 1-29 0,0-2 52 15,-1-2-10-15,1 1-14 0,0-1-12 0,0-4 15 0,-2 3-18 16,1-5 22-16,1 3-11 0,-1-2-15 0,1-4-14 0,1 0 13 16,-1 2-13-16,-2-3 21 0,2 4-7 0,-1-3-8 0,-2 0-12 15,2 1 13-15,-2 1-12 0,2-1 32 0,2 0-8 0,-1 2-10 16,2-3-7-16,0 0 3 0,0-2-4 0,-1-3 4 15,-1 0 1-15,2-3-2 0,0-5-10 0,0 1 8 0,0-3-9 16,3 1 8-16,1 3-1 0,3 0-4 0,2-1-1 0,0 6 5 0,-1 0-3 16,0 3 6-16,3 1-1 0,-1-1-2 0,2 3-9 0,0 3 8 15,-2-1-6-15,1 5 13 0,-2-1 1 0,1 2-5 0,0 0-11 16,0 1 11-16,0 1-10 0,-1 3 12 0,0 0 0 0,-1 2-5 16,-1 3-13-16,0 0 10 0,-2 2-9 0,1 2 21 0,1 1-5 0,-3 4-6 0,1 1-5 15,-2 3 6-15,-2-1-4 0,-1 3 11 0,0-1-3 16,-2 1-5-16,-2 2 1 0,0 2-1 0,-1-1 1 0,0 0 1 0,-1-3-1 15,1 0-1-15,-2 2-8 0,1-2 5 0,-1 1-6 0,1-1 10 16,0-2-1-16,2 0 0 0,-1-2-15 0,1 0 13 0,0-3-10 16,1-1 20-16,2-3-3 0,-1-2-10 0,2 0-5 0,0-1 6 15,-2-1-3-15,2-1 8 0,0-1-3 0,0 0-1 0,2-1-7 16,-1-2 5-16,1-1-1 0,0-1 9 0,2 1 1 0,-1-1-4 0,0 1-8 16,2 0 6-16,-1-1-5 0,1 3 10 0,-1-2-1 0,1 1-5 0,0 0-6 15,0 1 6-15,0 0-3 0,0 2 7 0,-1 0 0 16,1 0-4-16,-1 0-3 0,2 1 5 0,0 1-3 0,-1 1 3 15,2 1 1-15,0 0-3 0,-2 0-9 0,3 3 11 0,-1 0-10 0,0 1-2 16,-1 2 6-16,-1-2-8 0,-1 1 4 0,0 2 11 0,-2 1-8 16,1 1 13-16,-1 1-2 0,0-1-4 0,-2-2-8 0,0 2 7 15,-1-1-4-15,-2 3 16 0,0-1-3 0,0 1-5 0,-2 1-8 16,0-2 9-16,-2 2-6 0,0-3 10 0,-1 1-2 0,-1-2-6 16,0 2 1-16,-1-2 0 0,-1-1 1 0,0 0 4 0,1-3-4 0,-2 1 0 15,2-2-11-15,0-3 10 0,1 0-5 0,0-2 12 0,0 0 0 16,2-3-9-16,1-1-9 0,0 0 9 0,0-1-7 0,2 1 16 0,0-1-3 15,0 2-5-15,1-1-20 0,-1 0 9 0,2 1-13 0,-1 2 1 16,1-2-7-16,0 1-10 0,0 1-18 0,1-1-6 0,1 0 0 16,0 0-38-16,0 1-8 0,1-1-15 0,0-1-44 0,2-1-25 15,0 0 0-15,-1 1-112 0,2-1 9 0,0 1-18 0</inkml:trace>
  <inkml:trace contextRef="#ctx0" brushRef="#br1" timeOffset="200249.36">25176 11809 234 0,'2'-4'105'0,"-2"2"48"16,0 0 20-16,0 0-62 0,2-1-6 0,-1 1-19 0,-1 0-20 0,0 1-7 0,1-1 10 0,-1 0-12 0,0 1 46 0,0 0-4 0,0 1-8 0,-1 0-14 15,-3 0 23-15,0 0-32 0,-1 1 21 0,0 2-8 16,-1-1-17-16,1 1-23 0,-1 1 27 0,1-1-33 16,1 4 25-16,-1-3-12 0,2 2-22 0,0-2-21 0,0 2 15 0,1 1-19 15,1 0 18-15,0 4-7 0,-1-1-11 0,2 3-7 16,-1 1 11-16,1-1-8 0,1 3 17 0,0-6 2 0,1-1-7 15,3 2-15-15,-1-4 26 0,1 4-24 0,1-2 34 0,1-1-4 16,1 0-14-16,1-3-14 0,-1 0 10 0,0 1-8 0,-2-4 28 16,1-1-5-16,1 1-5 0,0-2-17 0,0-2 17 0,0 0-13 15,-2-2 24-15,1-1-6 0,-1-2-9 0,0-2-9 0,0 1 8 16,-2-1-6-16,1 0 8 0,-2 0-3 0,0 1-6 0,-2-2 0 16,-1 2 3-16,-1 0-2 0,-2-1 4 0,-1 0-1 0,-1-2-2 0,1-1-10 15,-2 0 11-15,1-1-9 0,-1 3 13 0,2 1-4 0,0 1-9 0,1 4-5 16,1-1 7-16,-2 4-4 0,1-3 7 0,-1 1-1 0,0 2-5 15,2 0-22-15,-2 1 4 0,1 0-12 0,0 1-25 0,0 0-16 16,0-1-18-16,1 2-78 0,1-2-57 0,-1 1-5 0,1 0-278 16,2 0 296-16,6-4-37 0</inkml:trace>
  <inkml:trace contextRef="#ctx0" brushRef="#br1" timeOffset="200647.13">25435 11378 1294 0,'-3'-2'210'0,"1"1"-11"15,-1 1-20-15,2 0-61 0,-1 0-53 0,2 4-11 0,0 0-26 0,3 3 5 0,0 2 17 0,2 3-17 0,0 2 9 0,1 0-11 0,-1-4-14 0,2 3-9 0,1-3 4 16,0 1-6-16,1 5 4 0,-1-2-5 0,-2 0-4 0,2-2-8 15,-2-3 7-15,1-1-6 0,-1 2 11 0,0-1-5 16,1 0-9-16,-3-2-16 0,0 2 0 0,-2-1-1 0,0 0-15 16,-2-1-9-16,0 0-6 0,0-1-56 0,0-1-22 0,-1 0 8 15,-1-1-149-15,-2 0-44 0,2-1-19 0</inkml:trace>
  <inkml:trace contextRef="#ctx0" brushRef="#br1" timeOffset="200835.38">25356 11591 988 0,'-3'0'394'0,"-1"0"142"0,1 0-350 0,1-2-23 15,2-2-37-15,1 0-42 0,3-3-43 0,2-1 2 0,1-1-18 16,3-1-8-16,-1-1-7 0,2-1-6 0,1-1-4 0,-1 3-1 16,2-3 0-16,0 1 4 0,0 3-3 0,-1 0 0 0,1-1-38 15,1 5 6-15,1-1-15 0,-1-1-36 0,0 3-30 0,-1-3-22 16,1 0-159-16,-7 3-137 0,2-1 73 0,6-2-22 15</inkml:trace>
  <inkml:trace contextRef="#ctx0" brushRef="#br1" timeOffset="201669.59">26047 11836 275 0,'-3'0'228'0,"1"1"49"0,1-1-86 16,-2 0-26-16,1 0-32 0,1-2-45 0,1-1-17 16,-1 1 8-16,0 0-17 0,1-2 9 0,0 1-9 0,0 0-16 0,0-3-4 15,0 2 30-15,0-3-29 0,-2 1 39 0,1 0-9 16,-2 0-20-16,1 0-11 0,0 0 21 0,-1-1-26 0,-2 0 17 15,1-2-5-15,-1 0-19 0,1-2-8 0,-1 2 22 0,2 2-24 16,-3-3 25-16,1 2-6 0,-1-1-13 0,-3 0-12 0,2 0 13 16,-1-1-15-16,0-1 16 0,2-1-6 0,-1-2-8 15,-1-3-4-15,3-2 2 0,-1 0-4 0,0-3 7 0,2-1-3 16,-2 1-3-16,2-4-11 0,0 2 11 0,1 0-9 0,0-1 20 0,0 2-4 16,2 2-8-16,0 0-12 0,0 3 9 0,1 3-8 0,-1 1 17 15,0 0-4-15,0 0-5 0,1-1-5 0,-2 3 2 0,2-1 0 16,0 3 9-16,0-2-5 0,2 3-4 0,-1-1-16 0,1 2 14 15,0-1-9-15,2 2 20 0,-2-1-2 0,1 0-10 0,2 2-14 16,-1-1 16-16,1 0-11 0,0 2 21 0,0-1-3 0,0 3-8 0,1-2-10 16,0 3 10-16,-1 0-6 0,1 2 14 0,-1 0-5 0,1 4-7 15,-1-3 0-15,1 4 0 0,0 0 2 0,-2 1 6 0,1 1-1 16,-2 1-1-16,0-1-13 0,-1 0 10 0,-2 2-9 0,0 0 17 16,-1 0-1-16,-3-1-6 0,1 3-13 0,-2-1 13 0,1 1-10 15,-2 0 19-15,1-2-1 0,-1 0-9 0,2 0-1 0,0-2 2 0,2 0-2 16,1 0 2-16,0-3 0 0,1 0 0 0,0-1-14 15,0-1 13-15,0 1-9 0,2-1 20 0,-1 0-2 0,1-2-8 0,1 1-10 16,0 0 11-16,-1 0-9 0,3 1 16 0,-1 0-2 0,1 0-7 0,0-1-7 16,1 0 7-16,-2 2-4 0,1-2 11 0,-1 1-2 0,0 1-2 15,1 1-3-15,1 1 2 0,0 0-1 0,1 0 4 0,0 0-1 16,1 2-3-16,1-1-7 0,-2 1 8 0,1 0-5 0,-1 0 11 16,-4-2 0-16,1 1-6 0,1 1-11 0,-2-1 14 0,4 2-11 0,-2-1 16 15,0 0-1-15,-2-2-8 0,0 1-3 0,-1-1 6 0,-1 1-4 16,-1 0 13-16,0-4-3 0,0 0-4 0,-3 0-14 0,1 0 14 15,-1 1-9-15,0 1 21 0,-1 0-6 0,0-3-9 0,-2 3-1 16,2-1-1-16,-2-1 2 0,-1 2-1 0,2-1-1 0,1-1-2 0,1-2-17 16,-1 0 10-16,0 2-10 0,-4-2 2 0,0 2-6 0,-1-1-14 15,2-1-19-15,1 0-4 0,-1-1-4 0,2-1-41 0,1 0-15 16,0 0-17-16,2-1-97 0,-1 1-39 0,3 0-12 0,1-1-161 16,3 0 252-16,-1-1-15 0</inkml:trace>
  <inkml:trace contextRef="#ctx0" brushRef="#br1" timeOffset="201885.8">26222 11291 1141 0,'-4'3'-715'0,"4"1"1326"0,0-1-168 0,1 2-252 0,1 0-108 0,-1 1 6 0,1 2-45 0,1 0-26 0,1 0-6 0,0 0-10 0,0 3-11 0,-1 0 15 15,0-1-12-15,1 5 28 0,-3-3-4 0,1 0-11 0,-1 3-12 16,1-7 10-16,0 1-12 0,-1-3 17 0,-1-1 1 0,1 2-6 16,1-2-48-16,-1 0-14 0,0-1-9 0,0 0-116 15,2 0-87-15,-2-2-34 0</inkml:trace>
  <inkml:trace contextRef="#ctx0" brushRef="#br1" timeOffset="202240.94">26776 10782 1492 0,'-7'0'-429'0,"1"3"823"0,-1-1-92 16,2 4-141-16,-2-3-54 0,1 4 13 0,1-2-39 16,0 3 0-16,2-1-14 0,-1 4-18 0,0-1-30 0,-1 5 15 15,1 0-22-15,-1 5 22 0,2 0-10 0,-1 3-10 0,0 0-7 16,1 0 10-16,-1 2-9 0,1 2 15 0,0 1-7 16,-2 0-7-16,1-1-14 0,-2-3 10 0,-1-1-10 0,0 1 18 0,-1-2-4 15,-1 0-7-15,1-3-14 0,1-5 4 0,3 0-8 16,0-2-4-16,2-1-4 0,0-2-5 0,-2-1-28 0,1-2-9 15,0 0 3-15,0-3-44 0,1-1-17 0,0-2-5 0,-1 0-80 16,0 0-32-16,-1-2 15 0,0-1-110 0,1-3 36 0,0-1 5 0</inkml:trace>
  <inkml:trace contextRef="#ctx0" brushRef="#br1" timeOffset="202477.48">26334 10954 480 0,'-3'4'275'15,"0"0"-106"-15,2-4 192 0,0 0-159 0,1 1 31 0,1-2-69 16,4 1 13-16,1-3-29 0,5 2-38 0,3 3-45 16,3 1 18-16,2 2-35 0,2 3 15 0,1 1-11 0,0 3-19 0,4 1-25 15,-2 3 14-15,-3-2-21 0,1 0 12 0,-6 0-2 16,-1-1-10-16,1 3-1 0,-1 0 10 16,7-2-10-16,-1 1 12 0,-4-3-1 0,-4-3-7 0,0 2-11 15,-3-2 13-15,-1 0-12 0,1 1 19 0,-2-1-6 0,-1 0-9 0,1 0-23 16,-1-1 2-16,-1 1-5 0,0 0-18 0,-1 0-20 0,1-2-10 0,-2 2-75 15,-2-2-40-15,1 0 1 0,-3 0-269 0,0 0-30 0,3 0-76 16</inkml:trace>
  <inkml:trace contextRef="#ctx0" brushRef="#br1" timeOffset="-205795.43">27320 10620 644 0,'-1'-2'143'0,"-1"-1"-69"16,0 3-39-16,2 0-7 0,0 0 38 0,-1 0-9 0,1 0-11 0,0 0-33 15,0 0 25-15,0 0-19 0,0 0 41 0,0 0-7 0,1-4-15 0,-1 2 2 16,2 0 10-16,-1-1-6 0,0 2 13 0,1-1-7 0,0-2-5 16,1 2-17-16,-1 0 18 0,0 1-16 0,0 1 7 15,1-2-2-15,0 2-17 0,-1 2-12 0,0-1 13 0,2 1-14 0,-2 2 15 0,1 1-6 16,1 0-7-16,-1 1-13 0,0 0 20 0,0-1-14 0,-1 2 18 15,1-1-1-15,0 0-17 0,-1 1-2 0,-1 0 10 0,1 1-8 0,0 1 9 16,1-1-2-16,0 1-6 0,-1 1-12 0,2 1 13 0,-2 2-10 16,1 0 14-16,0-1 0 0,0-1-7 0,-1 3-4 0,2-2 8 15,-2-1-6-15,0 1 5 0,0-2 4 0,2 2-3 0,-2-2-13 16,1 1 8-16,-1 1-12 0,1-2-5 0,0 0 10 0,-1-1-5 0,2-1-7 16,-2 0 5-16,1-1-11 0,0 0-10 0,-2-1-4 0,1-1-4 15,-1 2-32-15,1-4-10 0,1 3-1 0,-2-4-35 0,0 1-14 16,0-1-13-16,-1 0-167 0,0-4 198 0</inkml:trace>
  <inkml:trace contextRef="#ctx0" brushRef="#br1" timeOffset="-205463.88">27180 10924 960 0,'-4'-1'24'0,"1"-1"-17"15,2 0 6-15,1 0 21 0,0 0-4 0,3-3 37 0,2 1-5 0,0-2-12 0,3 0 8 0,1-2 8 0,1-2-6 0,1 0 10 16,1-1-10-16,0 0-4 0,1 1-31 0,3-3 17 0,2 1-17 15,0 2 10-15,1-2-2 0,3 2-16 0,0-1-8 0,3-1 9 0,-1 1-10 16,1 0 6-16,0 2-10 0,2 0-7 0,-1 2-1 0,-1-1 4 16,-8 2 0-16,-2-1 6 0,-2 1 1 0,0 1-6 0,6 0-27 15,-1 1 9-15,-3 0-20 0,-1 1-26 0,-4 2-15 0,-2-1-18 0,-3 0-95 16,1 2-62-16,-3 0-2 0,0 2 16 0</inkml:trace>
  <inkml:trace contextRef="#ctx0" brushRef="#br1" timeOffset="-203493.56">28215 11166 131 0,'-5'-2'126'0,"2"2"-106"16,1-1 32-16,-2 1-6 0,3 0-31 0,-1 0-3 0,1 0-6 15,-1 0-7-15,-1 0 2 0,0 1-2 0,0-1 15 0,-1 0 4 0,1 0 8 16,0 0 16-16,-2 0-4 0,0-1 9 0,-2 1 8 0,0-2 1 16,1 1 2-16,1 0-7 0,1-1 17 0,0 1-16 0,1 0 13 0,-2 0-7 15,2 1-7-15,-3-2-20 0,2 1 16 0,1 0-14 0,-1-2 23 16,2 1-7-16,-1-1-12 0,2 1-14 0,0-2 12 0,0 0-13 16,0-1 9-16,1 1-6 0,-1-3-3 0,1 2-14 0,0 0 2 15,-1-1-3-15,0 2 11 0,-1-2 0 0,0 0-3 0,0 0-14 16,0 0 22-16,1-1-18 0,-2 2 31 0,0-3-3 0,0 2-12 0,-2-3-12 15,1 0 19-15,-1-1-18 0,-1-2 17 0,6 1 2 0,0-1-11 16,-2-2-7-16,1 3 21 0,-7-2-20 0,0-1 18 0,1-2-6 16,-1-5-9-16,0-2-3 0,-1-2 12 0,2 2-8 0,0-2 4 15,2 3-3-15,-1-2-12 0,2 1-3 0,-2-2 8 0,3 1-9 16,-2 1 7-16,1 0 2 0,1 0-1 0,0-2-6 0,1 1 9 0,0-1-6 16,-1 0 6-16,2 1 1 0,0 3-11 0,1 1-7 0,0-1 18 15,0 0-16-15,0-1 20 0,2-1-2 0,1 2-3 0,0 0-18 16,1-1 13-16,1 1-10 0,-1 0 31 0,2 1-7 0,0 2-9 0,0 3-14 15,2 0 6-15,1 3-7 0,1 2 11 0,2 1-2 0,-2 3-3 16,-1-2-10-16,0 4 10 0,-3 0-6 0,2 3 19 0,-7 1 0 16,0 3-7-16,2 0-17 0,-3 0 13 0,6 5-12 0,0-3 18 15,0 2-3-15,-2 2-8 0,1 3-3 0,-1-1 3 0,1 2-2 0,-2 1 8 16,-1-1-2-16,0 2-1 0,-2 3-14 0,0-1 15 0,0 1-11 16,-1-1 22-16,-1-3-4 0,-1 2-11 0,-1 1-9 0,0-2 9 15,-1-1-5-15,2 0 14 0,0-1-1 0,0-2-6 0,2-1-6 16,0-1 4-16,0-2-5 0,1 1 9 0,0-5-1 0,1-2-1 0,0 0-7 15,2-1 6-15,-1 0-5 0,2 1 10 0,1-1 0 0,0 2-5 16,3-2-1-16,-1 0 2 0,2 4-2 0,2-2 9 0,0 5-4 16,1 0-2-16,-1 2-10 0,-2-1 11 0,2-2-6 0,-1 2 12 15,0 0-1-15,0 1-9 0,-2 0-2 0,0 0 4 0,0-2-3 16,-4 0 6-16,1-1 4 0,-2 0-2 0,-2 3-6 0,1 0 3 16,-2 2-4-16,-3-2 3 0,-1 0 2 0,-1 2 1 0,0 1-11 15,-3-1 8-15,1 1-8 0,-2-1 14 0,0 1-3 0,1-1-4 0,-1-1-7 16,3 1 4-16,-1-1-4 0,2-2 9 0,1 1-2 0,2-4 0 15,-2-1-24-15,2-2 16 0,1-1-15 0,1-1 14 0,0-2-10 0,2-1-21 16,2-4-26-16,-1-2-7 0,1-2-8 0,1 0-86 0,0 1-29 16,2-1-34-16,0 2-260 0,1 3 303 0</inkml:trace>
  <inkml:trace contextRef="#ctx0" brushRef="#br1" timeOffset="-202930.82">28434 10424 922 0,'1'-3'72'0,"-2"-2"202"0,0 3-259 0,1 0-4 0,-1 1 2 0,1 0-6 0,0 1 20 16,1 0-13-16,-1 0 22 0,1-2-12 0,-1 2-16 0,0 0-2 0,3-2 20 15,0 1-7-15,0-1 49 0,1 1-8 0,2 0-12 0,2-3-22 16,0 1 16-16,0 2-16 0,1-1 17 0,0-1-5 0,1 0-11 0,2 1-17 16,-1-1 13-16,-1 1-12 0,0 0 15 15,-5 2-4-15,-2-1-6 0,0 1-16 0,-1 1 8 0,2-1-8 0,2 3 5 0,-4 1 7 16,0-2 0-16,1 5-18 0,-2-1 18 0,-1 2-18 0,0 2 24 16,-1 3-1-16,-4 0-9 0,0 2-4 0,-2-2 3 0,-1 1-5 0,0 0 0 15,4 3 3-15,-2 1 1 0,0 0-15 0,0 0 14 0,-8-3-13 16,3-2 18-16,1-1-1 0,1-1-8 0,2-1-10 0,1-2 13 15,1-2-10-15,1 0 16 0,1 0 1 0,2-3-4 0,1 1-10 16,0 0 7-16,1-3-5 0,0 3 17 0,3-1-1 0,-2-1-4 0,2 0-11 16,1-1 14-16,-1-1-11 0,3 2 15 0,1-2-2 0,2 2-8 15,1-1-10-15,2 0 8 0,-1-1-8 0,-1-1 7 0,-4-2-2 16,0 1-5-16,-1-2-11 0,0 0 10 0,7-1-10 0,0 0 2 16,0 0-16-16,1-2-15 0,-1 0-20 0,0-1 2 0,-3-1-2 15,0 1-15-15,-3 1-13 0,0-2-18 0,1 1-200 0,0-1 202 0</inkml:trace>
  <inkml:trace contextRef="#ctx0" brushRef="#br1" timeOffset="-202378.7">29068 9905 924 0,'-8'-3'50'0,"2"1"-29"0,0 0 89 0,1 0-18 15,3 2-5-15,1 0-34 0,1 0 8 0,0 3-16 0,-3 0-4 0,1-2 3 0,-2 3 0 0,0-2-6 16,0-1 5-16,2 2-7 0,0 1 7 0,0-2-3 0,-1 4-5 0,-1-3-21 16,2 5 24-16,2 0-22 0,-3 1 20 0,3 2-1 15,-1-4-11-15,0 0-11 0,1 2 13 0,-2 0-14 0,2 5 6 16,-1 3-2-16,0 2-11 0,0 3-10 0,-2 1 12 0,-1-1-10 0,-1-3 17 16,1 0 0-16,-1-1-6 0,1 1-16 0,-1 0 9 15,1 1-9-15,-1-1 18 0,0-1-6 0,-2-2-3 0,0-1-4 16,2-1 3-16,-1-4 0 0,2 1 7 0,0-2-11 0,0-1-10 0,-1-2-34 15,2 1-6-15,0-1-5 0,-1-2-53 0,3 1-6 0,-1-4-19 0,0 1-43 16,-1-2-1-16,1-2-11 0,0 1-50 0,-2-5-14 0,2 2-23 16</inkml:trace>
  <inkml:trace contextRef="#ctx0" brushRef="#br1" timeOffset="-202108.8">28753 9919 535 0,'-13'-2'-36'16,"6"1"64"-16,2 1 8 0,-1 0 0 0,2 0 39 0,2 1 3 16,-2 1 5-16,3-2 9 0,0 3-8 0,0-2-6 0,1 2-17 15,-1-1 21-15,1 2-18 0,1 1 39 0,0-2 0 0,1 1 2 0,3 0-35 16,-1-1 15-16,3 3-19 0,2-3 16 0,1 3-10 0,1-1-16 0,5 0-39 16,1 1 10-16,2 1-19 0,1-1 6 0,3 3 1 15,-1-1-2-15,3 1-13 0,3 0 6 0,0 1-6 0,2 1 3 0,-2-2 2 16,-6 0-5-16,-3-1 0 0,1 0 3 0,0 1-4 15,5 0 3-15,-1-1 1 0,-5 1 1 0,-1-2-12 0,-3-1 2 0,0 1-8 16,-4 0-9-16,-3 0-12 0,0-2-11 0,-2 3-30 0,-2-3-14 16,1 0-1-16,-3 1-66 0,0-2-23 0,0 1-24 0,2-1-101 15,-3 0 168-15</inkml:trace>
  <inkml:trace contextRef="#ctx0" brushRef="#br1" timeOffset="-201451.05">26984 11173 882 0,'0'29'406'31,"59"62"-23"16,-62-90-418-47,40 61 60 16,-31-54-84-16,-3-2-56 0,5-1-30 0,2-1-32 0,3-2-257 0,2 0 276 16</inkml:trace>
  <inkml:trace contextRef="#ctx0" brushRef="#br1" timeOffset="-200696.87">29440 10132 649 0,'0'-3'158'0,"-3"2"-131"0,-3-1 48 15,2 2-66-15,-1-2 28 0,2 2-19 0,-2 0 37 0,2-1-6 16,1 1-16-16,-1-1-2 0,1-1 17 0,0 2-7 16,1-1 37-16,1-1-6 0,-1-1-12 0,1 0-9 0,0 1 7 0,1-2-11 0,0 0-7 15,1 0-5-15,1 1-6 0,1-1-6 0,-1 1 0 0,2 1-1 16,-2-1 3-16,2 0-1 0,0 2-3 0,2-1-17 0,0 2 24 15,-1-2-20-15,1 0 25 0,-1 2-2 0,0-1-9 0,0-1-13 16,1 2 5-16,1 0-7 0,0 0 16 0,-2 0-6 0,1 2-1 16,0-1-10-16,0 0 8 0,-3 2-6 0,0-2 5 0,0 3 1 0,-1 0-3 15,-1 1-7-15,1 1 1 0,-3 1-2 0,1 1-1 0,0 0 2 16,-1 0-4-16,0 1 0 0,0 1 6 0,-1 0-6 0,0 1-2 16,-2-3-1-16,0 4-1 0,1 0-8 0,-2-1 7 0,2-1-6 15,-1 1 3-15,0-3 8 0,-1 1-5 0,1 0 2 0,-2-1 8 0,3 1-8 16,1-1 4-16,0-2 5 0,1 1 1 0,0-1-12 0,3-2 3 15,1 0-6-15,0-1 16 0,2 1-2 0,-1-1 1 0,2-1-6 16,0 0 10-16,-6 0-6 0,0 0 17 0,1-2-4 0,-2 0-8 0,7 0-9 16,1-2 10-16,1 1-7 0,0-2 12 0,1 2-5 0,-1-1-6 15,0-2-14-15,0 0 10 0,0 0-7 0,-1 0 16 0,-2 0-16 16,1 1-14-16,-3-4-88 0,-1 3-32 0,-3-1-11 0,0 1-190 16,-1-1-102-16,-1 1-80 0</inkml:trace>
  <inkml:trace contextRef="#ctx0" brushRef="#br1" timeOffset="-197851.29">27030 10263 251 0,'1'-7'19'0,"0"-1"-1"0,1 2 34 0,0 0 15 0,0 1-6 0,0-3 6 16,2 3-1-16,-2 0-10 0,2-3-20 0,0 3 21 0,-1-2-21 16,1 2 33-16,-1 1-9 0,-2-1-5 0,1 1 7 0,-5 3 1 15,3-1 5-15,0 2 12 0,0 0-13 0,4 0-7 0,-4 0-31 16,0 0 9-16,0 2-11 0,2-1 11 0,-5 5-5 0,-1-1-2 0,2 2 0 16,-1 2 0-16,6 0 2 0,0 2 0 0,-1-1-4 0,0 5-8 0,1 3-11 15,0 3 7-15,0 0-9 0,0 2 5 0,0 6-5 0,1 0-3 16,1 7 3-16,-1 0 7 0,2 3-2 0,0 2 12 0,0-4-2 15,1 6-6-15,-1-2-13 0,3 2 16 0,0-1-14 0,2 2 18 16,-1 0-9-16,1 2-10 0,-1 1-10 0,1 3 12 0,-1-1-8 16,-1-5 12-16,-2-5 0 0,0-2-12 0,-1-4-12 0,1-2 20 15,-2-3-14-15,2-4 23 0,0-2-6 0,1-4-11 0,1-1-4 0,-1-2 7 16,1-2-3-16,3 1 11 0,-1-2-3 0,1 0-4 0,4 0-4 16,1-3 12-16,2-4-6 0,2-1 19 0,2-3-10 0,3-1-12 15,5-4-2-15,4-2 7 0,-4-2 0 0,5-2 10 0,2 0 2 0,2-4-10 16,9-2-1-16,3-3 21 0,2-2-18 0,5 2 10 0,5-2-4 15,0-3-12-15,5-2-5 0,-2 0 5 0,-1 0-5 0,2 2 7 16,0-2-1-16,82-20-18 0,-150 45 17 0,153-41-16 16,-80 21 19-16,-3 1 1 0,0-1-2 0,4 0-6 0,-2 0-1 15,-4 1 2-15,-3 0 2 0,-8 4 1 0,-4 0-6 0,1 0 1 16,-1 0 1-16,-1 1-1 0,0-2 1 0,-6 2 0 0,-9 1 1 0,-1-1-5 16,-5 2 8-16,-3-3-5 0,4 2 15 0,-5 2-2 0,-3-1-9 15,-4 0-11-15,-4 1 9 0,-2 0-6 0,-1-1 14 0,-2 3 1 0,-2-4-7 16,1-1-9-16,-2 3 8 0,-2-4-8 0,-1 0 13 0,-1-1-3 15,-2-1-3-15,0 0-11 0,-2 1 9 0,0 2-7 0,-2-2 7 16,0 0-1-16,-3 1-7 0,-2-4-9 0,-1 1 10 0,-2 1-9 16,-1-2 18-16,0 2 0 0,-1-1-5 0,-2-3-19 0,1 2 19 15,-1 0-15-15,0-1 28 0,-1 2 1 0,0 0-9 0,1-2-20 16,0 1 20-16,3-1-18 0,1-4 26 0,2-2-3 0,1-1-8 0,3-4-11 16,2 2 16-16,-1 3-11 0,2-1 18 0,1 2-5 0,0 0-9 15,4-3 2-15,-2 2 1 0,2 1 2 0,0 1 15 0,0 2-6 16,0 3 2-16,-3-1-14 0,0 1 6 0,-1 1-4 0,-1-1 14 0,-2 5-12 15,-1 2-8-15,-2 2 14 0,-2 0-6 0,1 2 12 0,-2-2-7 16,0 2-2-16,-3 0-5 0,3 0-10 0,-1 1 14 0,1 1-11 16,4 0 18-16,-2 1-4 0,-1 0-9 0,-2-1-3 0,-6 1 2 15,1 2-1-15,-1 0 6 0,0 0-3 0,2 0 0 0,-2-5-3 16,0 0 3-16,-1 0 0 0,0 1 4 0,1-1 1 0,-5 1-6 0,1 0 1 16,-2 0 3-16,-4 2-2 0,-1 0 2 0,-3 3-1 0,-7-2-1 15,-5 2-5-15,-5 3 1 0,-3 2-2 0,-2 4-3 0,-3 3-5 16,-3 3-6-16,-3 2-3 0,-2 4 4 0,-5 2-2 0,-2-1 10 15,-2 1-5-15,-1 3-4 0,0 2-2 0,3 6-1 0,-1 0 1 16,1-1-6-16,-1 1-1 0,2-1-4 0,2 0-2 0,6 4 1 0,7-4 1 16,7 1-12-16,8-2-27 0,4-2-20 0,3 1-54 0,1-1-47 15,4-2 6-15,3-7-225 0,7-3 241 0,0-6-32 0</inkml:trace>
  <inkml:trace contextRef="#ctx0" brushRef="#br1" timeOffset="-197489.05">28454 9447 1405 0,'9'-8'26'0,"-2"5"-91"0,0 1 63 0,-2 4 1 0,1 0-5 0,3 6-2 0,0 3 14 0,-1 5-10 0,-2-1 13 0,-3 3 0 0,-3 1-5 0,-8 4 2 15,-5 4 21-15,-5 2-11 0,-6 0 48 0,-3 0-5 0,-5 2-8 16,-5 6-10-16,-3 6 26 0,-4 5-19 0,-2 7 21 16,-3 4-1-16,-4 0-17 0,-6 5-16 0,-2 0 14 0,-1 2-19 0,0 3 2 15,3-2-8-15,1 5-6 0,-63 72-5 0,120-140-8 0,-116 124-2 16,64-69-1-16,3-3 1 0,-43 58-47 0,89-112-1 15,-62 96 46-15,40-58-2 0,5-9-1 0,5-4-17 0,3-8-10 0,5-5-1 16,4-5-60-16,4-4-24 0,6-3-26 0,4-4-83 0,7-6-62 16,5-8 7-16,7-9 34 0</inkml:trace>
  <inkml:trace contextRef="#ctx0" brushRef="#br1" timeOffset="-197264.77">29224 9799 2021 0,'-15'-15'-9'0,"3"4"21"16,-2 8-2-16,-5 1-1 0,-4 6-4 0,-2 4 15 0,-1 3-9 15,0 7 24-15,1 4-5 0,-4 5-7 0,-8 8-14 0,-6 3 7 16,-7 3-8-16,-4 4 11 0,-1-3 0 0,-7 2-4 31,-5 2-3-31,-2-2 14 0,-3 2-9 0,4 3 13 16,4 4-8-16,2 0-13 0,0 2-12 0,3 1 6 0,4-7-5 0,9-2 10 0,4-7-2 0,7-1-4 0,4-1-28 0,1-1-3 15,6-3-12-15,7-6-42 0,6-6 3 0,5-7-4 0,3-5-111 0,3-3-45 0,1-4-12 0,4-3-159 16,0-2 230-16,2-6 1 0</inkml:trace>
  <inkml:trace contextRef="#ctx0" brushRef="#br1" timeOffset="-197094.28">29130 10097 1569 0,'21'6'51'0,"-1"2"-41"0,-6 10 27 15,-6 4-8-15,-5 5 4 0,-3 6 17 0,-5 1 2 0,-4-1 10 0,-7 4-31 16,-5 3 6-16,-5 2-16 0,-8 5-12 0,-1 5 1 0,-6-4-3 0,-9 3-16 16,-5 1 10-16,-4-2-13 0,-2 2-14 0,-2 1-20 15,-1 3-25-15,-4 1-65 0,-4 1-18 0,3-2-9 0,5-3-118 0,7-8-45 16,7-3-44-16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5T18:18:01.25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5T18:18:02.157"/>
    </inkml:context>
  </inkml:definitions>
  <inkml:trace contextRef="#ctx0" brushRef="#br0">8053 12243 0,'0'0'0,"0"0"0,0 0 0,99 104 16,-49-54-16,-5-9 0,5 1 31,-16-11-31,-12-8 0,-8-6 16</inkml:trace>
  <inkml:trace contextRef="#ctx1" brushRef="#br0">3444 10880 306 0,'0'0'70'0,"-1"0"50"0,0-2 27 0,0 0 14 0,0-1-17 0,-1-1-10 0,1 2-19 0,0-3-23 0,0 2-8 16,0-1 8-16,0 0-17 0,-1 3 23 0,-1-3-8 15,2 3-9-15,-1-2-20 0,0 3 25 0,1 0-33 0,-2-1 30 16,0 1-11-16,1-1-17 0,-2 1-11 0,2 0 6 0,-1 0-13 16,0-1 11-16,0-1-10 0,1 1-8 0,1-1-16 0,-1-1 7 15,-1-2-9-15,2 1 11 0,-1-2-5 0,1-1-8 0,-3-2-14 16,2 0 12-16,1-2-11 0,-1-2 25 0,0 0-6 16,0 0-6-16,0-3-15 0,1 2 13 0,-1 0-10 0,1-1 23 15,0 1-5-15,-1 3-12 0,1-5-7 0,1 1 14 0,-1 0-11 16,0-2 13-16,1-1-3 0,0-1-11 0,0-4-12 0,0 1 20 15,2-2-14-15,1 3 19 0,-1 0-1 0,2-2-11 0,1 1-16 16,-1-3 18-16,1 2-15 0,0 2 27 0,0 3-2 0,0 0-9 0,1 0-10 16,1 1 10-16,-2 3-7 0,2 0 16 0,-1 3-3 15,-1 2-6-15,1-3-4 0,0 4 4 0,-1 1-3 0,0 2 6 0,-1-1-1 16,1 4-3-16,-2-2-3 0,2 2 0 0,-1 2-1 0,-1 0 6 0,1 0-2 16,-1 0-1-16,1 0-3 0,-1 1 5 0,-1 3-3 15,0-1 6-15,1 3-1 0,-2 0-3 0,-1 0-12 0,0 3 12 0,-1 2-8 16,-3-2 20-16,1 1-2 0,-2 0-11 0,1 2-6 0,-2 0 9 15,2-1-7-15,-1 0 10 0,1-1-1 0,-1-2-4 0,1 0-15 16,1-1 14-16,-2 1-10 0,2-4 24 0,0 1-5 0,1-2-10 0,1-1-10 16,1 1 11-16,-1-3-8 0,1 0 15 0,0 0-2 0,0 0-6 0,1 0-9 15,-1-2 6-15,2 1-6 0,-1-1 11 0,2 0 1 16,-2 0-3-16,1 1-3 0,-1-1 4 0,0 2-2 0,0 0 5 16,1 0-2-16,-1 0-3 0,0 0-9 0,1 0 10 0,1 0-6 0,1 2 13 15,0-1-2-15,2 1-6 0,1 0-5 0,-1-1 7 0,3 0-4 16,0 2 8-16,1-2-1 0,2 2-4 0,1-1-6 0,2 2 5 15,-1 0-5-15,1 1 12 0,-3-2-6 0,1 0-3 0,-3 1-6 16,-1 3 0-16,-3 0 1 0,0 2 5 0,-3 0-1 0,-1 0-1 0,-2 1 1 16,-2 2 4-16,-2-1 0 0,-1 0 7 0,-1-4-1 0,0 0-4 15,-2 0-3-15,-3 2 4 0,0 3-3 0,-2-1 14 16,0-2-1-16,-1 0-2 0,-1 2-19 0,-1-2 12 0,1 0-12 0,0-2 20 16,2-3-4-16,0 1-7 0,2-2 0 0,-1 1 0 0,3-2 1 0,0-1 1 15,4-1-2-15,-1 2-2 0,2-2-5 0,-1-2 7 16,3 2-5-16,0-2 4 0,1-1-5 0,-1-1-8 0,1 3-40 0,1-3 8 15,0 2-16-15,3 1-20 0,-1-3-10 0,0 2-18 0,3-1-81 16,-1 0-24-16,2-1-19 0,-1 2-205 0,1-4 261 0,2 5-41 0</inkml:trace>
  <inkml:trace contextRef="#ctx1" brushRef="#br0" timeOffset="544.55">3851 10330 757 0,'-6'0'-256'0,"1"0"558"0,2 2-43 0,0-2-67 0,-2 0-74 16,1 0 26-16,0 0-62 0,0 0 6 0,2 0-14 0,-1 0-18 0,1 0-36 0,1 0 13 0,0 1-23 0,-1 2 26 0,1 0-10 0,-1 0-13 16,1 5-13-16,0-3 24 0,0 4-20 0,1 1 34 0,-1 1-3 15,1 0-10-15,1 4-8 0,1-3 14 0,1-1-16 16,1 1 35-16,0-2-11 0,2-5-9 0,2 0-12 0,0-2 7 16,-1-2-7-16,0 4 24 0,2-4-3 0,0-1-7 0,2 0-12 15,0-1 9-15,-1 0-14 0,1-4 12 0,0 1-6 0,-1-3-1 16,-1 2-18-16,-1 0 13 0,-1-1-11 0,-3 1 25 0,0-4-6 15,-3 2-8-15,-1 0-1 0,-1-4 4 0,-1 6-2 0,-4-2 5 16,0 0-3-16,-1-1-7 0,-1 3-12 0,-1 0 9 0,1 1-9 0,-1 1 7 16,1 0-2-16,1 0-4 0,0 0-9 0,1 1-8 0,0 1-1 15,1 0-49-15,0-1-11 0,2 1-15 0,-1 1-79 0,1-1-59 16,2 0-15-16,-1 1-430 0,2-4 410 0,7-3-82 0</inkml:trace>
  <inkml:trace contextRef="#ctx1" brushRef="#br0" timeOffset="10220.26">27402 16024 423 0,'-10'0'67'0,"1"0"-40"0,0 2-15 16,2 3-10-16,0 0 10 0,2 1 5 0,-1 1-2 0,-2 1 15 15,2 0 4-15,-1-1 0 0,-1 4 3 0,1-3-1 0,-2 3-4 0,-1-1-24 16,0 0 29-16,0 0-25 0,0 1 42 0,0-2-6 0,2 0-10 0,-2 0-8 16,1 0 19-16,0-1-12 0,-1 1 28 0,1 2-10 15,0 0-16-15,-1 1-15 0,-4 1 5 0,2 3-10 0,-2 0-9 16,1-2-3-16,0 1-2 0,-1 0 9 0,-1 2-5 0,5 3 9 15,0-2 1-15,-2 2-2 0,-2-2-4 0,-6-2-3 0,-1 2 11 0,-1-1-8 16,1-1 12-16,2 0-4 0,0 0-3 0,1 2-6 0,0 3 1 16,-1-1-1-16,0 1-3 0,-2-1 3 0,4-1-6 0,-1 2-11 15,1-1 10-15,0 0-11 0,0 0 13 0,1-1-6 0,2 1-4 0,-2-1-10 16,0-3 3-16,1 0-1 0,-1 0 6 0,2-2-3 0,3 3-5 16,0-2-22-16,1 2 10 0,1-4-11 0,4 0 3 0,3 0-9 15,-2-3-10-15,-1 1-10 0,-4 1-9 0,-1-2 5 0,0 0-30 16,1-2-20-16,0-2-19 0,3-1-114 0,1-1 149 0</inkml:trace>
  <inkml:trace contextRef="#ctx1" brushRef="#br0" timeOffset="10619.64">26589 16081 1006 0,'-3'-11'-5'15,"0"2"-5"-15,3 6 12 0,0 2 8 0,4 1 11 0,2 0-2 0,3 0-6 0,7 1 2 0,4 0 13 0,3 2-10 16,-1 1 4-16,1-2-2 0,-3 5-8 0,1-1 13 0,1 2 5 0,0 1 1 15,2 0 17-15,0 1-4 0,0 2-5 0,2 0-17 0,0 4 12 16,3-1-14-16,4 6 12 0,2 0-5 0,0 8-5 0,-7 0-12 16,0 0 10-16,-1 1-5 0,-1-1 18 0,3-1-5 0,-3 3-13 0,-1 0-5 15,-3-2 13-15,1 0-12 0,-2 1 6 0,0 1-7 0,2 1-6 16,0 3-3-16,2-3-1 0,-1 1 3 0,1 1 10 0,-1 0-4 16,1-5 0-16,1 2-8 0,-3-3-1 0,0-2-1 0,-4 1-2 15,-9-6-3-15,-2 0 2 0,0-2 5 0,-1-1-5 0,7-1 8 16,-2-3 2-16,2 1-4 0,-1-1-2 0,1 0-31 0,-1-1 0 15,-1 1-13-15,0-2-59 0,-1-2-27 0,1 0-27 0,2-2-304 0,-1-2 294 16</inkml:trace>
  <inkml:trace contextRef="#ctx1" brushRef="#br0" timeOffset="17196.43">18532 14482 256 0,'-2'-9'-9'0,"0"5"-109"0,2 2 54 0,2-1 0 0,-1 2 64 0,1 0 0 0,1-1 0 0,2 1 0 0,0 0 0 16,0 0 0-16,1-2 0 0,-2 0 0 0,1 2 0 0,-1 0 0 15</inkml:trace>
  <inkml:trace contextRef="#ctx1" brushRef="#br0" timeOffset="18034.05">18553 14734 7 0,'-8'-7'-2'0,"3"3"44"0,0 0 3 0,1 1 11 0,-2 1-9 0,2-1 16 0,0 1-16 0,1 1 10 16,-1-1-11-16,2 0-5 0,0 0-17 0,-1 0 9 0,0 1-5 0,2-1 14 0,-1 0-4 0,0 0-15 0,0 1-23 0,0 1 19 0,1 0-19 16,0 0 16-16,1 0-8 0,-1 0-9 0,1 0 16 0,0 0-13 15,-1 0 18-15,-4 0-12 0,4 3-1 0,-1-2 2 0,0 2-21 0,0-1 28 16,-2 2-22-16,2-1 29 0,0 2-7 15,-1-2-16-15,1 4-1 0,0-2 3 0,0 1 0 0,-2 2 17 0,2-1-4 0,0-1-8 0,-2 3-15 16,2-1 16-16,1 1-14 0,-1-1 20 0,1 3-10 16,0-1-6-16,1-1 0 0,-1 0-5 0,1-3 8 0,0-1 9 15,1 1-2-15,0 0-3 0,1 4-18 0,-1 0 28 0,1 1-23 0,-1 0 33 16,2 1-4-16,-1-2-12 0,1 0-9 0,2-2 15 16,-1 0-10-16,1-1 25 0,0 0-3 0,2-4-11 0,0 3-4 15,2-3 13-15,-1 3-11 0,2-4 9 0,0 2-7 0,0-1-8 0,2-1-11 16,0 1 8-16,0-2-4 0,0 0 19 0,1-1-3 15,-1-1-11-15,-1 0-9 0,1-2 20 0,-2 1-18 0,-7-4 18 0,0 3-1 0,1-5-6 16,-1 1 4-16,5 0-1 0,1-1 2 0,-1-1-5 0,-1 1-2 16,0-1-6-16,-1-1-10 0,1 0 17 0,-2 0-13 0,1 0 20 0,-2-1-5 15,0 2-7-15,-2-1-14 0,0 2 8 0,-1 1-5 16,1-1 26-16,-2 0-5 0,-3-2-10 0,1-1-21 0,-1 0 20 0,-2 1-16 16,0 2 32-16,0 1-7 0,-2-1-9 0,0 2 5 0,0-1 2 15,-1 2 2-15,0 0 1 0,1 0 2 0,-1 0-7 0,1 0-20 0,0 1 28 16,5 1-25-16,1 1 30 0,-2-1-5 0,3 2-16 15,-6 0-7-15,1 1 5 0,-1 0-4 0,1 0 11 0,0 0-2 0,0 0-3 16,-1 0-29-16,2 1 17 0,-1 1-20 0,2 1 1 0,-2 0-6 16,0-1-12-16,-2 3-17 0,1-1 3 0,1 0-4 0,0 0-4 15,-2 1-5-15,0 0-15 0,-5 5-23 0,1 2-14 0,-1 2-3 0,-1 2 30 16</inkml:trace>
  <inkml:trace contextRef="#ctx1" brushRef="#br0" timeOffset="21732.99">20826 14055 217 0,'0'0'-48'0,"0"0"8"16,-1 1-62-16,1-1 76 0,0 0 26 0,0 0 0 0,0 0 0 0</inkml:trace>
  <inkml:trace contextRef="#ctx1" brushRef="#br0" timeOffset="23013.27">20799 14048 1 0,'-7'0'0'0,"4"0"2"16,0-1 1-16,-1 1 2 0,0-1 6 0,-1-1 20 0,1 1-9 15,-2 0 30-15,3 1-2 0,-1-1-14 0,1 1-8 0,0-2 16 0,-1 2-17 16,2-1 14-16,0 1 0 0,0 0-2 0,-1 0-2 0,1 0-2 0,1 0-1 15,0 1-9-15,-1 1-3 0,-1-1-5 0,2 3-11 0,-1-2 18 16,1-1-17-16,-1 3 8 0,0-1-3 0,0-1-6 0,1 0-14 16,0 0 12-16,0 0-6 0,0 0 35 0,0-1-4 0,-1-1-8 15,1 2-4-15,-1-1 15 0,1-1-12 0,-1 1 17 0,1-1-3 16,-3 0-8-16,1 2-15 0,-1-2 8 0,1 0-9 0,0 0 17 0,1 0-2 16,-1 0-3-16,0 0-16 0,1 0 14 0,-2 1-16 0,2 1 15 15,1 0-5-15,-1 0-3 0,-1 1-8 0,0 1-4 0,0-2 3 16,0 2 6-16,2 0-4 0,-2 1 1 0,1-1-15 0,-1 2 15 15,0-1-12-15,2 0 19 0,0 1-7 0,-1-1-9 0,0 0-2 16,1-1 4-16,-2 1 2 0,1 0 7 0,-1-1 2 0,1 0-8 0,-1-1-4 16,4 1 8-16,-1-2-8 0,1 1 9 0,0 0-2 0,-5 0-2 15,-2 0-3-15,-2 1 1 0,0-1 2 0,-1 1 17 0,-1-1 0 16,0 0-5-16,-1 2-24 0,1-1 25 0,1 1-24 0,0-2 23 0,1 0-2 16,-1 1-10-16,1-2-3 0,1 1 1 0,1 1-2 0,0-2 12 15,1 1-4-15,0 0 2 0,-1 0-19 0,1-1 17 0,-1 2-13 16,-1-2 20-16,1 4-5 0,-1-3-10 0,-1 4-5 0,-1-3 6 15,1 1 0-15,0-1 11 0,1 1 1 0,-1-1-7 0,0 1-8 16,1 0 11-16,-1 1-10 0,0 1 5 0,0-1-3 0,2 0-6 0,-3 2-4 16,0-1 11-16,0-1-3 0,-1-3 16 0,2 0 1 0,-1-1-13 15,0 0-7-15,0 3 17 0,-1-1-15 0,0 1 18 0,1-1-3 16,-3 1-7-16,0-2-7 0,-1 2 10 0,-1 0-6 0,1 0 16 16,1 0-3-16,1-1-12 0,1 0-6 0,0 1 7 0,6-1-7 0,-1 2 8 15,1-2-4-15,-1 1-2 0,-5-1 0 0,0 1 0 0,-3 0 2 16,2 0 4-16,0 1 0 0,1-3-2 0,0 4-7 0,0-1 5 15,0-1-4-15,-1 0 5 0,0 1-1 0,2-3-3 0,-1 3-8 16,0-3 9-16,0 3-3 0,2-3 19 0,-1 3-1 0,2-4-7 0,1 3-8 16,-1-2 3-16,-1 2-4 0,-1-1 1 0,1 0 2 0,0-1 0 15,0 1-15-15,1 1 15 0,-1-1-12 0,0 1 29 0,0-2-4 16,-1 2-7-16,0-1-13 0,1 1 7 0,-1-2-7 0,1 2 15 16,2-2-6-16,-1 1-3 0,-1 0-6 0,0 0 3 0,0 0 0 15,-1 0 9-15,3 1-1 0,-2-1-4 0,-2-1-18 0,-2 3 23 0,0-1-19 16,0 0 30-16,0 1-6 0,1-1-7 0,-1 2-16 0,0-1 6 15,-3 1-5-15,7 0 22 0,-1 0 0 0,-2 0-6 0,-4 1-10 16,-5 0 11-16,-1 1-11 0,0-2 6 0,1 2 1 0,1-1-3 0,0 1 2 16,1-1 3-16,0 1-1 0,1 0-1 0,0-3-1 0,2 0-2 15,0 1-8-15,2 0 13 0,0 1-9 0,2-3 15 0,1 2-6 16,0-1-7-16,0 0-1 0,1-2 2 0,0-2 3 16,0 0 9-16,0-1-3 0,0 5-6 0,0-3-2 0,-1 2 6 0,-1-1-5 15,-1 1 0-15,1-2 0 0,-1 2 0 0,0-2-2 0,0 2 1 16,0-1 0-16,1-1 5 0,0 3 2 0,6-4-1 0,-1 3-10 15,-2-2 8-15,-2 1-9 0,-4 0 8 0,-2 1 1 0,0-2-2 0,0 4-7 16,0-3 6-16,-1 2-4 0,1-1 11 0,0 0 0 0,2 2-6 16,-2-1-13-16,-1 1 20 0,1-1-17 0,1 0 21 0,0 0-3 15,1 1-8-15,-2 0-3 0,1-1 2 0,1 0 0 0,-1 2 2 0,3-3 4 16,-3 2-2-16,0 0-9 0,2 0 10 0,-2 0-10 0,-1 0 7 16,-1 0-3-16,-2 0-4 0,1-2 4 0,3 1-2 0,0 2 5 15,2-3 6-15,5 2-1 0,-1 0-3 0,-2-2-6 0,-3 2 4 16,-5 0-5-16,3 0 4 0,-2-1-2 0,2 1-3 0,-1 2 1 0,0-2 2 15,1 1 2-15,0 0 9 0,0-1 1 0,-2 1-4 0,1 1-21 16,-1-1 18-16,2 1-17 0,2-2 22 0,0 2-4 0,2-1-9 16,-2 0-3-16,3-2 7 0,1 0-3 0,0 1 10 0,2-2 1 15,0 0-7-15,0 1-15 0,3 0 20 0,-1-3-17 0,1 1 26 16,0-1-6-16,-1-1-11 0,0 1-15 0,1 0 16 0,1-2-10 0,0 1 20 16,1 1 0-16,1-1-12 0,-2-2-3 0,2 0 10 0,0 0-9 15,0-3 6-15,-1 1 0 0,0 2-3 0,1 2 5 0,-2 1-9 16,1-3 10-16,-1 0-5 0,0 0 1 0,2-2 2 0,1 2-15 15,-1-1 21-15,0 1-19 0,0 0 24 0,1 1-4 0,0 0-8 0,0 0-5 16,0-1 4-16,-2 0-2 0,2 0 7 0,1 0 2 0,0 0-6 16,0 0-3-16,0 0 5 0,0 0-6 0,0 2 2 0,0-2-1 15,0 0 0-15,0 0-10 0,0 0 9 0,0 1-7 0,0 0 22 16,-1 2-1-16,1-2-6 0,-1 2-4 0,1-1 7 0,-3 1-8 16,2-1-1-16,-2 1 0 0,-1 1-2 0,2 0-2 0,-3 0 4 0,2 1 0 15,-2-2 12-15,5 3-1 0,1-3-7 0,-1 3-18 0,0-3 21 16,-3 1-18-16,-3-1 31 0,1 1-8 0,0-1-10 0,0-1 4 15,-1 2-10-15,2-1 10 0,-2-1 3 0,0 0-3 0,1 0 0 0,-2 0-19 16,1-1 18-16,2 1-14 0,-1-1 21 0,2 0-2 0,-3 1-8 16,2 0-11-16,-1 1 11 0,1-3-8 0,-1 2 18 0,0-1 0 15,-1 2-10-15,1-3-12 0,-1 1 16 0,2 1-13 0,-1-2 14 16,2 1 0-16,-3 0-5 0,2 0-3 0,0 2 1 0,-1-2 1 16,1 1 8-16,0 0-2 0,-1-1-2 0,2 2-22 0,1 0 22 15,-2-3-18-15,1 1 26 0,1 1-2 0,-1 0-8 0,-1-1-10 0,2 0 5 16,-1 0-4-16,2-1 17 0,-1 2 2 0,0-1-4 0,1 0-28 15,-2-1 27-15,1 2-25 0,1-2 33 0,0 0-8 0,0 1-12 16,0-1-11-16,1 0-12 0,0 0 6 0,0 0-37 0,0 0-5 16,0 0-8-16,2 2-64 0,0 1-34 0,0 3-14 0</inkml:trace>
  <inkml:trace contextRef="#ctx1" brushRef="#br0" timeOffset="29534.9">18458 13950 164 0,'-5'-2'-32'0,"1"1"-70"0,-1 0 94 16,2 1 29-16,-2 0-7 0,2 0 1 0,1 0-2 0,-2 0-2 0,2 0-1 15,0 0-1-15,0 0 2 0,1 0-1 0,-2-1 2 0,2-1-6 16,-1 1-30-16,1 0 36 0,-1-1-32 0,-1 2 43 0,1-1-13 16,0 0-18-16,0 0-12 0,-1-2 17 0,1 3-6 0,-1 0 25 15,0 0 3-15,0 0-18 0,0 1-3 0,-1 2 10 0,1-1-12 16,0 1 5-16,-1 0-5 0,1 0-1 0,0 0-2 0,0-1 4 0,0 1 1 16,1-2 12-16,-1 1 0 0,1-2-8 0,1 1-25 0,-1-1 30 15,0 1-25-15,0-1 31 0,0 0-6 0,0 0-15 0,0-2 5 16,-2 0 1-16,1-2 2 0,0 1 4 0,-1 0 2 0,0 2-2 0,-1 1-22 15,0-1 26-15,-1 1-22 0,0 0 26 0,0 0-6 16,0 0-14-16,-1-2 3 0,1 1 2 0,-1-2 2 0,0 2 5 16,0 0 3-16,1 1-7 0,-2-1-15 0,-1-1 22 0,1 1-19 15,1-2 20-15,-1 1-13 0,2-1-15 0,-1-1 1 0,0 3-8 0,0 0 12 16,2-2 2-16,-3 1 4 0,2 1 2 0,0-2 5 0,-2 0 2 16,7 2 0-16,-2 1 0 0,2 0 0 0,0 0 0 0,-6 1 0 0,2-1 0 15,-1 2 0-15,0-2 0 0,2 0 0 0,-1 1 0 0,2-1 0 16,0 1 0-16,-1 1 0 0,1-2 0 0,2 2 0 0,-1-1 0 0,1 1 0 15,-1-1 0-15,1 0 0 0,0-1 1 0,0 0 4 16,1 0 2-16,-1 0-11 0,1 0 34 0,0 0-25 0,0 0 57 16,0-1-9-16,0 0-13 0,1-3-13 0,0 3 14 0,0-3-7 0,0 1 29 15,2 1-4-15,-2-2-14 0,1 1-20 0,-1 1 19 0,1 0-20 16,0 1 14-16,0-2-10 0,0 1-6 0,0 1-17 0,0-1 5 16,1 2-3-16,1-1 17 0,0 0-5 0,0 0-9 0,1-1-9 15,0 2 18-15,1-1-14 0,-2 1 22 0,2 0-7 0,0-1-4 0,-6 1 5 16,0 0-8-16,-2 0 10 0,2 0-6 0,4-2 1 0,1 2 1 15,0 0 1-15,0 0 11 0,0 0-9 0,1-1 10 0,-1 0 3 16,2 1-2-16,0 0-12 0,-1 0 11 0,2-1-11 0,0-1 10 16,1 1-1-16,0 0-8 0,0 1-13 0,0-2 9 0,0 2-12 15,1 2 8-15,1-1-5 0,1 2-1 0,-1-2-11 0,1 1 1 0,1-2 0 16,-1 2 17-16,0-1-1 0,1 0-4 0,0 1-16 0,1-1 12 16,0 0-11-16,2 0 17 0,-2-1-3 0,1 2-4 0,0-2-8 15,0 2 3-15,2-1-2 0,0 1 16 0,0-2-2 0,2 0-5 0,0 0-25 16,2 1 23-16,1-1-19 0,-9-1 31 0,-2-2-2 0,1 2-11 15,-1 0-9-15,8 1 9 0,-1-3-7 0,-1 2 14 0,-1 0 1 16,-3-2-7-16,2 3-9 0,-4-3 19 0,1 3-15 0,1 0 24 16,-2 0-6-16,0 0-10 0,0 0-10 0,2 2 10 15,0-1-6-15,1 2 22 0,-2-2-3 0,1 1-10 0,3 0-22 0,1 0 20 16,1 1-18-16,2-1 28 0,-1 0-5 0,3 0-11 0,0-1-7 0,4 2 3 16,0-3-1-16,-2 0 9 0,0 0 1 0,-8-1-4 0,-1-1-4 15,1 0 7-15,1 1-8 0,3-2 0 0,-1 0 0 0,-1 1-2 0,-1 1 5 16,-2-2-3-16,-2 2 4 0,0-2 6 0,-2 1-6 0,-1 0 2 15,0 2-7-15,0-1 3 0,-1 0-1 0,1 1 52 0,0-1-51 16,1 1 15-16,2-2-19 0,-1 1-53 0,2 1 61 0,0-3 4 16,3 3-2-16,0 0-3 0,4 0-1 0,1-1 4 0,1 0-4 15,2 0 0-15,0-1-1 0,-2 1-1 0,-4 0-14 0,-2-1 12 16,1 2-10-16,1 2 22 0,3 0 0 0,-2 2-7 0,-2-4-14 0,-3-1 16 16,-1 0-16-16,1 1 18 0,-4 1 0 0,0 0-7 0,0 0-7 15,0 2 8-15,-2 0-5 0,0-1 11 0,0-1-1 0,-1 2-8 16,1-2-16-16,0 1 20 0,1-1-15 0,0 0 27 0,-1 2-4 15,0-2-10-15,1 0 1 0,3 0 0 0,0 1 1 0,2-2-3 0,0 0 2 16,1 1-2-16,0-1 1 0,2 0 8 0,2 0-7 16,-2 0 4-16,1 0 0 0,0 1 0 0,-7-1-14 0,1 0 18 0,-1 2-15 15,2-2 15-15,6 2 1 0,-1 1-12 0,0 1-9 0,-2 2 16 16,-2-1-13-16,-1 1 17 0,0 2-10 0,0-1-8 0,1-1-1 16,0 2 9-16,-2-1-1 0,1-2 13 0,-2 1-2 0,0-3-10 0,2 3-16 15,-1-1 19-15,1-2-15 0,-2 3 26 0,0-3-6 0,0 3-8 16,0-3 0-16,0 0 0 0,1 0 2 0,-1 0 1 0,0 0-2 15,1-1-2-15,0 1 2 0,1 0 3 0,1-1-2 0,1 1-1 16,-1-2 3-16,-6-1 2 0,1 1-15 0,-1-1 8 0,2 0-9 16,7 0 17-16,0 0 1 0,0 0-6 0,-1-1-5 0,1 1 6 0,-3 0-6 15,1 0 6-15,-1 0 1 0,-2 0-2 0,-1 0-9 0,0 0 7 16,-1 1-6-16,0 1 11 0,-1-2 0 0,1 0-4 0,-1 0-6 16,1 0 7-16,-1 1-6 0,1-1 11 0,-1 1-5 0,0 0-2 0,3-1-2 15,0 2-2-15,1-2 4 0,1 1 3 0,0-1 2 0,1 0-1 16,3 0-12-16,1 0 9 0,1-1-8 0,0 1 16 0,-2-2-5 15,-8 1-5-15,4 0 1 0,-3 0-6 0,1 1 7 0,8-2 6 16,-3 2-2-16,0-1 3 0,-1 1-9 0,-1-1 1 0,-1 1-2 16,1 0 2-16,-3 0 2 0,-1 0 3 0,3 0-1 0,-2-2 5 15,2 2-4-15,0 3-2 0,-3-2 4 0,1 1-7 0,2-1-3 0,0-1 12 16,1 0-11-16,0 1 14 0,1-1-6 0,1 0-6 0,1 0-12 16,2 0 15-16,1 0-9 0,-1-1 16 0,-2 0 0 0,0 1-11 0,-6-2-6 15,-1 1 11-15,3-2-8 0,-2 1 10 0,6 1-2 0,-1-1-5 16,1-2-6-16,-1 2 11 0,-2-1-6 0,1 1 14 0,0-1-5 15,-3-1-7-15,2 3-8 0,1-3 5 0,-2 0-4 0,1 1 12 16,0-3-1-16,-1 4-3 0,1-2-6 0,1 2 5 0,0-2-4 16,-1 1 11-16,-1 1-1 0,2 0-6 0,0 1-12 0,0-3 14 15,0 3-11-15,1 0 17 0,-1-1 1 0,0 1-7 0,-1 0-9 0,-4-1 9 16,-3 0-8-16,2 1 10 0,-1-1 4 0,7 1-7 0,2-1-4 16,0-1 9-16,-1 0-9 0,0 2 5 0,-2-1 4 0,-2 0-1 15,2 1-17-15,-3 0 9 0,0-1-11 0,0 2 24 0,-2-1 0 16,2 1-2-16,1 0-20 0,1 0 17 0,-2 0-15 0,0 0 19 15,-1 1-3-15,1-1-6 0,1 2-4 0,4-2 4 0,1 1-2 16,-1-1 10-16,2 0 0 0,2 1-3 0,0-1-19 0,1-1 16 0,-4 0-14 16,-4-1 21-16,2 0-1 0,2-1-4 0,5-1-6 0,1 2 2 15,-2-3-2-15,-1 2 8 0,-2 1-2 0,0-1-4 0,-1 3-13 16,-1 0 17-16,1 5-12 0,-1-1 19 0,-1 1 1 0,1-1-10 0,2-1-5 16,3 0 13-16,1-1-11 0,3 2 9 0,1-2 4 0,0-1-8 15,0 1-10-15,-7 0 9 0,-2 0-9 0,0 0 17 0,0-1-4 16,6 1-7-16,-1-1-15 0,0-1 18 0,-3 2-13 0,-1 0 20 15,-2-1-1-15,0 2-9 0,-1-3-8 0,0 0 13 0,0 0-10 0,0 0 12 16,1-2 5-16,-1 0-3 0,1-1-29 0,-2 1 24 0,1 2-23 16,1-2 36-16,-1 1-5 0,1 1-12 0,2-1-1 0,2 0-1 15,-1 1-1-15,-1 0 5 0,-9 1 2 0,1 0 4 0,1 2-27 16,1-2 22-16,5 0-18 0,1 0 32 0,-1 2-6 0,-1-2-12 0,-1 1-6 16,-2-2 7-16,1 0-4 0,-2 1 10 0,0 0-5 0,0-1-3 15,-1 1-2-15,1-1 0 0,-1 0 3 0,0 0 12 0,-2 0-4 16,1-1-2-16,-1 1-4 0,2-1-2 0,0 1 1 0,1 0 0 15,0 1-2-15,1 0 1 0,1-1 1 0,2 2 0 0,1-1 2 16,0 0-4-16,0 1 1 0,-1-2-1 0,0 0-9 0,-8 0 14 0,1 1-10 16,0-1 15-16,2 1 2 0,5 0-4 0,1-1-11 0,-2 0 8 15,2 0-8-15,-3 0 10 0,0 2 0 0,0-2-6 0,0 0-8 16,0-2 9-16,0 2-6 0,1 0 13 0,-1 0 0 0,-1-1-3 0,2 1-16 16,-1-1 12-16,1 0-12 0,1 1 28 0,2 0-5 0,0 0-5 15,4 0-14-15,-1 0 7 0,3 0-7 0,-1 0 14 0,-1 0 1 16,-8 0-2-16,1 0-13 0,1 0 8 0,2-2-7 0,5 2 8 15,-1-1 5-15,-3 1-8 0,0-3-6 0,-2 2 17 0,-1 0-15 16,-1 0 11-16,-1 1 0 0,1 0-5 0,0-3-6 0,0 2 9 16,1-2-5-16,-3 1 6 0,1 0 4 0,0 0-8 0,2 1-14 0,0-1 23 15,2 1-20-15,2 1 21 0,1 0-4 0,-1 0-8 0,1 0-1 16,-5 0 6-16,-3 0-3 0,3 0 5 0,4 1 1 0,1-1-5 0,3 0-19 16,-2 0 24-16,-4 0-18 0,-1 0 30 0,-1 0-7 15,0 0-16-15,2-1 3 0,-1 0-1 0,-2 1 3 0,0-2 8 0,-1 2-7 16,-1-1-1-16,3 0-1 0,0 0-1 0,2-2 2 0,0 2 0 15,-2 1 3-15,3-2 0 0,0 2-13 0,2 0 11 0,-3 0-9 16,-7-1 20-16,1 1-4 0,-1-1-6 0,3 1-16 0,8 0 16 16,-2 0-12-16,1-1 21 0,-3-2-3 0,-2 2-10 0,1 1-8 0,-2-2 10 15,-1 2-6-15,0 0 19 0,1 0-4 0,1 0-7 0,3 0-11 16,-2 0 8-16,2 0-6 0,-1 0 11 0,2 0 0 0,1 2-4 16,5-2 0-16,0 0 2 0,0-2-2 0,1 2-1 0,-9-1 3 15,2-1-4-15,1-1-1 0,1 1 10 0,4 0-7 0,-3 0 6 16,-3-1-6-16,1 1-9 0,-1-1 8 0,1 0 4 0,-1 2 0 0,-1 0-3 15,0 0 3-15,1 1-5 0,4 0-2 0,0 0 9 0,3 0-6 16,2 0 10-16,-2 1-2 0,1 0-5 0,-7 0-2 0,2 1 3 16,0 0-2-16,-1 1 7 0,4-1-2 0,-2 1-2 0,0 0-11 0,-2-2 10 15,-1 3-8-15,1-2 12 0,1-1-5 0,-2 2-9 0,1-2 7 16,2 3 1-16,-1-3 4 0,5 1 2 0,-1 0-3 0,-1 0-3 16,0-1-6-16,-6 0 5 0,-1-1-3 0,2 1 10 0,-2-1-6 15,5 0-5-15,1 3-1 0,-3 0 10 0,-1 0-4 0,0 0 9 0,-2-1-1 16,2 1-9-16,1-2-3 0,1 1 6 0,1 0-5 0,2-1 4 15,-1 1-1-15,4 0-1 0,2 0-14 0,0-2 19 0,-2 1-13 16,-7-1 26-16,-3 1-4 0,2-1-14 0,1 0-18 0,4 0 20 16,-3 0-15-16,-2 0 32 0,-1-1-6 0,-2 1-13 0,0 0-10 15,-1 0 9-15,0 0-8 0,0 0 16 0,-1 0-2 0,1 0-2 0,2 0-15 16,0 1 15-16,3 0-12 0,0-1 21 0,0 2-5 0,-1-1-9 16,3-1-9-16,-9 1 10 0,0-1-6 0,1 2 19 0,1-2-2 15,6 0-5-15,-1 0-11 0,1 0 7 0,-2 0-6 0,-1 0 7 16,-1 0 3-16,1 0-3 0,-1 0-16 0,2 0 17 0,-2 0-15 15,1 0 27-15,0 0-5 0,2 0-8 0,3 1-15 0,1 0 15 0,4-1-12 16,-4 0 20-16,0 0 1 0,-8 0-6 0,2 0-15 0,1 0 10 16,0 0-11-16,5 0 21 0,-4 0-3 0,-2 0-6 0,1-1-7 15,0 1 6-15,0 0-4 0,2 0 10 0,1 0-6 0,0 1-4 0,5 2-4 16,3-2 8-16,3 0-2 0,1 0 17 0,0-1-7 0,-5 0-8 16,3 2-10-16,0-2 10 0,0-2-4 0,2 2 10 0,-6-1-5 15,-1 0-7-15,2 0 3 0,0 1 1 0,3-2 2 0,2 2 7 16,1 0-3-16,2-1-2 0,-2 0-8 0,-5 0 9 0,-1 1-5 15,2-2 13-15,-1 2-6 0,1-1-7 0,1 1 1 0,-3 0 3 0,2 1-1 16,0 1 8-16,3-2-5 0,4 1-2 0,4 0-10 16,3 0 8-16,-6-1-8 0,-3 0 12 0,-4 0 3 0,-1-2-4 0,2 1-7 15,-1-2 8-15,-3 0-8 0,-1 1 6 0,0 1 3 0,1-1-6 0,5 1-12 16,4 0 19-16,-2-1-15 0,-1 1 22 0,-8 0 2 16,-2 0-10-16,0 1-26 0,-2-2 25 0,4 0-22 0,-3 2 40 15,-2-2-6-15,-1 2-12 0,4 0-3 0,-5-1 1 0,2 1-1 16,1 0 3-16,1 0-1 0,2 1 0 0,3-1-5 0,1 2-3 0,-3-2 0 15,-5 0 13-15,-4 0-4 0,2 0 5 0,0 0-22 0,4 0 13 16,-3-2-11-16,-1 1 22 0,-4 0-3 0,0 1-9 0,2 0-9 16,-2 0 11-16,1 0-5 0,1 0 16 0,0 0-5 0,1 1-7 0,2-1-9 15,1 0 9-15,2 1-8 0,0-1 16 0,-2 2 1 0,-1-1-5 16,1 0-21-16,1 1 16 0,0-2-16 0,2 1 31 0,-2 0-4 16,-1-1-7-16,1 1-9 0,0 1 6 0,-2 0-5 0,2 0 10 0,-1-1-3 15,0 0-6-15,1 2-8 0,3-2 12 0,4 2-7 0,1-3 16 16,-4 1-1-16,2-1-7 0,-2 0-6 0,1 1 6 0,-2-1-6 15,-1 0 10-15,-3 1-1 0,0-1-5 0,-2 0-7 0,-1 2 9 16,2-1-6-16,-3 1 8 0,1 0-1 0,-1-1-9 0,3 3-18 16,-2-2 2-16,2 0-10 0,0 0-28 0,-3 1-12 0,0-1-15 0,-6 1-50 15,-1 1-15-15,-6-2-7 0,0 1-127 0,-6-1-58 0,-4 4-61 16</inkml:trace>
  <inkml:trace contextRef="#ctx1" brushRef="#br0" timeOffset="36893.37">18367 14002 217 0,'1'-2'-48'0,"0"-1"15"0,1 0-60 0,-1 1 82 0,2-1 40 0,-1 1-11 16,0 0 16-16,0 1-3 0,1-1-8 0,-2-1-16 0,1 2 16 15,0 0-15-15,-1 1 24 0,0-2-1 0,1 1-3 0,-1 0-3 16,-1-1 7-16,1 1-3 0,-1 0 15 0,0 0-2 0,0-1-8 16,0 1-5-16,0 0 11 0,0-1-13 0,0 1-1 0,-1 1-5 0,1-1-7 15,0 1 7-15,0 0-5 0,0 0 6 0,0-1-4 0,-1 1-2 16,1-2-2-16,0 1-16 0,-2 1 15 0,2 0-14 0,0 0 12 15,0 0-6-15,0 0-7 0,0 0-11 0,0-1 11 0,0 1-6 16,-2-2 19-16,2 5 2 0,1 0-12 0,0-1-19 0,1 3 30 16,-1-1-25-16,-1 3 32 0,1-1 0 0,-1 0-14 0,1 1-4 0,-1 0 3 15,0 1-4-15,1 0 7 0,-1-2 0 0,0 2 1 0,0 0-10 16,-1 0 10-16,0 0-10 0,0 1 7 0,-2-1-3 0,2 1-3 16,-1 0-8-16,0 1 9 0,0 2-2 0,-2-1 20 0,2 2-5 15,-1 0-11-15,0-2-21 0,0 3 26 0,1 0-22 0,1 2 34 0,-2 2-9 16,2-2-13-16,-1 3 11 0,1 1-10 0,0 0 11 0,0 2-8 15,1-3 2-15,-1-1 1 0,1 1-7 0,0 2 9 0,0 2-10 16,0-1 7-16,0 1-2 0,0-3-4 0,1 1-3 0,-1-2 3 16,0-1 0-16,-1 0 12 0,-2-3-2 0,2 2-7 0,0-1-2 0,0 3 5 15,1 1-4-15,-1-1 4 0,1-4 1 0,0 1-1 0,0-2-17 16,-1 0 14-16,0 1-11 0,-1-2 24 0,2 1-2 0,-1 0-7 16,0 3-4-16,-1 1 4 0,1-4-4 0,0-1 0 0,0-5-1 15,-1 3 0-15,1 3-14 0,0-1 12 0,0 1-8 0,0-2 25 16,0-1 0-16,-1 2-11 0,0-1-8 0,0-1 11 0,1 0-11 0,0-2 6 15,0-3 2-15,0 2-2 0,0-3-8 0,-2 0 8 16,2-1-7-16,-1 0 11 0,0-1 4 0,1 0-7 0,-2 0-5 16,1 0 10-16,1-1-11 0,-1 1 7 0,1-1 2 0,0 0-2 0,-1-1-5 15,0 0-1-15,1-1-1 0,0 1 12 0,1 1-3 0,-1-2 0 0,0 0-14 16,1 0 12-16,0 0-8 0,0 1 12 0,0-1-1 0,0 0-8 16,0 0 3-16,0 0-2 0,0 0 1 0,0 0 0 0,0 0 1 15,0 0 3-15,0 1-4 0,0 1 0 0,1-2-1 0,0 0 1 16,0-2-4-16,0 1 3 0,0 1-14 0,2-1 10 0,-2-1-6 15,0 1 23-15,0 0-5 0,0 0-8 0,1 1-8 0,-1-2 2 0,2 1-4 16,-1-2-6-16,0 2-2 0,0 0-4 0,1 0-31 0,0 1 9 16,0-2-12-16,2 1-8 0,0 1-18 0,1-1-23 0</inkml:trace>
  <inkml:trace contextRef="#ctx1" brushRef="#br0" timeOffset="37695.3">18141 14732 327 0,'-3'-9'19'0,"-3"1"-59"0,3 2 71 0,0 5-14 0,2 1-16 0,1 0-8 0,1 1 3 0,1 3 1 15,0 1 19-15,0 0 5 0,-1 1-4 0,3-1-21 0,-1 4 18 16,1-1-20-16,-4 0 31 0,-1 1 1 0,0-2 2 0,-1 1-5 16,4 0 11-16,2 1-4 0,-2-2 27 0,0 4-7 0,1-4-11 0,1 2-20 15,-2-4 22-15,0 1-20 0,1-1 16 0,-1 0-6 0,0 2-12 16,1 0-1-16,1 1-7 0,-1-2 4 0,2 3-7 0,-2-1-3 16,0 1-1-16,2-1-11 0,0 1 17 0,2-1-13 15,-1 1 20-15,1 1-8 0,2-1-9 0,-2 0 1 0,1 0-1 0,-1 0 5 0,0 0 0 16,-1 0 5-16,1-2-5 0,1-2-3 0,0 0 17 0,-1-1-15 15,-2-1 18-15,1 1-9 0,-1-2-8 0,1 0 2 0,-1 1 1 16,-1-3 5-16,-1 1 18 0,1-1-3 0,-1-1-2 0,-1-1-3 16,1 0 14-16,-1 1-10 0,-1-2 9 0,0-1-9 0,1 2-12 0,0-4-12 15,0 3 4-15,0-4-3 0,1 2 7 0,1-3-1 0,-1 2-8 16,2-2-4-16,-1 1 8 0,2-2-9 0,-1-2-2 0,1 3-3 16,0-3-5-16,-1 0-40 0,2 0-10 0,0-1-7 0,-1-2-65 15,0 1-32-15,-1 1-31 0</inkml:trace>
  <inkml:trace contextRef="#ctx1" brushRef="#br0" timeOffset="38225.16">18296 14032 1 0,'-7'-3'0'0,"3"-1"27"0,0 3 2 16,1 0 13-16,-1 1-5 0,0-2 4 0,1 2-4 0,-1-1 8 0,1 1 5 0,1-1-2 0,-2 1-33 0,2 0 32 0,0 0-35 0,1 0 21 0,0 1-6 15,0-1-15-15,1 0-13 0,-2 0 24 0,2-1-16 0,0-1 40 0,0 0-10 16,2-1-22-16,0 1 0 0,1-2 11 0,1 0-7 0,-1-1 18 15,3 0-12-15,-1 0-6 0,2 0 0 0,0 0-7 0,-2-2 9 0,2 2-7 16,-1-1 1-16,-1 0-5 0,2 1-7 0,0-2 13 0,-1 0-13 16,0 0 12-16,0 1-5 0,-1-1-3 0,1 2-18 15,0 0 13-15,-1-2-8 0,0 3 31 0,-1-1-3 0,1 3-11 0,-2 0-10 16,0 2 14-16,2 0-12 0,-2 0 13 0,2 2-4 0,-1-2-7 0,2 2-14 16,-1 2 9-16,2 0-7 0,0 2 19 0,1 1-1 0,0 0-6 15,-1 4-17-15,2 0 8 0,0 1-13 0,0 2-10 0,0 0-15 16,2 2-18-16,-2 6-33 0,2 1-18 0,-1 2 1 0,1 4-84 15,-2 2 113-15,-2 3-11 0</inkml:trace>
  <inkml:trace contextRef="#ctx1" brushRef="#br0" timeOffset="40214.99">18324 15136 690 0,'-13'-7'4'0,"-2"3"-9"0,5 3 16 0,1 1-10 0,0 2 9 0,3 1-1 0,2 1-4 0,-1-1-9 15,3 3 4-15,0-3-3 0,0 0 18 0,-1 1-4 0,2 0-5 16,0-1-26-16,0 1 26 0,1-1-22 0,0 1 36 0,0 0-10 16,1-2-13-16,0 2-7 0,0-1 11 0,0-1-2 0,2 2 22 15,-1-2 4-15,0 1-11 0,3 2-5 0,-2-2 17 0,2 2-18 0,0-3 11 16,0 2-4-16,0-1-6 0,2 1-21 0,-1-2 15 0,-1 1-11 15,1 1 31-15,-1-2-2 0,1-1-11 0,0 2-20 0,-1-3 25 16,0 0-22-16,0 0 32 0,-1-3-3 0,0 0-8 0,0 0-11 16,-1-1 14-16,-1 0-10 0,1-2 22 0,-1 1-2 0,0-2-13 15,-1 1-16-15,-1 1 23 0,1-1-21 0,-1-2 20 0,0 1-4 0,0 0-12 16,-1-1-5-16,1 0 1 0,-1-1-1 0,-1 2 14 0,1 0-1 16,-2 1 0-16,1 0-14 0,0 2 18 0,-1-1-15 0,-1 3 27 15,1 0-3-15,-1 0-9 0,0 1-13 0,-1 1 17 0,0 3-14 16,0-1 19-16,0 1-3 0,0 2-13 0,1 0-8 0,-2 1 7 15,2 2-7-15,-1 1 2 0,0 0 0 0,0 1-2 0,2 1-19 0,-2-1 20 16,2 1-16-16,1 1 29 0,-1-1-5 0,2 1-13 16,0 2 2-16,0-1 2 0,1 2-1 0,0-1 0 0,0 0 0 0,0 0-3 0,1-3-7 15,0-2 10-15,1-3-4 0,1 0 15 0,-1 0-2 16,0-1-9-16,3-1-8 0,-2-1 19 0,2 0-17 0,-2-1 14 0,0 1 0 16,0-3-7-16,0 0 3 0,-1 0 5 0,2-3-2 0,-1 0 9 15,0-2-2-15,1-1-6 0,0-1-17 0,1-1 21 0,-1-1-18 16,2 1 27-16,-2-1-4 0,1 0-11 0,-1-1-16 0,0-3 13 15,0 1-10-15,1-2 19 0,-2 2 2 0,-1-2-13 0,0 1-15 0,1 0 23 16,-3 2-20-16,1 1 27 0,-1 2-5 0,0 1-10 0,-2 4 1 16,-1-1 4-16,0 1-1 0,-2 2 4 0,2 0-1 0,-1 1-5 0,-2 0-5 15,1 1 10-15,-1 3-8 0,0 0 12 0,0 2-3 0,0 0-6 16,0 2-11-16,-1 4 10 0,2-2-5 0,-2 1 20 0,1 1-4 16,1-1-9-16,-1 2-8 0,2-1 8 0,0 1-8 0,2-2 4 15,0 1 1-15,1-3 0 0,0 0-14 0,1-2 9 0,0-4-8 16,1-1 25-16,0 1-2 0,1-2-5 0,0 0-24 0,-1 2 18 15,3 0-16-15,-2-2 26 0,0-1 4 0,2 0-8 0,-2-1-8 0,2-3 4 16,0 1-5-16,-2-3 6 0,1 2 4 0,0-1-6 0,-1-4-15 16,1 1 24-16,-2-5-21 0,1 3 26 0,-1 0-3 0,-1 0-7 15,0-1-19-15,0 1 16 0,-1 2-11 0,1 3 27 0,-2 2 2 16,1 1-10-16,0 1-2 0,0 1 15 0,-1 0-14 0,0 3 5 0,-2 0-1 16,2 2-8-16,-1 2-7 0,-1 1 2 0,2 2-4 0,0 0 10 15,1 0-3-15,-2 2-1 0,2-1-4 0,1 0-2 0,0-2 2 16,1-1 4-16,0-2-4 0,1-3-3 0,-1-3-1 0,1 3 1 15,0 0 2-15,-1-1 9 0,2-1 0 0,-2 1-1 0,0-2-23 16,-1 0 26-16,1 0-22 0,-1 0 30 0,0-2-4 0,1 2-12 0,-1-3 0 16,0-3 1-16,0 1 1 0,1 0-2 0,-1-1 4 0,0 1-2 15,-1-2-3-15,-1 0 8 0,1-2-7 0,-2 0 5 0,0 1-3 16,1 0-3-16,-2 2-3 0,0 0 0 0,1-2 3 0,-1 3 9 16,1 0-2-16,-1 1 1 0,1 0-13 0,1 3 6 0,1-1-4 15,-2 1 11-15,2 1-5 0,0-1-7 0,0 1 3 0,0 0-3 0,0 1 5 16,1-1-3-16,-1 1 3 0,0 1 0 0,1 0-17 0,0 2 23 15,0-1-18-15,0-1 25 0,0 2-5 0,1-1-13 0,0-1 4 16,-1-1 1-16,1 2 1 0,-1-2-1 0,0 1 0 0,0-2-2 0,0 1-9 16,0-1 14-16,0 0-12 0,1 0 14 0,-1 1 1 0,0-1-5 15,0 1-8-15,1-1 8 0,0 0-7 0,2-1 3 0,0 0-2 16,0 0-12-16,1-1-23 0,1 0 15 0,2 0-18 0,0 1 5 16,1 0-4-16,-2 1-8 0,2-1-17 0,-1 1-12 0,1 0 3 15,-1 1-25-15,0-1-2 0,-1 1-2 0,1 0-32 0,-2 1 14 16,1-1-16-16,-1 0 12 0,-1 1 73 0,-1 1-9 0</inkml:trace>
  <inkml:trace contextRef="#ctx0" brushRef="#br0" timeOffset="83224.06">7937 14722 0,'0'0'0,"0"0"0</inkml:trace>
  <inkml:trace contextRef="#ctx1" brushRef="#br0" timeOffset="83216.23">3305 14108 256 0,'-4'3'8'16,"2"-2"149"-16,0-1-9 0,0 0 32 0,-1 0-83 0,2-1 28 0,-1-3-54 0,0 2 33 0,1-4-10 15,-2 1-15-15,1-1-1 0,1-1 8 0,-1 1-15 0,1-2 12 16,-2 1-10-16,2 0-13 0,-1 0-11 0,0-2 15 0,0 2-21 16,-1 0 17-16,0-4-4 0,2 2-10 0,-2 0-23 0,0-1 29 15,0 0-34-15,-2-4 27 0,1 0-8 0,4 0-19 16,0 0-8-16,-1-2 11 0,1 0-14 0,-6 0 21 0,1 1-8 15,1 0-8-15,1-2-17 0,1 0 16 0,0 2-15 0,2 0 26 16,0 0-4-16,2 5-11 0,-1-1-12 0,2 2 14 0,-1 1-11 16,2 2 22-16,-1 1-2 0,0-2-9 0,1 3-9 0,-1-1 18 15,1 1-14-15,-1 0 18 0,-3 1-4 0,0 0-14 0,-1-1-9 16,1 0 8-16,4 3-7 0,2 0 13 0,1 1-2 0,-3 1-5 0,3 0-7 16,-2 3 7-16,2 0-5 0,-1-1 10 0,1 0 0 0,-3 3-5 15,3-3-6-15,-3 3 8 0,1-3-6 0,-1 3 10 0,-3 1-2 16,2 0-6-16,-2 0-4 0,-1 2 6 0,0 0-2 0,0 0 6 15,-1 0 0-15,-2-1-7 0,1 1-6 0,0-2 9 0,1 1-6 0,0-1 10 16,1-4-1-16,-1 0-3 0,-1 1-15 0,1-3 17 0,1-1-13 16,0 0 18-16,0 0 1 0,-1 0-9 0,0-1-5 0,1-2 4 15,0 1-5-15,0-1 4 0,0-1 0 0,2 2-2 0,-1 0-2 16,3 0 5-16,-1 1-2 0,1-1 4 0,-1 2-1 0,1 2-2 0,0 0-6 16,0 1 3-16,1-1-1 0,-2 3 9 0,2-2 0 0,-2 1-3 15,0 0-13-15,2-3 12 0,0 3-10 0,0-3 24 0,1 2-5 16,-1-3-6-16,1 0-18 0,-2 1 15 0,3 0-13 0,0 0 10 15,1 2 1-15,-2 0-13 0,-1-2 2 0,-2 0 14 0,-1 2-8 16,0-2 16-16,-1 1 2 0,-1 4-6 0,-1-1-9 0,-1 2 13 16,-1 1-13-16,-1-3 13 0,-2 2-1 0,0-2-6 0,-2 2-6 15,2 4 7-15,-2 0-6 0,-1 1 7 0,0-1 0 0,1 1-6 0,0-2-10 16,0-2 11-16,2-2-12 0,-1-2 3 0,2-2-6 0,0-2-13 16,1 2-30-16,0-2 11 0,1 1-14 0,-1-1 2 0,2 0-9 0,0-1-10 15,-1-1-44-15,2 2-9 0,0 0-8 0,0-2-82 0,1-1-16 16,0 0-34-16</inkml:trace>
  <inkml:trace contextRef="#ctx1" brushRef="#br0" timeOffset="83479.47">3527 13786 878 0,'-1'4'261'0,"0"-3"71"0,1 1-171 0,-1-2-33 0,1 0-33 0,0 0-41 0,2 2-35 15,-1-2 10-15,1 1-18 0,2 2 9 0,-1-1 0 0,0-1-3 16,2 3 3-16,-2 0 11 0,2 0-9 0,-1 2 17 0,0 1-2 16,-1 0-12-16,2 5-9 0,-2-1 12 0,0 1-17 0,1-2 1 15,-2 0-3-15,0 2-5 0,0 2-13 0,2 5-1 16,-2 2-5-16,1 1-39 0,1-2-57 0,0-1-20 0,2 2-91 15,-1-5-170-15,1-2 48 0</inkml:trace>
  <inkml:trace contextRef="#ctx1" brushRef="#br0" timeOffset="95541.76">29532 9247 217 0,'0'0'12'0,"0"2"-22"0,-5-1-19 0,-1 0 15 0,0 0 36 0,1 2-18 16,0 0 47-16,1-2-14 0,0 1-16 0,0-2-11 0,-1 3-1 16,2-2 5-16,1 1 16 0,-1-2 2 0,2 0-3 0,0 1 12 15,0-1 17-15,1 0-12 0,0 0 9 0,0 0-7 0,1 0-10 0,0-1-13 16,2-1 11-16,-1 1-8 0,-1 1 21 0,1-1-11 0,0 1-12 0,0-2-39 15,0 2 26-15,0 0-24 0,-2 0 27 0,1 0-4 16,-1 0-14-16,0 0 2 0,1 2 1 0,-1-1 2 0,0-1 14 16,-1 3-4-16,0-2-3 0,0 0-15 0,0 0 14 0,0 1-12 0,0 0 17 15,-1 1-6-15,1 1-8 0,-1-2-9 0,1 2 7 0,0-1-1 16,-1 2 21-16,2-1-2 0,-2 1-8 0,1-2-15 0,1 3 12 16,-1-3-13-16,1 3 11 0,-1-3-3 0,1 4-7 0,-1-2 4 15,1 3 2-15,0-2 1 0,0 2 6 0,0-2 1 0,1 2-3 16,-1-1-22-16,0 1 25 0,1 1-21 0,0-1 29 0,0-2-8 0,2 1-13 15,-1-4-10-15,0 1 14 0,2-1-8 0,0 1 13 0,1 0-3 16,-2-2-20-16,1 1-8 0,1-2 29 0,-1-1-20 0,2 0 29 16,-1-3-11-16,-2 2-14 0,1-1-1 0,1-1-5 0,-2-2 9 15,1 0 6-15,-1 0 0 0,-1-2-3 16,-3 2-6-16,-1-3 12 0,0 3-8 0,-1-1 11 0,3-1-6 0,0 1-7 16,-1-2-12-16,-1 1 9 0,1-1-4 0,-3 2 22 0,2-3 1 0,2 2-5 15,2 1-9-15,0-2 16 0,-1 2-13 0,-5-1 14 0,0 2 1 0,-1-1-7 0,2 1 0 16,0 0 2-16,-1-3-1 0,1 3 6 0,1-2-1 15,-1 2-3-15,0 1-19 0,1-1 23 0,-2 0-20 0,1 0 25 0,-1 1-2 16,0-1-8-16,0 0-7 0,1-1 1 0,0 0-2 0,1 1 12 16,0-2 3-16,0 2-3 0,-1-1-21 0,1-1 25 0,0 0-24 15,-1 2 25-15,1 0-7 0,1 3-8 0,1-1 7 0,-1 3-8 0,1-1 9 16,-1 1-4-16,1 0 0 0,0 0 0 0,0 0-21 0,0 0 27 16,0 1-22-16,2 2 31 0,0-3-3 0,-1 1-12 0,2 0 0 15,0 2-5-15,-1-2 4 0,2 1 4 0,-2 0-1 0,1 2 3 0,3-1-23 16,-2 0 23-16,2 2-20 0,-3-2 29 0,1 1-9 15,0-1-10-15,0 1-9 0,-1 1 8 0,0-1-1 0,-2 3 21 0,2-4-6 16,-1 3-10-16,0-3-22 0,0 3 8 0,0-1-11 0,0-2 12 16,0 3-3-16,0-3 3 0,0 1-9 0,1 1-17 0,-1 1 4 15,0-1-91-15,-1 1 78 0,0-1-16 0</inkml:trace>
  <inkml:trace contextRef="#ctx1" brushRef="#br0" timeOffset="103463.58">21184 13933 166 0,'-4'-5'-29'0,"1"0"-69"15,0 0 74-15,1 2 42 0,0 1-13 0,-1 0 42 0,3 1-11 0,-1-2-14 0,1 3-7 16,0-1 10-16,0 0-10 0,0 0 0 0,0 1-8 0,0 0-7 16,0 0 1-16,0 0 13 0,0 0-1 0,-1 0 30 0,1 0-11 15,1 0-14-15,-1 0-19 0,0 0 18 0,1 0-14 0,0 0 24 16,1 0-4-16,-1 0-8 0,1-2 13 0,-1 2 0 0,1 0 5 0,1-1 3 15,0 1-3-15,-1-1-8 0,2-1-28 0,-1 2 27 0,0-2-25 16,1 1 31-16,0 1-5 0,0-2-12 0,-1 1-7 0,1 0 14 16,-1-2-6-16,0 1 25 0,-2 0-4 0,0 1-12 0,0-1 0 15,2 0 5-15,-1 1-6 0,-1 1 1 0,0-1-5 0,-1-1 0 0,1 2-2 16,-1 0-1-16,1-1 3 0,0 2-5 0,1-1-1 0,0 3-5 16,1 1-11-16,-1-5 19 0,3 1-16 0,1-2 24 0,-1 1-2 15,2 1-8-15,-1-1-17 0,1-1 5 0,0 1-4 0,2 0 21 16,0 0-4-16,-1-2-7 0,2 0-15 0,-1 2 17 0,1-1-13 15,0 0 17-15,0 0-7 0,0 2-9 0,1-2-1 0,-1 2 3 0,-1 0 1 16,0 0 5-16,0 0 2 0,0 3-5 0,0 0-19 0,-2-1 26 16,1 1-24-16,0-1 27 0,-1 2 0 0,0-3-9 0,-2 1-7 15,2-2 2-15,0 0-3 0,0 0 5 0,-1 1 5 0,2 2-3 0,-1-1-15 16,1 1 24-16,-2-2-22 0,2 1 22 0,1 0-4 0,1-1-10 16,1 0-7-16,-3 1 10 0,1-2-6 0,0 1 17 0,0 0-3 15,-6-1-8-15,0 1-10 0,-1-1 14 0,2 0-10 0,4-1 15 16,-2-1-2-16,1 2-9 0,-1-4-6 0,0 1 8 0,1 2-4 15,-1 0 12-15,-1-2 0 0,0 2-4 0,-2 0-20 0,1-1 23 16,-1 1-20-16,0 1 22 0,0 0-4 0,0 0-13 0,-1 0 1 16,0 0-6-16,0 1 7 0,-1-1-2 0,-1 2-3 0,1 0-1 0,-1-1-6 15,0 1 10-15,0 0-7 0,0 2 11 0,0-1-7 0,0-2-6 16,-2 3-5-16,0-2 1 0,1 0 5 0,1-1 11 0,0 0-6 0,0-1-11 16,3 1-19-16,-2-1 6 0,2 0-11 0,2 0-4 0,-1 0-12 15,2-2-5-15,1-1-79 0,2-2-8 0,3 1-17 0</inkml:trace>
  <inkml:trace contextRef="#ctx1" brushRef="#br0" timeOffset="104453.02">21619 13464 329 0,'-5'-2'35'0,"2"-1"-22"0,2 3 6 0,1 0-17 0,0 0 10 15,1 3-10-15,-1-1-12 0,2 4 9 0,-1-3-7 0,3 3 11 0,-2-3 1 16,1-1-2-16,0 1-2 0,-1 0-15 0,-1 0 20 0,1 0-14 16,-1 1 19-16,0-1-6 0,1 2-12 0,-1-1-8 0,-1 1 14 15,0-1-6-15,0 1 30 0,-1-1-7 0,1 1-13 0,-3-1-1 16,3 1 7-16,-1 0-5 0,0 0 11 0,1-2-4 0,0 0 0 0,0 1-7 16,0-1 11-16,0 2-3 0,0-1 37 0,0 0-4 0,1-1-9 0,-1 1-35 15,1 1 28-15,2 1-28 0,-2-1 32 0,1 2-10 16,0 0-14-16,3 0-17 0,-2 2 15 0,0 0-9 0,2 0 25 15,-1 2-5-15,2-2-15 0,0-2-17 0,-2 1 24 0,2 0-19 0,-3-1 27 16,0 0-6-16,2 2-11 0,-3-2-10 0,0 4 7 0,1-2-6 16,0-1 15-16,-1 3 3 0,-2-2-5 0,1 1-4 0,-1 1 4 15,0-2-4-15,0 3 1 0,-2-1-4 0,0 1-3 0,1 1 1 16,0-2 1-16,0 1 3 0,-1-4-1 0,2-2-1 0,0 2-9 0,2-2-9 16,-1 2 2-16,2-1-7 0,0 0-11 0,2 0 1 0,-1-3 1 15,2 0-35-15,1-1-14 0,2-1 0 0,1 1 32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5T18:20:48.94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5T18:20:49.490"/>
    </inkml:context>
  </inkml:definitions>
  <inkml:trace contextRef="#ctx0" brushRef="#br0">23002 9702 0,'0'0'0</inkml:trace>
  <inkml:trace contextRef="#ctx1" brushRef="#br0">18057 6757 539 0,'-1'-2'185'0,"-3"-1"227"0,2 1-212 0,-1 2-34 0,2-2-27 0,-2 2-4 16,3-1-26-16,-1 0-32 0,0 1-18 0,1-2 8 0,0 2-16 0,0 0 2 0,0 0-1 16,0 0-10-16,0 0-18 0,0 0 15 0,0 0-22 15,1 2 26-15,1-1-4 0,1 0-8 0,-1 1 1 0,2 0 5 16,0 2-8-16,1 0 15 0,1 2-9 0,2 2-5 0,2 3-23 15,-1 1 15-15,1 2-18 0,0 1 17 0,-2-1-4 0,-5 1-11 16,2-1-14-16,-1 4 17 0,2-2-17 0,4 3 27 16,1-3-6-16,-2-3-10 0,4-3-8 0,-2-1 7 0,2 2-5 0,0 0 14 15,-2-3-2-15,-2-1-8 0,-1-2-9 0,1-1 8 0,0 0-6 16,-1 0 13-16,-2-1-7 0,1 1-9 0,-1-3-29 0,1 3 6 0,-1-1-11 16,0-1-10-16,-1-2-8 0,1 2-10 0,0-2-44 0,-2 0 1 15,2-2-12-15,-2 0-46 0,2-5-34 0,-2 2-31 0,2-2-182 16,0-4 238-16</inkml:trace>
  <inkml:trace contextRef="#ctx1" brushRef="#br0" timeOffset="251.69">18463 6634 1020 0,'-1'-6'-249'0,"-2"2"551"15,-1 2-23-15,2 2-52 0,-1 0-72 0,1 0 25 0,-1 1-70 16,0 1 4-16,1 3-23 0,0 4-30 0,-2 0-21 0,3 5 11 15,-1 2-18-15,1 3 20 0,0 0-2 0,-1 3-8 0,2 5-14 16,-1 1 15-16,0 3-21 0,-1 5 15 16,0-2-4-16,-2-4-10 0,2 4-11 0,0-2 13 0,-2 2-16 0,2 1 15 15,-1 1-6-15,-2-6-9 0,0 2-10 0,0-4 11 0,1-5-11 16,0 2 14-16,1-1-4 0,0-3-9 0,-1 5-3 16,2-4 3-16,1-1-4 0,0 2 1 0,0-3-13 0,0-1-9 0,1 1-53 15,0-2-2-15,0-1-14 0,2 0-90 0,0-2-76 0,0 0-60 16</inkml:trace>
  <inkml:trace contextRef="#ctx1" brushRef="#br0" timeOffset="1405.16">28182 15812 1257 0,'0'-9'368'0,"1"-1"-194"0,1-3-109 0,-1 3-40 0,1 2 43 0,0 1-5 0,2 0-9 0,1 1-11 0,0 0 0 0,-1-1-3 0,1 1-6 15,-2 2-9-15,-1 0-6 0,2 3-19 0,-3 1 10 0,0 0-9 16,-1 0 21-16,0 0 2 0,0 2-4 0,-1 3-29 0,-1 3 29 15,-2 2-27-15,0 1 38 0,-2 3-6 0,-1 1-10 0,1 3-8 0,-2-1 6 16,0 1-5-16,-2 0 8 0,0 2-2 0,-3 2-5 0,2 2-10 16,-2 0 7-16,-1 5-6 0,2-3 9 0,-1 3-2 0,1 0-5 0,5-1-6 15,-1 2 8-15,-1-2-6 0,1-1 11 0,-9 1-1 0,1 1-3 16,0 5-16-16,-2-2 12 0,4-3-10 0,-1-2 17 0,3-3-1 16,0 1-8-16,2-2-8 0,0-2 6 0,1-3-6 0,0-2 3 15,3-3-3-15,-2-3-2 0,1 0-29 0,0-2 3 0,0-2-11 16,1 0-26-16,-1 1-9 0,0-5-18 0,1 1-48 0,-1-2-11 0,-1-1-11 15,0-1-105-15,0-3-44 0,-1-4-43 0</inkml:trace>
  <inkml:trace contextRef="#ctx1" brushRef="#br0" timeOffset="1701.57">27575 15893 414 0,'-6'-10'82'0,"6"-2"255"0,0 3-256 0,4 3 10 15,-1 0 20-15,-3 0 6 0,1 3 15 0,1 0-14 0,-3-1 4 16,1 2-2-16,0 0-11 0,2 2 0 0,7 2 17 0,4 0-16 16,1 3 6-16,3 0-15 0,1 4-15 0,2 5-56 0,2 3 12 15,-1 2-22-15,0 0 13 0,1-1-4 0,-1 2-3 0,4-1-12 16,1 1 8-16,-1 3-9 0,5-1 5 0,0 2 0 0,4-1-7 0,5 4-8 16,0-1 13-16,-4 0-10 0,2 0 14 0,-3 1-3 0,1 0-7 15,6 3-6-15,0-3 6 0,-2-2-5 0,0-1 6 0,-2 0-3 16,3 0-7-16,2-2-5 0,2-1 8 0,-2-1-5 0,-9-5 9 0,-2-1-1 15,-4-2-7-15,0-2-10 0,3 0-8 0,-3 2 1 0,-5-2-8 16,-2 0 7-16,-4-1 14 0,-1-3-25 0,-2 0 2 0,-2-3-11 16,1 1-23-16,-3-3 1 0,-1-1-10 0,-1-1-36 0,-1-4-3 15,-1 0-16-15,-1-4-86 0,0-3-6 0,1-2-30 0</inkml:trace>
  <inkml:trace contextRef="#ctx1" brushRef="#br0" timeOffset="21655.15">12915 12207 217 0,'-3'-4'116'0,"-3"-1"-75"0,1 1 54 0,0 1-88 0,0-1 1 0,0 2-20 15,1 1 33-15,1 0 2 0,0 0-10 0,-1-1-13 16,2 1 25-16,0 0-22 0,-2-1 31 0,3 2-10 0,-1 0-13 0,1 0 5 15,0 0-7-15,1 0 8 0,-1-1-1 0,1 1-1 0,0 0 1 0,0 0-23 16,0 0 25-16,0 0-20 0,0 0 34 0,1 1-2 0,-1-1-11 16,2 4 4-16,-1 0 5 0,0 0-3 0,1 2 2 0,0 0-1 15,0 0-7-15,0 2-23 0,0-2 16 0,2 2-18 0,-2 1 17 16,0 0-3-16,2 1-5 0,-3 0-7 0,1 2 3 0,-1-2-1 16,0 1 20-16,-1 1 0 0,0-1-3 0,0 1-17 0,0 1 19 15,0 0-16-15,-1-1 28 0,1 2-7 0,-1 1-9 0,1-4-5 0,-1 1-2 16,1-2 2-16,1 3 2 0,0 1-1 0,0 1-4 0,1-1-20 15,1 0 23-15,-1-2-20 0,1-1 27 0,1-2-7 0,-1 0-9 0,0-1 0 16,2 0-4-16,-2-2 5 0,1-1 6 0,-1 1 0 16,0 0-1-16,0-1-7 0,0-1 6 0,-2-1-6 0,1-1 2 0,-1 2 0 15,1-2-3-15,-1-1-15 0,1 2 20 0,-1-2-12 0,1 1 31 16,1 0-6-16,-1-1-16 0,0 1-5 0,1-2 10 0,2 1-7 16,-1 0 14-16,1-1 2 0,1 0-3 0,0 0 0 0,0 0-7 15,2 0 5-15,-2 0-2 0,2-1 1 0,1 0 2 0,0 1-12 0,1 0 17 16,3-2-15-16,0 2 12 0,1 2-2 0,0-2-8 0,3 2-9 15,2-1 14-15,1 1-7 0,2-1 20 0,-6-1 2 0,-2 1-15 0,6 1-7 16,2-2 14-16,6 1-14 0,0 0 15 0,-2 0-6 16,-5 1-4-16,4 0-16 0,-1 0 12 0,2 0-8 0,2 1 23 0,0-2-1 15,0 2-9-15,3-1-7 0,0 1 6 0,3-1-8 0,1-1 10 16,-9 1-6-16,-1-1-1 0,1-1-13 0,0 1 12 16,5-1-5-16,1 0 24 0,-3 0-1 0,-2 0-9 0,1-1-11 0,0 0 11 15,3-1-13-15,-1 1 18 0,-1 0-4 0,1 0 0 0,3-2-2 16,2 1-2-16,-2 0 4 0,-6 0 0 0,-3-2 4 0,-2 3-3 0,1-5-8 15,4 3 13-15,-4-1-13 0,-1 0 7 0,-5 1 2 0,-3-2-5 16,0 1 4-16,-3-1 2 0,-2 1 0 0,-1 1 5 0,-2-1 4 16,-1 2-3-16,-1-3-17 0,-1 1 33 0,-1 1-27 0,-1-2 36 0,-1 1-11 15,-1-1-15-15,-1-1-9 0,-3 1 11 0,1-2-5 0,-2-1 23 16,0-1-7-16,1 1-8 0,-3-2-23 0,0-1 19 0,-1-2-16 16,1-1 27-16,-1 1-3 0,1 0-8 0,1 0-27 0,0 3 15 15,0 1-13-15,3 0 23 0,0 0-5 0,2-1-9 0,1 1-14 16,2 3 14-16,-1-1-11 0,2 5 6 0,-1-1-14 0,2 2-16 0,0-1-74 15,1 2-25-15,1-1-3 0,2 0-128 0,1 0-109 0,4-5-81 16</inkml:trace>
  <inkml:trace contextRef="#ctx1" brushRef="#br0" timeOffset="45308.81">26345 9782 256 0,'-10'-1'10'0,"5"0"165"0,0-2-46 0,2 3 21 0,0-1-92 15,3 0 9-15,-1-1-20 0,1 2-18 0,0 0-5 0,1-2-11 0,1-1-15 16,-1 1 14-16,1 1-14 0,0-3 11 0,0 1-3 0,2 1-8 0,-2-1 5 0,1 2-2 0,1-2 6 0,-1 2 1 15,0 0 0-15,1 1-4 0,-1 0-3 0,1 2 8 0,-2 1-9 16,0 1 7-16,0-1 2 0,-1 3-2 0,-1-3-11 0,0 2 15 0,0 1-11 16,0-1 29-16,0 1-2 0,0-1-10 0,0 0-18 0,0 0 18 15,0 1-17-15,2-3 23 0,-1 3-11 0,0-5-10 0,2 1-6 16,-1 1 4-16,3-2 1 0,-2 1 20 0,2-2-5 0,-2 0-6 0,2 0-15 16,-1-3 16-16,2 0-13 0,-2 1 20 0,1-1-4 0,-1-1-8 0,1 1-7 15,-1-1 0-15,0-1 0 0,-1 1 9 0,-1-1 1 16,-1 1-3-16,-1-1-14 0,0 1 17 0,0-1-15 0,-1 1 17 0,-1-1-2 15,0 2-6-15,-2-2-3 0,0 3 8 0,0-2-5 0,0 1 16 16,1 1 0-16,-2 0-10 0,3 1 3 0,-1 0 9 0,-2 1-9 16,2 0 3-16,-1 0-4 0,0 0-5 0,-1 1 1 0,2 0 3 15,-2 1-1-15,2 0 5 0,1 1 1 0,-2 1-6 0,2-3-24 16,0 3 28-16,0-2-25 0,1 1 26 0,1-1-5 0,-2 1-12 0,2-1 0 16,0 0 0-16,2-1 2 0,-1 0 9 0,0-1-3 0,1 0-3 15,1 0-15-15,2 0 15 0,-1-1-11 0,2-2 23 0,0 2-2 16,-2-3-9-16,2 2-22 0,-1-1 19 0,0 1-16 0,-1-2 33 15,1 3-3-15,-2-3-13 0,-1 1-12 0,1 2 13 0,-1 0-12 16,-2-1 10-16,1 1-7 0,-1 0-8 0,0 1-26 0,0 0-6 0,0 0-4 16,0 0-47-16,-2 1-21 0,1 2-25 0,-2-1-180 15,1 2 203-15</inkml:trace>
  <inkml:trace contextRef="#ctx1" brushRef="#br0" timeOffset="46237.63">26401 9805 37 0,'3'-1'-21'0,"-3"1"87"0,1-1-2 0,-1 0 10 0,0-1-14 0,0 2 12 0,0 0-11 0,0 0 16 0,0 0-9 15,0-1-9-15,0 1 2 0,0-1 2 0,0 0 0 0,0 1 6 16,0-2-8-16,0 2-2 0,0 0-6 0,0 0 9 0,0 0-3 15,0 0 18-15,0 0-7 0,0 0-12 0,0 0-12 0,0 0 16 16,0 0-16-16,0 0 14 0,0 0-5 0,0 0-7 0,0 0-19 0,-2 0 6 16,2 3-7-16,0-1 7 0,0 0-8 0,1 1-13 0,-1 1-22 15,0 0 18-15,0 1-15 0,-1 0 21 0,1 1-6 0,0-1-10 0,-2 0 7 16,2 1 0-16,0-1 4 0,0 2-7 0,0 0 5 0,0 0-6 16,0 2-12-16,0 2 20 0,0 0-17 0,0 1 24 15,0 1-11-15,2 0-9 0,-1 2-1 0,0 2 3 0,0-4 3 0,-1 2 13 16,1-1-6-16,-1 2-6 0,1 3-17 0,-1-1 18 0,0 0-14 15,0-2 23-15,0 1 0 0,1-3-10 0,-1 3-9 0,0-2 5 16,0 0-4-16,1 1 15 0,-1-2-5 0,1-1-3 0,-1-1-6 0,0 2 1 16,2 2-1-16,-2-1 2 0,1 1 4 0,-1-5-1 0,1 1-7 15,-1-2 4-15,1 0-6 0,0-1 11 0,0 1 0 0,1 1-1 16,0 0-8-16,0 2 9 0,-1-2-9 0,0 1 6 0,1-2 4 16,-1-1-1-16,2 1-23 0,-2-1 24 0,-1-1-21 0,1-2 31 15,-1-2-5-15,1-1-14 0,-1 1 3 0,0-4 3 0,0 5 0 0,1-1 4 16,-1-2-6-16,0 2-3 0,0-1-3 0,0-2 9 0,0 1-3 15,0 2 9-15,0-1-1 0,0-2-11 0,0 3-11 0,0-2 16 16,0 0-11-16,-1 0 21 0,1 1-7 0,-1-1-10 0,0-2 4 16,1 2-3-16,0-2 5 0,0 1 3 0,0-1-3 0,0 1-1 0,0 1-9 15,-1 0 8-15,1-1-6 0,-1 2 13 0,-1 0 3 0,2-1-6 16,-1 1-20-16,0-1 18 0,1-1-16 0,-1 2 26 0,1 0 0 16,0-3-9-16,0 1-6 0,0 0 9 0,0 0-9 0,-1 2 8 15,1-2 4-15,0 1-2 0,-1-2-15 0,1 1 4 0,-1 0-5 16,0-1 17-16,-1 1-2 0,1 1 1 0,0-1-10 0,1 0 8 0,-1 1-8 15,1-2 6-15,-1 0 2 0,0 2-2 0,0-1-4 0,0 1 1 16,-1-1-2-16,1 0 11 0,0 0-3 0,-1 1 0 0,2 0-12 16,-1 1 10-16,0-2-7 0,0 2 15 0,0-2 0 0,1 2-5 0,0-2-12 15,-2 1 9-15,2 0-8 0,-1 0 8 0,1 2 2 0,0-3-8 16,-1 1-12-16,1 0 7 0,0-1-13 0,-1 2-22 0,1 0-1 16,-1-1-11-16,1 2-43 0,-1 0-15 0,-1 0-11 0,0 0-126 15,0-1-61-15,0 2-61 0</inkml:trace>
  <inkml:trace contextRef="#ctx1" brushRef="#br0" timeOffset="48742.15">25838 7844 220 0,'-3'0'17'0,"1"1"-19"0,1-1 61 0,0 0 22 16,0 0-11-16,0 0-1 0,0 2-2 0,1-2-5 0,-2 1-16 0,0 0 28 0,1 1-23 0,-1-1 32 0,1 0-9 0,0-1-13 0,-1 1-7 0,1-1 7 16,0 2-6-16,0-1 2 0,0 2-6 0,1-1-11 15,-1-1-11-15,0 3 9 0,0 1-8 0,1-2 12 0,-2 2-8 0,2-1-5 0,0 2 3 16,0-1 0-16,-1 0 2 0,1 2-8 0,0-2-1 0,0 1-8 15,0 1-17-15,0-2 21 0,0 3-19 0,1-3 26 0,-1 1 1 16,2 1-5-16,-1 0-22 0,0 2 13 0,0-1-15 0,0 2 15 16,0 2 1-16,0-2-8 0,2 1-5 0,-2-3 16 0,1 1-16 15,0 0 14-15,-1 0-3 0,0 2-6 0,1 4-8 0,-1-3 8 0,0 2-6 16,0-2 9-16,-1 1-3 0,0-2-7 0,0 0-13 0,0 0 19 16,0 2-13-16,0 0 26 0,0-2-9 0,0 3-14 0,-1-2-4 15,0-1 11-15,1 1-4 0,1-1 11 0,0 0-3 0,1 1-8 16,0 1-13-16,2 0 17 0,-1 1-13 0,1-2 23 0,-1-1-6 15,1 1-11-15,1 0 3 0,-2 1 0 0,2 0 4 0,-2-1-3 0,0 0 0 16,1-1-1-16,-2 1-10 0,1-3 13 0,-1 2-9 0,0-1 19 16,-1 0-5-16,0 2-6 0,1-1-10 0,1 1 9 0,-1-5-6 15,0 4 15-15,0-1-6 0,1 0-5 0,-1 5-16 0,0 2 18 16,-1-3-10-16,0 0 28 0,0-2-6 0,1-1-13 0,-1 1-8 0,0-1 6 16,0 0-5-16,-1-2 10 0,1 0 0 0,-1-1-3 0,0 1-10 15,0 0 16-15,0 0-13 0,0 0 21 0,0-1-2 0,0 0-7 0,-1 1-10 16,0-2 5-16,1 2-4 0,-1 0 4 0,0 0 2 15,1 0-4-15,0 0-1 0,0 0 5 0,-2 0-4 0,2-1 8 0,0-1-5 16,-1 2-2-16,1 0-3 0,0 2 2 0,0-2 2 0,1 1 9 16,-1 0-3-16,2 2-3 0,-1 2-4 0,-1 1 0 0,1 2 0 15,-1-3 7-15,0 1 5 0,0-3 1 0,0-3-12 0,-1 1 4 16,1-1-5-16,-1 5 15 0,1 0-3 0,-2 0-2 0,1-1-11 0,1 2 7 16,-1-3-6-16,1 1 10 0,-1-1-3 0,1 0-6 0,-1-1-10 15,0 1 17-15,0-1-12 0,0 0 20 0,-1 0-1 0,0 1-13 0,0 1-10 16,0-2 14-16,-1 2-12 0,1 0 17 0,0-1-1 15,0 1-6-15,-1 0-10 0,2 2 9 0,-1 1-8 0,0-1 12 0,1 0-1 16,0 1-2-16,-1 0-6 0,0 2 3 0,1 2-2 0,-1 0 11 16,0-2-1-16,-1-3-4 0,2-1-9 0,-1 3 7 0,1-2-6 15,0 5 13-15,0-2-4 0,0-3-2 0,-1 2-13 0,1-3 11 16,1-2-8-16,-1 3 16 0,1-3 2 0,0 2-10 0,0 1-2 0,0 0 4 16,0-2-5-16,0 2 3 0,0-3 0 0,0 2-1 0,0-2-6 15,1 5 7-15,-1-2-3 0,1 2 8 0,-1-2-1 0,0 0-6 0,0-3-7 16,2 0 12-16,-2 2-8 0,0-2 12 0,0 2-2 15,0-2-6-15,0 1-5 0,0 3 5 0,-2-4-4 0,1 0 8 16,1-3 4-16,-1 1-4 0,0 0-23 0,-1 2 20 0,1 3-18 0,0-2 35 16,-2 1-5-16,2-2-8 0,0 0-20 0,1 0 15 0,-1-1-12 15,0 0 26-15,1-2-8 0,0 1-9 0,0 0-6 0,0 0 8 16,-1 1-1-16,1-1 17 0,0 0-3 0,-1 0-6 0,-1 1-21 16,2-2 15-16,-1 1-12 0,-1 1 24 0,1 3-6 0,-2-2-9 0,0 2-4 15,1-2 8-15,0 0-3 0,0 0 12 0,-1-1-2 0,0 2-6 16,2 1-8-16,-1 0 5 0,-1 0-5 0,1 4 15 0,0-5-4 15,1 3-4-15,-2-2-11 0,2-2 14 0,0-1-10 0,1-2 14 16,-1 0 1-16,0 0-9 0,0 2-11 0,0 2 12 0,1-2-11 0,0 2 18 16,-1-1-1-16,1-2-7 0,0 0-4 0,-1 0 7 15,1 1-6-15,-2-1 6 0,2 0 1 0,0-2-4 0,0 2-14 0,0 2 18 16,0-2-14-16,0 1 23 0,0-2-2 0,0-1-10 0,0 1-16 16,0-1 20-16,2 1-15 0,-2-2 28 0,0 1-7 0,0 0-12 0,0 1-6 15,0-2 6-15,0 1-3 0,1 1 11 0,-1-1-2 0,0-1-5 16,0 2-15-16,1-1 15 0,0 0-11 0,-1 1 33 0,1-2-9 15,0 1-7-15,0 3-21 0,0-2 13 0,0 2-10 0,-1 0 25 16,2-3-3-16,-1 0-7 0,-1 1-12 0,1-2 10 0,0 3-7 16,0-1 13-16,-1 0-2 0,1 0-7 0,-1-2-2 0,1 0 5 15,-1-1-1-15,0-1 8 0,1 0-7 0,-1-1-6 0,2 3 7 16,-2 1-3-16,0 0 8 0,0 1-2 0,0-3-1 0,0-1-2 0,0 2-5 16,0-1 9-16,0-2-6 0,0 1 6 0,-2-3-1 0,2 1-7 15,0 1 1-15,0-2 4 0,0 0-3 0,0 0 0 0,0 0 3 16,0-1-2-16,0-1-8 0,2 1 14 0,-2-1-13 0,0 1 17 0,0-1-7 15,0 0-9-15,0 0 0 0,0 0 7 0,0 0-1 0,0 0 18 16,0 0-9-16,0 0-5 0,0 0-20 0,0 0 15 0,0 0-10 16,0 0 31-16,0 0-6 0,0 0-12 0,0 0-11 0,-2 0 7 15,1 0-8-15,0 0 7 0,0 0-5 0,0-1-8 0,0 0-31 16,0 0 8-16,-3-3-13 0,3 2-2 0,0 1-1 0,1-3-5 0,0 0-30 16,-1-1-4-16,1-2-6 0,0-1-35 0,1-2-24 0,0-3-22 15,1 0-152-15,1-3 198 0</inkml:trace>
  <inkml:trace contextRef="#ctx1" brushRef="#br0" timeOffset="52209.47">30523 8337 283 0,'0'-3'31'0,"0"1"7"0,-2 1 28 0,2 1-27 16,0 0 40-16,0-2-7 0,0 2-16 0,0 0 5 15,0 0 7-15,0 0-4 0,2 0 5 0,-2 0-10 0,0 0-14 0,2 0-20 16,-1 0 21-16,0 0-18 0,-1 0 24 0,1 0-7 0,0 0-9 0,0 2-11 16,-1-2 3-16,0 1-3 0,0 0 8 0,2 0-1 0,-2 2-3 15,1 0-16-15,-1-1 15 0,0 2-16 0,1-1 10 0,-1 2-8 16,0-1-9-16,0 1-4 0,-1-2 0 0,0 4 3 0,-1-3 8 15,2 2-1-15,-1-2-6 0,1 2-15 0,0 0 22 0,0 0-18 16,-1 2 22-16,1-3-1 0,-1 2-10 0,0 1-13 31,0-2 15-31,1 3-10 0,-1 0 28 0,1-2-1 0,-1 2-11 0,1-2-17 0,0 4 15 0,-2-1-14 0,1 1 21 0,0-2-8 0,0 0-9 0,-1 2 7 16,-2-1-5-16,1 5 9 0,0 1-1 0,-3-2 0 0,2 0-1 16,-1-1-14-16,1-2 19 0,0 1-16 0,0-2 21 0,-1 1-3 15,2-2-12-15,-2 2-14 0,2 0 11 0,0 1-10 0,-2 0 16 16,1-3 2-16,0 2-4 0,1-2-18 0,0 0 20 0,-1-1-19 15,0 4 22-15,0 0 2 0,1 0-6 0,0 1-24 0,0 3 22 0,0-1-20 16,1 3 31-16,-2 0-5 0,2 0-11 0,0-2-18 0,1-2 18 16,1 2-13-16,-1-2 26 0,1 2-5 0,-1-3-7 0,2 1-10 0,-2-1 9 15,1 1-5-15,0-1 22 0,0 2-2 0,0-2-7 0,0-1-6 16,1 1 3-16,-1-3-4 0,1 3 2 0,-1-1 1 0,0-1 2 0,0 3-3 16,-1-2 3-16,0 4-3 0,-1-3 3 0,1-1 1 0,1 0 1 15,0-3-21-15,0 0 18 0,0-1-15 0,0 1 28 0,0 0-9 16,0-2-11-16,0 1 8 0,0 0-9 0,0-1 12 0,0 0-8 15,0-1 3-15,0 2 3 0,0-1-12 0,1 2 11 0,1 2-9 16,-1 0 13-16,0 1-1 0,-1 0-5 0,1 4-21 0,-1-3 17 0,0-2-12 16,0-1 30-16,1-1-6 0,0 2-8 0,0-1-4 15,-1 0 0-15,1 2 2 0,1-3 3 0,0-4-5 0,-1-1-6 0,1 1 8 16,1-2-2-16,1 5 6 0,-1 0-6 0,1 1 2 0,-1 0-2 16,1 0-11-16,0-2 17 0,1 1-12 0,0-2 22 0,-1 2-8 15,0-3-10-15,-1 0 0 0,1 3 4 0,-2-3 0 0,2 2-2 16,1-2 3-16,0 1-7 0,0 1 3 0,-2 0 1 0,1 0-2 15,-1 0 2-15,0-2 3 0,1 1 3 0,-1-3-12 0,0 0 8 16,0 1-7-16,-2 0 9 0,-1-3 0 0,1 1-5 0,0 1-13 0,0-2 15 16,-1 1-10-16,0-1 19 0,0 0-7 0,-1 0-12 0,-1-1-8 15,1 0-6-15,1 0 0 0,-3 0-40 0,2-1-15 0,-2-1-19 0,0-1-67 16,0-1-33-16,0 2-12 0,0-1 16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22:45.40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8:22:53.313"/>
    </inkml:context>
  </inkml:definitions>
  <inkml:trace contextRef="#ctx0" brushRef="#br0">11551 3030 217 0,'-12'3'112'0,"-5"-4"-76"0,-2-2 51 0,0 3-63 16,4 1-15-16,1 2-2 0,3 3 16 0,2 0-3 0,0-1-5 0,2 2-12 15,-1 1 13-15,3-2-14 0,-1 3 12 0,2-1-7 0,-2-2-4 16,1 3 9-16,2-3-6 0,-1 0 12 0,1 3 6 0,2-1-2 16,0 2-6-16,0-1-13 0,1-2 11 0,1 1-14 0,1 0 9 15,2 1-7-15,0 2-3 0,1 1-8 0,1 4 5 0,2-1 0 16,1-1 18-16,1 0-6 0,1-3-8 0,1 1-20 0,0 2 24 16,3-3-18-16,2 3 32 0,-2-1-9 0,2-1-14 0,1 3 6 15,2-1-9-15,3 2 11 0,2-2 4 0,4-2-4 0,0 1 2 0,-5 1-18 16,1 0 14-16,1 1-11 0,0-1 21 0,7-2-3 0,-2 1-7 0,2 3-1 15,-1-4 1-15,1 2 2 0,3 2 6 0,0-3-1 16,3 1-4-16,7 0-16 0,2 1 25 0,-1-2-20 0,1-2 28 0,-2 0-7 16,-2-1-13-16,5 1 8 0,-1 1-6 0,0 2 9 0,5-2-2 15,6-2 3-15,-1 4-4 0,0-4-12 0,1 2 21 0,-5-2-19 0,1 0 13 16,2 0-4-16,0 1-8 0,12 0-1 0,-1-1 5 0,1 2-2 16,1-1 11-16,-7 0-3 0,2-1-10 0,6 0-19 0,4-1 28 15,1-1-22-15,-1 0 32 0,-3-3-2 0,-7 1-15 0,6-1-7 16,0 0 5-16,2-1-3 0,2 0 10 0,-5-1 6 0,0 0-2 15,-2 1-13-15,-1-2 6 0,0 1 2 0,2 0 21 0,-1-2-3 16,-2-1 5-16,7-2-24 0,-3-2 18 0,-4 0-14 0,5 0 29 0,-3 0-7 16,3-1-12-16,3 0-10 0,2-1 16 0,-5-2-14 0,-1 0 13 15,-1-1-6-15,-2 0-6 0,8-1 1 0,-3 0 6 0,0 0 1 16,-4-4 15-16,-7 1 2 0,2-1-6 0,1 0-12 0,2-4 14 16,2-2-15-16,-7 3 14 0,-3-7-2 0,-7 0-5 0,0-1-26 15,0-4 12-15,-3 2-13 0,-3 2 22 0,-1-2-5 0,1 0-5 0,3-4-11 16,-10 1 2-16,-2-1-3 0,-3 1 6 0,-3 1-1 0,3 2 1 15,-2-2-8-15,-7-2 3 0,0-2-1 0,-2-6 13 0,1 0-3 16,-1-1-4-16,2-4-10 0,-2 3 11 0,0 0-8 0,-1-3 10 16,-1 4 0-16,-1 0-7 0,1 2-10 0,1-1 10 0,-2-2-5 0,-2-3 14 15,-3-4-2-15,0 2-9 0,-3-2-11 0,-1-1 16 0,-10 0-13 16,3 2 18-16,-3 5-2 0,-4 1-4 0,7-3-21 0,-6-3 12 16,-3-3-11-16,1 0 25 0,-11 1-4 0,-1 3-6 0,-5 0-18 15,-6-3 17-15,-2 5-14 0,0-1 26 0,0 3-7 0,0-3-9 0,-1-4-4 16,-3-5 9-16,0 3-5 0,-7 1 7 0,-2 3 3 0,-1 1-6 15,-5 2-14-15,0 2 22 0,-2 4-19 0,-1 0 21 16,-1 1-2-16,2 0-9 0,-4-1 2 0,-4-2 4 0,-3 3-1 0,-3 1 9 16,0 3-2-16,0 3-7 0,-2 1-11 0,-1 3 13 0,-1 5-11 15,-4-1 14-15,1 4-2 0,-3 1-3 0,-5-1-2 0,5 3 1 16,-3 3 1-16,-3 2 5 0,-3 4 1 0,-6-1-5 0,-4 2-13 16,4 1 18-16,-1 2-17 0,-8 2 20 0,0 0-5 0,0 4-7 0,-4 0 5 15,1 3-6-15,-4 1 9 0,-2 1 1 0,4-1-3 0,4-1-2 0,-3 2-14 16,-4 3 16-16,-2 1-13 0,-1 2 24 0,1 3-5 15,2 2-9-15,-6 5-2 0,-3 0 1 0,8 2 0 0,-2 4 11 0,4-2-5 16,-2-1-4-16,-2 4-3 0,3 0 7 0,3 3-3 0,-2 0 15 16,5-1 0-16,1-1-4 0,-2 5-18 0,4 3 21 0,-3 1-17 15,-1 4 27-15,11 1-2 0,1 4-14 0,0 2-15 0,5 2 17 16,0-3-17-16,5 0 20 0,14-2 0 0,4 2-7 0,7 1-16 0,2 4 11 16,3 1-12-16,4-2 12 0,7-1 4 0,2-2-7 0,1 0-11 15,2 0 17-15,0 2-16 0,6 3 15 0,5 1 3 0,3-1-4 16,3 5-21-16,3-1 24 0,1-1-22 0,2-1 24 0,4 0 2 0,2 3-13 15,4 2-2-15,2 3 7 0,4-5-7 0,4 0 1 0,4-7 1 16,2-3-1-16,7 0-7 0,5 0 6 0,4-2-5 0,11 2 11 16,2-7 1-16,-4-2-3 0,7 1-3 0,0-3 5 0,3-2-4 15,5-1 5-15,-2-4-2 0,2-3 0 0,10 7 0 0,3-5-5 16,1 2 4-16,1-2 5 0,-3-2-1 0,0-3-1 0,11 2-11 16,5-1 11-16,3 0-9 0,1-3 16 0,-3-5-4 0,-1-2-4 0,10-1-2 15,7-2-5-15,0-1 5 0,0 0 0 0,-7-2 0 0,3 3 0 16,6 1-22-16,1 1 18 0,-3 0-19 0,-2 0 4 0,-4 0-15 15,3 1-17-15,4 1-35 0,-4 0-18 0,-3 4 2 0,-2 1-97 16,-4 2-58-16,0 4-53 0</inkml:trace>
  <inkml:trace contextRef="#ctx1" brushRef="#br0">17687 11875 0,'0'0'0,"0"0"0,0 0 16,0 0 0,0 0-16,0 0 15,0 0-15,0 0 16,0 0 0,0 0-16,0 0 15,0 0 1,0 0-16,0 0 15,-83-86 1,73 83 0</inkml:trace>
  <inkml:trace contextRef="#ctx0" brushRef="#br0" timeOffset="9506.87">10981 9634 1507 0,'-4'-9'255'0,"-8"3"-244"16,2 0-8-16,1 3 25 0,5 3 7 0,2 0-3 0,-2 0-5 0,2 2-9 0,0 2-13 16,0 0-12-16,-1 1 12 0,0 1-8 0,1 3 14 0,-3 0 3 15,2 3-7-15,-3 1-11 0,1 1 13 0,-1 2-12 0,1 4 17 16,2 1-8-16,1 5-8 0,1 2 2 0,0 3 15 0,1 2-6 15,0-3 13-15,0 0 0 0,0 4-15 0,0-2-17 16,2 5 27-16,-1-4-24 0,0 2 25 0,0-5-10 0,0-4-17 0,0-1 2 16,1-4 11-16,-1 1-4 0,0-2 7 0,1-1 0 0,0 1-11 0,-1-2-6 15,2-1 12-15,-2-2-8 0,0-1 16 0,1-3-4 0,-1 2-6 0,2-2-11 0,-1 1 10 16,0-3-7-16,1-1 21 0,2 1-3 0,-1-3-7 0,3 0-8 16,1 1 5-16,3 0-2 0,2-1 21 0,1-4 0 0,1 1-2 15,3-2-11-15,0-1 11 0,4 3-9 0,4-2 17 0,3 1-9 16,2 1-7-16,1 0-4 0,-2-2 9 0,3 1-4 0,0-2 13 0,1 3-8 15,5-1-11-15,-4 1-6 0,3-3 11 0,0 0-8 0,1 0 5 16,1 0 3-16,4 1-9 0,2 1-1 0,-4-1 8 16,0 1-7-16,1 0 6 0,-2-2-1 0,6 1-3 0,0-1-10 0,0 1 9 15,1-2-6-15,4-2 19 0,2 0-5 0,0-1-3 0,1-1-17 16,0 3 10-16,-2-1-8 0,-2-3 22 0,3 4-6 0,-1-2-8 0,5 1 0 16,6 1 2-16,-1 1 1 0,-1 1 5 0,-5 0-2 0,-6 1-5 0,2 1-13 15,1 0 18-15,-1 2-11 0,5-1 30 0,-3-1-7 16,1 2-11-16,0-1-8 0,-1 1 7 0,-3-1-5 0,-2-1 18 0,0 0 0 15,-1 0-1-15,4 5-12 0,4-1 8 0,-1-1-8 0,-2 2 14 16,0-4 1-16,-5 1-1 0,2-3-15 0,2 1 9 0,-2 2-10 16,3-1 14-16,2 1-7 0,2 1-3 0,-2 2-9 0,1-3 9 15,-1-3-5-15,-2 1 13 0,1 1-2 0,-1 0-8 0,5 2-8 16,2-1 3-16,0-3-3 0,-2 3 10 0,-1-3-5 0,-7 0-2 0,2 1-11 16,-2-2 10-16,-3-2-7 0,0 0 17 0,-2-1-3 0,3 1-6 15,-2-1-9-15,-6-2 9 0,2 0-6 0,-3 0 15 0,0-2 0 16,-1 1-9-16,-1-1-2 0,-3 0 5 0,-1-1-5 0,0 0 2 15,1 1 0-15,-2-2-1 0,3 2-10 0,-5-2 15 0,0 0-10 0,-5-3 15 16,-10-2-1-16,-1-2-9 0,-1 1-12 0,-1-1 19 0,5-1-15 16,-3 0 24-16,-1 2-1 0,-3 0-7 0,0-2-12 0,2 0 8 15,-3-2-8-15,0 1 16 0,0-1-3 0,-2 2-2 0,1-1-15 16,0 1 10-16,-1 1-8 0,-2 0 21 0,0 1-5 0,-1 0-6 0,1-1-4 16,-1 0 7-16,-1-2-4 0,1 2 9 0,-2 0-3 0,1-1-6 15,-2 0-13-15,0 2 16 0,-1 3-13 0,0 1 22 0,-1-1-4 16,-1 0-10-16,-3-5-12 0,-1 2 5 0,0-1-6 0,-2 1-5 15,1 1-8-15,1-2-12 0,-3-4-26 0,-1-2-28 0,-1-2 2 16,-2-3-167-16,1-1-123 0,0-2-86 0</inkml:trace>
  <inkml:trace contextRef="#ctx0" brushRef="#br0" timeOffset="16081.06">17811 7134 559 0,'-2'-4'185'0,"-1"0"238"0,2 1-272 0,-1 1-45 0,0-1-27 0,1 2 7 16,1 0-23-16,0-1-24 0,-1 2-16 0,1 0 3 0,0 0-8 15,0 0 3-15,0 0-7 0,0 0-3 0,1-1-7 16,1 0 11-16,-1 1-8 0,2 0 34 0,0 0-3 0,1 0-9 0,1 1-5 16,-1 0 15-16,2 2-16 0,2 0 24 0,-1 2-9 15,4 0-9-15,1 0-16 0,-1 3 20 0,3 1-21 0,0 1 22 16,-1 1-11-16,0 0-16 0,2 0-9 0,-1-1 11 15,2 1-10-15,2 1 21 0,-2 1-5 0,-2-1-11 0,2-1-11 16,0 1 10-16,1-1-10 0,1-1 22 0,-3-1-5 16,1 0-7-16,-6 0-7 0,0 2 11 0,0-2-8 0,0-2 9 0,5 0 1 15,1-1-9-15,2 0-5 0,-1 2 7 0,-2-1-6 0,0-1 1 16,-4 0 2-16,-1-2-4 0,0 1-49 0,0-3 17 0,0-2-27 16,1 1-28-16,-1 0-19 0,-1-1-40 0,0 0-3 0,-1 0-49 0,-2-1 24 15,0-2-159-15,-2-1 189 0,0-2 5 0</inkml:trace>
  <inkml:trace contextRef="#ctx0" brushRef="#br0" timeOffset="16316.59">18372 6894 661 0,'-10'7'-405'0,"7"-4"933"0,0 1-116 15,-1 1-116-15,1 1-148 0,1-3 32 0,0 6-77 0,1 0 22 16,1 2-20-16,1 5-27 0,3 5-16 0,0 6 6 15,3 3-19-15,0 6-16 0,-2-1-5 0,1-3-14 16,1-2 5-16,-1 0 9 0,0-2-9 0,2 4 10 0,-2-1-3 16,-1 0-8-16,2 1-11 0,-3-3 9 0,3-1-11 0,-1 3 13 15,-2-4-6-15,1 1-5 0,-1 0-10 0,0-7 3 0,-1-4-4 16,-1 1-13-16,0-5-12 0,2 4-13 0,-2-1-62 0,1-3-40 16,1 0 13-16,0-1-229 0,2-3-132 0,2-2-47 0</inkml:trace>
  <inkml:trace contextRef="#ctx0" brushRef="#br0" timeOffset="17461.95">28365 15403 777 0,'-6'0'110'0,"-1"0"319"0,0 0-363 16,-1 2 9-16,2 1-8 0,0-1 8 0,0 1-9 0,3 1-18 0,-2 0-23 15,1 1 16-15,1 0-17 0,-2 3 16 0,1-2-2 0,0 3-6 16,1 0 3-16,0 1 2 0,-2 0 0 0,2 1 15 0,-1-2-5 15,2 1 1-15,-1 3-26 0,-1-1 17 0,1 4-18 0,-2-1 5 16,2 2-6-16,-1-1-16 0,0 4 0 0,0-1 2 0,0 1-2 16,0 1-2-16,-1 1-2 0,2-1-1 0,0 4-17 0,-2-1 14 0,2 0-13 15,-2 1 5-15,1-7 5 0,2 1-9 0,-1 0 0 16,2-2 19-16,-2 2-14 0,2-1 18 0,-2-4-7 0,1-1-11 0,1 1-17 16,0-3 9-16,0-1-10 0,0-1-16 0,-2-2-19 0,1-1-26 15,-1 1-56-15,1-1-2 0,-2-2-9 0,0 0-44 0,-2 0-37 16,1-3-33-16</inkml:trace>
  <inkml:trace contextRef="#ctx0" brushRef="#br0" timeOffset="17788.27">27832 15560 1470 0,'-1'-2'-807'0,"0"2"1371"0,1-2-191 16,2 1-310-16,0 0-26 0,3 1 17 0,-1 0-10 0,5 1 43 16,1 2 1-16,4 0 1 0,4 3-62 0,2 3 21 0,5 0-30 0,2 2 23 15,4 2-11-15,1 0-10 0,1-1-11 16,-2 3 3-16,1 0-4 0,0 0 1 0,-2 3 0 0,4 0-5 0,-4 0-6 0,-1 0 8 16,-2 0-8-16,-2 0 9 0,-3-2-4 0,0 1-4 0,-2-5-10 15,1 0 11-15,-2 0-6 0,0-1 22 0,-1 4-5 0,-1-1-9 16,1-2-4-16,-1 1 3 0,-1-1-1 0,-2-2 10 0,-7-1-5 15,-1-1-3-15,-3 1-17 0,0-2 15 0,5 0-10 0,-1-1 28 0,2 0-6 16,-2-2-11-16,0-1-19 0,0-1 13 0,-2 0-14 0,0-2 1 16,-2 0-10-16,0 0-20 0,0-2-35 0,1 1 5 0,0-3-14 15,0-1-35-15,-1-3-28 0,2 0-23 0,1-5-104 0,1 0 153 0</inkml:trace>
  <inkml:trace contextRef="#ctx0" brushRef="#br0" timeOffset="20601.14">31789 7687 341 0,'-1'-2'63'0,"0"2"68"0,1 0-32 0,-1 0-13 15,1 0 1-15,0-1-14 0,-1 0-16 0,1 1-13 0,-1 0-9 16,-1-1 9-16,1-1-2 0,1 1 27 0,-1-2-1 0,1 1-8 0,0 1-21 15,0-1 24-15,0 0-25 0,0 0 13 0,0 0-4 0,1 1-9 16,0-1-6-16,1 0-4 0,0 1 2 0,0-2 9 0,0 0-9 16,1 3 0-16,-1-1-20 0,0 0 1 0,1-3-5 0,0 0 7 15,-1 0-3-15,1 0 2 0,0-2-6 0,-1 2 13 0,0-2-7 16,-1-1 24-16,1 1-6 0,1-2-11 0,-1-1-22 0,1 2 20 16,0-1-17-16,1 2 31 0,-1 1-1 0,2-2-8 0,-1 2-2 0,2-3 3 15,0-1-5-15,-1-2-1 0,1-1 1 0,-1 1-3 0,2-1-15 16,0 2 18-16,0-3-17 0,-1 0 24 0,1 1-4 0,1-2-10 0,-1 2-5 15,1-2 16-15,-1 1-11 0,1-1 21 0,1 1-2 16,1-1-8-16,2 0-10 0,1 0 11 0,-2 1-9 0,3 0 18 16,-1 3-12-16,0 1-7 0,0-1-8 0,2 1 2 0,-1 0 0 15,2 0 2-15,-1 1 0 0,-4 1-5 0,0-2-5 0,0 1 5 0,1 0-5 16,-3-1 8-16,-3 3 2 0,-1 1-4 0,-1-2-12 0,2 1 15 16,-3-2-14-16,2 1 21 0,-2 0-6 0,0 0-9 0,0 2-13 15,-1-1 12-15,-1 1-12 0,0 0 2 0,-1-1-11 0,1 3-18 0,-1-2-43 16,0 2-26-16,0-2-3 0,0 2-159 0,-1 0-56 0,-1 2-62 15</inkml:trace>
  <inkml:trace contextRef="#ctx0" brushRef="#br0" timeOffset="21968.89">32138 6613 128 0,'-5'2'247'0,"4"-3"-145"0,-2 1 63 16,1 0-37-16,1 0 11 0,0 0-22 0,0 2-36 0,-1 0-26 0,-1 2 12 16,1-3-13-16,2 1 0 0,0 1-8 0,0-2-20 0,1 0-18 15,-3 3 31-15,0 0-27 0,-2-1 25 0,3 2-3 16,1-3-11-16,0 1-11 0,0 3 6 0,-1-3-8 0,2-1 4 0,-1 4-2 16,3-1-7-16,-3 2-17 0,1 2 21 0,0-1-16 0,0 2 31 0,1-1-8 15,0 0-11-15,1 0-4 0,0 0 8 0,0-1-5 0,1 1 9 16,-1-2 0-16,-1 2-7 0,2-1-10 0,0-1 14 0,0-1-12 15,1 0 11-15,-1-1-3 0,-2 1-7 0,1-3-9 0,-2 3 10 16,2-4-6-16,-2 1 20 0,0-1 0 0,-1-1-7 0,1 1-17 16,-1-1 18-16,0 0-17 0,0-1 21 0,0 0-4 0,0 0-9 0,0 0-7 15,0 0 12-15,0-2-6 0,0 0 19 0,0 0-5 0,-2-2-8 16,2 0-19-16,-1-1 18 0,-2 1-14 0,1-1 25 0,0 1-5 16,1 0-12-16,0-1 1 0,1 2 2 0,-3-3 0 0,1 3 3 15,0-3 1-15,0 3-2 0,-1-3-19 0,1 3 21 0,1-2-17 0,0 1 30 16,0-1-7-16,1-2-10 0,0 2-12 0,-1 0 10 0,1-1-7 15,-2 0 19-15,2-1-2 0,0 0-4 0,0 2-22 0,0-1 21 16,0-1-18-16,0-2 28 0,0 3 0 0,4-4-10 0,-2 0-16 0,1 1 18 16,2-2-16-16,-2 4 17 0,2 0 3 0,-3 0-11 0,1 3-2 15,0-1 14-15,-1-1-11 0,1 3 13 0,0 0-1 0,1 2-3 16,-2 1-16-16,2 1 9 0,-2 0-7 0,0-1 25 0,1 0-4 16,1-1-5-16,-2 1-14 0,3 0 15 0,-2 3-13 0,1 0 16 15,1 3-1-15,1-1-5 0,-1 1-4 0,1 4 1 0,-1 1 0 0,3 0 14 16,-1-1-6-16,0-2-4 0,-1 0-21 0,1-1 18 0,-1 0-15 15,-1-2 23-15,0 0-3 0,-1-2-9 0,1 0-3 0,-2 0-1 16,0-2 1-16,-1 1 10 0,0-1-4 0,-1-1 1 0,0 0-12 16,-1 0 11-16,1-1-7 0,-1-1 19 0,0 1-1 0,0-2-4 0,0 2-14 15,0-4 14-15,0 0-12 0,0 0 19 0,0-2-3 0,0-2-11 16,0 0-15-16,0-2 15 0,0 1-12 0,0-1 23 0,0-3-4 16,2 2-11-16,0 0 2 0,1 3 5 0,1 0-3 0,-1 0 6 15,0-1-1-15,2 1-2 0,-1 0-16 0,0 4 13 0,-1 2-10 16,0 0 25-16,0 1-8 0,-1 2-9 0,-1 0 0 0,1 0 8 0,0 5-2 15,0-2 15-15,1 3-3 0,-1 1-5 0,2-3-11 0,-1 3 10 16,0 2-8-16,0-2 12 0,1 0-3 0,-2 1-4 0,2-3-1 16,0 0-1-16,-1 2 1 0,2-2-4 0,-2 2-2 0,1-1-4 0,-1 1-10 15,2-2 12-15,-1-1-10 0,-1-1 19 0,2 2-3 0,-2-4-8 16,1 3-19-16,0 0 7 0,-2-3-10 0,3 0 8 0,-2 1-6 16,0-1-7-16,0-1-23 0,-1-1 4 0,2-1-9 0,-1 1-11 15,1 0-7-15,2 0-11 0,-4-1-65 0,0 1-15 0,-2-2-10 0,2 3-87 16,-2-1-1-16,0 1-27 0</inkml:trace>
  <inkml:trace contextRef="#ctx0" brushRef="#br0" timeOffset="22405.1">32606 6574 105 0,'4'-6'52'0,"1"1"56"0,-3 0 4 0,1-2-28 0,-1-1-24 0,2 3-8 0,-1 0-1 0,2 0-19 15,-2-1 14-15,0-1-8 0,2 1 26 0,-2-1-1 0,1 1-11 16,-1 0-24-16,-1-1 26 0,3 0-26 0,-3 1 30 0,0 3-6 16,-1-2-9-16,-1-1-11 0,0 3 21 0,0-3-14 0,0 3 22 0,0 0-5 15,-1 0-20-15,-1 1-32 0,0-1 29 0,-2-1-29 0,2 3 31 16,-1-1-9-16,-2 0-12 0,2 1-13 0,-3 0 16 0,3 0-11 15,0 1 27-15,-1 0 1 0,1-2-12 0,-1 1-18 0,0 1 21 16,1 0-22-16,-2 0 17 0,1 0-6 0,-3 0-8 0,1 1-4 0,2 1 13 16,0 0-7-16,2 1 15 0,0 0-4 0,0 3-11 0,-3-1-11 15,2 2 18-15,1 1-13 0,-3 1 35 0,1 0-3 0,-2 3-9 0,1-2-25 16,2 1 24-16,1 0-22 0,0-1 25 0,2-1-3 16,0 1-14-16,2-1-22 0,1-1 23 0,-3 1-21 0,0-3 25 0,0 0-5 15,0-2-12-15,1-1-11 0,3-1 19 0,-3 0-12 0,2 0 18 16,-1-2 0-16,3-1-13 0,1-2-12 0,-3 1 17 0,1 3-14 15,1 0 15-15,3-1 0 0,-3 0-8 0,4-1-12 0,-2 1 0 16,-1-1-5-16,2 1-18 0,-2-4-5 0,1-2-9 0,2 0-49 16,-2-1 1-16,1-1-16 0,-1 0-43 0,2-1-8 0,-1 0-16 0,1 1-28 15,-1-1 1-15,0 1 2 0,0-1 125 0</inkml:trace>
  <inkml:trace contextRef="#ctx0" brushRef="#br0" timeOffset="22769.59">32816 6358 14 0,'1'-8'101'0,"-11"-3"625"62,7 9-58-62,-13-5-671 0,9 5 25 0,2 4 4 16,0 0-5-16,2 1-7 0,0-1 0 0,1 1-1 0,0 1 4 15,-2 0 9-15,2 1-1 0,-1 0-3 0,0 1-16 0,1 1 22 0,1-1-18 16,-1 2 26-16,2-1-5 0,-1 1-9 0,1 0-28 0,1-2 15 16,1 1-15-16,0-1 27 0,2-1-8 0,-2 0-8 0,1-1-10 15,1 0 5-15,-2-2-4 0,1 1 7 0,-1 0-3 0,2-2-6 0,-1 0 3 16,2 0 4-16,-1-1 1 0,1 0 6 0,-3 0-4 0,1 0-7 15,0 0-14-15,0 0 1 0,0-1-5 0,1 0-19 16,0-3-14-16,-1 1-15 0,3 0-76 0,-1-3-22 0,-1 3-7 0,1-3-87 16,0 1 11-16,-1-1-8 0</inkml:trace>
  <inkml:trace contextRef="#ctx0" brushRef="#br0" timeOffset="23123.37">32850 6363 51 0,'-2'2'24'0,"-1"2"12"0,-1 0 12 0,2 0-21 0,0 1 17 0,1-1-6 15,0 0 1-15,1 0 9 16,0-2-5-16,0 1 10 0,2-1-9 0,-1 0-7 0,1-2-10 0,-1 0-21 0,3 0 28 0,-3 0-24 0,1 0 40 16,2-2 3-16,-2 0-5 0,0-1 13 0,1 1-5 0,0 0 4 15,0 0-5-15,-1-1-1 0,1-1-1 0,0 2-21 0,-1-1 32 0,0-1-27 16,-1 2 43-16,1-3-8 0,-1 1-13 0,1-1-21 15,1 1 10-15,1-1-11 0,-2 1 14 0,2 0-6 0,-1 2-9 16,1-2-14-16,0 1 22 0,0 1-17 0,-1 0 21 0,1 1-7 0,0 0-14 16,0 1 1-16,-1-1-2 0,-3 1 1 0,1 0 3 0,0 0-5 15,0 1 0-15,2-1-19 0,2 1 5 0,-1 0-6 0,1 1 13 16,2-1-8-16,-3 0-5 0,3 0-5 0,0 2 9 0,-3 0-4 0,3-2 16 16,-1 3-6-16,-1 0-10 0,2-2-5 0,0 3 1 0,0-1-1 15,-2 1 6-15,3 0-3 0,0 0-2 0,1-1-13 0,2 1 11 16,-5 1-10-16,-2-3 4 0,1 2-12 0,-2-2-16 0,3 0-46 15,2-3 6-15,-2 1-16 0,1 0-31 0,-1-1-29 0,-3 0-24 0,2 0-149 16,1-1-26-16,4 1-30 0</inkml:trace>
  <inkml:trace contextRef="#ctx0" brushRef="#br0" timeOffset="23862.76">32538 6773 273 0,'-2'1'411'15,"-1"0"-230"-15,-1 0 30 0,2 3-24 0,-1 0-73 16,-2 0-19-16,0 0-17 0,0 0-42 0,-3 1 11 0,1 0-14 0,-2 0 18 0,2-2-3 15,-1 2-8-15,-2-1-12 0,4-1 15 0,-1 2-17 0,3-1 7 16,0 1 0-16,2 2-3 0,-1-1-21 0,-1 2 12 0,2 1-14 16,0 0 13-16,0 2-3 0,-1 2-7 0,0-1-18 0,1 2 16 15,1 0-15-15,0 0 20 0,1 1-8 0,1-1-8 0,0 3 3 16,-1 1-2-16,2 0 5 0,-1 1 2 0,-1-5-2 0,4 0-3 0,-3 0-9 16,1 0 10-16,0 3-7 0,0-2 5 0,2-2 1 0,0-1-6 15,2-2-16-15,-2 0 19 0,1-2-17 0,3 0 20 0,-3-2-9 16,4-1-15-16,-1 0-29 0,1-2 4 0,0 1-11 0,-1-3-25 0,-1 0-23 15,0-1-22-15,3 0-107 0,-4-2-28 0,7-1-4 0,-2 1 112 16</inkml:trace>
  <inkml:trace contextRef="#ctx0" brushRef="#br0" timeOffset="24238.15">32622 6906 392 0,'-1'0'124'0,"0"0"213"0,0-2-169 16,1 2-21-16,0 0-20 0,0 0-53 0,1 0 8 0,-1 0-23 0,1 0-3 15,3 0-1-15,-2 0-8 0,0 0-11 0,3 0 20 0,-2 0-18 16,-1 0 23-16,4 0-9 0,1 2-9 0,-1-2-12 0,1 1 0 16,-1 2-1-16,-1-1 5 0,2-1-6 0,0 2-5 0,1 1-20 15,0-2 8-15,-2 2-10 0,2 0 7 0,-2-1-3 0,0 0-3 0,1 1-5 16,-1-1 0-16,-1 1-2 0,1 0 5 0,0-2 1 0,-3 1-2 16,2 1-13-16,1-3 10 0,0 1-12 0,1 1 6 0,1-1-9 15,-2 0-10-15,2-2-6 0,0 2-41 0,-1 0 27 0,-1-2-17 0,1 0 15 16,-2 0 39-16,0-2-93 0,1 0 2 0,-2 0-30 0,2-3-33 15,-3 3-12-15,1-1-12 0,-1-1-76 0,0 2 22 0,0-2-24 16</inkml:trace>
  <inkml:trace contextRef="#ctx0" brushRef="#br0" timeOffset="24471.21">32871 6825 485 0,'-1'-2'111'15,"1"-2"119"-15,-2 0-30 0,2 3-36 0,-1-2-28 0,1 0-33 0,0 2 17 16,0 1-19-16,1-1 12 0,-1 1-16 0,0 0-13 0,-1 1-29 15,0 2-4-15,-1-1-4 0,-1 2-21 0,-2 1-6 0,1-1-6 0,-1 2-2 16,1 2 12-16,-1 0-5 0,-1 2 22 0,2 0-11 16,-1 1-10-16,0 0-6 0,-1 3-3 0,2-1 4 0,-2 1 0 0,2-1-6 15,-1 0-2-15,3-1-14 0,-1 3 10 0,-1-1-7 0,1 2 16 16,-1 2-6-16,1-1-6 0,2 1-27 0,0-5 18 0,1-3-15 16,0 1 16-16,0-2-12 0,0 5-19 0,3-1-13 0,1 0 2 0,-1-1-4 15,1-4-26-15,-1-1-7 0,1-2-13 0,1 1-70 0,0-3-35 16,2 0 0-16,0-2-102 0,1-1 17 0,-2-3 4 0</inkml:trace>
  <inkml:trace contextRef="#ctx0" brushRef="#br0" timeOffset="25243.1">33068 6254 185 0,'-6'-2'-112'0,"6"0"291"0,-4 1-27 0,3 1-17 0,-2-1-2 0,3-1 2 0,-4 2-8 0,4-1-27 16,-1 0-8-16,-2-2-3 0,1 2-34 0,-1-2 10 0,-1 3-13 0,3-1 24 15,1-1-3-15,-3 2-7 0,3-2-16 0,-1 2 19 0,0 0-19 16,3 0 3-16,-2 0-7 0,3 0-18 0,-3 0-19 0,-1 0 6 0,2 2-8 16,1-2 11-16,-2 1-2 0,0 0-4 0,-1-1-9 0,2 1 4 15,3 2-6-15,-2 0 3 0,2-1-3 0,-5 2-1 0,-1 2 1 16,3 0 3-16,1 0 1 0,3 2 11 0,0-1-6 0,0 1-3 0,-5 1-7 15,0-1 2-15,1-1 0 0,2 2 7 0,4-1-4 0,-3 0-5 16,3 1-10-16,-1-3 13 0,-2-1-8 0,2 0 18 0,-3-1-2 16,1-1-11-16,-3-1-15 0,-1-1 18 0,2 1-13 0,-2-1 28 15,0 0-9-15,1-1-10 0,-1 0 13 0,1 0-4 0,0 0 8 0,-1-2-14 16,0 0 1-16,0 1-3 0,-1-3 0 0,1 0 2 0,-1 1-1 16,0-2 2-16,1-2-2 0,0 1-3 0,0-1-8 0,2 0 14 15,-2-2-7-15,2 1 15 0,0 0 0 0,-2-1-12 0,2 0 0 16,2 0 10-16,3-1-8 0,-1 1 15 0,-1 2-4 0,1-1-4 0,-2 1-13 15,1 1 11-15,-1 1-8 0,0-1 16 0,0 0-3 0,0 3-11 16,0-3-9-16,-2 4 15 0,1 1-11 0,-1-1 19 0,-1 1-1 16,0-2-10-16,0 3-16 0,0-1 20 0,0 1-17 0,1 3 23 15,-1-1 0-15,1 2-12 0,-1 1-2 0,1 2 12 0,1 2-11 16,0 0 12-16,-1-2-2 0,2 1-5 0,-1 0-20 0,0-1 22 0,-1 0-19 16,3-1 21-16,-2 1-1 0,1-2-12 0,-1 1-4 0,0-1 7 15,0 0-6-15,0 0 2 0,-1 1-1 0,2-3-6 0,-2 5-14 16,0-3-1-16,0 2-4 0,1 0-28 0,-3 0-4 0,1-1-13 15,1 2-65-15,-2-1-12 0,1 1-21 0,1 0-133 0,0-2-40 16,1 2-45-16</inkml:trace>
  <inkml:trace contextRef="#ctx0" brushRef="#br0" timeOffset="26122.49">32990 6591 318 0,'-4'-1'-187'0,"0"-1"373"0,4-2-38 0,0 1-50 0,1 0 2 0,-1 0 2 16,-2 3 2-16,-1-1 4 0,1 0-15 0,2 1-11 0,-3 0-18 15,1 1 12-15,2 0-12 0,-6 1 0 0,5 2-5 0,-3-2-8 0,2-1-17 16,0 3 19-16,-3-1-14 0,1-1 23 0,-1-2-6 0,3 3-15 16,3-2-16-16,-1 0 27 0,-1 5-24 0,1-1 17 0,0 4-15 0,0 2-18 15,0-1-9-15,0 5 10 0,0-1-4 0,1 1 23 16,4-1-7-16,-3 1-9 0,3 0-4 0,-2 1 9 0,-1 0-5 0,3 0 15 15,-2 0-7-15,3 0-8 0,-2 1-13 0,2-1 6 0,2 2-7 16,-4 2 10-16,3-2-6 0,-2-1-4 0,-2 0-11 0,-1 0 8 16,2 1-6-16,1 0 17 0,-1 1-2 0,1-1-7 0,1 3-5 15,-1-3 2-15,0-5-2 0,-3 0 3 0,1-4 1 0,2 1-1 0,3 3-3 16,2 1 4-16,-5-1-4 0,-2 0-6 0,1-3 2 0,-2-2-4 16,4-2 4-16,1 0-4 0,-4 0 1 0,2-3-12 0,-3 0 0 15,0 1 2-15,0-2-11 0,-2 0 5 0,1 0-4 0,-1-1 4 16,0-1-12-16,2 0-13 0,-1 0-22 0,-1 0-6 0,0 0 0 0,-1-1-36 15,-1 0-5-15,2 0-12 0,0-3-84 0,0-1-23 0,0 1-7 16,0-1 106-16</inkml:trace>
  <inkml:trace contextRef="#ctx0" brushRef="#br0" timeOffset="26553.86">33368 6689 753 0,'0'-1'180'0,"-3"-1"-40"0,3 0-3 0,0 1-49 0,-1 0 53 0,-1-1-36 0,1 2-39 0,-1 2-39 0,0-1 8 0,1 0-4 16,-3 1 40-16,2 0-8 0,0-1 0 0,-2 5-22 0,1-1 17 0,0-2-14 16,-3 6 24-16,3-1-8 0,-3 1-12 0,2 3-18 0,-1-3 8 15,2 2-12-15,-1 2-2 0,1-2-7 0,-1 2-8 0,-2 0-11 0,0-1 4 16,1 0-4-16,-1 1 6 0,2-3 1 0,0 3-3 0,1 0-2 15,1 1-1-15,-1 0-1 0,1-1-4 0,1-2-1 0,-1 0 3 16,0-1-13-16,0 1 7 0,2 0-5 0,0 0 14 0,-1 3 1 16,1-1-6-16,0 2-29 0,0 2 16 0,0-4-17 0,-1 0 23 0,1-7-19 15,-1 1-13-15,1-5-41 0,0 2-1 0,0-2-6 0,0 5-21 16,0-3-12-16,0-3-13 0,0 4-121 0,0-4-52 0,1-1 6 16,1-1 125-16</inkml:trace>
  <inkml:trace contextRef="#ctx0" brushRef="#br0" timeOffset="26854.44">33092 6765 488 0,'-4'-1'147'0,"0"-1"269"0,-3 1-213 15,2 1-38-15,0 0-22 0,4 1-41 0,1-1 3 0,0 2-9 0,0-2-9 16,0 1-22-16,1 1-20 0,-1 0-36 0,1 0 13 0,3 2-12 15,-4-1 25-15,4 1-2 0,-3-1-5 0,1 1-13 0,5 0 24 16,-2 0-19-16,4 0 21 0,0 0-3 0,2-2-15 0,1 3-12 16,3-1 16-16,-2 1-16 0,3-1 10 0,0 0-2 0,-2-2-8 0,3 2-13 15,0 1 8-15,0-3-8 0,1 3 8 0,-4-3 0 0,0 4-5 16,1-3-13-16,-5 2 8 0,1 1-11 0,0-4-7 0,-1 2 5 16,3-1-9-16,-1-2-19 0,-2 0 1 0,1 0-9 0,3 1-6 0,-5-2-4 15,3-2-5-15,-2 1-58 0,-2-1-1 0,0-1-17 0,0-1-48 16,-4 2-11-16,0-2-17 0,3 0-71 0,-5 0 22 15,2-2-24-15</inkml:trace>
  <inkml:trace contextRef="#ctx0" brushRef="#br0" timeOffset="27173.04">33358 6502 808 0,'-1'-3'-194'0,"1"-1"439"0,1 1-44 15,2-1-40-15,1 2-60 0,2 1 16 0,5-2-29 0,0 2-12 16,-2 1-9-16,1 0-15 0,0 0-5 0,0 2 10 0,0 1-7 16,-1 3 5-16,-3 1-4 0,-3 2-11 0,7-2-4 0,-1 5 13 15,-1-1-9-15,1 5 14 0,-8 0-9 0,5-2-7 0,1 3-36 16,-4-2 14-16,5-1-15 0,-7 4 18 0,-2 0-5 0,4-1-8 0,2 1-7 16,-3-3 5-16,7 3-4 0,-9 0 10 0,1-1-2 0,2 1-5 0,-5 0-8 15,7 0 8-15,-4 1-6 0,-1-1 13 0,0 1 0 16,-4 0-3-16,-1 0-20 0,1 0 14 0,4-1-11 0,-1 0 22 0,0-4-8 15,1 4-10-15,-7-1-3 0,1 1 4 0,0-1 0 0,4-3 0 16,0-5-1-16,3-4-6 0,-1 1-11 0,-5 0 14 0,3 3-12 16,0 0 16-16,1-2-9 0,1-2-12 0,-3 0-37 0,1-1-6 15,-2-2-8-15,1 1-49 0,3 0-5 0,-1-3-15 0,1 1-100 0,4 0-17 16,0-1-19-16,-3 0-57 0,1-2 185 0,2 0 7 0</inkml:trace>
  <inkml:trace contextRef="#ctx0" brushRef="#br0" timeOffset="70276.53">7322 8704 217 0,'0'0'223'0,"-2"2"-66"0,1-2 142 0,1 1-122 0,0-1-10 16,0 0-66-16,0 0 6 0,0 0-14 0,1-3-21 0,2 2-41 16,-1-1 30-16,2-2-40 0,1 3 31 0,-1-3-5 15,4 0-15-15,0 1-9 0,1-1 22 0,0-1-22 0,2 0 41 16,1-1-4-16,0-1-15 0,4-2 5 0,0 0 7 0,2 1-12 16,5-4-3-16,-2 2-3 0,3-3-9 0,4 0-13 0,1 3 11 15,1 1-15-15,6 0 15 0,-2 1-9 0,-6 1-7 0,5-2-22 16,-4 2 15-16,-2 3-14 0,6 1 25 0,-3-3-5 0,-3 3-10 15,1-4-8-15,-4 0 12 0,2 3-10 0,-2-1 12 0,-2 1 0 16,1 0-8-16,-3 1-30 0,-2 1 11 0,-1-1-20 0,-4 1-31 16,-2-2-19-16,-2 1-30 0,-2-1-140 0,-2 3-88 0,-3 0-10 15,-1 0 16-15</inkml:trace>
  <inkml:trace contextRef="#ctx0" brushRef="#br0" timeOffset="70744.59">7600 8439 827 0,'-6'0'143'0,"2"0"31"0,-1 0 62 0,0-1-52 16,-1 1-68-16,-1 0-59 0,1 0 20 0,0 1-37 0,-1 2 18 16,1 0-4-16,0 0-17 0,-1-1-13 0,-1 4 12 0,2-2-20 15,-3 1 12-15,1-1-8 0,-1 4-6 0,0-2 4 0,0 3 4 16,0-1-1-16,0 1 12 0,1-3-7 0,-1 2-3 15,1-1-12-15,3 0 10 0,-2 2-8 0,1 0 21 0,1 1-12 16,-2 1-10-16,1 2-5 0,2-1 6 0,-1 1-4 0,2-2 5 16,0-2-2-16,-1-1-8 0,2 2-12 0,1-1 16 0,1-1-15 0,1 1 32 15,0-4-1-15,1 1-8 0,2 1-15 0,-1-1 21 16,2 0-19-16,-1-1 30 0,1 1-3 0,-1-1-10 0,2 0-10 16,-1-1 3-16,1 2-5 0,-1-1 3 0,2 0-1 0,0-2-1 0,1 2-6 15,1-2 3-15,-1 0-4 0,1 1 0 0,0-1 1 0,2-1 0 16,1 1-9-16,1-1 3 0,0-2-5 0,2 0-10 0,0 0-14 15,1 0-15-15,2 0-65 0,1-1-18 0,0-1-13 0,4-1-195 16,-2 2-182-16,0-1-132 0</inkml:trace>
  <inkml:trace contextRef="#ctx0" brushRef="#br0" timeOffset="72331.57">8423 8500 256 0,'-1'1'27'0,"1"-1"417"0,-1-1-145 0,1 2 33 0,0-1-255 0,0 1 20 0,0-1-52 0,0 1 12 0,0-1-8 0,0 2-13 0,0-1-5 16,1 3 18-16,-1-3-16 0,1 0 36 0,0 3-13 0,0-4-18 0,2 3-9 15,-2-3 22-15,1 0-20 0,1 0 35 0,1-1-8 16,-1-1-19-16,0 0-15 0,2 0 13 0,-2-1-18 0,3 0 0 16,0-1-1-16,-2-1-12 0,3 3-3 0,0-4 12 15,-1 3-12-15,1-5 11 0,-1 3-2 0,0 0-6 0,-1-3-6 16,-1 3 7-16,-1-2-7 0,-1 1 15 0,-1 2-5 0,-1-1-6 15,0 0-1-15,0-1 0 0,-2 2 2 0,-1-1 6 0,1 2 0 16,-1-1-5-16,-2 2-9 0,1-3 9 0,-1 1-9 0,0 0 10 0,0 0 0 16,0 1-4-16,-1 2-17 0,0 1 18 0,2 0-14 0,-2 0 24 15,1 1-3-15,-1 2-11 0,0 1-10 0,0 0 10 0,-1 1-10 16,1 0 21-16,0 1-2 0,0-1-4 0,0 2-8 0,1 2 4 16,-1 0-3-16,2-2 9 0,-1 2-1 0,1-1-1 0,1 2-2 0,0 1 11 15,2-2-8-15,-1 1 12 0,1-1-2 0,-1 0-5 0,1-3 1 16,1-3 6-16,0 2-4 0,1-1 8 0,1 2-4 15,0 2-5-15,0-1-16 0,0 1 12 0,2 0-10 0,0-1 21 0,1 2-4 16,-1-5-9-16,2 3-13 0,-2-2 9 0,1 0-8 0,0 3 15 16,0-5-2-16,1 3-5 0,-2-4-3 0,2 2 0 0,-2-2 0 15,1 1 7-15,-1 0-6 0,1-2-1 0,-1 0-15 0,2-2 3 0,-1-2-4 16,3-2 1-16,0-1-5 0,1 1-7 0,2-2-22 0,0-2-10 16,1-1 0-16,-1 0-37 0,0-2-15 0,2 1-10 0,-1 1-75 15,2 1-15-15,0 1-13 0,1 0-118 0,-4 3-28 0,-1 0-38 0</inkml:trace>
  <inkml:trace contextRef="#ctx0" brushRef="#br0" timeOffset="72560.97">8909 8343 1054 0,'0'-3'-237'0,"-1"3"522"0,-1-2-32 0,0 1-57 0,1 1-62 0,-2 0 25 0,0 0-62 16,-1 3 0-16,0-2-14 0,-1 3-23 0,0 0-18 0,-2 1 15 0,1 1-22 0,-1 3 14 0,-1 0-7 0,1 3-13 0,1 2-16 15,-2 0 18-15,1-1-20 0,0 4 25 0,-1-2-9 16,2-1-13-16,-3 4-9 0,1-1 3 0,1-5-6 0,0 2 5 16,3-4-3-16,-2-2-1 0,2 3-14 0,-1-2 5 0,1-2-8 15,3-1-13-15,-2-2-11 0,3 1-9 0,0-2-50 0,0-2-14 16,-2-2 5-16,0-3-88 0,0-2-46 0,0-2-14 0,-1-1-201 16,1-3 248-16</inkml:trace>
  <inkml:trace contextRef="#ctx0" brushRef="#br0" timeOffset="72728.48">8674 8327 1000 0,'-6'2'231'16,"3"2"54"-16,0 3-81 0,2-1 5 0,1 2-40 15,1-1-52-15,3 2-37 0,4 2 16 0,-1 0-32 0,4 2-2 16,0 1-18-16,-7-2-24 0,3 0-19 0,1 0 6 0,1 1-7 16,8-3 14-16,0-1-5 0,0-1-6 0,3-2-6 15,-2-1-7-15,0-1 2 0,-2-2-30 0,1 0-19 0,-1-2-7 16,0 0-79-16,-2-2-56 0,0-1 26 0,0-3-286 0,-1 0 277 15,-3-3-24-15</inkml:trace>
  <inkml:trace contextRef="#ctx0" brushRef="#br0" timeOffset="73168.67">8981 8322 1502 0,'-2'4'-212'0,"0"-1"488"0,0 1-58 16,-1 3-55-16,2 0-85 0,1 2-1 0,0 1-28 0,0 2-6 15,1 1 0-15,2 0-6 0,0 3-16 0,1 0 23 16,1 0-28-16,2 2 18 0,-2 1-8 0,2-3-13 0,0 3-9 15,1-4 0-15,-2 1-4 0,2 2 6 0,-1-4-2 16,0 4 2-16,-1-4-6 0,0-1 1 0,0-2-1 0,-1 1 3 16,0-2-6-16,-1 0-3 0,0 0-8 0,0-2 12 0,-2-3-7 15,1-1 16-15,-1-2 1 0,-2 0-9 0,2-2 2 0,-2 0 6 16,0 0-5-16,-1-2 3 0,-4-4 0 0,2 0-2 0,-3-5-9 16,2 2 9-16,-1-5-8 0,0 2 12 0,0-1 1 0,0-4-7 0,0 1-9 15,1-1 9-15,0-2-8 0,2 1 12 0,0 4-1 16,1 2-3-16,1-2-9 0,0 3 7 0,1-2-6 0,0-1 11 15,1 2-1-15,2 2-3 0,-1 0-1 0,0-2 11 0,2 2-6 0,-2 0 18 16,2 2-1-16,0 2-8 0,1-1 1 0,1-1 4 0,-1 2-4 16,2 1-3-16,0 0 2 0,-1 1-2 0,0-1-11 0,-1 1 6 15,2 0-8-15,1 2 7 0,-2-1 3 0,2 3-3 0,-2-1-16 16,-1 1 15-16,2 1-14 0,0 2 19 0,-2-1-1 0,2 2-5 0,-7 1-5 16,0 0 4-16,1 2-4 0,-2-2 5 0,3 2 1 0,3 0-4 15,-1 2-10-15,-2-1 14 0,0 0-10 0,0 1 21 0,-2 0-1 16,-1 2-8-16,1-1-11 0,-5 0 8 0,2 0-6 0,0 1 20 0,-3-1-3 15,-1 0-3-15,1 2-11 0,-3-1 4 0,3-3-4 16,2-3 3-16,0 1 1 0,-2-3-4 0,-1 5-10 0,-5-1 10 0,-2-2-9 16,2 0 3-16,2-5-8 0,0 3-15 0,2-4-29 0,1-2 7 15,-1-2-14-15,4 0-36 0,0-3-12 0,3-1-23 0,1-2-111 16,3-1-66-16,0 1-14 0,2-2 18 0</inkml:trace>
  <inkml:trace contextRef="#ctx0" brushRef="#br0" timeOffset="74381.84">9365 8414 569 0,'-1'1'197'0,"0"2"-81"0,0-3 98 0,1 1-78 15,0-2 26-15,2-1-64 0,0 0-19 0,3 1-5 16,-1-2-19-16,3-1-6 0,1 2 23 0,-1-2-26 0,3-1 36 15,-1 3-9-15,0-1-15 0,1 0-21 0,-2 0 13 0,1 0-22 16,-1-1 11-16,-2 1-4 0,0-1-9 0,0 0 0 0,-3 1 11 16,1 0-12-16,0 1 17 0,-2-2-9 0,1 0-8 0,0 1-16 15,-1-1 12-15,0 1-13 0,0-1 16 0,-2-1-1 16,3 1-8-16,-2-3-20 0,-1 2 14 0,1-1-17 0,-1-1 25 16,0 0-4-16,0 0-10 0,0 1-6 0,0 0 10 0,-1 0-8 15,-1 1 14-15,-2 0 0 0,1 1-6 0,-1 1-7 0,0-1 5 16,-1 2-4-16,0-1 5 0,-2 1 0 0,0 1-4 0,1 1-15 15,0 1 19-15,-1 2-15 0,1-1 23 0,-1 2-4 0,0 1-9 0,0 1-9 16,1 0 11-16,-2 2-8 0,2-1 16 0,-1 1 0 0,3 1-7 16,-1 2-6-16,2-2 9 0,1 2-8 0,-2-2 14 0,2 0 0 15,0 0-3-15,1-1-14 0,1 3 15 0,-1-4-12 0,1 4 22 16,0-4-5-16,1 1-7 0,0 1-10 0,2-3 6 0,0 2-5 0,0 0 7 16,0-2 0-16,2-1-7 0,-1 0 1 0,2-1 0 0,-2 1-1 15,2-3 0-15,0 1-2 0,-1 0 0 0,2-2-16 0,0-1 9 16,-1 2-9-16,1-4-2 0,1 0-5 0,0-2-11 0,2-1-26 0,1 0-7 15,0 1-4-15,2-3-37 0,-1 1-10 0,2-3-9 0,-1 0-98 16,2-1-31-16,0 0-17 0,1-1-203 0,0 2 279 0,1-1-32 16</inkml:trace>
  <inkml:trace contextRef="#ctx0" brushRef="#br0" timeOffset="74614.53">9781 8244 762 0,'-4'-4'147'0,"0"2"78"0,-3-1 10 0,-1 0-46 16,3 1-58-16,-3 2-29 0,-1-2 4 0,1 1-20 0,-1 1-4 15,0 1-12-15,2 1-17 0,-2 0-24 0,1 2 13 0,8 0-20 16,-2 2 24-16,1-1-5 0,0 2-8 0,-5 0-10 16,0 0 18-16,4 0-19 0,1 1 18 0,0 1-3 0,1-3-14 0,2 3-10 15,1-2 16-15,0-2-18 0,2 1 19 0,-2 1-6 16,0-3-11-16,4 2-8 0,-7-3 7 0,3 0-9 0,0 1 9 16,-1-2-5-16,8 0-6 0,-2-2-9 0,1 1 8 0,1-1-6 15,1-2 5-15,2 1-10 0,0-3-12 0,-1 0-34 16,1 0 7-16,-3-1-10 0,-1 0-18 0,0-2-11 0,0-2-19 0,1 0-60 15,-1 0-29-15,0-2-8 0,-1 1-182 0,0-2 228 0,1 2-27 16</inkml:trace>
  <inkml:trace contextRef="#ctx0" brushRef="#br0" timeOffset="74816.13">10018 7970 1075 0,'-3'5'191'0,"0"2"190"0,0 4-109 16,0 3-62-16,2 0-65 0,1 2-80 0,0 0 15 0,3 2-38 15,1 4 12-15,1-1-17 0,0 1-19 0,2 0-18 16,0-4 12-16,-1-2-12 0,2 2 17 0,1-4-16 0,0 0-12 16,2 1 0-16,-2-4-3 0,0-2 9 0,-1-1-7 0,1 1-21 15,-1 0-8-15,1 0-12 0,-1 0-14 0,-2-4 20 0,-3 2-51 16,0-3-16-16,0 1-6 0,-5-1-77 0,-1 0-33 16,-1-1 24-16,-3-3-121 0,-1 1-17 0,0-1 8 0</inkml:trace>
  <inkml:trace contextRef="#ctx0" brushRef="#br0" timeOffset="75163.41">10012 8203 555 0,'-8'-11'-261'16,"4"5"552"-16,0 3-32 0,2 2-69 0,0 0-32 0,1 1 14 16,-1 0-49-16,0 1-32 0,1 0-15 0,1 1-25 0,-1 0-12 15,1 1 15-15,0-1-19 0,1 2 30 0,2 0-12 0,-1-1-12 16,2 0-22-16,1 1 14 0,1-1-17 0,3-1 20 16,-1 1-6-16,1 0-13 0,3-3 0 0,-1 1 8 0,1-1-10 15,4 0 0-15,0-1-1 0,2-2-10 0,2-1-5 0,0 2 15 16,-1-1-15-16,-5-2 23 0,-3 0-11 0,-1 0-10 0,2 0-9 15,5-1 10-15,0 0-6 0,1 1 19 0,-5-1-2 0,-1-3-11 16,-2 2-4-16,-2-1 8 0,-1 3-7 0,-1-1 9 16,-1 1 5-16,-2-2-2 0,-2-2-20 0,0 0 19 0,-1 1-17 15,-1-1 27-15,0 2-3 0,-2-1-10 0,-2 1-14 16,2 2 16-16,-3-2-12 0,2 3 26 0,-1 2-3 0,-1-1-8 0,3 5-13 0,-4 0 12 16,1-2-10-16,-1 3 17 0,-1 1-2 0,1 2-8 0,-1 4-8 15,1 0 14-15,-1 5-10 0,3-3 26 0,1 2-3 0,0-3-8 0,1 0 3 16,1-1 7-16,1 1-5 0,2-1-2 0,2-2-3 0,-1-2-7 0,4 0-8 15,0 1 4-15,1-3-5 0,2-1 6 0,3 0 0 16,-1-2-3-16,0-1-25 0,3-1 22 0,-2-2-18 0,1 0 18 0,1-1-11 16,-1-1-21-16,2 0-35 0,-2-1-4 0,1-1-7 0,-1 0-52 15,1 1-25-15,-1 0-28 0,0-3-109 0,-1 0-77 0,-1 0 8 16,-1-2 55-16</inkml:trace>
  <inkml:trace contextRef="#ctx0" brushRef="#br0" timeOffset="75552.67">10602 7851 353 0,'2'-4'221'0,"-1"2"-63"0,0 0 160 0,0 1-109 16,-1 1 29-16,0 0-68 0,0 0-17 0,-1 1-28 0,1 1-36 15,1 5-32-15,-1-1 21 0,1 3-30 0,1 3 32 0,-1-1-16 16,1 1-19-16,0 1-16 0,0-1 8 0,2 0-15 16,2 1 6-16,2 0-4 0,-2-5-7 0,2 3-11 0,-1-1 17 0,-2-1-18 15,4 1 10-15,-2-2-4 0,-3-3-11 0,3 1-2 16,-7-4 7-16,1 0-5 0,-1-1 10 0,-2-1-4 0,4 2-6 15,-2-2-4-15,1 2 11 0,-1-2-8 0,0 2 19 0,0-2-3 16,0 0-10-16,-2 1-9 0,-1-2 10 0,-3-1-9 0,5 2 16 16,0-2-3-16,-1 0-7 0,2 0-7 0,-10-2 7 0,2 3-4 0,-1 1 8 15,-4-1-1-15,4-2-4 0,-2-2-9 0,1 1 7 0,1 3-6 16,1 1 13-16,0 0-1 0,0 1-4 0,1 2-13 0,-1 0 11 16,1 3-11-16,0-1 21 0,2-3-1 0,0 1-5 0,1 4-3 15,0-1 8-15,2 6-5 0,0-1 20 0,2-1-1 0,0 4-2 0,0-3-7 16,1 1 11-16,2-1-9 0,1-4 11 0,0 1-3 0,2-3-7 15,-1 0-4-15,2 3 0 0,1-2-2 0,-1-1 2 0,1 0-4 16,-2-4 0-16,3 2-16 0,0 0 9 0,-1-1-6 0,1-1 17 16,0-1-4-16,0 2-8 0,1-2-18 0,1 1 17 0,-2-1-16 15,3 0 15-15,-1-1-10 0,-6-1-15 0,4-3-34 0,0 1-5 16,4-2-9-16,6-2-52 0,2-1-21 0,1-1-23 0,1-1-256 16,-2-2-163-16,3 0-38 0</inkml:trace>
  <inkml:trace contextRef="#ctx0" brushRef="#br0" timeOffset="75948.03">11098 7872 582 0,'-5'0'320'0,"2"0"119"0,1 0-244 0,1 0 14 15,1 0-46-15,0 2-56 0,-1-2-32 0,0 1 23 0,2 1-32 0,0 1 25 16,2 0-9-16,-1 2-23 0,2-1-15 0,-1 2 23 0,0-1-29 16,3 3 23-16,0-1-13 0,0 0-22 0,3 2-18 0,-1-3 19 15,1 1-20-15,0 2 23 0,-1-4-7 0,0 0-15 0,2 4-4 16,-7-4 9-16,1 0-9 0,-1 1 13 0,1-2-3 16,2 3-7-16,4-2-11 0,-1 0 8 0,3 3-9 0,2-6 13 15,-1 1-1-15,-1-3-6 0,-1 0-4 0,-2 1 7 0,-2 2-6 16,0-3 12-16,-2-2-2 0,-1 0-6 0,1-2-10 0,-1 0 16 15,-1 1-11-15,0-2 24 0,0-2-2 0,-1 0-11 0,-1 0-12 0,0-1 15 16,-1 1-13-16,-2-1 21 0,1-1-3 0,-2-2-10 0,2 2-6 16,0 0 1-16,-1-1-1 0,1 0 5 0,-1 1-5 0,-1-1-1 15,2 1-8-15,-1 0 6 0,1 1-3 0,1 0 8 0,0 3-5 16,0 1-7-16,0-1-25 0,0 1-1 0,0 2-7 0,1-1-28 0,1 1-9 16,2 1-12-16,0 1-77 0,1-2-35 0,0 1-17 0,2 0-328 15,-1 1 336-15,3 0-68 0</inkml:trace>
  <inkml:trace contextRef="#ctx0" brushRef="#br0" timeOffset="76314.6">11603 7787 1340 0,'-19'0'-138'0,"8"1"361"16,1-1-33-16,-1 1-27 0,1 0-75 0,1-1 18 0,1 2-47 15,0-1 19-15,1 2-15 0,1-2-14 0,2 1-26 0,0 0 18 16,0 3-22-16,0-1 30 0,0 2-11 0,2 0-17 0,-1 2 0 16,0-2 11-16,1 2-10 0,1-3 22 0,0 0-7 15,1 2-9-15,0-1-22 0,0 1 22 0,1-4-25 0,1 1 29 16,2-1-3-16,-1-1-13 0,2 0-12 0,0-1 20 0,2-1-21 16,0 0 34-16,0-3-9 0,1 1-12 0,1-1-8 0,1-1 6 15,-2 1-6-15,4-4 6 0,-1 3 0 0,-1-1-6 0,0 1-13 16,-3 2 15-16,-1-2-13 0,2 1 26 0,1 2-5 15,0-1-9-15,1 0-12 0,-4 0 11 0,0 0-8 0,-1 2 17 0,1 0-3 16,-1 0-5-16,0 0-17 0,1 0 13 0,-3 2-12 0,-1-1 18 16,0 2-3-16,3-1-8 0,-7-1-2 0,5 1 2 0,-4 0-1 0,-2 0-2 15,6-1-2-15,-4 0-4 0,4-1-26 0,2 0 5 0,-2 0-13 16,1-1-20-16,-1-2-12 0,0 1-17 0,0 0-65 0,0-1-17 16,0-1-10-16,-1 0-137 0,-1 0-49 0,2 0-63 0</inkml:trace>
  <inkml:trace contextRef="#ctx0" brushRef="#br0" timeOffset="76565.97">11759 7595 1044 0,'-2'-4'309'0,"0"2"-168"16,0 0 121-16,-1-1-69 0,3 2 17 0,0 1-59 0,0 0-23 16,0 0-21-16,2 1-26 0,-1 1-30 0,1 0 15 15,1 3-26-15,1 3 5 0,1 3-8 0,0 2-14 0,1 1-11 16,0 0 12-16,-1-1-14 0,1 3 21 0,-1-2-8 15,0-2-12-15,2 3-7 0,-1-4 4 0,-1-1-6 0,2 1 4 0,-2-2 0 16,0-1-3-16,1 1-4 0,1 0 2 0,-3 0-3 0,3 0 1 16,-3-1-1-16,2-2 0 0,-2 1-15 0,2-1 6 15,-1-1-6-15,-1 0 2 0,-1-2-11 0,0 0-11 0,0 0-27 16,-2-3 7-16,0 0-5 0,0 2-16 0,1-2-17 0,-1-2-17 0,0 1-106 16,0-3-48-16,0 0-20 0,0-2 18 0</inkml:trace>
  <inkml:trace contextRef="#ctx0" brushRef="#br0" timeOffset="77181.07">11962 7644 1023 0,'-2'0'114'16,"0"2"35"-16,1-1 36 0,-1 3-43 0,1-2-42 0,-2 2-49 15,2 1 20-15,0 0-30 0,1 3 27 0,1 0-13 0,2 0-20 16,-1 0-8-16,0 1 11 0,1-1-14 0,0 0 17 0,0 0-7 15,2-2-10-15,-2 0-22 0,2 1 27 0,1-3-26 0,0 2 36 16,-1-3-9-16,1 0-18 0,1 1-8 0,-2-3 6 0,0 2-7 16,2 1 9-16,-2-3 0 0,1 0-2 0,1-1-7 15,-1 0 10-15,1 0-11 0,0-2 9 0,-1-1-3 0,1 1-4 0,-1-1-13 16,1-1 18-16,-2 1-16 0,1-4 32 0,-2 3-7 16,0-3-14-16,0 0-11 0,-1 0 13 0,1 0-12 0,-1-1 15 15,2 1-2-15,0 0-6 0,2 1 0 0,-1 0 0 0,-4 3-1 16,0 0 4-16,0 2-2 0,-2 1-1 0,3 0-11 0,-3 0 18 0,1 3-13 15,0 1 24-15,-1-1-6 0,3 4-10 0,1 2 4 0,0 0-2 16,1 0 5-16,-1 0-1 0,2-2 0 0,0 0-1 0,-3-1-15 16,5-1 20-16,-6 0-15 0,1 0 23 0,7-3-3 0,-5 2-14 0,7-2-11 15,1-1 17-15,2-1-13 0,1 0 21 0,0 0-5 16,-3-1-12-16,-1-1-9 0,0-1 9 0,-1 0-5 0,-2 2 16 0,0-3-5 16,-3 2-6-16,1-1-3 0,-1 1 3 0,-1-2-1 0,-1 1 6 15,-1-1 0-15,0 1-4 0,-1 0-9 0,-1-1 11 0,0 0-9 16,0-1 18-16,1 1-4 0,0-2-7 0,-1 1-9 0,0-2 7 0,1 0-6 15,-1 0 12-15,0 0 3 0,0-2-5 0,-1-2-16 16,0 0 17-16,0 1-15 0,0-1 21 0,-1 3 0 0,-1-4-10 0,0 2-10 16,0 1 12-16,-2 1-10 0,2 2 17 0,-1 1-1 0,-1 1-7 15,0 2-10-15,0 2 11 0,1 0-10 0,-1 2 14 0,0 3-3 16,0-1-5-16,-1 6 1 0,1 1-2 0,-1 2 1 0,1 0 1 0,-1 0 0 16,2 1 2-16,1 0-2 0,-1-1 9 0,3 0-7 0,0-2 10 15,1-1-2-15,2-1-7 0,1 2 2 0,1-2 5 0,-2-2-2 16,2-2 7-16,-1 1 1 0,2-1-4 0,0-2-9 0,2 1 16 15,0 0-12-15,1-3 19 0,1 2-2 0,3-2-10 0,0-1-4 16,2 0 4-16,0 0-5 0,2 0 2 0,-2 0-2 0,1-1 1 0,-2-2-15 16,2 2 6-16,0-1-6 0,-1-1 12 0,0 0-3 0,-2 3-4 15,3-2-34-15,-1-1 14 0,-1 2-19 0,-1-1-12 0,-7 2-8 16,0 0-20-16,-3-2-50 0,2 2-49 0,-4 0-6 0,1 0-409 0,-2 2 368 16,0 1-80-16</inkml:trace>
  <inkml:trace contextRef="#ctx0" brushRef="#br0" timeOffset="113627.35">14256 15523 256 0,'26'-6'11'0,"-11"1"174"0,2 1-68 0,4 1 14 0,5 1-71 15,3 0 3-15,4 1-1 0,1 0-12 0,3 1-4 0,1-2-11 0,7 1-20 16,4 0 21-16,-3 0-22 15,5-2 21-15,-4-2-8 0,-1 2-8 0,5-3-10 0,-5 2 13 0,0-1-7 16,1 1 30-16,0-2-6 0,1 1-8 0,1 0-18 0,3-3 14 0,2 3-12 0,-1 0 23 16,0 3-8-16,-3-2-5 0,1 3-17 0,3 1 9 0,2 0-6 15,-1 1 16-15,-2 2-5 0,-1-2-13 0,1 1-9 0,-3-1 12 16,0 0-11-16,-3 2 12 0,-2-1-2 0,0 1-4 0,3 1-4 16,0 0 6-16,-6-1-4 0,2 2 3 0,-5-2-1 0,-2 1-7 15,4-2-12-15,-6 0 12 0,-2 2-9 0,-1-1 18 0,-3 0-4 16,0 2-7-16,2-1-14 0,-2 0 4 0,2 0-6 15,3-2-14-15,-5-1-8 0,-5 2-16 0,1-2-63 0,0 1-6 0,-2-2-17 16,5 0-76-16,-6 0-45 0,-4 1-36 0</inkml:trace>
  <inkml:trace contextRef="#ctx0" brushRef="#br0" timeOffset="114680.92">3806 16991 542 0,'5'0'18'0,"3"-1"-10"0,4-1 25 0,1-2-15 16,4 1 58-16,1-2 3 0,1 0-1 0,3-1-17 0,3-1 9 15,2 0-11-15,5-1 1 0,2-1-4 0,2 1-16 0,3-1-18 16,4 0 17-16,2 2-20 0,-4-2 3 0,3 0-2 0,-1-2-5 0,0 1-10 16,6 0 7-16,-1 0-4 0,3 1 24 0,0 2-9 0,2 0-5 0,3 2-31 15,-3-1 23-15,0 3-20 0,-4 1 30 0,-1 2 0 16,2 0-13-16,4 0-21 0,3 0 18 0,1 0-16 0,1 0 27 0,-5 0-2 16,3 0-12-16,2 0-9 0,0 0 13 0,7-1-11 0,1-2 14 15,0 2-3-15,1-4-4 0,2 1-10 0,-1-3 9 0,-2-1-6 16,1 0 18-16,1-1-1 0,3 3-9 0,3-1-12 0,-3 1 16 15,-2 3-14-15,-3 1 15 0,-2 1-2 0,72 1-8 0,-137-2 16 16,142 10-26-16,-73-2 24 0,-1 2-2 0,-2 0-7 0,8 1-8 16,0-2 10-16,5 4-9 0,-1-4 14 0,0 1-3 0,0-4-3 0,5-2-8 15,3 2 2-15,1-1-1 0,2 1 8 0,-6-1 1 16,3 0-3-16,1 0-15 0,4-1 19 0,1 1-16 0,-3-3 20 16,-6 0-2-16,-2-2-8 0,2 2-3 0,3 0 2 0,0 2 0 0,-3-1 7 15,-5-1 1-15,-1 1-2 0,3 2-20 0,3 1 20 0,0 0-16 16,-1-2 33-16,-3 1-4 0,0-1-9 0,4-1-14 0,5 2 5 15,3 0-5-15,-2-2 15 0,-1-1-3 0,0-1-4 0,2-1-6 16,4 1 8-16,0-2-6 0,0 2 9 0,-1-3-6 0,-1 2-5 0,4 2-6 16,1 4 3-16,2-1 2 0,-1 3 21 0,-2 1-1 0,-1 1 0 15,3 1-13-15,0 0 13 0,-1-1-11 0,1 2 17 0,-2-1-4 16,-1 0-8-16,2 0-4 0,-2-2 1 0,0 0 0 0,1-2 4 16,-2 1 1-16,2-2-3 0,3-1-5 0,-3-2 4 0,3-1-6 0,0 0 0 15,-5 0 1-15,-1-3 4 0,0 0-18 0,-2 0 16 0,2-1-12 16,1 2 29-16,-5-2-5 0,-2-1-12 0,2 1-6 0,-2-1 6 15,0 0-5-15,-2-1 9 0,-6 1-2 0,-4-1-2 0,0 0 6 16,-2-1-2-16,-1 3 3 0,-1 0-1 0,-7 1-5 0,-2-1-2 0,-2-1-9 16,-2 2 4-16,-4-2-3 0,-3 2 12 0,-4 2 2 0,0 1-8 15,2 0-18-15,-7 0 17 0,2 1-18 0,-1-1-7 0,-5 4-10 16,4 0-26-16,-3 1-48 0,-3 2 4 0,1-1-21 0,0 2-71 16,-1 2-18-16,1 0-32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5T18:24:55.06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5T18:24:56.551"/>
    </inkml:context>
  </inkml:definitions>
  <inkml:trace contextRef="#ctx0" brushRef="#br0">17688 11176 0,'0'0'0,"0"0"0,0 0 0,0 0 16,0 0 0,-116-64-16,79 51 15,6 5-15,13 11 16,2-3 0,-3 0-16,3 0 15,2 0 1,0-2-16,3 1 15,1 0 1,-10-10-16,-3 0 16,18 11-1,-11-9-15,4 1 16,-2 1-16,1-1 16,-1 0-1,1 1-15,-2-4 16,-2 2-1,0-1-15,0 1 16,5 3-16,3 5 16,4 1-1</inkml:trace>
  <inkml:trace contextRef="#ctx1" brushRef="#br0">9991 7757 256 0,'18'-14'31'0,"-10"8"425"0,1-2-217 0,3 3-4 0,5-2-242 0,5 0 15 16,5 0-8-16,6 1 13 0,-1 1 2 0,-1 1-8 0,1-1-14 0,1 2 12 15,-1 1-10-15,4-1 21 0,-4 1-2 16,-3 0-9-16,0 1 3 0,1 1 18 0,0 0-10 0,1 1 35 0,-1 1-9 0,2 0-6 16,5 2 11-16,1-1-12 0,-2-1 13 0,3 2-14 0,1-1-1 15,1-3-2-15,9 2-16 0,1 1 4 0,3-1-8 0,5-1-3 0,3 2-2 16,5 0-3-16,3-3-12 0,2 0 12 0,0 0-8 0,1-2 26 16,3 2-14-16,4-1-4 0,6 1-3 0,-2 0 3 0,-2 0-3 15,0 0 28-15,1 0-7 0,4 0-3 0,7 1-5 0,-5-1 6 16,1 0 0-16,1 0 22 0,2 0-9 0,4 0-4 0,0 0-26 15,-1-1 18-15,-2 1-15 0,5 0 30 0,-3 0 0 0,-2 0-8 0,3 0-6 16,-2 0 7-16,6 0-5 0,2 0 21 0,-6-1-3 0,1-2 0 16,2-1-29-16,3 1 15 0,4 0-16 0,-1-3 17 0,-5 0-9 15,-1 1-10-15,9-1-6 0,-1 2 3 0,-3-2 0 0,-4 2 7 16,-9-1-3-16,2 1-3 0,3-1-5 0,-4-2 5 0,-3 1-2 0,-4 0 10 16,-2-1-3-16,-1 3-3 0,2-2-1 0,-3 1 3 0,-6-2-3 15,-3 2 5-15,-2 1-3 0,-1 1-1 0,1 0-17 0,-3 0 10 16,-6 1-8-16,-7-1 17 0,-4 1-5 0,-3 2-6 0,1 0-11 15,-2 0 11-15,0 2-7 0,-1-2 19 0,-3 0-5 0,-9 0-8 0,-2 0-13 16,-4-1 2-16,-6 1-5 0,2 0-10 0,-6-1-6 0,-7 1-6 16,-1-1-66-16,-4 1-17 0,-4-2-13 0,-3 0-147 0,-3-2-181 15,-2 3-111-15</inkml:trace>
  <inkml:trace contextRef="#ctx0" brushRef="#br0" timeOffset="24546.03">10190 8744 0</inkml:trace>
  <inkml:trace contextRef="#ctx1" brushRef="#br0" timeOffset="23906.42">6156 8478 395 0,'-2'0'115'0,"1"-1"116"0,-1 1-90 15,0 0 3-15,1-2-31 0,-1 2 8 0,1-1-14 0,0 1-27 0,1-1-11 16,-2 1 29-16,2-2-35 0,0 2 40 0,0 0-10 15,0 0-23-15,0 0-32 0,0 0 18 0,0 0-30 0,0 0 15 16,0 0-3-16,0 0-11 0,0 0-14 0,2 2 25 16,0-2-25-16,0 1 42 0,0-1-10 0,-1 0-15 0,1 0-12 15,0 1 18-15,-1-1-19 0,0 2 32 0,0-1-5 0,0 0-9 0,3 3-9 16,-2-1 16-16,-1 0-19 0,1 3 25 0,1-1-7 0,0-2-13 16,3 3-17-16,0 0 21 0,1 0-23 0,1 2 25 0,-3-4-6 15,1 0-14-15,-1 0-13 0,0-3 17 0,0 7-15 16,0-2 15-16,-4-1-5 0,1 1-10 0,-1 0-11 0,0 0 14 15,4 0-10-15,0 2 17 0,1-1-1 0,-3-2-9 0,0 1-9 0,1-1 9 16,-1 0-8-16,0 0 15 0,1 1-2 0,-1-3-4 0,0 2-8 16,0 1 4-16,0-1-6 0,0 0 3 0,-1-1-5 0,0 0-5 15,0-1-28-15,-1 0 15 0,0 1-16 0,2-2-1 0,-1 1-11 0,1-2-20 16,1 2-53-16,-1-2 1 0,1-1-18 0,1 0-75 0,-1-1-52 16,1-2-51-16</inkml:trace>
  <inkml:trace contextRef="#ctx1" brushRef="#br0" timeOffset="24269.28">6420 8429 1243 0,'-5'7'-231'0,"2"-2"510"0,1 0-54 0,-1 0-61 0,1 1-75 16,1-2 24-16,-1 1-48 0,1 2 21 0,1-3-19 0,-1 2-24 16,-1 0-23-16,0 0 18 0,1 2-21 0,-1 1 35 15,0 0-4-15,-2-1-8 0,1-2-12 0,1 2 27 0,-2 0-28 0,0 6 39 16,-2-1-13-16,1 2-19 0,-1 0-14 0,0 1 9 0,1 0-13 16,-1 0 10-16,0-2-7 0,0 0-11 0,-3 0-20 15,2-1 22-15,-1-2-21 0,1 2 30 0,2-1-5 0,-1-2-14 0,2 1-7 16,-1 1 7-16,2 1-6 0,-1-2 15 0,1 0-1 15,1-2-5-15,0 1-11 0,0-3 12 0,0 2-10 0,0-2 12 16,1-1 1-16,-1 1-6 0,-1-1-5 0,3-2 4 0,-1 1-5 16,1-1-1-16,0-2-5 0,0 2-9 0,0-2-34 0,0-1 1 0,1 0-13 15,-1-1-40-15,3-2-31 0,-1 0-25 0,0-2-276 0,1-1 276 16</inkml:trace>
  <inkml:trace contextRef="#ctx1" brushRef="#br0" timeOffset="25950.55">6698 8712 80 0,'1'-4'-53'0,"-1"2"67"0,2 0 57 0,-2-1-8 15,-2 0 93-15,0 1-4 0,1 0-10 0,-1 0-22 16,0-1 27-16,0 1-43 0,1 0 30 0,0 0-20 0,-1 0-29 0,0 0-15 16,-1 1 11-16,1 1-22 0,1-3 13 0,-1 2-13 15,1-2-11-15,-2 2-2 0,1 0 1 0,1 1-5 0,0-3-6 16,1 2-5-16,0-3-6 0,-1 1-9 0,1 0 5 0,0-3-10 16,0 3 7-16,1-3 6 0,-1 0-1 0,2 1-16 0,-1 0 18 15,0 1-22-15,2 0 28 0,-2-1-1 0,-1 0-14 0,1 2 3 16,1 0 11-16,-1-1-13 0,2 1 8 0,-1-1-1 0,0 2-2 15,0 0-22-15,1 0 14 0,-2-2-13 0,1 1 27 0,-1 0-5 16,1-1-9-16,3 1-10 0,-3 1 8 0,1-1-7 0,0 1 7 16,-1 0 0-16,1 1-3 0,0-2-16 0,-2 3 13 0,1-1-12 15,-3 1 19-15,0-1-3 0,0 1-6 0,-1 0-7 0,5 1 3 16,0 2-2-16,0 1 10 0,2-2-4 0,1 2-2 0,-2 0-14 16,0 3 17-16,2 1-12 0,-1 0 23 0,0 2-5 0,1-1-11 0,1 0-6 15,-1 0 4-15,0 0-4 0,0-1 12 0,-1-1 2 0,2 0-5 16,1-1-9-16,-2-1 6 0,1 0-7 0,-1-2 13 0,-1 1 0 15,2 0 0-15,0-2-7 0,0 1 2 0,1-1-1 0,-3 0 14 16,0-2 0-16,-1 0 1 0,1 0-15 0,-1 0 16 0,1-2-12 0,-1 0 26 16,-1-1-7-16,2 1-9 0,-1-4-4 0,0 3 2 0,0-3-1 15,1 0 1-15,-2 0-2 0,1-2-1 0,-1 2-11 0,0 0 8 0,1 0-7 16,-2 1 6-16,0 0 2 0,0 2-5 0,1-2-16 16,-2 1 16-16,0 0-14 0,0 1 18 0,0 1-3 0,0 0-9 0,-1 2-26 15,0 0 0-15,0 0-10 0,0 0-36 0,0 0-19 0,0 1-15 0,0 2-101 16,0-1-72-16,0 5-12 0,1 0-32 0</inkml:trace>
  <inkml:trace contextRef="#ctx0" brushRef="#br0" timeOffset="33643.62">10911 11229 0</inkml:trace>
  <inkml:trace contextRef="#ctx1" brushRef="#br0" timeOffset="32971.21">7888 8331 455 0,'0'-2'155'0,"0"1"167"0,-2 0-127 16,2 0-15-16,0-2-30 0,0 2-25 0,-1-1-19 0,1 2-28 16,0-1-16-16,0 1 15 0,0 0-24 0,0 0 12 0,0 0-10 15,0 0-15-15,0 0-16 0,-3 0 7 0,1 1-12 0,1 1 18 16,-3 2-5-16,1-1 0 0,-3 2-28 0,-1 1 26 15,2-1-26-15,-3 2 46 0,1 0-7 0,0 0-17 0,-1 2-10 16,-3 2 10-16,1-1-13 0,-1 1 8 0,1 1-4 16,1 0-9-16,0 2-15 0,2-2 16 0,-1 0-16 0,1 3 26 15,1-1-8-15,-1 0-11 0,2-2-2 0,-1-2 2 0,0-2-2 16,6 2 7-16,0 0-3 0,1 2-2 0,-1-2 0 0,-2 0 0 16,-2-1 3-16,0-2 1 0,1-2-4 0,0 1-1 0,0-1-5 15,0 1 1-15,1-3 1 0,0 1-5 0,0-3-1 0,0 2-5 0,1 0-25 16,0-2 16-16,-1 1-17 0,-1-2 9 0,2 0-9 0,0 0-16 0,-1 0-37 15,1 0-14-15,0-2-5 0,1-3-75 0,-1 0-23 0,-1-2-24 16,2-3-212-16,-1 0 270 0</inkml:trace>
  <inkml:trace contextRef="#ctx1" brushRef="#br0" timeOffset="33261.89">7529 8336 508 0,'0'-3'129'16,"1"1"49"-16,2-1 57 0,-1 2-45 0,0-2-52 0,2 2-53 16,-1 0 15-16,-1-1-33 0,3 2 21 0,-2 0-10 15,0 0-18-15,2 0-13 0,-2 0 15 0,3 0-22 0,1 3 10 16,-1 0-2-16,3 0-9 0,3 2 5 0,0 1 3 0,1 0-8 16,6 2 5-16,-1-1-12 0,3 2-6 0,2 2-17 15,-6-1 7-15,0 0-8 0,2 3 12 0,0-2-7 16,4 1-13-16,1-2 3 0,-4-1 2 0,0-1-2 0,1 1 1 0,-3 1-2 15,0 0 1-15,1 0-13 0,-3-2 10 0,-1 0-10 16,1 0 16-16,-2-3-11 0,-2 0-14 0,-3-1-33 0,-2-1 9 16,-3 4-11-16,-1 1-2 0,-1 0-11 0,-2 0-12 0,0 0-60 15,-2 0-27-15,1-3-11 0,-1 1-258 0,0-1 268 0,0 0-57 0</inkml:trace>
  <inkml:trace contextRef="#ctx1" brushRef="#br0" timeOffset="60144.54">18329 5908 256 0,'-15'-3'36'0,"9"-3"538"0,2-1-189 0,-1 2 34 0,2 0-283 0,2 1 21 0,0-1-55 15,1 2-32-15,0-1-14 0,1 2-26 0,-1-1 1 16,1 1 17-16,0 0-17 0,0 1 31 0,-1 1 1 0,1 0-7 0,-1 0 1 16,0 0 12-16,0 0-19 0,0 0 16 0,0 0-10 15,0 0-12-15,-1 3-23 0,0-1 11 0,0 2-18 0,0 2 13 16,1 1-6-16,-1 2-8 0,0 1-5 0,0 1 4 0,1 0-5 16,0 3 2-16,0-1-1 0,0 1-4 0,0 5-12 15,0 0 15-15,0 2-13 0,-2 5 19 0,1-3-1 0,1-1-10 16,-1 1-11-16,0-2 12 0,1 1-10 0,-1 4 19 0,0 1-3 15,1-1-8-15,-1 2-3 0,1 2 4 0,0-1-2 0,-1 0 8 0,1-4-1 16,0-1-4-16,0 0-10 0,0 1 9 0,0 2-8 16,0-1 13-16,0 1 0 0,0 2-6 0,-2-5-12 0,0-2 17 0,0 1-12 15,-1-3 19-15,-2 2-2 0,1 0-11 0,-1-1-5 0,1 0 6 16,-1-2-4-16,1 2 12 0,0-5-3 0,1 0-5 0,0 2-10 0,0-1 10 16,0 1-7-16,1 2 17 0,-1-2-3 0,1-3-7 0,1 0-8 15,1-1 9-15,-1-2-7 0,1 1 12 0,0-1-2 0,0-1-5 0,0 1-5 16,0 0 7-16,2-2-4 0,-1 2 9 0,2-2-1 15,-1-2-6-15,-2-2-6 0,2-3 6 0,0 2-5 0,1-1 14 16,0 1-4-16,-1-1-1 0,0-1-4 0,2 3 0 0,1-3 0 0,1 2 3 16,0 2 0-16,-1-3 0 0,2 0-7 0,0-1 6 0,1 0-4 15,-1 0 12-15,3-1 0 0,1-2-4 0,1 0-7 0,1-1 10 16,3-3-8-16,1 1 17 0,3-3-1 0,3 0-6 0,1-1-8 16,6 0 6-16,1 0-6 0,3 2 7 0,-1-1-3 0,2 0-4 15,-1 1-14-15,0-1 14 0,0 1-10 0,0 0 19 0,3 0-4 0,-1 1-8 16,2 1-8-16,3 2 8 0,-1-2-4 0,1 3 12 0,-2 0 0 15,0 3-7-15,2 2-19 0,-11 1 17 0,-1 0-16 0,-4-3 27 0,-4-3-10 16,3 0-11-16,-2 0-21 0,-4 4 0 0,-1 1-1 0,-4-2-4 16,-2 1-21-16,-1-3-17 0,-1-1-109 0,-3 1-31 0,-1 1-30 15,-4 0-436-15,-1 3 427 0,1-1-107 0</inkml:trace>
  <inkml:trace contextRef="#ctx1" brushRef="#br0" timeOffset="61946.5">17236 6136 1249 0,'-6'0'194'0,"3"0"42"0,0 0-78 16,1 0-20-16,2 0-47 0,0 0-47 0,0 0-24 16,0-1 10-16,3 1-8 0,-1 1 16 0,0 1-3 0,0-2-13 15,0 2-6-15,1 2 12 0,0 0-14 0,1 2 19 0,-2 1-3 16,1-1-9-16,1 4-4 0,-1-1 23 0,2 3-20 0,-1-1 36 16,1 1-9-16,-1 3-15 0,2-1-22 0,-1 2 19 15,1-4-22-15,-2 4 27 0,1-2-7 0,-2 0-13 0,2 1-21 16,-1-3 20-16,1-1-21 0,0 0 32 0,0-2-8 0,0 0-10 15,0-2-10-15,1 1 7 0,-1-2-6 0,0-1 11 0,-1 1 2 16,1-3-4-16,-1 1-20 0,-1 0 19 0,2 0-18 0,-2-2 25 16,1 1 0-16,-1 0-10 0,-1 0-4 0,1 0 4 0,-1 0-5 15,0-1 5-15,-1-1 4 0,-1-1-3 0,1 0-7 0,-1 2 8 0,0-2-9 16,1 1 9-16,-1-1 2 0,0 0-2 0,0 0-4 0,0 0 3 16,0 0-2-16,0 0 3 0,0 0-3 0,-3-3-1 0,2 3-12 15,-1-1 10-15,-2-1-8 0,1-1 20 0,0 0-5 0,-1 1-6 0,0-1-8 16,-1 1 8-16,0 0-6 0,0 0 10 0,0-1-1 0,-1 1-5 15,0-1-9-15,0 1 9 0,-1-2-6 0,0 1 14 0,0-1-3 16,1 1-5-16,-2-3-20 0,0 3 13 0,0-1-11 0,0-1 20 16,3 1 0-16,-2 0-6 0,1 3-8 0,1-1 9 0,-1 2-9 15,0 0 12-15,0 0-2 0,-2 3-2 0,2 0-8 0,1 0 10 0,0 1-5 16,1 0 18-16,-2-1-3 0,3 2-6 0,0-3-4 0,1 1 5 16,1 1-4-16,0-2 9 0,0 1 1 0,0-1-3 0,-1 3-5 15,1-2 5-15,1 2-3 0,0-1 14 0,0 2-5 0,3 0-2 16,-2 0-7-16,-1 2 8 0,0-2-4 0,0 2 14 0,1-1-3 15,3 2-5-15,1-1-5 0,0 0 1 0,1-1-2 0,0 0 3 0,0 0-1 16,1 0 0-16,-1 1-7 0,-1-3 11 0,1-4-9 0,0 4 15 16,-2-5-6-16,1 0-8 0,0 0-2 0,1-1 5 0,1 0-4 15,-1 2 5-15,-1 0-2 0,-1-2-4 0,0 2-7 0,0-3 10 16,-1 0-7-16,1 0 6 0,-1-2-2 0,1 0-10 0,-1-1-18 16,0 0 1-16,0-2-7 0,-1 0-18 0,0-1-5 0,0 0-9 0,1 1-39 15,-1-4-7-15,-1 1-8 0,1 0-63 0,-1 1-19 0,2 0-27 0,-2 0-167 16,0 0 236-16</inkml:trace>
  <inkml:trace contextRef="#ctx1" brushRef="#br0" timeOffset="62084.25">17376 6344 658 0,'1'2'126'0,"2"1"101"0,0 2-19 0,0-1-37 0,1 2-46 0,0 1-38 0,1-2 8 0,-2 2-29 0,2 0-24 16,-2-2-14-16,2 1-14 0,-1 1-11 0,0-3 3 0,0 1-3 15,0-1 7-15,0-3-4 0,0 1-5 0,0 1-10 0,-2-2-6 16,0-1-2-16,-1 0-72 0,0 0-42 0,0-2-20 0,1-2-190 15,-2-1 182-15</inkml:trace>
  <inkml:trace contextRef="#ctx1" brushRef="#br0" timeOffset="62198.08">17335 6272 1325 0,'-14'-1'170'0,"0"-1"42"16,0 2 4-16,2 0-66 0,1 0-79 0,2 2-18 0,3-2-34 0,2 1-20 16,1-1 5-16,2 0-11 0,1 1 12 0,0-1-17 15,0 0-1-15,2 0-58 0,3-2-17 0,1-1 5 0,3 1-86 16,0-3-46-16,1-1-11 0,1 0-224 0,-1 0 233 0</inkml:trace>
  <inkml:trace contextRef="#ctx1" brushRef="#br0" timeOffset="62464.61">17485 6198 1095 0,'-3'4'126'0,"0"1"77"0,0-1-36 0,3 1-43 0,0-1-48 16,0 1-43-16,3 0 28 0,-1-1-32 0,3-1 41 15,1 1-10-15,2 1-22 0,1-1-10 0,2 1 8 0,1-1-15 16,2 1 2-16,-2-2 4 0,1-1-4 0,-2 2-19 0,0 0 20 16,0 1-23-16,-3-1 32 0,-1 1-3 0,-1 0-10 15,-4 0-2-15,1 3 12 0,0-1-12 0,0 2 16 0,-1 1-11 0,-1 0-10 16,-1 2-10-16,0-1 9 0,-1-1-8 0,-1 1 7 0,1-3 0 16,-2 3-7-16,0-1-15 0,1-1 15 0,-3-3-16 15,1-1 28-15,-1 1-6 0,2-3-9 0,3 0-20 0,-1 0 17 16,1-3-18-16,-1 0-5 0,-2 0-9 0,5 0-20 0,-2-4-58 0,0 1-10 15,0-5-17-15,-3 1-132 0,2-2-91 0,-1 0-78 0</inkml:trace>
  <inkml:trace contextRef="#ctx1" brushRef="#br0" timeOffset="62648.66">17563 6068 491 0,'1'13'333'0,"1"-4"119"0,3 1-264 0,1-1-13 15,3 2-43-15,3 1-50 0,0 3-75 0,1-4 17 16,0 2-31-16,-4-2 31 0,-3-4-10 0,1-1-11 0,1-1-57 16,4-2-19-16,0 1-6 0,0 0-132 0,-1-1-71 15,-2 0-24-15</inkml:trace>
  <inkml:trace contextRef="#ctx1" brushRef="#br0" timeOffset="62785.5">17574 6191 1080 0,'2'-2'316'16,"0"1"-178"-16,1-2 123 0,0-2-112 0,4-2 19 16,0 0-67-16,3-3-16 0,0-2-20 0,1-1-24 0,-3 0-30 15,-1 1 9-15,-2-1-16 0,3 3 6 0,3-2-6 0,1-1-5 16,0 0-65-16,0-2-21 0,3 1-5 0,-1-1-180 0,1 1-229 16,2-1-67-16</inkml:trace>
  <inkml:trace contextRef="#ctx1" brushRef="#br0" timeOffset="63665.53">18628 7387 771 0,'-4'0'295'0,"-2"-1"-165"15,4-3 156-15,0 1-147 0,0 1 13 0,2-1-44 0,-6 2-24 16,1 0-15-16,-1-1-31 0,-3 2 0 0,-2 0 14 0,0 0-15 16,-2 3 19-16,-2 0-11 0,3 0-14 0,-4 3-21 0,2 0 11 15,0 0-15-15,0 2 12 0,1 0-3 0,1-2-10 0,-2 2-16 16,3-1 22-16,0-1-20 0,2-3 36 0,2 3-2 15,3-4-12-15,0-1-17 0,2 2 19 0,1-2-20 0,1-1 20 16,0 2-3-16,0-2-12 0,2 1-12 0,2 0 12 0,0-1-11 16,3 1 21-16,1 1 0 0,0 1-7 0,1 1-5 15,0-1 9-15,0 1-7 0,-1 0 12 0,1-1-3 0,0 3-5 0,0 0-10 16,0-1 9-16,0 1-7 0,0 1 16 0,-2-2 0 0,1-1-5 0,1 1-7 16,0 1 7-16,1 1-7 0,-1-3 4 0,-1 2 4 0,-2-1-3 15,-3 0 5-15,-1 3 3 0,-1-2-2 0,-1 2 4 0,0 1-2 16,-2 1-1-16,-1 0-12 0,-2-1 14 0,0 0-10 0,-1-2 23 15,0-1-7-15,-2-1-12 0,1 0-6 0,-2 1 7 0,-2-3-5 16,1 0 5-16,0-1-1 0,0 0-4 0,0-1-8 0,0-1 4 16,0 0-5-16,0-3 8 0,1 2-3 0,0-1-3 0,2 0-24 15,1-1 1-15,1-1-7 0,1 1-17 0,2-2-3 0,1 1-9 0,1-4-50 16,0 0-14-16,3-4-10 0,1 0-102 0,1 1-45 0,1-1-43 16</inkml:trace>
  <inkml:trace contextRef="#ctx1" brushRef="#br0" timeOffset="64581.55">18635 7418 681 0,'2'13'119'0,"0"-1"157"0,2 3-117 0,0-1-37 0,3-2-32 0,3 5-66 15,2-2 9-15,-1 5-25 0,5-6 21 0,-4-1-4 16,-1 1-9-16,0-2-15 0,-2 8 23 0,1-4-23 0,-1 2 25 15,-1-1 0-15,-1-4-15 0,-1 1 11 0,-1-3 1 0,1-1-3 16,-1-1 10-16,1 2-1 0,0-2 0 0,-3 1-32 16,0-2 26-16,0-1-30 0,-2-2 31 0,0 0-4 0,-1-1-11 15,0 0 0-15,0-1 3 0,-2-1-3 0,-1 0 19 0,1-2 3 16,-1 0 2-16,-3-2 0 0,1-2 16 0,-2 1-16 0,0-4 26 16,0 0-14-16,0-2-15 0,-1 0-7 0,0 0 6 0,1-3-7 15,0 1 3-15,2-1-2 0,0 1-7 0,1-4-5 0,0 3 8 16,-1-1-6-16,1-1 15 0,0 0-5 0,1-2-7 0,0 0-20 15,1 0 18-15,1 1-15 0,-1 0 23 0,2 2-2 0,-1-3-10 0,1 4-6 16,-2-2 4-16,2-4-3 0,-1 4 6 0,1-2-4 0,1 2-5 16,1 3-15-16,1-2 17 0,-1 4-12 0,0 0 18 0,3 2-3 15,-1 0-9-15,2 3-13 0,0 0 15 0,-2 2-12 0,2-1 23 16,-2 2-2-16,2 1-8 0,-1 1-8 0,3 2 8 0,-1 0-8 16,0 2 8-16,-1 3 0 0,-1 0-3 0,-1 2-4 0,1 2 8 0,-2-2-4 15,0 1 16-15,-2 2-2 0,0-3-6 0,-1 2-5 0,0 1 7 16,-2-2-4-16,-1 2 15 0,1 0-2 0,-2-2-1 0,-1 0-15 15,1-2 13-15,0-2-13 0,0 0 12 0,-1 2-3 0,1-3-9 16,-1 3-3-16,2-3 5 0,0 1-3 0,0-3 7 0,1-2-1 16,1 1-3-16,-1-3-14 0,2 0 13 0,-1 0-10 0,1-2 19 0,0 1-5 15,1-1-8-15,0-1-10 0,2-2 11 0,1 2-9 0,0 1 14 16,2-2 0-16,-2 3-5 0,2-1-12 0,-1 2 14 0,2 0-8 16,-1 0 17-16,0-1-2 0,1 1-8 0,0-1-16 0,1 0 19 15,0-2-13-15,1 0 19 0,0 2 1 0,1-3-10 0,0-1-5 0,0 0 9 16,1-3-7-16,0 5 7 0,1-4-1 0,-1 1-5 0,1-1-8 15,1-4 11-15,-1 1-6 0,-2-1 15 0,-1 1-4 0,-1 1-8 16,-1-1 0-16,-3 0 4 0,1 2-1 0,-2 0 8 0,-2 2-4 16,-1 0-5-16,0-1-8 0,-2 1 14 0,0 1-9 0,-1-2 16 0,1 3-1 15,-1-1-10-15,-2 1-12 0,1-1 14 0,-1 1-12 16,2 2 22-16,0-2-1 0,-1 3-9 0,2-1-5 0,-1 2 4 0,-1 0-4 16,1 0 2-16,-1 4-1 0,0 1-3 0,-1 1-4 0,2 1 6 15,-1 3-4-15,0 2 7 0,1 0 2 0,-1-1-4 0,1 3-12 16,1-1 18-16,1 0-14 0,0-2 16 0,1-2 0 0,1 1-10 0,0-1-5 15,2 2 7-15,2-2-4 0,0-6 13 0,1 3-5 0,1-6-4 16,1 1-13-16,-1-2 15 0,4 1-10 0,-1-2 22 0,1-3-3 16,1 4-7-16,3 0-8 0,-1-2 4 0,2-2-3 0,1-1 11 15,-1-1-5-15,-3-1-3 0,1-1-9 0,-2 3 8 0,-8 0-5 16,2-1 15-16,-3 1-3 0,-1-1-6 0,3 1 1 0,1-2-3 0,-2 1 2 16,1 2 4-16,-4-1-2 0,1 1 1 0,-2 0-8 0,0 0 8 15,-1 1-5-15,0 0 14 0,-4 1-5 0,2 0-6 0,-1-1-3 16,-1 3 3-16,3 0 0 0,-2-1 9 0,1 2-5 0,0 0-7 0,-1 2-4 15,1 0 6-15,-2 2-3 0,5-1 5 0,2 3-1 0,0 0-1 16,0 3-13-16,-3 0 13 0,-1 2-10 0,1 0 19 0,-1 1-2 16,2-3-7-16,2 2-11 0,-2-3 12 0,3 2-8 0,0-1 20 15,-4 0-2-15,5-1-7 0,-4-5-4 0,0 0 2 0,7-2-2 16,-4-1 4-16,5 0-3 0,1 0-1 0,-2-1-1 0,5-2-1 0,-1 3 0 16,1-1 1-16,1 0 0 0,-2 0-1 0,1-10-30 0,-2 1 11 15,1-1-17-15,1 0-15 0,-2 1-7 0,-1 0-16 0,1-2-55 16,0-2-21-16,-1 1-13 0,0 1-178 0,-1-1-99 0,-1 1-88 0</inkml:trace>
  <inkml:trace contextRef="#ctx1" brushRef="#br0" timeOffset="64947.69">19392 7167 1194 0,'-4'0'179'0,"-1"0"49"0,2 2 21 0,-1 2-85 0,1 1-34 15,1 3-33-15,1 0-40 0,-1 1-16 0,2 1 11 0,0 0-15 16,3 0 9-16,-1 2-9 0,0-2-15 0,2 3-8 0,0-1 8 15,1-2-10-15,0 1 9 0,1-2-7 0,0 0-11 0,1 0-4 16,0-1 9-16,0 0-8 0,-1-3 10 0,1-1-3 16,-1 1-6-16,1-1 1 0,-3-2 0 0,1 2 0 0,-2-2 2 15,-1 0-4-15,0-1-1 0,-2-1-7 0,1 1 9 0,-1-1-6 16,0 0 18-16,-1 0-4 0,0 0-6 0,1 0-15 0,-4-1 16 16,0-2-15-16,-1 2 25 0,-2-1-1 0,0-1-8 0,-2 1-13 15,0 0 11-15,-1 0-11 0,-1-1 13 0,1 3-2 0,-1 0-4 16,1 1-3-16,-2 2 4 0,3 0-3 0,0-1 3 0,1 1 0 15,3 0 0-15,-1 1-8 0,2 1 8 0,0-1-5 0,1 1 7 16,1 2-2-16,1-3-1 0,1 5-8 0,0-3 5 0,0 3-3 0,1 0 18 16,1 1-5-16,0 0-4 0,2-1-3 0,-1 2 7 0,2-2-4 15,-1-2 13-15,0 0-3 0,2-1-4 0,0-1-4 0,0 3 7 16,2-3-5-16,1 1 11 0,0-3-3 0,0-3-5 0,1-1-16 16,2-1 12-16,-1 1-10 0,1-1 14 0,1-1-5 0,-2 0-10 0,2 2-37 15,0-4 10-15,-1 2-20 0,1-2-40 0,0 0-37 0,-1 0-38 16,2 0-371-16,-3-3 349 0</inkml:trace>
  <inkml:trace contextRef="#ctx0" brushRef="#br0" timeOffset="111430.61">9800 13164 0,'0'0'0,"0"0"16,0 0-16,0 0 15,0 0 1,0 0-16,0 0 15,0 0-15,0 0 16,0 0 0,0 0-16,0 0 15,0 0-15,0 0 16,0 0 0,0 0-16,0 0 15,10 95 1,-9-70-16,1 4 15,4 13-15,-1-3 16,-7-17 0,2 3-16,-2-6 15,0-1 1,0-3-16,-1-2 16,-2-3-1,-2-3-15,7-7 16,0 0-16,0 0 15,0 0 1,0 0-16,0 0 16,0 0-1,-76-20-15,70 18 16,1-2 0,-2 0-16,-1-2 15,-1-2-15,-1-1 16,2 2-1,-1 1-15,1-1 16,-3-2 0,1 1-16,-1 0 15,-7-7-15,-1-2 16,1 1 0,1-1-16</inkml:trace>
  <inkml:trace contextRef="#ctx0" brushRef="#br0" timeOffset="112232.2">9506 13274 0,'0'0'0,"0"0"0,0 0 15,0 0-15,0 0 16,0 0-16,0 0 15,0 0 1,0 0-16,0 0 16,0 0-16,0 0 15,0 0 1,0 0-16,0 0 16,0 0-1,0 0-15,0 0 16,0 0-1,28-85-15,-26 56 16,1 5-16,-2 7 16,1 3-1,-1 3-15,-1 2 16,0 0 0,0 1-16,0 0 15,0-1 1,0 2-16,0-2 15,0 1-15,0 2 16,-1-3 0,0 2-16,-1 1 15,-2-1 1,1 0-16,-2 2 16,1 0-1,-1 2-15,2 0 16,0 2-1,-1 0-15,1 1 16,-1 0-16</inkml:trace>
  <inkml:trace contextRef="#ctx0" brushRef="#br0" timeOffset="112673.81">9436 12955 0,'0'0'0,"0"0"0,0 0 16,129-70-16,-60 21 16,40-34-1,30-25-15</inkml:trace>
  <inkml:trace contextRef="#ctx0" brushRef="#br0" timeOffset="113242.38">10667 12756 0,'0'0'0,"0"0"0,0 0 16,0 0 0</inkml:trace>
  <inkml:trace contextRef="#ctx1" brushRef="#br0" timeOffset="112490.17">6257 10652 1080 0,'-7'-2'324'0,"2"0"-93"0,5-1-62 0,0 1-75 0,0-1 5 16,1 1-9-16,-5-1-17 0,1 2-30 0,0 0 32 0,-1-1-40 0,2 0 37 15,0 0-8-15,2 1-20 0,-1 1 0 0,1 0 10 0,0 0-13 16,0 0 7-16,2 0-7 0,-1 0-10 0,-1 4-8 0,1-1 11 16,0 2-13-16,2 2 8 0,0 4-9 0,-1-1-13 15,0 3-10-15,1 1 10 0,-1-1-8 0,-1 2 14 0,1-1 2 16,-4 1-9-16,3 3-15 0,1-4 17 0,-5 0-18 0,6 0 25 16,-5-2-4-16,1-2-11 0,4 0-9 0,0 2 10 0,0 0-8 15,-1-1 17-15,2 1-3 0,-1-2-7 0,0 3-5 0,1-1 7 16,-2 1-5-16,1-1 6 0,-2-1 0 0,1-8-4 0,0 2-3 15,-1-2 5-15,0-3-3 0,1 2 6 0,-1-1 0 0,2 1-3 0,1-2-14 16,1 0 21-16,0 0-14 0,2-2 30 0,1 0-6 0,0 1-13 16,2-2-3-16,0-1 5 0,-1 2-2 0,1 2 9 0,0 0-2 15,0 0-3-15,0 0-15 0,-1-3 13 0,0-2-11 0,1 2 17 16,1 1-2-16,-1-2-8 0,0 3-11 0,-1-2 8 0,0-1-8 0,-3 4 11 16,2-2 0-16,-1 0-5 0,0 1-12 0,-2 0 11 0,2 0-9 15,-1-1 8-15,-1 1-4 0,1 0-8 0,-2-1-13 0,1 2 6 16,-1-1-7-16,0-4-2 0,-1 2-4 0,1 0-9 0,-2-3-34 15,0 4-3-15,-1-3-9 0,0 1-56 0,-1-2-8 0,-1 0-21 0,0 1-57 16,0-2-18-16,1 2-14 0,-1-1-164 0,-1 0 251 0,-2 1-34 16</inkml:trace>
  <inkml:trace contextRef="#ctx1" brushRef="#br0" timeOffset="112735.2">6273 10793 822 0,'-3'0'241'0,"3"1"98"0,0-1-211 0,2 0 21 0,-1-1-25 16,1-1-33-16,2 1-35 0,1 0 23 0,1-1-33 0,3 1 28 16,-2-1-16-16,1-2-22 0,4 0-33 0,-1 0 18 0,-1-1-23 15,0-1 19-15,-2 2-4 0,-1-3-10 0,0 1-11 16,0 2 12-16,0-2-12 0,0 2 9 0,-3 0-11 0,-2 1-12 0,2-2-32 15,-3 1-15-15,-1 2 6 0,0-3-110 16,-1 2-33-16,0-2-20 0,-1 0-131 0,0 0 180 0</inkml:trace>
  <inkml:trace contextRef="#ctx1" brushRef="#br0" timeOffset="112946.02">6244 10606 1796 0,'4'-2'-207'0,"-1"1"444"0,-3-1-44 0,4-2-60 0,2 2-31 16,0-1 22-16,0-1-37 0,0 2 6 0,1-1-15 16,0-1-25-16,3 0-21 0,-1 0 11 15,2 0-20-15,2-3 6 0,-4 1-11 0,0 1-11 0,0-2-13 0,-3 2 6 16,2-1-6-16,0-1 4 0,-1 2-8 0,-1-2-10 0,1 1-40 16,-1 1 2-16,2 0-8 0,0 1-32 0,-1 1-21 0,1 3-10 15,2 0-93-15,1 0-59 0,-1 3 37 0,2 1-205 16,0 5 259-16,1 5 13 0</inkml:trace>
  <inkml:trace contextRef="#ctx1" brushRef="#br0" timeOffset="113291.47">6838 10671 979 0,'-7'-1'297'0,"0"1"-192"0,0-2 119 0,2 2-114 15,0-1 25-15,-1 0-47 0,1 0 26 0,-1-1-23 0,0 1-28 0,-1 0-33 16,0-1 16-16,2 2-24 0,-1 0 35 0,3 0-9 16,-3 0-14-16,-1 0-14 0,3 2 15 0,-4 2-19 0,6-1 18 15,-1 1-8-15,0 3-10 0,1-1-9 0,-6-1 7 0,0 2-8 16,0 2 7-16,1-2-3 0,1 2-5 0,0 0-12 15,-1 0 13-15,2-1-12 0,-1 1 18 0,3-2-3 0,-1 1-8 16,2 0-12-16,1-2 11 0,0-1-9 0,1 0 23 0,0-1-6 16,0 0-8-16,0-1-15 0,1-1 12 0,0 1-9 0,-1-1 15 15,1 0-4-15,0-2-9 0,1 0-38 0,-2 0 5 0,1 0-13 16,2 0-24-16,-3 0-11 0,2 0-15 0,1 0-77 0,-1-2-29 0,3 1-9 16,4 0-124-16,1-1-32 0,-1 2-27 0</inkml:trace>
  <inkml:trace contextRef="#ctx1" brushRef="#br0" timeOffset="113629.61">7017 10612 807 0,'-7'-5'331'16,"1"4"-193"-16,0 1 188 0,-1 2-200 0,3 1 13 0,-2-1-42 15,2 0 4-15,0 1-18 0,1 3-24 0,-1-3-25 16,0 3 15-16,1-1-21 0,-1 0 18 0,2 1-3 0,1 1-9 0,-1-1-21 16,1 0 19-16,0 3-23 0,-1-1 34 0,1 0-4 15,1-1-13-15,-1 4-11 0,1-2 16 0,0 1-19 0,0 0 17 16,-1 0-8-16,-1-1-14 0,1 2-15 0,0-3 10 15,1 0-12-15,-1 0 10 0,1-4-8 0,0 1-9 0,1-1-27 16,1-2-1-16,-1 1-3 0,1-2-21 0,0 0-10 0,2-1-3 0,-1 0-38 16,3 0-10-16,-2-2 3 0,2-1-79 0,1 1-22 0,2-3-29 15,3-2-96-15,1-1 192 0</inkml:trace>
  <inkml:trace contextRef="#ctx1" brushRef="#br0" timeOffset="113934.18">7392 10680 867 0,'-5'0'287'0,"-2"0"-185"0,1 1 129 0,-2 0-123 15,1 2 19-15,0 0-37 0,-2-2 29 0,1 3-23 0,0 0-26 0,0 1-22 16,2-1 6-16,0 1-15 0,1 0 5 0,3 1-1 16,0-2-10-16,2 1-7 0,0-1 8 0,3 0-14 0,3 0 17 15,0-3-7-15,4 1-7 0,0 0-10 0,1-1 5 0,0-1-7 16,2-1 9-16,-2-1-4 0,0 1-8 0,0-1-5 15,-2 2 10-15,-1-3-11 0,-1 2 10 0,-3 0 1 0,1-1-4 16,-3 2-3-16,-1-1 19 0,0 1-17 0,-1 0 30 0,0-1-2 16,0 1-10-16,-2-2-7 0,0 2 4 0,-2-1-10 15,0-1-1-15,-2-1-5 0,0 0-6 0,-1 0-3 0,0-1 1 0,0 2-1 16,1-1-6-16,-1 1 0 0,1 0-5 0,1 1-26 0,-2-2 3 16,2-1-12-16,0 2-23 0,2-2-9 0,-1 0-16 0,3 0-68 0,0 0-45 15,1 2 0-15,2-1-182 0,4-1-45 0,3 0-39 0</inkml:trace>
  <inkml:trace contextRef="#ctx1" brushRef="#br0" timeOffset="114206.87">7810 10588 1181 0,'-13'0'134'0,"0"0"115"0,2 1-71 0,1 0-27 0,0 2-35 16,0-1-46-16,1 1 23 0,5 2-40 0,2 0 19 0,1 2-11 16,2-1-20-16,-4 3-11 0,0-1 11 0,0 2-16 15,0 1 4-15,2 0-4 0,-3 13-23 0,3-12 7 16,1 2-22-16,-1-2 26 0,0 1-4 0,0-1-10 16,1-1-34-16,0-3 13 0,0-2-18 0,2-1 0 0,-1-1-15 0,4-1-12 15,-1-1-114-15,1-2 51 0,-1 0-51 0,2 0 12 16,-4-1-63-16,4-5-54 0</inkml:trace>
  <inkml:trace contextRef="#ctx1" brushRef="#br0" timeOffset="114456.92">8046 10508 575 0,'-9'0'394'15,"1"2"88"-15,-1 1-275 0,-1 1-92 0,-1 3-20 0,-1-1-23 16,0 3-32-16,-1 0 26 0,0 1-32 0,0 1 41 0,0-1-13 15,3-1-16-15,0 2-17 0,3 1 15 0,3-2-19 0,2 0 29 16,2-1-7-16,3-1-11 0,4 1-21 0,2-1 20 0,0 0-22 16,3 0 36-16,1 0-10 0,0 1-17 0,2 0-24 15,-3-2 18-15,0 4-21 0,0-1 20 0,-6 0-2 0,1 2-9 16,-2 2-29-16,-4 0 27 0,-1-3-25 0,-3 3 50 0,-1-2-7 16,-3 0-17-16,-2-1-6 0,-1 2 12 0,-1-3-10 0,-2 0 12 15,1-2-5-15,0-2-11 0,-1 0-24 0,1-3-4 0,1 0-7 16,1-3-44-16,2-1-20 0,2-2-24 0,4 1-149 0,2-5-113 15,5-2-18-15</inkml:trace>
  <inkml:trace contextRef="#ctx0" brushRef="#br0" timeOffset="148811.6">10220 13357 0,'0'0'0,"0"0"15,0 0-15,0 0 16,0 0-16,0 0 16,0 0-1,0 0 1,119 101-16,-57-54 16,-13-13-16,14 7 15</inkml:trace>
  <inkml:trace contextRef="#ctx1" brushRef="#br0" timeOffset="148918.37">6220 14047 401 0,'-1'2'75'0,"0"-2"82"0,0 0 26 0,-1 0-39 0,0 0-15 15,1 0-28-15,-1-2-44 0,-2-2-35 0,3 0 18 0,0 2-29 0,-1-3 13 16,1 1 4-16,-1 0-5 0,-1-1-2 0,2 1 22 0,-1 1-19 16,1 0 64-16,0-1-11 0,0 0-11 0,-2 0-12 15,1 0 20-15,0-1-23 0,-1 1 28 0,-1-2-9 0,1-1-15 0,-1 1-22 16,0 0 20-16,1-3-27 0,-1 1 22 0,1 0-8 0,-2 1-17 16,1-2-14-16,0 0 11 0,0 4-14 0,1-3 17 15,0 3-3-15,0 0-8 0,1-6-1 0,-2 2 5 16,3 0-6-16,-1 0 9 0,1 2 1 0,0 2 0 15,-1-2-22-15,0 1 23 0,0 1-21 0,1-2 30 0,-1 2-3 0,1 0-11 16,-3-3-12-16,2 3 8 0,0-1-9 0,0 0 12 0,0-1-6 0,0 1-5 0,1 1-5 16,1-3 1-16,0 3 1 0,0-2 7 0,1 1 1 0,0 1-1 15,2 0-12-15,-1 0 8 0,0 0-9 0,1-1 5 0,0 1 1 0,0 0-2 16,2 0 1-16,-1-3 1 0,-1 1 2 0,2 2-1 0,-2-2 0 16,-1 2-2-16,3 0 0 0,-3-2 2 0,2 4-1 0,-2-2 6 15,0 2-3-15,1-1-2 0,0 2-8 0,-1-1 6 0,0 2-3 16,0-1 10-16,0 1-3 0,0 1-5 0,0 0-15 0,1 1 16 15,2 2-11-15,-1 0 27 0,1-2-7 0,-2 3-6 0,2 0-2 0,-4 1-1 16,2-2 2-16,-2 4 3 0,0-3 0 0,-1 2-1 0,0 2-7 16,-1-2 3-16,0 2-2 0,-1 0 8 0,2-3-1 0,-1 0-4 15,0 0-8-15,0-1 7 0,-2 1-4 0,2-1 14 0,0 1-5 0,1-3-6 16,-2 4-8-16,0-3 11 0,-1-1-6 0,2 2 12 0,-1-3 0 16,1 1-6-16,0 0-5 0,-1-2 5 0,2 1-5 0,0 0 8 15,-2-1 2-15,2 0-3 0,0 0-11 0,0 0 10 0,0 0-8 16,0 0 17-16,2-2-4 0,-2 0-3 0,1 1-10 0,1 0 3 15,1-2-2-15,-2 2 10 0,3 0-1 0,-2-1-3 0,1 1-9 16,2 0 8-16,0 0-6 0,0-1 10 0,1 1-2 0,-1 0-3 0,-1-1-8 16,1 0 8-16,-1-1-5 0,0 1 15 0,-4 0-2 0,0 1-6 15,0 0-8-15,0 0 5 0,0 1-5 0,2 0 13 0,-1 0-2 16,1 0-2-16,1 0-10 0,-1 2 8 0,0-1-5 0,0 2 10 16,-1 0-1-16,0-1-5 0,0-1-4 0,0 2 7 0,-1 0-5 0,0 0 9 15,0-1 0-15,0 2-3 0,-1-2-5 0,0 1 4 0,-1-1-3 16,-1 1 6-16,1 1-2 0,-1-2-4 0,0 2-6 0,0-1 11 15,0 2-7-15,-1-3 12 0,4 1-1 0,-3 1-9 0,3-3-8 16,1 1 12-16,-4 0-9 0,3-1 13 0,-5 2 0 0,1-1-9 0,0-1-1 16,-1 2 4-16,1 0-3 0,0-1-1 0,1-1-1 0,1 1-2 15,-1 0-17-15,2 0-2 0,-1-2-5 0,1 1-24 0,1-1-13 16,0 0-13-16,1-1-49 0,1-2-25 0,1 0-3 0,1-2-153 16,1 3-23-16,2-3-53 0</inkml:trace>
  <inkml:trace contextRef="#ctx1" brushRef="#br0" timeOffset="149519.48">6352 13729 208 0,'-3'3'154'0,"0"-2"-10"0,0 1 117 0,1-1-62 0,0-1 33 0,0 0-78 0,-1 0-20 16,0 0-25-16,1 0-33 0,-1-1-33 0,1-1 11 15,-1 2-24-15,2-1 17 0,0 1-5 0,1 0-10 0,-1 0-21 16,0 0 22-16,1 0-24 0,-2 0 45 0,2 0-11 0,0 1-15 0,0 2-10 15,0-1 13-15,2 0-15 0,-1 2 20 0,0-2-7 16,0 1-5-16,1 2-26 0,0-1 13 0,2-2-15 0,0 3 24 16,0-2-3-16,0 1-10 0,-1 0-9 0,2-3 10 15,1 1-10-15,-1 1 19 0,0-1-3 0,0-2-5 0,-1 2-4 16,0-2 8-16,-2 0-5 0,3 0 15 0,-2 0-1 0,0 0-5 0,0-2-12 16,-2 2 14-16,1-1-11 0,-1 0 21 0,0 0-6 0,-1-1-10 15,2 0-1-15,-2 1 3 0,0-1-1 0,0 1 6 16,-2-2 0-16,1 1-5 0,0 1-8 0,-1-3 9 0,0 1-8 0,0 1 12 15,-1 0-2-15,0 1-3 0,0 1-14 0,-1-1 12 0,1 1-10 16,-1-2 12-16,0 1-5 0,1 0-8 0,-1 1-18 0,2-1 16 0,0 1-16 16,-1-2-2-16,2 0-10 0,-1-1-23 0,0-1-46 0,1 3-16 15,-2-3-9-15,2 0-124 0,0 2-71 0,1-3-59 0</inkml:trace>
  <inkml:trace contextRef="#ctx1" brushRef="#br0" timeOffset="150320.78">5944 13446 405 0,'-1'7'114'0,"1"-3"90"0,-2 1 31 0,1 0-49 0,1-1-43 0,0 0-65 0,-1-2 26 0,1 1-43 0,0-1 26 0,0-2-14 0,0 2-25 0,0-2-11 0,0 0 13 0,0 0-18 0,0 0 20 15,0 0-9-15,0 0-10 0,1 0-9 0,-1-2 11 0,0 1-13 16,1 1 14-16,1-1-3 0,-1 0-7 0,0-3-14 16,1 1 19-16,-1-1-21 0,1 0 26 0,1 1-11 0,-1-3-12 15,1 3-5-15,0-3 4 0,0 0-3 0,0 1 8 0,0-1-3 16,0-2-4-16,0 1-7 0,1 0 9 0,-1 2-9 0,2 0 18 16,-2-1-8-16,1 1-9 0,0-5-3 0,-1 4 7 15,0-2-5-15,0 4 6 0,-1 0 0 0,0 3-4 0,0-2-5 16,0 2 5-16,0 0-5 0,0 0 5 0,0-1 0 0,2 2-2 0,-1 2-16 15,0-2 18-15,1 1-14 0,-1-1 27 0,2 1-2 0,-1-1-9 16,2 3-7-16,-1 1 8 0,1-3-8 0,1 4 10 0,-2-1 0 16,2 1-4-16,0-1-7 0,0 1 15 0,-1 0-12 0,0-1 23 0,-2-2-6 15,2 4-13-15,0-3-7 0,-1 0 9 0,1 0-8 0,1-1 12 16,-4-2-5-16,1 4-6 0,1 0-12 0,-2 0 13 0,1-1-8 16,-1 3 19-16,-2-3-11 0,1 0-10 0,1 0-34 0,0 2 2 15,-1-2-10-15,-1 3-33 0,1-3-29 0,0 1-33 0,0 0-246 0,0-4-46 16,5 1-65-16</inkml:trace>
  <inkml:trace contextRef="#ctx0" brushRef="#br0" timeOffset="160820.22">13807 11348 0,'0'0'0,"0"0"16,0 0 0,3 85-16</inkml:trace>
  <inkml:trace contextRef="#ctx0" brushRef="#br0" timeOffset="161808.42">10797 14731 0,'0'0'0,"0"0"16</inkml:trace>
  <inkml:trace contextRef="#ctx1" brushRef="#br0" timeOffset="161711.45">6531 14649 217 0,'-1'0'1'0,"1"-2"30"16,-1 1-19-16,1 1 114 0,-1-1 67 0,0 0-49 16,1-2 39-16,-2 2-21 0,1-2-45 0,-1 3-33 0,0-1 29 0,0 0-48 15,0 1 23-15,0-2-12 0,0 0-17 0,1 0-14 0,-3 0 18 16,2 1-21-16,0-3 37 0,-1 1-12 0,0 1-20 15,2 0-10-15,-2 1 19 0,2-1-22 0,-2-1 25 0,1 0-7 16,0 1-13-16,0-2-12 0,1 1 12 0,-2 0-16 0,1-3 14 16,0 4-7-16,-2-3-7 0,1 0-3 0,0 0 7 15,-1-1-8-15,0 3 14 0,1-3-6 0,-2 3-6 0,1-4-19 0,0 2 22 16,0 0-19-16,0 1 25 0,1-1-2 0,0 1-15 0,0-3-1 16,1 0 4-16,0-2-5 0,0-1 5 0,-1-2-2 0,2 2-3 15,-1-4-10-15,1 1 8 0,0-2-7 0,0 2 10 0,-1-1-2 16,0 1-3-16,1 3-11 0,0-2 9 0,1 3-7 0,-1 1 10 15,1-1-1-15,0 1-6 0,0 0-12 0,0 2 16 0,0 1-11 0,1 1 23 16,-1 0-2-16,0-1-9 0,1 2-10 0,0-1 10 0,0 2-9 16,0 1 15-16,1-3-3 0,0 1-7 0,-1-1-2 0,1 2 1 15,0-2-1-15,2 0 4 0,-2 0-2 0,1 2 0 0,1-2-6 16,0 1 4-16,0 1-5 0,-1 0 6 0,0 1 2 0,1 0-3 0,-2 0-7 16,1 1 8-16,-1 1-7 0,0 0 10 0,-1 0 2 0,0 2-3 15,-1 1-15-15,1-2 18 0,-1 4-14 0,0-3 24 0,-1 3-3 16,-1-3-12-16,1 4-6 0,-2-1 8 0,1 1-7 0,0 0 8 0,0 0 1 15,-1-2-6-15,2 1-8 0,-1-1 8 0,1 0-7 0,0 1 8 16,0-3 0-16,1 3-3 0,-1-3-12 0,1-1 14 0,-2-2-10 16,1 1 17-16,1-1-1 0,-1 0-6 0,1 0-11 0,0 0 12 15,-1 0-10-15,1 0 20 0,0-1-3 0,0-1-7 0,0 0-4 16,0 1 6-16,0 1-4 0,0-2 5 0,1 1-3 0,0-2-5 0,2 3-3 16,-1-2 5-16,0 1-1 0,1-1 6 0,1 1 1 0,-1 1-4 15,2 0-16-15,-1 0 17 0,1 0-13 0,-2 0 21 0,1 0-1 16,1-1-7-16,-1 1-4 0,1-2 4 0,-1 2-4 0,2 2 10 15,-1-1-2-15,-1 0-4 0,1-1-2 0,-1 0 3 0,-1 0-1 16,1 2 1-16,-1-1 1 0,1 1-2 0,-2 0-11 0,0 2 11 16,0-2-8-16,-1 1 20 0,-1-1-1 0,1 2-8 0,-1 1-12 0,0 2 13 15,-1-4-11-15,0 1 22 0,-2-1-5 0,0 1-8 0,-1 2-7 16,0 2 6-16,-1 1-4 0,0 1 14 0,-1 0-2 0,0 2-5 0,1 0-17 16,-1-1 15-16,2-2-12 0,-1 0 23 0,1-2-4 15,0 0-9-15,2-2-9 0,0 0 9 0,0-1-9 0,-1 1 3 0,2-2-12 16,0-2-15-16,0-1-44 0,1-1-15 0,0-5-7 0,0 0-117 15,0-4-57-15,1-6-55 0</inkml:trace>
  <inkml:trace contextRef="#ctx1" brushRef="#br0" timeOffset="162369.46">6345 14201 587 0,'-3'3'242'16,"0"-3"-112"-16,-2 2 138 0,2-1-131 0,1 0 15 0,0-1-56 16,1 0-23-16,1 0-9 0,0 0-20 0,0 0-14 0,0 0 10 15,0 0-18-15,0 0 14 0,0 0-8 16,1 0-7-16,0 0-16 0,-1 0 11 0,0 0-12 0,2-4 28 0,-1 3 2 0,1 0-6 15,-1-3 2-15,1 1 8 0,0 2-11 0,-2-4 7 0,1 2-3 16,0-2-5-16,0 0-5 0,1-1 7 0,0-1-10 16,1 0 3-16,-1-1-5 0,2-1-7 0,-1-1-14 0,1 1 20 15,1 0-19-15,-1 0 21 0,0 3-1 0,-1-3-15 16,1 3-3-16,-2 1 12 0,0 2-10 0,0-1 22 0,-1 2-3 16,2 1-6-16,-2-3-11 0,1 3 9 0,-1 0-8 0,1 1 14 0,1 0-4 15,-1 0-3-15,0 1-18 0,1 2 17 0,1-1-13 0,-2-1 26 16,1 2-4-16,1 1-9 0,-1-2-22 0,1 2 16 0,-1 1-15 15,0-1 23-15,1 0-1 0,-1-1-7 0,0 2-13 0,1-1 9 16,-1-1-12-16,1 3-8 0,-1-4-17 0,0 3-17 0,1-2-75 0,0 3-41 16,1-1-6-16,1 0-263 0,1-1 265 0,2 0-41 0</inkml:trace>
  <inkml:trace contextRef="#ctx1" brushRef="#br0" timeOffset="162779.2">6703 14340 881 0,'-4'3'307'0,"7"-2"-180"15,-4 2 149-15,-3 0-98 0,2-1-8 0,1 1-22 0,-1 1-62 0,0-2-16 0,1 0-25 16,0-1-10-16,0 2 2 0,1 0-9 0,0 0-5 0,0 3-1 15,1 2-3-15,-1 1-18 0,1-1 22 0,0 2-22 0,2 1 37 16,-1-2-14-16,0 2-15 0,0 2-5 0,1-3 1 16,-1 0-1-16,1 1 0 0,0-2-2 0,0-2-6 0,-1 0-32 15,-1-2 0-15,0 0-10 0,2-1-57 0,-6 1-35 0,-1-3-16 16,2 1-166-16,-1-2-128 0,6-1-9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29:18.76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7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8:38:33.383"/>
    </inkml:context>
  </inkml:definitions>
  <inkml:trace contextRef="#ctx0" brushRef="#br0">2381 15197 256 0,'0'-3'11'0,"-3"2"176"0,3-1-57 0,-1 1 10 0,1 0-80 16,0-2 10-16,-1 2-21 0,1 0-23 0,-1 0-2 15,1 1-11-15,-1 0 14 0,0-2 24 0,0 1-14 0,-2 1 66 16,3 0 0-16,-2 0-10 0,1 1 5 0,-1-1 29 0,0 2-36 16,-1-2 21-16,-1 2-15 0,2-1-22 0,-2 1-30 0,0 0 20 15,3-1-30-15,-1 1 25 0,1-1-11 0,1 0-20 0,-1 2-7 16,1-3 7-16,0 0-11 0,0 1 5 0,0-1-3 15,1 0-3-15,0 1-5 0,-1-1 5 0,2 0-5 0,0 0 15 16,-1 0-4-16,2 0-6 0,2 0-4 0,-1-1 3 0,1 0-4 16,0-2 3-16,-1 1 2 0,0-1-3 0,2-1-11 0,-1 1 7 15,1-1-10-15,2-1 10 0,0-2-1 0,0 1-1 0,1-2-20 16,-1 0 16-16,1-1-15 0,-1-1 27 0,4 0-7 0,-1-3-9 16,2-1-11-16,1-3 13 0,1-1-8 0,-1 2 16 0,0-1-1 15,-1 1-11-15,2-2 2 0,-1 1 0 0,0 2 0 0,-1-1 4 0,-2 5-4 16,-2 0-2-16,2 5-8 0,-2 1 11 0,-3 0-5 0,2 2 16 15,-3 1-6-15,-1-2-6 0,1 4-8 0,-2 0 7 0,-1 1-4 0,0 4 14 16,2-2 4-16,-2 2-6 0,3 1-19 0,-2 3 19 0,0 2-17 16,2 1 27-16,-2 1-4 0,-1 0-7 0,2 1-11 0,-2 0 15 15,1 0-10-15,1 2 29 0,0-5-4 0,0 2-7 0,0-2-19 16,1 1 18-16,-2-1-15 0,0 0 29 0,2-4-7 0,-2 0-12 16,-1 0-11-16,3 0 5 0,-3-2-5 0,-1 0 10 0,5 0-4 0,0 0-4 15,-1-1-7-15,0 0 3 0,-3-1-5 0,1-1-10 0,2 2-13 16,-1-1-11-16,2-1-61 0,-1 2-12 0,0-3-12 0,4 1-126 15,-1-1-138-15,2-1-90 0</inkml:trace>
  <inkml:trace contextRef="#ctx0" brushRef="#br0" timeOffset="4636.01">5048 15972 256 0,'-2'2'21'0,"-1"-1"298"0,0-1-136 0,-2 0 8 0,1 0-187 15,0 0 2-15,2 0-7 0,0 0 4 0,1 0 3 0,1 0 1 16,-1-1-5-16,1 1 23 0,0-2-17 15,1 0 22-15,0 1-7 0,1-2-10 0,0-1-7 0,2 2-2 0,-2-2 2 0,1-1 1 16,1 1 1-16,-2 0-2 0,1 0-15 0,2-1 12 0,-2 2-13 0,2-2 27 16,-2 1-2-16,2 3-1 0,-1-3 11 0,1 1 6 0,0 0 2 15,1-3 12-15,1 0-11 0,-2 1-12 0,2-1-15 0,0 0 8 16,-1-1-8-16,3-1 5 0,-1 1 1 0,1 0-6 0,-1 0-6 16,2-1 11-16,1 2-7 0,1-2 21 0,-1 0 0 0,1-1-4 0,-2-4-30 15,2 2 28-15,-7-3-27 0,1 1 23 0,-2 0 2 0,2 0-10 16,5-1-20-16,1 2 13 0,1-3-12 0,-1 3 22 0,0 0-1 15,1 2-8-15,-2 0-14 0,-2-1 19 0,-1 1-16 0,-1 1 19 16,-2 3-6-16,2-2-10 0,-1 2-10 0,0 2 13 0,-1 0-7 0,-2 2 29 16,1 2-8-16,-3 0-9 0,-1 0-5 0,1 1 10 0,-1 3-6 15,0 1 23-15,0 2 1 0,0 2-1 0,0 2-10 0,0-2 15 16,0 2-11-16,0 1 24 0,0 0-5 0,-1-1-12 0,0 3-22 16,-1-1 15-16,1 1-15 0,0-2 18 0,1 0-9 0,-1 2-11 0,1-1-3 15,0 1 3-15,-1 0-1 0,1 1 9 0,0-2-5 16,0-3-4-16,1 3-19 0,1-1 20 0,1 3-15 0,-1 0 22 0,1 0-9 15,3-1-18-15,-1 0-57 0,3-1-29 0,2 1-7 0,2-3-206 16,1 2 194-16,3-2-34 0</inkml:trace>
  <inkml:trace contextRef="#ctx0" brushRef="#br0" timeOffset="16329.43">10678 10567 164 0,'-4'-1'-35'0,"4"1"-71"0,-2 0 85 0,4 0 20 15,-2 0 1-15,-3-1 0 0,1 1 0 0,-1-2 0 0,-1 1 0 16,1 0 14-16,-2 0-7 0,2-1 25 0,2 0-9 0,-2-1-8 0,1 1-12 15,1-2 6-15,-2 0-2 0,2 1 20 0,-1 0-1 0,-1-1-6 16,3 1-19-16,-1-1 24 0,0 2-21 0,0-1 28 0,0 1-5 16,1-1-9-16,-1 0-7 0,1 3-2 0,-1-2 3 0,1 1 8 15,0-1 1-15,0 0-1 0,0 1-29 0,-2 1 27 0,2 0-26 16,2 0 27-16,-2 0-8 0,0-2-11 0,0 2 0 0,0 0-2 0,0 2 5 16,1-2 0-16,0 0 2 0,0 0-3 0,1 0-13 0,0 0 24 0,1 2-18 15,1 1 28-15,-2-1-7 0,4 1-13 0,-3 1 3 16,1-1-5-16,1 3 7 0,0-1-2 0,-1 2 2 0,2 0 0 0,-3-1-24 15,2 1 23-15,-5-1-21 0,-1-1 26 0,1 0 0 0,-2 0-11 16,5 2-5-16,-1-1 7 0,1 1-5 0,1-1 14 0,-2 0 3 16,0-1-1-16,-1 2-8 0,1 1 11 0,0-1-11 0,-1 0 6 15,0-1-2-15,0 2-3 0,1-1-5 0,1 1 9 0,-2 0-5 16,1-1 13-16,-1 1-4 0,0-1-12 0,2 1-8 0,-1 0 16 16,1 0-14-16,-2-2 16 0,2 1-6 0,0-1-7 0,0-1-3 0,1 2-1 15,-1-2 3-15,0-1 11 0,1 1-1 0,0-2-4 0,1 1-20 16,1-1 26-16,1-1-22 0,-1 2 29 0,1-1-4 0,-3-2-12 15,1 0 4-15,0 2-6 0,1-2 8 0,1 1 7 0,0-1 0 16,1-1 0-16,0 0-24 0,1 1 25 0,0-1-23 0,0 0 25 16,0-1 0-16,0 0-11 0,0-1-19 0,1 1 23 0,0 0-19 0,0-1 33 15,-1 1-5-15,1-1-16 0,2 0-8 0,-1 0 8 0,1 0-8 16,2 1 14-16,-2-1-5 0,0-1-1 0,1 0-5 0,0 2 1 16,1-1 1-16,-1-2 18 0,2 3-3 0,-1-2-5 0,2 0-22 0,1 1 27 15,-1 1-23-15,2-1 31 0,-8 1-3 0,1 1-11 0,-2-1-18 16,0 1 9-16,7 0-9 0,-1 0 19 0,1 1 2 0,1 2-8 0,0-3-21 15,-1 2 31-15,-1 1-27 0,-1-1 28 0,0 0-3 16,0 0-11-16,1 1-6 0,1-2 5 0,1 0-2 0,0 0 12 0,0-1 3 16,2 0-8-16,1 2-10 0,1-2 16 0,0 0-15 0,-1 0 16 15,0 0-1-15,0 0-6 0,5 1-6 0,2-1 2 0,-4 0-2 16,1 0 3-16,-6 0 7 0,-3 1-2 0,5 1-20 0,1-2 30 16,4 1-28-16,0 0 29 0,-4 0-9 0,0 2-12 0,3 1-11 0,-2 0 16 15,2-2-7-15,-2 1 32 0,1-2-3 0,0-1-13 0,3 0-14 16,0 1 17-16,2-1-15 0,1 2 15 0,-1 0-4 0,-1 1-8 0,0-3 11 15,-4 0-6-15,-1-2 9 0,3 0-6 0,-2 1 0 0,4-2-5 16,1 2-6-16,-3-2 8 0,0 1-8 0,0 2 1 16,0 0-1-16,1 2-1 0,3 0-9 0,-2-1 12 0,0-1-6 0,-1-3 20 15,0 1-5-15,1 0-9 0,0 1-19 0,-2-1 22 0,-5-1-18 16,-4 0 29-16,-2 2-3 0,0-3-9 0,8 2-11 0,-1 2 5 16,0-2-4-16,-1 2 18 0,-4-1-3 0,-1-3-6 0,2-1-7 15,-1-1 7-15,1-1-4 0,0 2 9 0,1-1-1 0,-2 0-4 0,1-1 1 16,-2-1 1-16,-1 2 2 0,-1-2 8 0,-3 2 0 0,-1 0-4 15,0-3-12-15,-1 1 18 0,-3 0-15 0,1-1 22 0,-2 2-3 16,0-2-8-16,-1 0-10 0,-1-2 6 0,0 1-7 0,-1-1 11 16,-1 0-1-16,0-3-6 0,-1 0-15 0,-2-4 22 0,2 0-20 0,-2-2 17 15,-1-1-2-15,-1 5-8 0,-1-2-9 0,1-3 10 0,-2 0-5 16,-1-6 20-16,0 4-2 0,0 0-11 0,0-2-7 0,-1 1 9 16,0-2-8-16,-1 2 10 0,2 0-1 0,-1-1-3 0,2-1-14 15,-2-1 12-15,0-2-8 0,1-1 25 0,0-4-4 0,1 2-9 0,0-1-7 16,2 0 8-16,-1 2-7 0,1-1 3 0,-1 1-1 15,0 1-1-15,1-2-9 0,0 4 9 0,0-3-5 0,-1 1 15 0,0 2 2 16,0 0-9-16,-2-1-11 0,-1-6 14 0,-1 3-14 0,1-3 14 16,-2 3-1-16,-3 2-4 0,-1 0-7 0,0 2 3 0,-3-1-3 15,1-1 19-15,1 2-7 0,0 0 0 0,6 0-19 0,-1 1 11 16,0 1-9-16,-1-1 23 0,-5 0-1 0,0-1-5 0,-1-2-12 0,2 0 2 16,2-1-4-16,-1 3 13 0,0 4 0 0,1-2-1 0,-2 2-15 15,-1-2 15-15,-2 3-13 0,0 2 18 0,1 0-3 0,0 3-7 0,0-1 4 16,0 0-5-16,-2 2 7 0,1 3-1 0,-2 0 0 0,-4 2-2 15,-2-2-6-15,-1 2 4 0,-1 0-3 0,4 0 5 0,-2 4-2 16,-2 1-2-16,-3-1-4 0,-4 3 1 0,3 1 0 0,0 1 13 16,3 0-6-16,-1 1-1 0,0-4-9 0,0 3 7 0,-1-3-6 15,0 5 5-15,-1 1-1 0,-2 0-6 0,5 1-8 0,-3 2 12 16,0 0-9-16,0-1 19 0,-4 2 2 0,2-1-6 0,2 0-12 16,-3 1 15-16,0 0-14 0,1 2 18 0,1 3-5 0,-1 0-5 0,-3 2 2 15,0-1-6-15,0 0 6 0,3 0-2 0,2 1 3 0,0-1 0 16,0 3-7-16,-2-2 15 0,1 2-14 0,1 0 6 0,2 1 2 15,0-3-4-15,2 1 1 0,0 1-4 0,1-1 3 0,-1 4 1 0,2-1 0 16,0 2 2-16,0 1-8 0,4 0 9 0,1 3-8 16,0-1 8-16,0 0-1 0,-2-2-1 0,2 1-10 0,0 0 6 0,2 3-6 15,1 3 15-15,1-2-3 0,4-2-3 0,-1 0-4 0,2 1 4 16,0-2-4-16,2 1 3 0,1-2-1 0,2 1-1 0,0 3-11 16,4 0 14-16,0 2-9 0,2 2 14 0,2-1 3 0,0 3-15 0,1 3 4 15,0 1 11-15,2-1-9 0,0 1 1 0,2-1 0 0,-1-2-5 16,2 3-2-16,-1-4 5 0,2 0-3 0,0-1 3 0,1-3 2 15,-1 0-5-15,5 2-7 0,-2-2 12 0,1 1-11 0,1 1 7 0,0-3-5 16,-1 4-5-16,3 3 0 0,0 2 1 0,2 0 2 0,-1 3-1 16,0 0-1-16,-2 1-2 0,3 0-8 0,-4-1 10 15,1 0-9-15,0-1 1 0,-3-2-3 0,3 0-7 0,-8 3-2 0,0 1-2 16,0-1 2-16,-1-1-10 0,4-2-4 0,0-2-7 0,-1 1-41 16,4 0 1-16,1-4-24 0,0 1-92 0,3-2 40 0,1 1-10 0</inkml:trace>
  <inkml:trace contextRef="#ctx0" brushRef="#br0" timeOffset="118755.59">24836 16071 503 0,'-6'0'145'0,"2"-1"191"0,-1 1-201 15,1 0-41-15,1 0-7 0,1 0 12 0,0 1-20 0,2-1-19 0,0 0-26 0,-1 0 1 0,1 1-5 0,0-1 4 0,0 0 1 0,0 0 0 0,0 0-13 16,0 0 9-16,0 0-9 0,0 0 14 0,0 0 0 16,0 0-6-16,0 0-22 0,-1-4 27 0,0 3-24 0,1 0 24 0,-1-2-8 15,1 2-16-15,-1-2-12 0,-1 2 15 0,1-1-13 0,0 0 12 16,0 0-1-16,0 1-12 0,0-1 1 0,0 0 9 0,1 0-7 15,-3 0 6-15,2 1 2 0,0-1 0 0,0 0-13 0,-1 0 12 16,1 1-10-16,-2 0 18 0,1 0-3 0,0 1-7 0,0-2-7 0,-1 2 12 16,1-1-9-16,-1 1 11 0,0 1-2 0,-2 1-8 0,1-2-13 15,-1 2 10-15,-1 2-9 0,0 0 18 0,-2 0-2 0,0 1-4 0,-1 1-12 16,1 1 7-16,0-1-7 0,-3 2 12 0,2 1-3 16,-3 0-5-16,0 1-8 0,1 0 12 0,1 2-6 0,1-1 17 0,1-1-4 15,2 1-8-15,2-2-8 0,-1 1 6 0,0-1-3 0,1 2 13 16,-2 1-2-16,3-2-4 0,1 2-9 0,-1-2 9 0,9 4-7 15,-6-1 8-15,2 0 1 0,-2 1-5 0,0-4-3 0,2 0 3 16,-3-2-2-16,4-1 6 0,-4 1-4 0,5 1-5 0,0 0 3 0,2 1 0 16,3-1 3-16,-1 1 5 0,1-1-1 0,0-2-1 0,-2-3-6 15,4 1 3-15,1-1-3 0,-1 1 7 0,2-1-2 0,-3 1-2 16,0-3-9-16,0 2 9 0,0-1-5 0,-1-1 16 0,0 0-5 16,-2-2-6-16,1 0-9 0,-3 0 12 0,2 0-6 0,0-3 13 15,-2 0 1-15,1 1-11 0,-1 1-12 0,1-2 15 0,0-1-13 0,-2 2 21 16,1-1-3-16,-1-1-5 0,1 2-17 0,-1-1 17 0,1 1-13 15,-1-4 29-15,1 3-7 0,-1-3-12 0,-1-3-9 0,0 3 10 16,-1-2-6-16,0 3 16 0,0-1-2 0,1 1-6 0,-2-2-15 0,-1-2 13 16,1 4-9-16,-1-1 22 0,0-1-4 0,0 2-10 0,-1-1-6 15,0 1 4-15,0 1-3 0,1-2 14 0,-2 2-4 0,1-4-1 16,0-1-17-16,1 0 13 0,0-1-10 0,0 2 25 0,0-1-11 16,0 2-9-16,0-2-8 0,0 0 11 0,1 2-4 0,-1 1 18 0,0-1-3 15,1 5-9-15,-1-3-18 0,2 2 20 0,-2-1-16 0,1 1 26 16,0 0-5-16,-1 0-11 0,0 1-9 0,0 1 15 0,0-1-9 15,1 1 15-15,-1 0-1 0,0-1-10 0,0 0-11 0,0 1 11 16,1-1-9-16,-1 1 20 0,1 0-3 0,0-1-5 0,0 0-13 16,1 1 13-16,-2-1-9 0,1 1 15 0,-1-1 1 0,0-1-8 0,0 0-4 15,1 2 7-15,-1-1-6 0,0 0 4 0,0 1 4 16,1 1-4-16,-1-1-6 0,0 1 8 0,0-2-7 0,0 2 14 0,0 0-4 16,0 0-4-16,0 0-3 0,0 0 1 0,-1 0-2 0,1-1 5 15,0 1 3-15,0-1-2 0,0 0-20 0,0-1 19 0,-1 1-16 16,-2-2 29-16,3 1-6 0,0 1-8 0,0-2-10 0,2 1 9 0,-2 0-5 15,1 0 15-15,-1-1-6 0,0 1-8 0,0 0-5 0,0 0 8 16,0-1-4-16,0 2 15 0,0 0-3 0,-1-1-3 0,1 1-7 16,-2 0 0-16,2 1-2 0,0-2 4 0,0 2-2 0,0 0 1 0,-1 0-15 15,1 0 12-15,-1 0-9 0,1 0 14 0,-1 0 0 0,0 0-10 16,1 0-15-16,-1 0 16 0,1 0-13 0,0 0 18 0,0 0 1 16,0 0-5-16,0 0-9 0,0 0 16 0,0 0-12 0,0 0 26 15,0 0-6-15,0 0-7 0,0 0-18 0,0 0 16 0,0 0-12 0,-1 0 26 16,1 0-12-16,0 0-11 0,0 0-39 0,-1 0-20 0,-4 0 0 15,3 2-80-15,0 2-25 0,-2-2-24 0,0 3-178 0,-1 0 227 16</inkml:trace>
  <inkml:trace contextRef="#ctx0" brushRef="#br0" timeOffset="122896.38">25217 16022 873 0,'-8'-6'-104'0,"3"3"179"16,2-2-20-16,0 1-33 0,-1 3 30 0,2-3 4 0,1 2 7 16,0-1-2-16,0-1-6 0,1 2-15 0,-3-2-18 0,2 0 16 0,0 0-15 15,-2 0 21-15,2 1 3 0,-3 0-1 0,0-1 5 0,-3 0 8 16,3 0-4-16,-3 1 21 0,-1 0-12 0,2 2-7 0,-3-2-20 16,1 3 9-16,1 0-9 0,-2 3 9 0,3-1-9 0,-4 2-7 15,4 0-11-15,1 0 0 0,-2 1-2 0,1-1-4 0,-5 4-2 16,-2-1-5-16,0 2-24 0,2 1 22 0,2 5-20 0,2-1 31 0,2 2-4 15,-1 1-10-15,2 2-8 0,-1 0 8 0,1 0-6 0,1 1 8 16,2-1 4-16,0-2-8 0,1 0-9 0,1 0 18 16,3-2-16-16,1 0 17 0,4 1 0 0,-1-4-7 0,3 1-2 0,3-2-2 15,3-2 1-15,2-1 4 0,-6-6 0 0,1-2 1 0,0-1-8 16,4-2 8-16,8 3-6 0,0 0 16 0,-1-3-4 0,-3-4-6 16,-1-4-11-16,1-1 10 0,-2-1-6 0,2-2 19 0,1 2-4 0,-3 0-9 15,-1-1-9-15,-2 1 7 0,-2-1-6 0,-1 2 15 0,0 0 1 16,-3-1-1-16,-2 0-10 0,-2 2 5 0,-3-2-5 0,-1 2 11 0,-3 2-3 15,0-2-3-15,-3 2-2 0,-4 0 2 0,0 1-1 16,-4-1 5-16,-1 0 1 0,0 0-2 0,-1 2-21 0,0 1 19 0,-1 1-17 16,2 2 20-16,0 2 1 0,-2 0-11 0,1 1 2 0,0 0 9 15,2 1-6-15,1 0 4 0,3 0-1 0,2 1-1 0,-1 0-9 16,2 1 6-16,-1-1-5 0,2 0 17 0,2 0 1 0,-1 2-4 0,1-1-12 16,1 0 10-16,1 3-11 0,2-1 11 0,1 0 1 0,1 1-2 15,1 1-15-15,1-2 17 0,2 2-14 0,2 1 22 0,3 0-5 16,2 1-9-16,-1 2-7 0,2 1 1 0,-1 1-1 0,0 2 7 15,-1 0-3-15,2 2-2 0,0 2-7 0,0 3 6 0,0 1-4 16,0 0 15-16,-1 0-3 0,2-4-5 0,1 4-17 0,-1 2 16 0,-5-2-12 16,-6 1 25-16,-4-2-4 0,-1-2-10 0,4 1-2 0,-2-2 7 15,0-1-5-15,-4-1 13 0,0-1-4 0,0 1-2 0,-4 1-7 16,2 0 5-16,-4 0-3 0,1 0 13 0,3-4 0 0,-3 4-3 0,-2-3-9 16,-3 2 4-16,-6 2-6 0,-3-4 5 0,1 2-2 0,0-1-3 15,0-3-6-15,0 1 9 0,1-5-6 0,1-1 12 0,1-3-6 16,2-1-7-16,2-3-31 0,-1-2 15 0,2-3-18 0,0 0-1 15,0-4-6-15,0-4-14 0,0-2-33 0,1-7 0 0,1-3-11 0,3-1-64 16,3 0-31-16,2-1-42 0,4-1-130 0,2 0 210 16</inkml:trace>
  <inkml:trace contextRef="#ctx0" brushRef="#br0" timeOffset="123314.21">25573 16157 1006 0,'6'4'-84'0,"-4"-4"176"0,-1 0-13 0,2 0-15 0,1-3 16 0,4-1 7 16,2 0-3-16,2 1-11 0,-1-3-15 0,1-1-17 0,1-1-21 16,1-1 9-16,-1 0-10 0,-1-1 10 0,-1 0 4 0,-1-1-1 0,0 2-4 15,0 0 22-15,-1-1-18 0,-2 0 24 0,-1-2-5 0,-1 2-11 16,0-1-5-16,-2 0 9 0,1 2-6 0,-3-1 10 0,0 0-8 15,-1 1-7-15,0-1-10 0,-1 0 13 0,-1-2-10 0,-1 2 6 16,0 0-5-16,-2-3-12 0,0 0-19 0,-1 1 14 16,-1 1-13-16,2-1 20 0,-2 5-1 0,-1-1-10 0,-1 3-3 0,-1 4 5 0,0-1-6 15,0 1 6-15,-1 1 2 0,-2 1-2 0,0 2-14 0,-2 6 13 16,2 0-10-16,0 1 16 0,1 7 0 16,0 2-10-16,5 5-17 0,-1 2 17 0,1-2-15 0,3 0 28 0,-5 1-2 0,3-2-7 15,3 1-8-15,1-2 4 0,2 0-3 0,4-2 4 0,3-3 1 0,5-4-5 16,1-1-7-16,-5-3 17 0,5-1-12 0,3 0 25 0,3-3-7 15,9-1-11-15,1 0-13 0,1-3 9 0,-3 0-7 0,0 0 14 16,-3-1-2-16,2 0-6 0,2-1-7 0,1-4-3 0,0 0-2 16,-1-2-19-16,-1 1 0 0,-1 0-4 0,0-2-14 0,-4-1-6 0,-3 0-3 15,-3-1-40-15,-9 0-11 0,-4 1-10 0,-2 0-89 0,-2 1-41 16,1 0-8-16,-1 1-201 0,-3 0 264 0,1 2-20 0</inkml:trace>
  <inkml:trace contextRef="#ctx0" brushRef="#br0" timeOffset="123948.83">24792 16113 637 0,'-1'0'85'0,"1"0"7"0,0-1 40 0,0 1-29 0,0 0-32 0,0 0-30 0,0 0 10 0,1 0-10 0,1-1 18 16,1 1-7-16,-1 1-11 0,0 0-36 0,2 1 25 0,0-1-27 15,1 3 22-15,0-2-6 0,0 1-9 0,0 2-7 0,2-1 8 16,0 2-5-16,-1-1 12 0,1 0-6 0,0 2-8 0,-1-1-16 15,0 2 13-15,-1 0-10 0,0 0 25 0,0-2-3 0,-1 0-9 0,0 2 7 16,0-1 2-16,0 4 3 0,0-2 12 0,1 1-7 16,-2 5-4-16,3 3-23 0,-3 1 11 0,1-3-9 0,1-2 20 0,-3-1-3 15,2-1-4-15,0 5-20 0,-1-3 11 0,2-1-10 0,-1 2 26 16,1-3-17-16,-1 1-13 0,0 1-19 0,0-3-20 0,0-1 7 0,0-2-109 16,-1-1-54-16,1-1-48 0</inkml:trace>
  <inkml:trace contextRef="#ctx1" brushRef="#br0">23569 6491 0,'0'0'0,"0"0"0,-107 14 16,55-4-1,4 1-15,9-2 16,11-1 0,6-2-16,5 0 15,2-1-15,3-1 16,-1 2-1,2-2-15,1 0 16,-8 1 0,1 0-16,2-1 15,9-3-15,1 0 16,-5 2 0,-2 1-16,-3 2 15,0-1 1,0 2-16</inkml:trace>
  <inkml:trace contextRef="#ctx0" brushRef="#br0" timeOffset="125933.43">16642 6550 481 0,'-3'1'144'0,"-2"-1"178"16,3 4-204-16,-3-1-24 0,3 0-28 0,5 0 15 0,1-1-15 0,-4 1-20 0,-1 1-26 0,1 1 5 15,-4 0-13-15,7 3 10 0,3-2-1 0,-3 1-8 0,6 3-5 16,0 1 13-16,0 3-14 0,2 3 21 0,0-4-2 0,0 0-5 16,4 0-15-16,-4-5 20 0,-1 0-20 0,2-1 30 15,-4-4-5-15,1 1-15 0,0-2-2 0,-2-2 16 0,-1 0-16 16,-2-3 27-16,0 0-6 0,-1-3-6 0,-1 0-18 0,0-2 15 16,1 0-18-16,-1-3 22 0,0-1-9 0,-1-1-9 0,0-5-19 15,0 3 13-15,-1 1-12 0,2-3 25 0,-2 8-5 0,0 0-10 16,1 4-16-16,-1 3 18 0,1-3-16 0,0 3 20 0,1 0-4 15,0 2-10-15,1 1 0 0,1 2 8 0,1 2-3 0,3 1 12 16,-1 1-1-16,4 0-4 0,-1-4-1 0,1-1 5 0,-1-2-3 16,1 2 9-16,0 0-3 0,1 2-2 0,0-3-4 0,1 1 12 15,0-2-8-15,-2 0 10 0,0-2 10 0,-3-3-5 0,1-4 9 0,-2 5 13 16,-2 1-13-16,0-1 8 0,-3 1-4 0,-2-6-2 0,0 0-22 16,-1-1 12-16,0 2-13 0,-1 1 10 0,-2-4-5 0,0 5-9 15,-2-3-4-15,1 1 0 0,-2 1-2 0,-1-2 1 0,0 2 0 16,-2 0 1-16,-1 0-6 0,-1 1 3 0,-2-1-4 0,-1 1 6 0,1 1-2 15,0-2-1-15,-1 1-5 0,0 0 0 0,0-2-1 16,3 2 3-16,2-2 0 0,2 2-1 0,0 0-32 0,2 1 10 0,1 0-16 16,1 0-8-16,0 0-6 0,2-1-12 0,1-3-62 0,1 1-17 15,2 1-8-15,1 2-48 0,3 0-7 0,-1 1 0 0,1 1-149 0,1-3 35 16,1 4-55-16</inkml:trace>
  <inkml:trace contextRef="#ctx0" brushRef="#br0" timeOffset="126359.11">17145 6314 828 0,'-6'5'-165'0,"2"1"340"0,-2-4-13 0,6 1-43 0,3-3-13 16,-1 0 27-16,-2 0-43 0,0 0 28 0,-4-3-20 0,3-1-25 0,1 0-43 15,0 2 21-15,-1-3-33 0,1 0 38 0,0-3-18 16,0-1-11-16,1-1-16 0,-1-2 13 0,0 1-10 0,0-1 26 15,0-1-11-15,0 1-11 0,0 0-7 0,-1-3 7 0,0 2-7 16,-2-1 13-16,2 2-1 0,-4 1-6 0,1 2-11 16,-2 1 15-16,-2 2-17 0,0 1 29 0,0-2-7 0,1 1-8 0,-2 2-9 15,1 0 7-15,-1 8-8 0,0-2 6 0,-1 0-5 16,1-1-5-16,2-1-4 0,0-1 5 0,2 3-5 16,-1 3 2-16,1 2 3 0,2-1-5 0,-1 2-8 0,0 1 12 0,2-1-10 15,1 2 13-15,1 3-4 0,0-1-6 0,1 1-12 0,2 3 19 16,1-2-13-16,1 1 20 0,1 0-2 0,1-2-10 0,0 3 1 0,2-4 2 15,0 2-1-15,3-2 10 0,-2-2-3 0,0 0-3 0,2 1 2 16,1-4 3-16,-2 0 1 0,0-1 7 0,0-2-5 0,-2 0-5 0,1-2-5 16,-4-2 5-16,0 2-3 0,-1-1 2 0,2-1 3 15,4 1-5-15,2-2-7 0,-1-2 7 0,1 0-7 0,3-3 5 0,-2 3-1 16,-1-3-2-16,-1 0-22 0,0 1 8 0,-2-3-10 16,0-1 18-16,-2 0-17 0,0-2-12 0,-2 1-34 0,2 1-2 0,-1-2-4 15,0 2-27-15,-2 0-12 0,1 1-18 0,-2-1-58 0,1-2-30 16,-3 1-9-16,0 1-206 0,-1 0 257 0,-1 4-37 0</inkml:trace>
  <inkml:trace contextRef="#ctx0" brushRef="#br0" timeOffset="126563.09">17288 6027 616 0,'0'3'208'0,"1"1"107"0,1-2-206 0,1 7 48 15,3-1-23-15,0 1-41 0,0 1-59 16,1-5 21-16,-1 3-43 0,0-1 10 0,0-2-6 0,1-2-10 0,1-1-14 16,-1-5 2-16,0 3-7 0,1 0-3 0,0-1-39 0,0 1-10 15,-1-6 1-15,-2 0-49 0,0 3 55 0,-3-3-144 16,0 5-39-16,-2-3-11 0</inkml:trace>
  <inkml:trace contextRef="#ctx0" brushRef="#br0" timeOffset="126698.36">17152 5899 562 0,'-14'0'-57'0,"8"0"177"0,6 0 2 0,0 0 1 0,0 0-54 0,0 0 13 15,-5 0-41-15,-1 0-18 0,3 0-15 0,-1-2-15 0,2-2-49 16,1 0-30-16,2-2 7 0,3-4-133 0,0-2 125 16,2-1-7-16</inkml:trace>
  <inkml:trace contextRef="#ctx0" brushRef="#br0" timeOffset="127057.67">17464 5637 924 0,'-10'26'-124'0,"1"-7"264"0,1 0-14 0,0 2-35 0,-1 2-24 16,2-6 38-16,2 1-48 0,-2 2 52 0,3-6-17 0,0-2-21 15,2 1-21-15,1-2 6 0,1-2-17 0,1 1 0 0,1-4-8 16,2 1-15-16,-2-5-10 0,1 1 10 0,1-2-13 0,0-1 12 15,-1 0 8-15,2-1 2 0,2-3-10 0,-2-1 10 16,2-3-15-16,1-2 17 0,2-3-7 0,0 1-4 0,1-4-6 16,-1 3 1-16,0-1-3 0,1 2 8 0,-2 3-8 15,1 0-3-15,-2 3-2 0,-1 4 2 0,1 2 1 0,0 1 6 16,-2 4 2-16,0 1-3 0,0 3-3 0,1 0 10 16,0 1-9-16,-1 2 16 0,1 1-6 0,-1 0-10 0,0-1 0 0,1 1 6 15,0-3-2-15,-2 1 11 0,-2-2-8 0,0 2-5 0,-1 1-7 0,3-1-1 16,0-2 2-16,3-1 4 0,-1 0 1 0,1 1-3 0,2 2-13 15,-2 3 12-15,1 1-11 0,-2 0 12 0,-3-5 1 0,-1 3-5 0,1-3-11 16,-2 1 13-16,-1 3-12 0,0-1 19 0,-3-2-3 0,0-3-6 16,0-1-53-16,-3-5 27 0,4 0-31 0,-1-2 36 0,2 1-15 15,0-1-21-15,-3-5-62 0,1 0-15 0,-2-4-12 0,-2-5-96 16,2 0-37-16,-2-6-33 0</inkml:trace>
  <inkml:trace contextRef="#ctx0" brushRef="#br0" timeOffset="127392.83">17611 5341 844 0,'-1'-4'200'0,"1"3"-130"0,-1 0 51 16,1 1-32-16,0 2 29 0,0 2-46 0,2 0 51 0,1 3-15 16,3 0-18-16,0 3-26 0,-2-1 19 0,1 4-31 15,2 3 16-15,-3-2-11 0,0 1-19 0,1 0-4 0,-3-3 16 16,6-1-19-16,0 0 12 0,1-2-18 0,3 2-9 0,-1-1-13 15,-2-1 1-15,0 0 0 0,-1-5 11 0,-1 0-3 16,0-1-4-16,1-2-13 0,-1 0 4 0,1 2-7 0,-1-2 20 16,-3 0-5-16,0-1-1 0,-1 2-17 0,-2-2 9 0,2 0-9 15,-1 0 15-15,0 0-4 0,0 0-6 0,1 0-15 0,-2 0 12 16,1 0-8-16,0 1 17 0,2-1-6 0,-2 0-5 0,-1 0-8 16,1 0-4-16,0 0 2 0,1 0-7 0,-1 0-2 0,1 0-1 15,1 0-7-15,-2 1 0 0,1 2 0 0,1-2 3 0,-1 1 0 16,0-2-2-16,3 0-26 0,-2 0 13 0,2 2-16 0,-1 0-8 0,-1-2-52 15,2 2-35-15,-2-4-63 0,1-2-31 0,0 2 27 0,2-4-33 0,-1-1 145 16,0 5 5-16</inkml:trace>
  <inkml:trace contextRef="#ctx0" brushRef="#br0" timeOffset="127645.46">17860 5005 70 0,'-1'1'17'0,"-1"3"-38"0,0 1-10 0</inkml:trace>
  <inkml:trace contextRef="#ctx0" brushRef="#br0" timeOffset="128302.19">17575 5366 436 0,'-2'-6'206'0,"-6"3"-114"0,0-2 149 0,1 1-133 16,2 1 13-16,-2 1-11 0,1-1 0 0,2 0-20 15,-1 1-17-15,3 1-32 0,1-2 11 0,-1 2-19 0,1-1 9 0,1 2-5 16,0 0-16-16,0 0-8 0,1 2 9 0,1 0-13 15,4 2 28-15,2 3 4 0,2 2 1 0,5 2-10 16,3 3 9-16,3 1-18 0,1 7 2 0,-4 0-4 0,-6 2-9 0,5 2-7 16,-1-6 4-16,5 5-6 0,3 2 7 0,-5-3-2 15,-2 2-5-15,-2 4-12 0,-2-4 12 0,-2 0-12 0,0-2 26 16,-1-9 1-16,-1-1-4 0,0 0-4 0,-1-3 5 0,-1-1-8 16,1-1-5-16,-3-2 7 0,0-1 1 0,-1-3-10 0,-1 0 16 0,-2-3-15 15,1 0 23-15,-2 0-2 0,1-3-6 0,-1 1-9 0,0-2 8 16,0-2-8-16,0-3 7 0,0-2-3 0,-2 0-8 0,0-4-10 15,1-2 7-15,-2-4-6 0,1 4 16 0,2-3-5 0,-1 0-1 0,1 4-12 16,2-1 6-16,0 1-5 0,1 5 15 0,0 0-1 16,0 4-5-16,2-2-6 0,-2-1 3 0,2 1-3 0,-1 0 6 15,2 2-2-15,-1 3 0 0,0-2-7 0,-1 3 7 0,1-2-3 0,-2 1 9 16,2 4-1-16,-2-1-5 0,2 0-11 0,-1 1 11 0,3 0-8 16,-1 0 14-16,1 0 0 0,2 2-5 0,1 2-11 0,3 1 12 15,-1 2-10-15,2-1 12 0,-1 1 3 0,1 0-3 0,1 1-3 16,0 0 6-16,2 3-6 0,-2 1 7 0,0-2-4 0,-8 3-4 0,-3-2-7 15,0-4 8-15,-3 2-3 0,7-2 10 0,0 0-1 0,-3-1-7 16,3 1-14-16,-5-5 16 0,1-2-15 0,1 3-2 0,-2-3-2 16,1 0-19-16,-1 0-33 0,-1-4 5 0,1-1-17 0,-2-3-35 15,1 0-18-15,2 2-22 0,-3-7-68 0,0 2-48 0,-1 0 9 0,0-1 65 16</inkml:trace>
  <inkml:trace contextRef="#ctx0" brushRef="#br0" timeOffset="128537.68">18116 5087 790 0,'-5'-3'-202'0,"-5"3"396"0,-5-1-14 0,3 2-56 0,-1 0-14 0,4 2 40 0,3-1-55 0,0 3 49 0,3 1-26 0,1 0-32 16,2-2-33-16,3-2 26 0,1 6-35 0,4 1 38 16,2 4-5-16,4 3-13 0,3 8-35 0,0-1 13 0,0 3-28 15,-3 3 11-15,-3-9-8 0,0-1-10 0,3 1-9 16,1-6 2-16,0 1-3 0,3 0 6 0,-6-3-4 0,1-1-5 15,0 0-25-15,-3-4-5 0,2 1-1 0,0 0-26 0,-2 1-1 16,0-2-1-16,-1 2-32 0,-2-1-34 0,-2 0 26 16,0-1-52-16,-3 0-61 0,-1-1 10 0,-1 1-178 0,-1-1 190 0</inkml:trace>
  <inkml:trace contextRef="#ctx1" brushRef="#br0" timeOffset="3468.81">23435 6569 0</inkml:trace>
  <inkml:trace contextRef="#ctx0" brushRef="#br0" timeOffset="128698.41">18140 5453 792 0,'-14'-8'-152'0,"10"3"357"16,3 0-50-16,5 1-39 0,0-1-29 0,-1 1 17 15,2 0-18-15,-5 2 44 0,6-1-19 0,-1 0-25 0,5 0-25 16,-3 0 14-16,2-1-25 0,2-1 20 0,-1-3-14 0,2 1-18 16,4-2-23-16,-2-2 11 0,-2 0-16 0,4-2 8 0,-5 0-9 15,2 2-8-15,1-3-14 0,-1 2 6 0,0-3-7 0,1 0-18 16,-1-1-34-16,-1 0-17 0,1-2-129 0,2-2-156 0,0 1 9 16</inkml:trace>
  <inkml:trace contextRef="#ctx0" brushRef="#br0" timeOffset="134969.15">19012 15538 168 0,'-1'-1'-19'0,"-2"-1"-65"0,0-1 98 0,-1 2 32 0,2-1-8 0,-1 1 9 0,0-1-6 15,1 0-3-15,0 0 0 0,0 0 6 0,-1 0-1 0,1-2 13 16,-1 2-5-16,-1 0-9 0,1-2-26 0,0 2 30 0,-1 1-27 15,0 1 29-15,-1-2-7 0,1 1-15 0,-1 0-2 0,1-1 2 16,-2 2 0-16,2 0 8 0,-1 0-4 0,1 0-7 0,-2 0-12 16,2 2 11-16,-1 0-14 0,2 0-1 0,-2 0 1 0,2 2-2 0,-2 0 0 15,1 2-4-15,-1-1 3 0,1 2-5 0,-1 0 5 0,2 0 1 16,-1 0-18-16,-1 4 19 0,2 0-17 0,0 2 26 0,0 1-7 16,2 0-9-16,-1 2 0 0,1 2 6 0,1-2 1 0,-1 1 10 15,1-1 1-15,0 4-8 0,0-1-12 0,2 1 12 0,0 1-12 16,0-1 12-16,2-2-2 0,-1-1-1 0,1 1-1 0,0 1 3 0,1-1 1 15,0-1 4-15,1-2 3 0,-1-4-7 0,2 0-16 0,1-1 24 16,0-2-22-16,1-2 31 0,1-1-4 0,0-1-9 0,2-1 6 16,1-2-3-16,0 0 4 0,-1-1-1 0,3-1-4 0,-2 0-1 0,2-1-21 15,-1-2 8-15,0 1-8 0,1-1 14 0,-2-1-1 0,1-2-4 16,-2 1 3-16,-3-2-10 0,-3-1 8 0,-2 0-4 0,1-1 0 16,-2-2 2-16,5 0-12 0,0-4 16 0,-3 1-12 0,2 0 15 15,-1 2-3-15,-1-1-8 0,2-2-7 0,-1 1 8 0,-1-4-5 0,1 0 17 16,-1 2-1-16,1 0-8 0,0 1-12 0,-2 2 14 15,-2 1-13-15,-2 2 11 0,0 4-1 0,-4 0-5 0,-2 1-1 0,0 0 2 16,-3 2 0-16,0-1 3 0,-3 2 1 0,1-1-4 0,-1 0-14 16,-1 3 22-16,0-3-16 0,3 0 22 0,0 2-1 0,-3-2-13 0,-2 1-4 15,-6 0 5-15,0-2-4 0,1 1 13 0,2 0 0 0,0 0-5 16,2 0-11-16,1 2 15 0,0-1-14 0,0 3 10 0,4 0-11 16,0 1-10-16,1 1-32 0,0 0-39 0,1 2 11 0,1 2-133 15,2 3-12-15,1 3-25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31:23.43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7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8:34:21.961"/>
    </inkml:context>
  </inkml:definitions>
  <inkml:trace contextRef="#ctx0" brushRef="#br0">16292 3568 657 0,'-3'-5'255'0,"0"2"320"0,2 0-320 15,-1-2-68-15,0 2-27 0,2-1-38 0,0 0-22 16,0 2-29-16,2-3-20 0,-1 2 10 0,1 0-17 0,0 0 22 16,2-1-7-16,-1 0-8 0,0 1 148 0,2 1-172 0,-1 1 143 15,1 1-285-15,0 0 50 0,1 0 94 0,2 3-19 0,-1 3 23 16,0 2-25-16,5 5 27 0,-3 0-6 0,1 1-18 0,0 0-3 16,0-1 9-16,1 0-9 0,0 3 6 0,0-3-2 15,0 3-5-15,0 0-10 0,-1-4 9 0,0 1-11 0,0-3 16 16,-2 0-4-16,1-1-5 0,0 3-2 0,-2-5 1 0,0 2-1 15,-2-2 4-15,0-4-5 0,-1 1-4 0,2 0-19 0,-3-3 2 16,-1-1-5-16,2 0-12 0,-1 0-7 0,1-2-9 0,0-3-42 0,-2 1-2 16,2-4-11-16,-2-1-46 0,0-2-21 0,2-2-24 0,-3 0-153 15,0-4-22-15,0 5-25 0,1-2 166 0</inkml:trace>
  <inkml:trace contextRef="#ctx0" brushRef="#br0" timeOffset="265.8">16621 3357 1015 0,'-4'0'266'0,"1"1"-2"0,-1 2-10 0,1 1-97 0,2 1-24 16,-1 1-34-16,0 2-41 0,-1 3-13 0,2 0 11 0,2 0-12 15,0 4 22-15,1 0-8 0,-1 1-12 0,-1 3-13 16,1 1 12-16,-1 1-19 0,0 4 12 0,1-2-4 16,-2 1-8-16,0 3-2 0,1-4 5 0,0-3-7 0,1 2 2 0,0-4-6 15,1 1-8-15,0 2-16 0,1-3 16 0,-2 0-15 16,0 0 26-16,1-6-6 0,1 2-12 0,1 1-16 0,-2-1 11 0,0 0-12 15,1-1 23-15,-1-3-5 0,0-1-5 0,0 2-6 16,-2 1 8-16,0 1-3 0,0-1 4 0,0 2-3 0,0-3-10 0,0-1-10 16,-1-2 5-16,0-5-5 0,-2 3-4 0,0-5-3 0,2 1-9 0,0 1-33 15,1-2 9-15,0-1-18 0,0-1-45 0,1-3-31 16,-1 0-34-16,0-5-195 0,4-2-56 0,-4-2-41 0</inkml:trace>
  <inkml:trace contextRef="#ctx0" brushRef="#br0" timeOffset="585.72">16808 3443 420 0,'1'-3'394'0,"1"-1"68"15,2 0-177-15,-1-1-92 0,3 0-35 0,-1-2-49 0,2-1-41 16,1 0 27-16,1 0-40 0,2 1 33 0,-1 0-11 0,2 0-19 16,0-1-25-16,-1 2 21 0,-1 1-29 0,3-3 24 0,-2 3-14 15,-1-2-18-15,1 1-17 0,-2 0 11 0,0-2-11 0,1 0 23 16,-1 0-7-16,0 5-10 0,-1-3-16 0,0 1 13 16,1 2-13-16,0-3 26 0,-2 3-5 0,1-4-9 0,-2 3-17 15,0-1 7-15,2 1-11 0,-3 2-28 0,1-2 9 0,0 1-18 16,-2 2-17-16,-1 0 18 0,2-3-22 0,-3 4-28 0,-2-1-11 15,2 1-18-15,-3 1-86 0,0 2-23 0,0 0-4 0,-3 0-66 16,0-2-27-16,2 1-16 0</inkml:trace>
  <inkml:trace contextRef="#ctx0" brushRef="#br0" timeOffset="784.65">16957 3455 1399 0,'2'0'331'0,"1"-1"66"0,1-1-167 0,2-2-80 0,1-1-47 16,0 0-53-16,2-1-44 0,0-1 5 0,1 0-12 0,3 0 11 15,-1-2-2-15,0 0-4 0,1 0-15 0,0 1 9 16,-3 0-11-16,3 1-11 0,1-1-24 0,-3 2-19 0,-3-2-77 16,-3 2-47-16,-1 0 19 0,0 1-297 0,5 2 287 0,9-1-36 15</inkml:trace>
  <inkml:trace contextRef="#ctx0" brushRef="#br0" timeOffset="3185.55">17476 2765 217 0,'-9'0'425'0,"3"0"-201"0,-2 0 278 0,1 0-264 0,2 2-104 0,1-1-17 0,1 0-46 0,1 2-13 16,0-2-18-16,1 2-16 0,1 1 14 0,0-1-18 0,0 2 28 15,0 1 3-15,1 0-3 0,1-1 3 0,2 2 14 16,-1 0-18-16,2 2 26 0,1 0-11 0,2 0-11 0,2 4-23 16,1 0 12-16,1 1-20 0,4 4 13 0,0 0-6 15,2 0-10-15,1 5-12 0,2-2 10 0,-2 4-11 0,2 0 8 16,-5 1-2-16,1 3-8 0,1 5-2 0,-3-6 3 0,6-5-3 16,-2-4 7-16,-2-5-3 0,-3-2-5 0,0 2-2 0,-3 0 3 15,-2-3 0-15,1 2-10 0,-2-3-4 0,-1 1-16 0,-1-1 13 0,0-2 17 16,-3-3-8-16,-1 1 21 0,0-2-4 0,-2 0-6 0,-2 0-14 15,1-3 10-15,-1 1-7 0,-1 0 18 0,-1-2-5 0,0 0-9 0,-3-2-6 16,0 0 5-16,0-2-4 0,-2-2 8 0,0 1-2 0,-3-4-4 16,1 0-12-16,-1 1 13 0,-1 0-10 0,0 1 17 0,2 1-2 15,-1 3-7-15,2-3-11 0,-1 4 6 0,1 1-6 0,-1 1 6 16,-2 0 0-16,7 0 0 0,-2 1-3 0,-1 3 9 0,-1-2-5 16,-5 1 16-16,3 1 0 0,1 0-4 0,-1-2-11 0,2 1 15 15,0 0-11-15,2 1 15 0,3 1 0 0,0-1-8 0,2 1-4 0,-1 3 12 16,1-3-8-16,2 2 21 0,-1-1-1 0,2-1-6 0,0 3-14 15,0 0 13-15,1 0-12 0,0 0 24 0,1 0-4 0,-1-2-8 16,2 2-10-16,0 0 9 0,1-2-8 0,2-1 13 0,0 2-2 0,0-2-4 16,2-2-12-16,0 1 20 0,0-1-16 0,2-1 27 0,0 1-5 15,3-2-14-15,-1 2-11 0,-1-1 10 0,0 0-10 0,-3-1 13 16,-2 2 0-16,1-2-8 0,-2 0-9 0,6-1 7 0,3 1-8 16,-2-1 5-16,2 0-6 0,1-1-7 0,-1-1-25 0,-3-1-10 15,-1 0 1-15,-2 1-35 0,-1-3-18 0,0 1-16 0,-1-4-120 0,0-1-63 16,0-2 3-16,-1-3-235 0,2 0 300 0,2 2 0 0</inkml:trace>
  <inkml:trace contextRef="#ctx0" brushRef="#br0" timeOffset="3349.49">17839 3126 909 0,'-3'16'318'0,"1"-1"-168"16,2-1 155-16,0-1-125 0,2-3-6 0,0-1-45 0,1-1-81 0,2 2-13 15,-1-1-23-15,3-1-16 0,1-2 9 0,-1-1-10 0,2-1-3 16,-3-1-14-16,0-3-14 0,1-2-54 0,-2-1-15 15,0-1 1-15,-2-1-92 0,0-2-41 0,-1 0-7 0,-1-4-20 16,-1 1-72-16,0 0 58 0</inkml:trace>
  <inkml:trace contextRef="#ctx0" brushRef="#br0" timeOffset="3416.94">17812 3037 27 0,'-15'-12'44'0,"3"5"18"0,0-1 39 0,2 2 50 16,3 0-35-16,1 3-1 0,2-1-131 0,-2 2 2 0,1 0 0 0,-1-2-90 15,0-1-23-15,4 0-9 0,1-2 62 0</inkml:trace>
  <inkml:trace contextRef="#ctx0" brushRef="#br0" timeOffset="3732.97">17952 2859 534 0,'0'17'-332'0,"2"-10"693"0,-2 1-59 16,0 0-91-16,-2 1-57 0,0-2 24 0,0 2-57 0,0-1 3 15,-1 1-15-15,2-1-30 0,0 2-19 0,0-1 27 0,1-2-35 16,2 1 36-16,3-4-11 0,2 1-22 0,3-2-16 15,2 0 18-15,1 0-24 0,5-2 16 0,2 1-9 0,0-2-14 16,4 0-21-16,0 0 15 0,0 0-18 0,-4 0 22 16,-3 0-1-16,-3 0-9 0,6 0-4 0,5 0 13 0,-2 2-14 0,0 2 12 15,-5-1 3-15,-2 0-3 0,1 2-9 0,-5-2 4 16,-2 2-11-16,-1 2 8 0,-3-2-2 0,-2 2-3 0,0 4-9 16,-3-2 6-16,0 1-5 0,-1 1 11 0,0 2-1 0,-3-3-6 0,-1 2-9 15,1 2 11-15,-3-1-8 0,2 0 17 0,-1-7-7 0,2 0-9 16,-2 0-10-16,2-4 11 0,0 2-7 0,-1-3 4 0,3-1-10 15,-1 0-16-15,0-5-46 0,-1-3 7 0,2-1-18 0,0-3-34 16,0-2-23-16,0-4-28 0,0-5-134 0,1-2-22 0,0 1-31 16,4 1 104-16</inkml:trace>
  <inkml:trace contextRef="#ctx0" brushRef="#br0" timeOffset="3905.77">18289 2614 1877 0,'-3'30'-201'0,"2"-14"440"0,1 2-48 16,2-1-54-16,3 2-91 0,1 0 14 0,3 2-42 0,4 2 6 15,-2-4-2-15,1-1-10 0,4-3-12 0,-3-2 4 0,2 0-9 16,3-1-14-16,-1-3-56 0,-1 0-21 0,-1-1 22 0,-2-1-101 16,-3-3 105-16,0 0-258 0,-2-1-21 0,-2-1 12 0</inkml:trace>
  <inkml:trace contextRef="#ctx0" brushRef="#br0" timeOffset="4073.56">18338 2840 596 0,'0'-5'393'0,"2"5"-181"16,2-3 291-16,1 0-316 0,-1 0 1 0,3-1-56 0,1-3-30 16,2 1-20-16,2-3-23 0,4-3-44 0,-1 1 16 15,0-1-28-15,0-4 7 0,-3 4-23 0,1-4-16 0,0-4-66 16,1 4-25-16,1-3 6 0,4-2-186 0,2 1-98 15,2-2-45-15</inkml:trace>
  <inkml:trace contextRef="#ctx0" brushRef="#br0" timeOffset="4649.52">16990 4313 1342 0,'-19'10'-726'0,"9"-2"1324"0,0-1-157 0,-1 2-258 0,-2 2-62 0,3 1 7 0,1 0-40 0,2 4-34 15,2-2-5-15,1 2-11 0,1 4-14 0,1-1 13 16,-1 1-18-16,3 3 17 0,0 2-7 0,0-1-9 0,2 8-18 15,-1-6 10-15,0-1-12 0,0 2 9 0,1-4 0 0,-1 2-5 0,2 1-15 16,-1-4 11-16,0-5-15 0,0-4-2 0,1-8-13 16,-1 0-11-16,-1 0-60 0,1-2-11 0,0-1 1 0,-2 1-44 15,0-3-15-15,0 0 4 0,-3-4-87 0,0-1-32 0,-2-2 32 16,0-3-61-16,-2-1 178 0,0-2 15 0</inkml:trace>
  <inkml:trace contextRef="#ctx0" brushRef="#br0" timeOffset="4822.6">16649 4466 162 0,'-13'-2'138'15,"11"1"-15"-15,2 0 108 0,1 1 11 0,4 1-2 16,-6 2-25-16,1-1-49 0,1 1-12 0,1 1-24 0,-2-1-11 16,1 3 24-16,2-3-39 0,5 2-2 0,7 4-22 0,3-1-29 15,4 2-16-15,2-1 13 0,1 2-18 0,2-1 6 0,-5 1-9 16,3 0-14-16,5 1-19 0,0-1 10 0,2 0-11 16,0-1 21-16,-2-6-7 0,-2-1-7 0,3 1-20 15,1-4-6-15,-2 3-3 0,-5-1-50 0,-5-2 33 0,-3 1 11 0,1-1-26 16,4 0 20-16,-3 0-26 0,-1 0-14 0,-6-1-111 15,-4-2-44-15,0-3-248 0,-1 2 249 0</inkml:trace>
  <inkml:trace contextRef="#ctx0" brushRef="#br0" timeOffset="5083.37">17137 4364 884 0,'0'2'340'0,"0"-2"-101"0,1 0-39 0,0 0-104 0,3-2 34 15,1 0-34-15,4-2-39 0,1-1-26 0,2-1 11 16,-1 0-15-16,5-1 14 0,0-1-12 0,1 0-14 0,1-1-8 16,-2 0 4-16,-1 0-5 0,0-2-3 0,0 2 1 0,-3 0-4 0,3 0-7 15,-4 1 7-15,-1 1-10 0,0 0-22 16,-2 3-21-16,-2 1-12 0,-1 1-78 0,-1 2-32 0,-2 2 15 15,0 1-128-15,-1 3-18 0,-1 1-1 0</inkml:trace>
  <inkml:trace contextRef="#ctx0" brushRef="#br0" timeOffset="5252.09">17320 4492 685 0,'7'0'451'16,"-1"0"132"-16,0-3-349 0,3-2-75 0,0 1-52 15,1-1-50-15,4-1-55 0,-1 1 11 0,1 0-17 0,-1 1 11 16,0-1 0-16,-1 1-7 0,-1 3-44 0,2-3-1 16,-3 2-15-16,2 0-74 0,-2-1-51 0,1-1-23 0,2 0-162 0,0-2 181 15</inkml:trace>
  <inkml:trace contextRef="#ctx0" brushRef="#br0" timeOffset="6351.67">18080 3987 990 0,'-11'1'157'0,"0"-1"196"0,-1 0-173 0,0 1-43 0,2 1-51 16,-2-1-58-16,1 1 18 0,1 0-31 0,-4 0 33 16,2 0-5-16,-1 0-11 0,0 2-16 0,2-1 17 0,-1 0-21 0,0 3 19 15,2 0-5-15,-1-2-13 0,0 2-7 0,0-1 19 16,1 0-17-16,2 3 34 0,2-2-11 0,0 1-11 0,1 1-13 16,0-2 12-16,1-2-12 0,1 2 15 15,2-3-9-15,0 2-11 0,1 0 1 0,2 0 0 0,1-1 3 0,1 1 5 16,1-1 0-16,0 1-2 0,3-2-13 0,1 3 15 0,2-5-14 15,2 2 17-15,-1 1-2 0,1-2-10 0,2 5-2 0,-2 0 6 16,1-2-6-16,-1 2 4 0,2-2 0 0,0 0-3 0,0 0-11 16,1 0 14-16,0 0-10 0,-2 1 19 0,-1 1-2 0,-3-2-9 0,-2 3-10 15,1-2 10-15,-4 3-8 0,1 0 20 0,-3-2-2 0,-3 0-5 16,0 1-7-16,-1 1 7 0,-3-1-6 0,-2-1 12 0,0 0 1 16,-3-2-4-16,2 1-9 0,-2 0 10 0,-2-3-9 0,0 2 8 15,0-2-1-15,-1 0-4 0,-1-1-10 0,0-1 7 0,0 2-6 0,2-2 9 16,1 1-3-16,2-1-5 0,0 0-28 0,3 0 10 15,-2-1-13-15,3 0 5 0,-1-1-8 0,1 0-12 0,0-2-29 0,1-1-11 16,1 1-4-16,0-5-62 0,2 2-18 0,0-5-19 0,2 0-96 16,0-2-51-16,1-4-12 0</inkml:trace>
  <inkml:trace contextRef="#ctx0" brushRef="#br0" timeOffset="7350.81">18137 3951 228 0,'-4'13'241'0,"10"1"-78"0,-6-1 187 0,2 1-182 15,6 1 17-15,0 2-69 0,5 2-1 0,0 1-24 0,2 2-37 16,4 0-37-16,-3-2 16 0,1-2-25 0,0 3 21 0,-3-2-7 16,2 2-12-16,2 3-12 0,-2-2 18 0,0-3-17 0,-1-1 18 15,-1-4 0-15,-1-1-9 0,3 3-7 0,-4-3 3 0,0 1-4 16,0-1 5-16,-4-3 0 0,-2 0-5 0,0-1-2 15,-1-2 9-15,-3 0-8 0,0-1 8 0,-1-3-3 0,0 1-4 0,-1-1 5 16,-1-1 4-16,0-2 0 0,-2 0 19 0,-3 0 8 16,-1-2 1-16,-2-3-7 0,-2 0 15 0,-1-2-19 0,-2-3 9 15,1 0-7-15,-1-3-13 0,1 0-10 0,1-1 16 0,-1 0-11 16,1-1 17-16,2-1-2 0,0 2-11 0,1-3-14 0,1 2 14 0,2 1-12 16,-1-3 24-16,2 2-11 0,-1 2-11 0,2-3-4 0,-1 3 7 15,2 0-2-15,-1 1 12 0,2 1 0 0,0-1-3 0,0 1 2 16,-1-1 5-16,1 0-4 0,1-3 5 0,1 3 1 0,0-1-1 0,1 1-17 15,1 2 10-15,2 0-12 0,-1 2 10 0,3 1 0 16,-1 0-4-16,3 2-11 0,0 0 9 0,1 2-8 0,0 1 11 0,-1-1 0 16,2 1-6-16,1 2-12 0,1-2 10 0,0 2-9 0,0 0 14 15,1 0-1-15,0 0-5 0,1 2-3 0,-1 0 1 0,1 1-2 16,-2 1 4-16,-2-2-1 0,-1 3-1 0,-1 2-10 0,-1 0 10 0,-2 2-8 16,0 0 12-16,-2 3 3 0,-2-1-7 0,-1 0-7 0,-2 4 12 15,-1-1-8-15,-2 3 11 0,-2-2 1 0,1-3-6 0,-3 2-10 16,-2-4 12-16,1 3-10 0,-1-1 20 0,0 0-5 0,0-3-8 15,1 1-10-15,1-2 9 0,1-3-6 0,1 1 15 0,3-2-3 16,-1 0-7-16,3-3-11 0,0 2 12 0,0-2-9 0,1 0 19 16,1-1-5-16,1 0-6 0,1 0-5 0,1-1 4 0,1-1-2 0,2 0 8 15,1 0 2-15,-1-3-3 0,3 1-3 0,2-3 6 0,-1 0-5 16,2-2 6-16,-2 0 0 0,1 0 0 0,1-1-6 0,-1-3 4 16,0-1-4-16,0 1 8 0,2-1-2 0,0-2-2 0,1 0-5 15,0-2 1-15,2-3-2 0,0 1 3 0,-1 1 1 0,1 2-3 0,-7-1-2 16,-1 2 2-16,-2 0-3 0,-1 0 4 0,5 1 1 0,-2 3-2 0,1 0-6 15,-2 2 5-15,-2 0-5 0,0 1 12 0,-3 1-1 16,0 0-5-16,-2 2 0 0,-2 0 0 0,0 0 0 0,-3 0 3 0,2 3-1 16,-1 0 2-16,-2 0-10 0,1 2 9 0,2 1-7 0,-1 1 9 15,0 2 0-15,-1 0-4 0,0 3-6 0,0 0 6 16,-2 0-5-16,2 5 4 0,0-2 3 0,5 2-3 0,3 2-12 0,-1 0 16 16,3 2-12-16,-5-1 22 0,-1 2-2 0,1-2-9 0,0-2-11 15,2 2 12-15,2-2-9 0,-4-2 22 0,2-2-2 0,-1-2-6 0,1-1-9 16,7-1 12-16,0-1-9 0,2-2 18 0,-1-1-6 0,3 0-6 15,1-4-9-15,1 0 4 0,-1-1-4 0,0-1 13 0,-1 0-3 16,-1-3-4-16,2 0-12 0,0-3 8 0,-1 1-6 0,1-2 14 16,0 1-3-16,1-1-7 0,-1 1-1 0,2-1 3 0,-1 0-2 15,-1 1 2-15,0 1 0 0,-2-2-5 0,0 2 162 0,0 0-188 0,-4 1 146 16,-1 0-267-16,-1 0 40 0,-1-2 107 0,-1 2 0 0,-1-2 3 16,-2 2 0-16,1-3 4 0,-2 2 0 0,0-1-4 0,-4 0-12 15,2 1 14-15,-1 1-10 0,-1 2 23 0,0 2-4 0,-1 1-7 0,1 1-4 16,-2-1 0-16,1 4-1 0,-2-2 0 0,1 3 1 0,1 1 0 15,-3 2-11-15,1 3 9 0,0 1-8 0,2 2 15 0,-1 3-1 16,0 0-4-16,1 5-16 0,-1-2 16 0,2-2-10 0,-1 3 20 16,2-3 0-16,-1 1-10 0,2-1-7 0,0-1 11 0,2-2-7 15,1 0 13-15,1-2 0 0,3-2-3 0,0 1-9 0,1-1 8 0,2-2-6 16,1 1 19-16,2-3-4 0,1-2-6 0,3 0-12 16,0 0 10-16,0 0-7 0,1-1 11 0,1-1-4 0,2-2-7 0,0 0-6 15,1-1 7-15,2 0-4 0,-2-2 11 0,-4 0-7 0,-2-1-9 0,1 0-21 16,2-2 1-16,3-1-5 0,1-1-20 0,-3-2-10 0,0 0-11 15,-2-3-60-15,-2 1-13 0,0-4-11 0,-2 0-104 16,0 1-18-16,-2 1-39 0,0-4-128 0,1 1 259 0</inkml:trace>
  <inkml:trace contextRef="#ctx0" brushRef="#br0" timeOffset="7747.82">19347 3289 98 0,'-6'-10'86'16,"2"2"-6"-16,1 0 66 0,0 3 84 0,1 1 26 0,1 2-17 0,0 2 11 0,0 0-28 0,0 0-48 0,0 0-39 0,-1 0 21 15,2 1-49-15,0 4 11 0,0 0-21 0,2 2-20 0,0 3-43 16,1 0 17-16,0 3-28 0,3 1 24 0,0 0-5 0,0-1-13 16,1 2-12-16,1 0 16 0,-1-1-18 0,2 0 17 15,-1-1-6-15,-1-1-14 0,2 0-11 0,-1-2 9 0,0-1-10 16,0 1 12-16,-1-2-6 0,-2 0-4 0,1-1-1 0,-3 0-1 16,0-1 2-16,-1 1-1 0,-2-4-2 0,1 4-1 0,-1-3-6 15,0-2 4-15,-1 2-1 0,-1-1 7 0,1-2-2 0,-2 1-2 16,0-2-11-16,-2 0 9 0,1 0-6 0,-4-1 15 0,0-1-4 15,-1-2-5-15,-1 0-8 0,0 0 5 0,0-4-4 0,-1 3 8 16,1-1-7-16,-1-1-5 0,2 5-4 0,0-1-2 0,2 3 3 0,-2 0 0 16,1 3 2-16,1 1-1 0,-1 2 6 0,1 1 4 0,1 2-1 15,-2 2 11-15,1 2-3 0,0 3-1 0,3 2-10 0,-1 2 8 16,2 1-3-16,1 1 24 0,1-4-3 0,1-1-4 0,0-2 0 16,1-1 7-16,3 2-4 0,1-2 14 0,1-4-2 0,2-1 0 0,1-3-17 15,3-2 18-15,-1 0-15 0,1-3 27 0,2-1-7 0,-1 0-11 16,3-2-19-16,2-2 15 0,0 1-14 0,0-4 17 0,0 0-6 15,-1 1-10-15,-2-1-8 0,1 0 4 0,-3 2-4 0,1-1 5 16,-1 0-6-16,0 3-8 0,-2-2-19 0,-2 1 5 0,1 1-7 0,-1-1-8 16,0 2-7-16,1 0-12 0,-2-1-64 0,-1 1-27 0,-3-1-12 15,2 1-203-15,-2-3-64 0,5 5-75 0</inkml:trace>
  <inkml:trace contextRef="#ctx1" brushRef="#br0">22365 10811 0</inkml:trace>
  <inkml:trace contextRef="#ctx0" brushRef="#br0" timeOffset="180915.47">17262 7250 256 0,'-8'0'45'0,"1"-1"683"0,3 1-269 0,-1-1 42 0,1 1-412 16,3-2 18-16,-1 2-55 0,1 0 7 0,1 0-15 15,0 0-20-15,0 0-19 0,0 0 7 0,0 0-10 0,3 4 17 16,-2-1-1-16,0 2-6 0,1 2 8 0,-1 1 18 0,0 4-12 16,0 0 35-16,1 4-9 0,0-2-16 0,1 3-13 15,-1 1 13-15,2-3-17 0,-1 4 20 0,1-2-7 0,-1-1-10 0,3 5-22 16,-2-3 16-16,2 0-18 0,0 2 23 0,0-1-4 15,0-2-10-15,-1 2-11 0,1-2 14 0,-2-2-13 0,2 4 15 16,-2-4-2-16,1-1-9 0,-2-2-6 0,1-3 9 0,-1 0-6 16,0-1 13-16,0-2-3 0,-2 0-6 0,0-3-2 0,-1 2 2 15,0-1 0-15,0 0 3 0,0-1-1 0,0-1-2 0,0 1-7 0,0-2 11 16,-1 0-7-16,0-1 18 0,0 0-4 0,-1 0-7 0,1 0-6 16,-1-2 3-16,0-2-3 0,-2 0 11 0,1-2-5 0,-1 1-6 0,0-3-15 15,0-1 16-15,-1 0-11 0,1-1 23 0,-1 1-1 16,2-1-12-16,-3-2-13 0,1 1 16 0,-2 0-14 0,-1 1 19 15,0 1 1-15,1 1-9 0,0 1-16 0,-2 2 18 0,0 0-15 0,-2-2 19 16,1 3 0-16,0 3-7 0,0 0-13 0,0-1 16 0,1 0-11 16,0-1 21-16,1 1-3 0,0-1-9 0,1 2-10 0,4 0 10 15,1 1-7-15,-1 0 9 0,0 0 1 0,-4 1-4 0,-1 1-12 16,-1 2 12-16,0 0-11 0,1 1 17 0,1-3-1 0,0 1-6 0,2 3-4 16,-1-1 4-16,2 5-3 0,-2 1 7 0,3 1 0 0,-1 3-1 15,1-1-16-15,1 0 15 0,-1 2-12 0,2-2 24 0,0 0-2 16,1 0-10-16,0-1-8 0,2 0 13 0,1-2-10 0,-1 1 19 15,2-3-1-15,0 0-9 0,1 0-1 0,1-2 3 0,0 1-3 16,0 0 4-16,2-2-1 0,1-1 0 0,1 0-10 0,0-1 7 0,-1 1-6 16,-1-2 12-16,0-1-2 0,-4 1-5 0,-1-1-14 0,0-2 14 15,-1 0-11-15,6 0 20 0,0 0-5 0,1 0-9 0,1-2-29 0,0-2 8 16,2 0-12-16,-1-1-11 0,-1 0-6 0,1-1-14 0,0-3-36 16,-2 0-12-16,2 0-4 0,-4-2-71 0,1 3-28 15,-1-1-28-15,-1-3-195 0,-1 2 258 0</inkml:trace>
  <inkml:trace contextRef="#ctx0" brushRef="#br0" timeOffset="181065.55">17343 7554 242 0,'0'0'238'0,"0"1"-75"15,0 4 186-15,-1 0-137 0,1 1-1 0,0 5-47 0,1 0-78 16,1 2-28-16,0-1-39 0,4 0-31 0,-1-1 12 0,2-2-16 16,2-2-3-16,0-2-22 0,0 2-15 0,1-3-50 0,0 1-23 15,-1-1 18-15,0-1-39 0,-2 1 8 0,-1-2 15 0,-2-1-53 16,-1 0-10-16,-1 0-12 0</inkml:trace>
  <inkml:trace contextRef="#ctx0" brushRef="#br0" timeOffset="181176.59">17375 7563 285 0,'-8'-12'222'16,"0"3"-53"-16,1 1 171 0,0-1-142 0,-1 0 35 0,1 2-84 0,-1 0-9 0,2 2-47 16,0-1-46-16,2 3-48 0,-1-3 9 0,3 1-17 15,1-2-69-15,2-2-88 0,1 0-53 0,5-3-75 0,3-1 111 16</inkml:trace>
  <inkml:trace contextRef="#ctx0" brushRef="#br0" timeOffset="181496.67">17617 7335 1550 0,'-9'5'183'16,"-6"-1"47"-16,2 1-86 0,0 0-1 0,3 0-36 15,2-2-43-15,0 2-32 0,3-2 14 0,-1 1-22 0,2 0 15 0,0 0-8 16,2-1-16-16,0 0-12 0,-2 3 20 0,2-3-18 0,0 1 22 15,1 0-5-15,0 0-13 0,0 1-3 0,-2 0 5 16,3 2-6-16,0-2 14 0,0-2-1 0,3 4 0 0,0-1-14 16,1 1 19-16,1 0-19 0,2 2 28 0,2-1-6 0,0 0-14 15,2-1-6-15,0 2 7 0,0 3-9 0,3-1 9 16,-3 2-1-16,0-4-6 0,-1 0-20 0,-1-1 21 0,-4-1-21 16,-2 4 33-16,1 0-5 0,-4 1-11 0,4-1-3 0,-1 0 8 15,0-3-5-15,-2 1 23 0,0 2 1 0,-1 0-1 0,-2 1-15 16,-1 1 9-16,-1 1-10 0,-2-3 14 0,5 1 3 0,-3-2-1 0,-3-1-18 15,1 0 9-15,-6-1-13 0,0-1 7 0,0 0-4 0,2-4-4 0,1 3-4 16,3-4 1-16,1-1-3 0,1-1-14 0,1 0-6 0,1-2-12 16,1-5-45-16,1 0 2 0,0-3-15 0,3-6-51 0,3 0-31 15,2-4-33-15,2-1-280 0,1-3 306 0</inkml:trace>
  <inkml:trace contextRef="#ctx0" brushRef="#br0" timeOffset="181679.58">17760 7231 1529 0,'-6'13'195'0,"0"1"42"16,2 1-85-16,1 7-31 0,3 0-36 0,4 1-45 0,2 2-12 15,2 0-1-15,2 0-2 0,2 3-11 0,-2-3-6 16,2 2-5-16,-1 0-8 0,-1-6 0 0,2-3-3 0,0-2-24 16,0-4-13-16,1 4-10 0,0-1-61 0,-2-1-110 15,-1-4 70-15,-1-1-174 0,-3 0-112 0,-3-2 55 0</inkml:trace>
  <inkml:trace contextRef="#ctx0" brushRef="#br0" timeOffset="181835.42">17740 7542 1655 0,'-22'6'-508'0,"15"-2"991"0,2-2-101 0,3-2-163 0,2 0-114 16,0 0 26-16,4-3-74 0,3-3 12 15,5-3-11-15,1-2-12 0,5 0-27 0,0-2 1 0,0 2-12 0,2-2-2 16,-2 0-3-16,2 0-4 0,2-2-26 0,-1 3-9 15,-1-1-3-15,3 1-71 0,-1 1-43 0,0 2-15 0,2 0-295 16,-3 3 264-16</inkml:trace>
  <inkml:trace contextRef="#ctx0" brushRef="#br0" timeOffset="182261.81">18513 7289 1001 0,'0'0'201'0,"0"0"478"0,0 0-520 15,0 1-39-15,0 0-45 0,1 2-39 0,2-2 9 0,2 1-20 0,0 0 11 16,2 0-1-16,-1 0-7 0,2-1-10 15,-1 0 8-15,1 0-12 0,4-1 13 0,-1 0-6 0,0 0-9 0,0 0-22 16,-1-1 20-16,-5 0-20 0,-2 0 27 0,1-2-7 0,-3 2-11 16,5-1-5-16,0 0-9 0,0 1 5 0,-2-2-34 15,-2 2-14-15,1 0-6 0,-2 1-65 0,0 0-42 0,-1 1 21 16,-1 1-215-16,-3 2-130 0,0 0-39 0</inkml:trace>
  <inkml:trace contextRef="#ctx0" brushRef="#br0" timeOffset="182441.93">18467 7466 1639 0,'2'17'-735'0,"-1"-13"1353"0,0-1-155 0,1-2-254 15,4 0-79-15,2 2 16 0,3-3-53 0,5 0-27 0,2 0-17 16,4-3-26-16,5 1-30 0,-1-1 15 0,-6-1-18 0,0 0 21 16,-2-1-15-16,2 0-14 0,4-1-53 0,0 1-29 15,-1-2 6-15,0-1-217 0,-3 2-260 0,3-2-83 0</inkml:trace>
  <inkml:trace contextRef="#ctx0" brushRef="#br0" timeOffset="183547.47">19294 7374 1133 0,'-3'2'126'0,"0"-2"67"0,0 0 5 0,1 0-46 16,2 1-40-16,0-1-54 0,0 0 15 0,0 0-29 0,1 0 13 15,1-1-6-15,1 1-14 0,-1-2-2 0,2 0 11 16,0 0-14-16,1 1 17 0,1-1-4 0,0-1-9 0,0 1-2 16,2-2 10-16,1 0-13 0,1 3 5 0,0-3-4 0,2 0-11 15,-1 3-9-15,1-2 5 0,-1 0-10 0,3 1 0 16,-3 1-3-16,0-1-3 0,2 1-6 0,-3 1 5 0,1-1-5 16,0 1 17-16,-1 0-10 0,2 1-5 0,-2 0-42 0,0 1-15 15,-1-2 1-15,0 0-97 0,-1 0-65 0,1 0-22 0</inkml:trace>
  <inkml:trace contextRef="#ctx0" brushRef="#br0" timeOffset="183964.3">19856 7072 1725 0,'-4'4'220'0,"2"0"58"0,0 0-123 0,0 1-19 0,2 2-36 0,0 2-45 0,1 4-31 16,1 1 7-16,3 2-15 0,0 0 11 0,1 1-7 0,-1 0-7 15,3 3-12-15,-1-2 11 0,1 1-11 0,1 3 21 16,0-3-6-16,-1 0-5 0,1 2-6 0,-3-3 7 0,2 0-6 16,0 1 10-16,0-1-6 0,1-1-4 0,0-1-13 0,-1-3 9 15,-1 0-8-15,-1-2 14 0,-1-2-8 0,0-1-8 16,0 0-29-16,-2-2-2 0,2 0-4 0,-2 1-24 0,-1-5-24 15,1 1-8-15,-1-2-70 0,0-1-53 0,0-2 35 0,1-1-267 16,-2-3 274-16,-1-3-22 0</inkml:trace>
  <inkml:trace contextRef="#ctx0" brushRef="#br0" timeOffset="184333.91">20087 7144 303 0,'0'-4'241'0,"-1"1"-97"16,-1 0 187-16,2 1-164 0,0 0-1 0,3-1-32 0,0 1-21 15,3-2-13-15,1-1-19 0,1 0-4 0,1-1 22 16,-5 1-28-16,3-1 22 0,0 0-12 0,-1 2-20 0,10-3-24 16,1 1 8-16,1-1-18 0,0 1 9 0,-1 0-8 0,0 3-9 15,-3 2-7-15,0 0 6 0,-1 1-6 0,1-3 12 16,-2 2-3-16,-1-1-6 0,2 1-6 0,-4 1 9 0,1 0-10 0,-1 1 12 15,0 1-5-15,-2 2-6 0,2-1 4 0,-1 0 0 16,-1 0 0-16,0 2 9 0,-2 1-1 0,0 4-1 0,0 2-6 16,-2 4 4-16,-1 1-6 0,-2 2 4 0,0 1 1 0,-2 0-1 15,-1 0 1-15,-1 2 4 0,-2 0-4 0,0 0 6 0,-1 0-4 0,-1-1-3 16,0 2-13-16,0-2 11 0,-1-1-10 0,1 0 11 0,1-3-3 16,-2 1-9-16,1 0-1 0,1-1 1 0,0 0 0 0,2-1-1 15,0 0-2-15,1 0-3 0,0-4-5 0,2-2 8 0,1-4-4 16,0 0 8-16,1 1-5 0,1-2-9 0,0 0-33 0,0-1-1 15,1-1-10-15,2-2-41 0,-1-1-16 0,2 0-22 0,1-2-147 0,0-2-150 16,2 1-7-16</inkml:trace>
  <inkml:trace contextRef="#ctx0" brushRef="#br0" timeOffset="186000.64">20696 7529 1322 0,'-7'0'342'0,"1"-1"-227"0,1 1 103 0,0-1-66 0,1 1 4 0,0 0-43 0,2 0-54 0,1 0-16 16,0 1-24-16,1-1-15 0,0 1 6 0,0 1-9 0,0-1 8 15,0 1 0-15,0 1-5 0,0 1-9 0,1-2 7 0,1 0-8 16,1 0 9-16,-1 1-8 0,0 1-5 0,1-1-24 0,1 3-19 16,-1-4 10-16,1 1-84 0,0 0-46 0,0-3-18 0,3 0-319 15,1 2 291-15</inkml:trace>
  <inkml:trace contextRef="#ctx0" brushRef="#br0" timeOffset="186569.9">21106 7072 1230 0,'6'-16'-484'0,"-5"7"900"0,-1 2-71 16,-2-1-147-16,0 1-75 0,-1 0 14 0,1 1-61 0,1 0-10 15,-1 0-4-15,1 3-14 0,0 0-1 0,-1 1 10 0,-2-1-16 16,1 2 8-16,0-1-7 0,-3 2-11 0,1 2-14 16,-1 3 6-16,-1 0-14 0,-1 4 3 0,1 4-2 0,-1 1-2 0,1 2-5 15,-1 4 3-15,-1 0-4 0,2 7 10 16,0 1-1-16,3 2-4 0,0 0-10 0,3-3 16 0,1-2-15 0,0 0 29 16,5-2-6-16,2-2-9 0,2-2-10 0,2-2 5 0,-1-3-5 15,4-2 11-15,1-1-1 0,1-2-4 0,2 0-9 0,-3-2 8 16,-3-2-8-16,-2 0 16 0,-1-1-5 0,1 0-2 0,7-3-9 15,1-1 1-15,-3 0 0 0,1 0 9 0,-2 0 0 0,-3 0-4 0,0-2-7 16,-1-3 7-16,-1 1-6 0,-1-2 10 0,-1-1-2 16,-2 1-4-16,1-2-9 0,-3 0 12 0,0-1-8 0,-2 0 18 15,0 0-5-15,-1-1-8 0,-1 0-5 0,0-2 4 0,-3 2-2 0,1 0 11 16,-2 2-3-16,0 1-5 0,-2 1 0 0,0 1 0 0,-1 3 0 16,-1 1-3-16,-1 2-2 0,-1 1-1 0,-3 3-10 0,-1 3 9 15,-2 0-7-15,0 2 6 0,4 2-11 0,-1-3-11 0,3 2-21 16,0 2-10-16,2-3 1 0,3 0-46 0,4 1-17 0,-1-2-17 0,1 0-153 15,-2 0-162-15,0-3-3 0</inkml:trace>
  <inkml:trace contextRef="#ctx0" brushRef="#br0" timeOffset="188204.29">21995 7057 430 0,'-1'0'145'0,"0"0"204"0,0 0-117 0,1 0-38 0,-2 0-43 0,2-1-74 16,0 1 35-16,0 0-57 0,0 0 39 0,0 0-19 0,0 0-25 15,0-2-12-15,2 1 18 0,-1 0-18 0,0-1 42 0,0 2-14 16,0-1-13-16,0 1-35 0,0 0 15 0,0 0-22 16,2-1 19-16,-2 3-1 0,0 4-9 0,0 1-3 0,1 2 12 15,-1 1-12-15,2 4 13 0,0 2-7 0,-2 1-9 0,3-1-9 16,-2 0 8-16,1 1-8 0,1-1 7 0,-1-1-3 0,1 1-7 16,0-2-9-16,0-2 11 0,2 1-9 0,-1 3 14 0,0-5-2 15,-1 1-6-15,1 0-11 0,-2-3 1 0,0 2-6 0,-1-2-7 16,-2-2-5-16,1-2-7 0,0 2-32 0,0-2-12 0,-1-1-2 15,0 1-62-15,0-1-31 0,-2 0-25 0,0-2-189 0,-2 1 229 16</inkml:trace>
  <inkml:trace contextRef="#ctx0" brushRef="#br0" timeOffset="188438.65">21838 7283 1607 0,'-6'-1'-199'0,"4"0"454"16,1 0-43-16,1 1-46 0,0-2-76 0,4 0 1 0,1-2-34 16,3 0 6-16,1-1 0 0,0 1-3 0,2 0-20 15,1 0 15-15,1 1-24 0,2-1 6 0,1 2-9 0,0 0-13 16,2-1-7-16,1 1 0 0,0 0-2 0,2 1 1 0,1-1-3 16,-1-2-3-16,-1 3-5 0,0-2 4 0,-7 0-4 15,-1 2-8-15,-2 0-21 0,0 0-16 0,6 1-56 0,-1 0-50 16,-1 0 26-16,1 0-288 0,-3 0 256 0,4 5-30 0</inkml:trace>
  <inkml:trace contextRef="#ctx0" brushRef="#br0" timeOffset="189654.08">22678 7102 430 0,'-9'0'158'0,"0"0"219"0,0 0-143 16,3 0-43-16,-1-2-54 0,4 2-67 0,-1-1 26 0,1 0-46 15,2 1 25-15,-1-2-13 0,2 2-18 0,-1-1-12 0,0 0 16 16,1 0-18-16,0-2 31 0,0 2-8 0,2 0-13 0,-1-2-11 16,1 0 18-16,-1 0-21 0,3 0 25 0,0-2-6 0,1 1-13 15,0-1-7-15,1 1 9 0,1-2-12 0,1-1 3 16,-1 5-4-16,4 0-8 0,-1 0-3 0,0 1 2 15,0-5-4-15,2 4 3 0,-2-2-5 0,2 3-2 0,0 1-6 0,-2 0 2 16,0 1 0-16,1 2 3 0,-1-1 1 0,1 1-3 16,-2 3-10-16,-2-2 14 0,-1 1-10 0,-1-2 20 0,-3 1-4 0,0-1-9 15,-2 4-3-15,0 2 4 0,0 1-3 0,-2 0 5 0,-3 0 1 16,1 5-5-16,-3-1 1 0,-1 0 2 0,-1 0-3 0,0-1 2 16,-1-1 0-16,0-1 0 0,0 0-3 0,0-1-1 0,-1 1-1 0,0-2-1 15,2-2 1-15,1 1 0 0,-1-2-2 0,2 1 5 0,1-2-2 16,-1 0 3-16,3-1 0 0,-1 1-2 0,1-2-11 0,2-1 11 15,1-1-7-15,1 1 12 0,0-1-1 0,2 0-6 0,0-1-7 16,1 1 9-16,2-1-4 0,1 0 11 0,-1 0 1 0,2 0-7 0,-1 0-8 16,0 2 15-16,0-1-14 0,1 0 15 0,-1 1-1 15,2-1-8-15,0 0-3 0,0 0 5 0,0 3-3 0,0 0 4 16,0 0 0-16,1 1-4 0,-1 0-7 0,3 2 8 0,-1-2-6 0,0 0 14 16,0 1-1-16,0-1-4 0,-1 2-14 0,-1-1 13 0,-3-1-10 15,1 0 17-15,-4 2 0 0,1-2-6 0,-2 3-13 0,-1-1 13 0,-1 0-10 16,-2-1 19-16,0 1-1 0,-2-1-8 0,0-1-10 15,-1 1 10-15,0 0-7 0,-2-1 20 0,0 1-4 0,0-2-8 0,0 0-5 16,0 0 7-16,-2-3-6 0,2 1 7 0,-1 0-2 0,1-1-6 0,1-1 2 16,0 0 0-16,-1 0 2 0,1-1-2 0,-1-2-1 0,2 2-2 15,-1 0-3-15,1-3 2 0,3 1-1 0,0-1-6 0,0 3-8 16,2-1-7-16,0-2-32 0,1 1-3 0,0-1-9 0,1 0-63 16,1 2-23-16,3-2-29 0,0 0-218 0,1-1 249 0</inkml:trace>
  <inkml:trace contextRef="#ctx0" brushRef="#br0" timeOffset="189924.17">23149 7349 960 0,'0'4'346'0,"-1"-1"169"0,0 1-388 0,-1-1 23 0,1 2-49 0,0-3-51 16,1 2-34-16,1 0-6 0,0-1-1 0,1-1-3 15,-1 1-1-15,1-2 0 0,0 0-7 0,0-1 2 0,-1 2-3 16,0-2-7-16,1 0-13 0,1 0-7 0,-1-2-48 0,1 2-22 16,-1-2 6-16,3-2-163 0,-1 1-161 0,1-2-53 0</inkml:trace>
  <inkml:trace contextRef="#ctx0" brushRef="#br0" timeOffset="191186.69">23556 6994 865 0,'-16'-9'-482'0,"6"4"933"0,0 0-95 0,0-2-153 0,-1 4-80 0,0-2 13 15,2 2-53-15,1-1-16 0,1 2-6 0,0 0-15 0,-1 0-29 16,1 0 23-16,1 2-31 0,-2 0 26 0,-1 0-7 0,0 3-14 16,-2 0-11-16,-1-1 14 0,2 2-15 0,-1 1 17 15,2 1-1-15,0 1-4 0,-1 2-14 0,0 1 13 0,0 3-13 16,-1 4 24-16,0-3-6 0,4 1-9 0,-2 3-6 15,2-1 15-15,1 0-12 0,2 3 28 0,2-4-11 0,0-3-13 0,2 2-10 16,2-6 15-16,1 0-13 0,3 0 29 0,-1-4-6 0,3 1-10 16,1-3-4-16,0 0 5 0,1-2-4 0,0-1 14 15,1-1-8-15,-1-2-4 0,2 0-18 0,-2 0 15 0,2-2-11 0,1 0 20 16,-1-2-5-16,0 0-11 0,-1 0-5 0,0 0 8 0,-2 0-6 16,-2-2 9-16,1 0-1 0,-1 0-5 0,-1-2-2 0,-2-1 5 15,-1 2-4-15,1 0 5 0,-1 1 0 0,-1 1-1 0,1 0-1 16,-1 2 3-16,-1 0-2 0,0 1 9 0,-1-1-3 0,0 6-3 0,0-1-2 15,0 1 8-15,0 1-5 0,1-1 16 0,-1 0-4 0,0 2-6 16,-1 0 0-16,0 0 2 0,1 1-2 0,-1 1 7 0,0 3-2 16,1 2 1-16,-1 3-7 0,1 2 2 0,1 2-4 0,0-1 2 0,1 1-4 15,0-4-4-15,1 2-8 0,1-2 2 0,0 1-2 0,0-2 6 16,1 0 0-16,-1-2-2 0,1-2-7 0,0 2 4 0,1-1-4 16,-1 0 5-16,1-1-2 0,0 0-5 0,0 2-15 0,-1-3-1 15,-1 0-5-15,1 2-23 0,-2-2-3 0,2 1-9 0,-2-2-54 16,2 1-14-16,-2-2-14 0,0 1-136 0,2-3-85 0,-3 0-71 0</inkml:trace>
  <inkml:trace contextRef="#ctx0" brushRef="#br0" timeOffset="191703.72">23716 7043 645 0,'-5'-2'230'0,"0"2"-104"0,0-5 111 0,-2 1-61 16,0-2 11-16,2 4-50 0,-2-5-28 0,4 5-20 0,-1-2-28 0,2 0-20 0,1 1 15 16,1 1-22-16,0-1 12 0,1 1-8 0,1-1-11 0,-1-1-18 15,2 2 11-15,0 0-14 0,0-1 24 0,3 0-6 0,-1 0-9 16,2 1-4-16,0-1 15 0,0 1-12 0,-1 0 18 15,1 2-2-15,1-1-12 0,2 1-15 0,-1 0 14 0,1 0-17 16,0 1 10-16,0 3 0 0,-1 1-10 0,2-1-10 16,-4 1 14-16,0 2-13 0,0 0 25 0,-3 1-6 0,0 1-8 0,-2 1-8 15,-1 1 8-15,-1-5-6 0,-1 0 11 0,0 2 0 0,-3-2-7 16,0 6-5-16,0-2 8 0,-2 0-7 0,0-1 9 0,1 2 0 16,-1-2-4-16,2 0-8 0,-1 0 8 0,2-2-6 0,0 0 10 15,2-1-2-15,0 0-6 0,0 3-6 0,1-2 9 0,1-1-6 16,1 1 12-16,2-1 4 0,0-1-5 0,1 2-21 0,2-4 22 15,0 1-19-15,2-1 38 0,1 1 0 0,3-2-5 0,1-1 0 0,1 1 1 16,0 0-1-16,0 2-4 0,0-3-5 0,0 5-6 0,-2-3-6 16,-1 4 3-16,-2-2-2 0,-1 1 7 0,-1 1-3 0,-1-1-3 0,-1 2-7 15,-3 1 11-15,-3 0-5 0,0 0 24 0,-3 0-3 0,-3 0-7 16,-2 1-3-16,-2 0 10 0,0 0-7 0,-2 2 15 0,0-3-7 16,0 1-9-16,-1 0-16 0,0 1 10 0,2-2-8 0,0-1 16 15,2 1-4-15,0-1-9 0,1 0-4 0,0-3 3 0,2 1-2 16,1-4-4-16,3 0-10 0,-1-2-9 0,3 0-33 0,1-2-17 0,4-1-2 15,3-5-123-15,3 1-91 0,3-4-70 0</inkml:trace>
  <inkml:trace contextRef="#ctx0" brushRef="#br0" timeOffset="192754.95">24538 6948 702 0,'-7'-1'221'0,"0"-1"52"15,0 1-100-15,0-1-6 0,-1 2-44 0,1-2-45 0,-2 2-26 16,1 0-7-16,1 0-4 0,0 0-23 0,2 0-2 0,-2 2-4 16,0-2-8-16,2 2 13 0,-2-1-11 0,1 1 25 15,0 0 2-15,0 0-8 0,0-2-13 0,1 2 12 0,-1 1-18 16,-1-1 14-16,2 0-4 0,-1 1-6 0,-1 2-14 0,1-1 15 16,-1 1-14-16,0-1 21 0,2 1-3 0,-1-2-12 0,1 1-7 15,2 0 7-15,0-1-8 0,2 3 5 0,-1-3 4 16,2 3-4-16,2-1-4 0,0 1 7 0,0 0-7 0,0 1 7 15,2-1 4-15,-1-1 0 0,3-3-5 0,-1 2 22 0,1-1-15 0,2 2 30 16,-2 2-5-16,2 1-14 0,1 1-12 0,1-1 12 0,1 1-12 16,1 2 11-16,0 2-4 0,-1-3-10 0,1 1-4 0,-1 0 3 0,0-3-3 15,0 1 6-15,-1 0-4 0,-3-2 0 0,0 0-4 0,-1 2 10 16,-4-1-6-16,-1 0 28 0,-2-1-1 0,-3 0-1 0,0-1-9 16,-3 2 9-16,-1 1-7 0,-3-1 19 0,-1 1-7 0,-2-2-9 15,1 1-15-15,-1 0 8 0,1-2-8 0,-1 0 8 0,2 2-4 16,1-4-7-16,-2 1-3 0,1-2 3 0,0-2-3 0,-1-1 2 0,2 0-1 15,0-1-1-15,1-1-11 0,1 1 12 0,0-1-10 0,1-2 15 16,0 1-4-16,3 1-6 0,0-2-20 0,1 2 3 0,1 0-8 16,2-1-8-16,1 1-8 0,1-1-9 0,2-2-29 0,1 0-19 15,3-1 1-15,1-2-95 0,2 0-53 0,1 2-42 0</inkml:trace>
  <inkml:trace contextRef="#ctx0" brushRef="#br0" timeOffset="193361.38">24717 7041 1719 0,'-3'0'206'0,"-1"0"48"0,3 2-91 0,-1 0-10 0,2 2-48 0,-1 0-51 15,1 4-44-15,1 2 2 0,0 4-8 0,1 5 5 16,0 0-1-16,2 1-3 0,1 4-5 0,1-4 7 0,1 0-7 0,1 0 14 16,-2-2-1-16,1 1-6 0,0 0-4 15,1 1 4-15,-2 0-5 0,2 1 1 0,-1-3-2 0,0-2 0 0,-2-3-7 16,2 0 6-16,-2-2-4 0,-2 0 14 0,-1-3-2 0,1 0-8 15,-3-1-3-15,0-2 3 0,-3 0-3 0,1 0 6 0,0-3 0 16,-2 1-3-16,2-2-3 0,-1-1 4 0,1-1-3 0,-2-3 7 16,1 0-2-16,-2-2-3 0,1-2-6 0,-2-1 11 0,2-2-7 15,-2-1 11-15,2-2-1 0,-1 0-8 0,1-3-3 0,-1 2 5 16,3-2-4-16,0 2 5 0,1 0 0 0,1 2-4 0,0-1-5 16,0 2 6-16,1 0-4 0,1 0 11 0,0 0-3 0,0 1-4 0,3-1-3 15,1 0 2-15,-1 1-1 0,1-1 4 0,2 0 2 0,-1 1-3 16,5 2 1-16,0-2 1 0,2 2 0 0,0 0 1 0,0 3 4 15,1 2 2-15,0-1-4 0,-2 2 7 0,1 2-9 0,-3 0 2 16,0 2-1-16,-1 0-3 0,1 5-9 0,0-1 10 0,0 1-8 16,-1 2 14-16,-2 0-1 0,-1 0-7 0,-2 0-2 0,1 1 1 15,1-1-2-15,-3 1 1 0,1 0 4 0,-2 0 1 0,-1 1-11 0,-1-2 12 16,1 1-10-16,-4-2 14 0,0 0-2 0,-2-1-7 0,-4 0 1 16,0 2 6-16,-1-1-2 0,-1-2 7 0,1 1-4 0,-1-2-4 0,-1 2-4 15,-3-2 3-15,3 1-3 0,-2-1 8 0,1 1-2 0,1-2-3 16,-1-1-6-16,-1 0 4 0,2-1-3 0,0-1 6 0,2 0-3 15,1-3-4-15,1-1-15 0,2 1 3 0,0-2-6 0,3-2-15 16,0 2-7-16,2-3-11 0,0-1-41 0,3 2-11 0,0-2-5 16,3 0-68-16,1 0-34 0,0 1-28 0,2 0-221 0,0 1 273 15</inkml:trace>
  <inkml:trace contextRef="#ctx0" brushRef="#br0" timeOffset="193939.69">25156 7178 128 0,'7'0'64'0,"3"0"61"0,0 0 51 0,-1-2-66 0,1-1 43 15,-1-1-20-15,0 2-32 0,1-2-12 0,-1 0 19 16,-2 0-29-16,1 1 28 0,-3-3-10 0,1 3-14 0,-2-4-29 16,2 2 6-16,-1-1-21 0,-1 1 13 0,1-1-6 0,-2 0-5 0,1 1-3 15,0 0 13-15,-2 1-14 0,-1 0 30 0,-1 0-6 16,0-1-9-16,-2 0-1 0,-3-1 16 0,1 2-19 0,-3-1 13 15,2 2-8-15,-2-1-17 0,-1 2-16 0,0 0 11 0,0 2-17 16,-1 2 6-16,0 0-4 0,-1 2-9 0,0 0-7 0,3 2 4 16,-2 1-6-16,1 0 8 0,1 2-2 0,-2 0-4 0,0 4-8 15,2-1 13-15,1 0-7 0,2 1 24 0,0-2-1 0,2 0-8 16,2-1-10-16,0 1 9 0,2-4-10 0,2 1 8 0,1 0-2 16,1-1-4-16,4 0 1 0,0-2-1 0,0 0 1 0,3 0 0 15,-1-1 0-15,0-2 1 0,3 1-10 0,0 0 7 0,-1-2-5 0,3 0 9 16,0-1 0-16,3 0-5 0,1 0-2 0,1 0 1 0,-2-1-1 15,0-2 5-15,2 1-3 0,0-1-1 0,2-1-2 0,0 0 0 16,3 1 1-16,-1-3 6 0,-3 3-3 0,-8-2-2 0,-1-2-7 16,-2 2 6-16,-1-1-4 0,4-1 12 0,0 1-2 0,-4-1-6 15,0-2 0-15,-2 3 1 0,-2 0 0 0,-3 1 5 0,0-3-3 0,-3 1-3 16,0-2 1-16,-1 1 1 0,0-3 0 0,0 2 5 0,-2 0-2 16,-1 2-1-16,0-2-4 0,-3 1 4 0,1 2-3 0,-3-2 4 15,-1 3-2-15,0 0-3 0,1 3-8 0,-2 1 8 0,1 0-6 16,-1 2 11-16,0 0-2 0,2 6-4 0,-2-2-9 0,0 3 10 0,4-1-7 15,0 2 15-15,1 1-2 0,-1 1-6 0,-4 3-9 16,0-1 12-16,1 1-7 0,0-1 20 0,3-2 2 0,2 1-4 0,2-2-6 16,2 1 8-16,1-2-8 0,3 0 7 0,3-2 1 0,2 0-1 0,3 0-14 15,2 0 12-15,-1 0-11 0,1-1 13 0,-6 1-3 0,-1-2-8 16,2-1-10-16,2 1 10 0,7-1-8 0,0-2 14 0,-1 1-3 16,1-1-7-16,0-2-14 0,-1 0-1 0,0 0-6 0,0-2-21 15,-2-2-9-15,-1 0-12 0,2-2-49 0,2 0-19 0,1 0-6 16,0-2-127-16,2 1-75 0,-3-1-63 0</inkml:trace>
  <inkml:trace contextRef="#ctx0" brushRef="#br0" timeOffset="194340.57">26100 6814 1321 0,'-6'0'154'0,"-1"0"98"0,0 2-16 0,5 2-55 16,1 0-49-16,0 3-79 0,1 4 12 0,-5 2-31 0,0 4 11 15,1 1-12-15,1 3-14 0,2 2-9 0,1-1 6 0,0-2-6 16,1 3 17-16,1-1-2 0,3-4-3 0,1 0-7 16,0-4 6-16,0 1-9 0,-4 1 7 0,-1-1-6 0,0 0-5 15,1-3-14-15,5-2 12 0,-2-1-11 0,1 0 17 0,0-1-2 16,-2-1-9-16,0 2-18 0,-1-5 10 0,-2 1-13 0,0-2 25 16,-1-2-1-16,0 0-4 0,-1 1-9 0,-1-2 10 15,-1 0-8-15,-1-3 13 0,1 1 1 0,-3-1-8 0,3-3-3 16,-4 1 8-16,0-2-6 0,1-2 5 0,-2 0 1 0,4-1-5 0,0-3-5 15,-1 2 6-15,-1-2-4 0,-7 0 9 0,0 1-1 0,-1 4-3 16,0 1-11-16,0 2 9 0,0 1-8 0,0 3 12 0,0 1-2 16,0 4-4-16,1 2-1 0,-1 2 4 0,0 3-3 0,0 5 7 15,0 0-4-15,-1 0 0 0,2-1-1 0,1 0 1 0,4-3 2 16,3 2 11-16,0-2-1 0,1-1-4 0,2 1-4 0,-1 0 9 16,3-1-6-16,1 1 11 0,4-1 1 0,-1 0-4 0,3-1-10 0,2-1 10 15,4 2-10-15,0-2 16 0,4 0-6 0,0 0-5 0,-2-3-13 16,2-2 5-16,0 2-4 0,1-3 4 0,0 1-7 0,2-1-10 0,2-3-25 15,-1 3-17-15,0-3 1 0,-2 0-91 0,-7 0-52 0,-3-3-39 16</inkml:trace>
  <inkml:trace contextRef="#ctx0" brushRef="#br0" timeOffset="204939.42">17809 7977 653 0,'0'-4'242'0,"-1"1"313"0,1-1-350 0,1 1-73 15,1 1-25-15,0-1-32 0,2 1-18 0,-1 2-21 0,1 0-9 16,1-2 13-16,-1 2-13 0,1 0 28 0,-1 2-9 16,1-2-10-16,0 2-22 0,1 1 17 0,-1-2-22 0,1 2 25 15,0 0-7-15,1 2-10 0,1 2-17 0,-1-1 12 0,2 2-12 16,0 0 19-16,0 1-4 0,1 0-9 0,2 0-13 16,-1-4 14-16,1 0-14 0,3 0 18 0,-4 0-7 0,1 1-7 0,2 0-16 15,-2-1-40-15,-1-2 26 0,2 1-43 0,-4-2-15 16,-1-4 28-16,0 0-139 0,-3-3-59 0,1 0 19 0,-3-1-24 15</inkml:trace>
  <inkml:trace contextRef="#ctx0" brushRef="#br0" timeOffset="205184.33">18162 7819 1482 0,'-9'5'171'0,"3"0"50"16,-1 2-101-16,0 2 16 0,3 3-31 0,4 1-32 15,0 1-25-15,3 2 14 0,-2 1-18 0,-2 2 21 0,-1 1-11 16,0 1-17-16,-1 4-9 0,2-4 10 0,0 1-15 0,0 2 7 16,-1 1-6-16,1 3-7 0,-2 1-17 0,0-6 14 15,1-2-15-15,1-3 19 0,-1-1-3 0,1-1-11 0,0-2-8 16,0 0 6-16,0-3-7 0,1 1-1 0,0 0-12 16,0-4-9-16,0-1-39 0,1-2-24 0,0-2 10 0,1-1-129 0,1 0-103 15,0-2-27-15</inkml:trace>
  <inkml:trace contextRef="#ctx0" brushRef="#br0" timeOffset="205549.76">18400 8063 638 0,'0'0'272'0,"0"0"-156"0,0 0 155 15,2-1-139-15,0 0-16 0,1-1-14 0,2 1-41 16,1-2-9-16,1 2-10 0,2 0-6 0,-2 0 9 0,1-2-12 0,0 0 20 16,-1 2-2-16,1-1-5 0,0-1-7 0,0 0 7 15,-1 2-15-15,1 0-5 0,-3-2-3 0,2 2-10 0,1-1-7 16,-1-1 5-16,-1 0-8 0,0 1 2 0,-2 1-6 0,1 3-5 16,-3 1-50-16,0 1-19 0,1-4 1 0,-2 0-79 15,0-2-40-15,0 2-3 0,-1 2-217 0,-1 0 219 0</inkml:trace>
  <inkml:trace contextRef="#ctx0" brushRef="#br0" timeOffset="205733.13">18442 8174 1693 0,'-6'4'-188'0,"4"-2"422"0,2-1-37 0,0-1-45 0,2 0-81 15,2-1 7-15,1-2-41 0,3 0-8 0,0 3-8 16,1-2-13-16,1-1-18 0,0 1 17 0,2-1-17 0,0-1 24 15,0 1-5-15,1-3-11 0,1 3-22 0,1-3-5 0,-1 3-4 16,3-4-56-16,-1 3-52 0,-7-1-20 0,3 1-146 16,-2-1 150-16</inkml:trace>
  <inkml:trace contextRef="#ctx0" brushRef="#br0" timeOffset="207524.29">18983 8119 847 0,'0'-1'-243'0,"0"1"496"15,0 0-47-15,1-1-72 0,2 1-57 0,-1-3 9 16,1 2-37-16,3-2-12 0,-1 3-11 0,1-1-14 0,1 0-12 15,-2 0 12-15,1-1-11 0,2 2 15 0,-1 0-9 0,-1 0-8 16,1 0 0-16,-1 0 3 0,0 0 2 0,2 2 10 0,1-2-3 16,-1 0-5-16,0 0-18 0,0-2 14 0,-2 2-14 15,0 0 24-15,0 0-7 0,-3-1-7 0,2 1-14 16,-5 0-16-16,0-1 8 0,0 1-80 0,-1-2-35 0,4 2-15 16,1-2-180-16,1-1 183 0</inkml:trace>
  <inkml:trace contextRef="#ctx0" brushRef="#br0" timeOffset="207984.33">19354 7907 1004 0,'0'-1'-223'0,"0"-1"500"0,0 0-38 0,1 0-53 0,1 0-80 15,2-1 32-15,0 1-62 0,1-1 41 0,0 1-20 0,1-1-27 16,1 1-37-16,-2 2 13 0,2 0-24 0,-2 0 19 16,2 2 4-16,-1 2-10 0,1 0-3 0,-2 3 15 0,1 1-22 15,-1 1 22-15,1 1-9 0,-1 3-6 0,-2 5-18 0,-2 0 5 32,-1-1-10-32,0 1 13 0,1-6-6 0,0 2-7 0,0 4-9 0,1-1 16 0,-2 5-14 0,0 1 20 0,0-3-5 15,0-2-12-15,0-1-6 0,2-4 4 0,1 0-5 0,0 1 9 16,1-4-3-16,-1 1-4 0,4 1-7 0,-3-3 6 0,0-1-5 0,0-2 5 15,0-1-6-15,-2-1-8 0,1 0-38 0,1-3 7 16,-2 0-14-16,1-1-18 0,1 0-18 0,0-4-25 0,1 1-108 0,-1-4-60 16,2 0-18-16,-2-1 1 0</inkml:trace>
  <inkml:trace contextRef="#ctx0" brushRef="#br0" timeOffset="208870.22">19236 7890 440 0,'-10'2'-139'0,"4"-2"317"0,2 0-28 0,0 0-37 0,1 1-59 15,1-1 35-15,1 0-53 0,1 0 37 0,0 0-14 0,-2 0-18 16,2 0-1-16,0 0 14 0,2 0-13 0,-2 0 32 15,1 0-7-15,-1 0-15 0,-1 0 1 0,1 0 34 0,1 0-31 16,0 1 52-16,1-1-14 0,0 1-23 0,1 1-34 0,-1 0 21 16,0-1-31-16,3 2 11 0,-2 1-3 0,3 0-20 0,-3 2-3 15,-1-1 23-15,2 3-22 0,-2 0 32 0,1 2-8 16,1 0-11-16,0 2-17 0,-2-1 14 0,2 1-15 16,-1 2 21-16,0-3-5 0,2 0-12 0,-2-1-16 0,1-1 16 0,-2 4-14 15,0 1 20-15,1-2-6 0,0 2-11 0,0 2-5 0,0-2 10 16,1 0-5-16,-1-2 16 0,-1-1-5 0,1-1-10 0,-2 1-2 15,1-1 1-15,-1 0 1 0,0 0 4 0,0-2 0 0,2 0-3 0,-2-1-9 16,0 0 5-16,0 0-7 0,0-1-13 0,0-1-11 0,2-2-11 0,-1 3-60 16,-1-5-26-16,1 1-8 0,0 1-148 0,1-3-71 15,0 0-55-15</inkml:trace>
  <inkml:trace contextRef="#ctx0" brushRef="#br0" timeOffset="209302">19298 7854 794 0,'-9'0'238'16,"-1"3"-15"-16,2 0-23 0,-1-2-63 0,3 1 3 0,3-2-39 0,-1 2-44 0,3-1-32 0,1-1-1 0,0 0-8 0,3 1 2 0,0 0-3 0,0-1-5 0,1 2-15 16,1-2 10-16,1 1-11 0,-1-1 32 0,2 0 3 15,-1 1-4-15,1-1-11 0,-1 0 18 0,2 0-22 0,0 0 26 16,-1 0-2-16,2-1-6 0,0 0-13 0,0-2 10 15,0 1-15-15,1 0 13 0,-1 1-6 0,1-1-7 0,0 0-14 16,-1 1 11-16,-1 1-11 0,0-1 13 0,-4 1 1 0,1 1-6 0,-2 0-3 16,-1 1 6-16,-1-1-7 0,-1 1 18 0,0 1-1 15,-1 1-4-15,-1 1-7 0,-1 1 9 0,-2 1-8 0,1-1 10 16,-2 2-6-16,0-1-7 0,1 1-6 0,-1-1 2 0,2-1-2 16,0 2 5-16,1 1-8 0,1-3-7 0,1 2-34 0,0-1-18 0,1 1-1 15,1 1-94-15,1 3-46 0,1-1-37 0</inkml:trace>
  <inkml:trace contextRef="#ctx0" brushRef="#br0" timeOffset="209625.15">19677 8217 2217 0,'-4'0'-197'0,"1"-2"419"0,1 2-50 16,0-1-56-16,0 1-92 0,2 0 10 0,-1 0-36 0,1 1 8 15,0-1 0-15,1 2-6 0,2 0-18 0,0 0 12 0,1 0-14 16,-1 1-3-16,1-2-22 0,-1 0-14 0,3 1-51 0,0-2-36 16,1 0 21-16,4-2-176 0,-1-2-163 0,3 1-37 0</inkml:trace>
  <inkml:trace contextRef="#ctx0" brushRef="#br0" timeOffset="209953.36">20124 7909 1524 0,'-4'-6'138'0,"0"2"63"0,-1 0-20 16,0 3-45-16,-4 0-44 0,-1 2-57 0,1 2 9 15,-1 0-25-15,0 4 6 0,1-1-8 0,0 3-9 0,0 5-12 16,0 2 11-16,-1 4-9 0,1 6 20 0,0-4-3 0,3 4-11 16,1 4 0-16,1-3 12 0,3 2-10 0,2-1 17 15,4-6-1-15,3-1-5 0,3-3-13 0,2-4 14 16,3-2-16-16,5-3 20 0,0 0-5 0,1-1-6 0,-3 0-13 0,-4-3 10 15,0-1-10-15,3-3 16 0,5-1-3 0,-1-4-5 0,0 0-2 16,-5-1 4-16,-5-1-4 0,0-2 0 0,-2 0 4 16,-1-1-3-16,-2 0-7 0,-2 1 12 0,-2-1-11 0,-1 0 14 0,-2-3-3 15,0 2-6-15,-1-2-12 0,-2 0 15 0,-1 1-11 0,-1 0 21 16,0 0-4-16,0 3-9 0,-1 0-7 0,-1 1 10 0,-2 0-7 0,1 3 15 16,-2 0-6-16,-1 4-9 0,-2 0-5 0,-3 4 5 0,-1 1-5 15,-2 1 8-15,2 2-3 0,0 2-6 0,-2 1-22 0,7 0 4 16,-3 2-9-16,0-2-15 0,1 0-5 0,-3-1-9 0,1 1-42 15,5-2-13-15,3 0-7 0,4-2-101 0,4-1-70 0,2-2-56 0</inkml:trace>
  <inkml:trace contextRef="#ctx0" brushRef="#br0" timeOffset="210704.29">20600 7913 1765 0,'-1'-5'-196'0,"-3"1"433"16,-1 0-24-16,1 3-42 0,1 0-61 0,0 1 4 0,2 0-44 16,1-1-36-16,0 1-13 0,0 1-16 0,1 1-13 15,0 1 15-15,1 2-12 0,3 2 31 0,-3-1-1 0,3 3-6 0,0 2-9 16,0 1 12-16,0 2-13 0,1 1 11 0,-6 3-2 16,2-4-8-16,-2 1-16 0,0-4 11 0,5 1-13 0,-2 2 23 15,0 0-8-15,1-1-7 0,0-2-19 0,0 1-1 16,-1-3-3-16,0-1-22 0,0 0-19 0,-2 0-7 0,1 0-65 15,-1-2-41-15,-1-2 23 0,0 1-216 0,-1-1 223 0,0 1-20 16</inkml:trace>
  <inkml:trace contextRef="#ctx0" brushRef="#br0" timeOffset="210881.09">20512 8128 1001 0,'3'-6'352'16,"-3"3"-205"-16,1-2 171 0,0 0-140 0,3-3-5 15,1 1-38-15,1 0-57 0,2 1-22 0,1-2-28 0,3 1-25 16,0 0 4-16,1 2-9 0,0-1 2 0,-2 1 0 0,-5-1 0 16,1 1-19-16,-2 2 4 0,2-1-9 0,7-1-38 0,-1 2-44 15,3-2-20-15,2 5-183 0,-1 0-221 0,2-1 9 0</inkml:trace>
  <inkml:trace contextRef="#ctx0" brushRef="#br0" timeOffset="211421.61">20973 7907 863 0,'-6'0'116'0,"0"-3"122"15,0 2-84-15,2 1-41 0,-1-1-38 0,2 1-47 0,2-2 4 16,-2 2-16-16,2 0 16 0,0 0 1 0,0-1 0 0,0 0-1 15,0 0 11-15,0 1-12 0,-2-2 25 0,2 2-4 0,0 0-9 16,0 0-9-16,0 0 23 0,0 2-25 0,0-1 35 16,0-1-10-16,1 1-12 0,-2-1-26 0,2 1 11 0,0-1-19 0,0 0 11 15,0 0-1-15,2 0-9 0,0 0-2 0,0 2 17 16,0-2-15-16,3 0 29 0,-2-2-4 0,4 2-7 0,1-1-9 16,1 1 10-16,1-1-14 0,1 1 3 0,1 0-2 0,1 1-11 15,0 0-12-15,0 3 13 0,-1 1-12 0,-1-1 14 0,-1 0-1 16,-1 1-10-16,-1 0-6 0,-1 2 9 0,-1-1-5 0,-2 1 11 15,0 2 0-15,-1-2-5 0,-3 1-7 0,0 1 8 0,-1-1-7 16,-3 2 12-16,1-1-2 0,-3 1-5 0,0-2-7 0,-2-2 8 16,0 0-5-16,-1 0 12 0,1 1-3 0,1-2-7 0,-1 4-2 15,4-4 4-15,-1 1-2 0,3-3 5 0,1 0-3 0,1-2-5 0,3 1-3 16,1-2 19-16,4-2-10 0,2 2 38 0,4-1-7 0,4 0-8 16,0 1-9-16,-3 0 1 0,-4 1-4 0,0 2-3 0,1-2-2 15,3 1-3-15,2 4-14 0,-1-3 11 0,-3 4-9 0,-3 0 13 0,-4 0 1 16,-2-2-7-16,0 1-6 0,-4 2 11 0,-1-2-9 15,-3 3 19-15,-1 0 2 0,-3-1-5 0,-2 1-14 0,-3-1 16 0,0-1-13 16,1 2 29-16,-1-1-7 0,0 0-10 0,0-1-13 0,0 1 10 16,5 0-9-16,1-1 7 0,2 2-2 0,-2-2-7 0,-4-2-6 15,0 1 8-15,0-3-4 0,4 1 6 0,2-2 0 0,2-2-5 0,0 2-21 16,2-2 14-16,1 0-15 0,0-2 8 0,0 1-4 0,0-2-11 16,0 1-18-16,3-2-7 0,0-1-4 0,4 2-44 0,1-2-13 15,2 1-16-15,1 2-115 0,1-1-67 0,-1 1-23 0,0 0-16 16</inkml:trace>
  <inkml:trace contextRef="#ctx0" brushRef="#br0" timeOffset="211612.62">21345 8203 711 0,'-2'1'188'0,"-1"0"408"0,1 2-410 0,0-2-54 0,0 2-48 0,-1-2-57 16,2 1 1-16,0 1-14 0,1 0-13 15,0-3 3-15,0 1-9 0,1-1-29 0,0 1 3 0,2-1-14 0,0 1-58 16,0-2-39-16,2 0-16 0,2-2-222 0,-1-1 208 16</inkml:trace>
  <inkml:trace contextRef="#ctx0" brushRef="#br0" timeOffset="212054.99">21693 7845 426 0,'-7'-2'282'0,"-1"-2"120"16,2 0-242-16,-2 0 35 0,2 1-41 0,0 0-54 16,0-1-48-16,-1 2 19 0,1 2-34 0,1-2 22 0,0 2-14 15,0 2-14-15,-3-1-15 0,6 3 9 0,-2 0-11 0,-4 4 22 16,3 0-5-16,-8 2-6 0,0 2-12 0,-1 2 9 0,2 0-12 15,-1 1 12-15,2 0-2 0,1-1-4 0,1-2-1 16,4 1 1-16,0-3-3 0,5 2-2 0,0-3 1 0,3 0-3 0,2-1-4 16,2-5 19-16,2 0-17 0,1-2 27 0,1-1-5 15,3 0-7-15,1 0-22 0,2-1 14 0,0-2-16 0,-2 2 17 16,-9 0-3-16,1-2-8 0,0-1 2 0,-1-2 1 0,4-3-2 16,-1 1-1-16,0-1 1 0,1 3 1 0,-1-3-15 0,-1 0 21 15,-1 0-16-15,-1 0 28 0,-1 2-4 0,-1-1-12 0,-1 0-12 0,0 2 13 16,-1 1-10-16,-2 0 25 0,0 3-3 0,0 0-7 0,0 0-10 15,0 2 19-15,1 0-13 0,-1 0 26 0,-1 2-7 0,-1 2-12 0,-2 1-11 16,1 1 18-16,0 4-13 0,-1 2 30 0,2 1-7 0,1-1-10 16,0 3-11-16,1 2 3 0,3 0-4 0,0 1 5 0,1-5-6 15,0-2-4-15,0 2-13 0,-1-3 11 0,1 3-8 0,1 0 14 16,-1-2-2-16,2-2-9 0,1 0-16 0,0-1 11 0,-1-3-13 16,0 0-3-16,-2-1-13 0,1-1-14 0,-1-1-50 0,1 0-13 15,-1-1-8-15,1 0-88 0,-1-1-43 0,1-1-40 0,-1 0-384 0,1 1 419 16</inkml:trace>
  <inkml:trace contextRef="#ctx0" brushRef="#br0" timeOffset="212555.22">21920 7845 1041 0,'-13'-7'-160'0,"8"3"376"0,-1-1-18 0,2 2-31 0,-1-1-56 0,1 1 20 15,0 1-52-15,0 0-2 0,0 0-8 0,2 0-13 0,-1 1-16 16,-1-1 12-16,1 1-19 0,0 0 16 0,-1-1-6 0,1 1-13 16,0 0-21-16,0 1 17 0,1 0-22 0,1-1 19 0,1 1-4 15,-1 0-7-15,1 0-12 0,0 0 6 0,1 0-7 16,0 0 23-16,1 0-1 0,3-2-2 0,-1 1-15 0,1-1 17 16,0 0-18-16,2 1 25 0,0-2-3 0,0 3-11 0,3-2-8 15,-1 1 15-15,1 1-16 0,2 0 13 0,-1 2-5 16,0-1-12-16,0 3-6 0,-1 1 9 0,-1-1-8 0,0 3 11 0,0-2 0 15,-2 0-5-15,0 1-3 0,-1-1 3 0,-3 0-3 0,0 2 4 16,-1-3 3-16,-2 3-5 0,0 0-2 0,0 0 5 0,-2 2-5 16,-3-1 8-16,1 1-3 0,-3 0 0 0,0-1-9 0,-1-1 5 0,0 2-4 15,1-1 8-15,0 0 1 0,1-1-4 0,2-1-6 0,0 0 7 16,1-2-6-16,1 1 7 0,1-3 2 0,1 0-2 0,3 0 0 16,3 1 11-16,3-1-5 0,5-2 26 0,4 2 1 0,5-1-1 0,5 2-17 15,0-1 11-15,1 1-13 0,-9 2 3 0,-3 0-6 0,-2 1-11 16,-2 1-9-16,3-3 9 0,-4-2-5 0,-3 2 13 0,-2-3-2 15,-4 3-7-15,0 2 4 0,-3 2-1 0,-2 0 3 16,-3 1 3-16,-2 0 0 0,-3 0 0 0,-2 1-6 0,-2 0 8 0,1-1-6 16,-2 1 14-16,2-2-4 0,0-2-6 0,7 2-13 0,-1 0 6 15,-2 0-6-15,-1-1 9 0,-5-3 0 0,2 1-4 0,3-2-14 16,-1 1 12-16,5-2-13 0,-1-1 5 0,1 1-7 0,2-1-12 0,-1-1-32 16,3 0 8-16,-1 0-15 0,2-3-13 0,1 1-9 0,1-2-15 15,2 0-56-15,2-2-24 0,0-1-4 0,2 0-122 0,0 0-67 16,1 0-51-16</inkml:trace>
  <inkml:trace contextRef="#ctx0" brushRef="#br0" timeOffset="212873.42">22757 7698 1201 0,'-5'-1'309'0,"-1"0"-190"0,1-1 95 0,-1 2-60 16,0 0 23-16,2 2-61 0,-3 0-25 0,-1 1-18 16,-2 3-29-16,-2 2-16 0,-2 1 22 0,0 1-25 0,-1 2 17 15,1 3-10-15,-1 0-19 0,-2 6-13 0,8-1 11 0,-2 1-11 16,-3 2 11-16,3-4 1 0,-5 0-7 0,2-1-5 0,4-1 6 15,0-3-7-15,1 1 3 0,2-3-1 0,1-1 0 0,2 0-11 16,2-4 1-16,0 0-3 0,1 0-20 0,0-5-17 16,1-2-12-16,-1 1-55 0,1-1-41 0,-1 1 26 0,1-1-139 15,-1 0-52-15,-1 0-5 0</inkml:trace>
  <inkml:trace contextRef="#ctx0" brushRef="#br0" timeOffset="213072.06">22354 7785 428 0,'-3'-13'167'0,"-2"5"-7"0,1-1 38 15,-1 0-34-15,3 2-1 0,0 2-24 0,0 0 7 16,2 2 23-16,0 3-39 0,1 0 10 0,1 0-6 0,4 0-21 0,2 4 0 16,5 0 21-16,3 1-32 0,4 3 25 0,2 1-20 0,7 1-21 15,6 5-41-15,6 3 2 0,-2 2-20 0,-4 0-10 0,-5-1-5 16,0-2-6-16,4 2-4 0,6-4 3 0,-3 2-5 16,0 0 6-16,-5-4-3 0,-1 1-2 0,1 0-12 0,-4-1 6 15,-1-1-7-15,1-1 0 0,-5-4-9 0,-2 0-7 0,-1 0-26 16,-6 1-23-16,-1 1 11 0,-2-1-169 0,-3 1-40 0,-4 0-68 15,-4 1-395-15,-5 1 472 0</inkml:trace>
  <inkml:trace contextRef="#ctx1" brushRef="#br0" timeOffset="116687.8">21277 12476 0,'0'0'0,"0"0"15,0 0-15,0 0 16,0 0 0,0 0-16,0 0 15,0 0 1,0 0-16,-88 55 15,78-30 1,-1-1-16,-4 0 16,2 1-1,-4 0-15,0-5 16,0 0-16,1-2 16,2-3-1,1-2-15,0-3 16,2-2-1,1-1-15,2-4 16,-1 2-16,-1-2 16,0 1-1,-1-2-15,-2 2 16,1 0 0,0-1-16,-1 0 15,0 1-15,-3-1 16,1 1-1,3 0-15</inkml:trace>
  <inkml:trace contextRef="#ctx1" brushRef="#br0" timeOffset="117005.02">20872 12761 0,'0'0'0,"0"0"0,0 0 15,0 0-15,0 0 16,0 0-16,0 0 16,0 0-1,0 0-15,0 0 16</inkml:trace>
  <inkml:trace contextRef="#ctx1" brushRef="#br0" timeOffset="117440.22">20949 12813 0,'0'0'0,"0"0"16,0 0-16,0 0 15,0 0-15,0 0 16,0 0 0,0 0-16,0 0 15,0 0 1,89-60-16,-81 50 16,-4-1-1,-4 5-15,-1 1 16,0 2-1,0 1-15,-1-1 16,-2-1-16,0 2 16,-3-4-1,0 0-15,-2 0 16,0 0-16,-1 3 16,1 2-1,0-1-15,-1 1 16,-1 0-1,-3 0-15</inkml:trace>
  <inkml:trace contextRef="#ctx1" brushRef="#br0" timeOffset="117811.82">21045 12551 0,'0'0'0,"0"0"16,0 0-1,0 0-15,0 0 16,0 0 0,0 0-16,0 0 15,0 0 1,0 0-16,0 0 16,0 0-16,0 0 15,0 0 1,0 0-16</inkml:trace>
  <inkml:trace contextRef="#ctx0" brushRef="#br0" timeOffset="-132038.6">17727 9067 256 0,'-13'6'31'0,"5"-6"438"0,-2 0-213 16,1-1 3-16,-2 1-224 0,0-1 20 0,0 1-2 0,4-2 53 16,-1 1-7-16,-1-1-9 0,-2 0-28 0,-7-2 28 0,1 2-25 0,1-1 32 15,2-1-8-15,3 3-15 0,0 0-25 0,4-2 21 0,1 2-20 16,3 1 22-16,0 0-5 0,2 0-12 0,0 3-25 0,0 0 10 15,1 1-13-15,-1 1 11 0,1 4-2 0,0-1-3 0,0 1-5 16,-1 0 8-16,1 0-8 0,1 0 2 0,0 1-5 0,2 0-8 0,1 1-10 16,1 0 7-16,2 1-7 0,1-1 13 0,2-1-5 0,0-1-4 15,1 2-11-15,4 0 5 0,1 3-5 0,2 0 5 0,0 2-1 16,-7-1-4-16,0 0-7 0,3-1 8 0,0 2-5 0,7-2 13 16,0 1-8-16,-3-2-8 0,0-1-4 0,-4-3 7 0,-3-3-2 0,1 0 11 15,-3-2-5-15,-3 0-6 0,1-1-26 0,-1-2 4 0,-2-1-8 16,1 0-12-16,-2-1-12 0,0-2-14 0,1-3-50 0,-2-1-10 15,-1-2-7-15,1-1-67 0,1-1-26 0,-2 0-24 0,1-4-305 16,1 1 350-16</inkml:trace>
  <inkml:trace contextRef="#ctx0" brushRef="#br0" timeOffset="-131813.54">18079 9019 1239 0,'-2'2'163'0,"-2"0"4"0,-2 0-2 0,-1 4-52 0,0 3 6 15,1 2-9-15,-3 2-15 0,0 3-37 0,-2 2 28 0,-1 2-29 0,0 0 13 16,0 1-9-16,-2 1-18 0,1 1-17 0,0 0 3 0,0 2-7 16,-1 4 1-16,2 0 2 0,-3 2 1 0,2 2 2 0,-2 4 4 15,1 2-3-15,0-4-3 0,2 1-2 0,-2-1-5 0,1-2-24 16,-1 0 18-16,0-3-17 0,-1-3 16 0,1-4-2 0,-2 0-10 0,1-4-19 16,3-2 15-16,2-2-16 0,1-1 8 0,1-4-8 0,2 1-13 0,3-2-26 15,1-3-2-15,0-3-6 0,0-1-58 0,4-2-21 0,0-2-31 16,2-6-188-16,4-2-164 0,6-7-19 0</inkml:trace>
  <inkml:trace contextRef="#ctx0" brushRef="#br0" timeOffset="-131350.97">18098 9520 1339 0,'-6'4'73'0,"0"-2"45"0,-1 1-38 15,3-2 1-15,0 1-5 0,3-2 9 0,0 0 12 0,0-3-19 0,1 0-2 16,0 1-13-16,0-5-15 0,3 0-20 0,1 2 13 0,1 0-11 15,3-4 12-15,0 2-5 0,0-4-12 0,2 0-1 0,-2 1 1 16,1 0-3-16,-1 1-3 0,-3 0-5 0,1 1-3 0,0-1-19 0,-6 0 14 16,-3 2-12-16,2-1 20 0,-2 2-2 0,3-1-10 0,1 0-1 15,-1 0 3-15,0 2-3 0,-1-1 3 0,-1 0 5 0,1 1-1 16,-3 0-22-16,6 1 21 0,1 1-19 0,-2 0 27 0,0 0-3 16,-4 2-9-16,-2-1-12 0,-1 2 12 0,1 0-10 0,-1 2 17 0,1 2-2 15,-2 2-8-15,0 2-9 0,-1 1 13 0,-1 3-9 0,1-1 13 16,2 3-2-16,-1 2-9 0,1-1 1 0,1 4 4 0,0 2-2 15,1 0 6-15,1 1-2 0,0-3-2 0,2 3-4 0,0-1 3 16,0-1-2-16,1 2 6 0,1-4-2 0,0-3-3 0,2-1-9 0,2-4 9 16,0-1-8-16,3-2 7 0,4-3-6 0,2-2-5 0,4-2-37 15,1-1 2-15,1-4-9 0,-5-2-1 0,0-2-7 0,0-1-7 16,4-4-76-16,5 0-43 0,-2-6-17 0,0-4-367 0,-3-1 353 16,1-2-74-16</inkml:trace>
  <inkml:trace contextRef="#ctx0" brushRef="#br0" timeOffset="-131086.71">18518 9172 1064 0,'-16'7'348'0,"-2"2"-144"0,1-1-62 0,0 0-86 16,-1 1 25-16,1 0-8 0,0 0-20 0,0 1 3 16,3 0 10-16,0-1-7 0,2 0 1 0,3-1-5 0,1 1-9 0,4-3-15 15,1 2 16-15,3-1-14 0,4 2 18 0,0 0-7 0,3 0-14 16,1 2-17-16,1-2 14 0,2 2-13 0,1-1 18 0,1 1-5 15,1-2-5-15,1 1-22 0,1 0 7 0,-1 0-8 0,-1 1 10 0,-2-1-1 16,-1 0-4-16,0 2-10 0,-4-1 9 0,-1-1-7 0,-2 1 8 16,-2-6-3-16,-2-2-5 0,-2 4-4 0,0-2 5 0,-2 4-3 15,-2 1 8-15,1 0 0 0,-3 1-1 0,-1-1-15 0,0-1 4 16,-1-1-9-16,-1-3-15 0,1-1-9 0,-1-1-15 0,0-1-70 16,1-2-22-16,1 0-18 0,0-3-232 0,2-5 245 0,3-1-49 0</inkml:trace>
  <inkml:trace contextRef="#ctx1" brushRef="#br0" timeOffset="120485.01">19945 14032 0,'0'0'0,"0"0"0,0 0 16,-1-98-16,-9 22 15,-7-24-15,-7-1 16,-41-17 0,0 5-16,-16 12 15</inkml:trace>
  <inkml:trace contextRef="#ctx1" brushRef="#br0" timeOffset="124458.11">20719 13759 0,'0'0'0,"0"0"15,0 0-15,0 0 0,0 0 16,0 0-16,0 0 16,0 0-1,0 0-15,0 0 16,0 0 0,0 0-16,0 0 15,0 0-15,0 0 16,0 0-1,0 0 1</inkml:trace>
  <inkml:trace contextRef="#ctx1" brushRef="#br0" timeOffset="125024.28">21080 13752 0,'0'0'0,"0"0"0,0 0 16,0 0-16,0 0 15,0 0 1,0 0-16,0 0 15,0 0-15,0 0 16,0 0 0,0 0-16,0 0 15,0 0 1,0 0-16,0 0 16,0 0-1,0 0-15,0 0 16,0 0-16,0 0 15,0 0 1,0 0-16,0 0 16,0 0-16,0 0 15,0 0 1,0 0-16,0 0 16,0 0-1</inkml:trace>
  <inkml:trace contextRef="#ctx0" brushRef="#br0" timeOffset="-124754.48">15912 11744 876 0,'-15'2'299'0,"5"-2"463"0,5 2-648 0,0-5-149 0,3 3 0 0,1-1 35 0,1 1-3 16,0 0 5-16,0 0 28 0,0 0 7 0,0 0 7 0,0 0 20 15,0 0-10-15,-1 0-11 0,0 0-18 0,1 0 9 0,-2 0-9 16,2 0 0-16,-1 0-1 0,0 0-7 0,1 0-14 0,-1 0 12 0,1 0-11 15,0 0 2-15,0 0-8 0,0 0-14 0,0 0-25 0,-1-2-4 16,3 2-5-16,0-1-29 0,3-1-9 0,1 0-8 0,0-3-63 0,6 1-43 16,2-3 2-16,4 0-233 0,1 1 256 0,-3 0-28 15</inkml:trace>
  <inkml:trace contextRef="#ctx0" brushRef="#br0" timeOffset="-123760.11">15888 11847 256 0,'-11'0'14'0,"6"-1"197"0,0-1-122 0,2-1-10 0,-1 1-162 0,1 0 24 0,1 0-15 0,-2 0 78 0,2 0 3 16,-1 1 1-16,-2 1 7 0,2-3 6 0,-2 2-2 0,2-2 13 16,0 1-4-16,-1-1-8 0,1 0 8 0,1 1 8 0,-1-1-6 0,1 2 0 15,1-1-5-15,0 0-3 0,1 0-14 0,0 0 9 0,0 1-5 16,1 0 21-16,1 0-4 0,-1-1-12 0,-1 1-3 0,2 1 21 16,-1-1-17-16,-1 1 22 0,1-2-1 0,-1 2-3 0,0 0 2 15,0-1 4-15,0 1-1 0,0 0 11 0,0-1 0 0,0 1-4 0,0-1-10 16,0 1 13-16,1 0-15 0,-1-2 5 0,0 2-7 0,0 0-5 15,1 0-10-15,-1-1 4 0,3-2-3 0,0 3 9 0,1 0-8 16,2 0-9-16,2-1-21 0,2 0 18 0,0-2-16 16,1 1 20-16,0 1 0 0,5-3-9 0,1-1-14 0,3 2 12 0,0-2-11 15,-1 0 21-15,-1 0 2 0,0 1-8 0,4-3-9 0,-1 5 22 16,3-2-17-16,-1 1 37 0,0 1-1 0,-1 1-7 0,-7-2-12 16,0 0 11-16,1 3-11 0,1-2 7 0,7-1-5 0,-1 1-7 0,2-1-13 15,-3-1 9-15,-1 2-8 0,-2-1 11 0,-3-1-5 0,1 1-8 0,-1 1-12 16,0-2 21-16,-2 2-16 0,0 1 13 0,-2-2 2 0,-2 0-13 15,-2 1-5-15,0-1 15 0,-2 2-13 0,0-1 0 0,-1 0-11 16,2-2-17-16,-1 3-30 0,0-1-7 0,1-2-3 0,-1 1-37 16,2-2-25-16,1 0-18 0,2-1-92 0,3-1-99 0,-2 1 7 15</inkml:trace>
  <inkml:trace contextRef="#ctx0" brushRef="#br0" timeOffset="-123290.1">16999 11183 1310 0,'-13'5'87'0,"1"-4"260"0,4 3-362 0,4 1-1 0,2 1 2 0,2 1-1 0,0 2 10 16,3 0-4-16,-1-1 19 0,2 1-6 0,-2 1-7 0,-1 0 2 0,-1 3 8 15,-1-1 0-15,-1 2 25 0,-1-2-1 0,0 6-1 0,0 2-8 16,-2 4 21-16,2 4-15 0,-3 3 26 0,2-2-8 0,0 5-11 16,1-2-20-16,1 0 6 0,0 1-8 0,0-2 5 0,0-5-6 15,1 1-8-15,-1 0-13 0,0 0 8 0,-1-1-8 0,0 1 13 16,1-2-3-16,-1 1-3 0,0 2-15 0,0-1 16 0,0 0-12 0,1 0 24 16,0-9-2-16,1-1-6 0,0 1-9 0,1-2 7 0,0 2-7 15,0-4 7-15,1-1 2 0,0-2-3 0,1-3-24 0,2-1-6 16,-2-1-6-16,1-4-26 0,1 1-7 0,-1-1-3 0,1-2-56 15,0 0-4-15,0-1-9 0,0-3-13 0,1 0-15 0,1-3-6 0</inkml:trace>
  <inkml:trace contextRef="#ctx0" brushRef="#br0" timeOffset="-122742.48">17430 11257 1470 0,'-12'7'-35'0,"7"-6"54"0,3 0-6 0,2 1-14 0,1 0-26 16,2 1 24-16,1 2-21 0,2-1 34 0,0-2-2 0,1 2-6 0,1-1 7 16,1-1-3-16,0 1 5 0,1-1-1 0,1 0 2 0,2-1-2 15,0 0-4-15,3 0 16 0,2 2-12 0,-1-2 19 0,2 0-1 16,-1 1-7-16,1-1-4 0,1 0 8 0,-3 2-7 0,-7-1 13 15,0 0-6-15,-2 2-4 0,2-1-9 0,5 0 12 0,-1 1-9 16,2-2 12-16,-3 4-6 0,-1-1-8 0,-1 0-7 0,-2 1 11 0,0 2-8 16,-1 0 8-16,-3-1 0 0,-1 1-12 0,-2 1 3 0,0 1 15 15,-2 3-10-15,0 2 13 0,0-1-3 0,-3 3-8 0,-2 0-14 16,0 2 16-16,-4 3-13 0,0-1 13 0,0 2 0 0,-2 2-9 16,-3 0-9-16,-2-2 15 0,1 0-14 0,-2 0 16 0,3 0-9 15,1 1-9-15,4 0-5 0,-1 1 10 0,-3 0-3 0,1-1 11 0,-8 0-2 16,1 3-9-16,-3 0-19 0,0 0 14 0,2-4-15 0,-2 0 19 15,3-4 2-15,1 1-2 0,0 1-17 0,1-1 18 0,1-5-14 16,-1 0 31-16,1-3-6 0,3-2-7 0,0-2-9 0,3-2-4 16,1-1-2-16,2-2-19 0,3-1-7 0,1-2-10 0,0 0-31 0,3 0-20 15,0 0 3-15,1-1-68 0,2-4-7 0,2-1-10 0,4-7-94 16,1-1 161-16</inkml:trace>
  <inkml:trace contextRef="#ctx0" brushRef="#br0" timeOffset="-122324.15">18104 11955 2023 0,'-19'3'54'0,"3"-3"-34"15,4 0-45-15,8 0-10 0,3 2-2 0,2 3-22 0,4-1 5 0,1 1 4 0,-2-1-4 0,1-1 9 16,-2-1-4-16,0 1 7 0,0-2-7 0,-1 0-16 0,1 1-24 16,1-1-14-16,2 1-3 0,1-2-80 0,4 0-32 0,3 0-22 0</inkml:trace>
  <inkml:trace contextRef="#ctx0" brushRef="#br0" timeOffset="-121129.52">18991 11279 945 0,'-47'-3'290'16,"45"2"-269"-16,-35 0-12 16,28 1-8-16,3 2 0 0,0 2 2 0,-1-1-13 0,-1 1 19 15,-1 0-15-15,0-1 36 0,-1 3 0 0,0-1-4 0,-3 1-5 0,1 2 10 16,-3 1-8-16,1 4 7 0,-2 1-1 0,0 1-7 0,-2 5-13 15,-2 3 13-15,1 3-15 0,1-2 7 0,2 2-4 0,1 0-3 0,3 2-11 16,1 3 5-16,-2-1-4 0,0 0 15 0,-4-5 2 0,3 1-6 16,0 1-10-16,3 0 14 0,1 1-14 0,2 1 13 0,1 1-1 15,2 0-5-15,0 8-17 0,2-3 14 0,0 0-10 0,0-3 21 16,2-1 0-16,1-3-13 0,0 1-10 0,1-4 20 0,4-5-19 16,-1-5 17-16,3-2 5 0,2-2-7 0,2-4-1 0,3-2-5 0,3 0 0 15,1-3 2-15,1-1 3 0,3-1 7 0,-1-1-10 0,-5-2 12 16,2-2-10-16,2 0 17 0,3-3-3 0,5 1-4 0,1-2-1 15,-3-2 4-15,0 2-1 0,-2-3 1 0,0-1-2 0,-2 1-8 0,3-3-14 16,-1 2 15-16,-2-2-13 0,1-2 16 0,-2 0 0 0,-1 1-5 16,2-3-6-16,-3 3 0 0,1 0 0 0,-2-1 2 0,-3 2 2 15,-1-3-2-15,-4 0-3 0,-2 1 8 0,-7 2-7 0,-1 2 6 16,-2 1-1-16,-2 1-1 0,3 1 1 0,-1 1 5 0,-2 1-2 16,2 2 7-16,-1-1 1 0,-3 1-7 0,-4-1-7 0,-9 4 17 15,-3-4-14-15,-3 5 18 0,-2 0-5 0,1 1-9 0,-4 2-10 0,0 1 4 16,-1 3-4-16,1 0 13 0,2 1 1 0,1-1-3 0,0 3-11 15,1 0 6-15,2 1-7 0,-2 1 7 0,4-1-4 0,3 0-5 0,4 1-19 16,3-1-4-16,1 0-3 0,2 0-39 0,7-3-13 16,1 3-20-16,1-1-95 0,0 0-41 0,-2 2-24 0,-2 1 12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39:48.75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5516 6948 256 0,'-15'3'7'0,"6"-3"117"0,4 1-35 0,0 0 18 16,2 3-67-16,1-1 3 0,0-1-9 0,1 2 5 0,1 0-3 16,-1 0-4-16,1 1-35 0,0 1 27 0,0-2-26 0,1 2 33 0,0-3-8 15,1 2-10-15,0-2 7 0,0 0-5 0,0 0 9 0,2-2 7 16,1 1 0-16,0-1 1 0,2 0-7 0,0 2 21 0,1-3-17 16,1 0 14-16,0 0-7 0,1-2-15 0,3 2-10 0,-2-2 5 15,1 1-4-15,2 1 13 0,-1 0-3 0,3 0-5 0,0 0-13 16,2 2 14-16,0 2-13 0,1-1 14 0,2 0-8 0,-6 1-5 0,1-3 4 15,1 5-8-15,3-4 13 0,6-1 8 0,0 2-3 0,-1-3 3 16,-2 0-2-16,3-3 7 0,-1 3-2 0,2-2 7 0,0-1-1 16,0 1-4-16,3-2-12 0,0 1 4 0,2-2-5 0,-1 0 6 0,3 3 0 15,-3-5-3-15,-4 3-19 0,1-1 15 0,-1 0-15 0,-1 0 16 16,3 1-3-16,-3-1-7 0,0-1-6 0,0 0 1 0,-1 0-2 16,0 1 10-16,-1 1-1 0,0 0-1 0,-1 2-13 0,1-2 6 15,-1 3-9-15,1-1-12 0,1 1-8 0,-1-2-15 0,3 3-56 16,-5 0-29-16,-2 0-8 0,2 2-169 0,3 2-8 0,5-3-39 0</inkml:trace>
  <inkml:trace contextRef="#ctx0" brushRef="#br0" timeOffset="888.48">8291 7100 269 0,'0'-2'19'0,"-1"0"10"0,1 2-22 0,3 0 0 16,4 3-2-16,0-2 27 0,2 2 3 0,3-2 3 0,0 0-8 15,3 3 25-15,0-1-21 0,2-1 17 0,1-2-6 0,1 0-11 0,4 0 16 16,0 0-4-16,2-1 7 0,2-3-7 0,-1 2-4 16,3 0-7-16,2 0-15 0,4-1 15 0,1 2-12 0,-2-2 17 0,1 3-9 15,-1 0-8-15,5-2-8 0,3 1 1 0,-2-1-2 0,-1 2-1 16,1 2 1-16,1 1-5 0,1 1-4 0,6 0 4 0,-2-3-6 0,-5 2 2 16,2 0 1-16,-4 0 1 0,2 3 3 0,5-5-4 0,-5-1 5 15,0 0 6-15,-2 1 0 0,-1 0 3 0,1 3-13 0,5-1 13 16,0-2-13-16,-5 0 5 0,4-2-5 0,-3 1-8 0,3 0-19 15,8 0-7-15,-2 0-7 0,2 0-104 0,0 3-58 0,3-1-61 0</inkml:trace>
  <inkml:trace contextRef="#ctx0" brushRef="#br0" timeOffset="7357.45">20570 14160 703 0,'-6'-6'167'0,"3"1"-97"0,1 4-45 0,2 1-22 0,0 0 13 0,-1 1-4 15,-1 1-13-15,2 1 5 0,0 3 5 0,0 1 1 0,0 0 13 16,0 2 1-16,-1 3-4 0,0 3-13 0,0 1 28 0,0 5-24 15,1 0 26-15,-1 4-4 0,0 2-12 0,0 1 4 0,0 1-2 0,1 2 2 16,-2 1-2-16,2-1 1 0,0 3-5 0,2-2-14 16,2 2 12-16,3 0-15 0,2-1 7 0,2 1-2 0,1 0-5 15,3 3-6-15,-3 4 1 0,1 2-2 0,0-4 9 0,4-3-1 0,7-3 0 0,1-1-10 16,2 0 1-16,0-1-7 0,-1 0-32 0,1-2 6 16,0-1-5-16,4-1 15 0,2-2-8 0,3-4 6 0,3-1-30 0,3-2-8 15,2-2-14-15,-1 0-46 0,3-2-15 0,0 0-6 0,3-1 48 16</inkml:trace>
  <inkml:trace contextRef="#ctx0" brushRef="#br0" timeOffset="8239.84">31577 13719 256 0,'-18'-18'9'0,"10"11"138"0,4 0-59 0,0 3 10 0,3 2-61 0,1-1-3 0,-1 2 6 15,1 1 3-15,1-1-9 0,1 1-6 0,3 0-16 0,2 1 22 16,2 0-15-16,3 2 38 0,3 1-9 0,0-2-9 0,4 5-12 0,0-1 3 16,2 2-3-16,-1 2 9 0,1 4-6 0,2 3-3 0,0 1-8 15,2 2 6-15,1 4-6 0,-1 5-4 0,0-3-5 0,1 3-8 16,5 1-2-16,2 1 3 0,2 0 0 0,1-1 14 0,-3-4-3 15,-2 1-6-15,0 1-21 0,-3 2 22 0,-1-1-21 0,-2 3 23 16,-4 3-6-16,-3 0-10 0,0 13 1 0,-3 4-8 0,-3 5 8 0,-2 2 5 16,-4-3 1-16,-5 1 3 0,-1 4-13 0,-7 0 15 0,-5 1-13 15,-5-5 21-15,-4-1-7 0,-7-4-8 0,-4-1 0 0,-7-1 0 16,-4-2 2-16,-3 0 3 0,-4-2-1 0,2 1-6 0,-2 1-13 16,4-2 11-16,7 0-14 0,3-3-6 0,3-3-5 0,3-2-11 0,0 0-27 15,0-3-26-15,1 0 4 0,5 0-97 0,1-1-31 0,6-1-29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41:40.34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20376 13563 439 0,'-4'-1'98'0,"2"-1"138"0,1 2-193 0,1 0-34 0,2 0-9 15,2 2 9-15,1-1 2 0,2 0-7 0,4 1-3 0,2-2 13 16,0 0-8-16,3-2 17 0,1 0-5 0,1 0-11 0,3 0-20 0,0 1 20 16,3-3-16-16,0 1 34 0,0 1-4 0,-5-1-6 0,-2-1-10 15,0 0 11-15,0 2-5 0,6-1 32 0,0-1-2 0,-1 2-5 16,0-3-2-16,-2 2 7 0,-1-1-7 0,0 1 2 0,-2 1-3 15,0 0-4-15,2 0-26 0,-1 0 17 0,1 1-15 0,0 1 22 16,0-2-2-16,0 1-12 0,3 1-18 0,1-1 23 0,1-2-20 0,1 1 20 16,-1 0-4-16,0 0-13 0,-5-2-3 0,-1 0 8 0,0-4-4 15,2 1 19-15,4-2 0 0,3-2-9 0,0-1-18 0,0-2 22 16,-1 1-20-16,-1-1 23 0,1 3-4 0,-1 0-11 0,2-1-4 16,2 1 4-16,-1-1-3 0,2 1 5 0,0 2 1 0,2 0-5 0,-1 1-13 15,-5 1 19-15,-4 3-16 0,0-1 22 0,-1 2-5 0,3 1-9 16,-1-1-1-16,-3 0 7 0,-2 3-1 0,-1 0 20 0,-1-1-1 15,-1 0-5-15,3-2-17 0,-1-1 21 0,3 1-18 0,-1-1 21 16,-1 1 1-16,-2 1-9 0,0-1-19 0,-1 1 19 0,-1 2-18 16,0-3 26-16,2 0-3 0,-2 1-11 0,4 1-16 0,1-3 16 15,0 0-14-15,3 1 17 0,-2-2 1 0,-6 1-6 0,1-2-13 0,1 1 10 16,2-2-9-16,6 0 13 0,0 0 1 0,0 1-7 0,-2-2-10 16,-2 1 14-16,2-1-12 0,-3 0 15 0,0 2-4 0,1-1-8 0,1 0-4 15,0 2 11-15,-1-1-7 0,-1 3 20 0,0-2-7 0,1 2-8 16,2-1-12-16,-1 2 16 0,0-4-10 0,1 3 22 0,-1-3-6 15,-5 1-11-15,2-2 1 0,2-2-5 0,3 1 4 0,5 0 5 16,-3 1-6-16,-2-1 3 0,-3-1-15 0,0 0 10 0,0-1-6 16,0 0 19-16,2-1-4 0,0 0-9 0,1-2-4 0,1 0 3 15,1 0-2-15,2 2 5 0,1 2 1 0,2-1-3 0,2 2-4 0,-3 0 5 16,-6 1-5-16,-3-2 7 0,-1-2-1 0,1 2-3 0,5 1-6 16,-2 0 6-16,-1 1-5 0,-2 0 9 0,-2 0 4 0,-1-2-5 0,0 3-11 15,-1 0 13-15,1-1-12 0,-1-1 18 0,0 2-7 16,2 0-7-16,2-2-8 0,1 0 7 0,-1-1-1 0,4 0 19 0,0 2-3 15,0-1-7-15,5 0-12 0,-2-1 9 0,-4-2-7 0,0 1 15 16,1-2-4-16,1 1-5 0,8-1-5 0,-1 2 5 0,-3 0-1 16,-1-2 1-16,-2 1 4 0,1-1-4 0,2 0-11 0,-1-2 17 15,0 2-13-15,1-1 17 0,0 0-3 0,0 1-7 0,1-3-8 16,-2 2 5-16,-5-1-3 0,-2 1 13 0,1 1-1 0,0 1-2 0,5 0-7 16,-1 3 4-16,-3 2-2 0,-2-2 6 0,1 0 0 0,-1-1-3 15,2-2-14-15,-1-1 10 0,0 2-10 0,3 1 22 0,-1-1-1 16,2 0-2-16,3-1-12 0,1 0 5 0,2 1-5 0,-2-2 8 15,-9 1 4-15,1-1-2 0,0 1-8 0,2-2 7 0,5 3-9 0,1-2 10 16,-2 1-3-16,-3 0-3 0,1-2-8 0,1 2 9 0,1-1-7 16,0 0 11-16,0 1 2 0,0 1-3 0,1 0-14 0,3-2 13 15,0 1-11-15,1 1 18 0,-9-1 1 0,-1 1-7 0,4-1-3 16,-1 0 1-16,4 0-3 0,-1 1 1 0,-5-1 1 0,-1-1 0 0,2-1-8 16,0 1 7-16,-1-1-5 0,1 1 18 0,-1 1-5 0,-1 2-5 15,5-1-11-15,0-3 10 0,3-1-6 0,0-1 13 0,-2 1 0 16,-5 0-7-16,1 1-5 0,-2-2 15 0,2 2-11 0,5 0 20 15,-2 2-2-15,-1-1-9 0,-1-2-16 0,0 0 14 0,2-2-13 16,2 4 20-16,1-1-5 0,1 3-9 0,1-2-10 0,1 1 13 0,-1 0-7 16,0 0 19-16,-3 1-6 0,-7-3-8 0,1-1-10 0,0 0 8 15,-1 0-5-15,5-2 15 0,-3 1 0 0,-2-2-4 0,2-2-5 16,0 1 5-16,0-2-5 0,0 0 0 0,-1 5 2 0,1-2-3 0,4-1-8 16,4 2 15-16,2-3-11 0,2 1 18 0,-3-2-8 0,-7 4-10 15,0-1-2-15,-1-1 10 0,0 0-3 0,5-1 11 0,-4 2-4 16,-3 1-9-16,-2-1-11 0,1 1 15 0,-1-1-9 0,1 2 21 15,-3-1-7-15,-1-1-12 0,2 0 7 0,0-3-4 0,0 1 6 16,3-1 0-16,-3 0-3 0,4-1 4 0,-2 0-12 0,1 1 6 0,-7 1-5 16,-2-3 17-16,0 3-9 0,2-2-6 0,6-3-4 15,0 5 9-15,0-2-1 0,-2-2 13 0,-2 3-5 0,-1-1-10 0,2-1-10 16,-1 2 12-16,1 1-8 0,0-3 18 0,1 3-4 0,0-2-7 0,1-1 2 16,1-1 1-16,2-1 1 0,0-2-2 0,2 0-1 0,1 1 0 15,1 0-2-15,-3-2 2 0,-5 0 0 0,0-3 2 0,0 5-1 16,1 0-3-16,6-1-10 0,0-1 16 0,-2 0-11 0,-1 1 16 15,-1 3-1-15,1-2-7 0,1-1-1 0,-1 0 0 0,2-2-1 16,4-3 0-16,-2 1 1 0,3 0 0 0,3 0 0 0,-3-1 0 16,-8 0-1-16,1-1 4 0,-2 0-2 0,1 1 1 0,8-1-12 0,-2 2 10 15,-3-1-8-15,1 0 18 0,-2 0-7 0,0 1-6 0,1-5-3 16,1-1 6-16,1 0 0 0,2 1 12 0,3 3-6 0,2-2-6 16,0-3-15-16,-6 1 13 0,1 1-8 0,-1 0 25 0,0 3-10 15,6 0-10-15,-2 0 0 0,-3-3 5 0,0-3 0 0,0-2 5 16,-1 3 3-16,3 1-5 0,1-2-8 0,4 2 6 0,1-1-6 0,0 0 7 15,-7 5-2-15,0-2-6 0,3 1 4 0,0 2 4 0,4-3-1 16,-5-1 3-16,-3 0-1 0,-1-3-3 0,1 1-10 0,2 1 7 16,0 1-7-16,2-1 13 0,2 2 4 0,-2 0 1 0,1 1-21 15,-9 1 12-15,-1-2-13 0,1 4 26 0,0 0-3 0,4-2-7 0,-2-5-12 16,-1-1 12-16,0 0-9 0,-1 3 18 0,0 1-4 0,0 1-7 16,4-3-15-16,0 0 18 0,6 0-13 0,5 2 24 0,-5 3-3 15,-4-1-13-15,1 0-14 0,-1-2 18 0,0-6-14 0,3-1 21 16,-3 3 0-16,-2-2-9 0,2 0-7 0,-1 0 6 0,2 1-4 0,3-1 12 15,2 3-1-15,4 2-2 0,2-2-3 0,-3 1 2 0,-2-5-3 16,-1 1-4-16,-3-5 3 0,5 2 1 0,-1 4-3 0,1-2 6 16,-2 2-6-16,2-2 3 0,0 2 3 0,3 2-3 0,2-1-8 15,-6 3 8-15,1-9-8 0,-4-2 18 0,-5-3-4 0,4 3-3 0,-2 0-12 16,-4-1 10-16,0 2-7 0,1-1 14 0,-1 2-1 0,4 2-8 16,5-3-12-16,0-2 14 0,2-3-10 0,-4-2 16 15,-2 2 2-15,-2 0-8 0,1 0-12 0,1-1 12 0,-4 4-12 16,1 0 11-16,-4 1 1 0,1-1-8 0,0-10 3 0,1 4 2 0,1-3-1 15,5 1 1-15,1 6 0 0,1-1-2 0,1 0-9 0,-2 4 16 16,-1-7-10-16,0-1 21 0,-4 3-3 0,-2 0-10 0,0 1-16 0,-1 1 16 16,1 1-13-16,-1 2 22 0,0 3 1 0,2 4-10 0,7-6 1 15,0-3 0-15,-1 0-2 0,-2-2 0 0,-5 4 0 0,-1 2 0 16,-2 1-2-16,0-1 3 0,-2 1-2 0,-4 4 2 0,-1 2 3 16,-2 0-2-16,-1-5-18 0,0 0 18 0,-1 1-15 0,0 0 25 0,-1 3-2 15,0 4-10-15,-3-3-5 0,0 2 4 0,1 1-5 0,0 3 6 16,1 3 0-16,-2 2 0 0,2-1-3 0,-1-1 2 0,0-1-4 0,0-2-1 15,-1 1 4-15,-3 1-5 0,0 1-9 0,1 2 22 16,-2-1-17-16,-1 2 23 0,0 2-2 0,-2-2-10 0,2 5-13 0,1-2 13 16,-3 3-11-16,3 1 15 0,-3 3-2 0,-1 1-4 0,2 1-2 15,-1-1-3-15,1 3 2 0,0 1-13 0,-2 3-4 0,1-2-5 16,0 2-25-16,1 2 3 0,-2-1-7 0,3 2-15 0,-1 1-6 16,2 1-17-16,3 0-76 0,0 2-27 0,3 0-21 0,2 0 23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42:59.81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5970 7492 496 0,'-24'4'83'0,"0"-2"-38"0,8 2-51 0,1 1 32 0,3 2 6 16,3-2-12-16,3-1-9 0,3-2-11 0,3-2 2 15,0 0 2-15,0 2 17 0,0-2-8 0,0 0-5 0,0 0 3 0,2 0 7 16,0 1-2-16,1-1 12 0,1 0-6 0,-1-1-2 0,2-1-12 15,-1 2 6-15,1 0-2 0,-2 0 15 0,2 0-1 0,-1 0-9 0,1 0-14 16,0 2 15-16,1 2-16 0,-1-2 11 0,2 2-4 0,0 0-4 16,2-3 1-16,1 2-8 0,1-1 7 15,2 2 2-15,0 1 1 0,0 2 4 0,4 0-12 0,0 1 8 0,2-2-8 0,3 1 3 16,0 0-3-16,3 0 0 0,2-2 4 0,2 3-1 0,1-5 5 16,-5 1 16-16,0-2-4 0,-1 0-5 0,2-1-6 0,7-1 5 15,-2 0-4-15,2 0 6 0,-1 0-5 0,3-1-2 0,4-1-8 0,5 0 8 16,2 0-5-16,5 0 8 0,-3 0-1 0,-4 1-6 15,3-1-14-15,-4-2 22 0,3 1-17 0,3-1 22 0,-1 1-5 0,3 1-11 16,5 2-4-16,4-2 6 0,-4 1-4 0,1-1 15 0,-4-1-5 16,-3 0-6-16,9 1-4 0,-1-2 5 0,3 1-5 0,5 1 3 0,-3-2-1 15,0 1-2-15,0-3 0 0,-3 1 6 0,1-1-2 0,4-2 14 16,1 4-1-16,5 0-6 0,-1 0-5 0,-1-2 6 16,-1-3-6-16,-4 0 2 0,2 1 0 0,2 2-2 0,10 0-12 0,-3 0 10 15,2 0-8-15,-3 0 20 0,-7-2-2 0,-75 2 17 16,385-12-34-16,-315 14 6 0,-1 2 0 0,5-1-3 15,0-1 4-15,5 3-2 0,-2-3 11 0,-5 0-1 0,-4 1-7 16,-1-1-4-16,0 2 11 0,1-1-8 0,1 1 12 0,2-2-6 16,-2 3-4-16,-3-2-13 0,0 2 12 0,-8-2-7 0,1 2 19 0,-1 0-1 15,-1-1-13-15,4 2-13 0,0 0 18 0,0 0-16 0,-1 0 17 16,-10 0-3-16,-1 0-6 0,-2 2-1 0,-1-1-1 0,2 0 2 16,-3 1 9-16,-4-1-5 0,-2 1 1 0,-1 0-7 0,-1 0 1 15,-2 1-1-15,-1-1 4 0,0 0-2 0,-2 0 0 0,-1 1-6 16,-3 1 3-16,-10-3-2 0,-3 1 15 0,-5 0-1 0,0 0-6 0,4 0-15 15,0-1 18-15,-1 0-16 0,-1 0 17 0,-2 1-2 0,-1 0-8 0,0-1-7 16,-1-1-5-16,1 2 2 0,-1-1-18 0,0 0-4 16,0 1-6-16,1-1-37 0,-1 1 3 0,0 1-13 0,1 1-53 15,1-2-32-15,-2 4-34 0</inkml:trace>
  <inkml:trace contextRef="#ctx0" brushRef="#br0" timeOffset="10674.7">3693 10615 217 0,'-38'-4'327'0,"-2"0"-175"0,4 4 206 0,4 1-253 0,8 3-65 0,2 0-24 0,4 1 10 15,5-2-3-15,1-2-8 0,0-1 9 0,2 0-9 0,1-1 8 0,0-1-3 16,0-2-6-16,-1 2 1 0,-1-1-25 0,-3-1 14 0,1 1-14 16,-3 0 20-16,-2-1 0 0,0 2-4 0,-3 0-16 15,1 1 5-15,2 0-5 0,-2 1 24 0,-1 0-5 0,-2 1-6 0,-8 0-13 16,2 2 12-16,-1 1-10 0,0 0 12 0,2 2-1 0,-2 2-4 0,1-1-15 16,0 4 5-16,-1 0-5 0,-2-1 19 0,-1 2-4 0,-3 1-1 15,-4 1-10-15,0 0 8 0,-2 1-4 0,1 2 16 0,1 0-5 0,3 0-3 16,0 0-3-16,3 0 0 0,2-1 3 0,2 2 16 0,3 2 1 15,0-1 2-15,-1 2-21 0,0 3 20 0,0-4-18 0,1 1 21 16,2-4-4-16,0 4-12 0,1 3 4 0,0 1-4 0,0-2 5 16,3-2-1-16,3 1-1 0,0-1-2 0,1 2-15 0,0 0 16 15,2 4-14-15,-1-1 18 0,3 0-4 0,0 1-6 0,2 2-7 16,0 5 6-16,-1 2-3 0,1-1 17 0,1 1-1 0,1-1-8 0,0 2 2 16,1 1 7-16,0-2-4 0,-1-3 11 0,3 1-7 0,-1-1-2 0,1 3 2 15,3 1-2-15,1 4 5 0,1 0 6 0,-2-1-4 16,2 1-5-16,1 1-6 0,0-2 3 0,0-1-4 0,1-2 1 0,1-3-3 15,0 0 0-15,1 3-5 0,1 2 8 0,0 3-3 16,-1 5 11-16,2-1 4 0,-2 7-9 0,-1 1-20 0,0-4 28 0,-2 3-25 16,-2-3 33-16,1 0-4 0,-1 0-12 0,1 8-10 0,-1 2 3 15,0 1-3-15,-3 1 8 0,2-7-3 0,-1-1-1 0,2 2-9 0,0 0 9 16,1 3-9-16,0 1 10 0,-2-2 3 0,2 1-2 0,-2-1-11 16,-2-3 7-16,2-2-8 0,0 0 7 0,-2-1 3 0,4 6-5 0,-5 7-13 15,1 1 19-15,-1 0-17 0,-1-3 19 0,3-4 0 0,1 0-8 16,0 10-2-16,2 4 3 0,-1 0-3 0,-1-2 2 15,-1-8 2-15,2-4-2 0,2 0-21 0,1 0 22 0,2 4-19 0,0 1 30 16,0 0-12-16,0-3-11 0,-1 0-5 0,2-3 2 0,0-2 3 16,1 1 13-16,2 0-6 0,-2 4-1 0,0 6-18 0,-2 0 15 15,-2-3-9-15,-1-3 21 0,0-6-1 0,0 1-5 0,1 10-9 0,-2 5 9 16,-3 1-7-16,-2 1 12 0,-1-9 2 0,3-5-5 0,-3 4-14 16,3 1 22-16,0 7-18 0,-2-1 19 0,0-1-2 0,0-6-8 0,3 1-22 15,0-3 7-15,-1-2-7 0,3 5 21 0,-1-1 0 16,0 0-2-16,-1-1-3 0,-1-5 11 0,1-4-7 0,-2-1 9 15,3-5 2-15,0 2-5 0,-1 7-19 0,-1 3 14 0,-2 0-14 0,1 1 29 16,-1-10-3-16,2-1-6 0,0-3-8 0,3-4 6 0,1 1-7 16,0-2 7-16,1 2 3 0,1-1-1 0,2 1 0 0,-1-3 7 15,2-4-4-15,0-4 15 0,1-4-3 0,2-1-9 0,1-1-1 16,1-3 17-16,1-3-12 0,3-1 15 0,1 1-6 0,2-3-9 0,1 1-14 16,0 2 6-16,-2 0-6 0,-1 3 6 0,2 0 3 0,1 4-4 15,4 2-12-15,1 2 13 0,2-4-11 0,4-6 16 0,0-6-4 16,3-9-7-16,5-2-16 0,4-5 14 0,3-5-9 0,7-2 21 15,-2-2-10-15,-2 1-13 0,5-4-6 0,-3-4 15 0,3-5-6 16,5-6 22-16,4-2-6 0,2-1-12 0,3 0-9 0,-3 2 7 16,-4 0-4-16,0 1 14 0,-2 1-3 0,5 1-6 0,10-4-18 0,-5 2 19 15,2 0-16-15,-7-2 22 0,-8 3-3 0,4 1-11 0,0 0-11 16,3 2 13-16,3 1-8 0,-6 2 20 0,-1 3-6 0,-4 5-15 0,-5 2-20 16,1 2 1-16,-6 2-9 0,-1 5-31 0,0 2-28 0,-1 2-19 15,3 2-129-15,2 4-73 0,-3 1-11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43:45.1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11857 10268 256 0,'-10'-11'4'0,"8"6"80"0,1 3-19 0,-1 0 14 0,2 1-47 0,0 1 8 15,0 0-12-15,0 0 6 0,0 0-6 0,2 0-6 0,0 0 6 16,0 0 9-16,1 1 4 0,2-1 49 0,1 0-11 0,0 0-3 0,3 2-22 15,3-2 24-15,1 1-19 0,2-1 23 0,0 0-11 0,2 0-15 16,3-1-3-16,4-1 6 0,2 1-4 0,5-3-5 0,1 2-7 16,2-1-13-16,4-1-26 0,-6 1 22 0,5 0-21 0,1-1 22 15,1 0-10-15,2-1-13 0,1 1-6 0,-2-1 8 0,2 1-5 16,0-1 12-16,-2 0-1 0,2 0-12 0,3 1-12 0,-4-1 23 0,1 1-18 16,-2-2 26-16,-3 2-8 0,1-1-11 0,-1 0-4 0,0 0 1 15,-1 1 0-15,1-1 10 0,-5 3-2 0,1 0-4 0,2-1-8 16,1 2 8-16,1-2-9 0,-5 3-6 0,2 0-7 0,2-1-11 0,0 0-29 15,4 0-8-15,-1 1-1 0,-2 0-24 0,0 1-10 0,1 0-11 16,0 0-62-16,2-1-29 0,3 2-11 0,1-1 34 0</inkml:trace>
  <inkml:trace contextRef="#ctx0" brushRef="#br0" timeOffset="587.76">14611 10247 101 0,'-4'-13'-64'0,"2"8"106"0,0 0-15 0,-1 3-23 16,5-2 21-16,-2 1-10 0,2 2 11 0,1 0-15 0,1 1 1 0,-1-2 0 0,1 2-4 0,0-1 24 16,0 1-16-16,2 0 38 0,-2 0-5 0,3 0-8 0,0 1-5 15,0-1 26-15,2 0-14 0,-6 0 47 0,1 0 3 0,3 0-14 0,1-1-23 16,9 0 18-16,2-2-26 0,1 1 7 0,3-1-13 0,-2 1-6 15,0-1-3-15,0 0-3 0,0 0 6 0,0 0-2 0,1 0-6 16,-1 1-9-16,2-1-11 0,3 1 10 0,-1 0-10 0,1 2 12 16,-1-1-6-16,0 0-6 0,3 0-13 0,2-1 8 0,-2 2-6 0,-6-1 14 15,1 1-2-15,-1 0-9 0,3 0-18 0,4 0 20 0,-2 0-17 16,-4 0 21-16,-1 0-3 0,-4 1-8 0,1 1-4 0,-1-1 2 16,0 0 1-16,2 0 0 0,-1 2 3 0,1-2-6 0,2 3-21 0,0-3 14 15,1 3-19-15,-1-1-11 0,3-1-15 0,-1 2-19 0,2 0-60 16,-4 0 4-16,-2 0-20 0,2-2-96 0,2 0 152 0,11 1-35 15</inkml:trace>
  <inkml:trace contextRef="#ctx0" brushRef="#br0" timeOffset="4671.07">4744 13102 217 0,'-11'1'112'0,"6"2"-65"16,-2 0 52-16,3 2-31 0,2-2-16 0,-5 5 0 0,3 0 7 0,1-2 1 15,0 3-2-15,1 0-31 0,1 0 35 0,0 0-34 0,1 0 30 16,0 1-15-16,1-1-22 0,-1 1 3 0,0 1-6 0,1-1 7 15,-1 0-11-15,1 0 2 0,0-1-4 0,0 2-7 0,1 0 8 16,-1 1-10-16,0-1 3 0,-1-1-3 0,0 2 0 0,0 1-17 16,0 0 14-16,1 1-8 0,-1-2 27 0,0-3-4 0,1 2-13 0,1-2-10 15,-1 0 11-15,1 5-9 0,0-2 10 0,0 0-4 0,1-2-6 16,1-2 6-16,-1 0-2 0,3-1 5 0,-1 0 0 0,1-1 5 16,-4 1 0-16,1-4-12 0,0 2 17 0,1 1-17 0,8-3 17 0,0 3-3 15,1-3-6-15,2 3-7 0,2-1 6 0,-1 1-4 0,0 2 14 16,0-3 0-16,0 0-7 0,1-2 11 0,1 0 1 0,2 0-1 15,1-1-7-15,2 4 35 0,0-1 14 0,2 1-106 0,1-2 58 16,3 0-77-16,-1-2 87 0,2 0-2 0,3-1-1 0,-5 0-17 16,4 2 11-16,-1-1-12 0,2 1 4 0,4 1 0 0,-3-2-4 0,3 0-5 15,0-2 12-15,4-3-6 0,-1 2 28 0,2 1-8 0,-2 1-11 16,3 3-11-16,0 0 8 0,-6 0-7 0,4-1 11 0,0 2-2 16,-2-1-3-16,9 3-5 0,-2 0-1 0,1 1 0 0,3 0 4 15,-3-1 1-15,1 0-2 0,1 1-5 0,-4 1 9 0,-2-2-9 0,0 2 7 16,-5-1-4-16,5 1-3 0,0 1-7 0,0-1 14 0,2 1-7 15,1 0 13-15,-2-1-2 0,1 0-13 0,-1 2 4 0,1 0 2 16,-1 1-2-16,-2-1 2 0,3-1 0 0,-3-2-2 0,0-1-9 0,2-4 11 16,-3-1-6-16,-1-1 31 0,-1-4-5 0,1 1-2 0,-7-2 0 15,0-2 8-15,-2 0-4 0,-2-5 19 0,2-2 0 0,-4 2-3 16,-4-1-21-16,-1 1 24 0,-3-2-22 0,-1 1 26 0,-3-2-6 16,0 1-11-16,-1-1 1 0,-3 0 3 0,-1-1-2 0,-1 1 2 15,-4-2-6-15,1 2-6 0,-3-2-7 0,1-1 1 0,-2 0-2 0,-1 2 1 16,-1 0-4-16,0-1-1 0,0 0-19 0,0-4 12 0,-1 1-9 15,1-3 16-15,0-1-3 0,0-1-10 0,0 0-1 0,0 1 3 16,0-2-4-16,-1 2-5 0,1-1-4 0,0 0-4 0,0 1-23 16,0 2 8-16,0-1-9 0,0-1 6 0,0 3-16 0,0-2-16 15,1 2-20-15,2 3 1 0,1 3 2 0,-1 2-6 0,2 2-4 0,-1 2-12 16,3 2-55-16,0 0 21 0,0 2-32 0,2 1-60 0,2 2 144 16,2 2-38-16</inkml:trace>
  <inkml:trace contextRef="#ctx0" brushRef="#br0" timeOffset="7225.07">8925 12822 217 0,'-8'7'148'0,"0"-7"-93"0,1 0 78 0,0 2-101 16,1 2-15-16,3-1-11 0,1 3 15 0,-1 2-1 0,1 1-13 16,0 2 0-16,0-1 15 0,0 0-12 0,0 2 10 0,1-3-10 15,0 2-7-15,0 1 5 0,-1 3 4 0,0 3 2 0,0-1 5 16,0 1-1-16,-1-2-8 0,-2 2-20 0,1 0 24 0,-3 0-21 0,1 0 32 16,0-1-7-16,-2 2-12 0,0 2-8 0,-1 3 5 0,-1-3-3 15,1 2 16-15,0-1-4 0,-1-1-7 0,2 2-6 0,-1 0 8 16,2 1-8-16,0 2 7 0,2-5-4 0,-1 0-5 0,0 1 10 15,2-4-10-15,0 1 11 0,1 0-11 0,1-2 3 0,1-2 1 0,0-2 0 16,1-2 4-16,0 0-5 0,0-1 3 0,1-1 4 0,1-3 3 16,-1 2 7-16,4-1-1 0,-2-1 3 0,3 0 5 0,-1 0-5 15,2 2-3-15,1-2-16 0,2 2 9 0,1 1-9 0,2 1 8 16,1 2-3-16,2-3-4 0,0-1-2 0,1-3 5 0,-1 0-2 16,2-1 13-16,-1-1-3 0,0 3-6 0,3 1-8 0,0 1 7 0,3 1-8 15,2-1 6-15,-2-2-1 0,3-2 0 0,4-2 17 0,1-2-14 16,1 0 16-16,2 0-6 0,-6 2-4 0,1 2-1 0,3-1-12 15,0-1 17-15,5 0-12 0,0-2 46 0,0-2-7 0,0-1 1 0,5-3-32 16,0 3 17-16,0-1-16 0,2 3 18 0,-1 4-8 0,-6 0-17 16,6 4-9-16,-1-3 11 0,-2-2-7 0,7-2 24 0,-5 0 2 15,1-1-1-15,4 0-22 0,-2-2 8 0,1 1-11 0,0 2 9 16,-7 2 1-16,3 3-6 0,1 3-4 0,-2 0 8 0,7-5-8 16,-3 0 7-16,-1-3-7 0,0-3 0 0,0 1 3 0,-2 1-1 15,2-2 7-15,-3 0-9 0,-9 0 1 0,1-1-3 0,-3-1 4 0,0 1 6 16,2-1-4-16,-4 3 2 0,-5-1 8 0,-1-3 0 0,-1 0 12 15,-2 0 8-15,-1-2-7 0,-1 0-8 0,-2 2 3 0,-2 1-7 0,-3 0-13 16,-1-3 27-16,-1 2-24 0,-2-2 21 0,-2-1-2 16,0 0-11-16,-1 0-14 0,-2 0 12 0,0 0-11 0,-1-1 20 0,0 0-5 15,-1-1-11-15,0-1-9 0,0 0 11 0,1-2-8 0,0-1 14 16,1-1-9-16,1 0-5 0,0-4 5 0,3-1-3 0,0-2 7 16,2-2-7-16,0 3 0 0,2 2-3 0,0-2-9 0,2 0 5 15,0 1-6-15,-1 1-7 0,2 4-10 0,-2 0-10 0,1 2-28 16,0 2 0-16,1-4-5 0,-4 3-29 0,1-3-17 0,0 0-25 0,-4 1-96 15,3-2-39-15,3-2-20 0</inkml:trace>
  <inkml:trace contextRef="#ctx0" brushRef="#br0" timeOffset="13765.86">11808 13075 394 0,'-12'-4'104'0,"3"-1"112"0,-1 1-120 0,0 1-12 16,2-1-22-16,-2 1 4 0,4 2-8 0,-1-2-6 0,1 2-17 15,2 0-5-15,0 1 0 0,2-1-14 0,-1 1-2 0,2 0-3 0,1 0-14 16,-2 0 6-16,2 0-9 0,0 1 4 0,0-1-2 0,0 2-1 16,0 0-9-16,0 0 14 0,2 1-5 0,-1 2 19 0,0 0-1 15,0 1-14-15,1 2-13 0,0 0 23 0,2 1-19 0,-2 1 20 16,1 0-2-16,0 2-10 0,-2 3-2 0,0 3 3 0,1 0 0 15,-1 1 5-15,-1 0 3 0,1-1-3 0,-2 1-12 0,0 1 11 0,0 1-11 16,-1 0 10-16,0-1 0 0,-1 1-2 0,0-2 2 0,1-2 2 16,1-2 3-16,-2-1 13 0,0 0-2 0,2 3-1 0,0-2-8 15,-2-1 5-15,3-1-5 0,0 0 3 0,0-2-6 0,2-2-4 0,-1 2-1 16,1-2 2-16,0 0 0 0,0 0 1 0,2 0 2 0,-1-2-3 16,2 0-3-16,0-1 4 0,0 0-5 0,2 2 0 0,0-3 1 15,0 2-2-15,2-1 2 0,-1-1 1 0,0 2-1 0,0-1 3 16,-2-1 1-16,5 1 1 0,-2 1-17 0,1-2 20 0,1 0-17 15,-2-2 28-15,2 1-5 0,1-2-10 0,2 1 4 0,2-2-5 16,-2 1 6-16,2 0 1 0,0-1 1 0,2 2 0 0,1-3-20 16,2 2 20-16,2-1-18 0,1 2 28 0,0-2-5 0,3 1-9 15,1-2 1-15,1 1 2 0,-3 0-1 0,1 0-4 0,2 2 4 0,1-2-8 16,6 1-12-16,-2 0 24 0,0 1-22 0,0-2 25 0,2 1-2 16,1-2-11-16,3 0-6 0,1 2 3 0,2-2-3 0,1-2 18 15,-5 2-9-15,1-1 0 0,2-1-14 0,0-2 7 0,4 3-4 16,0-2 16-16,-3 0-5 0,2 1-6 0,3 1-4 0,-2 1 1 0,2 0 1 15,-3 0 1-15,1 0 5 0,0 0-2 0,1 0-10 0,4 1 17 0,-3 1-17 16,0 4 14-16,0-1 0 0,3 1-5 0,3 3-11 0,0-1 13 16,1-1-10-16,-1-2 21 0,-2 1-1 0,2 0-12 0,2 2-3 15,2-1 6-15,2 4-4 0,0-1 10 0,-4-4 4 0,2-1 1 16,1-3 23-16,1-2-9 0,0 0 9 0,0-2-16 0,-4 1-6 16,0 0 2-16,0 0 3 0,0-3-5 0,-2 2 6 0,-1-1-3 0,0 0-2 15,-4 0 2-15,3-2-16 0,-2 1 15 0,4 2-12 0,-1-1 15 16,-4 0-3-16,3 1-13 0,1-3-5 0,-1 0 14 0,2-1-13 15,-2-3 15-15,-3 2-6 0,2 0-10 0,1-2 0 0,-9 1 2 16,1-1-1-16,-1 0 11 0,-5 1-6 0,5 1 0 0,-4-4-10 0,-3 1 0 16,-3-1-1-16,-3-1 10 0,-1 2 4 0,-4 0 1 0,1 1-14 15,-3-2 11-15,2 2-10 0,-2 0 14 0,0 1 3 0,-3-1-5 16,0 0-6-16,-7-2 12 0,-1 1-10 0,0-1 16 0,2-2-3 16,6 1-4-16,-1-3-9 0,-1 0 4 0,0-2-5 0,-2-1 3 15,-3 1-4-15,0-1 0 0,-2 4-8 0,-1-1 9 0,-1 0-6 0,-1-1 12 16,-3 0-2-16,1 0-8 0,0 1-5 0,-3 0 8 0,-1-1-6 15,-1 1 12-15,-1 2-4 0,0-1-5 0,0 0-2 0,-2 0 0 16,0-2-1-16,-1 2-9 0,-2 0-5 0,-1 1-5 0,0-1-40 16,-2 2-2-16,-1 1-10 0,-2-2-41 0,-2 2-20 0,0-1-21 0,-3 2-66 15,-3 0-144-15,-2 2 21 0</inkml:trace>
  <inkml:trace contextRef="#ctx0" brushRef="#br0" timeOffset="27153.33">23010 9316 126 0,'3'-11'-5'0,"0"-1"-82"0,0 0 93 0,0 0 15 15,3 1-19-15,0 0 7 0,-2 2 2 0,1 0-10 0,-2 0-24 16,2 0 32-16,-1 0-28 0,-1 2 49 0,1-1-8 0,-2 0-11 16,0 2 5-16,2-2 10 0,-4 3 0 0,0-1 19 0,0 1-7 0,-1 0-13 15,-1-1-13-15,1 1 12 0,0 0-13 0,0 0 8 0,0 0-6 16,1 1-4-16,-1-1-2 0,1 1 0 0,0-1 5 0,0 0 7 15,1 0-1-15,-1 1-7 0,2-1-6 0,-1 2 5 0,0-1-6 0,1 1 9 16,-2 0-6-16,1 1-1 0,-1-1 8 0,0 2 7 0,0-1 5 16,1 1 37-16,0 0 3 0,0 0 1 0,-1-1-20 0,-1 0 25 15,1 0-27-15,-1 1 15 0,1 0-16 0,0 0-16 0,-1-1-10 16,1 1 3-16,0 1 0 0,0 0 13 0,0 0-5 0,0 0-10 16,0 0-13-16,0 0 15 0,0 0-14 0,0 0 7 0,0 0-6 0,0 0-8 15,0 0-2-15,0 0 4 0,0 0 0 0,0 0 21 0,0 0-2 16,0 0-5-16,1-3-7 0,1 5 7 0,0-1-7 0,0 0 7 15,0 1-10-15,0-1-2 0,-3 1-3 0,-2 2-1 0,5 1 5 16,-4 4 16-16,5-1-4 0,-1 1-1 0,-3 0-16 0,1 0 8 0,2 1-8 16,-1 2 8-16,0-1-3 0,-1 2-2 0,0-1-3 0,0-1-2 15,-1 1 2-15,1 0 8 0,-1-1 1 0,-1 0-1 0,0 2-24 16,-1-2 25-16,0 5-23 0,5-2 26 0,-4 0-1 0,3 1-11 0,2 2 1 16,-3 1 2-16,3 1-2 0,-3 0-1 0,-3 2 3 15,2-1-5-15,0 1-15 0,1 3 28 0,0 0-22 0,0-1 29 0,1 2-8 16,2-3-14-16,-1 1-3 0,0 0 7 0,0 0-2 0,-4-3 10 15,0-1 1-15,-2-1-8 0,3-1-11 0,2 0 16 0,1-1-15 16,0 0 20-16,-1-1-5 0,2 0-7 0,1 2-9 0,0 1 10 16,1 2-5-16,-2 1 17 0,2 1-2 0,-1-3-9 0,1 6-3 15,-1 1 5-15,1 1-4 0,-2-3 2 0,1 1 2 0,0-2-3 0,0 1-3 16,-2 2-1-16,2-1 0 0,-3-3 6 0,0-2 2 16,0 2-2-16,-2-3-10 0,0 4 15 0,0 0-14 0,-3 0 18 0,2-1-4 15,-1 1-7-15,-2 2-2 0,2 0-3 0,-3 3 5 0,2 1 7 16,-2-1-2-16,2-1-3 0,-1 0-3 0,0-2 3 0,0-2-2 0,0 3 0 15,1-4 0-15,0-2-1 0,0 0-2 0,2 4-4 0,-1 0 4 16,4 1 7-16,1 2-1 0,1-1 1 0,2-4-16 0,-5-1 17 16,-1 3-14-16,1-3 21 0,-1 4-7 0,-2 0-10 0,2 2 6 15,-1-4 1-15,1 1 4 0,0 3-4 0,-1-4 3 0,-2 3-5 0,2-2-8 16,-1-2 9-16,0 1-8 0,1-2 16 0,-1-1-6 0,-1 4-4 16,-1 3-14-16,0 0 15 0,1-4-8 0,-1 0 23 0,2-5-4 15,1 1-11-15,-1 6-12 0,0 0 17 0,1 4-13 0,-2-1 18 16,2-3-1-16,1 2-9 0,-1 0-10 0,1 1 13 0,-2 6-11 0,1-2 10 15,1 0 6-15,0-4-8 0,0 0 0 0,1-3 9 0,1-3-9 16,0-1 6-16,0-2-3 0,0 0-3 0,0 2-4 0,-1 0 4 16,3 1-3-16,-1-1 9 0,-1-2-2 0,2 1-5 0,0-3-6 15,-1 1 10-15,1 0-7 0,0 6 8 0,0 3 4 0,-1 2-2 0,0-2-8 16,2-5 2-16,-2-3-5 0,1-3 10 0,0-2-1 0,-1 0-1 16,0 1-8-16,-1-1 8 0,0 0-8 0,1 0 8 0,-1-1-1 15,0 0-2-15,1 2 0 0,-1 1-2 0,0-2 2 0,0 1 6 16,1-1-1-16,-2 2-3 0,2 8-13 0,0-1 12 0,0 3-9 0,-1-5 22 15,-1-4-5-15,2-2-8 0,-2-1 0 0,0 3 4 16,2-2-1-16,-2 1-1 0,0-2 0 0,0 1-7 0,0-1-7 0,0 0 16 16,-1-2-11-16,0 2 19 0,-1-2-6 0,1 3-7 0,0 5-3 15,1 0 2-15,1-2 1 0,0-2 9 0,2-6 1 0,-2-2-4 0,1 1-8 16,0 1 9-16,0 1-9 0,-2-2 7 0,-1-1 1 0,-1 1-3 16,0 0-5-16,4 0-5 0,1 2 3 0,0-4 5 0,0 1 2 15,0 0 1-15,1-2-17 0,-1 2 19 0,1-1-15 0,-2 0 25 16,1-3-11-16,-1 1-12 0,1 1-3 0,0-2 6 0,-1-1-1 15,1 0 15-15,0-1-7 0,0 0-6 0,1 0-18 0,-1-2 11 16,0 0-10-16,3 1 1 0,0-1-5 0,-1 0-11 0,2 0-22 16,-1-1-10-16,0 1-1 0,2-4-36 0,-1 0-12 15,0 0-12-15,-1-5-68 0,2 0-11 0,0-4-17 16</inkml:trace>
  <inkml:trace contextRef="#ctx0" brushRef="#br0" timeOffset="28414.22">24490 8760 669 0,'-7'0'126'0,"0"0"-121"0,-2 0 8 0,2 1-27 0,1 3 13 0,1-1-8 15,0 1 22-15,2 1 0 0,-1-1-11 0,2 1-17 0,0 2 24 16,0-1-22-16,-1 2 28 0,2 0 2 0,-1-1-6 0,1 1 13 16,-1 1-4-16,1 0 7 0,-2 1 9 0,2-1-1 0,1 3-1 0,-1-1-22 15,1 2 19-15,0 1-19 0,0 0 19 0,1 0-5 0,1 2-8 16,0 1-5-16,-1 1-5 0,1 2 3 0,-1-5-2 0,0-1 0 15,1 3 1-15,0 1-9 0,-1 1 4 0,-1 3-6 0,0-2 2 0,0 1-5 16,0-4 1-16,0 4-4 0,-3-2 1 0,2 3 3 0,0-2 17 16,-1 2-3-16,0 1-3 0,-2 2-11 0,2 0 5 0,-1 1-4 15,-1 1 12-15,1 0-3 0,0-1-4 0,-1 4-1 0,1-5 2 16,-2 4 2-16,2-4 2 0,1 0-1 0,-3 0-4 0,2-1-12 16,-1 2 16-16,0-3-14 0,-1 1 14 0,2-2 0 0,0 1-7 0,-1 0 3 15,1 2 0-15,1 0 2 0,0 0 1 0,-2-2-1 0,3 1 1 16,-1 2-20-16,1 0 20 0,0-1-16 0,-1 2 27 0,2-2-6 15,0 0-10-15,0 3-18 0,0-1 17 0,-1-4-12 0,0 1 31 16,-1-4-3-16,0 1-10 0,-1-1-19 0,1 2 18 0,0-3-17 16,-1 3 24-16,1-3-1 0,0 1-4 0,1 1-8 0,0 0 0 0,0 3-1 15,1-1 6-15,-1 1 3 0,0-2-3 0,1 1-16 0,0-2 21 16,0 2-18-16,1-1 20 0,0-2-5 0,1 2-7 0,0-2-7 16,2 2 8-16,-2 2-4 0,0-2 13 0,2-1-1 0,-1-5-8 0,1 2-2 15,1-1 6-15,1 1-5 0,-1-2 1 0,0 2 0 0,0-1 0 16,0 1 5-16,-1 0-8 0,1 0 5 0,-1 0-7 0,1 1 5 15,-2-1 3-15,2 1-20 0,-1 0 24 0,-1-3-21 0,2 0 29 16,-2 2-5-16,1-2-9 0,-1 5-12 0,-1 2 0 0,1 0-1 16,-1 2 10-16,-2-2 3 0,0-3 2 0,1-1-6 0,0 1 7 15,-1 0-8-15,0 2 4 0,-2-2-1 0,0 2-3 0,-1 0 6 0,0 0-2 16,-2 3 6-16,1 1-3 0,-1-1 1 0,0 1-3 0,0-2-4 16,0-1 8-16,0-1-6 0,1 0 6 0,-1 2-1 0,1-4-3 15,0 0-5-15,0 0 4 0,2-3-2 0,-2 0 14 0,2-2-5 16,1-2-7-16,-1 1-8 0,1-1 16 0,-1 1-11 0,1 0 20 0,1 1-3 15,1 2-10-15,-1 3-21 0,2-2 17 0,-1 2-15 0,-1-2 30 16,2-4-3-16,-1 4-12 0,0 2-7 0,0 0 9 0,-1 0-7 16,0-2 8-16,1-2 0 0,-1 2 0 0,0 3-7 0,0-1 4 15,-1-1-4-15,1-1 7 0,-1-2 0 0,1-2-6 0,-1 0-12 0,0 0 22 16,0-1-17-16,0-1 27 0,0 0-9 0,-1 0-11 0,1-2 0 16,0 0 1-16,0 0 2 0,0-1 7 0,0 0-1 0,1-1-7 15,-1 1-16-15,0 0 22 0,1 1-18 0,-2 3 24 0,2 1-6 16,-1 0-10-16,1-1 7 0,-1-2-5 0,1 0 7 0,0-1-2 0,0 0-2 15,0 0-1-15,-1 1-7 0,1 0 10 0,-1 3-4 0,1 0 12 16,-1-1-8-16,0-4-8 0,-2 0 8 0,2 0-5 0,0 1 9 16,0 2-6-16,-1 0 3 0,1 1-3 0,-2-2-2 0,2-3 10 0,0 1-9 15,0-1 4-15,0-1-1 0,0 0-3 0,1 0-5 0,-1-1 6 16,1-2-3-16,0 1 9 0,0-1 0 0,1 0-5 0,0-1-10 16,-1 4 13-16,1-2-11 0,1 1 14 0,-1 1-2 0,2-2-4 15,-2 3-12-15,0 1 11 0,0-3-8 0,0 2 15 0,0-2 3 16,0 2-10-16,2 6-12 0,-2 1 14 0,0 2-15 0,0-1 13 15,0-3 1-15,0-4 0 0,0 0-5 0,-1-1 4 0,0 0-4 0,0 1 12 16,0-3-2-16,-1 0-5 0,0-1-14 0,0 2 18 16,0-2-14-16,0 1 21 0,0-1-8 0,-2 1-10 0,2-4-2 0,0 2 0 15,0-1 2-15,-1-2-15 0,1 1-14 0,-3 2-17 16,1-1-61-16,-2 1-18 0,0 0-6 0,-2-1-88 0,-1 2 130 0,2-1-9 0</inkml:trace>
  <inkml:trace contextRef="#ctx0" brushRef="#br0" timeOffset="29342.58">23939 14382 588 0,'-9'2'-110'0,"2"-2"240"0,1 0-43 0,1 0-32 0,-1 1-50 16,1 0 14-16,-1 0-9 0,-1 3 30 0,3-1-3 0,-2 1-13 15,1 0 0-15,-1-1 18 0,0 3-15 0,1-1 9 0,-2 1-4 16,0-1-7-16,-1 2-14 0,0 2 11 0,0-1-9 0,-1 3 15 0,0-1-4 15,0 3-11-15,-2 1-15 0,1 3 17 0,0-2-15 16,0 0 23-16,0 1-4 0,0-1-7 0,-2 2-12 0,-2 1 2 0,1 1-2 16,-1 1 5-16,1-1 0 0,-1 1-5 0,1 0-8 0,0 3 15 15,1 0-12-15,1 2 11 0,0 1-3 0,-2-1-7 0,6-4 0 16,0-1-3-16,1-1 4 0,-2-1 5 0,-3 1-1 0,2-2 0 16,0-2-17-16,2-3 17 0,2-2-15 0,-2-1 14 0,1-2-7 0,2-1-17 15,-1-1-18-15,2-1-6 0,1-2 1 0,-1 1-29 0,2-3-4 16,0 0-14-16,1 0-57 0,0-2 7 0,0-1-20 0,0-3 79 15</inkml:trace>
  <inkml:trace contextRef="#ctx0" brushRef="#br0" timeOffset="29603.16">23441 14362 375 0,'-8'-5'-132'0,"4"3"247"0,-1 1-20 0,2 0-34 0,1 1-17 15,0 1 6-15,2 3-11 0,0-1 18 0,2 2 10 0,1 0 8 16,2 0 2-16,1 1 14 0,2-1-14 0,1-1 0 16,1 1-15-16,2-1-13 0,2 5-18 0,1 0 0 0,2 1-2 0,2 3-2 15,2 0-3-15,-2 4-5 0,3 3-30 0,2 5 19 0,3-2-19 16,5 0 22-16,-3-3-5 0,-1 2-8 0,0 0-4 0,2-1 6 0,1 2-2 16,1-3 15-16,-3 0-2 0,1 1-10 0,-1 0-9 15,-2 0 9-15,1 1-9 0,-1-1 0 0,-4-1-3 0,-6-3-7 0,-2-5-6 16,-3-2-5-16,-1-2 1 0,6 0-31 0,-1 3-2 0,-1 1-9 15,-2 0-25-15,-2-1-26 0,-1-1 3 0,-2 0-60 0,0-2 36 0,-1-3 31 16</inkml:trace>
  <inkml:trace contextRef="#ctx0" brushRef="#br0" timeOffset="36113.53">24242 11101 256 0,'-8'-4'2'0,"4"2"61"15,1 0-7-15,0 1 18 0,1 0-29 0,0 0 4 0,-1 1-6 0,1-2 6 16,0 2-6-16,0-1-8 0,-2-2-2 0,2 2 13 0,0-1-9 16,-1 0 13-16,1 0-9 0,0-1-7 0,-1-1 0 0,-1 2 3 0,1-1 2 15,-2-1 12-15,1 2 0 0,0-1-6 0,0 1-16 0,-1 0 26 16,1 0-23-16,1-2 22 0,-2 1-11 0,2 3-15 0,-2-2-4 15,2-1-5-15,-2 2 5 0,1-1-4 0,-1 2-4 0,-1 0-3 0,-2-2-13 16,-1 2 10-16,-1-1-8 0,0 1 19 0,4 0-5 0,-1 0-6 16,-1 0-11-16,-3 0 9 0,-5 0-6 0,1 0 27 0,0 0-6 15,1-1-5-15,-2-1-11 0,-1 0 8 0,-1 1-7 0,0-1 13 16,0 2-1-16,-1 0-4 0,-2 0-17 0,-2 2 17 0,1-2-14 16,-2 0 31-16,1 2-7 0,-1 1-8 0,-3-1-17 0,-1 0 13 0,-2 0-11 15,0 1 17-15,4-1-1 0,3-1-7 0,-1 2-7 0,1 1 4 16,-1-2-4-16,-3 1 4 0,4 0 3 0,0 0-2 0,1 1-12 15,-1 0 16-15,2 0-16 0,1 0 18 0,3 0-2 0,1-2-5 0,-1 1-10 16,3-1 5-16,0 0-4 0,2-2 22 0,2 1-5 16,1 0-2-16,1-1-16 0,1 0 12 0,2 0-11 0,0 0 11 0,3 0-4 15,1-1-9-15,1 1 3 0,0 0-1 0,0-1 2 0,0 1-1 16,0 0 2-16,1 0-3 0,1 0-11 0,-1-2 14 0,3 1-11 16,-1 1 18-16,2-1-3 0,-2-1-7 0,3 1-15 0,-2 1 16 0,1-1-11 15,0 1 21-15,2 0-4 0,-1 1-8 0,1 0-1 0,1 1-2 16,-1 0 2-16,2 0 2 0,1 0 2 0,-1 1 2 0,2-1-9 15,0 0 1-15,3-1-2 0,2 0 11 0,3 0 1 0,2 1 2 16,4-2-9-16,2 0 3 0,1 0-6 0,3 0 3 0,3 0 3 0,-6-2 4 16,6 1-15-16,-1-1 7 0,2 2-9 0,5-2 18 0,-3 0-2 15,-3 0-2-15,1 1-7 0,0 0 4 0,-1 1-4 0,-3 0 5 16,-1 0 0-16,0 1 0 0,0 0-7 0,-1 1 8 0,-5-2-5 16,-2 0 10-16,-2 0-1 0,0 0-7 0,4 0-8 0,-1 0 10 15,-2-2-6-15,-4 1 13 0,-3 1-5 0,0-1-5 0,-3 0-8 0,0 1 12 16,-2-2-7-16,0 1 16 0,-3 1-2 0,0 0-9 0,-2-1-11 15,-1 1 13-15,-1-2-10 0,-1 2 16 0,-1 0 2 0,0 0-7 0,1 0-6 16,-1 0 9-16,0-1-7 0,-1 0 7 0,-2 0 2 16,1-2-8-16,-1 2 0 0,-1-1 5 0,0 1-6 0,0 1 3 0,-3 0 1 15,-1 0-2-15,-1 1-13 0,-1 2 16 0,-1 0-13 0,-2-1 19 16,0 2-1-16,-4-1-10 0,-2 2-8 0,-1-1 9 0,-4-1-6 16,2 2 14-16,1-1-2 0,5 1-3 0,-2-1-13 0,-3 1 11 15,-1-2-8-15,-5 1 16 0,1 0 0 0,1 0-10 0,0-2-12 16,-2 1 18-16,0 0-13 0,0 1 26 0,2-2-7 0,0 1-10 15,-1 0-3-15,1-2 2 0,-3 1-1 0,-4-1 0 0,2 0 2 0,-2 0-1 16,7 1-8-16,-2-2 13 0,1 0-10 0,-1 0 13 0,-1 0 0 16,3 0-8-16,-1-2-1 0,2 2 3 0,0-1-2 0,3 1 4 15,1 0 1-15,5 0-4 0,-2 0-9 0,2 0 14 0,2 1-11 0,1 1 17 16,3-2-3-16,-2 1-7 0,2-1-5 0,2 1 4 0,0-1-4 16,1 2 4-16,2-2 4 0,0 0-4 0,2 0-11 0,0 0 14 15,1 0-12-15,1 0 17 0,-1 0-2 0,1 0-9 0,0 0-14 16,0 0 17-16,0 0-11 0,0 0 20 0,0 0-4 0,0 0-9 0,2 0 0 15,0 0 3-15,3 0-2 0,1 1 2 0,3-1 0 0,1 0-1 16,3-1-4-16,1-2 5 0,3 0-2 0,2 1 5 0,0-1 2 16,3-1-4-16,4 2-9 0,-1-1 10 0,3 1-9 0,2 0 13 15,-2 1 0-15,1 0-6 0,4 0-4 0,0-1 4 0,-4 1-3 16,4 0 6-16,-2-2 1 0,2 1-2 0,6-1-12 0,-2-1 11 16,2 0-10-16,0 1 14 0,0-1-1 0,0 1-6 0,1 1 2 0,-2-1 0 15,-2 0 1-15,-8 3 1 0,-2-1 0 0,-3 0-2 0,1 1-2 16,2 0 3-16,-5 0-2 0,-2-1 5 0,-5 1 1 0,-2 0-2 0,-2 0-14 15,-1 0 15-15,-3 0-13 0,-2 0 13 0,0 0 0 0,-3 0-7 16,0 0 2-16,-1 1 3 0,0-1-2 0,-1 0 7 0,-2 0 1 16,0 1 1-16,-3-1-24 0,0 0 17 0,-2 1-16 0,-5-1 25 15,0 0 0-15,-4 0-12 0,-5 2-3 0,-4-1 12 0,-2-1-11 16,-3 0 5-16,5 1-2 0,0-1-2 0,-6 0-1 0,1 0 5 16,-6 2-1-16,0-2 8 0,1 1-4 0,-1 1-7 0,1 0-2 0,-2 0 2 15,-2 1-1-15,0-1 6 0,-1 1 5 0,1 1-2 0,3-2-21 16,1 2 21-16,1 0-20 0,5-1 25 0,-4-1-5 0,3 1-6 0,0 1-5 15,2-3 3-15,3 1-1 0,3 1 11 0,4-2-6 0,0 1-4 16,2-2 1-16,2 0 4 0,2 0 0 0,0 0 0 0,3 0 0 16,1 0-3-16,3-2-4 0,1 1 5 0,3 0-3 0,2 1 4 15,0-2 0-15,1 2-4 0,2-1-9 0,4-1 11 0,1 2-7 16,1-3 10-16,2 2 0 0,0-1-5 0,3 0-1 0,2 1 2 16,0-1-3-16,2 0 2 0,3-1 3 0,-1 2 4 0,3-2-6 15,4 2-1-15,1-1-2 0,2-1 9 0,0 2-1 0,-1-1 1 16,4 1-16-16,0-1 11 0,-2 0-10 0,0 0 18 0,1-1 1 0,-2-1-3 15,5 0-19-15,-2-1 10 0,-3 2-10 0,-2-1 27 0,-3 0-7 0,0 3-3 16,0-3-10-16,-3 1 5 0,-1 1-4 0,-1-1 9 16,-5 0-1-16,1 1-3 0,-1-1 0 0,-3 1 0 0,-1-1 0 15,0 1 0-15,-4 0 1 0,0 1 2 0,0-1-12 0,-3 0 11 0,-1 1-9 16,-2 0 18-16,-1 1-4 0,0-2-7 0,-1 2 1 0,-2 0 3 16,-1-1-1-16,-3 1 2 0,0 0-3 0,0 0-3 15,-2 1-15-15,-3 1 18 0,-1 0-12 0,-2 1 24 0,-2-1-4 0,-1 1-12 16,-3 1-7-16,-4 0 9 0,0 1-4 0,-4 0 15 0,0 0-3 15,-1 1-6-15,-5 0-16 0,-3 0 15 0,-4-1-11 0,0 1 24 0,1-2-5 16,3 1-11-16,-2-2 4 0,-1 2-2 0,-3 0 3 0,2 0 0 16,1-1-3-16,3 3 1 0,0-4-17 0,-1 3 13 0,-1-4-10 15,4 2 29-15,5-1-5 0,9-2-10 0,1 0-9 0,2 0 11 0,5 1-7 16,-2-1 11-16,5-1 1 0,3 0-8 0,2 1-6 0,3-1 14 16,3 0-11-16,0 0 13 0,6 0 0 0,2-1-9 0,7-2-2 15,9 1 8-15,4-2-7 0,2-1 16 0,7 1-4 0,4-2-6 0,7-2-8 16,7-1 2-16,4 1-2 0,4-1 12 0,4 2-3 0,1-1-5 15,-1-1-5-15,2-1 5 0,-3-1-4 0,-1 0 0 0,-1 2 2 16,-1 1-2-16,0-1-2 0,-8 2 10 0,0-1-8 0,-2-1 7 16,-7 1-3-16,3-1-2 0,-3 2-5 0,-3-1 5 0,-1 2-4 15,-5 1 10-15,-5-1 1 0,-1 3-5 0,-3 0-6 0,-4 0 4 0,-2 1-4 16,-6 2 5-16,-4-1 0 0,-9 1-5 0,-4 0-8 0,-2 0 12 16,-3 0-8-16,4 0 18 0,2 1-4 0,-4 1-3 0,-5 1-15 15,-3 0 7-15,-8-1-6 0,-3 2 11 0,-1 0-3 0,-2 0-10 0,-3 1-4 16,-2 1-2-16,-1-1 0 0,-3 3-27 0,1 0-2 0,-2 1-9 15,-2-2-33-15,-3 1-3 0,0-3-13 0,1 0-63 0,6-2-10 16,5-1-21-16,1 0-98 0,3-2 174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45:05.78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21361 13592 365 0,'-6'-3'50'0,"0"-3"17"0,3 5 21 0,1 0-21 15,-1 0 30-15,3 1-17 0,0-2-30 0,-1 2-32 0,1 0-3 16,0 0-5-16,0 0 0 0,0 0-4 0,0 0-3 0,0 0-18 15,0 2 26-15,0-2-20 0,0 1 27 0,1-1-7 0,1 1-12 0,-2-1 4 16,2 1-1-16,-1-1 8 0,1 0 18 0,-1 0-2 0,0 0 2 16,2 0-8-16,-2-1 7 0,1 0-7 0,-1 0 8 0,0 1-10 15,2-2-6-15,-2 2 4 0,1 0-7 0,-1 0 10 0,1-1 3 0,0 1-7 16,1 0 0-16,0 0-18 0,0 1 18 0,1-1-14 0,0 2 36 16,0-1-5-16,1 0-7 0,1 0-2 0,1-1 2 0,-1 2 0 15,2-1 8-15,0 0 1 0,0 1-3 0,2-1-21 0,-1 0 29 16,2 0-25-16,1-1 31 0,-1 0-12 0,1 0-15 0,2 0-15 0,-1 0 12 15,3 0-8-15,1 0 23 0,1-1-10 0,-3 0-7 16,-3 0-2-16,-1-2-5 0,0 2 5 0,1-1 2 0,6 0-5 0,1-1-2 16,1 1 0-16,-3 1 5 0,3-2-2 0,-5 0 11 0,1 0-6 15,-1 1-7-15,-1 0 1 0,0-1 0 0,0 2 1 0,2 0 3 0,-3-1-1 16,2 1 3-16,0 0-10 0,0-2 13 0,1 2-8 0,2 0 22 16,-1 1-8-16,-1-2-10 0,3 1-3 0,0 0-1 0,2-2 1 15,2 1-2-15,-1 0 5 0,2-1 1 0,-6-1-13 0,0 1 7 16,2-2-9-16,1 1 4 0,6-2-1 0,0-1-5 0,-1 0-10 15,-4 0 20-15,1 0-14 0,-3-1 22 0,0 2-4 0,2-2-11 0,-1-1-3 16,0 1 4-16,-1 1-2 0,1-2 1 0,-1 2 3 0,1 1-2 16,1-1-10-16,0 2 15 0,2 0-13 0,-2-1 21 0,0 2-6 15,-6 1-8-15,0 2-3 0,2-2 10 0,2 2-6 0,7-5 10 16,0 1 1-16,-2 0-11 0,-1-1-5 0,0 0 19 0,0 0-15 16,0-2 21-16,1 2-8 0,-1-1-11 0,3-1-1 0,1 2 4 15,2-2-1-15,1-1 6 0,2 2-2 0,0-2-5 0,-5 1-12 0,1-1 16 16,1 1-12-16,-1 0 24 0,4 0-2 0,-3 1-7 0,-1 1-15 15,-1 0 16-15,-1-1-14 0,1 1 24 0,1-1-5 0,-1 2-8 0,1 0-8 16,1-1 8-16,2 1-6 0,0 0 7 0,1-2-1 0,-5 2-6 16,2-1-8-16,3-1 15 0,-1 1-12 0,6-1 16 15,-3 1-2-15,-2 1-8 0,-1-2-5 0,2 2 4 0,0 0-4 0,-1 0 9 16,1 3-1-16,1-2-1 0,1-1-19 0,1 2 18 0,-3-1-13 16,-2 0 23-16,0 1-2 0,-2-1-12 0,6 1-6 0,-5-1 11 15,1 0-8-15,-3 1 14 0,-1-1 0 0,1 2-5 0,0-1-9 0,4 0 5 16,2 1-6-16,1-1 14 0,0-2-4 0,-4 2-2 0,4-2-15 15,0 0 11-15,1-1-8 0,4-1 26 0,-4 0-7 0,0 1-10 0,1-1-3 16,1 0 5-16,2 2-3 0,0-2 9 0,1 0-4 16,0 2-4-16,0-3-2 0,2-1 4 0,-2 0-1 0,1 2 11 0,1 0-6 15,-4 0-6-15,1 0-1 0,1 0 6 0,-1 3-4 0,3 0 5 16,-2 0-1-16,2-1-6 0,-1-3-2 0,-2 1 4 0,2-1-2 16,-2 0 5-16,1 1-2 0,-3 0-3 0,1 1-6 0,0-1 10 15,3 0-7-15,2-1 12 0,-2 2-3 0,-2-1-6 0,5-1-1 16,-1 2 0-16,-1-2 0 0,5 1 3 0,-6-1 1 0,-1 0-2 0,6-1 0 15,-1 0 5-15,4 2-6 0,0-2-1 0,-5 1 1 0,3 0-2 0,0-2 2 16,0-1 0-16,2 0 0 0,-4 2 3 0,-3 2 0 0,-1 2-1 16,6 0-10-16,0-1 13 0,-4 3-10 0,3-3 16 0,-2 3 0 15,-2-4-7-15,5 5-10 0,-4-3 12 0,-2 2-11 16,1 0 13-16,0 2 0 0,2 0-6 0,4 1-9 0,-3-1 8 0,4-1-6 16,-1 1 14-16,-5 0-4 0,4-2-4 0,-3 1-8 0,-4-1 5 15,2 0-4-15,0 3 13 0,1-2 0 0,1-1-5 0,-3-1-19 16,3-1 19-16,-5 2-15 0,1-4 28 0,0 3-5 0,-5-1-10 0,2 1-8 15,-5-1 8-15,1 1-4 0,1 1 15 0,2-3-3 0,2 3-7 16,1-1-14-16,-1 0 13 0,-1-1-9 0,2 2 19 0,-2-2-1 16,0 1-8-16,-1-2-14 0,-3 2 18 0,0-2-14 0,1 0 24 15,-2 3-4-15,3-2-11 0,6-2-11 0,0 1 12 0,-3-3-8 0,3 1 17 16,1 0-5-16,-1 1-6 0,4-2-3 0,-5 4 4 0,0-3-2 16,-1 2 4-16,1 0 2 0,3-3-3 0,2 0-11 0,-4 1 14 15,3-1-12-15,-3 0 17 0,-2 1-2 0,0 2-7 0,-1-3-4 16,-7 1 4-16,-1 1-4 0,-2 0 8 0,-2 0-3 0,1 2-1 0,3-2-2 15,2 0 0-15,-2 1 1 0,1-1 5 0,-6 0 1 0,0 0 0 16,3 0-18-16,0 0 15 0,5 0-12 0,-2-1 21 0,-4 1-1 16,1 1-8-16,-1-2-11 0,1 1 10 0,0 0-8 0,0 0 17 15,3 0-5-15,0 1-5 0,2-1-4 0,-1 2 5 0,-8-1-2 16,0 1 6-16,-1 1 0 0,0 0-4 0,5 0-1 0,-3 2 6 16,-4 0-5-16,-1 0 6 0,-2 1 1 0,0-1-2 0,-1 2-13 0,-2 0 10 15,-1 0-8-15,-1 2 16 0,0-2-2 0,-2 1-6 0,2 0-11 16,-1 0 9-16,1-1-7 0,-1 2 18 0,2-2-4 0,-1 0-6 15,2 0-11-15,-1 0 13 0,1 0-8 0,0-2 18 0,-2 2-3 16,-5-1-8-16,2 0-6 0,-1-2 8 0,2 2-6 0,6-2 15 0,-1 3-2 16,-1-1-6-16,1-1-14 0,-4 0 13 0,-1 0-10 0,-2 0 19 15,-2 2-4-15,-1 0-5 0,-2-1-17 0,1 0 9 0,-2 1-8 16,-1 0 22-16,-1-1-3 0,0 1-8 0,-2 0-12 0,-1-2 12 16,1 2-9-16,-1 0 15 0,0 0-2 0,0 0-8 0,0 0-10 15,0 0 6-15,0 0-5 0,0 0 5 0,0 0-5 0,0 0-6 0,0 0-16 16,0 0 0-16,-3 0-3 0,1 0-15 0,0 2 2 0,0 0-9 15,-1 1-26-15,-1 2-7 0,1 0-5 0,-3 1-40 0,2 3-6 16,-3 2-9-16,-1-2-92 0,-1 3-11 0,-3 1-33 0,-1 1 66 0</inkml:trace>
  <inkml:trace contextRef="#ctx0" brushRef="#br0" timeOffset="5966.71">21376 13527 256 0,'-8'-1'-4'0,"4"-2"-41"15,1 1 42-15,-1 0 12 0,1 0 27 0,-1-1 31 0,1 2-23 0,1-1 36 0,1 0-10 16,-2 0-19-16,2-1-35 0,0 1 42 0,0 0-35 0,0 0 55 16,0 0-16-16,1 0-22 0,0 1-9 0,-1-2 1 0,1 0 0 15,-1 1 0-15,-1 2-1 0,2 0-3 0,0 0-32 0,0 0 23 0,0 1-22 16,0 0 25-16,0 2-3 0,0 0-11 0,0 0-16 0,2 3 10 15,-2-3-8-15,0 3 23 0,0 1-3 0,1 0-8 0,-1 0-5 16,0 0 7-16,1 2-7 0,-1-2 3 0,0 1-2 0,0 1-3 0,0 0-9 16,0 1 13-16,0 0-8 0,0 2 21 0,0 1-2 0,0 0-12 15,1 4-9-15,0 0 17 0,0 0-14 0,0-1 23 0,0 0-7 16,1 3-8-16,-2 1-6 0,0 2 3 0,1 0-1 0,-1 4 10 16,0-3 2-16,0-2-6 0,1 1-18 0,-1 0 19 0,1-2-19 0,-1 1 21 15,0 1-6-15,1-3-5 0,-1-1-10 0,0 0 13 16,0-2-4-16,0 1 24 0,0 0-3 0,0-1-13 0,-1 2-3 0,1 0 3 15,-1 0-4-15,1 0 3 0,0-3-2 0,0 2 0 0,0 1-9 16,0 2 9-16,0 1-5 0,0 1 14 0,0-3-1 0,-1 1-10 0,1 2-13 16,0 0 18-16,0-2-15 0,1 2 23 0,-1-3-2 0,1-1-8 15,0 1-9-15,-1-1 5 0,1-1-4 0,-1-2 17 0,1-1-3 16,0 2-4-16,1-3-19 0,0 2 19 0,-1-1-16 0,1 1 24 16,0-2-4-16,1 0-9 0,-1-1-3 0,0-2 2 0,1-1 0 15,0 0 10-15,-1-2 1 0,0 2-4 0,-1-1-6 0,2-2 5 0,-2 1-5 16,1-1 3-16,-1-1-3 0,0 0 0 0,0 2 9 0,0-2-4 15,1-1 9-15,-2-2 7 0,0 4-6 0,0-3-2 0,0 0-22 16,-2 3 19-16,2-1-16 0,-1 1 20 0,1-1-4 0,-1 0-11 0,0-1 1 16,0 1-1-16,-1 0 4 0,1-1 4 0,-1 2-1 0,1-2-4 15,0 4-7-15,0-6 12 0,-1 5-10 0,1-2 10 0,0-1-1 16,-1 1-4-16,1-1-16 0,0-1 8 0,0 1-7 0,0 0 25 16,1 1-2-16,-1-4-8 0,0 3-15 0,1-2-2 0,0 1-7 0,0-3-36 15,0 0-12-15,0 2-13 0,2-2-43 0,0 2 19 0,2-2-21 16,-1 0-13-16,1-1 0 0,2-2-29 0</inkml:trace>
  <inkml:trace contextRef="#ctx0" brushRef="#br0" timeOffset="6866">22023 13555 266 0,'-7'0'-89'0,"3"0"159"0,0 2-22 0,0-1-29 0,1 4-13 16,-2-1-3-16,1 1 3 0,-1-1 12 0,1 1-1 0,0 0 1 15,1 0-10-15,0-1 26 0,-1 1-20 0,1-1 32 0,-1 1-14 0,1-2-13 16,1 0-4-16,0 3-2 0,-1-4 5 0,1 3 4 16,0-1 2-16,0 1-3 0,0-1-19 0,1 1 30 0,0 0-26 0,0 0 41 15,0 2-14-15,1-2-13 0,0 1-14 0,-1 0 7 0,1-1-2 16,0-2 15-16,1 3 0 0,0-3-8 0,-1 1-19 0,1 1 22 15,-1 1-21-15,0-1 23 0,0 1-5 0,0 0-8 0,0 3-2 16,0-1 6-16,0 1 0 0,0 1 12 0,-1-1 0 0,1 1-7 0,-1 3 0 16,0 0 6-16,-1 1-7 0,-1-1 2 0,1 1-7 0,0 1-1 0,-2 2-6 15,2-4 0-15,-1 0 3 0,2-1 6 0,-2 5 0 0,2 1-3 16,0 1-26-16,-1-1 22 0,1 0-22 0,0-1 24 0,0-1-8 16,0 2-8-16,-1-1 3 0,1 0 3 0,0 1 2 0,0-3 8 15,0 0-1-15,-1 1-9 0,1-1-13 0,-1 0 20 0,1 1-18 16,1 2 22-16,-1 2-4 0,0 1-7 0,0-2-4 0,0 1 1 15,0-1-1-15,0-1 12 0,-1 2-3 0,1-2-3 0,1-4-12 0,-1 2 13 16,1 2-10-16,0-1 17 0,-1 3-2 0,1-2-4 0,0-2-21 16,0-1 15-16,0-2-12 0,0 1 30 0,0-1-1 0,0-2-14 15,0 1-10-15,1-1 17 0,0-1-16 0,2 3 11 0,-2 3-2 16,1-2-3-16,-1-2-7 0,1 0 6 0,-1-2-2 0,2 0 17 0,-2 1-3 16,1-1-7-16,-1 0-20 0,0 0 23 0,0-1-19 0,-1 3 25 15,0-2-6-15,2 3-10 0,-2-1-14 0,0-2 2 0,0 3-3 16,0-2 3-16,1 1-2 0,-1 0-5 0,0 1-32 0,0-3 4 15,-1 2-16-15,-1-6-25 0,2 3-14 0,-2-2-8 0,0-1-28 0,0 3 60 16</inkml:trace>
  <inkml:trace contextRef="#ctx0" brushRef="#br0" timeOffset="7884.62">23154 12874 298 0,'-7'5'49'0,"-1"-3"127"0,3-1-132 0,1 3-9 0,1 0-7 0,1 1-23 0,-1-1 34 0,0-1-24 16,1 1 63-16,0-1-11 0,-1 3-12 0,1-3-11 15,1 1-8-15,-1-2 4 0,2-1-10 0,0 7-1 0,0 0-2 0,0 1-25 16,1 1 24-16,0 0-23 0,1 2 24 0,2 1 3 0,-2-1-5 16,2 1-14-16,0 1 3 0,-1-2-5 0,0 2 10 15,0-3-4-15,0 1-4 0,-1-1-21 0,2 0 18 0,-1 0-17 0,0-1 15 0,0 2 0 16,-1 1-6-16,1 0-6 0,-1-2 5 0,2 2-5 0,-2-2-3 15,0 0-5-15,1-1-11 0,-1 1-25 0,-1 0 24 0,-1-1-21 16,0 1 28-16,0 0-8 0,0 0-12 0,2 1-20 0,-2-2-4 16,0 1 0-16,-1-2-24 0,1-3-10 0,0-1-16 0,1-3-49 15,1-2 96-15</inkml:trace>
  <inkml:trace contextRef="#ctx0" brushRef="#br0" timeOffset="8604.15">24006 12121 402 0,'-1'-1'65'0,"-2"0"-29"0,0 0 11 0,2 1-28 0,0 0 27 0,0 0-15 16,1 1-21-16,0 0-12 0,0 0 14 0,0 3-6 0,0 0 38 15,0 0 0-15,1 0-8 0,0 1-5 0,2 0 17 0,-2 0-15 0,1 2 22 16,-1-1-11-16,1 0-8 0,1 2-5 0,-2 1-2 0,1 1 3 16,0 2-1-16,2-1 1 0,-1 0-2 31,0 3-24-31,-1 0 26 0,1 2-24 0,-1 0 28 0,-1 0-4 0,1 1-9 0,1 1-19 0,-3 1 13 0,1 0-12 0,-1 2 15 0,0-1-3 0,0 0-10 0,0 0-7 15,1 2 11-15,-1-2-9 0,-1 1 16 0,1-5-4 0,-4 2-5 16,2-1-11-16,1 0 12 0,-1-2-10 0,-1 0 26 0,1 1-4 16,0-1-8-16,0 4-18 0,0 2 14 0,0-3-12 15,0-3 26-15,1-2 2 0,0-2-3 0,0 0-35 0,0 0 18 0,0 1-18 0,1-3 32 16,0 1-7-16,0 0-8 0,1 0-6 0,0-1 0 0,1 0 0 16,-1-2 1-16,3-1 0 0,-1 3-2 0,2 0-23 0,1 0 7 15,0-1-10-15,0-1-1 0,0 0-5 0,1 0-11 0,-2-2-22 16,1 1 9-16,-6-5-12 0,1-1-11 0,0 1 0 0,-1-1-7 0,6 1-19 15,-3-1-16-15,3 0 3 0,-2 0-59 0,0 0 102 0,1 0-2 16</inkml:trace>
  <inkml:trace contextRef="#ctx0" brushRef="#br0" timeOffset="9424.2">24534 11143 135 0,'-8'0'100'0,"2"2"-54"0,3-1 74 0,-1 0-80 0,2 2-11 0,0-1 1 16,1 0-15-16,0 1 4 0,1 1-1 0,0-1-17 0,2 1 43 0,-1 0-34 16,2 1 52-16,-1-2-6 0,-1 3-16 0,2-3 0 0,1 4-5 15,-1-2 3-15,2 3 1 0,-2-2-4 0,1 2-4 0,0 1-7 0,-1 0 11 16,2 2-11-16,-1-1 9 0,1 3-6 0,0 1-5 0,-1-2-9 15,-1 4 12-15,-3 0-7 0,2 3 21 0,-2 2-6 0,0 2-13 16,5 6-26-16,-5-2 18 0,4 1-19 0,1 1 23 0,-2-4-4 16,2 0-5-16,-3 4 4 0,-1-4-7 0,1 3 8 0,-1 1-7 15,2 0 1-15,0 0 0 0,0 0 1 0,1-1 17 0,0-1-11 0,1 1 11 16,-2 0-10-16,3 3-14 0,-2 3-5 0,1 1 5 0,1-2 0 16,-1-2 13-16,2-6-3 0,-2 0-7 0,1-3-11 0,-2-2 11 15,1 2-9-15,-2 0 11 0,1-1-3 0,0 1-6 0,2 4 3 16,-1 1-5-16,2 5 6 0,-1 2 5 0,-2 1-2 0,-1-3 0 15,1-4-17-15,-2-3 17 0,-1 0-13 0,0-2 24 0,0 2-8 0,-1 0-10 16,2-2-2-16,-2 0-7 0,0-1 7 0,-2 1-15 0,1 0 9 16,0 1 2-16,0-3-9 0,0 0 22 0,0-2-19 0,-1 1 15 15,-2 0-6-15,2-1-11 0,-3 3 6 0,2 2-8 0,-1-2 9 16,-1 1-12-16,2-6 3 0,1-2-3 0,-2 2-25 0,2 0 10 0,-1 0-19 16,0 0-39-16,1-4-29 0,0 1-28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45:55.79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2147 2201 256 0,'-35'6'-9'0,"18"-4"-109"0,4-1 54 0,-1-1 0 0,4 0 80 0,1 0 10 16,4-1 1-16,1-1 24 0,2 0-7 16,2-3-6-16,0-1-28 0,4 3 25 0,-1-1-23 0,2-3 25 0,1 4-4 0,1-5-11 0,0-1 0 15,2 1-1-15,-2 1 3 0,1 0 1 0,-1 3-3 0,-1 0-5 16,-1 1-11-16,0 0 25 0,-2 0-18 0,0 2 32 0,-1 1-7 15,0 0-13-15,-1-1 22 0,0 0 28 0,0-3-9 0,-1 0 25 0,0 3-26 16,0-1-41-16,1 2-30 0,-1 2 24 0,0 3-18 16,0-1 32-16,1 5-3 0,-1 3-13 0,0 6 1 0,0 3 10 0,0-1-4 15,-2 1 18-15,0-1 2 0,1 2-9 0,-1 2-5 0,-1 1 9 16,1 0-13-16,0 1 0 0,1-1-4 0,-2 2-2 0,2 5-18 16,-1 3 12-16,0 2-9 0,0 4 24 0,-1 0-4 0,1 1-9 0,-1 1-13 15,-1-3 10-15,0 1-12 0,-2-3 10 0,1 0 1 0,-2-1 0 16,-1 4-12-16,-1 0 2 0,0 4-3 0,0 2 9 0,0 2 0 15,0 0-2-15,0-1-11 0,1 1 16 0,0-7-12 0,1 0 20 16,1-6-7-16,0-1-11 0,3 1 2 0,2-2 3 0,1-1 1 16,1 1 0-16,1-4 4 0,3 0-6 0,-2 2-9 0,2-7 12 0,-1-1-12 15,2 1 11-15,-1-4 0 0,1-1-6 0,0 1-9 0,0-6 9 16,2 0-5-16,-1-3 16 0,1-1 1 0,1 0-4 0,1-1-11 16,1-1 7-16,0-2-6 0,2 1 8 0,-2-1 2 0,1-1-5 0,3-1-2 15,2 0 3-15,-2-1-4 0,3 1 3 0,0-4 3 0,1 2 1 16,3 0-17-16,-1-2 20 0,3-1-20 0,1 1 21 0,1-1 0 15,1-1-5-15,-1 0-11 0,0-2 8 0,2 0-7 0,1 1 16 16,0-2-1-16,3 1-6 0,0 0-5 0,1-2 8 0,1 2-8 16,0-1 11-16,0 0-5 0,2-1-3 0,6 0-6 0,-3 0 11 15,1-1-7-15,1 0 22 0,-3 0-7 0,4 1-9 0,4-2-18 0,3 4 14 16,3-1-10-16,0 0 23 0,-6 1-8 0,2 0-10 0,0 1-2 16,-1-2 2-16,5 2 2 0,2-1 4 0,1 1 1 0,2 2-3 0,5 0-9 15,-4 2 9-15,2 0-7 0,-1-2 12 0,-2 0-4 0,6-2-3 16,4 0-14-16,0 2 14 0,1 0-8 0,-2 0 23 0,-4 0-2 15,-1-2-10-15,2 2-11 0,5 0 13 0,1 4-12 0,2 1 10 16,-4 2-1-16,-5 1-6 0,-2-1 6 0,-3-2 0 0,0 0 2 16,0 3-5-16,-1 1 2 0,-1 3-1 0,3-1-12 0,-9 3 16 15,3 2-15-15,0-1 20 0,-2 2 2 0,7-2-3 0,5 2-13 16,4-2 5-16,5-1-6 0,1-2 10 0,-3-2 1 0,0-1-2 0,5-2-12 16,5 2 11-16,5-2-10 0,4-1 13 0,-4 1 2 0,-2-4-6 15,5 1-13-15,1 0 12 0,3 0-11 0,1 1 22 0,-6 1-3 0,-2-2-4 16,3 4-16-16,1-2 13 0,-1 3-11 0,-3 2 17 0,-4-2 2 15,-1-2-6-15,0 1-7 0,1 1 4 0,0 1-4 0,-2 3 9 16,-6-2 1-16,-1 1-4 0,3-2-2 0,0-1 4 0,3 0-3 16,1 0 2-16,-4-4 5 0,0 0 1 0,4 0-3 0,1 1 14 15,3-4-12-15,1 2 10 0,-1 0-5 0,-3 0-6 0,6-3-10 16,-1 0 7-16,1-1-5 0,4 2 9 0,-5-2 1 0,0 0-5 0,3 0-20 16,-2 0 16-16,2 0-14 0,0 0 28 0,-4 0-4 0,82-2-17 15,-165 1 31-15,162 2-42 0,-81 2 23 0,-6 2 2 16,-1-4-6-16,5-1-1 0,-3-1 5 0,2-2-7 0,-4 2 8 0,-2-1 1 15,-4 2-10-15,7-3-4 0,-3-2 10 0,0 1-7 0,0-2 10 16,-5 2-2-16,0-3-4 0,1 2 0 0,3-1 7 0,-2-4-5 16,1-1 2-16,-3-1-3 0,0 0-4 0,-1-2-5 15,1 0 9-15,-4-3-5 0,-1 2 12 0,-6-3 3 0,-3-1-5 0,2-2-20 16,-3-4 15-16,-2 2-13 0,-2 0 27 0,-3 2-8 0,-8-2-7 0,0 1-13 16,1 1 10-16,-5 0-7 0,4 2 22 0,-6 1-6 0,-7 1-6 15,-1-2-10-15,-2 0 11 0,-2 0-5 0,-2-1 11 0,-2-1 0 16,-3-1-7-16,0-2-9 0,-3-3 9 0,-1 1-8 0,-1 0 17 15,-1 0-3-15,-1-3-4 0,-1-1-13 0,-1-4 13 0,0 5-10 16,-2 0 25-16,2 2-6 0,-2 0-10 0,0 1-6 0,1 1 5 16,-1 0-5-16,0 0 7 0,-1-2 7 0,0-4 0 0,0-1-14 0,-1 0 9 15,-1 1-10-15,0-1 8 0,-2 2 3 0,1-2-7 0,0 0 0 16,-2-2 6-16,1 4-6 0,-2-1 2 0,2 4 3 0,-2 1 2 0,-1-2-17 16,2-3 15-16,-2-1-13 0,0-3 23 0,0 0-4 15,3 3-8-15,-3-3-14 0,3 3 12 0,-2 0-9 0,0 0 22 0,2 3-2 16,-1 1-10-16,1 3-8 0,-2 1 12 0,2 1-9 0,-3 3 8 15,0-1 1-15,1 1-6 0,-4-1-5 0,-2-1 11 0,0 1-8 16,-4-2 6-16,-1 1 1 0,-2 1-5 0,-5 2-6 0,-5 1 9 0,-1 0-6 16,2 3 11-16,0-3 0 0,-1 3-4 0,-5 1-14 15,-7-2 13-15,1 5-9 0,-2-1 21 0,1 2-5 0,0 1-10 0,-7 0-1 16,-4-1 0-16,-2 0 2 0,1-1 8 0,0 2-6 0,3 0 2 16,-5 0-16-16,-5 2 12 0,0 0-9 0,-8 2 22 0,2-1-2 15,-3 2-8-15,-1-2-8 0,2 0 6 0,-1 3-5 0,-3-3 8 0,-3 4 1 16,-6-1-4-16,-4-1-2 0,0 1 4 0,3 1-3 0,-1 0 2 15,-2-1 2-15,-4 2-1 0,-3-2-10 0,0-2 9 0,3 1-8 16,-2 2 19-16,0-2-5 0,-2 1-6 0,-4-2-5 0,3 2 2 16,-1-3-1-16,-3 3 9 0,3-1 1 0,-2-1-2 0,-2-1-20 15,-1 3 17-15,-2-2-14 0,-1-1 25 0,1 3-5 0,3-3-9 0,-7 3-5 16,-2-3 2-16,-1 5-2 0,-1-3 8 0,5 2 1 0,-3 1 0 16,-5-3-11-16,-2 1 8 0,1 2-8 0,-1 0 16 0,2 1 0 15,0-2-7-15,-5 2-18 0,2 0 22 0,-3 0-18 0,0 2 25 0,5-2-1 16,2 1-10-16,-3 0-14 0,-3 0 16 0,0 1-13 0,3-2 19 15,4 0 0-15,3 0-11 0,-3-4-11 0,-1 0 19 0,6-1-14 16,-1 0 21-16,7 0-2 0,0-4-11 0,-2-2-6 0,7 2 3 16,-3 0-3-16,1-1 10 0,6-1 0 0,-1-2-1 0,5 1-4 15,-1 1 2-15,3-1-1 0,2 0 6 0,1 0-3 0,4 1-1 0,1-2-10 16,-2 2 8-16,3 3-6 0,-1-4 12 0,6 3 1 0,0 0-7 16,0 0-2-16,4 1 8 0,-1 2-7 0,0 1 1 0,5 0 2 15,2 1-2-15,-4-1-2 0,3 1-2 0,2 0 0 0,0 2 8 16,6 2-2-16,2 0 1 0,-2 0-14 0,0 2 10 0,2 2-10 15,2 0-3-15,1 2-11 0,3-1-16 0,-2 3-18 0,2 2-6 0,2 3 1 16,3 1-33-16,0 3-4 0,1 1-13 0,-2 3-42 0,-1 1-33 16,4 1-7-16,2 4 12 0</inkml:trace>
  <inkml:trace contextRef="#ctx0" brushRef="#br0" timeOffset="4633.53">9183 5646 211 0,'-9'-3'-7'0,"-3"3"-34"0,0 0 60 0,2 0 31 0,-1 0-8 0,2 0 34 0,3 0-11 0,-1 0-8 16,-1 0-31-16,3 0 20 0,0 0-17 0,2 0 29 0,0 0-2 15,1 0-12-15,1 0 26 0,1 0 4 0,-1 0 0 0,1 0-11 0,0-1-10 16,1 1-7-16,0 0-15 0,1-2-2 0,1-1 1 0,2 0 5 16,1 0-4-16,2 0 0 0,0 1-20 0,1-1 16 0,-2 0-16 15,4 1 15-15,-2 1 1 0,2 1-4 0,3 0-22 0,1 0 17 16,-4 0-16-16,-2 1 24 0,1-1-4 0,2 2-10 16,8 1-12-16,2 0 15 0,1-3-14 0,-1 1 21 0,-1 0-4 0,1-1-8 15,1 0-2-15,0 0 6 0,0 0-3 0,2-1 7 0,-1 0 0 16,-1-1-7-16,2 0-13 0,-3 0 16 0,2 1-14 0,-2-1 14 0,2 2 0 15,2-3-7-15,-1 0-19 0,-3 2 12 0,-5 0-12 0,-2 1 21 16,-1 0-2-16,1 0-6 0,5 2-46 0,-3 1 0 0,-3 0-19 16,0 0-66-16,-4 3-17 0,-1-3-27 0,0 1-136 0,1-1 187 15</inkml:trace>
  <inkml:trace contextRef="#ctx0" brushRef="#br0" timeOffset="6095.14">11789 5526 185 0,'-4'-5'-20'0,"2"1"-54"0,2 2 54 0,0 2 35 15,1-1-15-15,0 0 16 0,1 1-3 0,2 0-13 0,-2 0-2 16,1 0 6-16,0 0-6 0,0 0 0 0,-2 0-1 0,1-1-2 0,-2 1 5 15,0-2 26-15,2 2-5 0,-2 0 67 0,0-1-6 16,0 1-15-16,0 0-21 0,-2-3 24 0,2 2-24 0,-1 0 22 0,0 0-2 16,1-1-4-16,-1 2-19 0,1-1 6 0,0 1-10 0,0 0-5 15,0 0-7-15,0 0-12 0,0 0-36 0,0 0 27 0,0 1-24 16,1-1 34-16,0 2-4 0,0-1-10 0,2 0 0 0,-2 0-1 16,1 2 4-16,-1 0 21 0,1-1 1 0,0 1 0 0,-1 1-9 15,0-3 28-15,0 1-20 0,0 0 30 0,0 0-8 0,1 1-15 0,0-2-9 16,0 2 13-16,-1-1-9 0,1 1 12 0,0-1-5 0,1 0-12 15,-1-1-7-15,0 1 7 0,1 2-8 0,1-2 1 0,-1 0-2 16,2 2-3-16,0-2-3 0,1 1 2 0,0-2 0 0,0 1 6 16,1-1-1-16,1 1-4 0,-1-2-5 0,-1 3 10 0,2-2-10 15,-1-1 3-15,1 2-1 0,0-2-2 0,0 0-5 0,1 0 5 16,0 0-2-16,-2 0 12 0,2 0-2 0,0 0-8 0,3 0-7 0,-1 0 11 16,0-2-11-16,0 2 9 0,1-1-2 0,0 0-5 0,1 1-12 15,0-2 11-15,-1 1-7 0,2-1 19 0,-3-1-1 0,0 0-9 16,4 3-5-16,-4-3 9 0,2-1-8 0,1 3 11 0,-9-3-3 15,3 1-5-15,0 1-6 0,2 0 5 0,7 1-2 0,3-2 15 16,0 2 1-16,-2 0-3 0,3 0-20 0,-3 1 20 0,0 0-19 16,0 0 20-16,-2 0 0 0,2 0-10 0,1 0-4 0,1 1 2 0,1 1-1 15,0 1 10-15,1 0-4 0,-1-2-1 0,1 3-7 0,2-2 5 0,1 0-3 16,0 0 9-16,0-1-2 0,1 2-4 0,-6-3-2 0,3 1 3 16,-1-1-2-16,2-1 12 0,4 1-3 0,-1-1-2 0,-3 1-8 15,1-3 6-15,0 2-6 0,1 0 9 0,-1 1 2 0,1 0-4 16,0 0-7-16,-1 2 4 0,2 1-5 0,-1-1 10 0,1-1-1 15,2 3 2-15,0 1-18 0,-4 1 12 0,0-3-9 0,4 3 21 0,-1-3-9 16,5 0-9-16,1-1 0 0,-4 1 9 0,0-3-2 0,1 1 9 16,-2-1-3-16,0 2-11 0,2-1 0 0,-2-2 3 0,0 1-1 15,4-2 5-15,-3 2-2 0,3-2-5 0,-4 0-1 0,0 1 7 16,0 1-4-16,-2 1 9 0,3 1-3 0,-3-2-6 0,0 0-3 16,-1-2 3-16,0 0-3 0,-1 1 2 0,-2 1 1 0,1 0 0 0,-1 0 0 15,3 1 4-15,-1-1-3 0,1 0 4 0,1 0 0 0,-1 0-5 16,2 0 1-16,-5 0 4 0,2 0-4 0,1 1 4 0,1-1-6 15,3 1-3-15,0-1 3 0,-2 0 2 0,0 0 3 0,1 0 0 0,-4 0-2 16,1 0-2-16,0 2-9 0,-1-2 10 0,-1 0-8 0,2 0 13 16,-2 0-3-16,1-2-7 0,-2 1 2 0,0 1-1 0,-9 0 2 15,-1 0 2-15,-3-1-3 0,0 0 0 0,3 1-3 0,0 0 4 16,-1 1-2-16,-3-1 1 0,0-1 6 0,-2-1-2 0,-3 1-12 16,-2 0 5-16,1 1-9 0,-2 0 4 0,-1 0-5 0,0 0-3 0,1-1-24 15,-1 1 0-15,0 0-8 0,0 2-25 0,0-1-2 0,0 6-7 0,-1-2-61 16,0 3-14-16,1 2-13 0,0 3-138 0,1 5 185 15,4 5-29-15</inkml:trace>
  <inkml:trace contextRef="#ctx0" brushRef="#br0" timeOffset="11684.42">7824 8783 256 0,'0'-4'12'15,"0"2"177"-15,0 2-83 0,0 0 5 0,0 4-111 0,0 0 14 0,2 0-10 16,0 2 38-16,1 0-10 0,1-1-8 0,1 2 3 0,2-2-3 15,1 2 5-15,0-1-4 0,2-2 1 0,0 0-2 0,1-2-24 16,2 2 33-16,1-1-28 0,4-2 41 0,0 0-10 0,2-1-16 0,4 2-3 16,0-1-2-16,1 0 2 0,2 1 7 0,-1 0-4 15,3-1-6-15,3 2-10 0,-3 1 12 0,-2 0-12 0,-4-1 7 0,2 3-5 16,0 0-3-16,6-1 5 0,0 2-8 0,-4 0 9 0,1 1-2 16,-1-2-1-16,0 1-1 0,3 0-7 0,-1-2 26 0,3 1-18 0,1 0 41 15,3-2-11-15,1 0-13 0,-2 0-2 0,3-3 1 0,2-1 3 16,1 1 8-16,4-1-5 0,-1-2-5 0,4 2-23 0,0-3 22 15,4 2-20-15,3-1 26 0,-1 1-11 0,0-1-15 0,4 0-2 16,-2 0 6-16,2-2-2 0,2 3 15 0,-4-2-3 0,3 0-8 0,4 1-10 16,-3-1 10-16,4 2-8 0,-2-4 12 0,-2 2 0 0,0 2-3 15,1-4-12-15,4 2 12 0,1-2-10 0,1 0 15 0,-1-1 0 16,-1 2-10-16,0-2-9 0,1 2 15 0,-2 0-12 0,1 1 18 16,-4-1-8-16,-3 1-11 0,3 0-10 0,-1-1 11 0,-1 0-6 0,1-1 24 15,-5 1-4-15,0 1-7 0,3-3-7 0,-3 3 4 0,4-2-5 16,-1-1 3-16,-2 1-1 0,2-1-3 0,-1 1 0 0,-4-2 3 15,1 1 1-15,-1 0 11 0,-3 0-4 0,-6 0-5 0,1 1-3 16,-3 0 1-16,-3 1-1 0,2-2 0 0,-10 3 3 0,-3-2 0 0,-1 1-15 16,-4 0 16-16,-4 2-14 0,-1-1 20 0,-5 2-1 0,-2-2-8 15,1 3-6-15,-6-1 8 0,-1 1-8 0,-1 0-1 0,0 1-8 16,0 0-8-16,0 2-30 0,2 1-9 0,2 2-2 16,1 2-52-16,6 1-18 0,2 2-24 0,4 2-130 0,5 3 175 0</inkml:trace>
  <inkml:trace contextRef="#ctx0" brushRef="#br0" timeOffset="144737.5">5050 13074 217 0,'-32'-6'166'0,"-6"4"-98"0,0 1 90 0,-1 4-127 0,1 2-17 0,-2 2-16 15,1 2 54-15,-3 0 2 0,4 0 4 0,-3 1-30 0,-3 3 30 16,-3 3-31-16,-5-2 23 0,5 2-11 0,0 1-19 0,-2 1-5 16,2 0 3-16,-2 0 0 15,3 1 7-15,3-1 0 0,2 0-8 0,-2 1-16 0,-2 2 28 0,1-2-24 0,3 0 25 0,5-5-7 16,2-2-14-16,2 0-1 0,-2-1-4 0,0 0 3 0,3 1 3 16,1-1 2-16,7-1 2 0,-2-1-11 0,0 2 11 0,1-2-13 15,-5 1 7-15,2 0-2 0,-1 2-2 0,-3-1-21 0,2 1 16 16,2 2-15-16,1 0 28 0,5 1 0 0,0-1-9 0,0 3-5 15,1 2 10-15,0-1-10 0,0 0 11 0,3-1 0 0,0-1 0 0,5 2-1 16,-1 3 4-16,2-1-1 0,1 3 9 0,4-1-3 0,3 3-6 16,1-1-6-16,0 1 14 0,-3 3-12 0,-1-2 9 0,2 2-1 15,3-1-6-15,0-1-6 0,2 0 6 0,1 3-6 0,0 0 15 0,2 2-3 16,1 1-2-16,1 4-19 0,0-1 11 0,-1 9-9 0,-5 3 21 0,0-1-8 16,0 2-9-16,-1 2-12 0,1-2 11 0,0 6-8 0,2 1 22 15,-1-1-3-15,1 4-6 0,0-1-4 0,-3-3 7 0,1-2-6 16,-1-5 8-16,2-5 2 0,2-2-1 0,4-5 9 0,1-5 10 15,-1-3-4-15,6-2 11 0,0-2-10 0,5-1-9 0,1 1-18 0,2 0 9 16,-2 4-8-16,1 3 17 0,-1-4-8 0,2 1-9 0,1 0 2 16,1-6 4-16,1 0 3 0,-1 0 13 0,0-6-9 0,-2 2-7 15,2 0-6-15,-2 0 3 0,-1 1 0 0,2 0 8 0,-2-1-7 16,0 1-3-16,-1 0-4 0,-5-2 5 0,0 1-1 0,0 0 16 0,1-2-4 16,7-1-4-16,1 0-18 0,3-1 12 0,-1 0-10 0,2-2 19 15,0 1-4-15,3-1-11 0,5-2-13 0,2-2 14 0,2-2-9 16,3-5 29-16,-1-5-7 0,1 0-10 0,-1-2-19 0,3 0 13 15,-1-4-14-15,-2 2 5 0,2 0-22 0,1-1-21 0,2 0-99 16,6-3-68-16,0 0-2 0,6-5-13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49:01.92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9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5T18:49:20.410"/>
    </inkml:context>
  </inkml:definitions>
  <inkml:trace contextRef="#ctx0" brushRef="#br0">14540 907 490 0,'-2'-6'178'0,"-1"-1"194"16,2 2-164-16,-1-1-8 0,1-1-43 0,0 0 8 0,0 2-27 15,1-1-36-15,0 2-33 0,2-1 29 0,-1 2-40 0,2-2 29 16,1 1-11-16,-2 1-20 0,2-1-8 0,-1 1 14 0,0-2-19 15,0 2 25-15,2 0-8 0,-2 0-11 0,2 1-16 16,-3-1 12-16,-1 2-20 0,0 1 11 0,-1 0-9 0,0 2-13 16,-1 0-14-16,0 1 14 0,-1 1-14 0,1 0 27 0,-2 2-6 15,1 1-10-15,-1 1-10 0,-1 0 10 0,2 4-11 0,-1 0 14 16,-2 3-2-16,1-1-5 0,-2 1-4 0,2 1 4 16,-1-2-5-16,2 2 6 0,1 2-2 0,-3 0-3 0,1 1-13 15,-2 5 16-15,1 0-11 0,-1 3 20 0,-2 0 0 0,0-1-10 0,0 0-8 16,0-3 6-16,2-1-5 0,-2 0 7 0,0-2-1 0,1 1-3 15,0-1-10-15,0-3 11 0,1-1-6 0,0-2 16 0,2 1-4 16,0-4-7-16,1-1-12 0,1-1 12 0,1-1-7 0,0-2 21 16,1 1-6-16,0-1-8 0,1-2-1 0,0 1-1 0,2-1 1 0,1 0 4 15,0-2-1-15,2 2 1 0,0 0-4 0,3-1 2 0,1 0-2 16,2 3 8-16,-1-4 0 0,0 2-4 0,4-1-2 0,2-3 6 16,3 0-4-16,1 1 8 0,-2-1-4 0,4 1-5 0,-3-1-5 15,1 0 6-15,-1-1-4 0,-3 0 11 0,-7 1-2 0,-1 0-6 0,0 1-7 16,0-1 10-16,8-1-8 0,-1-1 12 0,1 1-4 0,-3-2-7 15,-1 1 1-15,-3 1 0 0,-2-1 1 0,0 1-4 0,-2 1-4 16,-1 0-4-16,-2 0-17 0,1 0-5 0,-2 3-3 0,0-2-27 16,-1 1-15-16,1 2-11 0,1-1-103 0,-1 2-74 0,1 0-23 0,3 1-68 15</inkml:trace>
  <inkml:trace contextRef="#ctx0" brushRef="#br0" timeOffset="850.28">15481 901 624 0,'-1'-3'155'0,"-2"0"150"16,2 0-36-16,-1 2-45 0,1 0-52 0,0-2-70 0,1 3 28 0,-1-1-54 0,1 1 16 0,0 0-17 16,0 0-26-16,0 0-32 0,0 0 9 0,0 0-18 0,0 0 21 15,0 0-8-15,0 0-8 0,-3 3-3 0,3-1 9 16,-1-1-7-16,1 3 15 0,-1 0-1 0,1 0-8 15,-1 1-11-15,1 1 14 0,0 2-17 0,0 2 26 0,0 1-4 0,0 0-6 0,0 2-13 16,-1 2 24-16,1-1-23 0,-1 3 39 16,1 1-11-16,0-1-16 0,0 1-13 0,0-1 19 0,0 1-19 15,1 3 30-15,0-1-12 0,0 0-13 0,-1-1-5 0,1-4 0 16,2 1-1-16,0-5-1 0,0 2-1 0,1 0-4 0,-1-1-5 0,2 3 9 16,-2-4-7-16,0 2 10 0,1-2-1 0,-2 1-6 0,0-1-10 15,0-2 10-15,1 0-9 0,0-1 4 0,-1 0 0 0,2-1-10 0,-1 0-24 16,0-1 10-16,0 1-15 0,-2-2-2 0,0-1-10 15,1-1-13-15,-2 1-36 0,1-1 0 0,-1 1-10 0,0-2-48 0,0-1-19 16,-2 2-27-16,0-2-179 0,-3 1 234 0</inkml:trace>
  <inkml:trace contextRef="#ctx0" brushRef="#br0" timeOffset="1185.19">15165 1463 750 0,'-6'0'230'0,"3"0"-21"0,2 0-23 0,1 0-62 0,1 2 7 15,-2-2-24-15,0 1-35 0,1-1-23 0,0 0 14 16,0 1-22-16,2-1 30 0,2 2-11 0,0-2-14 0,-4 0-10 16,2 1 19-16,3-1-22 0,0 1 20 0,7 0-3 0,-1 1-12 0,4-1-18 15,4-1 22-15,-1 1-25 0,4-1 31 16,-2 2-7-16,0-2-17 0,2-2-10 0,-2 1 16 0,0-2-18 15,3 1 18-15,0 1-6 0,1-1-11 0,3 1-8 0,-2-2 2 16,0 1-5-16,3 1 9 0,-1-1-4 0,-1 0-4 0,-1 0-7 16,-9 1 3-16,-5 1-3 0,0-1 10 0,-4 1-1 0,5 0-1 0,1 0-14 15,-2 0 10-15,-2 0-8 0,0 0 13 0,-1 0-4 16,-2 1-9-16,2-1-28 0,-2 1 13 0,-2-1-15 0,-1 0 6 0,-3 0-8 16,1 0-11-16,-1 0-29 0,0 0-2 0,0-1-7 0,0 0-56 15,0 0-38-15,-1-3-38 0,-1-1-389 0,2 2 396 0</inkml:trace>
  <inkml:trace contextRef="#ctx0" brushRef="#br0" timeOffset="1445.31">15220 951 1554 0,'-2'-4'128'0,"2"1"27"16,0-1 11-16,3 0-29 0,4-1-39 0,3 1-48 16,3-2 20-16,-1 0-36 0,3 1 26 0,-1-1-11 0,1 2-18 0,5-4-19 15,-2 3 15-15,1 1-19 0,5-4 15 16,0 2-3-16,3 1-7 0,5-2-15 0,-1 3 9 0,1-1-11 0,0 0 16 16,0 2-3-16,-4 0-7 0,-6 1-6 0,-3 1-10 0,-4-2 2 15,1 3-56-15,4 0-28 0,-2 1-12 0,0 3-112 16,-4 0-129-16,0 1 64 0,3 3-167 0</inkml:trace>
  <inkml:trace contextRef="#ctx0" brushRef="#br0" timeOffset="2606.52">16260 918 644 0,'-3'-3'143'0,"-1"0"56"0,3 1-7 0,1-1-41 16,0 0-29-16,0 0-15 0,0 2-23 0,0-1-27 16,0-1 20-16,0 2-29 0,4-2 26 0,-3 2-5 0,-1 0-19 0,-1-1-6 15,1 1 20-15,0 0-25 0,1 1 24 0,-1-2-1 16,0 2-9-16,-1 0-22 0,1 0 23 0,-3 0-30 0,2 0 30 15,1 0-12-15,-2 0-19 0,1 0-8 0,-1 2 7 0,-1-1-9 16,3 3 8-16,-2 0-6 0,2 1-7 0,-1 0-2 16,0 1 7-16,1 1-5 0,0 2 15 0,0 1-6 0,0 0-3 15,0 3-7-15,-1 1 5 0,0 0-5 0,2 2 7 0,0 1-3 16,1 1-4-16,0 0-7 0,1 2 12 0,-2-1-10 0,0 1 14 16,1-1-5-16,0 2-7 0,0 1-5 0,-2 1 7 0,0-3-5 15,0-2 12-15,1-5-4 0,3 1-9 0,0-1-1 0,-1 2 4 0,-1-1-3 16,1-1 6-16,1-1-1 0,0-2-1 0,1 1-12 0,-3 1 11 15,-1-3-8-15,0-3 20 0,0-1-4 0,2-1-9 0,-2 1-12 16,0-2 13-16,-1-1-9 0,0 1 21 0,0-3-4 0,0 1-6 0,0-1 0 16,0 0 3-16,0 0-1 0,-1 0 7 0,0-1-2 0,-2-3-4 15,0 0-8-15,1-1 7 0,0-2-7 0,-2-2 8 0,2-2-2 16,-1 0-2-16,0 1-12 0,3-5 11 0,-2 1-10 0,1-2 15 16,-1-1-3-16,2 0-7 0,-1 1-5 0,0 0 7 0,-1-1-5 15,1 0 12-15,1-1-1 0,0 1-3 0,-1 1-10 0,-1-4 7 0,-1 3-6 16,-2-3 13-16,1 2-2 0,-1 2-4 0,2-2-5 0,-1 0 4 15,0 1-4-15,2 1 5 0,-1 4 0 0,1 1-1 0,1-1-10 16,1 3 10-16,-1 0-8 0,1 4 15 0,0-1-3 0,1 3-5 0,2 0-7 16,-2 1 4-16,2 1-4 0,-1 1 8 0,0 0-2 0,3 1-2 15,-1 3 2-15,2 1 1 0,-1 4 0 0,1 2 6 0,0 3-4 16,-1 2 0-16,3 2 0 0,1 1 3 0,1 1 0 0,1 1 4 16,2-1 0-16,-1 0-5 0,3 0-2 0,0-2 10 0,2-1-10 15,3-2 6-15,1 0-1 0,0-2-4 0,2 1-2 0,0-2 5 0,1-1-4 16,0 2 8-16,-1-1-2 0,-1-5-6 0,1 1-3 15,-2-4 4-15,-2 1-2 0,-8-1 7 0,-2 0-2 0,-2-1-2 0,0-1-6 16,2-1 7-16,1-1-4 0,0 0 9 0,-2-4 2 0,0 2-5 16,-3-3-4-16,0-3 9 0,-2 3-7 0,2-4 11 0,-4-1-4 15,0-3-6-15,-1-1-7 0,-2-2 8 0,0 0-5 0,-5-6 13 0,3-1-6 16,1-2-8-16,-1-1-2 0,-1-3 2 0,1 1 0 0,0 3 3 16,1 2-1-16,-1 1-4 0,2 5-7 0,-1 2 8 0,1 5-5 15,-3 1 13-15,2 2-1 0,-1 3-6 0,2-1-16 0,-1 1 10 16,-2 3-9-16,-1 0 9 0,0 1-6 0,-1 0-10 0,3 0-21 0,-3 0-2 15,8 0-7-15,0 2-38 0,1-2-20 0,3 2-21 0,-6-1-37 16,4 0-60-16,-3 3 7 0,4 0-421 0,3 4 394 0,0 2-85 0</inkml:trace>
  <inkml:trace contextRef="#ctx0" brushRef="#br0" timeOffset="3234.59">17132 882 1418 0,'0'-7'141'0,"-2"0"62"16,0 1 23-16,2 2-39 0,0 3-42 0,0-2-75 16,2 3 13-16,1 0-42 0,0 4-12 0,3 4-3 0,-2-1-13 0,2 3 5 15,-6 1 12-15,-1 2-11 0,-1 2 24 0,1 2-8 16,2-1-8-16,2 5-7 0,-1 0 4 0,-1 2-6 0,-1 7 0 15,0-3-1-15,-3 2-5 0,-1-2-13 0,5-4 12 0,-2-2-13 16,4 2 19-16,0-3-3 0,-3-1-9 0,3 1-7 16,-6-5 10-16,-2 0-10 0,7-1 16 0,-2 0-3 0,3-2-7 0,4 0-10 15,-4-1 12-15,5-1-11 0,5-3 21 0,-1-1-4 16,1-3-7-16,6 2-1 0,-2-3 0 0,1 0 1 0,0-2 4 16,-3-2 0-16,-1 1-2 0,1-1-8 0,-2-1 4 0,2 2-4 15,-2-1 6-15,1 0-2 0,-2-1-3 0,-1 2-13 0,0-2 2 0,-3 3-6 16,0-1-11-16,-2-1-7 0,1-1-8 0,-2 0-30 0,0 1 4 15,-2-1-9-15,-1 1-18 0,0 0-7 0,-1-1-14 0,-1 0-48 16,-1-1-16-16,-1-1-8 0,-1 3-130 0,-3-2-56 0,1 1-60 0</inkml:trace>
  <inkml:trace contextRef="#ctx0" brushRef="#br0" timeOffset="3438.64">17182 1156 704 0,'-4'0'271'0,"1"0"-1"0,0 0-37 0,2 0-59 16,2-2 4-16,1 0-41 0,4 1-46 0,-1-2-59 0,4 3 1 16,0-1-21-16,5-1 0 0,2-1-3 0,-1 1-1 0,2 0-10 15,-1-2 4-15,-3 2-5 0,3-1 12 0,-1-2 0 0,-3 3-2 16,0-1-13-16,1-3 9 0,-2 3-12 0,1-2 15 16,-2 1-6-16,-2 2-8 0,0-2-50 0,-3 1-14 0,-1-1-3 15,-2 0-83-15,-2 2-40 0,0-2-11 0,-1 0-309 0,-3-1 291 16</inkml:trace>
  <inkml:trace contextRef="#ctx0" brushRef="#br0" timeOffset="3599.67">17143 889 1028 0,'-1'-3'129'0,"1"0"13"0,-5-2 115 0,2 2-42 0,3-3-46 16,0 3-57-16,3-4 20 0,3 5-46 0,2-5 6 0,-5 2-21 15,4 0-22-15,-1 2-30 0,2 0 0 0,6 0-11 0,3 0-1 16,1-3-3-16,0 2 0 0,2-1-14 0,-3 0 5 15,-1 0-6-15,1-2-13 0,-2 2-33 0,-2 1-21 0,3 1-96 16,-2 1-104-16,0 2 51 0,-1 2-133 0</inkml:trace>
  <inkml:trace contextRef="#ctx0" brushRef="#br0" timeOffset="4169.68">16828 1864 1192 0,'0'0'53'0,"1"0"22"0,2-2 35 0,-1 0-39 0,1-3 54 16,1 1-23-16,0-5-11 0,2 0-42 0,1-1 12 15,-1-3-22-15,3-2 20 0,1 1-11 0,-1-3-13 0,3-3-18 16,-1 1 17-16,0-1-19 0,1-1 17 0,0 3-3 0,-2-3-10 16,-1-1 2-16,-1-2 3 0,-2 1-4 0,1-4 4 15,-4 0-3-15,2-1-3 0,-2-5-12 0,0 2 4 0,-2 0-7 0,0-3 3 16,-1-1 1-16,0-1-3 0,0-8-12 15,-2-2 8-15,-1-2-10 0,2-8 19 0,0 5-7 0,1 2-4 0,-1 0-7 16,-4 7 8-16,0 0-4 0,-2-3 12 0,-2 2-7 0,-1-1-10 16,-4-1-5-16,0 3 10 0,-3 4-7 0,-1 3 15 0,0 6 1 15,0 2-2-15,0 4-12 0,-1 2 10 0,-1 3-9 0,-3 2 16 16,-1 1-3-16,-4 4-5 0,-2-1-12 0,-2 1 11 0,4 2-9 0,-3 0 17 16,-1 1-4-16,-1 4-4 0,-1 1-9 0,-1 3 4 0,2 3-2 15,2 6 8-15,-1-1 1 0,2 2-2 0,0 3-7 0,-2 1 4 16,0 4-4-16,-1 3 10 0,4 0 0 0,3 8-1 0,5 6-8 15,-1 6 8-15,1 3-8 0,-1 5 9 0,-1-3 2 0,5 2-5 0,2 3-3 16,5-3 12-16,4-1-7 0,5 3 18 0,3 1-6 0,5 4-6 0,4 3-4 16,4-2 10-16,4-1-4 0,5-3 12 0,6-9-7 15,4-4-11-15,1-9-3 0,3-3 7 0,2 0-4 0,1-1 10 0,6-2 0 16,2 2-7-16,1-1-16 0,5-3 13 0,1 1-14 0,-1-5 4 16,-7-3-26-16,0 1-21 0,-3-1-136 0,-7 2 4 0,1-3-56 15,-5 2 35-15</inkml:trace>
  <inkml:trace contextRef="#ctx1" brushRef="#br0">12299 9019 0,'0'0'15,"0"0"-15,0 0 16,0 0-16,0 0 16,0 0-16,0 0 0,115-83 15,-81 58 1,-5 0-16,-5 6 16,-7 2-16,-5 8 0,-2 6 15,-4-1 1,-3 2-16,-1 4 0,-2-2 15,0 0-15,0 0 16,0 0 0,0 0-16,0 0 15,0 0 1,0 0-16,0 0 16,0 0-1,0 0-15,0 0 16,0 0-1,0 0-15,0 0 16,0 0-16,-85 185 16,72-156-1,0-3-15,3-4 16,2-1 0,3-7-16,-1 0 15,1-3-15,-1 1 16,-1 2-1,-1-3-15,0 0 16</inkml:trace>
  <inkml:trace contextRef="#ctx0" brushRef="#br0" timeOffset="18699.3">8478 10991 217 0,'-5'0'539'0,"1"0"-245"15,0 1 363-15,0-1-373 0,1-1-112 0,2-2-47 0,0 2-47 16,1 0-18-16,1-2-34 0,2 1-12 0,3-1 12 0,2-1-15 15,1 3 12-15,1-1-1 0,1 2-6 0,4 0-7 0,-2 2 18 16,2 2-18-16,0-2 32 0,-1 4 0 16,2-1-8-16,-1 0-11 0,0 0 17 0,0-2-20 0,0-2 18 0,-2 3-7 15,0-2-13-15,-2 6-18 0,-4 0 14 0,-2-2-17 0,-1 2 20 16,-2-5-6-16,4 5-8 0,2-3-11 0,-3 2 2 0,3 0-4 16,-2 0-1-16,-2-3-10 0,2-2-9 0,0-1-42 0,0 2 2 15,1 0-8-15,0-3-30 0,1-2-22 0,-3-2-22 0,1-3-162 16,1 0-104-16,-3-3-19 0</inkml:trace>
  <inkml:trace contextRef="#ctx0" brushRef="#br0" timeOffset="18904.16">8809 10653 1178 0,'-5'4'269'0,"1"2"70"0,0 2-148 0,2 3-14 15,-1 2-41-15,2 3-46 0,1 3-35 0,0-1 22 16,4 1-28-16,-3 1 35 0,1 0-10 0,1-1-21 0,-3 3-18 15,0-1 26-15,0 6-30 0,-2 3 31 0,1-1-13 16,-2-1-15-16,-1 6-20 0,2-6 13 0,0 0-16 0,2 5 13 0,0-7-10 16,0-3-11-16,3-1-8 0,-1-6-1 0,2 0-1 0,3 0-9 15,-2-2-11-15,1 0-9 0,2 1-33 0,-2-1-21 16,3 1 12-16,1 0-97 0,-1-1-62 0,-1 3-15 0,2 1-455 16,3-6 405-16</inkml:trace>
  <inkml:trace contextRef="#ctx1" brushRef="#br0" timeOffset="1183.75">21229 17248 0,'0'0'0,"0"0"0,0 0 31,0 0-15,59 96-16,-22-72 0,30 9 15,-9-6-15,-13-8 16,-17-6-1,-6 1-15,-9-4 16,-3-2-16,-2-4 16,-3-3-1,0 1-15,-2 1 16,1-2 0,-2 1-16,-1-2 15,0 1-15,-1 0 16,1 0-1,0 1-15,2-1 16,-1-1-16,1 1 16,2 1-1,0 0-15,3 2 16,1-2 0</inkml:trace>
  <inkml:trace contextRef="#ctx1" brushRef="#br0" timeOffset="1435.27">21576 17604 0,'0'0'0</inkml:trace>
  <inkml:trace contextRef="#ctx0" brushRef="#br0" timeOffset="20584.11">17638 17221 1717 0,'8'0'-151'0,"-8"-2"289"0,0 0-50 0,-2-1-58 0,2-1-8 0,-3-1 17 0,2 1-2 15,-1 3 50-15,0-1-5 0,1 3-4 0,-2 0-10 0,-1 0 7 0,-1 3-8 16,-1 1-2-16,0 1-6 0,-1 0-6 0,-1 4-16 0,1 2 18 15,-4 0-12-15,4 5 26 0,-4 0-13 0,0 2-14 16,0 0-16-16,0 2 8 0,-2 3-8 0,0-2 2 0,1 3-8 0,-2 0-8 16,-2 0-10-16,1 0 3 0,-1 0-3 0,-1 1 6 0,0-4-2 15,-1 2-3-15,1 2-5 0,0-2 1 0,1 3-3 0,-2 1 0 16,2 1-1-16,0 2-2 0,0-1-1 0,-1-1 4 0,0-2-3 0,0-2-2 16,2-1 0-16,2-5-2 0,2 0-12 0,-1-4 6 0,5 1-6 15,-2-5-1-15,3-1-6 0,6-1-8 0,0-1-39 0,1-3-1 16,-1-1-13-16,-1-3-60 0,-3-1-12 0,0-1-26 0,3-4-162 0,-2-3-96 15,0-3-31-15</inkml:trace>
  <inkml:trace contextRef="#ctx0" brushRef="#br0" timeOffset="20824.25">17139 17314 1031 0,'-2'1'291'0,"2"1"63"0,0-2-189 0,-1 1-54 15,1 0-18-15,0 1-12 0,1 1-13 0,0-1 10 0,0 1-8 16,2 4 16-16,-1 1-9 0,0 4-9 0,3 2-17 0,-7 3 7 16,2 1-10-16,2 0 2 0,1 0-5 0,7 2-6 0,2 5-23 15,5 2 7-15,6 1-8 0,0 1 27 0,4-1 2 0,-1 0 4 0,0 2-19 16,2-1 8-16,0 2-11 0,2 1-9 0,-2-5-5 0,2-4-11 16,2 1-21-16,1-4-2 0,2-1-4 0,-3-3 12 0,-3-4 0 15,-7-2 7-15,-1 0-49 0,0-1 5 0,1-1-16 0,2-2-22 16,-3-2-14-16,-2-1-18 0,-4-2-148 0,0 0-124 0,1-1-15 15</inkml:trace>
  <inkml:trace contextRef="#ctx0" brushRef="#br0" timeOffset="56548.06">20130 10716 387 0,'-10'-2'40'0,"-2"0"71"0,9 2-102 0,0 0 7 16,2 0-8-16,-1 0 6 0,-2 0 1 0,-2 1-7 0,1 0-3 15,0-1 20-15,0 2-16 0,0-2 15 0,2 0-10 0,-1 0-14 16,3 0 4-16,-1 0 0 0,-1-2 4 0,0 2 7 0,2-2-5 15,-1-1-3-15,2 1-22 0,0-1 20 0,0-2-15 0,0 3 40 0,0-2-6 16,0 0-7-16,0 1 14 0,0-1-4 0,1 1 9 0,0 0 9 16,0 0 0-16,-1 1 1 0,2-1-10 0,1 1 19 0,1-2-15 15,0 1 20-15,0 1-7 0,0-2-10 0,1 1-14 0,3 3 7 16,0-1-8-16,1 1 10 0,-1 0-3 0,-5 0-5 0,3 1-28 16,-2 2 12-16,4 1-14 0,7 0 19 0,-1 1-3 15,1-3-2-15,1 2-13 0,-2-1 10 0,-1-1-7 0,-1 0 17 0,-2-1-1 0,-1 0-8 16,2 0-12-16,1-1 8 0,-1 0-9 0,1 0 6 0,-1-1-3 15,3 1-2-15,-1-1 0 0,2 0 1 0,-1 1 3 0,1-3 4 16,0 0-4-16,0-2-3 0,0 2-13 0,0-3 9 0,-2 4-9 16,-2-2 12-16,1 1-6 0,-3 1-8 0,-1-1-5 0,0 1-4 0,0 0 4 15,0 0-8-15,-1 1-1 0,0-1-4 0,-3 1-35 16,-1 0 4-16,3 1-15 0,-1-1-33 0,0 1-14 0,1 0-18 0,-2 0-63 16,0 0-20-16,0 0-11 0</inkml:trace>
  <inkml:trace contextRef="#ctx0" brushRef="#br0" timeOffset="57096.25">20199 11469 877 0,'-15'-2'-291'0,"10"0"482"0,2-1-59 0,1-1-109 0,2 2 5 0,1-1-4 0,2 1 4 0,2-1-12 0,2 0-1 16,2 1-6-16,2-4-3 0,0-3 20 0,-2 0-15 0,0-2 18 0,0 2-6 15,1 0-8-15,0 0-15 0,0 3 10 0,1 1-7 0,0-1 17 16,1-1-6-16,0 2-10 0,0-1-6 0,1-1 14 16,-1 3-10-16,0-1 22 0,0 1-7 0,0 1-6 0,2-3-9 0,-1 1 6 15,-1 1-2-15,1 2 13 0,-3-2-2 0,1 2-7 0,-1-1-20 16,0 0 20-16,0 1-17 0,-2 1 30 0,1-3-5 0,0 1-9 0,-2 1-6 16,2-2 4-16,0 1-2 0,-1 1 8 0,0 0-5 0,-3 0-8 15,0-1-12-15,-1 2 17 0,1 1-12 0,-1 0 22 0,1 1-5 16,-1 2-10-16,0-1-1 0,0 1-2 0,-4-1 2 0,-1 4-4 15,-1-3-2-15,1 3-7 0,2 0-45 0,1-1 0 0,-1 3-20 0,0-1-67 16,-1 0-17-16,2-3-26 0</inkml:trace>
  <inkml:trace contextRef="#ctx0" brushRef="#br0" timeOffset="58378.76">19846 10100 82 0,'-5'0'-50'0,"2"-1"124"0,1 1-16 16,-1-2-7-16,0 2 6 0,2 0-8 0,-1-1 11 0,0 1 0 0,2 0 0 16,-1 0-2-16,1 0-10 0,0 0 17 0,0 0-18 0,0-1-2 15,1 0-8-15,1-2-11 0,-1-2 2 0,2 2-1 0,0-4 4 16,1 0-5-16,1 1-4 0,0-2-10 0,2 0-12 0,-1 2 5 16,3-2-6-16,0 2 3 0,1 0-2 0,1-2 0 0,-1 0-9 15,1 2 5-15,-1-1-2 0,2 4 16 0,1-1 0 0,1 1-5 0,2-1-6 16,0-3 4-16,-1-1-6 0,1-1-1 0,-1 1 0 0,1 1 0 15,0-1 4-15,1 2-5 0,-6 0 5 0,0 0-1 0,-2 1-3 16,0 0 1-16,4 2-7 0,0-1 10 0,0 1-8 0,1-1 3 16,0-1-7-16,-2 1-10 0,1-1-50 0,-2 0 7 0,-1-1-16 0,1 0-17 15,-1 1-13-15,-1 0-25 0</inkml:trace>
  <inkml:trace contextRef="#ctx0" brushRef="#br0" timeOffset="59032.09">20359 12271 1191 0,'-26'8'-755'0,"11"-9"1201"0,3-4-157 0,1-1-302 0,2 4 0 0,3-2 14 0,3 1-8 0,1 0 18 16,2-1-7-16,1 0-8 0,1-1 4 0,2 0 2 0,2-2 4 15,0 0 5-15,3-1 2 0,1 0-4 0,2-1-12 0,3-1 22 16,0 0-19-16,2 0 28 0,2 1-14 0,3 0-14 0,0-2 0 15,2 2-10-15,-2 3 10 0,3 0-22 0,-1 0 2 0,0-1-5 16,1 0-9-16,-5 1 8 0,-1-2-9 0,3 1 3 0,1 2-10 16,3-1-11-16,3 0 23 0,-3 0-3 0,0 0 15 15,0-2 16-15,-3 0 2 0,3 1 0 0,0-3-30 16,1 0 28-16,-1-2-28 0,-2 2 24 0,-2 1-20 0,-1 2-16 0,-2-2-46 0,-1 3-30 0,0 1 12 16,-1 0 28-16</inkml:trace>
  <inkml:trace contextRef="#ctx0" brushRef="#br0" timeOffset="199931.89">3363 9325 256 0,'0'-16'13'0,"0"11"192"0,0 0-70 0,0 3 15 15,2-2-108-15,1 2 15 0,0-1-17 0,2 1-3 0,0-2-3 16,1 3-16-16,1-3-26 0,-1 1 31 0,1 1-29 0,-3 2 33 15,0-3 2-15,-2 2-8 0,0-2 0 0,1 2 20 0,-1 0-12 16,-1-1 29-16,1 2-6 0,0-1-15 0,1 0-6 0,0-2 9 0,-1 2-10 16,2 1-1-16,0-1-3 0,1 1-5 0,1 0-9 0,1 0 3 15,0 1-4-15,1 0 12 0,0 2-6 0,-1-1-1 0,2 1-18 16,3 1 16-16,-2 0-13 0,0-1 33 0,0 3-2 0,0-4-4 0,1 2-16 16,1 0 9-16,0 0-9 0,3 0 17 0,-2-2-4 15,4 1-5-15,1-1-2 0,4-2 7 0,3 0-5 0,0-2 8 16,-4-2-8-16,0 1-7 0,6-2-8 0,2 0 8 0,7-1-5 0,-1-1 7 15,-2 2 1-15,2-3-9 0,-1 2-10 0,3 1 18 0,3 0-15 16,-2 1 20-16,1 0-7 0,2 2-13 0,-3-2 3 0,2 1 1 0,0 1 4 16,-1-2 10-16,2 0-6 0,0 1-1 0,-1-1-13 0,2 2 8 15,1-1-6-15,0 1 12 0,1-1-7 0,1 1-6 0,-2 0-4 16,0 0 6-16,-1-2 0 0,-3 0 12 0,4-1-4 0,-4 1-8 0,4-2-15 16,1 2 17-16,0-1-13 0,3 0 27 0,-1 0-6 0,0 1-11 15,-1-1-5-15,0 1 8 0,-3-3-5 0,2 0 12 0,0 0-1 16,0 1-4-16,2-1-6 0,2 4 4 0,0-2-5 0,2 1 5 15,-3-1-3-15,-4 1-1 0,1-1 6 0,0-1-4 0,-1 3 6 16,1-1-3-16,-4 0-4 0,1 1 4 0,1 3-18 0,2-1 12 16,1 0-8-16,1 1 26 0,-8-1-1 0,1-1-9 0,2 0-1 0,-3 0 6 15,5-1-6-15,-2 0 3 0,0 0 0 0,1 1-5 0,4-1-1 16,3 1 6-16,1 1-5 0,0-2 8 0,-3 0-6 0,0 0-6 0,1 0 1 16,2 0 6-16,-1 0-2 0,1 3 1 0,-2-2 1 15,2 2-5-15,4-1 2 0,-4 1 0 0,2 0-1 0,0 0 2 0,-5 0-2 16,4 0 2-16,-2 0-9 0,-1 1 4 0,2 1-4 0,-2 1 13 15,2 0 0-15,-2 0-3 0,2-1-16 0,1 1 15 0,-2-2-14 16,0 0 20-16,-1 1 1 0,-1-2-8 0,6 1-9 0,3 0 7 16,2 0-6-16,0 1 11 0,-1-2-1 0,-2-2-5 0,1 0-9 0,4 1 10 15,-4-2-5-15,2 2 12 0,1 1-3 0,-2 0-5 0,2 1-7 16,0 0 9-16,-4 1-5 0,-1-1 6 0,-3 1 1 0,-1 3-5 0,4-1 4 16,0 0-1-16,-1 1 2 0,-2 0-5 0,-1 1-4 15,0-1 1-15,0 0 1 0,4-1 4 0,-2 1 0 0,-1-1 5 0,-1-1-1 16,5 0-6-16,3-2-3 0,3 1 6 0,-1-2-3 0,-2 0 9 15,-3 0-3-15,3-2-3 0,2 1-2 0,5 0 1 0,0-1 0 16,-1 0 0-16,1-2 1 0,-5 0-2 0,3-1-3 0,0-1 4 16,0 3-3-16,2 1 4 0,-7-2 2 0,4 1-3 0,3-1-7 15,-2 0 7-15,2-1-6 0,-3 4 15 0,-4-2-4 0,2 2-4 0,5-1-12 16,0-1 5-16,1 1-3 0,-3-1 18 0,-3 2-1 0,-1-2-5 16,4 3-11-16,1-1 10 0,-3 0-8 0,5-2 11 0,-4-1-1 15,-1 0-5-15,8-1-5 0,-4 3 6 0,1 0-4 0,3 2 10 16,-1-1-6-16,0 0-3 0,0-4 4 0,-1 2-2 0,0-2 5 15,-1 2-5-15,1 2 0 0,-3-1-2 0,7 0-7 0,-3 0 9 0,-3 0-4 16,2 2 9-16,-6 0 2 0,4 2-5 0,3 0-3 0,2 0 1 16,1-2-1-16,-3-2 4 0,-2 1-3 0,-2 0-1 0,6 1-9 15,1-2 10-15,0 2-4 0,0 0 17 0,-4-2-4 0,-2 1-10 0,2-2-5 16,2 3 6-16,1 0-5 0,0 0 9 0,1 0-1 0,-2 0-1 16,2-1-7-16,1 1 6 0,-2 0-4 0,3 1 7 0,-4 0 1 15,5 1-1-15,0-1-18 0,-2 0 13 0,1 0-13 0,-2 1 28 16,-1 2-4-16,0-2-3 0,9-1-17 0,-6 1 12 0,-1-1-9 15,0 2 17-15,-5-1-3 0,3-1-4 0,3 3-7 0,0 0-3 0,-3-1-5 16,0-3 23-16,-3 1-3 0,1 0-5 0,5 2-3 0,1 1 0 16,1-4-2-16,-2 3 0 0,-3 1 2 0,69 7-8 15,-140-11 10-15,153 10-10 0,-75-5 17 0,-6-3-1 0,-3 2-3 16,3 1-8-16,2-1 3 0,1 1-3 0,1-2 7 0,-2 1-2 16,-3-2-2-16,3 2-4 0,0 1 3 0,2 0-3 0,3 1 10 0,-2-1-1 15,-1-2-4-15,-1 3-10 0,0-1 1 0,3 2 7 0,4 2 8 16,0-2 2-16,1-1-15 0,1 1 0 0,-6-1 6 0,2 0-3 15,0 2 11-15,-1-2-4 0,4 1-4 0,-1-2 0 0,-4 1-2 0,0 1 2 16,1 0 3-16,-1 0 0 0,2 1 2 0,2-1-11 16,-3 1 9-16,-2 1-8 0,4 0 15 0,-2 0-1 0,4 0-4 0,2 0-3 15,-2 0 1-15,0 0-1 0,5 0 3 0,-3-2-3 0,4 2-2 0,3-1-7 16,-4 0 8-16,2-1-4 0,1 1 11 0,-1-3-2 0,1 1-5 16,6 0-12-16,-4-3 13 0,2 3-10 0,0-1 18 0,-1 0-1 15,-1-1-9-15,-2 1-10 0,0-1 12 0,-1 1-9 0,3-1 15 16,-1 1-2-16,-2-3-6 0,0 1 6 0,0 1-3 0,0 0 3 15,3-3-7-15,-4 1-1 0,-5 1 1 0,2-2-5 0,1 0 9 16,3 2-6-16,4-2 13 0,-6-1-1 0,-5-1-6 0,4 1-10 16,0-3 7-16,2 3-8 0,3-2 12 0,-9-2 0 0,-3 2-4 0,7-2-9 15,-1 1 14-15,4 1-10 0,-2-1 11 0,-6-1 2 0,-4 2-8 16,5-2-8-16,-1 1 11 0,3 1-9 0,0 2 9 0,-7 0 2 16,-4 0-5-16,3 0-2 0,0 1 3 0,1 1-2 0,2 1-2 15,-7 0 3-15,-5-1 0 0,-2 1-9 0,-2 1 9 0,1-2-6 0,0 2 13 16,-2-1-3-16,1 0-4 0,-2 1-6 0,-3-1 6 0,-5 2-2 15,-4-1 5-15,-1 1 0 0,1-3-5 0,5 4-7 0,-3-4 15 16,2 1-10-16,0-1 12 0,-7-1 0 0,2 3-8 0,-4-2-5 16,-4 1 8-16,2-3-4 0,-2 3 10 0,3 0-3 0,0-3-6 0,-1 3-10 15,-2-3 11-15,-4 0-6 0,-2 3 15 0,-3 0-3 0,-2-1-9 16,0 1-6-16,-5 0 6 0,-3-1-5 0,-3 2-1 0,-2-1-6 16,-4 1-7-16,0 1-29 0,-1-1-8 0,-5 3-5 0,0-1-67 15,-3 0-24-15,-2 2-28 0,0 2-130 0,-4 2-131 0,-8 3-1 0</inkml:trace>
  <inkml:trace contextRef="#ctx0" brushRef="#br0" timeOffset="-211864.69">25419 10798 262 0,'0'-2'26'0,"0"1"9"0,0 0 12 0,1 1 12 15,0-1-11-15,0 1 13 0,-1 0-5 0,2 0-2 0,-2 0 3 16,0 0 6-16,2 0-1 0,-2 0 7 0,1 0-5 0,-1 0-6 0,0 1-9 15,2 1 11-15,-2 0-11 0,1 0 8 0,0 1-6 0,-1 1-10 16,2-2 8-16,0 2-5 0,0 0 6 0,0 2-6 0,1-2-1 16,1 3-2-16,0 0-9 0,0 0 9 0,0 0-12 0,-1 2 1 0,2 0-4 15,-1 1-4-15,3 2-9 0,-1 1 18 0,1 1-13 0,-2 1 20 16,0-3-4-16,-1 1-15 0,1-3-13 0,-2 5 25 0,3 3-20 16,-1 1 30-16,1 0-9 0,1-1-14 0,-4 2 1 0,0-1 0 15,1 0 0-15,-2 2-1 0,1-1-4 0,1 2-1 0,-1 5-9 0,-1 1 4 16,1 1-3-16,0 3 9 0,-2-2-4 0,2 3-4 15,0 2 2-15,-2-2 1 0,2 1 0 0,1 0 2 0,-6-2-3 0,5 2-1 16,-4-2-16-16,-2 0 9 0,7-1-7 0,-4 2 20 0,6-1-2 16,1 2-6-16,1 4-13 0,1 0 14 0,0 2-12 0,1-2 16 15,0 0 0-15,0-1-10 0,1 1-9 0,1 2 10 0,-1-3-8 0,-3 0 14 16,-1-1-1-16,-1 1-8 0,1 3-13 0,1 3 18 0,-1 3-11 16,-2 2 19-16,-1-1-1 0,-1 0-9 0,-2-2-9 0,1-2 11 15,-2-1-7-15,0-1 14 0,1 2-6 0,-1 0-10 0,0 3 6 16,0 1 1-16,-1 0 3 0,-1 1-1 0,1-2-1 0,-1-4-2 0,-1 0 0 15,0 1 0-15,1-1 0 0,-2 0 3 0,3 2-2 0,1-2 0 16,0 4-13-16,-1 1 10 0,1-1-9 0,-1 2 21 0,1-5-1 16,0-2-5-16,-1 0-11 0,1 0 8 0,1 0-7 0,1 3 15 15,1-1-4-15,0 5-4 0,-1 0 0 0,-1 2 1 0,0-1-1 16,-1-2-8-16,0-1 2 0,-1-1-6 0,-1-1 4 0,2-1 9 16,0 1-6-16,0 0 7 0,1 1 1 0,-1-1-2 0,1 1-7 0,-1-2 6 15,-1-2-5-15,0-2 4 0,0-2 4 0,0-3-4 0,1 2-2 16,0 1 4-16,1 0-4 0,0 0 6 0,1 1 0 0,-1 0-2 0,1-2-16 15,0 0 17-15,0-2-15 0,1-3 25 0,1-2-5 0,-1-2-8 16,2 0-13-16,-1-1 13 0,0-1-8 0,0 2 16 0,1-4 2 16,-1 2-8-16,2 2-5 0,-1-2 6 0,1 1-7 0,-2-2 6 15,1 0 0-15,-1 1-2 0,1-4-1 0,-1 0 0 0,2-1 0 16,1 0 3-16,1-1-4 0,-1-1-2 0,1-3-2 0,0-1 7 16,1-2-1-16,-1 1 11 0,2-5-1 0,-1 1-5 0,1 0-4 0,1-1 1 15,0-2-2-15,1 2 2 0,1-3 2 0,2 0-1 0,1 2-2 16,2-5 5-16,0 3-5 0,3-2 2 0,-1 0 3 0,-3-2-3 0,1-1-13 15,1 1 17-15,6-1-14 0,5 0 19 0,0-1 1 0,0 1-9 16,0 0-15-16,2 1 11 0,4-1-11 0,1 0 19 0,4-2 0 16,3-1-3-16,6-3-14 0,1 2 11 0,5-3-10 0,0 0 18 15,-2 0-4-15,7 0-6 0,-1 0-2 0,4 2 1 0,5 3 0 16,-5 0 10-16,3 1-5 0,-2 1-2 0,3-1-4 0,6-2 2 16,-2 2 1-16,4 0 18 0,-1-1-3 0,0 1-4 0,1-3-17 0,-3 2 17 15,0 0-13-15,1 2 26 0,-1 0-6 0,-3 4-11 0,5-1-12 16,-1-2 13-16,-1 0-8 0,1-1 28 0,-2-2-9 0,0 0-8 0,1 1-12 15,0-1 8-15,-5-1-8 0,-3 1 9 0,-3 0-2 16,-5 2-7-16,4 0-6 0,-2 3 9 0,-3-2-4 0,2 0 22 0,-7-1-6 16,-1 0-8-16,1 2-3 0,-3 1 1 0,-2 3 0 0,-1-1 1 15,-2 1-1-15,1 1 0 0,-1-4-10 0,4 2 13 0,0-2-8 16,-1 0 16-16,4-1-2 0,-7-1-12 0,2 1-4 16,-2 0 4-16,1 0-4 0,1 0 8 0,-1-1-4 0,-3-1-1 0,4 3-16 15,-5 1 8-15,1 0-7 0,0 1 22 0,-6-1-2 0,0-1-5 0,1 0-11 16,-1 0 12-16,2-2-9 0,-2 0 11 0,-2 0-3 0,0-1-8 15,-1 2-15-15,-9-2 7 0,-5 0-8 0,-1-2 6 0,-4 1 2 16,7 0-4-16,1 0-14 0,-3 1 8 0,-5 0-12 0,-3-2-35 16,-4 1-20-16,-2 1-29 0,-3 0-94 0,-1-1-57 0,0 1-9 0,-2 0 19 15</inkml:trace>
  <inkml:trace contextRef="#ctx0" brushRef="#br0" timeOffset="-209946.81">27537 8178 256 0,'-21'-7'13'0,"14"2"191"0,1 2-68 0,3-2 13 0,0 4-83 16,2-1 21-16,1 0-20 0,0 0-9 0,2 1-9 0,2 0-16 0,4 0-5 15,0-1 9-15,1 0-6 0,2-1 25 0,-1 2-6 0,2 0-5 0,-4-2-18 16,2-1 14-16,4 3-11 0,1-2 19 0,11 2-11 0,1 0-11 15,4-2-3-15,-1 3 3 0,1 0 0 0,4 0 3 0,1 0 2 16,2-1-6-16,7 1-9 0,2 0 10 0,3 3-13 0,-3 0-2 16,3 2-4-16,1-2-4 0,5 0-3 0,7-3 12 0,0-2-8 0,2 1 14 15,3 0-3-15,-1 1-9 0,6 0-5 0,1 0 8 0,1 1-8 16,5 0 14-16,-4 2 5 0,5 1 0 0,7 0-9 0,0 1 9 16,3 0-8-16,0 0 28 0,-2-1-11 0,2 3-1 0,3-3-12 15,2 1 0-15,-2 1 0 0,3 0 1 0,-5 2 0 0,2-3 0 0,5-1-16 16,2-2 12-16,0 2-9 0,3-3 12 0,-5 1-1 0,1-2-9 15,3-2-7-15,1 1 5 0,0 0-4 0,1-2 6 0,-5 1 0 16,-4 0-3-16,105 2-12 0,-202 0 12 0,199 2-13 16,-110 1 14-16,-1 0-1 0,4 0-11 0,0-3 7 0,-1 0-5 0,-5 0 7 15,-10 0 2-15,-2 0-6 0,-1 2-15 0,-4-1 4 0,-2 1-9 16,-9-1-3-16,-8 0-4 0,-6-1-6 0,-4 2-24 0,-6-2-5 16,-6 1-6-16,-5-1-46 0,-7 0-32 0,-4 0-27 0,-4-1-85 15,-3-1-81-15,-5 2 7 0</inkml:trace>
  <inkml:trace contextRef="#ctx0" brushRef="#br0" timeOffset="-209247.82">29383 8656 811 0,'-1'-1'32'0,"1"1"-46"0,1 0 58 0,1 0-4 0,1 1-9 0,2 0 4 15,0 0 29-15,2 2-20 0,0 1 30 0,1 0-9 0,0 1-14 16,3-1 9-16,-1 2 1 0,2-2 4 0,2 2 0 0,0-1-4 16,1 0-8-16,3 1-30 0,-1-1 22 0,-5 0-24 15,2 0 23-15,1 0-8 0,2-1-10 0,8 2-7 0,1-1 1 16,1 3-3-16,-3 1-8 0,0 3-1 0,0-1-5 0,0-1-9 0,1 2 14 0,1-2-11 16,-1-1 13-16,-3 0-3 0,-2 0-10 0,2 0 4 0,-2 3-2 15,-1-1 2-15,-1 1 2 0,-2-1 0 0,0 1 0 0,-2-2-9 0,-1 0 4 16,-1 0-7-16,-5 1 3 0,-2-1-4 0,-3 3-5 0,0-2-2 15,2-1-4-15,1-2 4 0,1-2-9 0,1 2-10 0,-3 0-11 0,4 2 29 16,-2-4-19-16,0 1 15 0,1-5-84 0,0 1-12 0,2 1-16 16,1-3-41-16,-1-1-10 0,1-2-4 0,-1-4-52 0,-1 0 138 15,5 3-13-15</inkml:trace>
  <inkml:trace contextRef="#ctx0" brushRef="#br0" timeOffset="-208957.45">30267 8664 998 0,'-11'-12'-490'0,"7"9"788"0,1 1-99 0,-2 1-192 0,2 1 1 15,-1 1 10-15,1 1-8 0,0 2 16 0,-2 1-3 0,1 2 1 16,-1-1-5-16,0 2 15 0,-1 1-6 0,-2 1 32 0,0 0 3 16,-1 2-7-16,-3 1-18 0,1 2 26 0,-4 0-27 0,-1 5 23 15,2-1-9-15,-2 0-12 0,2 1-17 0,1 2 8 0,1 1-9 16,0 0 0-16,6 0-1 0,0 6-10 0,-3-3-9 0,0 3 13 0,-5-4-13 15,-2-3 11-15,5-3-2 0,-2-1-3 0,1 3-14 0,-2-4 8 16,1 3-7-16,-1 1 14 0,3 0 0 0,0 1-7 0,-1-1-9 0,2 0 13 16,-1-2-12-16,0 2 15 0,1-1-6 0,0 1-6 0,-1 3-15 15,1 0 12-15,0-1-8 0,1-1 18 0,3-4-21 0,1-1-18 16,2-3-66-16,1-1 5 0,1 2-17 0,1 0-55 0,0 2-14 16,1 0-43-16,1-6 26 0,1-1-27 0,4 1 12 0</inkml:trace>
  <inkml:trace contextRef="#ctx0" brushRef="#br0" timeOffset="-206510.72">28140 8012 348 0,'-1'-7'52'0,"1"0"69"0,-2 0-95 0,2-2-17 0,2 3 0 0,0 1 21 16,0-1 2-16,1 0-4 0,1 0-19 0,-1-2 21 0,1-1-21 15,-2 0 25-15,1 0-3 0,1 0-3 0,-2-1-8 0,1-1 11 0,-1-1-8 16,1 1 22-16,-1 0-6 0,1-1-6 0,2-2-21 0,0-1 16 16,1 0-16-16,1 0 14 0,1 2-5 0,-1-2-10 15,1 0-14-15,2 1 4 0,0-2-3 0,2-1 14 0,-2-1-3 0,2-1-7 16,2-2-12-16,1-2 15 0,1-1-12 0,-1 0 16 0,0 5-5 16,0-4-7-16,2-1 1 0,1-1-2 0,0-3 5 0,0 2 7 15,-1 4-4-15,3-2-4 0,-1 2-17 0,2-2 20 0,3 2-16 16,-10-2 27-16,0 3-7 0,0 3-9 0,2-2-5 15,6-2 7-15,0 0-2 0,-2-3 12 0,-2-2 2 0,-1 0-9 0,-1-1-16 0,-1 4 23 16,1 2-22-16,1 1 20 0,0 3 1 0,1-2-9 0,1 2-13 16,1 0 18-16,-1 0-13 0,1 0 21 0,-2 2 2 0,2-2-14 15,0 4-4-15,2-1 14 0,0 3-14 0,1-1 6 0,-3 1 0 0,2 2-3 16,-7 0 0-16,1 1-2 0,1 0 2 0,1 0 2 0,3 1 1 16,1 1-2-16,0-2-2 0,-3 1 6 0,0 2-5 0,-1-2 6 0,-2 2 1 15,0-1-1-15,-1 2 4 0,0 0-5 0,1 1 5 0,-1 1 1 16,0 1 1-16,1-2 1 0,-2 0-5 0,1 0 6 0,-1 3-4 15,1-1 8-15,0 0-4 0,-1-2-1 0,1 4 1 0,1-2 1 16,0 1 3-16,2-1 8 0,-1 1-1 0,-1 0-1 0,-6 1-23 16,0-2 16-16,1 2-16 0,2 3 20 0,4-2-8 0,-1 3-7 15,1-1-4-15,0 2 0 0,-1-1 1 0,-3 1 3 0,0-1 2 0,-1 1-2 16,0-1-2-16,-1 2 10 0,-1-1-9 0,-1 2 4 0,0-1 0 16,-2 0-1-16,1 1-7 0,0 0 8 0,1-1-5 0,0 1 13 15,-1 0 1-15,0 0-7 0,0 2-9 0,0-1 10 0,-2 0-12 16,1 1 6-16,0-2 0 0,-2 2-1 0,0 0 0 0,1 1-4 0,-3 1 4 15,1-1 3-15,1 1 1 0,-2 0 3 0,2 1-16 0,-2 3 16 16,0-3-12-16,2 2 24 0,-2-1-7 0,2 0-10 0,0 0-11 16,0 0 13-16,-1-1-9 0,1 3 14 0,-2-3-1 0,2 2-12 0,0 2 2 15,0 0 6-15,0-4-6 0,1-1 4 0,-3 1-4 16,2 1-2-16,-1 3 6 0,1 0 0 0,2-2 3 0,1 1 3 0,-1-3-3 16,2 1 0-16,-2-1-16 0,1-1 18 0,0-1-14 0,0 0 21 15,0-2-1-15,-5 1-8 0,-1-2-9 0,3 2 6 0,0-1-5 16,5 1 13-16,3-1-1 0,-3 1-6 0,4-2-3 0,3 1 9 0,1-2-8 15,0 1 7-15,-1-2-2 0,-2 1 2 0,2-3-19 0,-1 3 9 16,0-2-7-16,1 3 17 0,-1-1-1 0,-1-2-10 0,3 0-2 16,1-2 5-16,-1-1-5 0,0-1 4 0,-2 2-2 0,0-2-2 15,-2-2-2-15,2 1 7 0,-1-1-4 0,-1-2 12 0,2 0-2 16,-1-1-8-16,3 0-4 0,-2-2 3 0,0 0-3 0,-2-2 4 0,-6 1-3 16,2-1-3-16,0 0 3 0,2 1-2 0,7-2 4 0,0 1 6 15,-1 0-4-15,-1-1 1 0,-2 0-16 0,-2-1 11 0,1 1-8 16,0-3 18-16,0 1-3 0,0-1-7 0,3-4-7 0,-1-2 8 0,0-1-5 15,-2-4 10-15,2 3-1 0,0 0-5 0,0-3-6 0,1 1 6 16,0-1-5-16,2-2 4 0,0 0 3 0,2-2-3 0,2 0-13 16,1 1 15-16,-1 1-13 0,-1 2 17 0,-3 2-2 0,3 3-8 15,5-3-5-15,5-1 8 0,-1 0-5 0,-1-2 5 0,-3-3-3 16,-1-1-6-16,1-1-3 0,-1 3-3 0,1 0 3 0,-1 1 10 0,-2 3-5 16,2-4 5-16,1 0-15 0,0 2 11 0,0-1-8 0,0 1 15 15,-1 0 1-15,2 2-3 0,1 2-13 0,1-2 11 0,0-1-10 16,-1 0 13-16,-2 0 2 0,1-3-8 0,2-1-12 0,-1 1 23 15,2 1-17-15,-3 3 20 0,0 1-1 0,0 1-12 0,3-1-10 0,2 1 13 16,-3 5-10-16,3 0 19 0,-4 4-1 0,-3 1-5 0,2 2-4 16,-3 0 5-16,-3 2-3 0,0 0 5 0,-2 4-1 0,-1-1-4 15,-1 0 5-15,0 3-1 0,0 1 3 0,-3 0 0 0,1 1-1 16,-1 1-1-16,0 4-9 0,-1-3 8 0,-1 4-7 0,0 0 14 16,-1 1-1-16,0 0-7 0,0 3-4 0,-2 0 6 0,0 3-4 15,0 1 8-15,0 0-2 0,0 3-5 0,0 0-10 0,0 3 14 0,-1 1-11 16,1 1 17-16,-2-2-3 0,-1 1-7 0,1 5 6 0,1 0 1 15,0 2 4-15,1-1-1 0,0 1-2 0,0 0-7 0,1 7-12 16,1 4 15-16,-2 1-12 0,-1 1 19 0,0-2 1 0,2 0-6 0,0 3-9 16,1 0 8-16,1-1-9 0,-2-2 5 0,0-1 4 0,2-4-5 15,0 3-5-15,1 4 12 0,1 1-11 0,2 6 11 0,1 1-5 16,1 1-6-16,-2 3 0 0,1-3 7 0,0-4-1 0,1-2 15 16,-1-2-7-16,3-1-7 0,4 4-7 0,-1 1 4 0,-1-1-3 0,-1 0 7 15,-4-3-2-15,1-2-3 0,1 0-9 0,-2-6 11 0,0-1-6 16,-2-2 20-16,-3-5-3 0,0-2-8 0,2 1-12 0,0-2 11 15,-1-5-9-15,1 1 15 0,-4-5-17 0,1-4-11 0,0 0-94 16,-3-4-49-16,0 0 0 0,2-3-177 0,0-1 192 0,0-4-4 0</inkml:trace>
  <inkml:trace contextRef="#ctx0" brushRef="#br0" timeOffset="-198189.09">28450 4051 256 0,'6'-18'28'0,"0"10"392"0,2 3-195 0,1 3 1 0,3 0-201 0,4 1-6 15,1 0 13-15,1 1 3 0,-1 0-3 0,-5 0-2 0,1 0-9 16,4 0 25-16,5 0-16 0,5 0 35 0,2-2-9 0,2 1-11 16,3-1-14-16,6-1 12 0,5-1-8 0,7 2 6 15,4 2-6-15,2-2-15 0,5 1-12 0,2 0 20 0,5-2-15 0,5-1 23 16,6-1-5-16,6 1-11 0,2-1-18 0,2 0 19 0,1-3-15 0,2 3 38 15,3 0-6-15,1-1-8 0,2 2-20 0,0 0 12 16,-2 2-12-16,4 2 12 0,-6 0-6 0,-4 0-9 0,1 0-6 0,-6 0 7 16,3 0-4-16,-2 0 9 0,-13 0-4 0,-2 0-5 0,-4-3-9 15,-2 0 5-15,0 1-3 0,-3-1 13 0,-3 2-1 0,-4-1-4 0,-1-2-8 16,-4 2 9-16,-5-1-8 0,-2-1 5 0,-5 1-1 0,0-2-5 16,-3 1-25-16,-1-1-8 0,-4 0-5 0,0-1-53 0,-2 0-21 15,-1 0-22-15,1 0-82 0,-3-1-66 0,-4 1 5 0,-1-1 25 16</inkml:trace>
  <inkml:trace contextRef="#ctx0" brushRef="#br0" timeOffset="-197420.86">29706 4345 1023 0,'9'-11'61'0,"-4"4"-101"0,-1 2 17 16,2 3 25-16,2 0-12 0,-2 2 21 0,2 0-17 0,-1 0 23 15,0 0-2-15,1 2-12 0,-2-1-3 0,2 0 7 0,0 0-3 16,-1 1 26-16,1-2-1 0,-3 1-2 0,2 0 5 0,0 1 4 0,-1-1-4 15,2 0 3-15,0 2-3 0,1-1 3 0,1 1-13 0,0 2 6 16,0-1-5-16,2 4 11 0,1-1-8 0,2 2-10 0,-1 1-14 16,2 1 17-16,1-1-14 0,0-1 12 0,2-1-5 0,-2-1-9 0,-4 1-6 15,1 1 3-15,-11 0-1 0,0 1 6 0,2 0 1 16,-3-1-6-16,6-1-4 0,2-2 8 0,-1-1-7 0,2 2 5 0,2-2 0 16,-2 0-2-16,1 1-25 0,-1 0 2 0,0 1-7 0,-1 0-1 15,-1-3-8-15,1 1-8 0,0-2-41 0,0 1-1 0,-1-2-10 16,0 0-21-16,-2-2-6 0,-1 0-9 0,0 0-21 0,0-1-22 0,-2-2 1 15</inkml:trace>
  <inkml:trace contextRef="#ctx0" brushRef="#br0" timeOffset="-197121.32">30411 4306 614 0,'-5'-6'-8'0,"3"5"37"0,-2 0 4 15,3 1 7-15,0 0-18 0,-1 2 27 0,1 1-25 0,-1 1 15 16,0 0-9-16,0 1-20 0,-1 0 0 0,-2 3 15 0,2-3-4 16,-1 0 45-16,0 1-8 0,-1-1-5 0,-1 1-26 15,0 1 27-15,-1 2-23 0,3 1 33 0,-2 4-9 0,1 1-13 0,-1 2-9 0,-1 1 3 16,2 2-3-16,-2-2 4 0,0 1-10 0,0 0-9 0,-1 4-26 16,0 3 16-16,-1 2-14 0,-2-1 22 0,1 0-7 0,0-3-10 15,0-2 3-15,0 1-3 0,0-3 4 0,0 1 1 0,0-2-2 16,0-1 1-16,-3 1-12 0,2-1 14 0,0-3-10 0,1 1 16 0,4-4-7 15,-1 1-9-15,2 1-7 0,0 0 9 0,2 0-4 0,-1 2-7 16,3 0 2-16,-1 1-19 0,2-3-18 0,0-1 17 0,2-3-23 16,2-1-18-16,-1-1-6 0,2-2-15 0,0 2-47 0,3-2-18 0,-1 3-18 15,2-2 11-15</inkml:trace>
  <inkml:trace contextRef="#ctx0" brushRef="#br0" timeOffset="-195836.09">28296 3717 971 0,'-6'-2'27'0,"3"-1"-76"0,1 3 63 0,2 0-4 0,0 0-9 0,0 0 6 0,2 0 5 0,0 1-2 0,1 0 6 0,1-1 6 0,-1 1-3 0,2-1-1 16,-1 2 14-16,2-1-13 0,-1 2 20 0,2 0-4 0,1-1-1 15,1 3-18-15,0-1 19 0,2-1-14 0,2 1 23 0,-1-2-3 16,2 1-16-16,2 3-17 0,1-5 26 0,1 1-25 0,2 2 19 16,2-3-8-16,-1 1-11 0,0-1-2 0,-5-1 0 0,0 1 3 0,-3-1 7 15,3 2-5-15,3-2-3 0,0 1-17 0,0-1 17 0,-1 0-10 16,-1-3 32-16,-1 1-6 0,-2-1-10 0,2 1-3 0,-3-3 1 16,2 1 1-16,0-1 3 0,-1-1-3 0,1 0-1 0,2-2-8 15,-2-2 6-15,2 0-6 0,-1 0 3 0,-1-2-3 0,0 2-2 0,0 0-1 16,1-1 0-16,-1 1 2 0,0-1 11 0,0-1-3 0,0 1-3 15,1-4-7-15,-1 1 7 0,-1 0-5 0,-3-2 9 0,-4 2-3 16,-1-2-3-16,2 1-6 0,-2-1 13 0,8 0-10 0,0 0 10 16,1 2-1-16,2-1-13 0,0 1-8 0,-2-1 14 0,1-2-10 15,-1 0 15-15,-2 2-3 0,1-2-9 0,-1-1-13 0,0-2 14 0,0-2-8 16,0-1 24-16,0-3-4 0,-1 2-9 0,2-1-16 0,-1 2 15 16,2-2-12-16,-1 1 20 0,1 0-2 0,-2 0-6 0,2 1-11 15,-2 2 9-15,2-2-7 0,0 1 22 0,-3 0-7 0,3 2-7 0,-1 0-14 16,1 3 12-16,-2-3-8 0,0 1 21 0,-2 0-1 0,-1 0-8 15,-4-6-18-15,0 4 15 0,-1-5-15 0,0 0 31 0,7 5-5 16,-3-2-7-16,3 1-17 0,1 0 15 0,2 0-13 0,1-3 22 16,0 2-2-16,-1 0-8 0,2-3-15 0,2 3 13 0,0 1-10 15,-1 2 24-15,2 2-5 0,1 1-8 0,1-2-3 0,-1 1 4 16,0 1-1-16,-1 1 3 0,-2 2-4 0,1-2-6 0,1 1-2 0,1 0 8 16,1 0-3-16,-1 1 18 0,-3 3-7 0,-2 1-7 0,-2 2-4 15,-5 0 2-15,2 1-1 0,-1 1 6 0,-1 1 0 0,5 3-2 16,2 2-9-16,0 0 10 0,-1 0-8 0,0 0 9 0,-2-3 1 15,0 2-6-15,0 1-4 0,1 0 10 0,-1 0-8 0,2 0 9 0,-2 0 1 16,2 0-5-16,-1 4-15 0,3-2 21 0,0 0-17 0,0 0 20 16,0 1 1-16,-1 1-13 0,2-2-9 0,-2 6 15 0,3-1-12 15,1 2 18-15,-1 2-1 0,1 0-7 0,0 2-3 0,-1-1 2 16,-1-1 0-16,-3 2 15 0,-6-2-6 0,-3 1-5 0,3 1-3 16,-1 0 4-16,6-2-2 0,0 3 7 0,2-1-5 0,-1 1-3 0,-3-1 5 15,0 1-3-15,0 0 6 0,-1 1 1 0,-1 1-4 0,1-1-2 0,0 2-13 16,2 1 15-16,0 0-9 0,1 1 22 0,-2 1 0 0,2-1-12 15,-1 4-12-15,1 2 10 0,-1-3-10 0,2-1 11 0,-1 0 1 16,3-2-5-16,1 2-2 0,4 2 5 0,2-3-6 0,3 1 5 16,0-2 0-16,-2 1 0 0,0 1-6 0,-9-1 0 0,2-1 0 15,2 2 3-15,-1-2 0 0,6 0-2 0,1 2-3 0,-4-1 5 16,0-1-3-16,-1 6 9 0,-2-1-6 0,-1 2-5 0,4 2 10 16,0-5 1-16,2-1 6 0,3-1-3 0,-1 0-1 0,4 2-6 0,2 0 4 15,1-1 2-15,0-2-3 0,0 1-4 0,-3-2 1 0,3-1 0 16,-1 1-6-16,3 0 9 0,-1 0-8 0,1 1 16 0,0 0-7 15,1 2-8-15,1 0-8 0,2 1 8 0,2-1-3 0,3 1 15 0,-2-2-5 16,-1 0-8-16,-4-2 0 0,-2-2 0 0,-3-3 0 0,-5-1 2 16,-5-2 0-16,-2 3-1 0,-3-2-6 0,-1-1 7 0,-4 1-5 15,-3-5 4-15,-3 0-7 0,-3-2-10 0,-1-1-48 0,1-2 3 16,-2 2-15-16,0-3-39 0,0 1-14 0,1-1-22 0,3-1-199 16,4-1 223-16</inkml:trace>
  <inkml:trace contextRef="#ctx0" brushRef="#br0" timeOffset="-183495.21">24136 12443 217 0,'-4'-3'-1'0,"-2"-2"11"0,3 3-23 0,0-2 60 0,0 2 26 0,1 0-19 0,-1 1 9 16,0-1-6-16,2 2-5 0,1-1-27 0,0 0 24 0,-1-2-23 0,1 2 29 15,0 0-8-15,0-1-9 0,0 1-2 0,0-1-1 0,0 2 2 16,1-3 5-16,2 0-2 0,-2 3-1 0,0-1-16 0,1 1 12 0,-1 1-13 16,3-2 15-16,-2 2-7 0,0-1-1 0,1 0-6 15,0 0-4-15,-1 0 4 0,1 2 3 0,0-2 0 0,0 0-2 0,1 1-12 16,1-1 16-16,1 1-15 0,-2-1 13 0,0 0 2 0,2 3-3 15,0 1-21-15,0-1 12 0,1 3-12 0,0-3 21 0,-3 3-1 16,2-1-7-16,0 0-15 0,0 2 28 0,2-1-23 0,0 0 27 0,1 0-8 16,0 1-14-16,1-1-3 0,1 1 4 0,3-1-2 15,-1 2 13-15,3 1-9 0,1 1-5 0,2-4-10 0,1-1 11 0,2 1-8 16,-1-4 14-16,0-1-2 0,1 2-7 0,0 3-13 0,2 2 6 16,-2 1-5-16,1 1 7 0,-3-2 4 0,-2-3-5 0,-5 0-15 15,-3-1 22-15,3 1-19 0,-3-1 23 0,4 1-3 0,1-1-10 16,0 2-5-16,-4-1 5 0,0 1-4 0,-2 0 8 0,-1-1-2 0,-1 1-4 15,2 0-18-15,-2-1 16 0,1 1-15 0,1-2 12 0,-2 0-14 16,1 0-15-16,1-3-15 0,-1 3-15 0,2-2 7 16,-1 0-39-16,1-1-10 0,-1 1-10 0,0 0-83 0,0-1-23 0,-1 0-7 15,-2 1 90-15</inkml:trace>
  <inkml:trace contextRef="#ctx0" brushRef="#br0" timeOffset="-182872.62">25174 12134 744 0,'-9'-5'23'0,"3"1"-15"0,3 2 18 0,1 2 26 0,1-2-16 0,1 2 10 0,-1 0-14 0,1 0 7 0,0 0-6 0,1 0-11 0,0 2-6 0,1 0 21 0,0 0-14 0,-2 0 31 16,1 1-8-16,-1-1-6 0,0 3-15 0,2 0 4 15,-2 2-5-15,-2 1 10 0,1 1 0 0,-1-1-1 0,1 1-15 0,0 2 11 16,-1-1-12-16,-1 1 10 0,1 0-7 16,-1 0-6-16,0-1 0 0,0 2-6 0,1-2 8 0,-2 0 0 0,1 1-1 0,0-1-1 15,-1 1-11-15,1 1 9 0,-2 1-8 0,1 1 4 0,-2 1 1 16,1 1-3-16,0-1-1 0,-1 0 9 0,1-1-7 0,4 1 2 16,-1 1 2-16,1 1-8 0,-4 2-5 0,-3-1 17 0,-1-1-15 15,-2-1 17-15,2 0 7 0,-1-4-5 0,0 4-25 16,2-1 19-16,1 0-21 0,0 6 22 0,0 1-1 0,-1 1-11 0,1-1-4 15,0-5 15-15,4-1-11 0,-2-1 16 0,1 1-8 0,-1-2-12 16,2 2 2-16,0 0 5 0,0 3 0 0,1 1 1 0,-1 3 1 16,-2 0-4-16,1 6-8 0,-1-5 12 0,2-2-10 0,0-2 14 0,0-5-5 15,1 1-6-15,-1 1 0 0,-1-2 1 0,1-1 1 0,1-1 0 16,-2-2 4-16,2 0-4 0,-1 1-5 0,1 4 10 0,-2 2-8 0,2 1 11 16,-1-3-4-16,1-4-6 0,1-3-7 0,1-1 14 0,0-1-9 0,1-2 17 15,-1 1-4-15,2 0-11 0,-1-2-9 0,0 0 10 0,1-1-7 16,-1 3 18-16,1-3-6 0,0 0-6 0,0 0-6 0,0-1 6 15,-1 1-2-15,0 1 0 0,0-1-3 0,-1 2-10 0,0 1-17 16,0 0-1-16,0-1-8 0,-1 2-19 0,-1-4 2 0,0 2 0 16,-2 3-59-16,1 0-9 0,1-2-16 0,-2 3-108 0,1-2-37 0,1 2-53 0</inkml:trace>
  <inkml:trace contextRef="#ctx0" brushRef="#br0" timeOffset="-179523.63">28794 17282 375 0,'-4'-2'76'15,"-1"-4"91"-15,2 4-142 0,1 2-1 0,1 0-24 0,1 0 46 0,-1 1-9 0,1-2-11 0,-2-2-29 16,2-1 22-16,0 3-20 0,2-3 25 0,-1 0-1 0,0 2-9 15,0-2-11-15,0 0 21 0,0 0-14 0,0 1 43 0,0 0 2 0,0 0-6 16,1 0-9-16,-1 1 20 0,0 0-19 0,0 0 20 0,-1 0-12 16,1 1-12-16,-1 1-19 0,0-2 8 0,0 2-6 0,1 0 14 15,-1 2-5-15,0-1-9 0,0 3-12 0,0 0 12 0,0 1-10 16,-1 0 15-16,-1 3 3 0,0 0-3 0,-1 1-14 0,0-1 16 0,0-1-16 16,-2 0 23-16,1 0-6 0,-2 3-8 0,2 1-8 0,-2 0 4 15,0-1-6-15,1 1 1 0,-2 0-5 0,1-2-5 0,2 0 7 16,-2-2-9-16,1 2 7 0,-1 0-5 0,0 0 0 0,0 0 4 0,-1 1-20 15,0 1 19-15,0 1-17 0,-2 1 25 0,0-1-1 0,-2 2-7 16,-2 1-5-16,-1 1 3 0,1 0-2 0,-1 0 2 0,3-1 2 16,1 2-4-16,-1-2-17 0,4 2 19 0,0-3-15 0,1 2 26 15,-1 0-5-15,-7-2-9 0,1 4-2 0,-2 0-2 0,2-3 2 16,0 0-4-16,2 1 5 0,0-5-1 0,1 5-13 0,1-6 18 0,2 1-15 16,0 1 17-16,1-2-2 0,0-1-5 0,0-3-11 15,2 2 7-15,-2 0-7 0,1 2-25 0,-1 0 7 0,1 2-21 0,-1-2 33 16,1-2 16-16,3-2-11 0,-1 1-34 0,1-2-22 0,-1-2-26 0,1 5-27 15,0-3-26-15,0 2 13 0,-2-1-55 0,2-1 17 0,0 0 3 16</inkml:trace>
  <inkml:trace contextRef="#ctx0" brushRef="#br0" timeOffset="-179053.41">28186 17221 679 0,'-4'0'60'0,"2"-2"29"0,0 1-22 0,2 1-22 0,0 0-25 0,1 1-11 0,1-1 15 0,3 3-8 0,0 1 38 0,3-2-5 16,-1 2 4-16,2-1-16 0,1 1 0 0,1-1-1 0,2 1 5 0,0 1-5 0,1 0-7 0,1 4-15 0,3 0 7 15,-1 0-9-15,0 5 0 0,0 1 4 0,0 1 0 0,1 3 6 16,3-1 12-16,0 0-7 0,3-2 10 0,-1-4-6 0,1 4-14 0,2-3-17 16,-9-1 18-16,-3 2-16 0,2-2 26 0,-3 1-9 0,9-2-9 15,0 0 1-15,0 0 5 0,-2-1 2 0,-1-1 7 0,-2 0-3 16,-2-1-12-16,0 0-9 0,0 1 15 0,-2 0-13 0,3-1 14 15,-2 4-1-15,0 1-8 0,-2 0-7 0,1-2 4 0,-2-1-3 0,0-1 20 16,0-1-6-16,-2-2 3 0,-1 2-15 0,0-4-2 0,-1 2-1 16,0-3 0-16,-2 1-1 0,1-2 4 0,-2 0-7 0,2 1 3 15,1 0-1-15,-2 0 8 0,3-2-1 0,-2 1-5 0,0 0-5 16,2 0 3-16,0 0-3 0,1-2 5 0,0 0 2 0,0 1 0 0,0-1-29 16,0 0 11-16,-2 0-15 0,0-1 6 0,-3 1-6 0,1-3-11 15,0 2-45-15,-5-2 0 0,-1 1-16 0,0 0-59 0,-2-2-33 16,4 2-31-16</inkml:trace>
  <inkml:trace contextRef="#ctx0" brushRef="#br0" timeOffset="-164424.45">27076 16004 626 0,'-2'-1'146'0,"-1"0"-75"0,0 0-38 0,1 1-27 16,2 0 17-16,-1 0 6 0,1 0 4 0,0 0-24 0,0 0 32 16,0 0-27-16,0 0 47 0,0 0-12 0,0 0-11 0,0 0-1 15,0 1-3-15,-2 0 5 0,2 0 3 0,0 1-2 0,0 0-5 0,0 2-12 16,0-3 15-16,0 3-13 0,0 0 18 0,0-1-8 0,0 2-7 16,1-1-13-16,-1-1 6 0,1 3-4 0,0-1 6 0,0-1-1 0,2 2-6 15,-3-1-4-15,2 1 9 0,0 3-9 0,0 0-1 0,1 0-2 16,-2 2-4-16,1-1 7 0,-1 1-3 0,0 2 4 15,1-1-9-15,-2 0 3 0,0 3-2 0,0-1-9 0,0 2 16 0,0 0-13 16,3 2 18-16,-2-1-6 0,0 1-8 0,0 2-9 0,-1-2 7 16,0-2-4-16,0 2 10 0,0-1 2 0,0 1-7 0,2 0-15 15,0-2 17-15,1 0-15 0,-1 2 20 0,-1-4 1 0,-1-2-8 0,2-1-13 16,-1-2 12-16,1 0-12 0,0-3 13 0,-1 0-3 0,0 1-11 16,1-1-28-16,1-1 19 0,-1 0-18 0,-1-2 15 0,0 0-13 15,1-1-15-15,-1-1-40 0,2-1-12 0,-2 0-2 0,1 0-49 16,0 0-17-16,2-1-16 0,-2-3-83 0,1 0 151 0</inkml:trace>
  <inkml:trace contextRef="#ctx0" brushRef="#br0" timeOffset="-164040.89">26976 16033 1245 0,'-9'-8'-64'0,"6"4"113"15,3 2-14-15,0 2-25 0,3-2-17 0,1 2 21 0,0-1-18 16,2 0 24-16,1-1-6 0,-1 2-9 0,6-2 2 0,0-1-5 15,1 1 5-15,1 0-3 0,-3 0 3 0,1-2 0 0,-6 1-9 0,1 1 15 16,-1-1-13-16,0-1 17 0,5 3-2 0,1-3-5 0,0 2-7 16,1 1 9-16,0-2-5 0,-1 2 12 0,-2-1-4 0,-1 2-12 15,1 0-12-15,2 0 13 0,-1 2-12 0,0-1 15 0,-2 2-2 16,0-2-5-16,0 1-2 0,0 2-6 0,-1-3 3 0,-1 2-7 16,0 0 1-16,-1-1-2 0,1-1-11 0,-2 1 16 0,1 0-15 0,-2 1 7 15,1-1-8-15,-2 0-12 0,0 0-36 0,-1 1 7 0,0-1-12 16,-1 2-5-16,0 1-4 0,-1-1-16 0,-1 3-19 0,0-1-1 15,-2-1-6-15,-1 2 50 0</inkml:trace>
  <inkml:trace contextRef="#ctx0" brushRef="#br0" timeOffset="-163829.41">27067 16244 1107 0,'-2'5'231'15,"2"-5"-199"-15,-1 0 32 0,1 0-64 0,2 3 5 0,-1-1-16 16,3 3 38-16,0-1 4 0,2 1 6 0,2-2-9 0,-1 1 13 16,4-1-13-16,1-1 2 0,0-1-11 0,3 0-11 0,-1 1-1 0,1-2-2 15,-1 0 4-15,-1 0 4 0,-1 0 0 0,2-2-3 0,-1 0-17 16,2-2 13-16,0 0-12 0,0 0 13 0,1-2-7 0,1 2-11 16,1-2-51-16,1 0-15 0,2 3-7 0,2-1-85 0,-1 1-32 15,3 1-32-15</inkml:trace>
  <inkml:trace contextRef="#ctx0" brushRef="#br0" timeOffset="-163056.39">29311 16071 1052 0,'-2'-3'29'0,"1"1"1"0,-1-1-29 0,1 2-1 0,1 1 3 0,0-1-6 16,0 1 8-16,0 0-6 0,0 0 7 0,0 0 4 0,0 0 1 16,0 0 1-16,0 0 15 0,0 0-6 0,0 0 37 0,0 0-8 15,0 0-10-15,0 1-10 0,0 2 9 0,0-1-8 0,-1 1 7 0,1 2-8 16,0 1-5-16,-1 1 4 0,1 2-7 0,-1 0 8 0,1 0-4 15,0-2-6-15,1 2 2 0,0 1-29 0,0-1 13 0,2 2-14 16,-2-1 20-16,0-1 0 0,0 4-8 0,1-1-15 16,-1 0 11-16,2 3-12 0,-2-1 24 0,0 0-1 0,1 3-5 0,0-3-21 15,1-2 19-15,-2-2-16 0,1-1 23 0,0 0-4 0,0 2-7 16,1 1-7-16,-1 2-6 0,0-1 2 0,1 0-24 0,0-2 1 16,-1-1-6-16,0 2-24 0,0-3 20 0,1 0-21 0,-1-1 10 0,-1-3-14 15,1 0-18-15,-1 0-35 0,1 0-7 0,-1 0 1 0,0-1-17 16,0 0 4-16,-1 0-6 0</inkml:trace>
  <inkml:trace contextRef="#ctx0" brushRef="#br0" timeOffset="-162404.58">29332 16107 413 0,'201'192'1109'109,"-188"-188"-1103"-109,-1-6 23 16,-13 0-18-16,2-1 1 0,0-1-5 0,-1-1 12 15,2 0-3-15,3 0-8 0,-1-3-10 0,1-1 7 0,-2 2-8 16,1-3 5-16,-2 1 1 0,0 1 0 0,-1-4-14 0,3 3 15 15,-2-1-11-15,1-1 18 0,-1 0 0 0,1 0-11 0,-1-2-3 0,0-2 6 16,1-2-4-16,1 0 10 0,0 0-1 0,1 0-1 0,-1-1-2 16,2 1-1-16,0 1 1 0,-1 0-1 0,1 3-1 0,-2 5-3 15,1-1-13-15,-2 2 17 0,-1 1-13 0,2-1 27 16,-1 1-3-16,-1 0-7 0,2 0-8 0,-2 1 12 0,0 1-8 0,0 2 22 16,1-2 0-16,-1 2-10 0,0 0-19 0,2 1 24 0,-1-2-22 0,1 2 18 15,0 0-2-15,0 1-12 0,0 0-13 0,-1 0 10 0,2 1-7 16,0 3 24-16,1 0-4 0,-1 2-4 0,2 2-2 0,0 1 5 15,0 0-2-15,0 2 6 0,1 0-1 0,0 3-4 0,1 0-11 16,1 4 10-16,-1 0-10 0,1 0 21 0,0-1-4 0,-1 0-6 16,2 1-18-16,-1 0 12 0,-1-1-10 0,1-2 18 0,-2 2-3 0,-2-5-6 15,3 2-2-15,-2 2-4 0,0-2 3 0,0 1 1 0,-3-2 3 16,2 1 0-16,0 2-4 0,-1-4 7 0,0-1-8 0,0-2 7 16,-3-2-5-16,2 1-2 0,-1 2-7 0,-2 0 8 0,1 1-3 0,-1-1-1 15,-1-1-2-15,0 0-11 0,0-2-22 0,0-1 13 16,0-3-15-16,0 3 1 0,0-3 0 0,0 3-10 0,0-1-15 15,0 1-12-15,-1-2 2 0,2 1-36 0,1-1-20 0,0 0-12 16,1 0-176-16,4-1 194 0</inkml:trace>
  <inkml:trace contextRef="#ctx0" brushRef="#br0" timeOffset="-160323.59">26659 12027 217 0,'-5'-4'146'0,"1"0"-86"0,-1-1 76 0,2 2-88 0,2 2-27 0,-1-1-7 0,2 0 1 0,-1 1-2 15,1 0-6-15,0-1-6 0,0 2 19 0,0 0-14 0,1 0 31 16,1-1-1-16,-1 0-1 0,-1-2-4 0,0-1 5 0,0 3-4 16,0-1 7-16,1-2-5 0,2 2-8 0,-2 0-12 0,-1-1 4 0,3 2-7 15,-2 0-9-15,2 1-2 0,0 1-4 0,2 3-11 0,-4-2 5 16,2 1-6-16,1 3-12 0,-4-2 2 0,2 3-10 0,-1 0-9 16,-1 0-2-16,1 0-8 0,3 2-40 0,-2 0-8 0,-1 2-10 0</inkml:trace>
  <inkml:trace contextRef="#ctx0" brushRef="#br0" timeOffset="-160088.68">26706 12493 1037 0,'-5'-4'29'0,"1"3"-35"0,0 1 21 0,3 0-3 16,1 0-5-16,0 0-13 0,0 0 6 0,-1 1-7 0,1 3 4 16,1 0 0-16,-1-3-1 0,0 3 3 0,1 0-1 0,-1-4 2 15,0 1 6-15,0 3-1 0,0-3-2 0,0 1-33 0,0 5-4 0,-1-2-13 16,0 1-52-16,1 2-17 0,0-2-21 0,-1 2-75 0,0 1 118 16</inkml:trace>
  <inkml:trace contextRef="#ctx0" brushRef="#br0" timeOffset="-159936.21">26779 12835 845 0,'-5'1'120'16,"-2"4"-164"-16,1 3-30 0,0 2-151 0,2 1 16 15,0 2-35-15</inkml:trace>
  <inkml:trace contextRef="#ctx0" brushRef="#br0" timeOffset="-159717.5">26739 12931 1246 0,'-9'3'219'0,"-1"1"-217"0,1 0-2 0,3 1-28 16,0 3-3-16,3 1-3 0,-1 2-6 0,4 2 1 0,0-1-2 0,-1 0-23 16,1 1 1-16,0-2-8 0,0 0-13 0,1-1 7 15,0-1 0-15,-1 0-16 0,1-1 7 0,-1 0-10 0,2-1-8 16,-1-2 3-16,-1 1-13 0</inkml:trace>
  <inkml:trace contextRef="#ctx0" brushRef="#br0" timeOffset="-159589.83">26830 13280 1288 0,'-4'9'-69'0,"-2"-9"119"0,1-1-10 0,0-1-20 0,2 2-18 0,2-1-1 15,0 2-6-15,1 1-32 0,0 2-14 0,0 2-18 0,1 0-33 16,1 5-16-16,-1-1-3 0,1 1-87 0,-1 2 119 0,-1 1-9 16</inkml:trace>
  <inkml:trace contextRef="#ctx0" brushRef="#br0" timeOffset="-159402.45">26782 13793 1401 0,'-4'9'25'0,"-3"-2"-28"0,2-5-6 0,2 3 15 16,1 1-2-16,1-1-1 0,1-1-9 0,0 3-7 0,0-3 5 15,1 1-7-15,0-1-14 0,0 0-10 0,1-2-10 0,-1 2-25 16,2-1 2-16,-2-1-2 0,0 0-5 0,0-2 6 0,0 1-9 0,0-1-17 15,-1 4 7-15,1 0-14 0,0-2-11 0,1 1-9 16,-2-1-6-16</inkml:trace>
  <inkml:trace contextRef="#ctx0" brushRef="#br0" timeOffset="-159243.36">26856 13902 636 0,'4'5'121'0,"-4"1"-112"15,-3-3 11-15,3 2 46 0,-1 1-5 0,1-1 18 0,2 0-33 16,0 0-7-16,0 0-16 0,0 0-14 0,0 0 16 15,1 0-14-15,-2 1 6 0,0 0-8 0,0 0-13 0,0 2 5 0,-1-2 0 0,1 1 5 16,0-3 1-16,0-2-2 0,1 0-4 0,0-1-22 0,-1 0 4 16,0-1-12-16,1 1-28 0,0-1-13 0,2 2-17 0,-1-2-49 15,1 1-14-15,0-1-3 0,1 0 57 0</inkml:trace>
  <inkml:trace contextRef="#ctx0" brushRef="#br0" timeOffset="-159078.14">26946 14037 860 0,'4'0'282'16,"-5"0"-199"-16,-5 0 144 0,1 0-201 0,1 0-1 0,0 1-14 0,2 0-9 15,0 1 2-15,2-2 1 0,-1 1-20 0,0 1 21 0,-1 1-21 16,1-1-5-16,1 0-21 0,0 2-28 0,-1-2-35 0,1-1-21 16,0 1 8-16,0-1-43 0,0-1 8 0,0-1 1 0</inkml:trace>
  <inkml:trace contextRef="#ctx0" brushRef="#br0" timeOffset="-158869.21">26856 13243 482 0,'-9'4'249'0,"-3"-5"-168"0,-2-2 188 0,0 0-266 0,4 3 8 16,0 0-3-16,2 0 12 0,2 2-4 0,2 0-8 0,-1 0-8 15,3-1 2-15,1 1-4 0,0 0-8 0,1-2-14 0,0 0-10 0,0 0-30 16,1 0-11-16,1 0 3 0,0-3-40 0,2 1-13 0,-1-2-15 0</inkml:trace>
  <inkml:trace contextRef="#ctx0" brushRef="#br0" timeOffset="-158705.2">26903 12779 1357 0,'-14'-11'21'0,"-4"-4"-25"0,2 4 12 16,1 1-8-16,0 2 6 0,1 3-6 0,2 1-4 0,0 2-23 15,0-1 5-15,2 1-6 0,0 1 22 0,2-1 2 0,0 0 1 0,2-2-9 16,0 0 2-16,0-1-7 0,3-2-20 0,1 1-13 0,2-2-12 16,0-1-76-16,4-1-33 0,2-1-2 0,0-3 39 0</inkml:trace>
  <inkml:trace contextRef="#ctx0" brushRef="#br0" timeOffset="-158519.72">26889 11896 1553 0,'-22'-14'0'0,"0"-3"-27"15,2 6 15-15,3 4 4 0,2 5 11 0,4 2-4 0,1 2-9 0,2 1-47 16,1 1-3-16,3 0-8 0,-1-2-13 0,2 3-2 15,1-5-6-15,1 0-36 0,1 2-10 0,0-4-10 0,0 1 35 0</inkml:trace>
  <inkml:trace contextRef="#ctx0" brushRef="#br0" timeOffset="-158315.52">26895 12198 303 0,'-34'58'77'0,"16"-26"-132"0,2 1 16 15,1 0 35-15,2 5-6 0,1-4-2 0,0-1 4 0,3 1 8 16,0-5-1-16,4 1-6 0,-2-2-18 0,3-1 15 0,-2 0-15 16,1-1 19-16,3-3-9 0,0 1-6 0,2-3-30 0,0-2 24 15</inkml:trace>
  <inkml:trace contextRef="#ctx0" brushRef="#br0" timeOffset="-158170.98">26811 13243 1199 0,'-6'4'-82'0,"2"0"49"0,3-2-41 15,1 1 16-15,1 4-123 0,3 1-6 0,0 2-17 0</inkml:trace>
  <inkml:trace contextRef="#ctx0" brushRef="#br0" timeOffset="-155277.45">28771 9875 918 0,'-8'-7'242'0,"-1"1"-135"0,3 1-84 0,2 2-11 0,0 2 18 0,3 1-11 16,0-1-10-16,1 1-10 0,0 0-6 0,0 0 4 0,0 0-2 15,0 0-3-15,2-2-1 0,0 4-10 0,-1-2 15 0,1 1-13 16,-1 0 15-16,1-1-10 0,-1 0-10 0,3 0-21 0,0 1-17 0,1 1 4 15,-1 0-61-15,3 1-12 0,0 1-17 0,1 2-97 0,1-1 145 16</inkml:trace>
  <inkml:trace contextRef="#ctx0" brushRef="#br0" timeOffset="-155076">28839 10320 1167 0,'-6'0'37'16,"-2"-1"35"-16,1 1-75 0,2 0 3 0,3 0 4 0,1 2-15 0,0 0 13 15,1 0-15-15,-1 3 10 0,1 1-10 0,0-1-4 0,1 0-26 16,-1-1-1-16,1 1-1 0,-1-1-3 0,1-1-15 0,-1 3-17 0,1 0-69 16,2 2-15-16,-1 1-11 0,0-2 56 0</inkml:trace>
  <inkml:trace contextRef="#ctx0" brushRef="#br0" timeOffset="-154905.35">29023 10714 1431 0,'-6'2'49'0,"-2"-1"-103"16,4 2 82-16,1 0-12 0,0 4-20 0,0 1-5 0,1 3-13 15,-3 1 6-15,1 2-39 0,0-3 0 0,0-1-7 0,2 1-19 16,-2-1 10-16,0-1-12 0,0 0-12 0,-1-2-11 0,1 1-19 0,-1-1-51 15,1-1 8-15,0 0-16 0</inkml:trace>
  <inkml:trace contextRef="#ctx0" brushRef="#br0" timeOffset="-154768.83">29041 11136 1415 0,'-21'9'75'0,"5"-6"-114"16,4 3 17-16,4 0 35 0,0 0-27 0,3 3 3 0,2 3-13 15,0-1-39-15,1 3-13 0,1 1-24 0,0-1-76 0,1 1-30 0,0 0-6 16,-2-3 60-16</inkml:trace>
  <inkml:trace contextRef="#ctx0" brushRef="#br0" timeOffset="-154617.1">29083 11666 1117 0,'-5'5'-17'0,"0"-1"-10"0,0-1-17 0,2 3 46 16,1-3-31-16,-1 3-20 0,2 1-24 0,2-2-85 0,1 2-12 0,-2-1-20 15</inkml:trace>
  <inkml:trace contextRef="#ctx0" brushRef="#br0" timeOffset="-154432.58">29132 11927 1290 0,'-10'5'-21'0,"0"-2"12"16,3 0-7-16,2 4 5 0,-3-2-45 0,7 3-4 0,0 1-9 0,1 1-40 16,0 0 7-16,-1-1-16 0,1 0-15 0,0-1 12 0,1 1-3 0,0 0 32 15,-1-2 17-15,1 2-1 0</inkml:trace>
  <inkml:trace contextRef="#ctx0" brushRef="#br0" timeOffset="-154273.08">29211 12305 618 0,'0'5'173'0,"-3"-2"-34"0,0 0-52 0,0 0-8 0,-2-1-6 16,3 1-21-16,0 1-21 0,0-1-19 0,0 1-7 0,0 1 3 15,0 0-11-15,1 1-3 0,1-1-5 0,0 0-28 0,0 1-3 16,1-1-9-16,1 0-30 0,0-1-8 0,0 0-4 0,0-1-32 15,0 3-8-15,2-5 4 0,-1 6 0 0,1-5 72 0,0 2 4 0</inkml:trace>
  <inkml:trace contextRef="#ctx0" brushRef="#br0" timeOffset="-154130.85">29154 12365 941 0,'-16'6'190'16,"5"-6"-175"-16,-3 0 22 0,4 0-32 0,2 1 4 0,2 1-3 0,1 0 1 15,2-1-6-15,2-1-9 0,1 2-40 0,-2 0 6 0,2 0-18 16,-1-1-35-16,1-1-10 0,0 1-20 0,-1-1-43 0,0 0 94 0</inkml:trace>
  <inkml:trace contextRef="#ctx0" brushRef="#br0" timeOffset="-153961.81">29041 12022 947 0,'-6'-17'14'0,"-7"-2"-14"0,0 2-6 0,0 3 10 0,2 2 0 0,2 1 0 16,3 5 0-16,0-2-35 0,1 1 16 0,3-1-22 0,0-3 5 15,1 0-6-15,0-1-12 0,-2-1-15 0,1 2 3 0,0-2-5 0,-3 2-13 16,1-2 2-16,-2 3-11 0,-3-3-8 0,0 1 57 0</inkml:trace>
  <inkml:trace contextRef="#ctx0" brushRef="#br0" timeOffset="-153730.06">28810 11196 195 0,'-2'-24'-90'0,"0"11"150"16,-3 0-21-16,1 1-35 0,0-3-28 0,0 2 32 0,-1-3-26 0,2 1 53 0,0 1-8 16,-1-1-12-16,0 1-2 0,0 0-10 0,0 0 8 0,-1-2-9 0,0 5 4 15,0-4-3-15,0 4-20 0,-1-5 22 0,1-2-23 0,2-3 13 16,2-6-18-16,1 2-19 0,0 0 1 0,2-1-1 0,2 0 9 15,0 2 10-15,2-2 6 0,-2 4-8 0,2-1 20 0,-1 0 5 0,0 0-2 16,1-1 2-16,-1-1 0 0,1 0 0 0,-1-2 0 0,2 0 0 16,0 4 0-16,1-3 0 0,-2 6 0 0,2-1 0 0,0-2 0 15,-1 6 0-15,-1-1 0 0,-1 1 0 0,1 5 0 0,-3 1 0 0,0 1 0 16,0 1 0-16,-2 0 0 0</inkml:trace>
  <inkml:trace contextRef="#ctx0" brushRef="#br0" timeOffset="-153447.37">28756 10218 139 0,'-38'-3'-84'0,"16"2"175"0,-1 0-2 0,-3 1-24 0,0 0-15 15,2 0 15-15,1 0-19 0,9-2 11 0,-1 2-14 0,-1-2-12 0,0 0-21 16,-5 0 7-16,6-1-5 0,1 2 12 0,5-3-7 0,2 0-11 0,1-1-19 16,3 1 17-16,2-2-16 0,1 1 5 0,0-1-4 0,4 0-15 15,-1 1-12-15,3-2 11 0,-3 1-8 0,0 1 29 0,2-2-1 16,-2 3-3-16,3-3-5 0,-3 1 11 0,1-2-7 0,-1 2 18 0,0-2-5 16,2 1-2-16,-2 1-6 0,3-1 3 0,-1 0 0 0,2 0 11 15,-2 0-1-15,-2 2-5 0,1-3-18 0,1 3 23 0,-2 2-19 16,1-3 31-16,-3 4-7 0,-1 1-10 0,1-2 21 0,-1 2 7 15,0-2 7-15,0 1 38 0,-1 2 4 0,0-4-1 0,0 0 3 16,1 1 12-16,-2-2-13 0,1 1 10 0,-1 2-9 0,0-2-4 0,0 0-21 16,-2 0 3-16,2 3-5 0,-1-2 2 0,0 3-12 0,1 0-10 15,-1-2-32-15,1 2 14 0,0 0-15 0,1 0 5 0,1 1-8 16,1 2-13-16,-1-2 1 0,2 2-12 0,0 0 8 0,-1 4-28 16,5 1-10-16,0 6-5 0,0 1-57 0,4-1 3 0,-2 1-16 15,2 2-37-15,-3-4-12 0,1 1-20 0</inkml:trace>
  <inkml:trace contextRef="#ctx0" brushRef="#br0" timeOffset="-153129.93">29102 11762 415 0,'-1'1'77'0,"-1"-1"-50"0,-1 1-23 0,1 1-7 0,1 1 10 0,1 1-5 15,0 0-2-15,1 1-39 0,-1-1 4 0,0 1-11 0,0 0 4 16,1 0-15-16,0-2-16 0,1 0-17 0,-1-1 43 0</inkml:trace>
  <inkml:trace contextRef="#ctx0" brushRef="#br0" timeOffset="-152973.95">29160 12042 1348 0,'-11'10'32'0,"-1"-1"-118"0,2 0 108 0,2 0-8 16,3-1-14-16,1 2-55 0,2 0-12 0,2 1-12 0,0 0-51 0,2-2-3 15,1 0-7-15,1-1-49 0,-1-2 110 0</inkml:trace>
  <inkml:trace contextRef="#ctx0" brushRef="#br0" timeOffset="-152826.33">29159 12029 1809 0,'-14'-6'61'0,"-2"-2"-65"0,0 2 40 0,4 1-10 0,2 2-10 16,1 1-25-16,2-1 5 0,1 0-10 0,1 3-16 0,1 0-17 0,-1 0-21 16,4 0-68-16,1 2-16 0,-1-2-10 0,1 0-107 0,-7 0-43 15,-1-3-42-15</inkml:trace>
  <inkml:trace contextRef="#ctx0" brushRef="#br0" timeOffset="-152607.52">28903 10601 1326 0,'-36'-32'33'0,"20"19"-59"0,1 2 8 15,3 4 18-15,0-1 7 0,2 3-6 0,3 1 8 16,2 2-7-16,0 0 3 0,1 1-5 0,1 0-12 0,-1-1 17 0,1 2-15 16,-1-2 13-16,2 1-2 0,0-3-9 0,1 3-49 0,1-3-12 15,0-1-12-15,3 1-119 0,4-1-62 0,3-2-58 0</inkml:trace>
  <inkml:trace contextRef="#ctx0" brushRef="#br0" timeOffset="-132563.39">26772 13016 256 0,'2'0'2'0,"-2"2"38"0,0-2-10 0,1 0 3 0,0 2-33 0,1-1 17 16,0 2-16-16,-1 0 20 0,1-3-9 0,-1 1-6 0,2 1-11 15,-1 0 5-15,-1 0-1 0,0 0 8 0,0-1 0 0,-1-1-8 16,0 1-17-16,-1 0 25 0,0-1-22 0,-1 2 22 0,-1-2 1 16,1 0-8-16,0 1 10 0,0-1 15 0,-2 0-3 0,0 0 38 15,-1-1-6-15,1 1-10 0,-1 0-14 0,1 0 19 0,-2 1-18 16,2 2 10-16,-1-3-7 0,1 2-10 0,-2-1 0 0,1 2-3 0,-1-1 4 15,0 1 5-15,2 0 3 0,-1 0 2 0,1 3 4 0,0-3 14 16,0 1-11-16,-1 1 15 0,-1-1-6 0,-1 3-8 0,-1-1-8 16,0-1 6-16,2 2-5 0,-2 0-1 0,3-2-6 0,1 2-8 0,0 0-17 15,2 0 2-15,0-1-6 0,1 1 3 0,1-1-3 0,0-1-1 16,2 0-5-16,0-2 7 0,2 1-3 0,0-2 3 0,2-1 5 0,-1 1-9 16,4-1-9-16,1-1 23 0,0 0-19 0,1-1 19 15,-2-1-1-15,1 0-10 0,1-2 1 0,1 0-1 0,1-2 2 0,-2-1 3 16,1 1 2-16,1 0 3 0,1-3-14 0,1 1 14 0,0 0-13 15,1 1 19-15,0 0-2 0,-3 0-3 0,0-2-8 0,-2 1 6 16,-1 0-3-16,-1 1 6 0,-1 0 2 0,-1 1-8 0,-2-1-9 16,0 2 22-16,-3-2-19 0,0 3 27 0,-2-1-1 0,-1-1-8 0,-1 3-5 15,-1-3 1-15,-3 4-3 0,0-1-2 0,1 2 1 0,-3 0-3 16,1 0-11-16,-1 1 9 0,-1 1-9 0,0 1 10 0,-1-2-1 16,-1 4-5-16,0 0-15 0,-2-1 16 0,2 2-11 0,-1-1 18 15,1 1 2-15,0 0-7 0,1 1-2 0,0 1 6 0,1 0-7 0,0 0 3 16,3 0-2-16,-2 1 1 0,2-2-2 0,-1 1 0 15,3 1 2-15,0-2 15 0,3-1-7 0,1 1-5 0,0 0-17 0,4-1 12 16,-1 0-11-16,3-1 21 0,0 0-2 0,2-3-8 0,2 1 0 16,0-2 1-16,4-2 1 0,1-3 4 0,1 0 1 0,3-1-4 0,3-1 0 15,-1-1 10-15,0 0-8 0,1 1 9 0,0-1-3 0,1-1-4 16,1 1-2-16,0-1-4 0,-3 0 3 0,-2 1 3 0,-4-1-4 16,-8 1 5-16,-2 1-5 0,-3 1 2 0,-2 0-1 0,2 3 1 0,-1-1 6 15,-1 3 2-15,0-2-7 0,-3 3 12 0,-2-1-11 16,-2 0 8-16,2 1-3 0,-2 1-9 0,-5 0-6 0,-3 5 6 0,-5-3-5 15,-2 2 7-15,2 2-3 0,1-1-4 0,-1 1-7 0,2-1 11 16,0 1-6-16,0-2 14 0,2 0-4 0,1 1-7 0,0-2-7 16,3 1 8-16,0-2-5 0,5-1 13 0,0 2-4 0,2-3-4 0,1 1-13 15,2-2 13-15,0 0-9 0,1 0 10 0,1 0-1 16,1 0-16-16,2-3 3 0,1-1 4 0,2-2-2 0,1-1 6 0,0 0 3 16,4-1 3-16,1-1-4 0,0 0 3 0,2 0-3 0,-2 0 4 15,0 0 0-15,-1 2-4 0,-3-1 5 0,0 0 2 0,-1 1 1 16,-4 1-5-16,1 3 8 0,-3 1 3 0,-1 1-2 0,0-2 11 15,-3 2-10-15,-1 1 11 0,0 0-6 0,-2 0-7 0,-2 3-14 0,0 1 10 16,-3 1-8-16,0 2 15 0,-1 1-7 0,-1-2-10 0,0 3 2 16,-1-3 2-16,2 0 2 0,1 2 4 0,1-2 1 0,1-1-3 0,1 2-2 15,1-5 0-15,1 3-2 0,2-3-5 0,2 1-6 0,-2 0-4 16,3-1-13-16,-1 0-4 0,-1 2-2 0,0-2-40 0,1 1-10 16,-1 1-17-16,2-1-110 0,-2 0-29 0,2 0-26 0,0-3-88 15,2 0 190-15,5 0 7 0</inkml:trace>
  <inkml:trace contextRef="#ctx0" brushRef="#br0" timeOffset="-131513.35">28839 11009 559 0,'-6'-9'106'0,"-2"-1"-98"0,1 2 7 0,1 0 25 0,2 5 36 15,2-1-10-15,-2 1 62 0,3 1-25 0,-1 2-30 0,0 0-24 16,-1-2 2-16,1 1-5 0,-1 1 6 0,-1 0-4 0,1 0-5 0,0 1-11 15,-1-1 12-15,0 2-13 0,0-1 3 0,2 0-6 0,-2 3-6 16,0-1-17-16,-1 0 11 0,0 2-9 0,0 1 19 0,0-1-4 16,-1 2-10-16,2 0-20 0,-1 2 21 0,1-3-19 0,1 2 22 15,0 0-4-15,0-2-12 0,2 0-6 0,0-1 10 0,0-1-4 0,1 0 11 16,0-1 3-16,1 1-11 0,1-1-9 0,0-3 20 0,2 3-16 16,-2-2 31-16,2-1-1 0,2 0-7 0,1-2 4 0,-1 0 8 15,2-1-5-15,1-3 3 0,0 3 1 0,1-3-6 0,2-1-9 16,0 2 13-16,-1-2-12 0,2-2 10 0,-3 2-7 0,1-1-6 0,-2 0-10 15,0 3 14-15,0-1-10 0,-1 1 17 0,-2 1-6 16,-1 1-12-16,-1 1-13 0,0-1 10 0,-3 2-7 0,0 1 13 0,-1 0 1 16,0 0-4-16,0 0-12 0,0 0 13 0,-2 0-12 0,0 1 16 15,-3 2-2-15,-1-1-8 0,1-1-8 0,-1 2 5 0,1 1-4 16,-1-2 7-16,0 1 1 0,1 1-3 0,1-2-2 0,1-2-1 16,1 2 0-16,0-1 6 0,-1 0-2 0,2 1 1 0,0-1-13 15,1-1 11-15,0 1-8 0,0-1 18 0,0-1-4 0,0 1-6 0,0 0-3 16,0 1-4-16,1-1 4 0,0 0 5 0,0 0 0 0,2 0 2 15,0-2-2-15,0 0 2 0,2 0-2 0,-1-1 2 0,2 1 1 0,0-2 1 16,0 1-7-16,0-2 4 0,1 0-4 0,-3 0 14 16,2 1-5-16,-3 0-3 0,1 2-6 0,-2-2 2 0,-1 2 0 0,-1 0 15 15,0 2-3-15,-1 0-1 0,-3 0-11 0,1 0 8 0,-3 1-6 16,-1 0 12-16,-1 2-8 0,-4 0-6 0,1 0-8 0,0 3 6 16,-2 0-4-16,-2-1 10 0,1 1-5 0,1 1-5 0,1-1 3 15,2-1 1-15,1-1 1 0,2 1 5 0,2-3-2 0,1 0-4 0,2-1-5 16,-1 1-3-16,3-1-1 0,-1 2-9 0,1-3-9 0,0 0-6 15,1 0-27-15,0 0-4 0,2 1-3 0,-1 1-16 0,1 2-6 16,2-1-7-16,0 2-44 0,2 0-34 0,0 0-4 0,2 2-216 16,1 0 235-16,0 7-39 0</inkml:trace>
  <inkml:trace contextRef="#ctx0" brushRef="#br0" timeOffset="-129862.09">26266 13686 256 0,'-12'0'34'0,"6"0"473"0,-1-1-239 0,0-1 1 0,-1 2-266 0,1 0-3 0,1 0 6 0,0 0 18 15,0 2 1-15,3-2 7 0,-1 0-32 0,-1-2 16 0,0 1-17 16,-1 0 26-16,1 0 3 0,1-2 0 0,1 2 10 0,-1-1-4 16,2 2 3-16,0-2-3 0,1 1 1 0,-1-1-2 0,1 0-9 0,1 0 15 15,1 0-13-15,1-2 12 0,-2 1-9 0,2 1-11 0,-1-2-12 16,1 1 10-16,2 0-9 0,-1-2 2 0,1 2 1 0,2-2-8 0,0 1 3 16,-2-1 3-16,1 0-3 0,-1 0 4 0,1 0-3 0,0-1 1 15,1 1-4-15,-1 0 7 0,2-1-3 0,-1 1 12 0,-2 0 1 16,2-2-5-16,0 2-9 0,-1 0 8 0,2 0-8 0,0 0 10 15,-1 0-5-15,1-1-2 0,2 3-14 0,-1-3 9 0,1 3-6 16,1-3 17-16,-2-1-3 0,0 2-9 0,0 0-6 0,-2-3 7 0,3 1-6 16,-1 1 5-16,1-2-2 0,0-1-2 0,0 0-5 0,-1-1 7 15,0 0-3-15,0 1 13 0,-2 1-4 0,1-1-7 0,1 0-2 16,-1 3 2-16,0 1-1 0,0-2 7 0,-1 4 0 0,1-4-6 0,1 0-6 16,-2-1 11-16,-1-1-8 0,0 3 17 0,0-1 0 15,-2 2-5-15,2 1-2 0,-2-2 5 0,2 1-4 0,0-2 7 0,2 0-2 16,0 0-2-16,1-1-8 0,-2 1 7 0,1-2-6 0,1 1 7 15,-2-1-4-15,0 0-6 0,-3 0-1 0,-2 0 0 0,1 2 1 16,0-4 5-16,5 2 1 0,1 0-3 0,0 0-16 0,-1 1 14 0,1-1-12 16,0 0 22-16,1 0-4 0,0-2-5 0,0 4-5 0,1-1 0 15,-1 2 0-15,0-1 6 0,-2 1 0 0,-1-1 1 0,-1 1-5 16,1 0 3-16,1-2-3 0,-2 0 5 0,1 2 0 0,-1-1-2 0,1 0-13 16,-1 0 13-16,0 0-10 0,0-1 17 0,0-1 1 0,1 1-9 15,-1 1 1-15,1-2 1 0,1 0-1 0,-2-1 5 0,2 1-2 16,0 0 0-16,0-2-6 0,-1 4 6 0,1-1-4 0,-1 2 13 15,0 0-3-15,0 0-4 0,0 1-6 0,-1 1 4 0,0 2-3 16,0 0 6-16,0 1-4 0,1-2-4 0,-2 0-4 0,1 0 4 16,-2-2-1-16,1 2 9 0,1-3 0 0,-1 2-7 0,1-1-2 15,0 1 3-15,1-4-3 0,1 2 3 0,1 2 0 0,0-3-2 0,-1 1-7 16,2-3 10-16,1 0-8 0,1 2 12 0,-1-1-3 0,1 0-5 16,0-1-9-16,2 1 10 0,0 0-7 0,-1 0 18 0,1 0-1 15,-3 1-8-15,-6 0-14 0,2 0 15 0,0 0-12 0,-2 2 20 16,7-2-1-16,-1-1-7 0,0-1-11 0,3 0 10 0,-1 1-8 15,1-1 12-15,-1 3 0 0,-1-1-8 0,0 0 0 0,1 0 2 0,-2 0 0 16,0 0 3-16,-1 0-1 0,0-2-3 0,1 1-12 0,-1-1 17 16,1-1-11-16,0 1 15 0,0-1 1 0,-1 1-10 0,1-2-3 15,0 1 4-15,0 0-3 0,1 0 4 0,-1-3 2 0,0 1-3 0,0-2-10 16,0 3 14-16,1 0-12 0,-1-1 18 0,0 1-2 0,2 2-9 16,-1 1 3-16,-1-3-1 0,2 1 1 0,1-3-4 0,-2-1 2 15,1 3 1-15,3-2-7 0,-2 0 5 0,2 1-4 0,0 0 12 16,-4-1-3-16,0 1-5 0,1 0 0 0,-5-1 0 0,-1 1 2 15,0 1 4-15,0-1-3 0,6 1-3 0,4 0-7 0,-1-1 10 0,0 0-7 16,0 1 10-16,-3-1 2 0,1 1-6 0,-1-1-9 0,-1 0 11 16,1 1-11-16,-2-2 16 0,1 0-1 0,0-1-4 0,0 0-3 15,2-1-1-15,-2-1 0 0,1 0 3 0,0 0 0 0,-1-1 1 0,1 2-10 16,0 0 9-16,1 2-7 0,-1 0 13 0,-1 1-3 0,1-1-6 16,0-2 2-16,0-1-2 0,1 0 2 0,-1 0-1 0,0 2 1 15,0 0-1-15,0 1 1 0,-2-1 1 0,1 1-1 0,1-2-1 16,-1 0-1-16,0 0-1 0,0 0-4 0,-5 2 5 0,-2 1-2 15,2-1 7-15,-2 2-2 0,8-1-3 0,0-2-6 0,1 1 7 16,2-3-2-16,1 1 9 0,-2 1-2 0,1-1-5 0,0-1-5 0,-1 1 2 16,3-3-2-16,-1 0 9 0,-1 1-2 0,1 2-2 0,2 1-3 15,0-1 2-15,0-3-2 0,0 0 4 0,-1 0 2 0,0 2-4 0,2-1-5 16,-1 0 5-16,2 2-5 0,0-3 13 0,0 2-2 16,3 0-2-16,-1-4-5 0,2 2-1 0,-8 2 1 0,1-2 1 0,-3 3 0 15,3-3-1-15,9 1-5 0,-3-1 7 0,2-2-3 0,-2 0 9 16,-3 0-1-16,-2-2-5 0,1 2-7 0,0-3 11 0,0 5-8 15,1-2 10-15,-3 3 0 0,1 0-7 0,-1-2-8 0,0-1 13 16,-2 3-9-16,1-1 17 0,-1 1-2 0,-2 2-7 0,2 2-3 16,1-3 4-16,-2 2-3 0,2 0 6 0,-3 0-3 0,0 1-1 0,0 2-12 15,-4-2 11-15,-1 2-8 0,3-2 21 0,0 1-6 0,10-1-10 16,2 2-11-16,1-3 13 0,-1 0-8 0,0-2 17 0,-1 2-3 16,0-1-8-16,-1 0-6 0,1-5 6 0,1 4-4 0,0-1 9 15,1 3-1-15,-1 4-1 0,0 0-5 0,1-2 2 0,-1 0-2 16,2-2 3-16,-1 2 2 0,-3 1-1 0,0 1-7 0,-8 0 6 0,-3 1-6 15,0 0 8-15,-2 0-1 0,3 3-2 0,2-2-1 0,-3 3 1 16,1 0-3-16,-2 2-2 0,-5-1-1 0,2 2-2 0,-3 0-7 16,-1 1-3-16,-1 1-2 0,1-1-22 0,-2 1-10 0,0-1-11 0,0 1-53 15,0 0-20-15,0 0-11 0,0 0-148 0,0-2 29 0,3 1-28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50:26.70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16191 703 420 0,'0'-8'95'0,"0"4"104"0,1-1 42 0,-1 1-72 16,1 1-21-16,0-2-17 0,0 3-28 0,-1 1-3 0,1-2 5 15,0 1-18-15,-1 1 19 0,2-1-13 0,-2 0-10 0,0-1-23 16,0 3 28-16,-1-1-33 0,1 0 39 0,0 1-14 16,-1 0-22-16,1 0-19 0,0 0 8 0,-1-2-17 0,3 2-12 0,-2 0-6 15,0 2-12-15,0 0 0 0,0 2 0 0,0 2 1 16,1 5 4-16,-2-1 3 0,0 1-1 0,0 3-14 0,-1 2 14 15,0 3-15-15,-2 3 23 0,1-3-4 0,-2-1-7 0,1 0-4 16,-1 0 1-16,1 0-1 0,-2 0 5 0,1-3-3 0,0 0-1 16,1 1-6-16,0-2 7 0,2 2-5 0,2 0 12 0,1-2-2 15,-1 3-7-15,0 0-3 0,-2 1 5 0,-4-1-4 0,4 1 8 16,0 0-1-16,1 0-5 0,0 0-10 0,0-2 13 0,-2-4-8 16,2-2 12-16,1-2 0 0,1-2-6 0,0 2-2 0,2-2 6 15,-3-2-5-15,2 3 14 0,1-4-4 0,-1 3-3 0,3-4-4 0,-1-1 10 16,-2 1-6-16,-1-1 20 0,1 0-5 0,2 0-4 0,5 1-6 15,4-1 6-15,1 0-5 0,1 2-1 0,2-3 1 0,-1 0-6 16,0-1-7-16,1-2 10 0,0 3-10 0,0-3 10 0,-1 0 0 16,-1-2-7-16,2-1-1 0,1 3-3 0,0-3-2 0,1 3-19 0,-1-4-4 15,1 2-3-15,-1-3-19 0,0 1-17 0,-1-1 3 0,-1-2-63 16,1 1-32-16,-3-1-22 0,0-3-234 0,0 3-75 0,1-2-47 16</inkml:trace>
  <inkml:trace contextRef="#ctx0" brushRef="#br0" timeOffset="680.36">17055 633 231 0,'-2'-6'213'0,"2"6"-52"0,-1 0 160 0,-1 0-108 0,0 0 0 0,0 0-56 0,0 0-42 0,0 0-12 0,1 3-24 0,-1 1-4 15,1-2 12-15,1 0-23 0,1 3 20 0,1-3-4 0,0 3-7 16,1 3-27-16,-1 0 6 0,3 2-21 0,-1 2-2 0,1 0-10 16,-2 1-9-16,1 4-13 0,-1-2 9 0,-1-3-7 0,1 3 16 15,-1-3-1-15,0 2-7 0,0 4-6 0,0-2 4 16,2 3-5-16,-3-3 9 0,0-5-4 0,1 0-3 0,1-2-8 16,0 1 3-16,-2-1-5 0,0 1-11 0,1 0-11 15,-2-1-11-15,2 1-52 0,-2-1 8 0,0-1-9 0,1 1 2 0,1-3-35 16,1 2-24-16,0-1-123 0,0 0-28 0,-2-2-13 0,-1 2 96 15</inkml:trace>
  <inkml:trace contextRef="#ctx0" brushRef="#br0" timeOffset="1014.82">16800 1175 870 0,'1'0'225'0,"2"0"-21"16,0 0-28-16,1 0-62 0,4 0-4 0,1-1-22 16,3-3-22-16,3 0-43 0,1 2 15 0,2-5-24 0,4 4 25 15,-1-1-10-15,1 1-12 0,2-2-8 0,-2 3 18 0,2-4-15 16,3 3 17-16,-3-1-4 0,1 0-11 0,2 1-3 0,-7 1 10 15,2-1-11-15,-1 2 7 0,0 1-4 0,4 0-9 16,1 0-5-16,-4-1 4 0,0-1-5 0,2 1 8 0,0-1 0 16,-2 0-6-16,1 0-14 0,-3 0 16 0,-1 2-15 0,-1 0 11 15,-3 0-5-15,-2 0-11 0,1 0-8 0,-4 0-5 0,-1 0 3 16,-1 0-27-16,-3 2-2 0,-1-2-3 0,-1 0-56 0,-2 0-29 0,0 0-3 16,0-2-115-16,-2 2-16 0,-1-2-19 0</inkml:trace>
  <inkml:trace contextRef="#ctx0" brushRef="#br0" timeOffset="1297.05">16892 749 580 0,'-3'-9'150'0,"-2"5"295"0,1-3-254 0,3 0-32 16,1 1-29-16,1-2-50 0,2 0 17 0,3-1-34 0,1 2 24 16,2-2-14-16,1 0-16 0,3 0-1 0,3-1 11 0,1-1-13 15,4 1 16-15,-1-3-10 0,3 1-14 0,4-3-25 16,0 1 5-16,1 3-15 0,-3-1 1 0,-3 3-4 16,2 0-5-16,4-1-6 0,4 1 7 0,1 2-7 0,-1-2-5 15,-4 2-15-15,0 1-11 0,3 2-49 0,-3-1-27 0,-2 2 13 0,0 1-129 16,-4 0-73-16,-3 2-22 0</inkml:trace>
  <inkml:trace contextRef="#ctx0" brushRef="#br0" timeOffset="2151.08">17826 546 1268 0,'-6'-7'-163'0,"1"5"381"0,2-1-32 15,0 0-35-15,0 1-61 0,1 1 10 0,1 1-39 0,0 0-11 16,0 0-12-16,-1 2-13 0,0 2-10 0,2 1 10 15,0 2-10-15,0 1 18 0,0 1-4 0,2 3-9 0,0 5 1 16,0-2 5-16,1 2-8 0,0 1 5 0,-1-2 1 16,0 3-1-16,0 2-16 0,2-2 14 0,-1 2-17 0,1-1 21 0,-2 1-4 15,1 0-11-15,-1-2 2 0,1 3 1 0,-2-1-2 0,-1-1-2 16,0-6-3-16,0-1-4 0,2-3-10 0,0 1 11 16,2-2-9-16,-1-1 18 0,1 1-3 0,0-2-6 0,0-2-7 15,0 0 4-15,-1-2-2 0,-1 1 10 0,1-2 1 0,-2-1-5 16,-1 1-8-16,1-2 16 0,0 0-11 0,0-2 34 0,-1 0-4 0,1-2-6 15,0 0-9-15,-1-4 5 0,0 1-6 0,0-4 2 0,0 3-5 16,-1-4-7-16,0-1-5 0,0 0 11 0,-1 2-8 0,1-4 5 16,-2 0-2-16,1 0-7 0,0-3-7 0,-2-1 9 0,1 1-6 15,0-2 12-15,-1 0 1 0,1 1-7 0,1 0-4 0,-1 1 5 16,1 0-5-16,0 3 5 0,1-1 2 0,0 5-3 0,0-2-5 16,-1 2 3-16,2 2-4 0,-1 0 6 0,1 3 3 0,0 3-3 0,0 3-3 15,0 0 2-15,1 0-3 0,1 0 4 0,-1 2 0 0,1 2-1 0,1 4-6 16,2-1 8-16,0 4-5 0,3 0 12 0,0-1-1 15,0 1-4-15,2 1-6 0,0-1 9 0,1 0-7 0,1-1 16 0,1-1-1 16,2 2-3-16,2-2-11 0,2-2 10 0,1-2-9 0,1 2 15 16,1-2-7-16,1-2-6 0,3-2-3 0,-7 0 4 0,4 0-2 15,-2-1 9-15,0 2-5 0,5-1-3 0,-2 1-6 0,-2-2 3 0,-2 2-1 16,-1-2 7-16,0-2-1 0,-2 2-4 0,-1-1 0 16,-1 0 0-16,-3-2 1 0,-3 1 2 0,-1 1 1 0,-4 1-1 0,0-3-5 15,-2 2 12-15,-1-4-9 0,-1-1 19 0,-1 0-5 0,-1-2-7 16,-2 2-10-16,0-3 7 0,-3 1-5 0,0-1 12 0,0-1-1 0,-1-1-5 15,-1-1-11-15,0-2 9 0,0-3-8 0,0 2 15 0,-1-3-4 16,2 0-7-16,0 1-5 0,1 1 3 0,2 4-2 0,-2-1 4 16,1 3 0-16,2 1-2 0,-1 2 0 0,2-1 1 0,-2 2 0 15,2 0-1-15,1 3-5 0,-1-3-2 0,2 3-7 0,0-1-3 16,0-1 1-16,1 2-15 0,0-2-7 0,1 1-8 0,1-1-18 0,3-1 5 16,3-1-11-16,3 0-47 0,3-1-19 0,2 4-30 0,2 1-78 15,0 2-55-15,1-1 3 0,1 2 57 0</inkml:trace>
  <inkml:trace contextRef="#ctx0" brushRef="#br0" timeOffset="2719.06">18974 480 916 0,'-4'-7'-571'0,"3"4"1119"16,-2 2-128-16,3 1-186 0,-1-2-83 0,1 2 20 0,0 0-56 0,0 0-6 0,0 0-29 16,0 0-30-16,1 3-32 0,1 0 16 0,-1 0-20 0,0 2 26 15,0 3-7-15,-1-1-10 0,0 2-17 0,0 2 17 0,0-1-18 0,0 2 25 16,0 1 0-16,0-1-8 0,-2 5-12 0,-1-2 4 16,2 2-12-16,-1 0 7 0,1-1-3 0,-1-2 1 0,-1 2-2 15,1-2-4-15,0-1 4 0,-1 3-4 0,1-4 1 0,1 2 1 16,0-3-1-16,1 1-2 0,0 1 0 0,1-2 6 15,0 0-3-15,3-5 1 0,-1 2-12 0,1-2 14 0,-1 0-8 16,3 0 20-16,-2-3 0 0,3 3-8 0,2 0-8 0,-3 0 7 0,2 1-6 16,2-3 11-16,1-1-2 0,1 1-2 0,3-1-14 0,1 1 20 15,1-2-15-15,2-1 30 0,-1-1-9 0,-4 2-14 0,-1-2-11 16,-2 1 8-16,3 2-6 0,4-1 12 0,-1-1-3 0,0 2-5 16,-1-3-7-16,1 0 8 0,1 0-5 0,-1-1 11 0,-3-1-5 0,0 1-6 15,1-1-12-15,-1-1 7 0,1 0-6 0,0 2 8 0,-2-3-4 16,-1 1-8-16,2-1-8 0,-2-1-5 0,-3 1 2 0,0 1-15 15,-2 1-3-15,-1-2-2 0,-2 0-24 0,0 0-1 16,-1 0-7-16,-2 0-36 0,-1 2-6 0,0-2-17 0,-1 0-41 0,-2-1-34 0,0 2 9 16,-1-3-84-16,-1 4-17 0,0-1-2 0</inkml:trace>
  <inkml:trace contextRef="#ctx0" brushRef="#br0" timeOffset="3016.5">19033 667 126 0,'0'-2'114'0,"1"2"-43"0,-1 0 88 0,0 0-62 0,0-2 5 0,1 2-18 0,3 2 22 0,-1-2-5 0,2 1-12 15,1 0-26-15,-2-1 28 0,4 0-39 0,0 0 41 16,2 0-9-16,1 0-16 0,1-1-5 0,0 0 13 0,-1 1-20 15,-3-3 8-15,-2 0-12 0,0 2-21 0,2 0-24 0,6 0 13 16,-2-1-19-16,3-2 13 0,-2 3-4 0,-2-1-7 0,1 0 1 16,-4 1-2-16,-2 0 3 0,0-2 4 0,1-1-4 15,-3 3 0-15,1-3-22 0,-2 2 8 0,0 0-12 0,0 1-10 16,-2 0-21-16,-1-3-14 0,0 1-55 0,-1 2-52 0,-2 0 24 16,0-2-165-16,-4 2-23 0,3 1-21 0</inkml:trace>
  <inkml:trace contextRef="#ctx0" brushRef="#br0" timeOffset="3219.65">18917 503 1452 0,'0'-15'-168'0,"2"8"403"0,0 4-13 16,2-2-27-16,3-1-74 0,3 1 28 0,0-2-66 0,4 1-4 15,0 1-22-15,-1 2-31 0,5-1-30 0,-1 2 9 0,1-1-14 16,1 0 22-16,1 0-4 0,0 1-5 0,0-1-14 0,-6 1 11 15,-2 0-8-15,2-1 23 0,1 0-7 0,4 1-9 0,2 0-28 16,-1 0-11-16,-1-1-1 0,-1 3-61 0,-2 0-29 16,-1 0-12-16,-2 0-155 0,-2 3-79 0,0 1-22 0</inkml:trace>
  <inkml:trace contextRef="#ctx0" brushRef="#br0" timeOffset="3936.35">19633 1260 124 0,'-1'-7'155'0,"1"4"-26"16,3-1 124-16,-3 1-85 0,1 1 29 0,-1 0-65 0,0 0 23 15,2-2-26-15,-1 1-37 0,5-4-26 0,-2-1 15 0,0 2-26 16,0-2 15-16,4-1-3 0,0 1-10 0,4-2-8 0,0-1 16 15,1-1-22-15,0-1 19 0,1-2-12 0,0 2-14 0,1-4-23 16,0 3 13-16,-1 2-17 0,2-5 12 0,0 4-5 16,-1-2-10-16,3-2-6 0,-2 3 9 0,-1-3-9 15,0 1 18-15,-1 0-2 0,-4 0-7 0,1-1-10 0,-3-1 13 16,0 0-13-16,0-5 18 0,-3 1-3 0,1-3-8 0,-3-3-6 16,0 0 4-16,-2 1-4 0,0-4 3 0,-1 4 2 0,-2-1-3 0,-2-4-6 15,0 1 6-15,-3-1-4 0,0 3 9 0,-1 2-4 0,0 1-3 16,2 3-4-16,-2 0 3 0,-2 1-1 0,-3 1 3 0,-1-4 1 15,-4 1-2-15,-1 1-5 0,-1-4 5 0,-3 1-4 0,0 2 6 16,0 0 2-16,-4 2-4 0,-3-1-18 0,-2 0 17 0,0 1-17 16,3 2 20-16,1 0-2 0,-3 2-7 0,0 3-13 0,-6 1 9 0,2 3-7 15,1 3 14-15,2 5 1 0,0 2-3 0,1 2-9 0,-1 2 10 16,-3 3-9-16,-2 1 12 0,2 2 2 0,1 0-2 0,3 3-7 16,3 5 5-16,-1 3-4 0,-3 6 10 0,-2 1 1 0,-2 1-2 0,1 5-11 15,2 1 7-15,-2 2-7 0,3 1 17 0,3-3-2 16,1 1-3-16,-1-2-3 0,0 0 0 0,2 5-1 0,1 2 2 0,7 3 4 15,9 2 1-15,2-1-5 0,1 2 4 0,5 1-4 0,-3 0 9 16,4-1-5-16,2-1-2 0,4 1-4 0,0 0 2 0,0-1 0 16,3 0 11-16,2-7-1 0,7-1-2 0,9-4 2 0,3-4 2 15,3-4 0-15,2-2 8 0,1-5-1 0,2-2-1 0,7-1-12 16,2-2 13-16,3-1-11 0,4 0 20 0,-1-3-6 0,-3-1-8 0,4-2-13 16,-4 0 8-16,-1-3-8 0,5-2 10 0,-5-1-1 0,2 0-6 15,2 0-15-15,-3 0 8 0,-5 0-15 0,-6-1-12 0,-8-2 0 16,-2-2-9-16,0 1-42 0,2-1-1 0,-3-1-14 0,-4 0-44 0,-3-1-20 15,-1-1-21-15,-2 1-132 0,-2-2-66 0,-1 2-22 0</inkml:trace>
  <inkml:trace contextRef="#ctx0" brushRef="#br0" timeOffset="5472.71">3191 3699 713 0,'2'-5'226'0,"1"-1"343"0,1 0-470 0,4 6-105 0,3-2-4 0,3 2 16 0,-3 3-1 0,3-1-4 0,0 1-1 15,4 3 8-15,7-3-3 0,1 4 24 0,-2-1-5 0,-1-1-7 0,-1 2-14 16,1-2 11-16,-2 3-9 0,3-3 20 16,-1-1 5-16,3 1 6 0,3-1-29 0,2 2 21 0,1 0-20 0,1-1 33 15,2 3-2-15,-2-5-9 0,0 1-11 0,4 1 7 0,1-3-10 16,5 3-3-16,3-1-1 0,1 3-6 0,2-4-9 0,2 3 10 0,3-4-9 15,1 1 9-15,-6-2 3 0,4 0-6 0,2-1-6 0,-1 0 12 16,7 0-11-16,-2 0 13 0,1 1-7 0,4 1-5 0,1 0-6 0,0 0 6 16,-3-2-2-16,1-4 18 0,-3 1-3 0,5 1-4 15,6-2-15-15,0 3 10 0,1 1-10 0,-2-4 15 0,-1 1 0 0,1-1-3 0,7 0-11 16,3 2 6-16,3 1-7 0,-1 1 12 0,-2 2 2 16,2 5-5-16,7 0-4 0,3 2 4 0,-3 0-5 0,0-2 11 0,-8-2-1 15,1-1-1-15,9-1-6 0,2 2 2 0,-1 2-1 0,-1 1 5 16,-5-2-2-16,2 0-3 0,5-1-5 0,0 2 5 0,-1-5-2 0,2-2 9 15,-6 0-5-15,3 0-6 0,6 0-4 0,-1-2 6 0,1-2 0 16,1 1 10-16,-3 0-2 0,2-1-6 0,3-1-11 0,0 0 12 16,0-1-9-16,1 1 17 0,-3 0-3 0,2 1-8 0,5-2-2 15,-3 2 4-15,2-2-3 0,0 3 0 0,-2-1 4 0,-1 0-4 0,3 3 1 16,3-1 7-16,1-1-6 0,-1 1 4 0,-2 0-4 0,0-2-1 16,2 2-1-16,6 1 1 0,-1-3 0 0,1 1 9 0,-1 1-4 15,-1 2-4-15,4-4-3 0,1 0 4 0,-1 0-2 0,0-2 6 16,-2 2 1-16,-1-1-2 0,5 0-7 0,-1-1 6 0,2 1-4 0,-1 2 17 15,-3-3 1-15,0 3-2 0,7 0-6 0,-2-3 1 0,0 2-2 16,2 0 0-16,-5 1 2 0,-1 1-2 0,6-1-13 16,-5 2 18-16,2 1-16 0,1-1 27 0,-7 1-5 0,0 2-6 0,2 2-9 15,-1 0 10-15,-2-3-7 0,1-1 19 0,-9-2-6 0,0 2-8 16,7 0-9-16,-2 0 9 0,-5 0-7 0,2 1 14 0,-8 0-4 16,1 0-5-16,2 2-7 0,-4 0 1 0,-6 2-1 0,-1 1 1 15,-3-1 1-15,-3-3-3 0,0 0-3 0,-4-1 3 0,-3 2-3 0,-4-1 4 16,-6 2-1-16,-2 0-2 0,2-3-8 0,-9 3 7 0,-2 0-5 15,-2 0 12-15,-10 1-2 0,1-2-5 0,-3 2-9 0,1-1 1 16,-2-1-5-16,-10 1-16 0,-4 0-3 0,-2 0-9 0,2 0-37 0,2 1-1 16,-1-3-12-16,-6 4-57 0,-4-3-51 0,-4 4-40 0,0-1-175 15,-5 4 228-15</inkml:trace>
  <inkml:trace contextRef="#ctx0" brushRef="#br0" timeOffset="10458.95">19372 3834 635 0,'-9'-3'195'0,"0"1"284"0,1 2-392 0,1 2-77 0,3-1-11 0,-1 1 19 16,2 0 3-16,2 0-10 0,-1 2-1 16,2-3 14-16,0 2-10 0,0-2 19 0,0 1 6 0,0-2 1 15,1 0 17-15,1 0-1 0,2-3 1 0,4 0-10 0,1 1-9 0,5-2-5 16,1-1-21-16,4-2 14 0,3 1-11 0,0 1 12 16,2-1-7-16,3 0-10 0,0 3 0 0,5-3-9 0,1 3 8 0,1-2-3 0,0-1-3 0,1 3 6 15,2-3-17-15,3 3 9 0,1-1-6 0,1 1 13 0,-1 2-3 16,4 0-7-16,3-2-4 0,5 2 11 0,3 0-5 15,0-1 24-15,1-2-4 0,0 1-6 0,4-3-3 0,3 1-3 0,3 0 2 16,6 1 0-16,-3-1-1 0,5 1 0 0,6-3-10 0,1 0 0 0,5 1-2 16,2 1 13-16,-1 0-4 0,1 0-1 0,6-3-8 0,0 3 3 15,5-2-2-15,1 3 10 0,-1 1-4 0,3 0-4 0,4-1-2 16,4-1 2-16,2-1 0 0,0 1 6 0,-3-1-3 0,0 3-2 0,7-2-1 16,2 2 2-16,1 0 0 0,4 3 10 0,-7 0 0 0,2 3-3 15,7 0-11-15,0-1 19 0,3 3-15 0,1-2 27 0,-3 2-7 16,1-1-11-16,6 2-10 0,2-1 11 0,3 2-9 0,3-1 13 15,-7-3-4-15,4-1-8 0,5 1-1 0,1-2 5 0,1 2-3 16,0-1 5-16,-3 2-4 0,-5-1-4 0,8-3 1 0,-3 2-1 0,-3 1 1 16,3 0 2-16,-11 3-2 0,1-3-1 0,1 1-12 0,-1 1 10 15,-2 2-7-15,-1-2 21 0,-8 3-4 0,-2-3-6 0,1 0-11 16,-2 3 10-16,-1-3-7 0,-1 0 21 0,-9 2-3 0,1-1-6 0,2 0 8 16,0 0 1-16,-2 2 1 0,-2-2 3 0,-6 2 0 0,3 0-3 15,5 0-16-15,-2 0 15 0,-3 1-14 0,-1 0 18 0,-4 0-5 16,-3 2-9-16,-3-2-7 0,-7 1 4 0,-5 0-4 0,-4 2 3 15,-9-2 0-15,-2 0-3 0,-6 0-23 0,-6 1 2 0,-7-1-11 16,-9 3-30-16,-6-3-15 0,-7 1-19 0,0 0-90 0,-6-2-62 0,-2 1 4 16,-4-1 26-16</inkml:trace>
  <inkml:trace contextRef="#ctx0" brushRef="#br0" timeOffset="26067.95">26149 7965 645 0,'-6'0'152'0,"3"1"-77"0,-1 0-28 0,3 2-30 0,0 0 36 0,1-1 6 0,0 3-3 0,1-1-20 16,-2 3 29-16,0 2-28 0,0 2 32 0,-2-4-7 0,1 1-12 0,0-2 9 15,-1 1 0-15,-2 0 2 0,1 2-6 0,-1 0-3 0,1 3-6 16,2 3-24-16,-3-2 18 0,3 1-18 0,0 0 21 15,-2-2-9-15,4 1-10 0,-1-1-16 0,0 1 14 0,1-1-10 0,0 0 18 16,-1 0-7-16,0 0-7 0,1 3-16 0,0-1 8 0,0 4-7 16,1 1 18-16,0 2-4 0,1 0-6 0,0 1-2 0,1 1-2 0,-1 1 2 15,0 2 4-15,-1 0-1 0,2 1 0 0,-1 1-10 0,0-3 7 16,0 0-7-16,2-2 9 0,-1-2-5 0,3 4-5 0,-1 0-10 16,1-3 12-16,1 1-4 0,-1-2 19 0,0-1-6 0,2 2-10 0,0 1-12 15,-2 1 14-15,1 1-9 0,-1-2 20 0,-2 2-5 0,1 0-8 16,-2 3-15-16,2 2 15 0,-3-1-11 0,1-2 24 0,-1 1-2 15,0-1-9-15,-1-1-16 0,-1 4 20 0,0-3-16 0,0 0 21 16,0-2 1-16,-3 2-7 0,1 4-12 0,0 3 5 0,-1 2-6 0,-1 1 16 16,1-3-3-16,0-1-2 0,-2 2-15 0,1-1 14 0,-3-1-10 15,0 1 18-15,-1-2-1 0,-1-4-8 0,0 0-6 0,0-1 6 16,3 0-4-16,-1-2 6 0,3 1 2 0,2 0-6 0,0 1-6 16,1-1 10-16,0 3-7 0,0-3 11 0,-1 1-5 0,2-1-4 0,-1-3 0 15,1 1 1-15,0-1 1 0,0 0 1 0,1-1 1 0,-1 0-4 16,0-3-5-16,0-1 10 0,-1 0-7 0,1-1 11 0,-1-1-3 15,1 0-5-15,-1 2 1 0,1-2-1 0,0 2 2 0,1 0 3 16,1-3-4-16,1 0 2 0,0-1-6 0,2 0 1 0,-1 0-1 16,2 0 6-16,-1 0 1 0,3-1-1 0,0 1-7 0,0-1 6 0,2 1-5 15,-2-2 8-15,1 1 0 0,0-1-4 0,0-3-2 0,2-2 2 16,-1 2-1-16,1-1 2 0,-1 2 0 0,3 3-3 0,1-3-8 16,3 1 14-16,1 1-9 0,0-4 14 0,0 1 0 0,1 0-5 0,3 0-5 15,0 1 1-15,4 0-3 0,1-2 6 0,2-1 0 0,5-2-2 16,-2-1-12-16,4-2 15 0,3-1-11 0,1 1 23 0,4-2-3 15,0 0-9-15,4 0-3 0,0 2 2 0,4 1-3 0,3 3 7 16,1-1 2-16,4-1 1 0,7-1-8 0,-2-2 9 0,2 0-8 16,2 1 11-16,-2-1-3 0,2 1-6 0,0 3-4 0,1-1 2 15,-2-2-2-15,1-1 4 0,-2-1-2 0,-1 0 0 0,5 0-4 16,-7 0 2-16,2-1-1 0,-2 1 7 0,-9-2-4 0,5 1-2 0,-5 0-4 16,-1 1 2-16,-2 0-2 0,-2 0 4 0,-3 2 4 0,-6 0-1 0,1 0-21 15,-2 1 17-15,-4-1-17 0,-3 0 20 0,-6 1-10 16,-5 1-12-16,0-1-15 0,-5-1-11 0,-3 1 5 0,-2-2-37 0,-6-1-13 15,-2 0-13-15,-2 0-116 0,-2 0-9 0,0-1-40 0,0-3 61 16</inkml:trace>
  <inkml:trace contextRef="#ctx0" brushRef="#br0" timeOffset="26770.26">24869 8576 712 0,'0'-1'66'0,"-2"-3"159"0,2 3-206 0,3 1-6 0,1 0-9 0,2 0-5 0,1 0 22 0,-1 4-14 15,2-4 37-15,-1 2-4 0,0 1-8 0,-1 0-13 0,2 0 10 0,-1-1-6 0,-1 3 36 16,0-1-3-16,0 0-4 0,0 1-16 0,0-2 15 0,0 3-14 0,3-1 18 16,0 0-13-16,1 3-9 0,2-1-5 0,0 2 0 0,2-1 1 15,0 1-3-15,0-3-5 0,-5 2-6 0,0 0-19 0,2 1 12 0,1-2-12 16,4 1 10-16,2 0 3 0,0-2-3 0,0 2-3 0,-1-1-3 15,-3 0 0-15,-2-1 1 0,0 1 2 0,0-2 0 0,-2-2-11 16,0 5 14-16,-1-3-13 0,1 0 15 0,0 2 4 0,1-5-4 16,-1 2-18-16,2 1 16 0,-3-2-16 0,0 1 20 0,-2 0 0 15,0-1-9-15,0 3-17 0,-1-1 13 0,-2-1-16 0,1-1-2 0,-1 1-12 16,0-3-15-16,2 2-32 0,-1 0-13 0,0-2-2 16,0-1-92-16,-1 0 19 0,2 0-30 0,-1-4 69 0,1 0-13 0,1-3 6 15,-2-1 18-15</inkml:trace>
  <inkml:trace contextRef="#ctx0" brushRef="#br0" timeOffset="27102.5">25515 8306 611 0,'-20'2'-89'15,"10"-1"173"-15,1 1-7 0,1 2-17 0,3 1-14 0,-1 1 25 16,3 0-20-16,-2 2 46 0,1-2-15 0,0 0-15 0,1 5-26 16,2 1 15-16,-1 1-14 0,-1 4 21 0,1 2-7 0,0 3-4 15,0 2-23-15,-1 1 16 0,1-1-15 0,-1 0 3 0,-1 3-7 16,1 1-22-16,-2 6-4 0,1-2 16 0,-2-3-13 0,1-2 16 0,-1-2-3 16,2 4-8-16,-2 0-12 0,0 1 14 0,2-4-9 0,-2 3 33 15,1-3-5-15,-1 3-10 0,-1-1-7 0,2-3 13 0,-1 4-12 16,0-1 0-16,0-1 1 0,0 2-8 0,1-3 1 0,0-6-2 0,1-2 1 15,0-1 2-15,2-2-3 0,0 0-3 0,1 0-14 0,-1 0 18 16,2-1-14-16,0 0 16 0,2-2-6 0,0 0-11 0,0 2-46 16,1-1-7-16,2 0-11 0,-1-1-44 0,1-2-22 0,0-1-20 0,1-2-92 15,0-1-60-15,3-3-8 0</inkml:trace>
  <inkml:trace contextRef="#ctx0" brushRef="#br0" timeOffset="27971.43">28112 11228 530 0,'-6'0'271'0,"-3"0"-252"16,2 4 29-16,5 0-9 0,-5-1 13 0,5 2-2 15,0-1-7-15,-2 1-13 0,3 3 31 0,-2-3-25 0,0 2 36 16,0-1-4-16,-3 0-12 0,6 2-7 0,0 1 0 0,0 1-4 16,-4 4-6-16,-6 4-3 0,-3 0-3 0,-2 8-23 0,0 1 18 0,1 0-18 15,-2 2 15-15,-1-3-6 0,0 1-13 0,-2 3-16 0,1-2 12 16,0 2-8-16,-1-2 18 0,0-4-1 0,1 3-9 0,-1-1-6 16,2-2 7-16,0 1-7 0,0-2 8 0,1 1-3 0,-2 2-5 0,-1 3 5 15,0-2-4-15,-3-2 6 0,2-4-4 0,0-4 1 0,2-1 2 0,1 0-15 16,-1 0 19-16,7-2-16 0,-1-2 22 0,-1-2-6 15,2 0-11-15,-4-1-15 0,2 0 15 0,2-1-10 0,-2-2 20 0,3-2-12 16,-1 0-16-16,2-1-39 0,0-1 0 0,1 1-11 0,3-3-34 16,-2 0-12-16,1-2-13 0,2 1-75 0,-1-1-9 0,4-2-18 15</inkml:trace>
  <inkml:trace contextRef="#ctx0" brushRef="#br0" timeOffset="28289.14">27473 11410 864 0,'11'-8'62'16,"2"5"18"-16,3 1 35 0,2 4-17 0,5 9-5 0,-8-2-17 15,8 5 9-15,0-3-12 0,2 5-16 0,8 1-15 0,-5 5-16 0,2 4-19 16,-1-2 8-16,1 1-4 0,3-5 21 0,-2 0-4 15,3-2-10-15,1-1-14 0,3-2 21 0,1 2-19 0,0-2 26 0,-8 1-2 16,-3 0-5-16,1 1-4 0,-1-2 0 0,5 0-3 0,-3 0-1 16,-4-2-4-16,-1 2-2 0,-2 0-11 0,0-1 5 0,-3-1-5 0,-3-1 8 15,-4-3 3-15,0 2-4 0,-2 0-17 0,-1-3 11 0,-2 1-13 16,-1 0 17-16,-3-5-6 0,0 0-7 0,-1 1-24 0,-1-4 9 16,0 5-10-16,0-3-2 0,-1 0-14 0,0 1-18 0,0-3-76 0,0 2-26 15,2-3-5-15,1 0-106 0,4-3-11 0,-2-1-25 0</inkml:trace>
  <inkml:trace contextRef="#ctx0" brushRef="#br0" timeOffset="32140.47">26700 9699 265 0,'-8'-5'120'0,"4"4"-69"0,1 0 83 16,1-1-101-16,1 1 24 0,0 1-22 0,1 0 13 0,0 0-6 15,0 0-17-15,0 0-4 0,2 0 11 0,0 0-7 0,2 0 17 16,-2 0-6-16,1 0-11 0,0 0-11 0,0-1 12 0,-1-1-12 0,2 1 7 16,1 0-4-16,0 0-10 0,0 1 10 0,-1-3-8 0,1 2 7 15,0-2-10-15,-1 2-2 0,1 0 2 0,-1 1-21 0,1-2-3 16,-1 2-10-16,2 2-81 0,-3-2-1 0,1 1-28 0,-1 0-58 0,-1 2 120 16</inkml:trace>
  <inkml:trace contextRef="#ctx0" brushRef="#br0" timeOffset="32392.63">26616 9958 745 0,'-1'-4'-187'0,"1"0"295"0,-3 2-33 0,3 0-75 0,-1 1-21 0,1 1 31 15,0 0-28-15,0 1 32 0,1-1-4 0,-1 2-11 0,0-2-28 16,0 0 12-16,0 0-13 0,-1 0 12 0,0 0-2 0,-1 0-10 0,2 0-19 16,0 0 0-16,-2 1-9 0,2-1-28 0,0 0 1 0,0 0-4 0</inkml:trace>
  <inkml:trace contextRef="#ctx0" brushRef="#br0" timeOffset="32596.62">26827 9707 304 0,'-6'-4'185'0,"1"2"-129"0,1-1 136 15,0 0-194-15,3 2 0 0,0 1-1 0,1-1 16 0,0 1-5 16,0 0-9-16,1-1-29 0,-1 1-2 0,1 0-11 0,0-2-39 16,0 1-14-16,0 1-14 0</inkml:trace>
  <inkml:trace contextRef="#ctx0" brushRef="#br0" timeOffset="32792.56">26909 9606 1068 0,'-5'-10'-677'0,"-2"6"1078"15,1 2-135-15,1 0-268 0,2 2 3 0,0-1 11 16,2 1-11-16,1 0 3 0,0 0-1 0,0 0-3 0,0 0-9 0,1 0-8 0,0 0 0 16,1 1-30-16,0 0-3 0,-1-1-8 0,1 0-1 0,-2 0 9 15,1-1-5-15,0 0 8 0,1 1-15 0,0-2-10 0,2 0-59 16,-1 0-2-16,2-1-11 0</inkml:trace>
  <inkml:trace contextRef="#ctx0" brushRef="#br0" timeOffset="33006.42">26662 9937 295 0,'-9'0'55'0,"2"2"182"0,2-2-221 16,3 0 23-16,2-2-16 0,0 4 34 0,3-4-10 0,-2 1-19 0,2 1-15 16,1-4 6-16,-1 4-10 0,0-2-1 0,0-1-6 0,-1 1-2 15,1-1-19-15,1 0-17 0,-1 0 6 0,-1 0-50 0,0 0-17 16,-2 2-18-16,0-1-56 0,3-2 99 0</inkml:trace>
  <inkml:trace contextRef="#ctx0" brushRef="#br0" timeOffset="33180.68">26827 9693 588 0,'6'-4'63'0,"-1"-1"-38"0,1 4-8 0,1-1-9 0,-2 1 36 0,2 0-4 0,-1 1 0 16,-2 0-6-16,1 0 9 0,-1 0-7 0,-1 0 4 0,0 0-5 0,-1 0-13 15,0 0-31-15,-2-2 23 0,1 2-24 0,-1 0 10 0,0 0-20 16,1 0-23-16,-1 0-69 0,1-1-3 0,3-1-13 0,0-1-44 15,4-2 102-15,2 0-13 0</inkml:trace>
  <inkml:trace contextRef="#ctx0" brushRef="#br0" timeOffset="33345.83">27485 9334 445 0,'-6'0'43'0,"2"0"154"0,-2 0-230 0,1 4-4 16,0 0-5-16,-2 0-36 0,3 2 2 0,-2-2-7 0,2 0 3 0,0 0-6 16,1-2-13-16</inkml:trace>
  <inkml:trace contextRef="#ctx0" brushRef="#br0" timeOffset="33611.26">26965 9592 446 0,'-22'7'422'0,"9"2"-422"0,7-2 2 15,7-3-24-15,3 1 0 16,2-1-60-16,-4-2-99 16,-2 1-161-16</inkml:trace>
  <inkml:trace contextRef="#ctx0" brushRef="#br0" timeOffset="33773.17">26994 9738 1164 0,'-1'0'64'16,"0"0"60"-16,0 0-101 0,1 0-9 0,-1 0-12 0,1 1-9 0,2 0 12 15,3 0-10-15,0 1 12 0,0-1 0 0,1 0-5 16,0-1-15-16,-2 0-11 0,0 0 0 0,-4 0-35 0,0-1 6 0,2-3-2 16,1 2-33-16,1-5-10 0,-1 1-12 15,-2-2-82-15,2-2-2 0,0 0-14 0</inkml:trace>
  <inkml:trace contextRef="#ctx0" brushRef="#br0" timeOffset="33982.99">26984 9325 1337 0</inkml:trace>
  <inkml:trace contextRef="#ctx0" brushRef="#br0" timeOffset="34126.12">27164 9371 153 0,'1'0'22'0,"1"0"90"0,0 2-113 15,0 0-2-15,0 1 2 0,0-1-13 0,0 0 9 0,1 0-5 16,-3 2 26-16,0-1-5 0,0 3-8 0,0-2-16 0,-2 0 22 16,1 1-17-16,-1-3 23 0,0 2-4 0,0-1-11 0,-2-1-17 0,1 0 2 15,1-1-4-15,-1 0-2 0,3-1-6 0,-1 0-12 16,1 0-2-16,1 0 6 0,2 0-3 0,-1 0 16 0,0-1 9 0,1-3 4 16</inkml:trace>
  <inkml:trace contextRef="#ctx0" brushRef="#br0" timeOffset="34257.44">27223 9406 332 0,'-6'0'-206'0,"0"-1"412"0,3-1-70 0,-2 2-72 16,1 0-24-16,1 0 1 0,2 0 2 0,0 0-9 0,1 0-8 15,-1 0-13-15,1 0-46 0,0 0 6 0,0 0-20 0,0 0-21 16,0-1-11-16,1 1-11 0,-1 0-29 0,1 0 58 0</inkml:trace>
  <inkml:trace contextRef="#ctx0" brushRef="#br0" timeOffset="34392.01">27244 9401 700 0,'-7'1'108'0,"-1"0"-54"15,2 3-18-15,2 0-16 0,-1 3 26 0,2-2-11 0,0-1-13 16,-1-1-28-16,3 1 6 0,0 0-7 0,0 1-1 0,1 0-28 0,0 0-29 0,0 1-41 16,0-1-33-16,1-4 9 0,-1 2 12 15</inkml:trace>
  <inkml:trace contextRef="#ctx0" brushRef="#br0" timeOffset="35195.06">27896 7931 320 0,'1'-5'74'0,"2"0"166"0,0 0-149 0,-1 0-11 0,1 1-3 0,1-1-14 0,0 1 12 0,0-1-10 16,0 2 11-16,-1-1-7 0,2 2-17 0,-2-1-15 0,1-1 11 16,-1 2-13-16,-1 1 5 0,2-2-9 0,-3 2-8 0,-1-1-10 15,0 1-7-15,-2-1 3 0,-1 2-9 0,2-2-9 0,0 2-3 0,0 0-46 16,0 0-1-16,-3 0-15 0,3 0-68 0,-1 0-3 0,1 0-26 15,1 0-103-15,-1 0 171 0</inkml:trace>
  <inkml:trace contextRef="#ctx0" brushRef="#br0" timeOffset="35479.12">28059 9218 1411 0,'-2'0'45'15,"-2"-1"-40"-15,4 1-8 0,0 1 5 0,-3 1 7 0,3 1-9 16,0 0-7-16,-1 0 9 0,0 3-11 0,-2-3 14 0,3 1 2 0,1 0-7 15,1 0 1-15,0 0-18 0,-3 0 2 0,1-2-3 0,0-1 10 16,0 1-14-16,0-2-9 0,-1 1-46 0,1 0-19 0,-3 2-1 16,3-2-72-16,1 2-23 0,-1-3-18 0</inkml:trace>
  <inkml:trace contextRef="#ctx0" brushRef="#br0" timeOffset="35695.21">28041 9718 1477 0,'-10'0'109'0,"4"0"-79"0,3 0-49 16,1 0 19-16,0 3-4 0,2 0-2 0,2-1-2 0,1-1-12 15,1 2-2-15,0-2-1 0,-1 2-1 0,-1-3 3 0,-2 1 2 16,3 0-23-16,-4-1 7 0,1 0-17 0,0-1-42 0,1-1-19 15,2-1-26-15,1 0-88 0,3 0-13 0,0-4-20 0</inkml:trace>
  <inkml:trace contextRef="#ctx0" brushRef="#br0" timeOffset="35921.18">28624 7697 1394 0,'0'-31'-26'0,"1"18"27"15,-2 3 9-15,-2 1-9 0,3 4 2 0,-2 1 18 0,2 3-18 0,-1 0 8 16,-2-3-6-16,-1 4-9 0,-2-1-10 0,0 1-3 16,-1 1 2-16,2 1 1 0,-1 4 0 0,-1-3 0 0,-1 2-26 0,-2 1 15 15,6-3-17-15,-1 4 1 0,2-2-15 0,1 1-21 0,-4-1-74 16,0 1-56-16,6 1-5 0</inkml:trace>
  <inkml:trace contextRef="#ctx0" brushRef="#br0" timeOffset="36121.72">28634 9057 1545 0,'-47'25'142'0,"30"-15"-227"0,6-1 32 0,4 0 56 16,9 0-24-16,-2 0 0 0,2 0-16 0,2 0-66 0,-5 0-16 15,3-1-27-15,0-1-28 0,1-1-35 0,1-3 17 0,-1 1 63 16</inkml:trace>
  <inkml:trace contextRef="#ctx0" brushRef="#br0" timeOffset="36294.03">28488 9611 1428 0,'-14'2'219'0,"4"0"-161"16,3-2-120-16,3 1 42 0,3 0-42 0,0-1 0 16,1 0-18-16,2-2-8 0,1-2-5 0,1-1 2 0,0-2-8 0,0-3-1 15,0-3-5-15,-1-2 22 0,2-6 8 0,-1-2 0 0,1 2-20 16,3-5-25-16,0-2-25 0</inkml:trace>
  <inkml:trace contextRef="#ctx0" brushRef="#br0" timeOffset="36492.87">28845 7682 961 0,'-17'-15'162'0,"1"1"-116"0,1 3-65 0,0 3 18 0,2 1 43 0,1 3-8 15,1 0-12-15,0 1-16 0,1-1 15 0,-1 2-15 0,0 1 8 0,1-1 0 16,0 1-8-16,0-2-11 0,0 2-7 0,-1 0 0 0,-2 0-13 16,2-3-9-16,2 0-4 0,0-1-66 0,2-2 27 15,4 0-38-15,3 0-81 0,3-3 131 0,9-1-54 0</inkml:trace>
  <inkml:trace contextRef="#ctx0" brushRef="#br0" timeOffset="36633.98">28950 8045 1334 0,'-4'13'26'0,"2"4"-139"0,-1-1 130 0,3 5-5 15,0 2-6-15,2-1-26 0,-1-2-11 0,0 1 2 0,2-2-14 0,1-1-35 16,0-4-14-16,2 2-94 0,-2-2-16 0,1 2-10 16</inkml:trace>
  <inkml:trace contextRef="#ctx0" brushRef="#br0" timeOffset="36797.81">28885 9114 1335 0,'-14'-14'376'0,"15"-8"-613"15,11-11-159-15</inkml:trace>
  <inkml:trace contextRef="#ctx0" brushRef="#br0" timeOffset="36960.14">28917 7548 1958 0,'-14'-24'64'0,"3"13"-118"0,2-1 27 16,1 4 31-16,4 5-13 0,1 0 9 0,2 0-13 0,1 2 15 15,-1 0-20-15,1 1-15 0,-1 0-109 0,-1 0 10 0,0 0-30 16,-2 0-5-16,2 0-3 0,0 0-10 0</inkml:trace>
  <inkml:trace contextRef="#ctx0" brushRef="#br0" timeOffset="37116.36">29045 8164 1454 0,'-2'85'334'16,"-2"-34"-415"-16,3 7-161 0,2-21 101 15,-1-1-1-15,0 1-8 0,0-5-124 0,-1-7 165 0</inkml:trace>
  <inkml:trace contextRef="#ctx0" brushRef="#br0" timeOffset="37276.99">29008 8719 1543 0,'-26'-12'91'0,"14"8"-220"16,1 2-4-16,1 2 5 0,0 1-188 0,-3 0 195 0</inkml:trace>
  <inkml:trace contextRef="#ctx0" brushRef="#br0" timeOffset="39049.33">26462 9990 427 0,'-10'6'-114'0,"4"-2"203"0,2-3-24 0,0 3-34 0,1 3-6 15,0-1 1-15,0-1 3 0,1 0 28 0,-1-1 0 0,2-1 4 0,-2-2-25 16,0 1 30-16,1-2-24 0,-2 2 42 0,3-1-14 0,-1-1-18 16,1-1-1-16,0-2-9 0,0 1 8 0,0-3-6 0,1-1-6 15,0 3 0-15,0-5-25 0,1 0 19 0,1 2-18 0,0 2 18 16,3-1-6-16,-2 1-12 0,2 1-17 0,-1-4 14 0,1 2-11 0,0 0 34 15,1-1-8-15,-1 0-7 0,1 0-18 0,0-1 17 0,-1 1-14 16,3 1 17-16,-1 1-6 0,-3-1-10 0,3 2-9 0,-1-3 18 16,-1 1-12-16,3 0 25 0,-2-2-1 0,3 2-15 0,-1-3-11 15,0 1 14-15,2 2-14 0,-1-2 12 0,-2-1-3 0,2-1-8 0,-5 2-5 16,-3-1 10-16,5 2-6 0,-1-1 22 0,6 1-7 0,3 1-6 16,-1-2-10-16,0 2 7 0,1 0-5 0,0 0 10 0,-1 2 2 15,-2-2-4-15,0 1-21 0,-1 1 15 0,0-2-15 0,-1 2 23 16,0-1-2-16,-1 0-7 0,1 0-2 0,-2 1 7 0,1-1-7 15,1 0 8-15,-1 1-3 0,1-2-5 0,1 1 7 0,1 1-5 0,1-3 6 16,-1 1-8-16,0 1-1 0,0-2 1 0,2 1-2 0,-1-1 6 16,0 0-4-16,1 1 5 0,0-1-5 0,1 0-4 0,0 0 3 15,2 0 3-15,-1 1 1 0,2-2 7 0,-3 1-4 0,2-2-6 0,0 1-2 16,-2-1 1-16,-5-1-2 0,0 1 9 0,1 1-1 0,-1-2-1 16,7-3 4-16,1 2-4 0,0-2 5 0,-3 0 4 0,2 4-3 15,-3-4 0-15,1 2-9 0,-1 3 5 0,1-2-5 0,-1 1 5 16,0-2 3-16,0-3-2 0,2-1-8 0,-2 1 1 0,1 0-3 15,-1 0 9-15,1-1-2 0,0 1 0 0,0-1-11 0,0 2 5 16,1-4-6-16,0 2 15 0,-2 0-1 0,3 3-1 0,-1-4-10 16,1 3 9-16,2-1-8 0,0 0 5 0,1 2 4 0,-2 2-9 0,1-4-2 15,-7 1 10-15,3-1-9 0,-1 2 9 0,1-1 1 0,6-2-1 0,0-2-7 16,1 2 5-16,0-4-5 0,-1 0 6 0,-1 1 1 16,-2-1-3-16,2-2-10 0,0 6 12 0,0-4-9 0,2-2 21 0,0 5 0 15,-1-7-6-15,2 1-13 0,4 0 6 0,-1 1-6 0,3 2 17 16,-1 0-3-16,0 0-1 0,1-1-16 0,-5-1 10 0,4 2-9 15,0 1 16-15,-1-1-1 0,3 1-3 0,-2-1-17 0,-2-1 11 0,0 1-12 16,-1 1 27-16,0-1 0 0,-2 0-6 0,2-3-9 0,0 1 9 16,0 0-9-16,2 2 11 0,0 1 1 0,3 0-3 0,1-3-15 15,-4-3 9-15,1 3-9 0,-1-1 20 0,2 1-2 0,6 3-5 16,1-2-17-16,-3 0 15 0,0-2-13 0,-1 1 19 0,-1 1 0 16,1-1-8-16,0 2-7 0,1 1 8 0,0 0-6 0,1-1 16 0,-1-1-3 15,-6 0-6-15,2-3-11 0,3-3 10 0,-2 2-8 0,6 0 15 16,-4 3-4-16,-4 2-6 0,-2 0-10 0,-3 0 9 0,-2-1-5 15,-1 2 17-15,-1 1-2 0,-1 0-6 0,0 3-13 0,-1-2 10 16,-2 1-8-16,0 0 14 0,-2 2 2 0,1 2-5 0,-1 0-12 16,-1 0 13-16,0 1-12 0,-3 1 17 0,3 0-3 0,-2 3-5 0,0 1-11 15,3-2 9-15,-4 3-7 0,-2-2 19 0,0 2-2 0,-3 1-7 16,1-2-3-16,2 3 0 0,-6-1-1 0,4 2 1 0,0-2 0 16,-8 1-1-16,8 1-13 0,-4 0 4 0,1 0-7 0,0 0-10 0,-3 0-3 15,-2 0-6-15,-1 1-22 0,5 1-3 0,0-1-6 0,6 3-35 16,-6 0-16-16,1-1-19 0,1 2-88 0,-4-1-57 0,6 1-11 15</inkml:trace>
  <inkml:trace contextRef="#ctx0" brushRef="#br0" timeOffset="41550.67">26460 10163 3 0,'-2'0'3'0,"-1"0"-4"0,3 0 23 0,-1-2-17 0,0 2 46 0,1-1-5 0,-1 0-7 16,1 0-26-16,0-3 11 0,1 0-10 0,1 1 37 0,1-2-6 15,-1 3-7-15,-1-2-23 0,1-1 21 0,0 2-18 0,1-2 21 16,-1 0-1-16,0-2-10 0,1 4-21 0,1-2 16 0,-2-1-16 0,0 1 19 16,1 1-5-16,-2 1-11 0,1 1-25 0,0 0 20 0,-2-3-17 15,2 0 33-15,-2-1-9 0,2 4-12 0,0-5-13 0,-2 6 15 16,1-3-6-16,1-1 32 0,-1 1-5 0,2-1-9 0,-1 0-29 0,0 0 28 15,3-1-25-15,0-1 28 0,1 3-3 0,1-1-12 0,0 0-11 16,1 1 7-16,0 0-7 0,0 3 18 0,-2-3 2 0,3 0-5 16,-6-2-10-16,0-2 18 0,1 3-17 0,-2-2 13 0,7-1-3 15,-1 0-7-15,3 2-7 0,0-1 12 0,-2-2-6 0,5 4 18 0,-4-1-3 16,0 0-11-16,1 0-5 0,-2 1 14 0,1-1-11 0,-1 2 13 16,1-2-4-16,-1 1-6 0,0-2 6 0,-1 1-7 0,1 1 8 15,1-1 0-15,-1 3-4 0,0-3-4 0,1 0-19 0,2 1 20 16,-1-1-16-16,1 2 28 0,0-1-6 0,1-1-9 0,-1 1-8 15,-1 0 5-15,2 1 0 0,-1-2 11 0,-2 1-1 0,3 0-7 0,-1 1-10 16,2-2 17-16,1 0-14 0,-1 1 15 0,-1-1 1 0,1 2-6 0,-1-2-6 16,4 2-1-16,-1-3-1 0,-2 2 10 0,-6 0 0 0,-1-1-1 15,-2 2-20-15,3-2 27 0,8 0-21 0,0 3 34 0,1-3-4 16,-2 1-13-16,0-1-2 0,-2 1 12 0,0 0-7 0,0 0 22 16,-1-1 0-16,2 3-10 0,-2-3-18 0,2 3 21 0,0-3-21 15,1 3 14-15,0-2-1 0,-1-1-8 0,2 1-19 0,0 0 18 16,-1 0-15-16,1 0 18 0,0 1 1 0,0-1-12 0,0 2-3 0,2-2 16 15,1 1-12-15,1-2 25 0,-3 1-8 0,3 0-6 16,-1-2 0-16,-5 0-1 0,2-1 3 0,1 0 3 0,0-2 0 0,6 2-3 16,1-2-15-16,-1 3 11 0,0 0-12 0,-2 2 7 0,-1-1 0 15,0-3-5-15,1-2-9 0,0 2 14 0,2 0-9 0,-1 2 23 16,-1-2-7-16,1 0-11 0,0 0-8 0,3-1 9 0,2 1-8 16,1 0 12-16,0 0 3 0,0 1-1 0,-2-2-8 0,0 1 4 0,1 1-3 15,1-1 22-15,4 2-6 0,0 0-6 0,0 1-11 0,1 2 18 16,1-1-13-16,-1 2 18 0,-1-2-8 0,0 3-12 0,5-1-6 15,-1 0 10-15,2 0-5 0,-5 0 11 0,-3-1 2 0,3 2-12 0,2-2-3 16,2 1 9-16,-2-1-11 0,-4 2-1 0,-1-2 2 0,0 1 3 16,0 1-11-16,-1-1 6 0,1 1-6 0,-3 0 17 0,3 1-1 15,-1 1-7-15,0 0 0 0,-2 0 1 0,-5 0-1 0,5 0-3 16,-1 0 2-16,4 0 1 0,1 1-21 0,-8 2 4 0,0 1-6 0,-3-2 20 16,-3 1 4-16,-1-2-1 0,0 2-14 0,-1-2 13 0,0 0-16 15,-1-1 0-15,-3 3-7 0,0-2-8 0,-2 2-41 0,-2-2-12 16,1 2-4-16,-2-3-43 0,-1 1-26 0,1-1-13 0</inkml:trace>
  <inkml:trace contextRef="#ctx0" brushRef="#br0" timeOffset="42716.16">26337 9712 687 0,'-5'-3'-319'0,"3"2"525"0,-1-3-68 0,1 2-117 16,1 1 2-16,1-1 0 0,0 1 4 0,1 0 5 0,0-2-2 15,1 2-6-15,1 0-18 0,-1-1 25 0,0 0-20 0,-1-1 37 0,1 1-7 16,1 0-4-16,-1 0-13 0,1 0 4 0,0 0-4 0,0 1 11 16,-1-1-9-16,2 1-9 0,-1 0-27 0,1 0 25 0,0-1-21 15,1 1 28-15,1 1-9 0,1-1-16 0,0-1 1 0,-1 2-2 0,1-1 4 16,1-1 7-16,-1 0 1 0,3 0 1 0,-1 0-18 0,2-1 16 16,-1-1-15-16,2 0 14 0,-2-3 1 0,-1 4-5 15,6-4-12-15,-3 0 10 0,4-1-7 0,1 0 30 0,-2-1-6 0,-5 0-7 16,-2-2-15-16,2-1 10 0,2 1-8 0,6-2 15 0,3 4-6 15,-2-1-6-15,0-2 0 0,1 5 0 0,-4 0 2 0,1 1 3 16,-1-1-1-16,0-4-6 0,1-1 2 0,1 1 7 0,-2-1-6 0,2 3-1 16,-1-1 0-16,-1 0 0 0,0 1 0 0,-2-3 0 0,1 1 1 15,1 1 2-15,1-2 1 0,-1-1-3 0,1 0-1 0,2 2 6 16,-1-2-6-16,1 0-1 0,1 0 0 0,-8 1-1 0,-1-1-6 16,0 0 6-16,3 0-3 0,7-1 14 0,0 0-2 0,2 0-7 0,-2 0-2 15,-2-1 1-15,-1-2-1 0,0-1 1 0,-2-2 2 0,0 2 2 0,1-3-9 16,0 3 7-16,1 2-7 0,0 0 7 0,-1 1 5 0,1-2-4 15,1-2-14-15,-1-2 21 0,1 2-19 0,3 1 18 16,-2 2-2-16,3 2-7 0,2-3-8 0,0 0 9 0,-6 2-5 0,-1-3 12 16,1 1 3-16,3-1-10 0,10 1-6 0,-2-3 13 0,-2 2-14 15,-1-1 9-15,-1 0 0 0,0-3-2 0,2 1-11 0,1-4 11 16,0 0-9-16,3-2 22 0,-1 2-3 0,2-2-10 0,3 2-15 0,-8-2 20 16,-1-1-16-16,0 4 20 0,-3-1-3 0,8 3-8 0,-1-1-3 15,-2-2 2-15,-2 2-1 0,-1-2 6 0,-1 4 3 0,0-1-4 16,-2-1-13-16,2-1 19 0,-3-3-18 0,3-4 24 0,-1 1-5 15,-1 1-6-15,3-2-8 0,-1 1 6 0,-1 0-2 0,-3-1 22 16,-2 6-1-16,0-1-3 0,3 2-18 0,8 0 18 0,-2 0-16 16,-1 1 20-16,-4 4-5 0,-2-1-11 0,2-1 3 0,-1-1-6 0,2-3 5 15,1-1-6-15,-3-3 0 0,2 1 0 0,0 0-13 0,3 1 21 16,0 2-16-16,0-3 19 0,0 0-3 0,-7 1-10 0,1 1-9 16,2 3 13-16,1 0-9 0,5 2 12 0,0 1 2 0,-5 2-10 0,-2 2-8 15,-2 0 9-15,-3 1-11 0,-2 0 10 0,-3 1-3 0,-2 0-3 16,-1 1 0-16,-2-1 1 0,0 0 1 0,-3 0-2 0,1-2-3 15,-2 3-6-15,-3 4-24 0,0 0 22 0,0 6-21 0,-2-3 8 16,1 4-21-16,-1 1-22 0,-1-2 10 0,2 2-43 0,0 0 22 0,-1-1-33 16</inkml:trace>
  <inkml:trace contextRef="#ctx0" brushRef="#br0" timeOffset="53223.83">30840 8897 438 0,'4'-4'72'0,"-1"-1"-43"0,-1-2 15 0,2 3-23 16,-2 0 81-16,1 2-20 0,0 1-20 0,-2 1-7 0,1 0 3 0,-1-2-1 15,-1 2 5-15,1 0 4 0,-1 0-8 0,-1 0-13 0,0 0 22 16,-1 2-25-16,-1-2 7 0,0 1-5 0,0 0-7 0,-2 2-10 16,1-1 5-16,-1 1-3 0,1 1 20 0,-1 0-7 0,0-3-4 0,0 4-23 15,0-2 15-15,0 3-15 0,-1-1 13 0,3 1-1 0,-1 3-6 16,0-1-15-16,0 0 11 0,0 1-10 0,1 2 15 0,-2 1-1 15,1 3-7-15,-2 0-11 0,1 0 22 0,-1-3-18 0,1 4 28 16,-2 0-3-16,1 4-9 0,-1-2-3 0,1 1 6 0,0-1-4 16,0 0 11-16,2-1 0 0,-1 1-8 0,2 0-17 0,-1 0 19 15,-2 1-20-15,2 5 13 0,-1-1-2 0,1 2-6 0,0 2-12 0,1 0 8 16,-2 1-8-16,1 2 11 0,0 3-3 16,-1-2-6-16,-1 3 2 0,1-4 2 0,-3-4 2 0,1 1 1 0,0-5 0 0,1 2-6 0,-2 2-12 15,0 0 15-15,1-2-12 0,0 0 21 0,2-2-5 16,-1 2-10-16,0 2-12 0,1 1 13 0,-2 2-9 0,6 1 22 0,0 0-5 15,-2-5-9-15,-2 0-3 0,-6-4 4 0,-2 1-1 0,1 1 5 16,-1-2-1-16,-2 0-2 0,0-2-5 0,1 0 4 0,-2 1-3 16,0-3 6-16,2 3 0 0,0-2-2 0,0 0-14 0,1-1 14 0,2 1-10 15,0 0 22-15,1-2-4 0,1-1-10 0,-1 0-11 0,1-1 14 16,1 2-8-16,1 0 17 0,1-3-9 0,1 1-8 0,-2 2 9 16,3-3-5-16,-2 3 9 0,0-3-5 0,2-2-3 0,-1 2 0 0,1-1-5 15,1-1 5-15,-1 3-1 0,2-3 3 0,0-1 1 16,-1-2-5-16,2-1-1 0,0 0 5 0,1-2-3 0,0 1 1 0,0 1 1 15,0-4-3-15,0 4-9 0,1-3 11 0,0 1-8 0,1-3 15 16,0 1 0-16,-1-1-6 0,1 1-9 0,2 0 11 0,-2-1-10 16,2 2 11-16,0-1 0 0,0-2-4 0,2 3-1 0,-1 0 1 15,1-3-1-15,1 3 5 0,1-2 2 0,1-1 1 0,1 5-11 16,2-3 6-16,-1 3-7 0,3-3 9 0,-2 3 1 0,2-4-1 0,-1 1-12 16,2-1 12-16,0 1-10 0,2-2 21 0,-1 0-3 0,2 1-6 15,3-2-21-15,1 0 17 0,0 0-14 0,2 1 30 0,-8-1-7 16,4 0-7-16,2 0-11 0,2 0 5 0,6 0-3 0,-2-1 12 15,0 1-2-15,0 0-5 0,4 0-10 0,1 0 11 0,1-3-8 0,1-1 19 16,0 0-5-16,4 2-6 0,5-3-12 0,-3 1 9 0,3-3-7 16,-1 1 18-16,-3 0 0 0,4-1-8 0,-1 0-7 0,2 1 10 15,2 3-9-15,4 1 10 0,4 2-1 0,1 2-5 0,5 0-9 16,-4 3 4-16,0-2-3 0,-4-1 15 0,-4 0-4 0,-1 2-3 0,4-1-11 16,2 2 7-16,3 2-6 0,1-3 18 0,-5-2-3 0,-6-2 0 15,-4-1-11-15,-5 0 5 0,-4-1-3 0,-3 2 11 0,-3 0-1 16,-3 0-5-16,1 0-5 0,-3-2 7 0,0-2-7 0,-2 0-3 15,-3-1-5-15,-2 1-9 0,-2-3-9 0,-2 1-5 0,-3 0 0 0,-1-2-24 16,-2 2-3-16,-1 0-4 0,0-2-30 0,0 0-21 0,-2 1 1 16,-1-1-104-16,1 0-49 0,-3-1-44 0</inkml:trace>
  <inkml:trace contextRef="#ctx0" brushRef="#br0" timeOffset="54157.55">30661 9944 778 0,'-12'-2'-124'0,"7"-1"206"0,-1-4-27 15,2 3-50-15,1 3 36 0,1-1 22 0,0-1-4 0,1 0 26 0,0 2-19 16,0-1-21-16,-1-1-31 0,2 0 8 0,0-2-7 0,0 2 30 16,0-1-1-16,2 0-6 0,0 1-9 0,-1-1 16 0,1 1-17 15,2-1 6-15,-1 1-5 0,0 1-9 0,2 0-12 0,-1 0 18 16,1 1-14-16,-1-3 18 0,1 2-2 0,-2 0-16 0,2-1-8 0,1-1 23 15,1 2-18-15,1-3 28 0,1 1-2 0,1-3-9 0,2 0-2 16,2-1 11-16,2 0-8 0,0-1 16 0,1 1-4 0,1-1-10 16,3 1-4-16,-1-1 5 0,0 0-7 0,0 0 1 0,3 1-4 15,0-1-3-15,6 0-16 0,3 0 11 0,-2 0-9 0,-4 1 19 0,-2-1-3 16,-1 0-4-16,4-2-12 0,3 1 8 0,1 0-7 0,-4-2 11 16,-3 0-2-16,1 0-5 0,1-2-8 0,2 0 7 0,1-2-6 15,2-1 11-15,1 0-3 0,4-1-4 0,2-1-8 0,3 2 4 16,-2-1-3-16,-1 0 11 0,-3 0-3 0,-1-1-5 0,-1 0-3 0,-1 1 3 15,-1-1-2-15,1 2 3 0,-3 1-2 0,0 1-2 0,1 0-3 16,-2 4 5-16,3-2-3 0,0 1 8 0,-5 2 1 0,0 1-3 0,-6 1-6 16,-1 2 2-16,-1 0-5 0,-2-1-5 0,-2 3-2 0,-4-1-5 15,1 1-12-15,-5 1 7 0,0-1-6 0,0 1 2 0,-2 1-3 16,-1-1-8-16,1 2-28 0,-1-1 11 0,-1 2-15 0,1 0-22 16,-2 0-15-16,0 0-29 0,0 0-57 0,0 2-21 0,1-1-7 0,0 2-116 15,1-2 193-15,1 1-13 0</inkml:trace>
  <inkml:trace contextRef="#ctx0" brushRef="#br0" timeOffset="55088.61">30894 9590 463 0,'0'-2'99'0,"0"-3"-92"16,-1 2 17-16,1-2-30 0,-1 2 1 0,1 3 1 0,0-1 18 0,0 1 4 16,0 0 2-16,-1 0-27 0,1 0 35 0,0 0-28 15,0 0 63-15,0 0 3 0,0 0-6 0,-1 0 2 0,-4-2 6 0,4 0-6 16,-2 1 8-16,2 1-8 0,-2-1-10 0,2 1-15 0,0 0 10 16,0 0-12-16,0 0 4 0,0 0-6 0,1 0-8 0,0 0-22 15,0 0 0-15,0 0-3 0,0 0 5 0,0 0-1 0,0 0-4 0,0 0-4 16,0 1 4-16,-1 0-4 0,1 2 2 0,0-1-6 0,0 0-2 0,0 2-27 15,-1-1 0-15,1-1-3 0,0 3-14 0,0-3-16 16,0 4-18-16,0-1-70 0,0 2-11 0,0 0-11 0,0-1 69 0</inkml:trace>
  <inkml:trace contextRef="#ctx0" brushRef="#br0" timeOffset="55428.95">30771 9978 576 0,'0'-4'52'0,"0"1"-9"16,0-1 83-16,1 1-15 0,1-1-18 0,0 1-17 15,2-1-15-15,-2-1-39 0,1 2 9 0,1-2-16 0,-2 2 0 0,1-2-7 16,0 1-6-16,0 2-12 0,0-2 9 0,0 1-4 0,1 0 21 16,-1 0-4-16,1 0-12 0,-1 2-17 0,2-1 25 0,-2-1-21 15,0 1 25-15,1 2-9 0,-1-3-12 0,0 2-46 0,1-2-19 16,-1 2-4-16,2 0-95 0,-2-1-10 0,0 0-27 0</inkml:trace>
  <inkml:trace contextRef="#ctx0" brushRef="#br0" timeOffset="55727.21">31153 9535 810 0,'-4'0'56'0,"3"0"-53"0,-1 0-5 15,0 0-6-15,2 2 39 0,-2 0-2 0,2 1-1 0,2 1-24 16,-2-2 10-16,1 2-14 0,-1 0 3 0,1 0 1 0,-1 0-3 0,-1-1-8 15,0 1 7-15,-1-3-7 0,1 3 10 0,0-1-3 16,1-1-9-16,0 0-24 0,1-1 6 0,-1 0-16 0,3 2-35 16,-2-2-21-16,1 0-19 0</inkml:trace>
  <inkml:trace contextRef="#ctx0" brushRef="#br0" timeOffset="55977.41">31038 9811 1359 0,'0'0'31'0,"0"0"-42"16,0 0 3-16,2 0 8 0,2 0 1 0,0 0 6 0,2 0 12 15,-6 0-10-15,2 0 5 0,0 0-8 0,-1-2-8 0,6 2-8 0,-1-1 8 16,-2 0-2-16,2-1 15 0,-3 0 0 0,-1 1-9 0,2-1-12 15,-3 1 20-15,1-1-18 0,0 0 15 0,0 0 1 0,0 0-7 0,-1 1-14 16,0-1-15-16,-1 0 3 0,1 0-37 16,-1 0-8-16,0 0-4 0,0-1-51 0,0 1-9 0,0 0-9 0,1-1-52 0,0-2 111 15,0 2-7-15</inkml:trace>
  <inkml:trace contextRef="#ctx0" brushRef="#br0" timeOffset="56193.09">31447 9290 1069 0,'0'-3'22'0,"0"-1"-43"0,1 3 23 16,1 0 0-16,0 1 6 0,2 0 2 0,0 0-2 0,1 0 4 15,-1 0-3-15,1 0-2 0,-2 1-8 0,0 1-19 0,0 1 25 0,-2 0-21 16,0-2 28-16,-1 1-4 0,0 2-9 0,1-1-13 0,-1 2-15 15,0 0 2-15,1 1-86 0,1 1-26 0,1-2-35 0</inkml:trace>
  <inkml:trace contextRef="#ctx0" brushRef="#br0" timeOffset="56435.01">31300 9657 1414 0,'0'-1'67'0,"-1"-1"-60"0,1 1 5 0,1 1-14 0,0-1 36 0,1 1-7 16,1-1-6-16,2 1-6 0,-1-2-11 0,1 1 6 0,-1 0-10 0,0-1 0 16,-1 1 4-16,2 0-12 0,-2-2 9 0,-1 1-8 0,2 0 1 15,-1 0-5-15,-1-1-11 0,2 1-22 0,-1-1-14 0,0-1 0 0,1 2-68 16,-1 1-14-16,0-2-19 0,2 0-70 0,-2 1-7 15,2 1-19-15</inkml:trace>
  <inkml:trace contextRef="#ctx0" brushRef="#br0" timeOffset="56672.05">31565 9333 1093 0,'0'-11'19'0,"1"5"-50"0,1 3 14 0,1 0 10 16,1 2 5-16,-1-1 8 0,0 1-7 0,1 0 1 0,-1 0-1 16,2 1-4-16,-3-2-30 0,0 2 6 0,-1 0-10 0,-1 0 0 15,0 0-15-15,0 0-17 0,0 2-51 0,-1 0 3 0,-1-1-14 0,2 5 59 16</inkml:trace>
  <inkml:trace contextRef="#ctx0" brushRef="#br0" timeOffset="56892.46">31616 9613 797 0,'6'0'56'0,"0"-2"89"16,-1 2-122-16,1 0 5 0,-1 1 2 0,1 3-8 0,1-1 39 16,1-3-26-16,1 2 39 0,0-1-21 0,0 1-39 0,-3-2-22 15,1 1 13-15,0-1-13 0,-2 0 15 0,0-3-7 0,-1 1-6 0,1 1-27 16,-1-5-18-16,0 3 2 0,0-3-72 0,1 1-19 0,0-1-23 16,1-2-91-16,1-2 148 0</inkml:trace>
  <inkml:trace contextRef="#ctx0" brushRef="#br0" timeOffset="57079.37">31932 9195 907 0,'-1'-1'87'0,"-2"-1"-69"15,2 2-29-15,0 0 0 0,0 2 10 0,0-1 4 0,1 0-1 16,-1 0-15-16,1 2 7 0,-2-1-15 0,0 1-33 0,1 0-11 0,-1-3-15 15,-1 2-12-15,1 1-18 0,-2-1 9 0,2 0 27 0</inkml:trace>
  <inkml:trace contextRef="#ctx0" brushRef="#br0" timeOffset="57270.71">31815 9488 1283 0,'-3'3'21'0,"0"-3"-21"0,2 3-24 0,0-1 11 0,1 0 13 16,0 0-10-16,1 1 10 0,2 2-10 0,0-1 0 0,0 1-14 15,1-1-22-15,-1 1 0 0,-1-3 9 0,1-1-2 0,0-2 19 16,-1-1 0-16,0 0 2 0,2-2-16 0,-1 1-7 0,1-3 0 0,0 2-36 16,2-3-12-16,-1 4-15 0,2-3-73 0,0 0 106 0</inkml:trace>
  <inkml:trace contextRef="#ctx0" brushRef="#br0" timeOffset="57462.78">31854 9160 762 0,'-4'-7'-47'0,"3"3"78"0,0 1 13 0,0 1-3 15,1 2 16-15,0 0 13 0,0 0-13 0,0 0-20 16,0 0-9-16,0 0-23 0,0 0-38 0,0 0 16 0,0 0-23 0,0 0 8 15,0 0-2-15,2-2-6 0,0 0-40 0,0-1-25 0,2-1 2 16,0 2-62-16,2-2 89 0,-1 1 9 0</inkml:trace>
  <inkml:trace contextRef="#ctx0" brushRef="#br0" timeOffset="57641.88">32050 9287 1199 0,'-2'5'16'0,"2"2"1"16,0 1-1-16,2 1-15 0,0 2 18 0,1 1-19 0,-2 1 6 16,2-1-2-16,-2-1-9 0,0 0-13 0,2-5 8 15,-2 0-7-15,1 2 23 0,-1-4 4 0,0 0-4 0,0 0-16 0,1-3 15 16,0 3-15-16,3 0 18 0,-1-3-8 0,1 3-9 16,-1 0-91-16,2 1-29 0,1-2-16 0,1 4-135 0,1-5 160 15,0 0-12-15</inkml:trace>
  <inkml:trace contextRef="#ctx0" brushRef="#br0" timeOffset="57820.82">32127 9412 1430 0,'-9'-11'-12'0,"4"5"25"0,2 2 0 0,1 2-2 0,1 1 9 0,0 0 3 0,1 1-2 15,0 0-9-15,0 0-10 0,0 0-5 0,0 0-69 0,0 0-2 16,0-4-14-16,1 1-15 0,1-3-9 0,-1 1-8 0,3-3-68 0,1-1 9 15,2-1-18-15,1-1 104 0</inkml:trace>
  <inkml:trace contextRef="#ctx0" brushRef="#br0" timeOffset="57951.69">32204 9251 1297 0,'-6'1'116'0,"1"-1"-66"0,2-1-23 0,0 1-5 0,-1 1 37 16,2 2-8-16,-1 0-11 0,2 0-30 0,0 1 4 0,-1 3-11 0,2-2-5 0,-2 1-19 15,1 1-11-15,0 2-59 0,0-2-19 0,1 1-4 0,-1 0-97 16,1-1-29-16,1 1-33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54:43.81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2986 9106 217 0,'-16'-5'272'0,"2"0"-137"16,2 3 168-16,3 2-211 0,5 1-37 0,0 2-38 15,2-1 17-15,1 2-6 0,1 0-16 0,0 3-7 0,1 0 15 0,1 2-10 16,1 0 28-16,0 1-4 0,-1 0-10 0,2 0 0 15,-1 3 3-15,0 0-4 0,2 1-5 0,-1 2-3 0,1-1 0 0,2 2-8 16,-1 2 9-16,0 0-6 0,2 1 14 0,-2 1-3 0,0-1-7 16,-1 2-14-16,0-3 16 0,0 4-16 0,-2 0 21 0,2 1-7 0,-2-3-8 15,-1 2-4-15,-1 2 4 0,1-2 1 0,-2 4 12 0,0-4-4 16,0 2-11-16,-2 3 1 0,-1 1 2 0,-1 1-2 0,-2 1 3 16,1-2-2-16,1 0 1 0,-2-1-14 0,3-1 6 0,-1-2-6 0,0 0 16 15,2-2-1-15,0-5-4 0,2-1 3 0,0 1 1 0,1-2-3 16,2 2-1-16,2-2-1 0,-1 0 4 0,1 0-8 0,1-3 3 15,2 1-2-15,0 0 18 0,2-1-6 0,0-1-1 0,2 0-13 16,0 3 5-16,-1-3-3 0,1 2 16 0,2-1-10 0,-1 1-8 0,3-1 4 16,1 1 4-16,-1 0 1 0,1-1-2 0,-1-1-1 0,1-2-4 15,2 0-4-15,-2-1 7 0,-6 0-3 0,1 0 10 0,-1-1 1 16,2-1-2-16,8 1-15 0,-1-2 8 0,1 0-10 0,2 1 8 16,-3-3 1-16,2 0-1 0,2-2-6 0,4 0 11 0,2 0-7 0,3 0 12 15,2-1-6-15,0 0-9 0,7 0 0 0,-2 1 7 0,-4 0-2 16,0 3 7-16,-3 2-1 0,1-1-7 0,5 2-7 0,-2-3 18 15,0-1-10-15,0 0 21 0,2-1-5 0,1 3-14 0,3-3-4 16,5 1 12-16,-2-2-7 0,-5-1 30 0,1-1-9 0,-4 0-6 0,0 0-7 16,6 2 2-16,-1 0-2 0,0 3 0 0,6-3 4 0,3-2-1 15,8 0 1-15,-5-2-1 0,2-2-1 0,-2 0-4 0,-8 3-1 16,7-2-1-16,2-1-20 0,5 3 18 0,7-4-13 0,1 1 24 16,-5 0-9-16,-1 1-12 0,-2 1 0 0,-1 5 5 0,4 3 0 15,4 2 10-15,1-2-2 0,1-2-5 0,-2-3-15 0,-4-1 15 0,-5 0-11 16,0-1 20-16,3 1 0 0,3 1-10 0,5 10-6 0,-5 0 1 15,0-1 3-15,-4-2 4 0,-5-7 2 0,8-1-6 0,3 2-13 16,6-2 19-16,0 0-14 0,-2-2 20 0,-7-1 4 0,-2-1-8 16,1-1-11-16,2 1 3 0,1-1-6 0,4-1 11 0,-4 1 1 0,-5 0 2 15,0 3-6-15,-8 0 3 0,0 2-1 0,0 0 14 16,-1 0-3-16,2 0 4 0,2 0-12 0,0 2 9 0,-6 0-9 0,-3 1 10 16,-5-1 2-16,-4 2-4 0,3 1-8 0,-2-2 9 0,-1 3-10 15,-1-1 8-15,-1 1-3 0,0 1-5 0,3-2-8 0,-1 0 10 16,-1 1-8-16,-8-1 8 0,-4-1-1 0,0-1-5 0,-2 1-6 0,2 3 5 15,-1-4-4-15,-2 0 15 0,0-3-3 0,-2-1-5 0,1-2-3 16,-1 1-3-16,2-2 2 0,-2-1 5 0,-2 1 0 0,0 0 4 0,-1 0-15 16,-2 0 7-16,1 2-6 0,0-1 11 0,-4 2-2 15,-2-2-4-15,-1 1-1 0,-4 1 4 0,-3-2-2 0,0 2 8 16,-2-2 0-16,-1 1-4 0,-2-4-12 0,-3 0 10 0,-4-3-9 0,-2-1 15 16,-4 1-3-16,-2 0-6 0,-1-4-12 0,-2 2 11 0,-1-6-9 15,0 0 16-15,-1 2-1 0,3 0-5 0,1-3-7 0,0 0 9 16,2 1-5-16,1-2 9 0,2 0-1 0,3-1-5 0,0 0 0 15,4-2 3-15,-1 0-3 0,1 2 1 0,-2-3 1 0,0 0-1 0,0-4-7 16,1-4 6-16,0-1-4 0,0-2 10 0,2 3 1 0,-1 0-4 16,-1 1-10-16,0 0 8 0,-1-3-7 0,1 2 14 0,2-1 1 15,5 3-4-15,1 0-10 0,0-1 6 0,1 0-6 0,-2 0 12 16,1-2-2-16,1-3-3 0,1-5-6 0,2 2 3 0,-5-1-4 16,1 4 7-16,0 0 0 0,0-1-2 0,6 2-7 0,-1-1 8 0,2 3-4 15,-2 3 9-15,-1 3-3 0,0-1-7 0,-2 0 2 0,-1-3-5 16,-2-1 4-16,-3-1-2 0,-1 4-2 0,-4 1 5 0,0 1-5 15,2 3 3-15,-3-3-1 0,-1 6 5 0,-5 2 2 0,-5 1-1 0,-3 2-16 16,-1 1 17-16,2 0-15 0,-1 2 20 0,2 1 1 0,1 2-10 16,-2 0 0-16,-1 3 4 0,2-1-2 0,-2 3 2 0,2 2 0 15,-2-2-5-15,-4 3-6 0,-3-3 11 0,-3 1-6 0,0 1 13 16,5 0-4-16,-2 1-5 0,-6 0-6 0,0 0 5 0,-8 1-2 0,3 1 13 16,1 1-6-16,-2 1-4 0,-4 1-10 0,-6 0 10 0,-4 1-5 15,-4-1 9-15,-1 1 1 0,1-1-6 0,-4 1-3 0,1 1 6 16,-2 0-3-16,0 2 5 0,0 0-2 0,-3-3-4 0,-1 3 1 15,0-2 2-15,3 0 0 0,2 1 7 0,1 1-3 0,1-3-1 0,-8 0-4 16,-5 1 0-16,0-1 0 0,0 0 5 0,6 3-2 0,-2-2-1 16,-4 2-10-16,-4-1 8 0,-4-4-5 0,2 3 13 0,6-3 1 15,-2 4-6-15,-3-2-14 0,-3 0 16 0,-4 0-13 0,2-2 22 16,6 1-1-16,3-1-7 0,-4 0-11 0,-2-1 6 0,-3 1-6 16,4-2 11-16,9 1 1 0,3-1-3 0,-1 0-9 0,-1-1 6 15,-1 1-5-15,3-1 8 0,5 0-3 0,6 0-5 0,3 0-1 16,1 0 2-16,1 2 0 0,-1-2-3 0,3 0-5 0,0 0-7 0,-1-4-17 15,2 1 12-15,2-2-11 0,5 0 7 0,6 1-7 0,2 3-15 0,-6 2-23 16,1 1 17-16,-2 1-14 0,5 2 18 0,3-1-11 0,3 0-14 16,0-1-7-16,2-2-33 0,6-1 12 0,5 1-163 0,5 2-57 15,3 3-54-15</inkml:trace>
  <inkml:trace contextRef="#ctx0" brushRef="#br0" timeOffset="7726.81">9368 13490 217 0,'13'-20'85'0,"2"3"-48"0,-1 0 36 0,4 2-1 0,0 3-1 0,2 3-8 0,3 2 3 15,-1 2-9-15,3 1-10 0,3-1-4 0,3 0 5 0,4-4-2 16,2-2 5-16,-5 1-3 0,1-1-11 0,3-2-17 0,-1 1 21 31,3-2-22-31,2 1 13 0,-3-1-6 0,2 1-5 0,3-2-17 0,0 1 9 0,2-3-7 0,1 2 21 0,-8-2-2 0,2-1-9 16,1 1-15-16,-2 0 14 0,7 0-14 0,-3 1 10 0,-3-2-1 0,0 0-4 15,1-1-15-15,1 1 13 0,-1-4-10 0,0 0 24 16,-6 0-4-16,-6 1-9 0,-1-2-22 0,-5 3 25 0,-2 0-19 0,2 1 34 16,-5 1-7-16,-2-2-14 0,-4 1 5 0,-3 1 2 0,-2 0 2 15,-2 2 3-15,-4-1-1 0,0-1-4 0,-2 0-7 0,-4-1 10 0,1 0-10 16,-3 2 7-16,-2 1-4 0,-3 2-5 0,-3-3-2 16,-1-1 0-16,-4-1 1 0,0-2 2 0,3 0 2 0,-4-3-3 0,-4-1-16 15,-3-1 16-15,-9 2-15 0,1 2 15 0,0 0-3 0,-2 1-6 0,-3-2-8 16,-2 0 2-16,-6 1-1 0,-3 0 3 0,-1 2 4 15,-3 2-4-15,-2 0-1 0,-4 0 14 0,1 1-11 0,-3 3 15 0,-1-1 1 16,-4 2-5-16,-5-2-2 0,-5-3-3 0,0 1 2 0,2 2 5 16,-1 1 4-16,-3-2 1 0,-8 2-4 0,-3-3 6 0,-1 5-8 0,-4-2 9 15,3 5-6-15,-8 0 1 0,-7 3 1 0,-2 1 8 0,0 3 0 16,-5-1 25-16,3 1-1 0,-1 2-3 0,-9 2-11 0,3 2 17 16,-1 1-14-16,-2 2 20 0,6 2-2 0,0 0-4 0,-4 3-35 15,0 4 13-15,0 0-18 0,2 0 20 0,7 0-6 0,0 0-4 0,2 2-18 16,4 0 9-16,-1-1-8 0,0 1 15 0,2 2-3 0,8-2-6 15,-1 2-7-15,2 2 5 0,-1 0-4 0,0 3 11 0,8-1 0 16,2 2-1-16,1 5-14 0,-3 0 6 0,-1-1-9 0,2 5 7 16,11-1-4-16,1 4-4 0,-4 0-5 0,0-2 3 0,-3 1 1 15,3 3 16-15,14-1-1 0,3 1-3 0,0 2-8 0,2 2 5 16,0 2-7-16,0 1 0 0,5 1 1 0,5-4-1 0,2 0-13 0,6 1 11 16,7-2-6-16,6-1 25 0,7-1-3 0,3-3-7 0,2 1-1 15,4-2 1-15,4 1 0 0,4-3 3 0,5 0-5 0,4-4-1 16,8 1-3-16,4-5 1 0,5-4 2 0,4-3 4 0,2-2 1 15,7-3-3-15,8-2-7 0,8 0 18 0,10-4-13 0,8 0 25 0,-2-3-3 16,5-2-6-16,2-3-10 0,3 1 14 0,12-4-10 0,5 1 26 16,-2-3-2-16,-3 0-11 0,4 1-14 0,0-3 21 0,7 4-18 15,3-1 24-15,-7 2-6 0,-4-1-11 0,2 2 3 0,2 0 2 16,4 0 1-16,-2 0 2 0,-10 2-4 0,-3 2-4 0,2-2-6 0,5 5 10 16,1-2-8-16,-4 3 6 0,-10-1 1 0,-6 0-4 0,5 0-2 15,3 1-6-15,3 0 3 0,-3 1-1 0,-4-2-3 16,-3 2 3-16,2-2-3 0,7-2 0 0,3 0 0 0,3-2 0 15,-3-3-4-15,-2 0-3 0,2-3-45 0,4-2-10 16,4 1-7-16,4-2-51 0,-9-1-13 0,-2 2-15 0,0-2-115 0,-1-2-45 0,6 1-25 16</inkml:trace>
  <inkml:trace contextRef="#ctx0" brushRef="#br0" timeOffset="9609.51">9487 14163 217 0,'-7'-19'20'0,"-2"-3"-22"0,0 2-13 0,-1-1 37 0,3 5 16 0,-1 0-3 0,0 4 5 15,-1-2-5-15,0 1-7 0,0-3 2 0,-2 2-5 0,1 0 6 0,-1-2 3 16,-2 0 6-16,-1 0 4 0,-3-2-3 0,-2 1 22 0,0 2-19 16,-1 2 17-16,-2-2-11 0,2 3-9 0,5-5-9 0,-3 2-11 15,-1 1 7-15,0 0-15 0,-4 1-1 0,-1 0-1 0,3 0-29 16,-2 2 30-16,1-1-27 0,-1 2 34 0,1 0-6 0,-2 1-11 16,0-1-10-16,-1-1 3 0,-1 1-1 0,-1 0 18 0,-3 1-4 0,-4 1-8 15,-1-1 0-15,-3 0 6 0,1 2-6 0,-1-1 8 16,-2 2 0-16,-1-2 0 0,-5 2 16 0,1-2 1 0,1 1 6 0,-1 1 13 15,-1 0 1-15,-3 1-4 0,-5-2-18 0,-2-1 16 0,-1 1-19 0,-2 2 11 16,4-2-5-16,-2 2-5 0,0 3-8 0,-4 0-3 0,-3 0 1 16,-1-2-1-16,-1 3 1 0,1-3-3 0,-1 1-11 0,-1 1 12 15,0-5-11-15,-1 1 14 0,1-3-4 0,-5-1-6 0,-3 3-11 16,-2 1 9-16,2 5-6 0,-2-1 32 0,4 1 5 0,-4-3 0 0,-3 2 2 16,1 0 6-16,4 2-6 0,1 2 3 0,4-2-2 15,1 2 1-15,-9-1-31 0,0 3 19 0,1 0-19 0,3 0 21 0,6 0-5 16,1 1-10-16,-6 1-19 0,-4 1 15 0,-2 3-14 0,3 3 18 15,5-2-4-15,1 2-10 0,-1-1-5 0,1-2 9 0,-6-2-5 0,2-1 5 16,5 2-4-16,0 1-12 0,1 3-16 0,-3-1 17 0,1 1-15 16,-5-1 24-16,4 4-4 0,3 0-8 0,1 4-7 0,1 1 5 15,4 2-2-15,-4 0 23 0,4 6 1 0,1-3-2 0,0 5-4 16,6 4 6-16,2 1-7 0,5 1 3 0,4 0 1 0,-1 0-2 16,2 3-8-16,0-1-1 0,4-1-1 0,5 2 1 0,3-1-1 15,5-1-4-15,-1 2-11 0,2 1 10 0,5-3-11 0,2-1 11 0,4 1 3 16,2-5 1-16,2 3 2 0,3-4 1 0,2-2 2 0,3 2 5 15,2-2 3-15,5 1-3 0,4-1-3 0,3-1 12 0,4-1-9 16,3-1 8-16,2-3-2 0,4-1-2 0,7 3-13 0,4-2 13 0,4-2-7 16,-3 3 24-16,0-3-5 0,1 4-9 0,3-1-9 0,7 3 16 15,2 1-10-15,7 3 25 0,2 1-1 0,7 1-8 0,3 2 1 16,2 0 3-16,-4-4-3 0,-1 0 2 0,5-4 0 0,4-2-2 0,13 1-8 16,-2-3 7-16,-1-2-7 0,-2-3 17 0,0-5-5 0,11-4 1 15,7-2-13-15,0-2 14 0,1-6-9 0,2 0 27 0,0-2-3 16,5-4-8-16,6-3-16 0,-1-2 15 0,4-3-14 0,3 0 12 15,-6-2-5-15,-2-2-10 0,7-2-16 0,2 5 12 0,1 0-11 16,1-1 14-16,-6 0 1 0,1-4-12 0,5-4-8 0,-1 0 12 16,-3-3-10-16,-2-1 15 0,-7 0-4 0,-3-1-7 0,-2-1-7 0,2 0 8 15,-4-2-3-15,-6-1 11 0,-9-4-1 0,-8-3-5 0,2-2-9 16,1-4 11-16,-3 1-8 0,-6 0 16 0,-7 0-2 0,-8 2-5 16,3 1-11-16,-1 1 5 0,-4 1-4 0,1-4 17 0,-8 2-1 0,-9-1-4 15,-5-1-9-15,-6 4 8 0,-7 2-7 0,1 5 8 0,-8 2 1 16,-5 2-3-16,-5 0-13 0,-4 3 7 0,-4 1-9 0,-7 2-4 15,-3 1-7-15,-6 1-12 0,-5-4-46 0,-5 1 6 0,-6-2-18 16,0 1-33-16,-2 3-16 0,-7 2-21 0,-2 3-99 0,-5 0-85 16,-1 1-4-16</inkml:trace>
  <inkml:trace contextRef="#ctx0" brushRef="#br0" timeOffset="10519.09">11563 15556 256 0,'-26'-59'33'0,"2"27"470"0,1 0-207 16,-2 0 14-16,2 0-254 0,-2 0 17 0,0 6-18 0,-1 0 2 0,-1 3-4 16,-3 1-12-16,-5-1-27 0,0-1 23 0,3 2-25 15,-2-2 10-15,3 3-5 0,-4-1-13 0,-4 2-1 16,-1-1 2-16,1 2 0 0,2-1 0 0,0 1 5 0,-3-1-3 0,-8-1-11 16,-3-4 14-16,-4-2-14 0,-1 0 13 0,-1-2-2 0,0 5-7 0,-2-2-8 15,-4-2 11-15,-5-1-8 0,-2-4 15 0,-3 1-4 0,-5 0-6 0,-5 4-15 16,-2 1 5-16,-7 3-5 0,-6 4 12 0,2 2-2 0,-2 2-1 15,-2 2 4-15,-1 1 0 0,-6 4 3 0,-3 1 7 0,3 2 0 16,1 3 0-16,-7 0-17 0,0 3 18 0,-3 0-16 0,4 1 18 16,5-1 0-16,1 0-8 0,-7-1-15 0,1-2 11 0,-3 3-11 15,0 2 18-15,0 0-5 0,0 3-10 0,-6 2-10 0,-1-2-2 16,-3 3-1-16,-3 1-8 0,3 0-2 0,-2 1 0 0,-7 4 9 0,2 1 4 16,-2 2 5-16,3 3 17 0,4 3 2 0,1 6-3 0,-3 6-8 15,1 4 9-15,4 3-11 0,3 5 6 0,7 1 6 0,4 2-1 0,-2 1-25 16,0 1 13-16,7 2-20 0,5 1 3 0,8 2-1 0,1 1-13 15,-2 6-9-15,7 1-2 0,8-3-3 0,6-2-7 0,6-3 5 16,3-1 6-16,-2 4-1 0,6-2 2 0,4 5 1 0,4-3 20 16,11-5 6-16,4-1 1 0,3-3-3 0,5 0 25 0,4-2-15 15,2-2 49-15,7-2 0 0,2 0-2 0,5 1 0 0,6-1-6 0,5-2 5 16,7-5 3-16,4-2 3 0,6-2 1 0,5-2-11 0,4 2 26 16,6-3-22-16,6 2 23 0,6-2-10 0,13 1-13 0,6 2 10 15,7 4-2-15,2-3 6 0,2-3-2 0,-1-1-4 0,12-4-7 0,9 0-18 16,5-1 14-16,0-7-14 0,-1 0 11 0,3-4-5 15,6-2-9-15,6-3-9 0,5-3-1 0,4-3-2 0,4-6 8 16,0-4-1-16,6-6 4 0,7-3-11 0,4-8 3 0,6-5-4 0,5-4 6 16,-9-4-2-16,7-1-2 0,11 2-2 0,-4 1 0 0,5 0-1 15,3 4 1-15,-9 0-6 0,2 2-7 0,8-1-17 0,-2 0-9 16,-4 3-3-16,1 0-66 0,-13 0-30 0,-5-2-26 0,6-5-261 16,-8-4 268-16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55:10.28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8713 12558 217 0,'-1'-1'-27'0,"-4"1"13"0,1 0-45 0,4 0 67 15,-1 0 47-15,0 1-25 0,-1 0 15 0,-3-1 0 0,8 0-13 0,-3 0-19 16,0 0 14-16,4 2-14 0,-4-2 18 0,-2 0-3 0,6 0-11 16,-4 0-16-16,0 0 23 0,3 1-22 0,-3-1 21 0,0 0-5 15,0 0-6-15,0 0 11 0,0 0-2 0,0 0 9 0,-1 1 19 16,-1-1 1-16,1 3 1 0,0-2-25 0,-1 2 20 0,1 2-24 15,-1-2 4-15,0 3-8 0,2-3-14 0,-4 1 1 0,3 1 9 16,-2 1-1-16,0-3 13 0,0 3 0 0,0-1-11 0,0-2-4 0,-4 1 25 16,2-1-21-16,0 1 23 0,-1-2-4 0,0 1-7 0,2-1-8 0,-3 1 4 15,2-2-3-15,-1 1 12 0,-3-2-1 0,-1 1-7 0,0 0-19 16,-3-1 18-16,2 1-20 0,1 1 16 0,-1 0-7 0,1-1-7 16,-1 1-2-16,-1 0-1 0,0 2 3 0,-1 0 9 0,0 1-4 15,1-1-3-15,1 1-7 0,-2 0 8 0,2 0-7 0,0-1 17 16,1 0-3-16,0-1-3 0,-1-1 3 0,2 1-7 0,0-2 7 0,2 2 1 15,0-3-1-15,-1 1 0 0,0-1-20 0,1 1 20 0,1-1-18 16,0 0 19-16,-2 0 0 0,-1 0-8 0,0 0-12 0,-1 0 15 16,0 0-12-16,1 0 15 0,-1 0 1 0,1 0-11 0,0-1-8 15,-1 0 20-15,1 1-17 0,0 0 18 0,1-2-5 0,4 1-12 0,-2-2 0 16,-1 1 2-16,2-1 1 0,-7 1 6 0,2-2-1 0,1 0-3 16,-3 0-19-16,2 0 18 0,0-1-14 0,-2 0 24 0,2 1-5 15,0 0-9-15,0-1 1 0,0 1 0 0,1 1 4 0,-1-1 4 16,1 1 1-16,0-1-4 0,0 1-11 0,-1 1 18 0,0-2-15 15,1 2 16-15,0 1-6 0,1-2-8 0,-1 2-2 0,1-2 3 0,-1 1 1 16,1 2 9-16,-1-3-4 0,3 1-5 0,-2 0-8 0,1 1 6 16,0 0-2-16,0-1 13 0,1 1-7 0,0 0-5 0,-1-2-3 15,2 1-1-15,-2 0 4 0,1 0 8 0,1-1-3 0,-2 1-3 0,1-1-13 16,0-1 16-16,0 0-12 0,1-1 16 0,-1 2 0 16,-1 0-8-16,-1-2-5 0,0 4 4 0,-2-5-5 0,1 3 9 0,1 1-1 15,-1-2-2-15,1 1-7 0,-1 0 10 0,-2-2-9 0,2 2 13 16,0 0-4-16,5-1-3 0,-1 1-3 0,0 1 3 0,-3-1 0 15,-5 0 3-15,0 2 1 0,1 0-6 0,1 0 1 0,-2 1 2 0,1 0-3 16,0 0-3-16,-1 1 2 0,3-1 2 0,-2 1 2 16,-1 0 1-16,1 1 0 0,0-2 0 0,0 1-1 0,1-2-3 0,-1-1-9 15,0 2 15-15,-1-1-10 0,0 1 15 0,0-1-4 0,2 0-10 16,0 2 1-16,-1-1 0 0,0 1 2 0,1 0 9 0,-1 1-4 16,-1-1 2-16,1 0-19 0,-1 2 11 0,-2-1-10 0,0 2 19 15,-2 1 0-15,1 2-5 0,0-2-7 0,0 1 1 0,2-1-2 0,2 2 9 16,0-2 0-16,0 0 0 0,-3-1-15 0,-2-2 17 0,1 0-13 15,-1-1 17-15,1 3 1 0,-2-2-9 0,0 4-5 0,0-3 5 16,-1 4-5-16,1-2 5 0,-1 1 2 0,1-1-2 0,-2 1-7 16,-1-4 10-16,2 2-8 0,0-1 17 0,0 2-10 0,1 0-8 0,-1 2 2 15,-1 2-2-15,0 0 6 0,-2 0 4 0,2 2 0 0,1-2-2 16,1-2-9-16,8 1 10 0,-2-3-8 0,-1 1 15 0,0-3-6 16,-5 2-6-16,1-1-8 0,1 2 8 0,4 2-3 0,-2-2 8 15,3 0 4-15,2 1-11 0,1-2-6 0,0 2 15 0,2 0-14 0,0 2 10 16,2 0-2-16,-1 0-3 0,2 0-1 0,-1 0 2 0,2 2 1 15,0-3 11-15,0 1-3 0,0 0-4 0,1 2-13 0,1-4 9 16,0 0-8-16,3-2 13 0,-2 0-1 0,1 0-5 0,1 3 3 16,0-1-2-16,0 2 3 0,0-1 2 0,2-2-3 0,-1 2 0 0,2 0 0 15,0 1-4-15,-1-2 2 0,2 2-3 0,-1-3 4 0,-1-1 6 16,2 1-10-16,2-2 4 0,1 4-4 0,1-1 9 0,2-2 1 16,-1 2-5-16,1-2-3 0,2 0 6 0,-3 0-6 0,5-1 6 15,-7 2-2-15,2-3-1 0,1 0 0 0,-2-1 2 0,8-1 0 16,2 1 1-16,-1-1 2 0,1 0-5 0,-3-1-12 0,2 2 15 15,0-2-14-15,1 0 21 0,0 0-3 0,0-2-6 0,2 2-9 0,0 0 10 16,1 0-7-16,-2 2 15 0,2-1-4 0,-2 1-8 0,3 0-10 16,0 0 17-16,0-1-12 0,-3 3 19 0,-5-2-6 0,-1-1-6 0,0 1-9 15,2 1 9-15,7-2-4 0,-1 1 12 0,-2-1 4 0,1 0-9 16,-1-1-1-16,2 0 8 0,1 0-8 0,4 0 5 0,1 3-1 16,1-2-4-16,4-1 3 0,0-5 3 0,4-2 0 0,-1 0 4 15,-5-2-2-15,1 0-7 0,0-1-1 0,1 1 4 0,3-3-5 16,-3 2 1-16,-2 1 0 0,-2 1-2 0,4 4-14 0,0 2 18 15,-1-2-11-15,2-1 24 0,-1-4 0 0,0 0-9 0,0 0-17 0,-7 0 16 16,-3 1-16-16,2 1 21 0,-5-1-2 0,6 2-6 0,-2-2-4 16,-2 0-1-16,-1 1 1 0,1-2 10 0,-3 6-4 0,3-3 2 0,-1-1-14 15,1 2 15-15,-2-4-9 0,2 0 19 0,-1 0 2 16,-1-1-9-16,2-2-13 0,-1 0 13 0,0 1-11 0,-1-3 22 0,-6 3-6 16,-3 1-7-16,2-3-12 0,-3-1 10 0,5 2-9 0,1 1 8 15,-1-2-2-15,-3 1-5 0,0-2-7 0,-1 0 8 0,-1 1-3 16,-1 3 17-16,-3 1-6 0,-2 0-9 0,1 1-7 0,-2 2 9 15,-2-2-5-15,-1 1 15 0,-1 2-2 0,-1-2-6 0,0 1-6 16,-2-1 9-16,-1 1-8 0,-2 0 7 0,0-3 2 0,-1 2-10 0,-2 1-8 16,-2-2 17-16,0 0-14 0,-1 1 15 0,-2 0-1 0,0 1-8 15,-4 0-8-15,-1-2 11 0,-1 1-6 0,0 2 9 0,0-1-2 16,2 2-8-16,-3-2 0 0,-4 3 6 0,0-1-3 0,-7 2 6 0,1 3-4 16,2-1-4-16,-3 3-11 0,0 0 7 0,0 0-4 0,0 3 6 15,1 1 2-15,2-1-8 0,-5 2-16 0,0 0 12 0,-1-3-14 16,4-1 10-16,-1-1 2 0,3-1-3 0,-1-2-13 0,-5 0-6 15,6 1-1-15,0-1-23 0,4 2 3 0,1 0-2 0,2 0-11 16,2 2-8-16,2-3-3 0,2 3-55 0,3-1-12 0,3 1-14 0,0 1-102 16,1 0 155-16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0" timeString="2025-06-25T18:55:18.05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6-25T18:55:19.342"/>
    </inkml:context>
  </inkml:definitions>
  <inkml:trace contextRef="#ctx0" brushRef="#br0">28224 5549 0</inkml:trace>
  <inkml:trace contextRef="#ctx1" brushRef="#br0">21785 2063 256 0,'-3'-3'19'0,"0"2"284"0,1 1-93 0,1-2 26 0,0 1-146 0,0 0 11 0,1 1-29 16,-1-1 9-16,1 1-4 0,0 0-13 0,0 0-12 15,0 0 16-15,0 0-25 0,0 0 6 0,0 0 0 0,0 0-8 0,0 0-12 16,0 0 16-16,0 0-20 0,-1 0 21 0,1 2-3 0,0 2-10 16,1 0-5-16,-1 4 13 0,0-1-17 0,1 3 17 15,0 1-6-15,-1 3-10 0,1 1-16 0,0 3 9 0,1 1-13 16,-1 2 26-16,2-5-7 0,-1 0-5 0,-1 0-19 0,1 0 16 16,1 2-17-16,-1-3 21 0,0-1-5 0,1-1-7 0,0 0-8 15,-1-3 3-15,0 0-3 0,0 0 8 0,0-2-1 0,0 0-1 16,-1 0-8-16,0-2 2 0,0 2 0 0,1-5 8 0,0 3-2 15,-1-3-5-15,0 3-10 0,1-4 11 0,0 2-7 0,1 0 20 0,-1 0-5 16,0-1-8-16,-1-3-6 0,-1 2 9 0,1-2-5 0,-1 0 20 16,0 1-3-16,0-1-3 0,0 0-6 0,-4-3 2 0,2 2-3 15,-2-4 6-15,1 1-5 0,-1-2 0 0,0-1-13 0,-1-2 9 16,2 0-6-16,-1-2 17 0,0 1-4 0,1-1-7 0,-1-4-4 16,2 2 7-16,0-2-5 0,0 1 11 0,1-1-5 0,-1 0-7 0,1 1-14 15,1-1 13-15,0 2-9 0,-1-2 24 0,1 5-4 0,0-3-9 16,0-3-6-16,1 2 4 0,2-1-3 0,-1-2 3 0,0 2 3 15,1 1-2-15,2-1-10 0,-1 2 12 0,2 0-11 0,0 1 17 0,-1 2-2 16,2-3-10-16,1 2-9 0,1 1 15 0,-1 2-9 0,2 3 14 16,-2 1-2-16,1 1-8 0,1 3-9 0,0 2 10 0,1 1-7 15,0 3 13-15,1-1 0 0,-2 2-4 0,-1 4-3 0,0-1 5 16,0 0-4-16,-3 0 3 0,2-1 1 0,-2 0-4 0,-1 2 1 16,1-2 1-16,0-1-1 0,-1 3 3 0,0-1-3 0,-2 0 1 0,1-2-1 15,-1 0 1-15,-2-1 1 0,1 0 1 0,-1-2 0 0,-1 1-3 16,0-2-2-16,0 1 5 0,0-2-3 0,0-1 5 0,0 0 2 15,0-1-3-15,0-1 4 0,0 0 0 0,-1-1 1 0,0-2 3 16,-1-1-1-16,1-4 0 0,0-1-6 0,0 1 7 0,1-1-6 16,1-3 7-16,1 2-2 0,2-3-5 0,1 1-3 0,1 2 4 0,0 0-3 15,4 1 9-15,0 1-3 0,1 1 1 0,0 0-12 0,-1 1 6 16,-1-1-5-16,-5 4 10 0,0-1-2 0,-2 3-4 0,0 2-11 16,5 1 15-16,0 3-10 0,1 2 20 0,-1-1 2 0,2 2-9 0,3 0-3 15,-1 1 18-15,1 2-12 0,-1 2 26 0,0 0-6 0,-2 2-11 16,-2-1 156-16,2 2-190 0,0-1 145 0,-1-1-274 0,0 1 42 15,-1-3 103-15,0-2-3 0,0 2 1 0,1-2 0 0,1 0 2 16,-2 2-2-16,0-3-2 0,-2 1-3 0,1-1 2 0,-2-2-2 16,1 2 0-16,-1-2-2 0,0-1-4 0,-1 1-16 0,1-1-3 15,-2-1-2-15,1 2-12 0,-1-6-5 0,0 0-5 0,0 0-28 0,0-1 5 16,0-2-11-16,2-1-34 0,-1-2-19 0,0-3-25 0,3-2-143 16,-1-3-36-16,0-3-29 0,2-2 89 0</inkml:trace>
  <inkml:trace contextRef="#ctx1" brushRef="#br0" timeOffset="349.58">22453 2027 1203 0,'-7'18'-387'0,"6"-9"753"0,-1 0-90 0,1 1-130 0,1 4-60 0,0 0 16 16,1 1-38-16,1-1 10 0,1 1-7 0,0-5-12 0,1 3-27 0,2-4 17 15,0-1-25-15,0 0 28 0,2-3-5 0,0-2-11 0,2-1 0 16,0-2 7-16,0 0-10 0,4-2 8 0,-3-1-8 0,3-3-9 15,0-1-12-15,-1-1 6 0,-6-1-8 0,1-2 8 16,-3 1-2-16,-1 0-2 0,4 0-10 0,-2-2 10 0,-1 1-10 16,-1-2 16-16,-1 4-4 0,-1 0-7 0,2 0-14 0,-3 4 14 15,1 0-13-15,-1 2 27 0,-1 1-5 0,2 0-6 0,0 1 3 16,-1 1 0-16,0 0 0 0,1 0 3 0,-1 3 0 0,1-1-3 16,2 1-8-16,-1 2 20 0,3 0-16 0,-1 1 26 0,1 1-5 15,0-1-7-15,-1 2-11 0,0 2 5 0,-1-2-6 0,2 2 1 16,-3-1-3-16,2-1-3 0,-1-1-9 0,1 0 10 0,-1-1-7 0,1 0 11 15,0-2-1-15,0 1-8 0,0-1-14 0,-1 0 2 0,0-1-7 16,1-1-6-16,-1-1-6 0,1 1-7 0,-1-1-32 0,1 0 9 16,-2 1-14-16,2-2-21 0,-2 1-7 0,0 0-19 0,1-1-75 15,0-1-65-15,1-2 3 0,-1-1-275 0,3 1 304 0,0-4-13 0</inkml:trace>
  <inkml:trace contextRef="#ctx1" brushRef="#br0" timeOffset="678.64">22965 1632 1426 0,'0'8'115'0,"0"-1"75"0,1 1-41 0,0 0-30 0,2 4-26 0,-1 0-55 16,1 1 20-16,1 3-34 0,1 2 21 0,2-1-8 15,0 1-16-15,1 7-21 0,-1-3 16 0,0-2-17 0,0 3 24 16,1-4-3-16,-1-2-9 0,2 1-7 16,1-2 6-16,-1-1-9 0,0 2 12 0,-3-4-4 0,1 1-4 15,-5 0-13-15,-2-1 9 0,1-3-9 0,1 1 22 16,2-4-12-16,1 0-5 0,-1-2-41 0,-1-1-14 0,1 0 4 0,0-3-58 0,-1-1-23 15,-1 1-7-15,-1-1-93 0,1-2-64 0,0-1 47 0,3-3 26 16</inkml:trace>
  <inkml:trace contextRef="#ctx1" brushRef="#br0" timeOffset="906.64">23270 1597 906 0,'0'0'124'0,"0"0"198"0,1 2-188 0,-1 3-12 0,2 2-26 16,0 3-17-16,1 3 25 0,1 2-38 0,-1 2 18 16,2 1-15-16,-2 1-18 0,3 3-27 0,-1 1 5 0,1-2-15 15,1 2 12-15,-2-2-8 0,2-1-5 0,0 0-5 0,-2-6-1 16,1 0-1-16,1 0 2 0,-2-3-5 0,2 0-3 0,0 0-8 16,0-1 3-16,-1-1-6 0,2 0-16 0,0-2-4 15,-1 2-7-15,1 0-194 0,-2 0 86 0,1 0-96 0,-1 0 155 16,-4-4-125-16,0-3-57 0,-1 0-90 0,-1-2 132 0</inkml:trace>
  <inkml:trace contextRef="#ctx1" brushRef="#br0" timeOffset="1118.2">23350 1858 709 0,'4'-9'159'0,"1"-1"237"16,3-1-189-16,1 1-27 0,1 0-44 0,4 1-51 15,-3 2 25-15,1 4-49 0,0 1 11 0,-3 2-16 0,1 0-20 0,0 3-17 16,0 2 6-16,1 1-12 0,0 0 10 0,1 3 0 15,-2-3-5-15,0 0-6 0,0 1 8 0,1 0-9 0,0 4 21 16,-2-5-4-16,0 2-6 0,0-2-13 0,-3 1 1 0,0 0-6 16,-6 0 5-16,0-2-5 0,0 2 1 0,-2-3-14 15,4 1-1-15,0-2-3 0,0-1-42 0,0 1-35 16,3 0-21-16,-2-3-119 0,2-2-124 0,1 0 68 0,6-3-87 16</inkml:trace>
  <inkml:trace contextRef="#ctx1" brushRef="#br0" timeOffset="1268.59">23535 1600 1258 0,'-15'-1'221'0,"3"-1"76"0,0 0-166 15,2-2-6-15,3 2-41 0,2 1-42 0,2-3-43 16,0 1-2-16,2-1-8 0,1 1-33 0,4-3-30 0,1 1-20 0,5 0-146 16,3-3-60-16,0 3 19 0,8-2-5 0</inkml:trace>
  <inkml:trace contextRef="#ctx1" brushRef="#br0" timeOffset="1702.11">23855 1810 946 0,'4'21'169'0,"2"-1"-41"0,-2 0-3 0,3 0-58 16,0 4-21-16,-1-3 31 0,1-1-30 15,-1 0-3-15,-2-5 25 0,1 2-50 0,0 0-6 0,1-1-1 0,0-2-13 16,0 0 2-16,-1-2 20 0,-1-2-17 0,1 1 19 0,-3-2 2 15,1 0-8-15,-2-1-14 0,2 0 25 0,-1-3-26 0,-1-1 44 16,-1-2-5-16,1 1-14 0,-1-1 0 0,-2-2 19 16,0 0-17-16,-3-2 32 0,-1-3 0 0,-1-1-8 0,-1-4-15 15,0-1 7-15,0-6-17 0,-1-1 8 0,1 0-6 0,-1-4-7 16,2-1-15-16,1-1 4 0,3 0-8 0,0 3 8 0,3 3-3 16,0 0-3-16,1 2-4 0,3-1 8 0,-2 0-6 0,3 0 11 15,-1 2-1-15,0-1-6 0,2 2-11 0,0 0 13 0,0 2-11 16,1 2 23-16,1 2-4 0,0 2-7 0,0 1-2 0,1 1 6 15,1 3-4-15,0-3 8 0,0 2 0 0,2 1-3 0,2 1-6 0,2 0 8 16,2 3-7-16,-2 1 7 0,1 1-3 0,-7 0-5 0,-1 2-11 16,0 2 5-16,-1 2-5 0,6 0 7 0,-3-1-1 0,0 2-5 0,-2-1-2 15,-1 1 7-15,-1 0-5 0,-4 0 12 0,-2 0-1 16,-1 1-5-16,-2-1-7 0,-3 3 4 0,-2-1-3 0,-2 1 15 16,-3-2-1-16,1-2 3 0,0 3-19 0,0-1 11 0,-2 1-10 0,6 0 19 15,-2-2-3-15,-2-2-7 0,0-2-6 0,-6-3 3 0,3 0-3 16,0-2 6-16,2-1-1 0,2-2-3 0,0-1-8 0,0-2 0 15,3-3-5-15,0-4-22 0,3-3-9 0,3-5-11 0,2-5-43 16,3-1-2-16,4 1-13 0,2-3-70 0,2 3-21 0,3-3-33 0,3-3-131 16,0-4-89-16,4 1-17 0</inkml:trace>
  <inkml:trace contextRef="#ctx1" brushRef="#br0" timeOffset="2053.21">24184 1403 455 0,'-4'0'231'0,"3"0"-84"16,0 0 150-16,1 2-98 0,0 3 16 0,1 1-55 0,1 4-27 0,2 2-19 15,-1 1-28-15,2 5-32 0,-1 1 20 0,1 0-33 0,1 3 15 16,2-2-8-16,1 2-18 0,1 2-13 0,-2-1 14 16,1 0-18-16,0-1 13 0,0-3-5 0,-1-1-10 0,1-1-8 15,-1-3 9-15,0-2-10 0,1-1 12 0,-2-3 0 0,1-1-4 0,1 1-8 16,0-3 16-16,-1-1-15 0,2-1 21 0,-2-3-4 16,0 0-7-16,2-2 0 0,-1-3 9 0,0 0-7 0,2-3 10 15,-2-1-6-15,1 0-5 0,-1-2-14 0,-2-1 8 0,0 0-7 16,-2-1 15-16,1-1-4 0,0 0-9 0,-2-2-7 0,0 2 7 15,-2 1-5-15,-1 3 9 0,-1 1 0 0,0 2-5 0,-2 0-9 16,-3 2 11-16,2 0-8 0,-3 1 13 0,1 1 0 0,0 3-9 0,-1 3-5 16,1 0 9-16,-1 6-7 0,-1 0 13 0,2 1-3 0,-2 5-5 15,2 1-9-15,-1 0 10 0,1 2-6 0,2 1 15 0,1-1 0 16,1-1-9-16,1 1-3 0,1-3 9 0,1 0-6 0,4 0 16 16,-1-4-6-16,2-2-3 0,2-1 0 0,1-1-1 0,1-3 1 15,3 1-3-15,2-1-2 0,0 0 0 0,3-3-6 0,2-1 2 0,0 0-3 16,-4-2-7-16,-3-2-7 0,0 0-9 0,3-2-38 0,6-1-7 15,1 2-9-15,2-2-59 0,-3-1-34 0,-1 0-27 0,0-2-246 16,3 0 271-16</inkml:trace>
  <inkml:trace contextRef="#ctx1" brushRef="#br0" timeOffset="2304.52">25210 1315 849 0,'-6'5'227'0,"3"-1"486"0,0 4-482 0,-1-1-40 0,2 3-55 0,2 3-41 16,0 1 12-16,0 2-34 0,2 0-9 0,0 0-17 0,1 0-16 0,1 5-15 0,0-2 2 0,0 0-6 0,3 2-1 16,1-3 0-16,-2-3-2 0,3 2-9 0,-1-2 4 0,-1-2-4 15,1 2 2-15,0-3-6 0,1 1-6 0,0-1-69 0,2-1 33 16,-1-2-34-16,0-2 52 0,-1-2-30 0,-2 0-21 0,-2 1-51 15,0-3-43-15,-2 1 30 0,0-1-210 0,-1-1-8 16,-2 0-10-16</inkml:trace>
  <inkml:trace contextRef="#ctx1" brushRef="#br0" timeOffset="2702.02">25177 1405 496 0,'-13'-12'136'0,"1"-1"179"0,1 0-152 0,1 2 22 16,2 1-71-16,3-2 40 0,0 3-22 0,3-1-30 0,1-2-34 15,1 3 11-15,0 0-25 0,3-2 20 0,4 2-10 0,1-3-14 0,7 1-16 16,0 1 18-16,3-1-23 0,2 1 14 0,0 3-5 16,-2-2-11-16,3 2-16 0,-1 2 10 0,3 0-14 0,2 2 10 15,-1 1-4-15,0 2-7 0,0 0-4 0,-1 2 0 0,-2 1-2 16,1 3 3-16,-4-1-3 0,-2 3-1 0,0 1 0 0,-6 1-4 16,-1 2 5-16,-3-1-3 0,-6 3 2 0,-4 1 1 0,-4 2 1 15,-3 1 1-15,-1 0-1 0,-2-1 3 0,1-3 0 0,-1 1 0 16,0 0-4-16,0-1 3 0,2-2-2 0,0 1 9 0,1-3-1 15,2-1-3-15,3 2-4 0,0-2 10 0,2-3-6 0,1-1 15 16,1 2-1-16,1-4-6 0,1 1-12 0,0-1 8 0,0 1-7 16,1-2 15-16,3-1-2 0,-1 2-2 0,3 0-2 0,1-1 8 15,3 1-4-15,2 1 17 0,0-1-1 0,2 2-4 0,2 1-7 0,1-3 5 16,1 3-7-16,1-1 3 0,1-1-9 0,1-1-6 0,-2 2-3 16,-6-1-1-16,-2 1 1 0,1-1-1 0,-1 1 1 0,5-2-2 0,1 1-6 15,0 0 8-15,-1-1-6 0,-1 3 2 0,-3 1-2 0,-1-2-12 16,-1 1 7-16,-2-1 1 0,0-1 1 0,-1-2-12 0,-1 1-2 15,-2-1-5-15,-1-1-22 0,1 2-4 0,-2-2-4 0,0 1-16 16,-1-2-3-16,-1 0-2 0,2-2-43 0,-1-2-37 0,0 1-2 16,1-5-206-16,1-2-57 0,2-2-64 0</inkml:trace>
  <inkml:trace contextRef="#ctx1" brushRef="#br0" timeOffset="3103.58">25686 928 638 0,'-8'2'309'0,"3"-2"135"16,0 0-300-16,5 0 28 0,0 0-35 0,3 0-39 0,5 0-34 0,-1 0-1 0,3 1-15 15,5-1 2-15,-3 0-6 0,3 0-4 0,2 0-17 0,-2 1 6 0,1 0-12 16,1 2 8-16,0 0-7 0,-2 0-5 0,2 2-15 16,-1-1 7-16,-4 1-8 0,0 2 12 0,-3-2-2 0,-4 0-7 15,-1 2-7-15,-3-2 7 0,-1 2-5 0,-3 1 16 0,-2 1-1 16,-3 1-6-16,-1 0-2 0,-1-1 0 0,1 2-1 16,-2 1 4-16,1-1-3 0,-1-1 2 0,2 1-4 0,3-2 0 15,2 0 0-15,1 2 0 0,2-6-1 0,1 0-2 0,0 1 6 16,0-1 0-16,1 0 3 0,1 1 4 0,0-3-1 0,2-1 0 0,1 2-3 15,3-2 4-15,0-1-2 0,2 2 6 0,-1 0-5 0,0-1-6 16,0-1-8-16,1 2 7 0,-2 0-4 0,1-2 11 0,-2 0-5 16,0 0-4-16,-1 1 0 0,0-2-4 0,-2 1 2 0,2 1-34 15,0 0-13-15,-3 0-16 0,2 0-82 0,-1-2-36 0,2 1-17 16,0-1-263-16,3 1 276 0,-3 0-47 0</inkml:trace>
  <inkml:trace contextRef="#ctx1" brushRef="#br0" timeOffset="5204.54">26257 1947 500 0,'-9'3'167'0,"1"-1"196"0,0 5-211 15,0-2-34-15,0 1-28 0,1 3-27 0,1-1-9 0,-1 0-22 0,1 3-10 16,2 1 14-16,-1-1-19 0,2 3 9 0,1-3-9 16,-1 1-7-16,2 4 11 0,1 0 4 0,1 4 0 0,2 5 17 15,-1 0-3-15,2-1-5 0,2 3-10 0,-1-4 11 0,1-1-14 16,1 3 15-16,1-6-6 0,1 1-10 0,1-5-4 0,2-4 9 15,3-2-9-15,4-3 26 0,2-3-1 0,1-3-5 0,6 0-15 16,-2-3 13-16,2-3-17 0,2 0 15 0,-3 0-8 0,1-2-11 16,0 0-17-16,-3-3 20 0,-7 1-18 0,-5-5 26 0,-3 3-4 15,-3-4-13-15,5 0-10 0,-3-4 14 0,-1 2-11 0,-2 3 22 16,-4-2-5-16,-1 0-10 0,-4-3 7 0,-2-1 1 0,-1-1 2 16,-3-1-1-16,0 4-3 0,-1-3-5 0,-1 1-12 0,2 1 15 15,3 2-10-15,0 4 21 0,3 2-6 0,-4 3-13 0,0 2-4 0,-5 2 5 16,1-1-4-16,-1 3 6 0,1 0-3 0,2 2-3 0,-2-1-9 15,0 2-1-15,2 0-2 0,0 0-10 0,1 0-1 0,1 0-4 16,2 2-17-16,-1-2-7 0,1 2 0 0,2 0-38 0,1-2-16 16,1 1-17-16,1 1-126 0,0 1-63 0,2 0-20 0,0-2 16 0</inkml:trace>
  <inkml:trace contextRef="#ctx1" brushRef="#br0" timeOffset="5494.83">26836 2105 1731 0,'2'13'-102'0,"-2"-8"247"0,1-1-36 0,0 3-29 0,3 4-61 0,0-3 12 0,2 1-25 0,0-1 14 0,-1-1-4 16,1-4-14-16,1 1-7 0,-2 1 17 0,0-3-16 0,0 1 11 16,1 3 0-16,1-6-7 0,-2 2-19 0,1-2 7 15,-1 1-12-15,0-1-1 0,-1-3-22 0,1 3-12 0,-2-6-100 16,1 3-133-16,-3-1 6 0</inkml:trace>
  <inkml:trace contextRef="#ctx1" brushRef="#br0" timeOffset="5770.82">27063 1577 1585 0,'-1'3'100'0,"-2"-1"0"0,1 2 42 0,0-1-67 0,1 3 19 0,1 1-12 16,0-2-26-16,0 3 0 0,3 0 4 0,-1 1-12 0,4 3-1 15,0-1-4-15,-2 0-7 0,4 3-4 0,2 2 4 0,2 1-8 16,4 4-5-16,-1-4-6 0,-3 1-5 0,0 3-12 16,0 1 7-16,-1-2-7 0,0 2 12 0,-1-3-3 0,-1-2-3 15,0-2-12-15,1-2 7 0,-1 1-6 0,3 0 9 0,-5-1-8 16,2 0-9-16,0 1-18 0,-1-1-3 0,0-2-1 0,-1 2-16 16,0-3-11-16,-1-3-1 0,1-1-65 0,-1-3-45 0,-1-1 23 15,2-1-200-15,-1-1-84 0,-1-2-60 0</inkml:trace>
  <inkml:trace contextRef="#ctx1" brushRef="#br0" timeOffset="6139.57">27556 1431 616 0,'-4'-5'224'0,"3"3"-104"0,-1 2 118 0,0 0-120 15,0 1 39-15,-5 3-72 0,-1 0 12 0,-1 3-20 0,2 4-34 0,-3 3-20 16,4 0 24-16,3 2-26 0,0 4 36 0,2-1-12 0,1 0-16 16,1 5-16-16,1-2 19 0,2 2-19 0,3 5 32 15,0-2-7-15,1-3-9 0,3 1-13 0,-3-2 4 0,3-1-7 16,-5 0 6-16,-2-3-5 0,1-3-8 0,0-4-10 0,8-1 17 16,-2-2-15-16,4 0 25 0,-3-3-4 0,1-2-11 0,1 0-7 15,0-2 11-15,1-1-11 0,-3 1 13 0,2 0-5 16,-1 0-7-16,0-1-2 0,-2-1 5 0,-1-1-2 0,-1-2 9 15,0 0-4-15,-3 1-5 0,0-3-2 0,-2 0 5 0,-2 0-3 0,0-4 7 16,-1 2-1-16,-1 0-1 0,0-5-3 0,-2 2 5 0,-1-3-3 16,-3-1 13-16,0 1 0 0,0-2-2 0,-2 3-17 0,0-1 15 15,-1 4-15-15,0-1 17 0,1 5-7 0,0-1-10 0,-1 4-2 0,1 1-3 16,0-1 1-16,-1 3-9 0,0 0-6 0,-3 3-6 0,0 4-46 16,1 1-2-16,-2 2-14 0,1 3-56 0,1-2-31 0,-3-1-28 15,3 5-351-15,-1-1 353 0</inkml:trace>
  <inkml:trace contextRef="#ctx1" brushRef="#br0" timeOffset="6773.59">26447 1950 374 0,'-5'-6'-233'0,"0"0"461"0,1 3-47 0,0-1-71 0,0 0-21 0,-1 0 0 0,1-1-16 0,-1 1 1 16,1 0-3-16,-2 0-8 0,0-2-18 0,-1 2 29 0,-1-1-35 16,0 2 33-16,-1-2-16 0,1 2-22 0,-1 0-12 15,0-1 13-15,2 2-15 0,-4 0 11 0,1 1-3 0,-1-2-12 0,-1 3-6 16,-1 0 5-16,3 3-9 16,0 1-6-16,3 1-2 0,1 0-4 0,-2 1-3 0,2 2 4 0,1 0-1 0,-2 1-5 15,0 0-33-15,1-2-15 0,0 4-103 0,1-1-73 16,1 0 31-16,0 2-71 0</inkml:trace>
  <inkml:trace contextRef="#ctx1" brushRef="#br0" timeOffset="30635.29">12773 1073 750 0,'-7'-1'275'0,"-2"-1"383"0,2 1-454 0,2 1-78 0,2 0-35 15,1 3 6-15,1-1-31 0,-1 2-39 0,2 1-27 16,2 2 24-16,1 0-22 0,0 6 43 0,2-1-6 0,-1 2-12 0,3 4-13 15,-1 3 16-15,0 8-19 0,1 4 21 0,-1 3-4 16,1-2-11-16,-1 7-11 0,1-2 12 0,0-2-14 0,-1 8 12 16,1-3-2-16,0-1-8 0,1 1-9 0,-1-7 8 15,0-2-8-15,2 4 14 0,-1-4-7 0,1-2-6 0,1-2-16 16,0-7-5-16,1-3 0 0,0-1-36 0,-1-4-16 0,-1 1-2 0,0-5-80 16,-2 0-43-16,-2-4 22 0,1 1-233 0,-4-3 248 15,-1 1-22-15</inkml:trace>
  <inkml:trace contextRef="#ctx1" brushRef="#br0" timeOffset="31098.77">12615 1358 1213 0,'-8'-11'157'0,"4"-7"-14"15,-1 1 0-15,2-1-52 0,3 1 16 0,1 0-32 0,5-2-30 16,1-3-37-16,6-1 22 0,-1 1-23 0,6-2 33 0,-6 5-2 15,1-2-13-15,4 1-12 0,-3 0 20 0,10 2-22 0,3-1 31 16,-1 4-7-16,1 0-11 0,0-2-8 0,-1 3 11 16,4 1-12-16,1 1 13 0,-1 4-4 0,0 0-11 0,-1 4-13 15,-3 0 13-15,-1 4-13 0,1 0 18 0,-2 4-2 0,-3 2-6 16,-4 6-13-16,-7-1 12 0,-4 5-13 0,-5 2 18 16,3-2 0-16,-2 6-7 0,0 2-13 0,-2 2 13 0,-5 1-13 15,0 0 24-15,-5 1-6 0,4 0-6 0,-2 4-16 0,-1-2 10 16,-2 0-7-16,-4 0 22 0,0-2-3 0,0 0-5 0,-1-2-6 0,2-2 2 15,-1 0-1-15,2 1 8 0,0-2 0 0,3 0-1 0,0-4-4 16,2-1 4-16,3-4-4 0,0-1 5 0,4-3-2 0,1-4-4 16,0 0 3-16,4-1 5 0,1-3-1 0,3 0 15 0,2-2 3 15,1-4 1-15,5-1-1 0,2-3 9 0,1 1-8 0,4 2 4 0,2 2-5 16,1 3-7-16,-5 2-26 0,-3 2 17 0,0 1-14 0,0-1 27 16,7 1-6-16,0-1-8 0,-2 4-11 0,-1 1 7 0,-4 1-5 15,-2 1 7-15,-1 1-3 0,2-1-6 0,0 0-5 0,2 1 11 16,1 2-7-16,0-1 14 0,-1 1-4 0,0 2-7 0,-1 0-10 15,-1-2 10-15,-1 3-7 0,-2-3 18 0,0-1-4 0,-2 2-8 0,-2-2-8 16,-2 0 4-16,-1 0-5 0,-1-2 0 0,-1-1-6 0,0-1-7 0,-3 2-24 16,2-4-5-16,-1 2-4 0,1-4-37 0,1-1-25 15,-2-1-20-15,0-1-63 0,-1-2-73 0,-2-1 2 0,0-4-47 0</inkml:trace>
  <inkml:trace contextRef="#ctx1" brushRef="#br0" timeOffset="31492.49">13498 844 979 0,'6'-13'-177'0,"-3"9"436"0,0-4-33 0,0 3-38 0,3 0-54 0,2-2 17 0,2 3-47 0,3-1-4 0,2-3-16 16,1 3-21-16,3-3-28 0,1 2 8 0,-1 2-20 15,-1-1 4-15,-4 3-3 0,-2 2-9 0,3-1-2 0,-3 1 10 16,3 3-11-16,-6 1 15 0,-5 5 0 0,1 0-3 0,-5 3-7 16,-3 5 7-16,-2 0-10 0,-7 4 10 0,-1-1-5 0,-2-1-8 15,-3 4-10-15,5-3 9 0,-1-1-10 0,0 3 14 16,0-3-1-16,-2-1-6 0,2-1 0 0,5-4 15 0,3-2-12 15,2-2 17-15,4-2-6 0,1-2-10 0,4 0-7 0,0-2 14 0,3-3-8 16,6 0 24-16,-1 0-6 0,5-3-8 0,0 2-20 16,-7-2 12-16,0 2-12 0,-1 0 14 0,-1 1-3 0,4 0-7 0,-1 0-16 15,-2 0 12-15,-1 0-12 0,0 2 2 0,-2-1-8 0,1-1-14 16,-1 3-32-16,-2-2-8 0,1 1-6 0,-1-1-86 0,1 1-62 0,3 1-48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5T18:56:50.67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2944 3632 460 0,'-3'-1'81'0,"0"-3"5"0,1 3-35 0,2 1 10 0,0 0-24 16,2 0-3-16,0 0-7 0,1 0 5 0,3 0 8 0,-1 0-6 0,4 0 3 0,0 1-5 15,2 2-4-15,1 0 0 0,-1 1 1 0,3 1 2 0,0-2 11 16,2 2-3-16,1-4-3 0,0 2-26 0,3 1 20 15,0 0-19-15,4 1 23 0,-1-1-9 0,2 2-11 0,0-2 0 0,2 0 0 16,-7-2 3-16,2-2 1 0,3 1-1 0,0-1-5 0,6 0-9 0,0-3 21 16,1-2-16-16,4 2 21 0,1-1-5 0,3 2-11 0,4-2-5 15,1-1 10-15,2-1-8 0,-9 0 9 0,-1 2 0 0,1 0-5 16,-3 1-3-16,9 0 8 0,-2-2-6 0,0-2 10 0,1 2-8 16,3 0-8-16,1 0 3 0,3 3 0 0,-3-1 4 0,-4-1 10 0,-2 2 1 15,-3-2-1-15,3 1-8 0,3 1 14 0,3-1-11 0,1 1 14 16,4-1-4-16,2 2-5 0,6 1-14 0,-6 0 14 0,2 0-11 15,-2 0 9-15,-3 0 0 0,7-2-13 0,7 1-15 0,7-1 19 16,1-2-16-16,-3 0 26 0,-4 0-8 0,-3 4-13 0,4-3 0 16,8 3-3-16,3-2 2 0,2-4 4 0,-11 2-1 0,-1-1 2 0,-4-3-10 15,3 3 8-15,5-2-5 0,2 0 14 0,0 2-1 0,-3-1-7 16,-4 1-11-16,-4 1 10 0,-1-1-9 0,4 1 12 0,2 1 1 16,1 0-5-16,1 2-10 0,-3 0 9 0,-5 1-7 0,0 0 14 15,-4 0-3-15,3 0-7 0,5 0-11 0,1 0 15 0,-4 0-8 0,-2 0 17 16,-6 0-2-16,-3 0-10 0,6 0-2 0,0-2 4 15,2 1-3-15,2 0 5 0,-3 1 2 0,-6-2 0 0,3 0-5 0,-1 1 7 16,-3-1-6-16,6 1 16 0,-3 0-4 0,0 1-2 0,6 0-6 16,-2 0 1-16,-9 0 0 0,0 0 5 0,-8 1-3 0,-2-1-3 0,8 1-2 15,-5-1 6-15,1 2-5 0,-2-2 9 0,-5 0-5 0,-1 1-3 16,-2 0-3-16,0 0 6 0,-5 1-3 0,-3 0 7 0,-12 0 2 16,-6-2-5-16,4 1-10 0,-7 1 9 0,9 0-10 0,-4-1 8 15,-3 0 1-15,1 0-6 0,-3-1-13 0,2 0 19 0,-4 2-15 16,2-1 19-16,-3 0-1 0,0-1-11 0,3 2-11 0,-2-2 11 0,2 1-10 15,-2 0-4-15,0 0-8 0,0-1-13 0,-1 2-33 0,0-1-11 16,0 2-7-16,3 0-69 0,-2 1-31 0,2 1-26 0,-2 6-340 16,4-4 347-16</inkml:trace>
  <inkml:trace contextRef="#ctx0" brushRef="#br0" timeOffset="1182.76">12010 3558 572 0,'1'-9'163'0,"0"1"237"0,2 4-310 16,5 4-78-16,4 2 1 0,1 0 0 0,4 1-7 0,1 3-1 15,2 1 0-15,2 2-11 0,1 1 10 0,-3 1-4 0,0 0 0 16,-4-2 4-16,1 1-22 0,2 1 23 0,1-2-18 0,6 0 34 16,0-4 1-16,-1-2-7 0,-1-2 9 0,1 2 8 0,2 1-3 15,2-2 17-15,3 2-6 0,-1 0-8 0,5 0-15 0,3 1 10 16,4 0-10-16,0-1 6 0,-7 1-4 0,2 0-6 0,0 3-17 0,0-1 10 16,9 1-8-16,-2-2 16 0,1 1-1 0,4 1-9 0,5-1-6 0,0 1 7 15,-4 0-6-15,3-3 11 0,-3 0-2 0,-1-3 1 0,9 0 7 16,-3-1 6-16,4 2-1 0,6-1 3 0,-5-1 0 0,-1 1-8 15,3-2-12-15,-5 0 15 0,3 0-13 0,5-2 20 0,1 1-10 16,8 0-10-16,-2 1-1 0,1-1-4 0,-3-1 6 0,0-2 1 0,4 3-2 16,3 0-4-16,6 1-12 0,-2 0 13 0,-1 0-11 0,-5-1 19 15,-2-1-2-15,7 2-3 0,6 0-16 0,-1 2 9 0,0-2-8 16,-4 0 25-16,-2-2-5 0,8 1-4 0,4 1-13 0,-2-1 6 16,-4-1-4-16,0 2 14 0,-2-2-3 0,5 1-5 0,5-1 7 15,-3-2-5-15,-1 2 6 0,-3-3 6 0,3 2-2 0,3-1 3 0,3-1-11 16,-2 0 6-16,-4-1-5 0,4 1 10 0,-2-3-1 0,2 3-3 0,-1 0-10 15,-3-2 5-15,2 1-4 0,2 1 16 0,-3 1-1 16,-2-1 2-16,-2 2-20 0,-4-2 18 0,3 1-14 0,3 3 25 0,-2-2-5 16,-4 2-8-16,-1 0-2 0,-4 0 6 0,-2 1-3 0,7 0 1 15,-4 2-2-15,69-1-3 0,-147-2 8 0,130 0-31 16,-64 1 22-16,-3-1 1 0,-3 1-2 0,0 0-10 0,-7-3 11 16,-6 2-9-16,-4-1 19 0,-6 0-4 0,-2-1-4 0,-1 0-14 0,-4 3 12 15,0 0-10-15,-2 1 15 0,-1 1-2 0,-3-3-7 0,1 0-5 16,-3 0 4-16,-1-1-4 0,-3 1 1 0,-4 1 0 0,-6 0-4 15,-2 0-3-15,-1 1 9 0,-1-1-7 0,5 0 4 0,-3 2 2 16,0-2-4-16,-3 0-10 0,1 0 8 0,-2 0-8 0,-1 1 20 16,-2 0-6-16,0-1-4 0,2 0-10 0,-4 1 4 0,0-1-3 0,-1-1 10 15,-3 1-4-15,-2 0-4 0,0 4-12 0,-3 2 2 0,1-2-4 16,-2 3-6-16,-4-2-2 0,-4 0-6 0,-8 2-24 0,-3 1-6 16,0 0-7-16,2 0-72 0,0 2-41 0,1 0-36 0,-1 2-423 15,1 4 414-15</inkml:trace>
  <inkml:trace contextRef="#ctx0" brushRef="#br0" timeOffset="3600.04">2951 5262 380 0,'-8'-1'77'0,"3"-1"96"0,1 2-126 16,4 0-33-16,0 2-2 0,1-2-6 0,3 0 6 15,1 0 2-15,3-2 2 0,2 1 20 0,4-1-15 0,-1 0 26 16,2 0-3-16,-2 0-5 0,2 0-5 0,-2 2 8 0,2-1-5 0,-2 1 16 16,0-2-4-16,0 2-9 0,1 0-22 15,0 3 25-15,2-2-23 0,0 2 25 0,-2-1-9 0,2 3-13 0,0-1-3 0,1 3 0 16,-2-2 0-16,1 0-4 0,-6 3-1 0,3-1-4 0,0 0-26 0,2 2 24 16,7 0-22-16,-2-1 29 0,2 1-4 0,-2 0-11 0,0 2-3 15,0-1 1-15,2-1 0 0,2 1 10 0,1-1 2 0,3 0-3 16,1 0-7-16,3 0 12 0,-1 0-12 0,3-1 14 0,-2-1-3 15,2 0-2-15,-6-1-2 0,-2-1 12 0,0 2-7 0,1-5 15 16,5 3-2-16,1-1-10 0,1 1-15 0,2-1 20 0,2 1-19 16,2-1 21-16,2 1 0 0,0-1-10 0,6 2-14 0,-6 1 11 0,1-2-10 15,0 0 17-15,-5-1-1 0,3 1-5 0,2-2-15 0,1 2 17 16,1-1-13-16,3 1 24 0,0-2-13 0,2 1-11 0,0 1 7 16,-4 1-4-16,-3 0 10 0,-3 0 0 0,-5-2-3 0,6 1-3 0,0-3-13 15,4 1 13-15,2-3-9 0,2 0 22 0,0 0-6 0,0 0-9 16,-4 2-4-16,1-2-2 0,-2 1 1 0,-2-1 3 0,3 0-3 15,-1 0 2-15,6 0-7 0,4 0 7 0,2 0-4 0,0-1 9 16,-9 1-3-16,-2-2-4 0,1 1 2 0,-2-1-3 0,5-1 2 16,1 2 3-16,0-3-2 0,6 4 0 0,4 0-12 0,-2-3 11 0,-4 3-8 15,-2-3 23-15,-5-3-9 0,0 1-9 0,8-1-8 0,3-2 17 16,2 1-8-16,6 0 13 0,-5 3-2 0,-4 0-13 0,2-1-8 16,-4-5 18-16,3 0-13 0,4-3 22 0,0 2-6 0,2 0-10 0,2-2 0 15,-5-1 8-15,-2-2-2 0,-3 0 5 0,-3 2 2 0,4 1-8 16,3 3-9-16,2 0 15 0,0-2-14 0,-1-2 19 0,-5 2-5 15,-5-2-8-15,-3-1-4 0,0-1 7 0,0 2-4 0,0-2 6 16,-3 1 3-16,1 1-9 0,2-3-7 0,-2 1 14 0,-5-4-13 0,-2 2 17 16,-8 1-3-16,1-4-6 0,1 3-8 0,-1-2 7 0,-2 2-5 15,-1 0 11-15,1-3 0 0,-3 1-6 0,-3-2-6 0,1-2 8 16,-1 1-6-16,-3-3 14 0,-2 3-4 0,-2 1-8 0,-3-1 1 16,0 2 7-16,-2 0-2 0,-3-1 7 0,-1 0-4 0,-1-1-6 0,-2-3-4 15,-1-1 2-15,-4 0-1 0,0 2 6 0,-4 1-3 16,0 1-5-16,-5-3-1 0,-5-2 9 0,0 1-6 0,-2-1 7 0,-2 1-1 15,-1 1-5-15,-2-1 0 0,-3 0 1 0,-1 1-1 0,0 2 2 16,-1 1-4-16,-1-2 0 0,-3 1-1 0,-1-4 0 0,1 1 0 16,-4 1 1-16,-1 1 0 0,-3 3 1 0,0-1-17 0,-2 1 16 15,-3-1-14-15,-1 1 24 0,-5 5-1 0,2-3-6 0,-1 1-11 16,-1 1 1-16,0 2-3 0,-4-1 11 0,0 3-2 0,0 0 0 0,-3 2-10 16,-1 1 5-16,-2-1-4 0,0 3 8 0,4 2 0 0,-5-1-3 15,-3 0-6-15,1-1 7 0,-7 0-6 0,4 2 10 0,2-2 0 16,-1 4-3-16,-1-1-4 0,0 1 5 0,-4 1-3 0,-1-3 5 0,2 2 0 15,-1 0-2-15,1 1-3 0,2 0 5 0,-3 3-3 0,-1 1 3 16,0-3 3-16,-5 2-3 0,-2 1-13 0,2 1 22 0,0 2-19 16,2-2 24-16,1 0-1 0,-4 0-13 0,-3 3 4 0,1-2 2 15,1 0-1-15,3 2-2 0,6-2 4 0,-1 0-2 0,-5-1-11 0,3 2 16 16,3-2-14-16,2 1 20 0,6 0-1 0,0 0-6 0,-4 0-15 16,0-2 4-16,-2 0-6 0,1 2 13 0,4-1 1 0,4 2 0 15,-2 2-13-15,-2-2 9 0,-1 0-7 0,-1 3 13 0,0-1-2 16,4 0-6-16,-4 3-4 0,2 0 3 0,0 3-3 0,0 2 3 0,2-1 2 15,-2 1-2-15,-2 2-4 0,-1 3 7 0,2 2-5 0,5 1 4 16,5 2 2-16,1-1-4 0,-1 3-11 0,1-2 8 0,-4 2-8 16,3 1 11-16,-1-1 0 0,0 0-2 0,3-2-9 0,5 4 11 15,2 0-7-15,0-1 15 0,5 3-3 0,0-5-5 0,-4 3-15 16,5-2 11-16,-1 2-8 0,3 3 28 0,4-1-7 0,2 1-5 0,2-2-15 16,3 1 11-16,4 1-9 0,3 0 15 0,3 0-1 0,0 1-5 15,4 1-4-15,1-2 5 0,1 4-3 0,2-5 5 0,3-1 1 16,1-2-3-16,1 2-12 0,1 0 12 0,4 2-9 0,2-1 16 15,2-2-3-15,3-4-6 0,2 1-13 0,4-3 14 0,1-1-10 0,2 3 24 16,2-4-4-16,2-1-8 0,5 0-12 0,0-1 15 0,2-2-12 16,2 5 20-16,2-5-1 0,-1 0-8 0,5-2-7 0,0-1 8 15,-1-2-4-15,4-2 7 0,-2-2 0 0,4-1-7 0,9-2-10 16,2 0 16-16,3 0-12 0,-6-2 18 0,-1-1-3 0,-2-1-6 0,0-3-16 16,7-1 13-16,-1-1-12 0,5-3 23 0,3-2-4 0,1 2-7 15,-3-2-4-15,1-3 4 0,-3 0-1 0,-1-4 1 0,1 0-14 16,4-3-8-16,9 0-47 0,-1 0-3 0,-3 1-8 0,-1 1-42 15,-9-1-13-15,2 2-21 0,5-2-145 0,4 2-81 0,0 0-28 16</inkml:trace>
  <inkml:trace contextRef="#ctx0" brushRef="#br0" timeOffset="5405.53">2988 7163 286 0,'-9'-1'39'0,"1"0"26"0,4-2 16 0,0 2 2 16,3-2-1-16,1 1-11 0,0 0-12 0,1 0-18 0,3-3-25 15,0-3 31-15,3 2-24 0,0-2 41 0,0 1-15 0,0 0-15 0,2 0-12 16,1-2 2-16,2 2-1 0,1 0 11 0,2 0-9 0,0 1-9 0,2 1-13 16,2-1 8-16,2 3-8 0,2 3 9 0,1 0-6 15,0 2-2-15,2-2-10 0,-3 0 12 0,-7 0-6 0,1 0 20 16,0 1-4-16,2 2-12 0,6-3-1 0,-2 0 12 0,0 0-9 0,-2 0 13 16,1 3-2-16,0 1-5 0,3 1-14 0,1 2 14 0,1 0-12 15,1 0 30-15,-1 2-7 0,1-2-9 0,0 4-21 0,1-1 22 16,1-1-19-16,-3 1 23 0,-2-2 2 0,-4 1-9 0,4 1-17 15,1-2 12-15,4-1-11 0,2 4 21 0,-4-5-3 0,3 0-8 0,4 2-6 16,2 0 8-16,2-1-8 0,3 2 9 0,0-1-6 0,0 1-3 16,-6 0-1-16,1 0 4 0,-2 1 2 0,1 0 7 0,3 5-3 15,-1-3-9-15,2 1-1 0,0-3 7 0,3 1-5 0,3-2 8 16,-1 0-2-16,0 1-6 0,0-1-6 0,-5 0 14 0,-1-2-9 0,-2 1 24 16,-2-1-3-16,4-1-12 0,3-2-2 0,3 0 10 0,5-2-8 15,2-1 10-15,4 1-5 0,-2 2-5 0,-1-1-5 0,-1-1 10 16,-5-2-5-16,2-3 16 0,4-2-3 0,1-1-9 0,7-2-18 15,0 2 19-15,-1-2-17 0,-9 3 23 0,-2 0 0 0,-7-3-9 0,4 3-6 16,3-2 2-16,-1 1-2 0,3 2 10 0,-1-1-2 0,1 1 2 16,-1-2-20-16,-7 2 13 0,-2-1-12 0,0 0 18 0,-5 0 0 15,5-1-4-15,0 0-13 0,0-2 9 0,4 2-8 0,2-2 18 16,1 2-5-16,1-2-7 0,0 1-10 0,0 0 6 0,-2 3-3 16,-1-1 18-16,1 0-5 0,6-5-7 0,5-3-5 0,5 1-3 0,1 0 2 15,0-1 10-15,-6 1-4 0,-3-2 4 0,2 3-17 0,-3 1 10 16,3 1-9-16,-1-2 20 0,3-5-5 0,-2-2-6 0,-1-1-5 15,-1-1 3-15,-7 6-2 0,0 1 12 0,-1 4-1 0,-4 1-2 0,2-1-5 16,-1-2 2-16,3 0-2 0,1-2 0 0,-2 0 0 0,-9 2-2 16,-2-3 1-16,-2 5 0 0,-6-2 1 0,4 2 4 0,-4 0 0 15,-4-2-2-15,1-6-5 0,0-2 11 0,-3 0-8 0,-2 0 15 16,-2 1-5-16,-2-1-9 0,-2-3-7 0,-2 0 9 0,-2-2-4 16,-2 1 23-16,-2-4-8 0,-3-1-7 0,-1-2-12 0,-2-1 6 15,-1 3-3-15,-2 0 13 0,1 1-2 0,-3 2-6 0,0-5-12 0,-3 1 12 16,-2-3-9-16,0 1 21 0,0 2-3 0,-1 0-6 0,0 1-9 15,-2-1 4-15,-1-2-4 0,-2-2 5 0,-1-2 2 0,-3 1-3 0,-1-1-11 16,-4 0 12-16,-4 5-10 0,-1-2 19 0,-1 1-2 16,-2 0-6-16,-3 1-13 0,-6 1 10 0,-1 3-7 0,-4 1 21 0,3 3-7 15,-1 2-8-15,-4-1 6 0,-5 1-5 0,-5 0 8 0,-2-2-8 16,2 1 0-16,-2 0-1 0,0 1-2 0,-3 4 5 0,1 0-3 16,-1 1 4-16,0 0 2 0,-1-5-1 0,-4 5-8 0,1-2 3 15,1 5-4-15,-1-3 12 0,3 3-3 0,-3 0-2 0,-4-1-6 0,-4 1 2 16,2 3-1-16,1-2 8 0,1 4-5 0,0 2 0 0,-6-1-1 15,-3 1 1-15,-2 1 1 0,-1 4-1 0,2 0 1 0,1 0-1 0,-6 4 0 16,-5 1 2-16,-1 1-2 0,-1 0-2 0,4 4 1 16,-1 3 1-16,-7 1-13 0,-2 3 14 0,4-1-10 0,2 1 20 15,5 0-3-15,-3 1-8 0,-3-1-15 0,1 1 18 0,2 0-14 0,7-1 23 16,6-3-3-16,-3-2-12 0,0 2 0 0,4 0 3 0,4 5 0 16,2 1 1-16,5-3 3 0,-1 0-6 0,-4-1-7 0,3 2 13 15,2 0-10-15,3 0 12 0,3 1-2 0,0 1-5 0,0 3-8 0,-3 1 10 16,1 2-6-16,2 0 10 0,4 3-3 0,6 1-3 0,3 4 1 15,0-1-1-15,3-1-1 0,-1 2 2 0,3-3-5 0,3 2 0 16,2 1-6-16,5-2 10 0,4 2-5 0,5-2 15 0,6 2-2 16,4-1-7-16,4 0-10 0,3 0 8 0,5-2-7 0,2 1 13 0,4-2-3 15,3-2-3-15,4 5-1 0,1-2 3 0,5-2-1 0,2 3 2 16,2-6 1-16,5-3-5 0,1 1-2 0,3-3 6 0,5-1-3 16,-2-2 9-16,4-3 1 0,0 1-1 0,4-3-15 0,5-1 18 15,2 1-14-15,5 1 21 0,4 0-2 0,6 2-14 0,7-3-2 16,-3-2 14-16,-2-3-13 0,0 2 16 0,-1-2-7 0,7 5-8 0,12 1-7 15,5 4 3-15,-1 3-2 0,2 1 8 0,-2 2-3 0,6-1-3 16,13-2-26-16,3 1-3 0,2-6-6 0,5 1-24 0,-1 0-17 16,5 2-12-16,9 5-53 0,2-1-13 0,4 1-11 0,2 1-195 15,2-5 227-15,3-4-55 0</inkml:trace>
  <inkml:trace contextRef="#ctx0" brushRef="#br0" timeOffset="8741.91">15427 15353 684 0,'-41'-5'220'0,"9"3"323"0,3 4-431 0,3 4-96 0,2 4-7 16,4 2 6-16,4 3-3 0,4 2-9 0,1-1-10 0,4 0 13 0,3 0-11 0,1 2 15 15,3 0 1-15,-1 3-5 0,0 4-5 0,0 5 3 0,0 4-1 16,1 2 19-16,0 3-4 0,-4 2 0 0,1 5 0 0,-3 1 1 15,3 2 1-15,0 5-3 0,-2-1-11 0,5 10-6 0,0 4-9 16,1 4 11-16,3 2-3 0,-2-1 22 0,0-4-5 0,-1-2-8 0,0 5-19 16,2-1 14-16,-2-1-11 0,1 2 21 0,-2-7-2 0,0-2-10 15,-1-1-9-15,-2-4 6 0,-1 0-6 0,1 0 11 0,-1 0 1 16,1 0-5-16,-1 2-16 0,-2 0 17 0,-1-4-15 0,5-6 22 16,2-6-7-16,-2-2-6 0,2 1 4 0,-5 1 1 0,-1-4 6 15,0 0 11-15,3-2-4 0,0 3-5 0,4 2-18 0,3-1 24 0,0-5-18 16,3-6 32-16,1-5-8 0,-5-4-16 0,6 1-1 15,1-1-2-15,4-1 2 0,12-2 2 0,2 1-3 0,4-2-2 0,5-2-3 16,2-3 12-16,4-6-6 0,7-2 21 0,3-4-8 0,7 0-8 16,3 3-6-16,1 2-1 0,2 0 2 0,-2 0 11 0,4-4-4 0,4 1 1 15,5-2-9-15,2 1 4 0,-2 3-3 0,-2-1 3 0,-3 0 0 16,1 3-3-16,7 1-11 0,2 2 12 0,-2 1-10 0,-3 2 26 16,-4 0-7-16,1 4-7 0,6 3-3 0,5 1 0 0,2 3 2 15,-3-2 3-15,-2 2-11 0,-1 0-6 0,10 1 10 0,3 5-13 16,-1-5 13-16,1-2-21 0,-10-1-6 0,4 1-1 0,9-1-11 0,-3 0 0 15,1-1 2-15,-7-5 14 0,-7-1 10 0,3-2 11 0,92 6-3 16,-173-16 10-16,156 3-12 0,-82-6 16 0,1-4 1 16,6-3-16-16,-5-1 15 0,2-1-15 0,-6-2 21 0,-4 1-1 0,1-3-9 15,0-3-4-15,-3 0 6 0,-7-2-5 0,-2 1 15 16,-10 0-1-16,-3-1 0 0,1-1-1 0,-7-2 11 0,-3-2-6 0,-1-2 21 16,-2-1-2-16,-3 3-5 0,0-3-13 0,-3 0 12 0,-3 1-11 15,-1-2 13-15,-9 1-1 0,-3 1-7 0,1-3-6 0,-2 4 11 16,6-3-10-16,1 1 11 0,-3 1-7 0,-2 2-8 0,-1-3-17 0,-2-4 6 15,0-2-7-15,1-8 9 0,2-4-5 0,-1-4-3 0,4-6-9 16,0-1 4-16,1-2-3 0,1 1 14 0,0 1-6 0,0-7-4 0,2-8-15 16,-2 0 9-16,-2-4-8 0,-1 5 13 0,-1 7 0 15,-2 1-2-15,1-6-13 0,-3-1 9 0,-1-4-8 0,-3 3 18 0,-1 6 1 16,-5 7-2-16,0 1-6 0,-2 0 5 0,0 1-7 0,-5-5 29 16,1 3-3-16,0 0-5 0,-1 2-8 0,0 3 9 0,-3 1-7 15,-2 1 9-15,1 4-2 0,0-1-6 0,-1-2-11 0,-2-1 9 16,-2-4-7-16,-1 5 16 0,-2 4-2 0,-1-1-5 0,0 1-15 0,-2 1 14 15,-3 0-12-15,-2 1 24 0,-3-2-10 0,-5 0-8 0,-4-1 3 16,-4 1 0-16,-1 3 5 0,-5 1 2 0,-2 1-3 0,0 4-5 16,-9 2-7-16,2 2 6 0,-5 4-5 0,-5 1 6 0,-3 2 0 15,-7 0-3-15,-3-2-4 0,-2 4 1 0,-4 4-2 0,-1 2 5 16,1 5-1-16,-8 2 1 0,0 6-2 0,0 4 3 0,-3 2-2 0,-3-1 6 16,3 0 0-16,-2 1-2 0,-1 4-19 0,4 5 18 0,-5 1-13 15,-2 5 29-15,3 1-8 0,3-2-9 0,0 6-12 0,-3 0 10 16,-3-1-7-16,-1 3 19 0,4-1-5 0,3 3-7 0,-8 3-16 15,-2 3 0-15,1 1-4 0,0 1-23 0,5 2-4 0,-4 1-8 0,-4 1-21 16,2 4-21-16,-2-2 1 0,2-5-103 0,2-4-48 0,0-3-34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04:25.4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42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7:05:16.709"/>
    </inkml:context>
  </inkml:definitions>
  <inkml:trace contextRef="#ctx0" brushRef="#br0">3743 15756 1851 0,'-17'23'560'0,"-3"4"-307"0,2-4-248 0,-4-1 27 0,4-3 11 0,5-5-5 0,2-2-8 0,4-5-19 0,1-4 1 0,4-1-5 0,1 0-3 0,0-1-1 0,1-1-3 0,-1 0-12 15,1 0 9-15,0 0-9 0,0 0 9 0,3 0-6 0,-1 0-9 16,2-1-30-16,0-1-6 0,2 1-7 0,2 1-44 0,2-1-12 0,2 1-14 16,4 0-63-16,5 0-51 0,3 1 8 0,1-1-200 15,1 4 249-15,3 4-10 0</inkml:trace>
  <inkml:trace contextRef="#ctx0" brushRef="#br0" timeOffset="981.61">4015 17463 217 0,'0'-3'714'0,"-9"6"-384"0,-2-2 478 0,1-1-591 0,0 1-186 0,0-1-16 16,1-1 0-16,1 0 0 0,0-2-9 0,2 3-7 0,0-1 15 0,3 1-14 0,0 0 14 0,2 0-4 0,0 0-8 0,1 0-12 0,0 0 10 15,-1 0-10-15,1 0 0 0,0 0-11 0,0 0-15 0,0 0-31 16,3 0-1-16,0 0-5 0,2 2-24 0,2 2-16 0,2 0-18 0,1 2-86 16,1 3-56-16,2 2 4 0,0 3 46 0</inkml:trace>
  <inkml:trace contextRef="#ctx0" brushRef="#br1" timeOffset="6810.8">15835 950 558 0,'-2'-1'196'0,"2"-1"243"0,-1 2-256 0,0-1-43 15,0 0-30-15,0 0-23 0,1 1-22 0,-1-2-29 0,1 2-18 16,0 0 18-16,0 0-19 0,0 0 29 0,0 0-3 0,0 0-9 16,0 0-6-16,-1 0 13 0,0 2-15 0,-1-2 23 0,2 1-7 15,0-1-8-15,-1 1-17 0,1-1 19 0,0 1-21 0,-1 1 33 16,1 0-11-16,0 1-14 0,1 1-4 0,-1 0 2 15,0-1-3-15,0 4 10 0,0-2-2 0,0 3-3 0,0-1-15 16,-1 2 12-16,0 0-15 0,0 1 20 0,1 2-5 0,0 0-8 16,0 2-16-16,0-2 16 0,0 1-16 0,0 0 25 15,1 1-5-15,-1 0-10 0,0 3-7 0,0-1 10 0,1 1-9 16,-1-3 9-16,1 2-2 0,2 1-7 0,-2 1 1 0,0 2 3 0,-1 0 0 16,0 1 4-16,0-4 0 0,0 0-2 0,0-2-10 0,0 2 5 15,1-1-5-15,-1-2 8 0,1 1-1 16,-1-2-1-16,0 2-1 0,0 2 1 0,-1 1-1 0,1 0 2 0,0-3 2 0,2 2-2 0,2-3-15 15,0 1 18-15,1 0-16 0,-1 3 21 0,1 0-3 0,-3 1-8 16,1-1-11-16,-1 2 12 0,1-2-8 0,0 1 20 0,-1 1-3 16,0 1-7-16,1 0-6 0,-1 1 3 0,-1 3-3 0,0-1 8 15,0-4 0-15,0 0-3 0,1-3-5 0,-1 1 4 0,1 0-3 16,-1-1 9-16,1 1-6 0,-1 2-1 0,2 2-6 0,-1 0 6 0,1-2-2 16,1-2 15-16,0 0-6 0,1 1-6 0,-1 2-2 0,0 3-1 15,-1 1 2-15,0 1 1 0,-1-3 1 0,1-1-3 0,-2 1-7 16,1-2 9-16,0 3-5 0,-1-2 11 0,-1-2-3 0,2 1-5 0,-2-2-8 15,0 0 10-15,0-2-5 0,0-2 16 0,0 1-5 16,0 0-6-16,0 2-10 0,1 0 6 0,0 0-5 0,-1 1 11 16,1 0 0-16,0-1-3 0,0 0 2 0,0 1-4 0,-1 2 4 0,1 1-2 15,-1 0-1-15,0-6 1 0,0 3-9 0,-1 1 9 0,1-1-6 16,-1 4 13-16,0-1-3 0,0-2-5 0,0 1-6 0,1 0-1 0,-1-1 1 16,1-3 3-16,0 3-1 0,0-4 4 0,0 3 1 0,1-1 0 15,0-1 0-15,1 0-3 0,0-2 1 0,1 2 1 0,-1 1-3 16,-1 2 3-16,0-1-3 0,0 3 2 0,0-1 1 0,2-4-3 15,-2 1 0-15,0-2 8 0,0-2-6 0,0 0 4 0,-1-1 0 16,1 2-5-16,-1 0 0 0,1 0 3 0,1-4-1 0,-1 1 4 16,-1-3 2-16,1 1-1 0,-1-3-15 0,0 2 11 0,1-2-10 0,0 1 18 15,-1-2-3-15,1-1-4 0,-1 1-2 0,1 1 0 0,0-1-1 16,1-1 3-16,-1-1 2 0,0 1-1 0,1-2-3 0,0 2 1 0,1-2-2 16,-2 2 1-16,1-1 0 0,0-2 0 0,0 2-13 0,1-2 14 15,-1 1-11-15,0 1 23 0,1-2-2 0,0 0-8 0,-1 2-7 16,1-2 9-16,2-1-7 0,-2 2 11 0,2 0-2 0,-2-1-5 0,3-1-10 15,-1 2 10-15,2-1-6 0,1 2 16 0,-1-2-3 16,0 0-7-16,2 1-6 0,0-1 8 0,2 1-4 0,1-1 6 16,-1 1 2-16,0-2-5 0,1 1-2 0,0-1 4 0,-3 0-4 0,-1 0 6 15,1-1-1-15,2 0-3 0,7 2-2 0,3-2 5 0,1 0-4 16,-1 0 3-16,-1 0-2 0,0 1-1 0,2-1-2 0,0 0 1 16,2 1-1-16,2-1 8 0,-1 1-4 0,0 1-3 0,2-1-15 15,1 0 15-15,1 1-9 0,4-1 22 0,1 0-5 0,-7 0-7 0,3-1-6 16,4 3 6-16,-2-3-3 0,7 3 11 0,-1-3-3 0,-4 1-3 15,6 0-12-15,0 0 9 0,0-1-7 0,4 0 19 0,-1 0-3 16,1-2-6-16,-4-1-11 0,2 2 8 0,-2-2-7 0,1 2 14 16,0-1-2-16,1-1-5 0,0 2-5 0,1-1 5 0,2 1-3 15,1 0 7-15,1 0-2 0,-2-1-3 0,-3 1-14 0,0 1 16 0,-1 0-10 16,-1 0 23-16,3 0-2 0,-4 0-10 0,2 0-11 0,1 0 9 16,2 0-8-16,2-1 13 0,-1 1 1 0,0-1-4 0,-4 1-9 15,2-3 12-15,-1 0-9 0,-2 2 12 0,3-1-2 0,-2 0-7 0,3 1 0 16,0 0 2-16,1-1-1 0,1 1 0 0,-1 1 1 0,-7 1-3 15,3 2 0-15,-2 0 3 0,-3-1-1 0,4 2 3 0,-6 0 0 16,-2 1-3-16,0-1-4 0,-1 2 5 0,-2-1-4 0,1 0 8 16,-4 2-2-16,-1-2-3 0,2 1-3 0,-2-1 0 0,-4 1 0 15,1 1 7-15,-6-3-2 0,-4 1-1 0,-2 0-13 0,-1 0 12 16,0-1-10-16,3 1 19 0,1-1-5 0,0 1-6 0,-1-2-16 0,-2 1 7 16,-1-2-7-16,-2 0 8 0,-1-2-4 0,-1 1-6 0,2 0-20 15,0-1 12-15,-3 0-11 0,2 0 8 0,-3-1-13 0,-1 0-14 0,1 1-82 16,-1-3-45-16,-1 2-12 0,1-2-240 0,3-1 254 0,0 3-32 15</inkml:trace>
  <inkml:trace contextRef="#ctx0" brushRef="#br1" timeOffset="7844.37">14285 1579 556 0,'-3'0'196'0,"0"0"240"0,1 0-258 0,1 0-34 0,0 0-39 0,0-2-15 0,1 2-26 16,1 0-30-16,0 0-24 0,2-1 4 0,0-1-8 0,0 0 23 15,1 1 8-15,0-2 2 0,1 3 1 0,0-2 31 16,0-1-31-16,1 1 35 0,-1 0-13 0,-1 2-22 0,-1 0-24 15,2 0 22-15,-2 0-24 0,3 3 33 0,-2 1-4 0,2-2-13 16,0 4-7-16,0-1 12 0,1 2-16 0,0 2 13 0,1 0-4 16,0 0-8-16,2 1-4 0,-1 1 6 15,1-1-8-15,1 3 5 0,0-2 2 0,0 1-5 0,1 2-8 0,-1-3 11 16,-1 2-13-16,0-1 15 0,-1-2-3 0,0 1-6 0,1 2-10 0,-1 1 4 16,-1-2-5-16,0 1 2 0,0-3 0 0,1-1 1 0,-1 2-10 15,-1 0 9-15,0-1-7 0,1 0 13 0,-1-2 2 0,0 0-7 16,-1 0-14-16,0 1 10 0,0-2-11 0,-1-2 11 0,-2 1-7 15,1-2-9-15,-2 1-42 0,0-1-1 0,1 0-10 0,-1-1-33 0,0-1-20 16,-1-1-22-16,1 1-81 0,0-2-47 0,-1 0 11 0,-1-4-156 16,4 0 236-16,-3 3 4 0</inkml:trace>
  <inkml:trace contextRef="#ctx0" brushRef="#br1" timeOffset="8211.99">14813 1444 946 0,'-5'0'271'0,"2"0"87"16,-1 0-211-16,1 0-21 0,0 3-34 0,0-2-35 0,2 2-42 15,-1 0 12-15,2 3-18 16,-2 0 28-16,1 0-6 0,0 1-8 0,-2 3-3 0,2 0 9 0,-1 2-8 0,0 2 19 15,-1 0-3-15,1 0-6 0,-1 4 2 0,-2 1 15 16,1 3-14-16,-2 4 31 0,1-1-8 0,-1 2-8 0,0 4-19 16,0-1 12-16,0 2-18 0,-2 2 13 0,3-3-4 0,-3-5-9 0,-1 1-5 15,1-2 2-15,1-1-6 0,-2 3-4 0,2-2-1 0,0-2-2 16,3 2 1-16,2-3-1 0,0 1 0 0,-1 2-4 16,-4 0-2-16,-1 0 1 0,-1 1-8 0,0-5 9 0,1 1-6 15,1-1 14-15,2-2-4 0,-1 1-7 0,1 0-13 0,0-2 13 16,0-1-10-16,1-1 24 0,0-3-6 0,1-1-9 0,1 0-24 0,0-1 5 15,1-2-10-15,1 0-4 0,0 0-12 0,2-2-12 0,1-1-56 16,0 1 0-16,1 0-19 0,0-2-93 0,1 1-51 0,-1-5-56 16</inkml:trace>
  <inkml:trace contextRef="#ctx0" brushRef="#br1" timeOffset="9776.69">17924 3808 868 0,'-3'0'-307'0,"1"0"669"0,1 0-77 0,-2 0-93 16,2 0-96-16,0 0 22 0,0 0-56 0,0 0-6 0,0 0-15 0,0 0-21 15,1 0-10-15,0 0 9 0,-2 0-9 0,-1 1 25 16,2 0-1-16,0 0-7 0,-1 2 0 0,0 0 28 16,1-2-24-16,-1 3 50 0,0-1-6 0,0 1-13 0,-2 1-9 0,1-1 8 0,-2 1-16 15,0 2 2-15,-2-2-9 0,0 3-9 0,-1-1-19 16,1 1 13-16,0 1-16 0,-2 1 15 0,1-1-3 16,0 1-12-16,-2 2-7 0,0 1 4 0,0 0-5 0,-1 1 8 15,1 0-3-15,-3 1-4 0,1 0-11 0,-2-1 14 0,1 3-9 0,0 0 16 16,2-2-2-16,1 2-8 0,1-1-10 0,0 1 12 0,1-2-8 15,0-3 15-15,5-2-2 0,1-1-7 0,-2 0-7 0,3 3 7 16,-5-1-5-16,0 1 9 0,2-1-3 0,-2-2-6 0,1 0-18 16,1 1 13-16,-2-2-12 0,1 1 12 0,-1-1-1 0,2-1-8 0,0-2-19 15,0 3 13-15,-1-4-15 0,1 1 1 0,-2 0-6 0,2 0-13 16,0-1-21-16,0 0-19 0,2-1 3 0,-2-3-81 0,2 1-16 16,1 0-24-16,-1-1-62 0,2 0-49 0,0 0-2 0</inkml:trace>
  <inkml:trace contextRef="#ctx0" brushRef="#br1" timeOffset="10193.52">17458 3761 738 0,'-4'2'341'0,"-1"-2"106"0,2 1-242 0,0-1-19 16,3 0-41-16,-2 1-44 0,2-1-49 0,2 0 8 0,0 2-24 16,2 0 2-16,2-1-8 0,1 3-10 0,1 1-3 0,2 2 15 15,0 0-14-15,3 2 24 0,0 2-7 0,1 0-8 0,2 2-12 16,0 0 11-16,2 0-14 0,1 1 21 0,-1-2-7 15,-2 3-8-15,-2 0-12 0,-3 0 15 0,0 1-16 0,5 2 14 16,3-2-6-16,1 1-10 0,2 0-3 0,-3-2 6 0,0 0-5 16,1 2 7-16,-3 1-2 0,0 1-6 0,1 3 0 15,-2-3 2-15,-1-6-2 0,1 1 2 0,-1-3-5 0,-2 6-6 0,1 4-14 16,-3-4 17-16,-1-1-10 0,0-3 31 0,-1-2-5 0,-1 2-11 16,-1-3-7-16,-2 0 5 0,1-1-5 0,-1 0-3 0,0-2-4 15,-1-1-7-15,2 1-6 0,-2-4 3 0,0 3-2 0,-1-4 4 0,-1 1-13 16,0-1-10-16,-1-1-72 0,-1-1-46 0,1 0-7 0,-1 0-257 15,0-1-54-15,2-1-64 0</inkml:trace>
  <inkml:trace contextRef="#ctx0" brushRef="#br1" timeOffset="13297.64">17017 1996 256 0,'-10'-1'42'0,"4"-1"609"0,1-1-244 0,-1 1 23 0,2 0-333 0,0 0 16 16,3 1-44-16,0 0-23 0,1 1-18 0,0-1-19 0,1 1-7 16,0-2 1-16,1 2 0 0,1 0 8 0,-1-1-3 0,-1 1-3 15,1-1-15-15,-1 1 10 0,1 0-10 0,-1 0 22 16,-1 0-5-16,1 1-6 0,0 0-6 0,-1 1 6 0,0-1-3 16,1 1 5-16,-1 2-14 0,1 0-10 0,0 3-71 0,2-2-47 15,-2 0 15-15,1 3-223 0,-1-3-98 0,3 1-14 0</inkml:trace>
  <inkml:trace contextRef="#ctx0" brushRef="#br1" timeOffset="13594.36">16649 2698 1420 0,'-8'1'153'16,"2"-1"76"-16,1 0-163 0,0 1 34 0,2-1-26 0,2 0-29 15,-1 1-35-15,7-1 1 0,-4 0-11 0,1 0 10 16,2 0-8-16,-4-1 3 0,5 0-12 0,1 0 3 0,0-2-1 0,3 0 10 15,-2 1-20-15,2-3-9 0,4 1-57 0,-1-2-42 16,2 0 20-16,0 0-187 0,-1-3-56 0,1 0-18 0</inkml:trace>
  <inkml:trace contextRef="#ctx0" brushRef="#br1" timeOffset="13814.32">17248 2333 1598 0,'-1'0'145'0,"1"0"5"15,-1 0-26-15,1 1-26 0,0-1-46 0,0 0-10 0,0 0 1 16,0 1-39-16,3 1 9 0,1-2-15 0,0 2 18 0,1-1-4 16,-2 1-6-16,2-1-9 0,-1 0 4 0,0 1-4 0,0-2 11 15,0 1-4-15,0 0-3 0,-1 2-31 0,2-3-7 0,-2 1-5 16,2-1-48-16,-1 0-29 0,1 0-10 0,0 0-171 15,2-1-89-15,2 1-22 0</inkml:trace>
  <inkml:trace contextRef="#ctx0" brushRef="#br1" timeOffset="14043.46">17699 2739 1006 0,'-10'12'193'16,"2"-3"40"-16,-1 0-129 0,2-1-52 0,2-2-7 15,2 1-17-15,1-3-29 0,2-1 17 0,-1 0-24 0,1 0 19 16,0-2-10-16,1 1-9 0,0 0-2 0,1-1 5 0,-1-1-1 16,2 0-12-16,-1-1-24 0,1-2-18 0,2-1-162 15,0-3-76-15,4-1-34 0</inkml:trace>
  <inkml:trace contextRef="#ctx0" brushRef="#br1" timeOffset="14242.13">18183 1952 1761 0,'-8'-3'130'0,"0"-2"46"16,0 2-99-16,0-2 11 0,1 4-22 0,3-3-29 0,2 0-42 15,2 1 16-15,0-1-23 0,0-1 22 0,1 3-10 16,2-3-12-16,1 1-47 0,-1-1-11 0,3 2-3 0,-2-1-100 16,3 2-64-16,-1-1-27 0,2-1-141 0,6 2 187 0</inkml:trace>
  <inkml:trace contextRef="#ctx0" brushRef="#br1" timeOffset="14416.17">18470 1981 1515 0,'0'9'212'0,"-1"-6"-74"0,-2 3-22 0,-1 3-60 0,1 0 1 0,1-1-25 15,2 0-28-15,2 0-9 0,2-2 2 0,2-1-1 0,0 0-1 16,-1-1-8-16,1 0-4 0,-1 1-33 0,1-1 7 16,0 1-9-16,0 0-30 0,0 0-33 0,1-1-17 0,-1 0-109 15,1-3-82-15,-1 1 1 0</inkml:trace>
  <inkml:trace contextRef="#ctx0" brushRef="#br1" timeOffset="14701.15">17732 2372 1530 0,'-23'0'299'0,"3"2"-249"0,0-1 28 0,1 3-4 0,2-2 13 16,7 1-24-16,-1-1-9 0,3-2-19 0,2 0-23 0,-3 0-17 16,2 0 8-16,2-1-8 0,3-1 13 0,1 0-8 15,1 0-11-15,2-5-23 0,4 2-8 0,2-4 1 0,3-2-55 16,4-1-31-16,-3-2-12 0,6-6-111 0,1-3-36 0,6-3 19 15,14-3 3 1</inkml:trace>
  <inkml:trace contextRef="#ctx0" brushRef="#br1" timeOffset="14865.45">18708 1531 895 0,'-10'-2'142'0,"1"-3"62"0,2 2-135 16,1-2 21-16,2 2-32 0,2-2-26 0,2 1-56 0,1-1-30 16,1 0 6-16,3-3-127 0,0 3-16 0,2-1-10 0</inkml:trace>
  <inkml:trace contextRef="#ctx0" brushRef="#br1" timeOffset="15046.81">18991 1488 896 0,'-5'7'175'0,"-3"0"-11"0,2-1-13 0,0 1-54 15,3 2-33-15,2-2-22 0,1 2-30 0,3 0-20 16,2 0 8-16,2 0-10 0,2 1 17 0,-1-2-2 0,4 2-8 0,1-1-36 16,1 0 6-16,-1 0-17 0,4 1-76 0,0-1-35 15,0-1-28-15</inkml:trace>
  <inkml:trace contextRef="#ctx0" brushRef="#br1" timeOffset="15236.23">19330 2354 1547 0,'-5'11'145'0,"-1"-4"-28"0,3 1-46 0,-1-3 2 0,1 2-52 15,2-2-1-15,0-1-12 0,1 1-16 0,1-3 4 0,1 1-13 16,1-1-1-16,0 0-9 0,0-2-3 0,2 0-64 0,-2-3-35 16,1 1 9-16,2-2-159 0,-3-1-55 0,2-2-5 0</inkml:trace>
  <inkml:trace contextRef="#ctx0" brushRef="#br1" timeOffset="15548.29">19688 1271 1836 0,'-26'0'-192'0,"10"0"406"15,1 0-38-15,1 0-50 0,2 2-56 0,2-1-2 0,0 0-27 16,1 1-23-16,-2 0-8 0,2-2-10 0,2 1-20 0,4-1-5 16,2 0-4-16,1-1-78 0,0 0-36 0,3 0-25 0,4-1-158 15,1 1-117-15,7 1-11 0</inkml:trace>
  <inkml:trace contextRef="#ctx0" brushRef="#br1" timeOffset="15782.38">19854 1952 914 0,'0'7'163'0,"1"-1"-32"0,0-1-65 0,0-1 12 16,0 1-26-16,1 2-8 0,1-2-18 0,-1 0-23 0,0-1 13 15,0 1-19-15,-1-1 10 0,0 1-4 0,-1-1-3 0,0 0 2 16,-1-1-7-16,0 0 8 0,-1 1-5 0,1-2-25 0,-1 1-5 16,1 0-90-16,-2-3-50 0,2 0 15 0,2 0-72 0</inkml:trace>
  <inkml:trace contextRef="#ctx0" brushRef="#br1" timeOffset="15939.95">19819 1342 1186 0,'-13'-10'100'0,"1"-2"82"0,1-2-59 0,2 2-34 0,3 0-25 0,2 0-68 15,4 2 4-15,0 1-21 0,2-1-55 0,4-2-20 16,-1-2-31-16,4-3-237 0,4 5 230 0</inkml:trace>
  <inkml:trace contextRef="#ctx0" brushRef="#br1" timeOffset="17260.57">16279 2731 869 0,'-10'0'-338'0,"8"0"659"16,0 0-79-16,1 0-112 0,1-1-55 0,0 1 5 15,0 0-28-15,2-3-12 0,0 0-6 0,2 2-12 0,2-1-3 16,-1 2 14-16,-1-2-15 0,2 1 24 0,-1 0-4 0,1 0-7 15,0-2-5-15,0 0 18 0,0 2-19 0,2-3 32 16,0 0-5-16,-1 2-13 0,4-3-7 0,-1 3 22 0,1 0-24 16,2-3 36-16,1 2-13 0,0-4-13 0,3-2-19 0,-1 0 16 15,0 0-18-15,2 1 25 0,-3-1-5 0,1 3-13 0,4-3-20 16,-3 0 15-16,2 0-18 0,3-3 19 0,-3 3-6 16,-5 0-9-16,1 0-8 0,-4 2 7 0,2-2-6 0,7 1 12 0,-1 0 0 15,0 1-4-15,1-4-7 0,-1 4 10 0,-1-2-8 0,2-1 17 16,1 1-3-16,2-2-5 0,4 1-12 0,2 1 12 0,2 1-10 15,-1-1 17-15,0-1-7 0,-1 1-9 0,3-1-6 0,0 0 6 16,1-2-4-16,-4 2 6 0,0 0 0 0,2 0-4 0,0 1 2 16,4-4 1-16,0 1-1 0,0 1-4 0,-1 0 0 0,2-1-1 0,3-2-3 15,-2 2 7-15,-1-1-4 0,-1 3 8 0,0 0 2 0,-7 0-3 16,3 2-8-16,-1 0 5 0,1-1-6 0,4 0 8 0,-1-4-1 16,1 4 0-16,3-1-11 0,1 0 9 0,4 0-6 0,0-2 14 15,-2 2 0-15,3 0-5 0,-1 1-9 0,-5 0 9 0,0 0-7 0,-1 1 8 16,1 1-1-16,4-4-4 0,2 0-6 0,3 1 6 15,0-3-4-15,0 0 12 0,-2 3-1 0,-1 1-5 0,-2 0-13 16,2-2 13-16,-2 3-10 0,-1-1 22 0,4-3-3 0,-2 2-7 0,4 0-5 16,2-2 8-16,0 3-6 0,-1 0 14 0,-4 0-2 0,-5-1-6 15,5-2-11-15,1 1 12 0,-1-2-9 0,6 0 21 0,-3-1-5 16,1 1-5-16,1-2-9 0,3 2 4 0,-2 0-4 0,-2 1 4 0,-5 0 3 16,-1-2-1-16,-2 1-12 0,0 0 7 0,4 1-8 0,-2 0 13 15,-3 1-3-15,-1 0-4 0,-1 1-8 0,-2 0 10 0,-3 0-5 16,-1 1 15-16,-5 1-3 0,-5 0-7 0,-4 2-11 0,-6-1 9 0,-1 2-8 15,-1 0 21-15,1 0-4 0,-1 1-3 0,-2 0-13 16,-1 1 10-16,-2 0-6 0,0 0 15 0,-3 2-2 0,0 1-7 0,-1-1-11 16,0 1 8-16,0 0-7 0,0 0 7 0,0 0-8 0,-3 0-10 15,0 1-24-15,1 0 8 0,0-1-10 0,-2 3-14 0,3 0-15 0,-1-1-19 16,1 3-97-16,0-1-83 0,-1 1 11 0,5-1 10 0</inkml:trace>
  <inkml:trace contextRef="#ctx0" brushRef="#br1" timeOffset="24577.19">15861 2842 508 0,'0'0'172'0,"-1"-1"202"15,0 1-183-15,0 0-40 0,-1-1-19 0,1 1-48 16,0 0-19-16,0-2-27 0,-1 2-26 0,1 0 15 0,0 0-19 16,-1 2 31-16,1-2-4 0,0 0-9 0,0 0 3 0,1 1 15 15,-2-1-13-15,1 0 36 0,0 0-8 0,-1 0-9 0,1 0-10 16,0 0 15-16,0 0-20 0,-1 0 15 0,1 0-11 0,0 0-13 16,0 0-23-16,-1 0 21 0,1 0-21 0,-2 0 27 15,1 0-12-15,0 0-14 0,0 1-4 16,-2 2 0-16,1-1 1 0,-2 2 4 0,1 0-4 0,-2 0-1 0,1 1-7 15,-1-2 7-15,1 2-5 0,0-1 13 0,2-1 0 0,-2 1-6 0,2-1-5 16,-3 2 3-16,2-3-4 0,-2 2 8 0,0 0 1 0,2-1-1 0,-3 1-13 16,3-1 15-16,-2 0-13 0,1 1 17 0,0 0-1 15,-1-1-7-15,2 1-9 0,-1 0 10 0,1 1-8 0,-1-1 15 16,2 0-2-16,0 0-8 0,-1 0-12 0,1-1 13 0,0 1-9 0,-1 0 21 16,2-1-5-16,1 1-8 0,-1-2-5 0,0 1 5 0,0-1-3 15,1 1 8-15,1-1-1 0,0 0-1 0,0 0-8 16,0 2 5-16,0-3-6 0,0 1 11 0,0-1 0 0,0 0-2 0,1 0-3 15,-1 1 0-15,0-1 0 0,1 0 6 0,-1 1-2 0,1-2-1 0,2 1-4 16,-2 0 5-16,1-1-2 0,0 0 15 0,-1 1-3 0,2 1-6 16,0-2-17-16,0 1 16 0,2 0-12 0,-2 1 21 0,3-2-2 15,0 1-9-15,-1 1-8 0,2 1 2 0,-3-1-3 0,3 1 5 16,-1 0 3-16,0-1-1 0,2-1-12 0,0 2 14 0,-1 1-13 0,-1 0 14 16,-3 1-1-16,0-1-8 0,1-1-4 0,0 3 7 0,-2-4-4 15,1 3 11-15,-1-2-3 0,-1 2-4 0,-1-1-3 0,0 2 4 16,0-1-3-16,-1 2 5 0,0 0 1 0,-3-1-2 0,2-1-14 15,0 2 14-15,-1-2-11 0,0 2 23 0,1 1-7 0,-1-2-8 0,0 0-8 16,1 1 9-16,-1-1-5 0,-2-3 15 0,1 1-4 0,-2-1-6 16,2 0-13-16,-2 3 12 0,2-1-8 0,-1 1 19 0,2-1-2 15,-1-1-6-15,1-1-5 0,0 0 4 0,2 0-3 0,-1-2 5 16,1 0-1-16,1 0-2 0,0-1-3 0,0 0 5 0,0 0-2 16,0 0 4-16,0 0 0 0,0 0-3 0,0 0-7 0,1 0 6 0,-1 0-4 15,2 0 9-15,-1-1 0 0,-1 1-4 0,0 0-1 0,0-1 0 16,0 1 0-16,0 0 0 0,0 0 0 0,0 0 0 0,1 2-15 15,-1 1 13-15,0-1-11 0,0 1 21 0,0 1-3 0,0 0-6 0,-1 2-2 16,0 1 2-16,-2 0-2 0,1 1 3 0,-1 0-1 0,-2-1 0 16,2 2-10-16,-2 0 11 0,2 1-7 0,0-1 15 0,-1 2-3 15,2-2-6-15,0-2-6 0,-2 1 7 0,2-2-5 0,1 1 14 16,0 0-3-16,1 1-4 0,0-1-15 0,0 0 16 0,1 1-11 16,2 0 19-16,0-2-2 0,-1 0-9 0,0 1-12 0,1 0 13 15,1 0-9-15,0 1 16 0,2-1-2 0,-2 1-8 0,0 0-8 0,-1-1 5 16,2 0-8-16,-1-1-23 0,1 0-2 0,-2-2-8 0,0 1-40 15,0-1-18-15,-1 0-8 0,0-3-125 0,-1 1-40 0,3-2-46 16</inkml:trace>
  <inkml:trace contextRef="#ctx0" brushRef="#br1" timeOffset="26145.82">15336 3124 86 0,'-5'0'120'0,"2"0"-14"0,1-1 97 15,-2 1-20-15,2-2 10 0,1 1-37 0,0-1-34 0,0 0-23 0,0 1-35 16,1-2-24-16,-1 2 15 0,1-1-23 0,-2-2 22 16,2 1 3-16,-1-1-4 0,0 0-23 0,0-1 25 0,0 2-30 0,0-3 45 15,0 1-12-15,0 0-16 0,-2 1-10 0,1-2 10 16,-1 2-13-16,1-2 17 0,-2 1-8 0,2-1-9 0,0-1-3 15,-1 2 1-15,1-1-3 0,-1 0 3 0,1 1-5 0,0-1-4 16,0-2-7-16,1 1 7 0,-1 1-7 0,1-3 9 16,0 0-4-16,-1 0-7 0,2 0-8 0,-1 2 12 15,1-2-11-15,0 1 14 0,0 0-4 0,0 2-5 0,0-3-6 0,0 1 6 16,0 1-4-16,0-2 7 0,0 0-2 0,1 0-5 0,1-2-7 0,0 2 7 16,1 0-3-16,1 0 12 0,-1 1-2 0,1-3-4 0,1 2-12 15,1-1 11-15,0 1-7 0,0-1 16 0,1 1-4 0,-2 0-8 16,2 0-3-16,0 0 5 0,-2 1-3 0,2 1 5 0,-1 2 1 15,-1-1-4-15,1 3-6 0,-2-3 5 0,1 4-6 0,-1-1 10 16,0 2-2-16,-1 1-4 0,-1 0-4 0,1 3 5 0,-1-1-4 0,0 1 3 16,-1 2 2-16,1 1-4 0,0 3 1 0,-2 3 4 0,0-1-2 15,0 2 5-15,-2-1-1 0,0 0-4 0,1 0-11 0,-2-1 13 16,0 1-10-16,0-2 19 0,0-1-4 0,-1 0-7 0,0 0-10 0,1 0 9 16,-1-1-6-16,1-2 15 0,-1 1-3 0,1-2-6 0,-1 0-7 15,0 0 4-15,1-1-3 0,-1 1 11 0,1-3-3 0,1 1-2 0,0 0-12 16,0-1 8-16,1-2-7 0,0 1 21 0,1-1-2 15,0 0-5-15,0 0-11 0,0 0 8 0,0 0-8 0,1-2 15 0,2-1 0 16,-1 2-5-16,-1-2 0 0,1 2 0 0,0-1-1 0,0 0-1 16,0 0-1-16,0 0 0 0,-1 1-5 0,1 0 6 0,1 0-3 15,-2-1 11-15,0 2-5 0,1 0-3 0,0-1-7 0,1 1 2 16,-1 0-1-16,1 0 11 0,0 1-1 0,0 1-3 0,1-1-6 16,0 0 5-16,-1 0-5 0,0 1 9 0,-1 0-1 0,0 1-3 0,-2-1-12 15,1 0 13-15,-1 0-9 0,0 2 19 0,0-1-1 16,-1-1-8-16,-1 2-8 0,-1 0 8 0,1 0-7 0,-1 0 10 15,1-1 1-15,-2 1-5 0,1 0-14 0,-1 0 16 0,0-1-12 0,-2 0 24 16,1 1-2-16,-1-3-10 0,0 2-5 0,1 0 2 0,-1-2-1 0,-1-1 3 16,3 1-1-16,1-1-2 0,-2 0-16 0,2 0 10 15,-1-1-11-15,2 1-1 0,1-1-7 0,-1-1-12 0,0 1-27 0,0-2-12 16,1 2-1-16,1-1-52 0,0-1-15 0,0 1-13 0,1-2-94 16,2-1-24-16,0 1-22 0,4-1 71 0</inkml:trace>
  <inkml:trace contextRef="#ctx0" brushRef="#br1" timeOffset="26543.08">15572 2824 529 0,'-5'2'150'0,"0"0"108"0,-1-1-23 0,0-1-52 0,3 2-65 0,0 0-47 0,0 0 1 15,1 0-20-15,1-1-5 0,-1 2-9 0,2 0-10 16,-1 0-11-16,1 0 12 0,0 2-13 0,0-2 29 0,0 0-9 0,1 1-5 16,0-2 8-16,0 1 7 0,0 0-3 0,1 0 8 15,2-3-1-15,-1 2-10 0,2-1-14 0,-1 1 16 0,1-2-21 16,0 0 23-16,0 0-10 0,-1-2-14 0,2 0-8 0,-2 1 7 15,1-2-8-15,2 0 10 0,-3 0-1 0,1 1-6 0,-2-2-4 16,-1 2 17-16,0-1-14 0,-2-1 26 0,2 2-8 16,-2-1-12-16,0 1-8 0,-2-2 9 0,0 1-9 0,-1 2 8 0,-1-1-2 15,0-1-7-15,-1 0-10 0,0 2 9 0,-1-3-9 0,1 2 5 16,0 0 0-16,0-1-6 0,-1 0-5 0,-1 1 7 0,2 0-5 16,0 0-1-16,1 0-9 0,0 2-12 0,1 0-36 0,1 0-15 15,-2 0-4-15,2 0-83 0,1 2-47 0,0 0-34 0,0 0-242 16,2 4 283-16</inkml:trace>
  <inkml:trace contextRef="#ctx0" brushRef="#br1" timeOffset="27842.56">23414 1014 609 0,'-4'1'229'0,"-1"-1"282"0,1 0-285 0,-1 0-46 0,2 0-38 15,1 0-34-15,1 0-22 0,1 0-32 0,0 0-14 0,1 0 8 16,0 0-14-16,1 0 10 0,3 0-2 0,0-1-8 0,3 1-13 16,0 0 17-16,0 0-21 0,0 0 24 0,1 3-11 0,-1-1-14 15,3 3-11-15,-1 2 11 0,1 2-11 0,3 2 17 16,-3 1-3-16,0 1-6 0,0 4-5 0,1-1 0 0,-1-1-4 16,0 2 1-16,0-4-1 0,-2-1 2 0,4 3-11 15,-9-3 8-15,2 0-8 0,-2 1 17 0,-1-3-4 0,5-1-8 16,2 0-8-16,-1-2 9 0,0 1-8 0,-1-1 11 0,-2 0-7 15,0-3-13-15,-2 2-24 0,1-2 2 0,-2 1-6 0,0-2-20 16,-1 1-9-16,1-2-15 0,-1 1-75 0,0 0-28 0,0-2-15 0,1-1-161 16,0-4-76-16,4 4-50 0</inkml:trace>
  <inkml:trace contextRef="#ctx0" brushRef="#br1" timeOffset="28142.2">23813 955 1311 0,'-6'1'155'0,"2"1"102"0,-1 0-35 15,1 2-50-15,-1 0-52 0,2 2-58 0,0 2 5 0,-1 2-23 16,2 2 4-16,0 3-5 0,-2 2-12 0,1 2-3 0,1 2 14 16,-2 0-15-16,1 6 11 0,0 1-4 0,0 3-12 15,-1 6-16-15,-2-2 13 0,1-2-17 0,-1 0 17 0,2-7-5 16,0-3-8-16,1 3-13 0,0-5 16 0,-2 2-14 0,-1 2 20 15,0-4-2-15,1 3-9 0,1-3-4 0,-1-3 4 0,2 1-5 16,-2 2 4-16,1-3 2 0,1 1-2 0,-2-1-11 0,1-3 6 16,0-1-9-16,1 0 11 0,3-2-9 0,-1-2-5 0,-2 0-17 15,3-3 1-15,0-2-4 0,0-2-36 0,3-1-19 0,-1-1-26 16,1-2-83-16,3-1-75 0,3-5 15 0,4-3-325 0,3 4 340 16,4-7-21-16</inkml:trace>
  <inkml:trace contextRef="#ctx0" brushRef="#br1" timeOffset="28608.36">24096 1293 430 0,'-3'0'263'0,"1"-1"-96"0,1 0 168 0,1-1-129 0,0 2-14 0,0-1-51 0,4-2-48 0,0 1-16 0,3-1-18 16,2 0-28-16,0 0 19 0,2 0-26 0,4 0 29 0,0 1-8 16,0-2-9-16,4 1-3 0,-2 0 8 0,-1-1-10 0,3 2 8 15,-1-1-13-15,-1 1-10 0,2-2-18 0,-1 2 11 16,0-1-10-16,1 0 17 0,-5 0-4 0,1 2-11 0,0 0-2 15,-2 1 1-15,-2-1-1 0,0-1-4 0,-2 2-9 0,-2 0-5 16,-1 0-40-16,-3 0-5 0,-1 0-1 0,1 0-40 16,-3 2-27-16,0-1-8 0,0 1-103 0,-3 1 5 0,1 1-4 0,-2-2-83 15,0 1 195-15,0 5-29 0</inkml:trace>
  <inkml:trace contextRef="#ctx0" brushRef="#br1" timeOffset="28801.04">24209 1433 1088 0,'-2'0'337'0,"2"1"-200"15,2 0 139-15,2 1-111 0,0-2 9 0,4 0-50 0,2 0-31 16,3 0-25-16,1-2-32 0,4 1-30 0,0 0 12 0,1-1-18 16,3 1 16-16,-2-1-7 0,-1-2-5 0,3 1-28 0,-1-1-2 15,-1 1-6-15,4 0-49 0,-1 0-40 0,0 0-19 16,3 1-193-16,-3-2-112 0,-2 3-22 0</inkml:trace>
  <inkml:trace contextRef="#ctx0" brushRef="#br1" timeOffset="29962.24">25067 1880 445 0,'-3'-2'293'0,"0"1"47"0,0 0-102 0,1-2-42 16,0 1-48-16,2 0-46 0,0-2-44 0,1 1 11 0,1 0-23 15,-1-2 4-15,2 1 4 0,-2-1-14 0,0 0 11 0,0 0 11 16,0 1-17-16,-1-3 7 0,0 4-1 0,0-2-4 0,-1-3-1 16,0 1 9-16,0-2-14 0,0-1 10 0,1 0-7 0,-2-2-10 15,2 0-12-15,0-2 5 0,0-1-10 0,0-2 2 16,3-3-2-16,-2 1-6 0,1-4-7 0,0-1 4 0,1-1-6 16,-1-1 5-16,0 1-3 0,0 0-3 0,2 0-4 15,-1 4 3-15,0 0-4 0,-3 2 11 0,-1 4-2 0,1-2-3 0,-1 0-8 16,7-2 9-16,-2 0-6 0,3-3 12 0,1 0-2 0,-3 1-6 15,4 0-8-15,-1 1 11 0,1-1-7 0,1 3 13 0,2 0-1 16,-2 2-8-16,0-2-6 0,0 0 7 0,-1-1-5 0,1 2 17 0,1 2-5 16,1-1-4-16,-1 2-9 0,0 1 5 0,1 2-1 15,3 1 12-15,-2 2-2 0,2 0-6 0,1 2-4 0,-2 1 3 0,-1 2-3 16,-2 2 0-16,-3 0 0 0,-1 1 0 0,-1 0-5 0,1 1 5 16,-1 3-4-16,-1-2 9 0,0 5-1 0,-2-2-4 0,-1 2-6 15,1 2 10-15,-2 2-6 0,-1 1 13 0,-1 0-3 0,-3 2-8 0,1 1 0 16,-2 1 4-16,1 0-3 0,-3 4 6 0,0-3-1 0,0-1-6 15,-1 1 2-15,-2-1 1 0,-1 0-1 0,1-1 1 0,-1-4-1 16,0 2 0-16,0-1-8 0,1-2 6 0,1-1-5 0,1 1 16 16,2-2-4-16,2-3-5 0,0 1-10 0,2-1 9 0,1-2-7 0,0 0 17 15,1-3-3-15,0 0-4 0,0 0-5 0,0 0 0 0,2 0-1 16,0 0 4-16,2 0-1 0,0 0 1 0,1 1-8 16,0 0 6-16,2 0-3 0,-1 2 10 0,0-2-1 0,1 1-3 0,0 0-11 15,-1 1 8-15,0 1-8 0,0-2 13 0,-1 2-1 0,1-2-5 16,0 2-11-16,-1 1 13 0,2 1-9 0,-3-3 18 0,2 4-4 15,0-2-8-15,-3 3-7 0,0-3 8 0,0 1-5 0,-2 1 12 16,-1-4-1-16,0 3-4 0,0 0-8 0,-3-1 8 0,0 1-6 0,-1 1 14 16,-1-2-2-16,1 1-4 0,-2 1-4 0,-1-2 1 0,-1 3-1 15,1-5 5-15,-4 3-1 0,1-1 1 0,-2-2-7 0,0 0 5 0,-1 0-3 16,2-2 8-16,0 0-2 0,1-1-5 0,0-1-4 0,-2-2 4 16,1-1-3-16,0 1 2 0,1-2 0 0,-3-1-5 0,0 1-16 15,-3 0 9-15,2 1-9 0,0-1 9 0,3 1-3 0,2 1-9 0,0 0-16 16,2 0 7-16,2 3-8 0,-1-1-5 0,3 1 0 0,0-1-8 15,2 1-34-15,1-1-19 0,0 1-6 0,1-2-134 16,3 0-25-16,3-1-42 0,8-3-120 0,9 2 245 0</inkml:trace>
  <inkml:trace contextRef="#ctx0" brushRef="#br1" timeOffset="30298.95">25748 1349 1360 0,'-16'4'-272'0,"6"1"572"0,-1-2-55 0,0 2-76 0,-1 2-76 0,0-1 4 0,1 2-40 0,-3 1-16 0,4-2-1 0,1 1-6 0,0 0-10 15,4-2 18-15,1 0-21 0,2 2 36 0,2-4-1 16,1 1-6-16,2-2-13 0,3 0 20 0,1 0-25 0,3 0 27 15,2-3-9-15,3 0-15 0,1 0-17 0,-2 0 12 0,1-3-17 16,-2-1 15-16,1 2-5 0,-2-3-12 0,-1-1-13 0,-1 4 9 16,-1-2-10-16,0 0 15 0,-3 0 0 0,-3 0-6 0,1 2 0 15,-2-2 8-15,-1 2-8 0,0-2 14 0,-1 1-4 16,0 1-4-16,0 0-12 0,-1 0 7 0,-1-1-7 0,1 1 8 16,-2 0-4-16,2 0-5 0,0 0-35 0,0 0 4 0,0 1-13 15,1-1-25-15,0 0-20 0,0-2-20 0,1 1-80 0,2-2-62 16,2 0 7-16,1-3-285 0,6 2 309 0,0 3-26 0</inkml:trace>
  <inkml:trace contextRef="#ctx0" brushRef="#br1" timeOffset="30521.29">26030 1125 1663 0,'-13'34'-149'0,"8"-16"336"15,2 0-35-15,1 0-40 0,2-1-60 0,5 1 11 16,3-4-34-16,2 2 0 0,1-3-12 0,0-1-9 0,1-1-56 16,-1-2 2-16,-7 0-17 0,2-4-79 0,-2 0-42 0,1 0-29 15,4-1-53-15,-4 0-128 0,2-1 43 0</inkml:trace>
  <inkml:trace contextRef="#ctx0" brushRef="#br1" timeOffset="30666.74">25894 1297 1551 0,'-8'-3'-639'0,"7"2"1204"0,1 0-131 0,0 0-212 0,0-2-99 15,3 0 8-15,2 0-55 0,1-2-22 0,2-1-14 0,2 0-14 0,4 0-25 16,2-2 10-16,0 2-13 0,5-3 9 0,0 1-7 16,1-2-11-16,4-2-35 0,-7 3-6 0,0-1-2 0,4 1-52 15,-1 3-26-15,5-1-8 0,1-1-162 0,-3 1-66 0,-1 0-26 16</inkml:trace>
  <inkml:trace contextRef="#ctx0" brushRef="#br1" timeOffset="31508.55">26578 1679 482 0,'-3'0'168'0,"1"0"84"0,0 0 15 0,0 0-81 0,1-2-33 16,-1 0-26-16,1-1-25 0,0 1-38 0,5-1 8 0,-1-1-23 16,0 0 5-16,2-1-1 0,-5 1-8 0,0-2-2 15,-2 0 11-15,0 0-17 0,0-3 16 0,0 3-4 0,0 0-7 0,-1-2-8 16,1 0 15-16,-1 1-18 0,-2-2 25 0,2 1-10 16,0 2-8-16,-2-3-3 0,0 0 0 0,-1 0-3 0,-1-4 7 15,0 1-6-15,1 1-5 0,-2-3-15 0,2 1 9 16,1-1-12-16,0 1 7 0,3 0-1 0,0 0-8 0,-1 2-11 15,0-2 10-15,1 2-10 0,-1-2 14 0,1 1-1 0,1 2-5 0,-1-1-14 16,1 0 16-16,-1 0-13 0,0-1 23 0,0 2-5 0,0-2-10 16,0 2-1-16,1-1 4 0,-2-2-3 0,2 1 5 0,0 1-1 15,0-2-3-15,0 0-9 0,0 0 9 0,1-1-7 0,-1 2 13 16,1-3-2-16,0 4-7 0,0-2-14 0,0 2 15 0,1 0-10 0,0 1 20 16,1 1-2-16,1 2-8 0,1-1-6 0,0 0 4 0,1 3-5 15,-1-1 8-15,1 1 0 0,0-1 0 0,1 1-8 0,1 1 1 16,-1-1-2-16,3 1 12 0,0 1-3 0,-1-1-1 0,1 1-3 15,0-1 2-15,-1 1-3 0,1 0 3 0,-2 0 1 0,0 1-1 0,-5 1-8 16,-1-1 8-16,0 2-6 0,-1 0 10 0,5 0 0 0,1 2-4 16,0-1-15-16,0 3 15 0,-2 0-13 0,0 1 15 0,1 1 1 15,-1 0-5-15,0 3-9 0,-2-1 11 0,-1 2-9 0,-1 1 15 16,0-1-1-16,-1 1-5 0,-1 1-12 0,-3-1 14 0,2 2-9 16,-2-1 19-16,1-1-5 0,0-1-9 0,0-1-1 0,0 2 3 15,-1-4-1-15,2 1 7 0,-1-2-3 0,1 0-2 0,2-1-7 0,0-1 5 16,1-1-4-16,-1 1 12 0,1-2-1 0,0-2-5 0,1 2-8 15,1-1 10-15,0 1-7 0,2 0 10 0,-1-1 0 0,0 2-7 16,2 1-7-16,1 0 8 0,-2 1-6 0,2 0 11 0,-2 1-1 16,1-2-3-16,0 3-2 0,0-2 2 0,-1 0-2 0,2 3 1 0,-2-2-1 15,2 0-1-15,-2 1-3 0,1-1 7 0,1 1-3 0,-1-2 6 16,0 1 0-16,-2-3-5 0,0 2-8 0,-2-1 10 0,1-2-7 16,-2 3 13-16,0-2 0 0,-2 1-7 0,-1-1-1 0,0 1 2 15,-3 0-2-15,-1 0 4 0,1 0-1 0,-1-2 0 0,-1 1-6 16,-1 0 4-16,1-1-2 0,-1-1 6 0,2-1 2 0,1 0-3 0,-1 0-6 15,1 0 4-15,1 0-4 0,-1-2 7 0,1-1 0 0,0-1-3 16,5 2-13-16,0-3 9 0,1 2-9 0,0-2 7 0,-4 2-7 16,0 0-10-16,-1-1-30 0,1 1-2 0,2-1-7 0,-2 1-25 15,1 1-13-15,1 0-10 0,0-1-56 0,1 1-42 0,0-1 4 16,1-2-155-16,1 1-48 0,4-1-29 0</inkml:trace>
  <inkml:trace contextRef="#ctx0" brushRef="#br1" timeOffset="31761.77">26994 1282 1292 0,'0'6'223'0,"0"0"22"0,0 3-67 0,0 0-61 0,-1-1-21 0,0 1-34 0,0 0-28 15,0 0 11-15,0 0-22 0,0 0-1 0,-1-1-6 16,0-1-8-16,0 1-6 0,1 0 4 0,-1-2-4 0,0-1 6 16,1 0-2-16,0-1-2 0,0 0-6 0,1-2 2 0,0 1-3 15,0 0-2-15,1-2-16 0,-1 0-8 0,1 0-84 0,2-1-41 16,-1 0 7-16,2-2-249 0,3-1 241 0,0 3-29 0</inkml:trace>
  <inkml:trace contextRef="#ctx0" brushRef="#br1" timeOffset="32092.44">27619 930 1676 0,'-15'1'-165'16,"7"1"396"-16,-1 1-38 0,1 0-39 0,-2 2-72 0,0 1 10 16,7 2-41-16,-2 2-6 0,1 0-9 0,-1 4-9 0,-7 3-19 15,0 2 12-15,0 0-15 0,1 6 20 0,1-2-8 0,0 2-7 16,0 1-10-16,0-2 7 0,2 1-6 0,1 0 22 16,0-4-6-16,3-1-5 0,-3 3-15 0,0-4 3 0,2-2-5 15,0-2 7-15,2-4-12 0,1-1-7 0,-1-1-22 0,1-1-9 16,0-1 7-16,-1 0-51 0,1-4-15 0,-1 3-10 0,2-4-72 15,-1 1-59-15,2-2 43 0,0-1-173 0,0 0 214 16,0 1 23-16</inkml:trace>
  <inkml:trace contextRef="#ctx0" brushRef="#br1" timeOffset="32313.49">27266 1009 985 0,'-4'0'259'0,"-1"-1"31"0,2 1-29 15,0 0-62-15,1 1-34 0,2 2-34 0,0-2-44 0,0 3-24 16,2 1 18-16,3 2-25 0,2 2 23 0,2 3-16 0,1 2-20 16,3 3-23-16,1 2 14 0,0 1-18 0,4 1 24 15,-2-1-9-15,1 2-13 0,0 0-12 0,-2-2 11 0,0 1-13 16,2-3 4-16,-1-5-1 0,0 2-4 0,5-2-10 0,-1 1 2 16,-2-3-6-16,1 0-16 0,-5-3-12 0,-6 1-8 0,1-1-65 15,-2 0 19-15,0 0-22 0,5-2-48 0,-1 0-92 16,2-2-45-16,5 3-236 0,0-1 256 0</inkml:trace>
  <inkml:trace contextRef="#ctx0" brushRef="#br1" timeOffset="33774.89">28191 1038 531 0,'-2'0'151'0,"0"0"59"0,1 0 40 0,1 0-96 16,-1 0-19-16,-1 0-30 0,2 0-45 0,0 0-25 0,0 0 22 15,0 0-27-15,0 0 17 0,0 0-4 0,0 0-16 0,0 0 2 16,2 3 20-16,-2 0-20 0,2-2 31 0,-1 1-3 16,1 1-10-16,0 2-17 0,0-1 17 0,0 2-23 0,1-1 12 15,1 3-5-15,-1 0-16 0,1 2-10 0,1-1 5 0,-1 1-10 16,1 2 9-16,-1-2-3 0,1 0-2 0,1 0-11 15,-2-1 13-15,0 0-11 0,1-1 12 0,-2-2 1 0,1 1-11 0,-1 1-7 16,-1-2 18-16,-1-1-15 0,1 1 20 0,-1 0-3 16,-1-3-9-16,1 4-14 0,-1-3 9 0,1 1-11 0,-1-1 4 0,0 1-10 15,0-1-10-15,0-1-25 0,-1 3-5 0,1-4-4 0,0 2-33 16,0-1-6-16,-1 0-9 0,1 0-70 0,0-1-14 0,0 0-12 16,0-2-95-16,0 1 176 0,0 5-13 0</inkml:trace>
  <inkml:trace contextRef="#ctx0" brushRef="#br1" timeOffset="33992.66">28055 1239 930 0,'0'0'-426'0,"4"-2"868"0,-4-1-93 16,0 1-134-16,2 0-88 0,1-1 25 0,2-1-63 0,-3 0-10 15,2 0-8-15,-1 0-20 0,1 0-9 0,7 1 15 0,-1-3-21 16,2 1 12-16,0 0-15 0,3 1-17 0,1-2-13 15,-2 3 5-15,2-2-5 0,0 1 8 0,-3 2-5 0,2-1-6 16,0-1-13-16,-1 3-11 0,2-1 4 0,1-1-62 0,-1 0-21 16,2 2-11-16,0-1-91 0,-1-1-45 0,0 1 26 0,1-1-199 15,2 2 249-15,-3 1-5 0</inkml:trace>
  <inkml:trace contextRef="#ctx0" brushRef="#br1" timeOffset="34660.47">28833 990 258 0,'0'-2'246'0,"1"1"60"0,0-1-98 16,-1 2 5-16,0-3-34 0,0 2-46 0,0 0-39 15,0-2 14-15,0 2-33 0,0-1 15 0,0 2-15 0,0-1-19 16,0 0-1-16,0 0 6 0,0-1-13 0,0 2-7 0,0 0-7 16,0 0-7-16,-1 0-11 0,-3-1 8 0,2 1-11 0,-1 0 17 15,-2 0-5-15,1-1-6 0,-1 1-5 0,-2 0 4 0,2 1-5 16,-3 2 9-16,1-1 0 0,-1 1-4 0,-2 1-17 15,1 1 18-15,-1 0-19 0,0 1 18 0,-1 2-5 0,0 0-11 16,-2 0-3-16,2 0 5 0,1 0-4 0,0 1 8 0,1-2-2 16,-1 0-5-16,1 1-1 0,1 1 2 0,0-2-1 0,1 0 5 15,3 0 0-15,-1 0-4 0,1 0-8 0,0 1 7 0,1-2-6 16,0 0 10-16,0 0 0 0,2 0 0 0,-1-1-11 0,2 1 10 16,0-3-8-16,1 3 12 0,0-3-1 0,2 1-7 0,1 1 3 15,-1-2 4-15,2 0-2 0,1 0 4 0,-1-1 0 0,2 1-2 0,1-1-2 16,1 0 2-16,1 0-2 0,0-2 3 0,0 1-1 0,1-1-2 0,1 0-5 15,-1 0 4-15,0 0-3 0,1-1 7 0,-2 1-2 16,1-3-4-16,-1 2-9 0,0-1 9 0,1 1-6 0,-1 0 12 0,-1 1-2 16,-1-1-6-16,-1 1-9 0,-2 0 9 0,-1 0-5 15,-2 0 12-15,-1 1-2 0,0-1-5 0,-1 1-9 0,-1 0 7 0,0 2-6 16,-2 0 9-16,-1 0 2 0,-1 3-3 0,-2 1-5 0,0 0 4 16,-1-1-4-16,-1 2 6 0,1 1 0 0,-1 0-1 0,0 1-9 0,-1 0 6 15,1 0-4-15,0 2 9 0,3-2 2 0,-2-1-1 0,1-1-18 16,0-2 17-16,3 1-13 0,0-1 25 0,2-2-6 0,2 1-10 15,1 0-3-15,2 0 7 0,1-1-3 0,2 0 13 0,-1 0 2 16,2 0-1-16,1-1-4 0,0 1 2 0,1 0-2 0,1-1-2 16,-1 0 1-16,1 0-3 0,0 0-4 0,2-1 4 0,1-1-5 0,-1 2 2 15,0-3-3-15,-1 1-5 0,0 1-12 0,-1-2 3 0,0 0-6 16,1 0-4-16,-1 0-7 0,2 0-8 0,0-2-33 0,1 1 4 16,1-2-10-16,0 2-30 0,2-1-9 0,0-1-23 0,1-2-120 15,1 1-6-15,-5-2-51 0,3 2 65 0</inkml:trace>
  <inkml:trace contextRef="#ctx0" brushRef="#br1" timeOffset="35275.69">28223 1723 766 0,'-6'-1'331'0,"2"0"108"0,-1-1-246 0,3 1 13 0,1 0-41 0,1 0-40 16,0-1-58-16,3 2 9 0,2-2-30 0,1-2 1 0,2 1 2 16,2 0-5-16,4-3-3 0,2 4 11 0,0-5-16 0,7 2 22 15,-1 0-4-15,3-1-7 0,6 1-2 0,2 0 11 16,4 1-15-16,7 0 6 0,-6 3-13 0,1-1-14 0,6 1-25 15,-3 0 15-15,4-2-16 0,4 3 24 0,-9 0-5 0,-3 0-10 16,1 0-8-16,-7-1 7 0,-3 1-6 0,1-3 13 16,-3 3-3-16,-1 0-5 0,-6-1-1 0,-4-1 2 0,-1 0-2 15,-3 0 4-15,5 0-2 0,-1 1-2 0,-1-1-12 0,-1 0 5 0,-3 1-9 16,-2 1-12-16,-3 0-7 0,-2 0-14 0,-2 0-65 0,3 0-25 16,-1 0-18-16,1 0-262 0,5 0-164 0,1 1-136 0</inkml:trace>
  <inkml:trace contextRef="#ctx0" brushRef="#br1" timeOffset="41607.85">16074 2748 449 0,'-4'-2'144'16,"1"-2"161"-16,-2 1-140 0,1 1-13 0,0-2-31 0,-2 2-13 0,1 1-30 15,2-1-29-15,0 1-34 0,-1 0 16 0,1-1-20 0,0 1 21 16,-1 0-9-16,2 1-13 0,-1-1-9 0,0 1 13 16,0 0-11-16,1 0 24 0,-2 0-1 0,2 1-6 0,-2 1-16 15,0 0 17-15,1 0-18 0,-2 1 27 0,2 1-7 16,0 0-12-16,-2 3-17 0,1-3 12 0,0 2-15 0,1 3 17 16,0-2 1-16,-1 1-6 0,0-1-12 0,1 0 9 0,0 0-10 0,0 1 22 15,2 0-5-15,-2-2-4 0,2 0-17 0,0 0 16 16,1-3-13-16,0 1 24 0,1 0-6 0,0-1-8 0,2-1-2 15,0 2 4-15,0-1-1 0,1-2 3 0,0 0 5 0,1-1-6 0,-1 1-1 16,1-1 10-16,0 0-10 0,1-1 8 0,-2 0 0 0,2 0-2 16,0-1-14-16,-2 0 11 0,3-1-10 0,-2 1 17 0,1-1 0 15,0 1-7-15,-2-1-11 0,2 0 12 0,-1 2-11 0,0-3 14 16,-1 3-2-16,0-2-6 0,-2 2-1 0,-1 0 8 0,1-2-3 16,-2 1 9-16,0 0 4 0,0 0-6 0,0-1-5 0,0 0 9 0,-2 1-10 15,1-2 7-15,0 1-2 0,-1 1-3 0,1 0-7 16,-1-1-1-16,0 2 1 0,0 0 7 0,0-2-2 0,-1 2 3 0,1-1-7 15,0 1 4-15,0 0-3 0,-2 1 1 0,1 0 2 0,-2 1-5 16,0 2-7-16,-1-1 8 0,1 0-7 0,-2 1 6 0,1 3 2 16,0-3-4-16,-1 3-12 0,0 0 20 0,0 0-14 0,1-1 19 0,-1 2-7 15,0-2-10-15,1 1-5 0,2-1 11 0,-1 1-4 0,1-3 19 16,1 3-5-16,0-3-10 0,2 1-5 0,0-1 2 0,0-1-3 16,1 1 7-16,0 0 3 0,0-3 1 0,1 1-11 0,0 0 8 15,0 0-7-15,2-1 15 0,-1 0-2 0,1 0-7 0,2 0-1 16,-1-1 13-16,2 0-7 0,1 0 14 0,-1-3-9 0,1 1-12 0,0 1 2 15,0-1 3-15,0-1 1 0,1 2-3 0,-1-2 3 0,1 1-5 0,-1-1-4 16,-1 0 9-16,0 1-7 0,0 0 9 0,-3 1-5 0,0-1-4 16,0 2-3-16,-2-1 4 0,-1 0 1 0,0 1 14 0,0-1-3 15,-3 1-5-15,1-2-9 0,-1 2 10 0,1-1-9 0,-3-2 8 16,1 2-3-16,-2-1-4 0,0-1 3 0,0 3-6 0,-1-2 6 16,1 0 1-16,1 2-2 0,-1 1 2 0,2 0-8 0,-1 0 5 15,2 1-5-15,-2 2 4 0,2 1 2 0,-2 1-1 0,1 1-13 16,-1-1 13-16,2 3-13 0,-2-1 20 0,1-1-1 0,1 2-6 0,0-2-7 15,1-2 4-15,0 1-4 0,2-1 11 0,0 0 0 0,0 0-4 16,1-3-3-16,0 3 1 0,1-3-2 0,2 1 6 0,-1-2-2 16,2 0 0-16,0 0-7 0,1 0 7 0,1-1-5 0,-1-1 13 0,1-1-2 15,0 1-4-15,1-2-13 0,-2 0 12 0,1 0-8 0,0-1 24 16,-2 1-7-16,2-1-10 0,-1 1-11 0,-2-1 12 0,0 1-8 16,-1-2 15-16,-1 3 1 0,2-2-6 0,-3 1-4 0,-1-2 5 15,0 2-5-15,-2-2 10 0,0 0-4 0,-1 1-5 0,1-1 0 16,-2 1-1-16,0 0 1 0,-1 0 3 0,1-1 1 0,-2 3-2 0,2-1-17 15,-1 1 17-15,1 3-14 0,-2 0 23 0,1 0-3 0,0 3-11 16,-2 2-11-16,2 0 11 0,-3 1-8 0,1 2 21 0,0-2-3 16,1 2-7-16,-2 1-10 0,1-1 11 0,1-1-7 0,2 0 11 15,0-3-2-15,1 1-6 0,1 0-12 0,2-1 16 0,0 0-10 16,2-2 21-16,2-1-6 0,0 2-10 0,1-3-8 0,0 1 10 0,1 1-6 16,1-2 24-16,-1 0-6 0,1-2-7 0,2 1-13 0,-1 0 13 15,0-1-11-15,0 1 14 0,-1 0 2 0,2 0-8 0,-1 1-4 16,0-2 5-16,0 1-4 0,-1 1 10 0,-2-1-4 0,0 1-3 15,-2-2-4-15,0 2 1 0,-3 0 2 0,0 0 5 0,0 0-1 16,-2 0-4-16,-1 0-8 0,0 0-3 0,-1 0-3 0,0 0-29 0,-1 2-17 16,1-1-11-16,-1 0-121 0,1 1-65 0,0-1-11 0,4 1 4 15</inkml:trace>
  <inkml:trace contextRef="#ctx0" brushRef="#br1" timeOffset="42127.34">15993 2812 434 0,'-6'-3'110'0,"1"0"93"16,0 0-27-16,1 3-35 0,-1 0-45 0,2 0-55 0,1 0 6 0,-2 0-28 0,2 0-4 0,0 1-4 0,-1 1-2 0,0 2-6 0,1-2 3 0,1 1-2 0,-2 0 16 0,1-1-5 0,1 1-3 15,1-2-6-15,-1 1 15 0,1-1-12 0,1-1 35 16,0 0-4-16,0 0-4 0,2 0 4 0,-1 0 5 0,1-1-7 0,1-2 4 15,0 0-9-15,-1 1-12 0,2-1-24 0,-2 1 14 16,1 1-17-16,-1-1 25 0,-1 1-6 0,-1 0-10 0,1-1-20 16,-1 2 19-16,-1 0-17 0,0 0 28 0,1 3-5 0,-1 0-10 15,0-1-50-15,0 3-13 0,0-2-17 0,0 3-132 0,1-3-49 16,1 1-52-16</inkml:trace>
  <inkml:trace contextRef="#ctx1" brushRef="#br1">22410 4745 0</inkml:trace>
  <inkml:trace contextRef="#ctx0" brushRef="#br1" timeOffset="52894.63">17823 2257 415 0,'-2'1'131'0,"0"2"135"0,1-2-139 15,-2 2 3-15,2-2-46 0,0 2-7 0,0-2-17 16,1 0-28-16,0 1-32 0,0-1 24 0,0 1-27 0,1-2 40 16,-1 2-3-16,2-1-6 0,1-1-3 0,-2 0 13 15,1 0-11-15,1 0 38 0,1-1-3 0,-2-1-13 0,1 1-14 16,0-1 22-16,0-1-29 0,-1 0 7 0,2 2-7 15,-2 0-15-15,-1 0-1 0,1-1 4 0,-1 1-6 0,2 1 16 16,-3 0-4-16,1-1-1 0,0 1-7 0,-1-2 5 0,1 1-5 16,-1-1 6-16,1 2-3 0,1-2-4 0,1 1-10 0,-1 1 6 15,1-1-7-15,-1 1 7 0,2 0 0 0,-2 0-7 0,1 0-10 16,1 1 14-16,-1-1-14 0,1 0 14 0,-1 0 4 0,0 1-3 16,1-1-14-16,-1 2 8 0,1-2-8 15,0 0 19-15,0 1-3 0,0 1-5 0,-1-2-13 0,0 2 12 0,1-1-9 0,0 0 14 0,0 1-1 16,0 1-7-16,0 1-14 0,0 0 19 0,2 1-13 0,-2-2 23 15,1 1-3-15,0-1-11 0,1 0-3 0,-1 1 5 0,1-2-3 16,0 0 11-16,-1-1-3 0,0 0-2 0,0-1-5 0,0 2 12 0,-1-2-8 16,2 0 11-16,0 0-3 0,-1 0-9 0,2 0-5 0,-1 0 12 15,-1 0-11-15,0 1 16 0,-1-1-5 0,1 1-9 0,-1 0-1 16,1 1-1-16,-1 0 2 0,1 0-5 0,-1 0 4 0,1-1-2 0,-2 1-10 16,2-2 21-16,-2 1-17 0,0 0 19 0,1 0-3 0,-1-1-10 15,0 0-4-15,2 0 8 0,-1-1-4 0,2 0 9 0,-6 0-1 16,0-1-7-16,1 2-8 0,-1-1 13 0,6 0-9 0,-3 0 19 15,2-1-2-15,-2 2-8 0,0 0-7 0,1 0 2 0,-1 0-3 16,2-1 10-16,-3 1-4 0,1 0-1 0,-1 0-7 0,1-1 3 0,-1 1-2 16,-1-2 10-16,1 2-2 0,-2 0-4 0,0 0-1 0,1 0 3 15,-1 0-1-15,0 0 8 0,0 0-5 0,0 0-4 0,0 0-2 16,0 0 1-16,0 0 1 0,0 0 9 0,0 0-1 0,1 0-4 0,-1 0-8 16,2 0 14-16,0 0-11 0,-1 0 18 0,-1-1-4 0,2 1-6 15,-2-1-7-15,1 0 3 0,2-2-3 0,-3 2 9 0,1-1-1 16,0 2-4-16,0-1-11 0,0-1 11 0,0 0-9 0,-1 0 15 0,0 0-1 15,0 2-6-15,0 0-11 0,0 0 11 0,0 0-9 16,0-1 15-16,-1 1 2 0,0-1-6 0,1 1-14 0,-1 0 14 0,1-1-13 16,0 1 19-16,-1 0-4 0,1-2-5 0,-1 2-12 0,1-2 12 15,-2 1-8-15,1-1 16 0,0-2-5 0,0 1-8 0,1 0 2 16,-1-2 1-16,0 1 0 0,1-1 2 0,0 1-2 0,-1-1-2 16,1 1-6-16,-1-2 9 0,-1 3-5 0,1-2 13 0,-1 1 0 0,0-1-8 15,0 1-9-15,0 0 10 0,0 1-9 0,0 0 13 0,1-2-1 16,0-3-4-16,-1 0-5 0,0-2 4 0,1 1-3 0,0 0 5 15,0 0 2-15,-1 0-3 0,2 0-12 0,0-1 13 0,0 0-12 16,1 1 19-16,1 0-1 0,0 3-8 0,1-2-5 0,-1 2 5 16,1-1-4-16,-2 2 8 0,2 1-1 0,-2 0-2 0,0 1-14 0,-1-1 6 15,1 1-8-15,-1 1 3 0,0-1-8 0,0 2-8 0,0-1-46 16,0 2-3-16,-1 0-12 0,1 0-57 0,0 0-42 0,0 0-37 0,0-1-171 16,4 0 223-16</inkml:trace>
  <inkml:trace contextRef="#ctx0" brushRef="#br1" timeOffset="53457.67">17960 2495 634 0,'-3'-2'-296'0,"2"0"694"0,0 2-97 0,0-1-82 0,1 0-94 0,-2-2 13 0,2 2-39 0,0-1 1 0,0 2-21 0,2-2-25 0,-2 1-17 0,1 1 3 0,0-1-12 0,-1 1-3 0,1 0 4 15,0 1-4-15,0 0 1 0,1 2 7 0,1 1-10 0,-2-1 8 0,1 5-4 0,-1-1-6 0,0 0-4 0,-1 0 9 0,0 0-10 0,1 2 12 0,0-1-9 0,2 1-8 0,-2 1-1 0,1-1 0 0,-1 0 0 16,0 0-2-16,2-1-5 0,-2 1 0 0,1-2-14 0,-1 1 10 0,0 0-9 0,1-1 8 15,0 2-19-15,-1 0-18 0,0-1-75 0,-1 0-39 0,0-2-1 16,1 1-192-16,0-4-45 0,5 1-45 0</inkml:trace>
  <inkml:trace contextRef="#ctx0" brushRef="#br1" timeOffset="56628.85">18409 2474 145 0,'-4'1'140'0,"3"1"-33"0,-1 1 106 0,0-2-27 0,0 1-4 0,1-2-24 0,-1 0-31 0,1 0-18 0,0 0-24 0,-1 0-22 0,2 0 11 0,-1 0-24 15,0 0 4-15,0 0-10 0,0-3-12 0,0 2-19 0,1-2 15 0,-1 1-16 0,1-2 28 0,-1 1-1 0,1-1-8 0,-2-1-11 0,1 3 27 0,-1-1-28 0,1-2 35 0,0 2-6 16,-1 0-15-16,1-3-16 0,-2 3 21 0,2-3-24 0,-1 0 28 16,0 1-6-16,-1-1-16 0,0-2-12 0,1 0 15 15,-2 2-16-15,1-3 21 0,1 0-6 0,0-1-10 0,-2-3-10 16,2 3 11-16,0-3-11 0,-1 0 16 0,2 1-6 0,0 2-7 15,1-3-10-15,-1 1 6 0,1 1-3 0,0 1 15 0,0-1-1 16,1 0-5-16,0 0-9 0,0 3 7 0,1 0-5 0,0 1 8 0,0-1-1 16,0-3-5-16,2 0-2 0,-1 1 5 0,2 0-4 0,-1 2 11 15,1 0-4-15,-1 1-3 0,1-1-14 0,-2 0 12 0,1 2-8 16,1 2 21-16,-1-2-4 0,2 2-11 0,0-1-5 0,-1 1 6 16,2 1-4-16,0 1 9 0,-2 1-1 0,0 1-5 0,0 0-8 0,0 0 9 15,-2 0-7-15,2 1 12 0,-2 0-3 0,-1 3-4 0,2 0-4 16,-2 1 3-16,0 0-2 0,0 1 8 0,0 1 0 0,-1 1-3 15,-1 1-6-15,0-1 6 0,0 1-5 0,0 2 8 0,0-4 0 16,-1 2-5-16,-2 2-2 0,2-2 1 0,-2-1-2 0,-1 1-2 16,2-1 2-16,-2 0-4 0,0-3-9 0,0-1 10 0,-1 0-8 0,1-1 11 15,-1 1 1-15,2 1-5 0,-1 2-5 0,0-5 12 0,1 2-9 16,1-2 13-16,-1-1-1 0,1 1-4 0,1-2-13 0,0 2 14 16,0-2-9-16,1 0 19 0,-1 0-4 0,1 0-8 0,0 0 1 15,0 0-2-15,0 0 2 0,0 0-1 0,0 0 0 0,0 0 3 0,0 0-5 16,1-2 2-16,0 1-2 0,1-1 7 0,1-1 2 0,1 0-2 15,0 3-13-15,1-3 13 0,-1 1-11 0,1-2 17 0,0 3-1 16,0-1-9-16,-1-1-4 0,2 0 6 0,-2 2-4 0,3 0 5 16,-2 0 1-16,1-1-3 0,0 2-12 0,1 0 15 0,-2 2-11 15,1-1 19-15,0 0-5 0,-3 0-9 0,0 1 3 0,0 0-3 16,-1 2 3-16,-1-3 4 0,1 3-2 0,-2 0 2 0,0 0-15 0,0 2 14 16,-2-1-9-16,1 1 22 0,-1 0-7 0,-1 0-9 0,0 1-3 15,-1 0 6-15,0 0-3 0,0-1 8 0,-2-1-1 0,2 1-5 16,-2 0-5-16,1-1 6 0,0 0-4 0,0 0 8 0,0-1-2 0,0 1-5 15,1-2 0-15,-1-1 2 0,0 1-1 0,1-2 6 0,0 0-4 16,-1-1-1-16,2 0-7 0,0 0-2 0,-1 0 2 0,1 0 3 16,1 0-2-16,-1-1-4 0,2 0-27 0,0-2-8 0,0 2-5 15,1-1-46-15,0-1-6 0,0 0-11 0,0 1-37 0,1 1-25 16,0-2-3-16,0 0-83 0,0 1-5 0,1 1 7 0</inkml:trace>
  <inkml:trace contextRef="#ctx0" brushRef="#br1" timeOffset="56971.15">18650 2191 624 0,'-4'0'180'0,"3"2"283"0,0-1-234 0,1-1-48 0,-1 3-56 0,0 0-65 0,1-3 18 0,-1 3-39 16,1 3 19-16,1-6-10 0,-1 2-13 0,2 3-26 0,-1-2 13 0,1 6-18 0,1-2 21 0,-1 2-6 0,1 0-8 0,-2-1-13 0,2 1 6 0,0 1-8 0,-1 0 15 0,2-2-3 0,-2 1-4 0,-1 0-8 0,1-1 3 0,2-1-5 0,-2 1-10 16,0-1-39-16,0-1-20 0,0 2-154 0,0-5-84 0,2 4 30 0,8 3-55 0</inkml:trace>
  <inkml:trace contextRef="#ctx1" brushRef="#br1" timeOffset="13346.66">26679 6420 0</inkml:trace>
  <inkml:trace contextRef="#ctx0" brushRef="#br1" timeOffset="65829.89">20282 1382 287 0,'0'0'65'0,"-1"1"35"0,1-1 50 0,-1 0 21 0,1 0-20 0,0 0-25 0,0 0-21 0,0 0-32 0,0-1-14 0,0-1 22 0,0 1-27 15,0 0 33-15,0-1-6 0,0 2-14 0,0 0-7 0,0 0-2 0,0 0-10 0,0 0-5 0,0 0-5 0,0 0-1 0,0-2-6 0,0 4 11 0,0 0-12 0,0 3 29 0,0-1-12 0,0-2-11 0,0 3 1 0,0-1 6 0,0 3-7 16,0-1-2-16,0 0-4 0,2 2-9 0,0 1-18 0,-1 0 12 0,1 0-15 0,0 1 14 0,0-1-1 0,1 0-5 0,0 3-5 16,0-1 3-16,1-1-4 0,-1 1 8 0,1-4-6 0,-1 0-1 15,1-2-3-15,0 0 2 0,-1-1 1 0,1 0 9 0,-1-1 1 0,-1 0-4 0,0 1-7 16,1-2 11-16,-2-2-10 0,0 2 7 0,-1-1-1 0,1-1-7 15,-1 0 3-15,0 0 9 0,0 0-5 0,0 0 16 0,0 0-1 16,-2-3-7-16,1 2-27 0,0-1 23 0,-2-1-23 0,1 0 24 0,0 0-4 16,1-1-9-16,-2 1-8 0,1-2 8 0,1 3-5 0,0-4 12 15,-1 3 1-15,1-1-6 0,-1-1-15 0,1-1 17 0,0 1-14 16,-1-1 18-16,1 1-1 0,1-2-8 0,-1 1-5 0,1 0 5 16,-1-1-2-16,1 0 7 0,0 0-1 0,0 2-4 0,0-1-14 0,0-2 16 15,1 3-13-15,1-2 20 0,-1 2 0 0,2 0-9 0,0 0-3 16,0 1 4-16,0-1-5 0,1 1 6 0,-1-1 0 0,1 3-1 0,-1-1-5 15,1 0 4-15,0 2-3 0,0 1 3 0,0-1 2 16,0 1-4-16,-1-1-7 0,2 2 6 0,-1 1-5 0,0 1 12 0,0 0 1 16,0 0 0-16,-1 3-11 0,0 0 4 0,1-1-6 0,-1 1 9 15,-1 1 1-15,1-2-1 0,0 1-10 0,-1 0 9 0,1-1-8 16,-2 1 18-16,1-2-4 0,-1 1-6 0,1-2-8 0,-1 2 8 16,0-1-7-16,1-3 17 0,-1 1-1 0,0 0-4 0,-1-2-12 0,1 1 9 15,-1-1-7-15,0 0 15 0,0 0 0 0,0 0-2 0,0 0-12 16,0 0 8-16,0 0-7 0,0-4 13 0,0 2-1 0,-1 0-5 0,1 0-5 15,0-1 1-15,1 2-2 0,0 0 6 0,0-1-3 16,0 1-1-16,0 0-1 0,2-1 2 0,-1 1-1 0,0 1 7 0,2-1-3 16,-2 0-3-16,2 1 3 0,0-2 1 0,-1 2 1 15,0-1 2-15,1 1 1 0,0 0-4 0,0 0 4 0,0 0 0 0,1 1-1 16,-1 1-6-16,1-2 3 0,0 2 0 0,0 2-9 0,-1-1 9 16,2-1-8-16,-2 3 11 0,2-2-2 0,-2 2-6 0,1-1-2 15,-1 1 2-15,1-3-1 0,-2 4 3 0,0-3-1 0,0 0 0 0,-1 1-12 16,2-2-1-16,-2 1-4 0,1-1-17 0,0 1-7 0,0-2-10 15,0 1-31-15,-1-1-6 0,1 0-5 0,0-1-57 0,-1 0-30 16,2 0-28-16,-1-2-187 0,4-1 232 0</inkml:trace>
  <inkml:trace contextRef="#ctx0" brushRef="#br1" timeOffset="66292.35">20634 1422 517 0,'0'0'213'0,"0"0"51"0,0 0 30 0,0 0-119 0,0 0-27 0,0 0-34 15,2 0-42-15,0-1-36 0,2-1 10 0,-1 0-19 0,2-1 23 0,0 1-12 0,0-2-15 0,0 1-17 0,0-1 16 0,-1 0-16 0,1 0 25 0,-2-1-4 0,1 1-10 0,1-1-1 0,-3 1 19 0,2-2-18 0,0-1 16 0,-1 2-5 0,-1 0-13 0,0 1-7 16,-1-1 10-16,0 3-12 0,-1-2 11 0,-1 1-1 0,0 1-5 0,-3-2-4 0,0 1-1 16,1-1-1-16,-3 2 11 0,0-1-6 0,0 1-1 0,-1 2-4 15,0 0-3-15,2 0 2 0,-1 1-5 0,2 1-1 16,-2 2-1-16,0-1-4 0,2 1 8 0,-2 0-4 0,1 1 3 0,0-1 5 16,1 2-7-16,-2 0-5 0,6 1 15 0,0 0-11 0,0 2 24 15,1-2-1-15,-2-1-5 0,-1 1-7 0,1-1 16 0,1-1-11 0,-1 2 29 16,1-1-7-16,1-2-7 0,-1 2-5 0,2-1 4 0,0 0-3 15,1 1 2-15,0-1-3 0,-4-3-6 0,-1 3-13 0,2-2 7 16,-2 1-8-16,6 0 7 0,1-3-1 0,0 1-2 0,-1 1-7 16,3-2 4-16,-2-1-3 0,1 2 5 0,0-2-1 0,0 0-3 15,1-2-7-15,1 1-2 0,1 0-2 0,-1-2-10 0,2 1-2 16,0-1-6-16,2-1-23 0,-1 2 4 0,-1-4-10 0,2 3-11 16,-1-4-8-16,1 3-9 0,-1-2-46 0,-1 0-20 0,1-1-1 0,1 0-99 15,-2-2 7-15,0 0-22 0,0 0-104 0,0 0 230 16</inkml:trace>
  <inkml:trace contextRef="#ctx0" brushRef="#br1" timeOffset="66643.8">20963 1202 284 0,'-3'0'171'0,"0"-1"84"0,-1 1 60 0,1 0-57 0,-1 0-83 0,0 1-59 15,1 1 19-15,-1 1-49 0,-1 3 1 0,1-3-20 16,-1 2-26-16,1 2-2 0,-2-3 9 0,2 3-10 0,-2 0 5 15,2-2-1-15,-2 3-10 0,1-1-10 0,-1 0 21 0,0 0-23 16,1 0 27-16,1 0-7 0,1-1-11 0,1-1-4 16,-1 2 9-16,2 1-12 0,0 0 6 0,0-3 1 0,1 3-7 15,0-5-10-15,0 2 11 0,0-2-14 0,1 3 14 16,0-3-5-16,2 1-8 0,-1 0-5 0,0-2 13 0,0 1-11 16,3-1 16-16,-3-2-2 0,3 2-7 0,-2-2-14 0,0 0 13 15,2-2-12-15,-2 2 16 0,0-2-2 0,1-1-9 0,0-1-5 16,0 2 8-16,-1-2-7 0,2 0 8 0,-2-1-2 0,0 1-4 0,2-1-15 15,-2 1 15-15,1-1-12 0,-2 0 21 0,0 1-3 0,0-1-8 0,-1 0 1 16,1 2-1-16,-1-2 0 0,-1 1-2 0,1 2-3 16,-1-2 0-16,1 1-16 0,-1 2 11 0,0-1-8 0,0-1 17 15,0 0-6-15,0 3-11 0,0 0-27 0,0 0 8 0,0 0-11 0,0-1-15 16,0 1-12-16,0 0-19 0,0 0-44 0,1 0-28 0,1-1 0 16,1-2-141-16,0 1 6 0,1-1-26 0</inkml:trace>
  <inkml:trace contextRef="#ctx0" brushRef="#br1" timeOffset="67009.17">21053 1187 781 0,'0'6'166'0,"-1"-2"187"0,1 1-110 0,-1-1-50 16,1 1-56-16,1-1-67 0,2 0 8 0,0-2-32 0,1 1-7 15,0 0-5-15,-1-1-12 0,1-1-5 0,-2 2 9 16,1 0-12-16,-2-1 14 0,0 1-5 0,-1-1-5 0,1 0-10 15,-1-1 13-15,0 0-12 0,0 2 24 0,0-3-7 0,0 0-9 16,0 0-9-16,0 0 11 0,0 0-10 0,0 0 32 16,-2 0-7-16,1-2-8 0,-1-1-10 0,2-3 10 0,2 3-11 0,1-5 18 15,3 1-6-15,0-1-5 0,5-1-8 0,-5 0 12 16,3-2-12-16,0 1 17 0,0 1-8 0,5 1-10 0,0-1-6 16,0 3 1-16,-2 1-4 0,1-1-1 0,-1 2 1 0,-3 0-1 15,1 3-10-15,-2-1 7 0,1 1-5 0,0 1 19 0,-2 3-1 0,1-2-3 16,0 1-10-16,0 2 12 0,0-1-11 0,0 1 18 0,-2 1-4 15,1 0-9-15,-1 0-7 0,1 1 3 0,-1 1-3 0,0-3 4 16,-2 2 0-16,1-5-2 0,-2 2-12 0,1 0 10 0,-3-2-9 16,1 1 8-16,-2-2-5 0,0 0-13 0,1 0-17 0,-1-1-8 15,0 1-1-15,1-1-42 0,-1 0-13 0,0-2-13 0,0 0-94 0,1 1-70 16,0-3 13-16,2-2-238 0,1 2 283 0,1-1 4 0</inkml:trace>
  <inkml:trace contextRef="#ctx0" brushRef="#br1" timeOffset="67292.86">21438 889 1116 0,'2'3'304'0,"2"-3"0"0,0 3-46 0,1-2-75 0,1 1-60 0,1 0-29 0,1 1-34 0,2-1-24 0,1 2 7 0,0-3-15 0,2 2 3 0,-1-1-10 0,1 1-11 0,1 0-14 0,0-3 8 0,-1 1-8 0,1 1 14 0,-9 0-3 0,0-2-7 0,0 1-8 0,-1-1 4 0,2 1-5 0,2-1-2 16,-1 0-14-16,-1-1-8 15,1 0-54-15,1-2-6 0,-1 1-2 0,1-4-74 0,0 1-42 0,-1 2-18 0,3-4-131 0,-1-1 174 16</inkml:trace>
  <inkml:trace contextRef="#ctx0" brushRef="#br1" timeOffset="67491.69">21740 693 432 0,'-2'2'198'0,"-2"2"137"16,3-1 42-16,-1 3-112 0,-1 2-14 0,2 3-39 0,-3 1-48 16,2 4-50-16,-1 2 19 0,-2 5-43 0,0 3 9 15,-3 0-21-15,-1 1-24 0,-1-3-24 0,-1-2 8 0,1-2-16 0,1 4 2 16,1-3-6-16,2-1-11 0,1 2-11 0,2-5 8 15,2-2-8-15,0 2 12 0,0-2 0 0,1-2-5 0,0 1-21 16,0-1 11-16,1 0-15 0,-1 1 6 0,1-1-16 16,0-2-9-16,0 1-56 0,0-2-32 0,0 0 17 0,2 2-163 15,0-2-170-15,5-2-51 0</inkml:trace>
  <inkml:trace contextRef="#ctx0" brushRef="#br1" timeOffset="79591.84">8977 1140 217 0,'-4'0'475'0,"3"-2"-212"0,0-4 318 0,0 1-306 0,0 0-101 0,0 2-40 0,0 0-53 0,1 0-3 0,1 1-23 0,0-1-12 0,2-1 11 0,0 1-23 0,-1 2 4 0,0 0-4 0,-1 1-11 0,-1 0 19 0,0 0 6 0,0 1-5 0,0 0 3 0,0 2-1 0,0 2-5 0,-2 2-9 0,-1 4 10 0,-2 2-15 16,-3 3 8-16,-1 3-4 0,-2 4-7 0,-3 6-20 16,0 1 14-16,-3 1-15 0,-1 2 20 0,-1-5-5 0,0-1-9 0,-4 2-4 15,-2-1 4-15,1 1-4 0,-2 4 7 0,5-1-1 16,2 2 0-16,3 2-9 0,0-4 4 0,1 1-4 0,-1 1 5 16,-5-3 3-16,3 2-2 0,-3-2-8 0,3 1 7 0,2-4-6 15,-1-3 10-15,1-4-4 0,0-1-4 0,2-2-10 0,0-2 8 16,2-2-7-16,2-1 6 0,1-3-1 0,2 1-6 0,0-2-24 0,3-2-1 15,-1 0-7-15,2-2-35 0,2 0-10 0,0-3-17 0,1-2-61 16,0 0-25-16,0-1-9 0,0-4-135 0,1-4-20 0,0-2-34 0</inkml:trace>
  <inkml:trace contextRef="#ctx0" brushRef="#br1" timeOffset="79823.92">8526 1323 1251 0,'-4'-6'207'0,"-2"1"53"0,1 3-2 0,-1-1-65 16,1 1-22-16,0 2-31 0,3 0-40 0,1 0-42 0,1 1 14 16,0 4-30-16,2 1 3 0,0 5-4 0,3 2-13 0,1 3 2 15,3 2 13-15,3 0-16 0,2 4 15 0,2 0-9 16,2 1-10-16,4 3-14 0,1 1 7 0,1-1-10 0,2 0 7 16,-5-3-3-16,-2 0-4 0,2 1-8 0,0-2 4 0,4 0-3 15,1-2 14-15,-4 0-8 0,-2 2-5 0,2 0-28 16,-4 0 11-16,0-3-12 0,1-1 1 0,-3-3-11 0,0 1-11 0,5-1-56 15,-2-2-41-15,2 1 15 0,2-3-319 0,-2-2-60 16,4 2-104-16</inkml:trace>
  <inkml:trace contextRef="#ctx0" brushRef="#br1" timeOffset="89029.52">28336 5810 360 0,'0'-4'66'0,"0"-2"81"0,0 2-46 0,0-1-1 0,0 2-1 0,0-1 29 0,0 2-11 0,0-1-20 0,-1 1-18 0,1-1 7 0,-1 0-10 0,1 2-3 0,0 0-4 0,-1-2-5 0,1 2-23 0,0 0 25 0,0 1-21 0,0-2 33 0,0 2-12 0,0 0-17 0,0 0-26 0,0 0 19 0,0 0-17 0,0 0 21 0,0 0-8 0,0 0-15 0,0 0-11 0,0 0 10 0,0 0-8 0,2 4 11 0,-2-1-1 16,1-1-5-16,0 2-12 0,0 1 11 0,-1-1-11 0,2 1 12 16,-1 3-3-16,1-2-7 0,-1 2 1 0,1 0-1 0,-1 1 1 0,2 0 0 15,0 0 0-15,-1 1-2 0,2 3 0 0,0 0 3 16,2 1-2-16,-2-2 8 0,3 4-1 0,-1-2-1 0,0 3-9 0,1 0 6 16,0 1-5-16,0 3 10 0,-2-2-4 0,1 3-5 0,-1 1-7 15,1 0 6-15,-1-1-5 0,0 2 8 0,1-4-1 0,-2 5-2 16,2-1-5-16,-4 0 3 0,-1 0-4 0,1 0 8 0,0-1-3 15,0-1 0-15,-1 1-13 0,1 1 13 0,-1 0-11 0,-1 2 19 0,1 0-5 16,1 0-9-16,-1 6-3 0,0 3 3 0,1-4-1 0,-1-1 7 16,1-3-2-16,3-1-4 0,-2 2-7 0,2-2 11 0,0-1-6 15,1-2 9-15,0 2 0 0,-1 0-8 0,1 3-3 0,-3 2 4 16,-1 2-2-16,0 0 7 0,-2 0 0 0,-2 4-1 0,0 2-6 0,-1 2 2 16,-2 2-1-16,0-3 7 0,0-4 0 0,0-4-2 0,-2-3-16 15,1 0 14-15,1 2-11 0,0 1 21 0,1-2-2 0,0 3-7 16,-1 3-8-16,0 4 5 0,1-2-4 0,0 1 10 0,2-6 1 15,2-4-4-15,0 0-7 0,0 1 4 0,3-3-3 0,1-3 8 16,0-1-1-16,1-2-4 0,2 3-3 0,-1 0 3 0,3 2-1 0,0-1 8 16,-1 2-2-16,-1-3-1 0,-2 3-17 0,0 1 12 0,-2-1-9 15,0 0 21-15,-2-5-1 0,-1-1-8 0,0 0-15 0,-1-1 13 16,-1 2-10-16,0-3 19 0,0-2-1 0,0-2-7 0,-1 0-1 0,0-2 0 16,0 0 0-16,2-1 1 0,-2-2-1 0,3 0 1 0,0-1-7 15,0-1 6-15,2 1-4 0,0-2 9 0,2 2-1 0,1-3-3 16,0 2-8-16,2-1 7 0,1 2-6 0,0-2 11 0,-1 0 0 15,0 2-5-15,-4-1-4 0,0-2 7 0,2 0-4 0,-1-1 7 0,7-1 0 16,0 1-5-16,4-1-10 0,3-1 10 0,0 1-7 16,1 0 15-16,1-3-2 0,1 0-6 0,1 1-3 0,3-1 2 0,2-1-1 15,4-1 1-15,2 0 1 0,4-2-1 0,4 1-11 0,5-2 12 16,5 0-9-16,-2-3 18 0,1-1-1 0,0 0-7 0,2 1-15 16,3-1 14-16,0 0-10 0,4 1 19 0,5 2-3 0,-2 0-7 0,8-1-5 15,-3-1 5-15,-3 2-3 0,2-1 8 0,-4 1-2 0,4 1-3 16,6 0-9-16,1 1 10 0,-2-1-6 0,-6-3 13 0,-6 3 0 15,0 1-7-15,4 1-4 0,3 1 3 0,2 1-3 0,-3-2 7 16,-9 2-2-16,-3-1-2 0,-1 2-1 0,-1 0-1 0,-1 0 1 0,0 0 2 16,0 0 0-16,1 0-1 0,1 2-6 0,0-1 6 0,-1-1-3 15,1 0 11-15,-2 0-3 0,1 1-6 0,4 1-11 0,4-1 7 16,2-1-8-16,5 0-13 0,-4 0-10 0,-6-1-12 0,0-2-33 16,-5 0-10-16,-4 1-4 0,-2 1-72 0,-5-1-35 0,-1 2-32 15,-1 0-161-15,-7 0-42 0,-4 2-29 0</inkml:trace>
  <inkml:trace contextRef="#ctx0" brushRef="#br1" timeOffset="89855.47">26885 6357 1041 0,'0'0'-10'0,"1"0"19"0,-1 0 4 0,2 0 1 0,0 0 28 0,0 0 15 0,1 0-1 16,1 1 36-16,-1 1-13 0,1 1-11 0,0-1-34 0,2 0 7 0,-2 2-12 0,2-1 7 0,1 1-4 0,-2 1-1 0,3 2 3 0,0-2 4 0,1 1 0 0,1 1 12 0,0-2-11 0,0 3-6 0,1-2-9 0,3 0 5 0,0 1-3 0,1 0 7 0,-1 1-1 0,-5 0-5 0,1-1-22 15,0 2 14-15,1 0-14 0,7 0 24 0,0 2-1 0,2-1-8 0,-1-1-5 16,0 2 15-16,-1 0-14 0,-1 1 2 0,0 0 0 16,0-4-9-16,1-3 2 0,0 0 4 0,1-1-3 0,0 5 4 0,0 0-5 15,1 1-7-15,0 0-7 0,0-1 7 0,0-1-4 0,0-1 11 16,-3-2-6-16,0 1-7 0,-3-3-20 0,0 1 8 0,-3-1-11 15,0 1-7-15,-3-2-3 0,-1 0-9 0,-4-1-31 0,0 0 1 16,0-1-11-16,-2 0-18 0,0 0 0 0,0 0-4 0,0 0-27 0,1 0-24 16,1-1 6-16,-1 0-70 0,1-2 2 0,-4 0-7 0</inkml:trace>
  <inkml:trace contextRef="#ctx0" brushRef="#br1" timeOffset="90195.93">27739 6284 1435 0,'-13'3'-13'0,"8"1"7"16,-1 0 30-16,1 1-5 0,0 0 28 0,2 0 3 0,-1 2 1 0,2 1-11 15,-1-1 9-15,1 3-11 0,-1 1 0 0,1-1-3 0,0 1-6 16,1 5-16-16,-2-1 20 0,2 2-15 0,-2 1 25 0,0 4-5 16,-2 2-13-16,-2 8-21 0,2 1 33 0,-2-1-26 0,0 0 40 15,-1-5-8-15,2 0-17 0,-3 0-26 0,1-2 11 0,-1-4-11 16,1-1 26-16,0-3-2 0,0-2-2 0,1 1-3 0,6-2 0 0,1 2-3 16,0 1-10-16,0 0 3 0,-4-1-1 0,-2 0-8 0,2-2 7 15,-1-1-7-15,1 1 6 0,-1-1-2 0,3-2-4 0,-1 3-9 16,0-2 2-16,1 0-5 0,2 3-12 0,1-4-13 0,0 2-16 0,3-2-36 15,-1 0-21-15,3-4 3 0,1 1-103 0,0 0-40 0,1 2-41 16</inkml:trace>
  <inkml:trace contextRef="#ctx0" brushRef="#br1" timeOffset="91185.47">30670 9250 953 0,'-4'-5'179'0,"4"1"-171"0,0-2 8 0,0 3 4 0,0-1 19 0,0 2 0 0,0 0 57 16,1 1-4-16,-1 0-7 0,0-1-29 0,0 1 17 0,0 1-22 0,0 0-1 0,-1 1-14 0,0 2-18 0,-1 0 1 0,-3 3 14 0,-1-1-5 0,-3 4 27 0,-1 1-10 0,-2 1-7 0,1 3-25 0,0-2 16 0,-1 2-14 0,-2 4 19 0,2-1-5 0,4 1-10 0,-1 1-15 0,-2 2 13 16,-4 0-12-16,-5 2 15 0,0 1-3 0,-1-3-9 0,2-2-12 15,0-1 9-15,0 2-8 0,1 3 14 0,1 1-4 0,2 2-7 0,-3-2-13 16,1 0 17-16,0-2-11 0,1-2 17 0,2 0 1 0,0-2-13 16,0 0-27-16,0 2 22 0,1-1-22 0,-1-1 35 0,3-3-13 15,0-3-9-15,-1-2-33 0,1 1-9 0,1-4 0 0,-1 1-26 16,2-2-9-16,0-2-9 0,3-1-86 0,2-3-27 0,0 0-17 0,3-2-150 15,1 0 220-15,1-5-20 0</inkml:trace>
  <inkml:trace contextRef="#ctx0" brushRef="#br1" timeOffset="91464.1">29938 9337 759 0,'51'22'735'16,"-50"-21"-321"-1,66 26-468-15,-45-17 126 0,3 0-21 0,1 1-13 0,6 1-31 16,1 4 12-16,-3 0-11 0,0 4 20 0,3-5-6 0,-1-2-6 0,4 3-9 16,4 0 4-16,0 3-3 0,4 0 4 0,-3-2-6 0,-5-3-6 15,3 1-7-15,-7-2 11 0,1 0-6 0,-1-2 13 0,-5 0 0 16,-2-2-9-16,0 0-5 0,-3 1 2 0,-2-3-3 0,-3 1 4 15,-2-1-9-15,-3-4-4 0,-1 3-39 0,-2-3 2 0,0-1-11 16,-1 0-31-16,0-1-7 0,-1-1-16 0,2-1-79 0,1-3-19 0,1-2-19 16,1 0 62-16</inkml:trace>
  <inkml:trace contextRef="#ctx0" brushRef="#br1" timeOffset="92278.03">29281 8059 976 0,'-3'-4'-28'0,"1"2"42"0,1-1 3 0,0 1-8 0,0 0 39 0,1 2 17 0,-1 0-1 0,1 0 34 0,0 0-21 0,0 0-20 0,0 0-45 0,0 0 16 0,0 2-20 0,1 0 21 0,-1 2-1 0,1-1-4 0,1 3 7 0,0 0 5 0,1 1-1 0,-1 1 4 0,0 1 0 15,0 1-4-15,1 0-15 0,0-1 17 0,-1 0-16 0,2-1 18 0,-2-1-14 0,1 1-11 0,1-2 9 0,-1 2-3 0,1-2 7 0,1 3-11 16,-1-1-1-16,1 0-7 0,-1 2-12 0,0 0 11 0,0 1-10 0,0-3 16 0,0 1-4 16,-1 0-6-16,2-1-3 0,-1 0 0 0,0 1 1 0,-1 1 7 15,1 0-3-15,-1-1-2 0,1 0-14 0,1-2 10 0,-2-1-10 0,2 0-8 0,-3-1-8 16,1 1-18-16,1-1-69 0,-1 0-22 0,2 0-15 16,-1-1-150-16,-1 0-28 0,3-1-40 0</inkml:trace>
  <inkml:trace contextRef="#ctx0" brushRef="#br1" timeOffset="93225.57">29422 8671 510 0,'-7'-11'85'0,"-1"0"83"15,2 1-135-15,-2 0 87 0,-1 1-47 0,1 3-42 0,-1-1 11 0,0 5-2 0,0-2 13 0,-1 1-1 0,0 3-6 0,1 2-11 0,-1 0-7 0,2 1 5 0,0 2-7 0,0-1-1 0,0 1-4 0,0-1-4 0,1 3-1 16,0 1 1-16,0 1 0 0,0 1 2 0,2-1 3 0,-1 1-1 0,2 1-7 0,-1-2 15 0,3 2-15 0,0-1 6 0,1 1-3 0,1-3-4 0,1 4 6 0,2-2 5 0,3 0 2 0,-1 3 23 16,4-2-5-16,1 0-7 0,4-1-10 0,-1-1 10 0,4-1-10 0,2-2 6 0,0 1 4 0,4-2-4 15,0 0-18-15,3-1 10 0,1-2-13 16,2 0 2-16,1-1 0 0,-1-1-8 0,-6 0-6 0,-1-1 8 0,-1-2-9 0,0-1 7 16,5 0 0-16,-3-1-1 0,-3 1-13 0,-3-2 8 0,-5 0-6 15,-1-1 17-15,-3 0-5 0,-2-2-6 0,-2-2-6 16,-1 2 6-16,-3 0-3 0,-2-2 9 0,-2 1-6 0,-2-2-7 0,-4-1-12 15,-3 2 0-15,-1-2-3 0,-4-1-14 0,-1 1 5 0,-1-1-5 16,-1 0-11-16,-1 2-16 0,3 1-1 0,0 3-62 0,7 1 5 16,2 0 4-16,-2 0-77 0,6-1-36 0,-4-1-5 0,3 1 65 0</inkml:trace>
  <inkml:trace contextRef="#ctx0" brushRef="#br1" timeOffset="93891.15">31211 7973 1008 0,'-2'-2'35'0,"-1"-2"-15"0,2 2 24 0,-1 0-18 0,1 2 77 0,0-1-13 0,1 1-9 0,-1 0-29 0,0 0 9 0,1 0-17 0,0 0-14 0,0 0-10 0,0 0-13 0,-3 3 0 0,2-3 4 0,1 2 2 0,-1 2 15 0,1-2-3 0,0 5-4 0,0-1 1 0,0 3 5 0,0 1-2 16,-1 1 8-16,1-1-7 0,0 1-5 0,0-2-9 0,0 0 10 0,0 0-4 0,1 2 15 0,-1 3-8 0,1 0-11 0,-1 2-14 0,0-3 10 0,0 0-10 0,0-1 6 0,0-3-3 0,1-1-3 0,0 3-11 0,2-2 11 16,-2 0-7-16,-1 1 17 0,1-1 1 0,0 0-7 0,0-2-23 15,1 2 5-15,1-2-12 0,-1 1-3 0,0-1-11 0,2 1-7 16,-1 0-44-16,0-1-33 0,2 1 5 0,-1-2-129 0,2 1-13 16,-1 0-26-16</inkml:trace>
  <inkml:trace contextRef="#ctx0" brushRef="#br1" timeOffset="94356.8">31323 8687 1039 0,'-3'0'-29'0,"1"0"47"0,0 0 22 0,0 0-3 0,0 3 42 0,1 1 5 0,0-1-8 0,0 2 6 0,1-3-12 0,-2 5-5 0,2-1-46 16,2 1 20-16,-1 0-22 0,0 2 22 0,2-1-8 0,-1 1-15 0,2 0-12 0,-1 1 13 0,1 2-9 0,0 2 7 0,1 0-5 0,-1-1-11 0,2-1 0 0,-2 0 3 0,2 0-2 0,-1-1-9 0,1 1-15 0,-1-2-13 0,-1 3-41 0,2-1-106 0,-1 0 59 15,1 1-73-15,-1-2 15 0,1-2 92 0</inkml:trace>
  <inkml:trace contextRef="#ctx0" brushRef="#br1" timeOffset="95405.52">29195 6460 256 0,'-13'0'26'0,"8"-1"366"0,2-2-177 0,0 3 3 0,0-1-175 0,1 0 21 0,2 1-5 0,0 0 41 0,0 0-14 0,0 0-14 0,1-1-72 0,0-1 18 0,2 2-28 0,0 0 22 0,1-1-5 0,1 1-7 16,1 0-16-16,0-1-9 0,0 1-2 0,-1 0-48 0,1 0-30 0,-1 1-24 0,-1-1-61 0,2 0-31 0,-2 0 9 0,2 0 72 0</inkml:trace>
  <inkml:trace contextRef="#ctx0" brushRef="#br1" timeOffset="95607.23">29203 6874 1081 0,'-9'9'175'0,"8"-4"-173"0,0-1-15 0,1 0 43 15,1-2 2-15,1 2 5 0,2-2 12 0,-1 2 3 0,0 0 3 16,0-1-34-16,0-1 21 0,0 1-27 0,1-3 9 0,-1 1-7 15,2 0-12-15,-1 1-38 0,1 0-6 0,-2 1-8 0,0-1-23 16,-2 0-8-16,2 0-5 0,-1 2-81 0,0-1 0 0,-1 0-24 0,2 1-71 16,-2-2 152-16,1 4-18 0</inkml:trace>
  <inkml:trace contextRef="#ctx0" brushRef="#br1" timeOffset="95764.58">29244 7255 1305 0,'-8'17'-18'0,"5"-7"34"0,2-3 13 0,1-1-1 0,0-1 1 16,0 1 31-16,1 0-32 0,1-1 15 0,0 0 3 0,1-1-16 16,1 0-9-16,1-2 4 0,1 1-11 0,-1-3-16 0,2 0-1 15,-1 0-9-15,0 1-22 0,0 0 1 0,0-1-11 0,-2 0-42 16,1 1-28-16,-1-1-22 0,2 0-80 0,-1-1-74 0,2 0 6 0</inkml:trace>
  <inkml:trace contextRef="#ctx0" brushRef="#br1" timeOffset="95940.15">29333 7297 1319 0,'-7'-1'74'0,"1"-3"178"0,0 2-263 15,2 1 3-15,2-1 6 0,0 1-9 0,1 0 11 0,1-1-8 16,0 1-7-16,1-1-32 0,1 0-32 0,1-3-140 0,-1 3 26 0,3-4-46 15,-1 1-8-15,0 3 147 0,2 1-24 0</inkml:trace>
  <inkml:trace contextRef="#ctx0" brushRef="#br1" timeOffset="96167.3">29349 6780 1738 0,'-21'-9'10'0,"8"3"-56"16,2 1-23-16,1 2-9 0,1 1-82 0,2 0 0 0,2 0-4 0,1-1-30 15,1-1-28-15,1 1-28 0</inkml:trace>
  <inkml:trace contextRef="#ctx0" brushRef="#br1" timeOffset="96314.18">29292 6569 1467 0,'-10'0'-2'0,"1"3"-53"0,-2 0-34 16,0 5 15-16,4-4 20 0,0 1 16 0,2-2 22 0,2 0-2 0,0 1-18 15,1-1-69-15,2-1-68 0</inkml:trace>
  <inkml:trace contextRef="#ctx0" brushRef="#br1" timeOffset="96528.23">29277 7443 1591 0,'-2'15'7'0,"0"-3"-32"0,1-1 1 15,-1 0 13-15,2 3-51 0,-1-4-3 0,1 3-25 0,0-3-114 16,0 1 35-16,1-4-46 0,-1-4 43 0,2-3 102 0,1 3-10 16</inkml:trace>
  <inkml:trace contextRef="#ctx0" brushRef="#br1" timeOffset="96680.56">29168 7477 1078 0,'-36'13'-656'0,"23"-13"946"0,5 0-266 0,5-2-317 0</inkml:trace>
  <inkml:trace contextRef="#ctx0" brushRef="#br1" timeOffset="97472.91">31066 5756 614 0,'-9'0'-198'0,"6"0"351"0,-1 0-26 0,0-1-69 0,0 1 21 0,1 0 23 0,-1 1-22 0,0-1 18 0,4 1-16 0,2-1-17 0,2 2-46 0,-2-1 0 0,-3 0-11 0,-1 0 0 0,1-1-3 0,-1 3-4 0,2 1-10 0,0-2-5 0,-1 2-5 0,1 0-41 0,0 0-14 0,0 1-13 0,1 0-66 0,1 2-27 0,0-2-1 0,0 2 54 0</inkml:trace>
  <inkml:trace contextRef="#ctx0" brushRef="#br1" timeOffset="97661.93">31025 6369 1295 0,'12'12'-323'0,"-9"-8"503"0,-2-3-62 0,-1-1-124 16,1 3 0-16,2-1 6 0,-2-1-1 0,2 2 12 0,-5-1 0 15,-1 0-8-15,-1-1-2 0,1 0 1 0,4 1-6 16,0-2-35-16,0 1-10 0,1 0-11 0,0 2-38 0,0-1-3 0,0 1-4 16,-2 1-10-16,2 0-5 0,-2-1-7 0,0 2-16 0,0 1 76 15</inkml:trace>
  <inkml:trace contextRef="#ctx0" brushRef="#br1" timeOffset="97812.81">31076 6668 1081 0,'-1'12'175'0,"2"-1"-171"0,-1-2-15 16,1 1 72-16,-1-1 18 0,1 0 0 0,2 0 1 0,-1-2 3 0,0 2-19 16,2-1-15-16,-1-2 22 0,-1 1-25 0,2-3-3 0,-1 2-12 15,1-2-18-15,0 1-17 0,0-2 4 0,1 2-5 0,-1-3-21 0,1 1-14 16,1-2-21-16,2 2-73 0,-1-2-16 0,2 0-16 15,1 1-102-15,1-2-26 0,3 0-21 0</inkml:trace>
  <inkml:trace contextRef="#ctx0" brushRef="#br1" timeOffset="97976">31167 6988 1692 0,'-16'9'-27'0,"4"-7"38"0,2 2-7 15,-1 0-6-15,2 0 2 0,2 0-1 0,1-3 3 0,3 1-1 0,1-2-22 16,0 0-14-16,0 0-126 0,2 0-25 0,2-1-16 0,1 0-94 16,4 0 166-16,4 1 0 0</inkml:trace>
  <inkml:trace contextRef="#ctx0" brushRef="#br1" timeOffset="98130.52">31021 6995 987 0,'-4'2'205'0,"0"-4"162"0,1 1-455 0,1-1-5 0,1 2 10 15,-1-2 2-15,4 0 44 0,0-1 13 0,3-2-3 0,2-1-94 16,1-1-85-16,-1 0-88 0</inkml:trace>
  <inkml:trace contextRef="#ctx0" brushRef="#br1" timeOffset="98362.59">30946 5832 1138 0,'4'-12'188'0,"-4"4"-194"0,0-2-14 0,0 2 6 15,2 3 8-15,-2 2-1 0,1-1-10 0,0 2-18 0,0-1-19 0,0-1-64 16,1 1-19-16,1-3-5 0,0 1-51 0,1-2 106 0,0 0 4 16</inkml:trace>
  <inkml:trace contextRef="#ctx0" brushRef="#br1" timeOffset="98592">31062 5810 755 0,'-15'10'222'0,"12"-2"-597"0,-1 1 212 0,1 4 11 15</inkml:trace>
  <inkml:trace contextRef="#ctx0" brushRef="#br1" timeOffset="98657.18">31050 6592 1778 0,'-13'13'-11'0,"-4"-3"-2"16,2 3 27-16,2-2-6 0,-3 0-10 0,6-2-6 0,3 0-4 16,4-6-24-16,2 1-28 0,0-2 2 0,1-2-119 0,3 0-9 15,2 1-20-15,2-1-37 0,4 0 132 0</inkml:trace>
  <inkml:trace contextRef="#ctx0" brushRef="#br1" timeOffset="104772.88">29293 6883 256 0,'-1'-2'-7'0,"0"2"-72"16,0-1 54-16,-1 1 13 0,1-1 42 0,0 1 29 0,1 0-21 0,0 0 47 0,0-1-10 0,-4-2-8 0,3 2-9 0,-1-1-1 0,1 1 1 0,-1 0 3 0,1 0-6 0,-1 1-4 0,-1 0-8 0,1 0 9 0,0 0-9 0,0 0 2 0,-2 0 2 0,2 0-4 0,0 0-16 0,0 0 14 0,-1 0-14 0,1 0 12 0,0 0-3 0,0 0-10 0,1 1-13 0,-2 0 15 0,1 0-14 0,0 1 10 0,0-2-6 0,0 1-8 15,-1 0 3-15,1 1-1 0,0-1 2 0,-1 1 2 16,1 0 0-16,0 0-3 0,0 0-10 0,-1 0 10 0,1 3-11 0,-1-1 10 15,0 1 5-15,0 2 0 0,-1-1-17 0,0 0 18 0,0 2-17 16,0 0 26-16,2-3-5 0,0 3-11 0,1-3-12 0,-1-1 9 16,2 2-8-16,0-1 10 0,0 0-9 0,1-1-8 0,1 1 3 15,0-2 3-15,2 1 2 0,-1-1 4 0,0-1 2 0,1-2-6 0,-1 1-11 16,0-1 20-16,0 1-17 0,-1-1 28 0,0-1-3 0,0 0-9 16,1 1 7-16,-1-3 0 0,0-1 3 0,0 0 1 0,2 2 0 15,-2-3-4-15,0 0-18 0,0-1 18 0,1 1-17 0,-1 2 20 16,-1-1 0-16,1-1-9 0,1 1-12 0,-1-1 2 0,-1-1-5 0,1 3 13 15,0-2-3-15,0-1 0 0,-1 1-3 0,1 0-1 0,-2-1 3 16,1 2 4-16,-1-1-2 0,0 2-1 0,0-1-7 0,0 1 6 16,-1 0-4-16,0-1 11 0,-1 2 3 0,-1-1-4 0,0 0-16 15,0 1 21-15,-2 1-20 0,-1 1 20 0,1-2-5 0,-1 1-8 0,-1 1-2 16,0 0 1-16,-1 0 0 0,0 1-1 0,-1 1 2 0,2 0-3 16,0 1-8-16,0 1 12 0,-1-3-9 0,1 1 11 0,-1 2 1 15,0-2-3-15,3 0-9 0,-2 1 7 0,2-1-6 0,1 0 9 16,2 0 1-16,-1 1-4 0,2-2-12 0,1 1 11 0,0 1-11 15,0 1 17-15,1 0 2 0,3 0-5 0,0-1-9 0,1 3 6 0,2-3-5 16,0-1 14-16,1 0 0 0,2 1-4 0,-1-2-8 0,1 0 10 16,1 1-7-16,0-2 23 0,0 0-7 0,0 0-7 0,0-2-5 15,1 0 4-15,-1-1-2 0,-1-1 6 0,-1 1-2 0,1-3-6 0,-2 1-6 16,1-1 7-16,-2-1-5 0,1 0 12 0,-2 2-4 16,0-2-5-16,1 0-9 0,-2 1 13 0,-1 1-9 0,-1-1 12 0,-1 2 2 15,0-1-9-15,0 1-4 0,-2-1 7 0,0 1-7 0,-2 0 9 16,1 2-2-16,-1-1-2 0,0 1-2 0,-2-1 1 0,1 1 0 15,-1 2 3-15,-2-2-2 0,2 1 0 0,-3 0-6 0,1 1 3 16,1-2-2-16,-1 2 3 0,-1 2-1 0,-1 0-2 0,0 1-4 16,0-1 2-16,0 3 0 0,0-2 10 0,0 2-5 0,1-1 0 0,2 1-13 15,0-1 10-15,2 0-7 0,0-2 20 0,1 1-4 0,2-1-8 16,-1 1-5-16,1-2 4 0,0 1-2 0,1-1 9 0,0 0-1 16,0-1-3-16,2 1-6 0,-1 1 5 0,0-1-2 0,0-1 11 0,1 0-7 15,1 1-4-15,0-1 4 0,-1 0-3 0,0 0 6 16,1 0-3-16,-1 0-1 0,0 0-2 0,1 0-7 0,-1 0 13 0,-1 0-9 15,1 0 11-15,-1 2 0 0,-1-2-8 0,0 0-12 0,0 0 11 16,0 1-10-16,0 0 29 0,1-1-10 0,-1 0-5 0,1 1-10 0,0-1 2 16,0 0 0-16,1 0 15 0,-1 0-6 0,0 0-4 0,-1-1-9 15,2 1 12-15,-3 0-7 0,1-1 13 0,0 1-1 0,-1 0-9 16,0 0-7-16,1-1 9 0,-1 1-5 0,0 0 12 0,0 0 2 16,0 0-4-16,0 0-13 0,0-4 11 0,0 2-10 0,-1 0 13 15,1 1 0-15,0-1-7 0,-1 1-8 0,1-2 11 0,-1 1-9 16,-1 1 12-16,1-1 1 0,0 0-4 0,-1 1-5 0,0-1 2 0,-1 1-3 15,1 0 7-15,-1 1 0 0,-2 0-3 0,1 1-2 0,-1 0 1 16,0 1-1-16,-1 0 1 0,1 1-2 0,-1-1-2 0,1 2-1 16,0-1 3-16,-1 2 1 0,2-1 8 0,-1-2-4 0,1 2-4 0,-1-1-7 15,1 0 8-15,0 3-6 0,1-3 6 0,0 1-8 0,0 0-9 16,1 1-43-16,2-1-10 0,-1 0-9 0,1 0-89 0,1 0-36 16,1-2-42-16,3 1-143 0,4-2 220 0</inkml:trace>
  <inkml:trace contextRef="#ctx0" brushRef="#br1" timeOffset="113893.18">28775 7259 256 0,'-12'-8'9'0,"5"7"134"0,2-1-52 0,-1-1 8 16,-1 3-43-16,2 0 26 0,-1-1-11 0,0 1 25 0,2-2-12 15,-2 2-19-15,2 0-24 0,-1 0 13 0,1 0-14 0,-1 0 14 16,2-1-13-16,1 1-12 0,1 0-16 0,-2-1 8 0,2 1-8 0,0 0 7 16,0 0-4-16,0 0-2 0,1 0 15 0,-1-1-10 0,0-1 11 15,1 2-10-15,0 0 2 0,0 0-1 0,0 0-24 0,0 0 24 16,0 0-23-16,0 0 25 0,0-4-9 0,2 4-13 0,1-1 4 16,1-1 2-16,1-1 1 0,1 1 1 0,-2 0 3 0,2 0-3 0,-2-1 8 15,1 1 1-15,0-1-2 0,0-1 1 0,-1 2-1 0,0-2 1 16,0 0-3-16,0 1 2 0,0-2-1 0,1 1 7 0,-1 2-3 15,1-2-6-15,0 1-4 0,1 1 9 0,0-1-7 0,0-1 5 16,1 3 0-16,0-1-2 0,1 0-13 0,-1 0 10 0,2 1-10 16,-1-1 12-16,0 1-2 0,0-2-5 0,1 2-15 0,0 0 15 15,1 0-13-15,0-1 18 0,-1 1 2 0,1-2-7 0,0 2-16 16,-1 0 10-16,0 0-11 0,0-2 22 0,0 0-3 0,0 0-4 16,-1 0-9-16,-1-1 8 0,1 0-6 0,-1-1 10 0,-1 1 0 0,2-2-5 15,0 2-3-15,-1-2 3 0,-1 3-1 0,0-3 18 0,-1 3-7 16,-1-2-4-16,1 0-8 0,-1 0 6 0,-4 2-6 0,0 2 9 0,1 0-5 15,1-1-5-15,6 0-6 0,1-2 7 0,1-1-1 0,2 0 10 16,0-2 0-16,3 2-8 0,0-2-12 0,0-1 15 0,1 2-13 16,-1-2 21-16,-1 1-4 0,-1 2-9 0,1-4-2 0,-3 3 4 15,1 0-1-15,0-1 8 0,-1 1-3 0,-1 2-5 0,-1 0-3 0,0 0 8 16,-1 2-5-16,0-2 13 0,-1 1 1 0,1-1-5 0,0 1-12 16,1-1 12-16,0 0-11 0,-1 1 18 0,0-2-1 15,1 1-9-15,0 1-8 0,1-3 9 0,0 1-9 0,0 0 11 0,0 0-1 16,1 0-6-16,2 0-11 0,-1 0 14 0,2 0-11 0,0-2 21 15,2 3-6-15,0-2-6 0,0 1-9 0,-5-2 6 0,0 1-3 16,0 2 12-16,1-2-5 0,9 2-6 0,2-2-6 0,2 0 6 0,-2 1-2 16,2-2 15-16,-3 0-2 0,-1 1-3 0,1-1-18 0,1 0 14 15,-1 0-11-15,2 1 21 0,-3-2-2 0,-1 1-7 0,2 0-10 16,0 1 11-16,1-2-9 0,1 0 13 0,1-1 1 0,-1 1-3 0,1-3 1 16,-4 0 2-16,-2-2-1 0,3 1 5 0,1 0-3 15,4-1-2-15,1 0-12 0,-1-1 15 0,-2 4-11 0,4-1 18 0,-1 1-1 16,1-1-11-16,3-3-10 0,2 0 9 0,2 1-9 0,3 2 10 0,2 3 0 15,-6-1-4-15,3 0-4 0,-2-3 4 0,0 2-3 0,4-3 6 16,-4 3-1-16,-1 0-4 0,0-1-9 0,-3 0 12 0,-2-2-9 16,-1 1 17-16,-5 0 0 0,0 0-8 0,4 1-9 0,-2 0 12 15,0 0-9-15,-2-1 17 0,-8 2-1 0,0 1-7 0,1 0-1 16,1-1 4-16,4 1-4 0,-1-1 5 0,1 1-4 0,-6-2 0 0,5 1-16 16,-3 0 9-16,0-2-8 0,0 4 17 0,-2-3-1 0,0 1-6 15,1-1-1-15,0 0-1 0,-1 0 0 0,0 2 3 0,0 0-1 16,0 2 0-16,0 0-1 0,-1 2-2 0,1 0 2 0,-1 3 0 15,-2 0 0-15,-1-2 0 0,2 1-8 0,-2-3 9 0,1 3-6 16,-2-1 15-16,-2 1-2 0,1 0-6 0,-1-1-12 0,1 0 13 16,-2 3-10-16,0-1 16 0,-2-1-4 0,1 2-8 0,-1-1-6 0,-2 2 7 15,1 0-6-15,-4 0-13 0,0 3-10 0,-1 1-16 0,-3 0-16 16,0 5 7-16,-3-2-7 0,-1 2-8 0,-1-2-19 0,0-1-21 0,-1 2-105 16,1-1-43-16,4 2-10 0,2-1 58 0</inkml:trace>
  <inkml:trace contextRef="#ctx0" brushRef="#br1" timeOffset="125224.99">10805 10663 528 0,'-10'-7'143'0,"1"1"204"0,1 3-257 0,5 1-56 0,3 1-4 0,2 0 1 0,5-1-4 0,2 0-15 0,3-2-10 16,4 0 15-16,0-1-11 0,4 0 23 0,-1-1-2 0,-1 0-9 0,1 1-22 0,-1-1 22 0,0 1-21 0,1-2 25 0,-2 2-3 0,1 0-9 0,-2 1 0 0,2 1 9 0,1 0-4 0,2 2 16 0,-1-2 2 0,3 2-7 0,2 0-8 0,0 1 12 0,-4 0-13 0,2 0 6 0,-1 1-3 0,4-1-5 0,5 1-7 0,1 2 8 0,-3-2-6 15,1 0 5-15,-3 1 2 0,1-1-6 0,4 0-14 0,0 0 19 0,4 1-17 0,4-2 21 0,2 0-4 0,3-2-8 0,1-1-6 0,0 0 15 0,-1-2-9 16,0 0 14-16,0 0-3 0,-2-3-13 0,3 3-9 0,2-2 15 0,5 2-13 15,3 0 19-15,-4-1-3 0,3 3-9 0,-1-2 8 0,-3 3 3 16,3 0 1-16,-2 1-7 0,-2 1 4 0,5 0-9 0,5 1-6 0,-2 1 19 16,1-1-17-16,-4 1 20 0,-6 2-6 0,3-3-11 0,-2 5 3 15,3-3-2-15,2 5 3 0,2-1-2 0,-3-2 0 0,3 2 0 0,2-3-9 16,-2 0 7-16,3-1-7 0,-2 2 7 0,0-1-2 16,8-1-3-16,7 2-3 0,1-2 5 0,-2 0-2 0,-3-2 6 0,-4 0-2 15,6 0-7-15,8-1-4 0,1 0 13 0,4 0-9 16,-5 0 11-16,-5-2-5 0,2 2-7 0,5 0-5 0,2 0 12 0,2 0-6 15,-3 0 11-15,-6 1 3 0,0 0-10 0,3 1-13 0,5 2 18 16,1-2-15-16,-3-1 21 0,-7 2-4 0,77 3-12 16,-155-6 9-16,169 8-8 0,-84-5 6 0,-7-2 1 0,-2 3-1 0,5 0-15 15,4-2 16-15,2 2-14 0,2-1 21 0,-7-3-1 0,-1 0-6 16,8 1-3-16,2 0 0 0,2 2 0 0,1-3 5 0,-7 0-2 16,-3 1-1-16,8 0-7 0,4 0 11 0,0-1-7 0,0 2 16 15,-10-1-5-15,0 0-10 0,8 2-2 0,1-1 8 0,2 1-5 16,-7 0 7-16,-6 0 0 0,2 0-6 0,7 2-2 0,2-2 4 15,0 0-5-15,-3 0 1 0,-7 0 0 0,99 0-7 0,-184-1 24 16,195 0-36-16,-101 0 27 0,1-2-2 0,2 2-7 0,7-1-4 16,-4 1 5-16,-3-2-1 0,0 1 3 0,-2 0 5 0,5 1-2 15,0-2-11-15,-5 0 5 0,-1 0-7 0,2 0 13 0,-2 0 0 0,3 0 1 16,83 0 7-16,-176 0 0 0,174-2-15 0,-87 1 11 16,0-2 1-16,-3 1-5 0,-1 1 4 0,4-1-4 0,3 0 12 15,-2 0-3-15,0 0 1 0,-2 1-17 0,-2-2 7 0,4 2-7 16,4-1 10-16,-1 0-2 0,-3 1-5 0,-1-1-9 0,2 2 9 0,5 0-6 15,-1 0 14-15,-5-1-2 0,-9 0-9 0,2 0-7 0,2-1 12 16,0 1-9-16,4-2 12 0,-6 2 0 0,-9-3-7 0,4 2-10 16,-2 0 13-16,3 0-11 0,1-1 21 0,-2-1-3 0,-9 1-9 0,1-2-11 15,-2 1 15-15,1 0-11 0,5 0 21 0,-2-1 0 0,1 1-7 16,-1-4-8-16,-5 3 12 0,-1 0-11 0,3-1 15 0,-1 2-5 16,4-1-8-16,3 0-6 0,-3 0 5 0,-5-2-3 0,-2 5 10 15,-5-2-3-15,4 1-6 0,7 1-15 0,-5-2 13 0,0 0-10 16,-9 1 25-16,-7 1-4 0,-3 1-6 0,-3 1-8 0,-1 0 3 15,-3 2-5-15,1 1-14 0,-2 2-5 0,-2 0-10 0,-5 1-25 16,-1 2-12-16,-2 1 0 0,-2 1-44 0,1 2-15 0,-4 0-10 0,-4 4-103 16,-3 0-48-16,-3 2-3 0,-1 4 74 0</inkml:trace>
  <inkml:trace contextRef="#ctx0" brushRef="#br1" timeOffset="131293.32">25102 11967 730 0,'-9'-9'177'0,"5"1"-76"0,-1 1-74 0,3 4 1 0,0 0-4 15,-3 1 8-15,2-1 7 0,-1 0 17 0,3 2 9 0,0-1-7 0,1 2-9 0,0 0-11 0,0 1-9 0,-1 0-17 0,1-1 2 0,-1 0-2 0,0-1 5 0,1 1-3 0,0 0-6 0,0 0-13 0,0 0 18 0,0 1-14 0,0-1 23 16,0 0-3-16,-5 1-11 0,4 1-9 0,-1 4 17 0,0 0-12 0,-1 2 29 0,1 2-2 0,-1-1-10 0,1 4-14 0,1 0 10 0,-1 0-13 0,2 1 11 0,0 0-1 0,4 0 1 0,0 1 5 15,1 1 2-15,4-2 0 0,0 2-1 0,1 0 4 0,2 2-3 0,-5 4-22 0,1 3 20 16,2-1-21-16,1 1 29 0,7-3-11 0,2 1-9 0,-2 3-8 16,0 1 3-16,-1 2 0 0,-2-3 7 0,-2-6 1 0,1-2-8 0,-3 1-15 15,-1 3 15-15,0 1-15 0,1-2 23 0,0-5-6 16,0-1-4-16,-1-3-14 0,-2 0 4 0,-2 2-8 0,0-2-27 0,-2 1-4 16,1 0-18-16,-1 1-71 0,0-2 40 0,-2 0-45 0,1 0 23 15,0-4-24-15,-1-1-33 0,0 1-25 0,-2-6-25 0,1 2 8 0</inkml:trace>
  <inkml:trace contextRef="#ctx0" brushRef="#br1" timeOffset="131574.31">25291 12313 756 0,'9'-19'103'0,"0"1"357"16,0 0-443-16,-1 7-5 0,1-1-5 0,2 1-7 0,0 1 16 16,-1-1-10-16,1 2 45 0,1-1-2 0,0 0 3 0,1 0-36 15,2 1 10-15,0 0-14 0,0 1 7 0,1 2-2 0,-2 2-12 0,1-3-9 16,3 5 6-16,1-3-6 0,2 2 7 0,-1-1-4 0,-7 2-2 16,2-2 8-16,2 0-7 0,3 0 10 15,7-1-2-15,-1 0-4 0,-3 0 0 0,-1 0-7 0,-1-2 0 0,-3 2-5 16,-2 0-31-16,-4 0-26 0,-2 2-23 0,-1 0-112 0,-1 1-13 0,-4 1-13 0,-1 0-22 15,0 1 137-15,-3 0 8 0</inkml:trace>
  <inkml:trace contextRef="#ctx0" brushRef="#br1" timeOffset="131836.98">25875 11634 1275 0,'-12'2'76'0,"0"1"-20"0,2 4 5 0,2 0-19 16,3 3-28-16,2 0-5 0,2 4 8 0,1 2-2 0,1 2 28 16,4 0-1-16,2 2-6 0,0 2-13 0,2 0 10 0,0 5-13 15,-1 1-1-15,-1 4-8 0,1-4-11 0,1 3 4 0,0-2-1 16,1 1 3-16,0 2 2 0,0-2 1 0,1-2 0 0,2 1-4 16,0-1 14-16,-2-1-11 0,2 0 6 0,-4-2 2 0,-1-1-9 0,2 3-22 15,-2-2 7-15,-1-4-14 0,1 4-5 0,-1-4-10 0,-1 0-17 16,-2-1-110-16,-2 1 30 0,1-2-37 0,0-2 106 0,0-3-11 15,1-4 12-15,0-3-18 0,1-1-6 0,-2-2 10 0,-1 0 11 16,1-2 0-16,-2-1 0 0,-4 1-33 0,-1-1 2 0,2-1-12 0,2 0 45 16</inkml:trace>
  <inkml:trace contextRef="#ctx0" brushRef="#br1" timeOffset="132289.57">26380 11614 532 0,'100'233'1121'16,"-92"-218"-1096"-16,46 102-16 16,-41-81-6-16,-3-10 0 0,-3-1 4 0,0 0-3 0,-2-4 3 0,-1-3-4 15,0-1-1-15,-5-3-7 0,-1 0-5 0,-1 0-52 0,-1 0-11 16,5 2 1-16,-1-3 34 0,1-4 11 0,4-2 27 0,-2-2-24 16,1 0-9-16,0 1-4 0,0-3-36 0,-1 1 3 0,0 0 2 15,1-3-8-15,-1 1-8 0,-1-2 3 0,-1 0-49 0,0 0-11 0,2 0-21 16</inkml:trace>
  <inkml:trace contextRef="#ctx0" brushRef="#br1" timeOffset="132687.41">26401 11718 1165 0,'-3'-22'-132'0,"0"12"223"0,-1 1-28 0,1 2-46 0,2 1-20 15,1 1 5-15,2 0-5 0,3 0 22 0,-1 1 6 0,2-1-2 16,1 1 2-16,2-1 24 0,2 1-19 0,1 0 10 0,1 2-8 16,3 2-16-16,2 0 6 0,5 1 7 0,0 2-1 15,4-1 7-15,-6 1-4 0,3 1-9 0,5 0-14 0,0 1 19 16,6 0-17-16,-4 2 10 0,-7 2-9 0,0 0-16 0,-2 2-2 16,2-2 9-16,-1 1-3 0,-1 3 8 0,-5-1 0 0,-4 4-7 15,-2-1-3-15,-1-1 19 0,-1-2-12 0,-1 2 38 0,-3 0-1 0,-2 4-1 16,-3 5-26-16,-2 4 12 0,-5 0-12 0,0 1 47 0,0-3-4 0,-1 0 5 15,0 2-36-15,0 0 9 0,-1-2-15 0,-2-1-4 0,-2 2-6 16,0 0-10-16,-1-1 5 0,3-4-3 0,1-2 7 0,1-2-4 16,2-1-2-16,0-2 0 0,-1 2-11 0,1-2 10 0,-2-1-8 0,0-2 15 15,1 1 1-15,-1-1-8 0,-2-1-20 0,0-2 17 0,-3 0-18 16,0-2 16-16,-1 1-4 0,-3-1-13 0,1-1-13 0,0-1 6 16,0-2-9-16,3 0 1 0,0-1-4 0,8-1-5 0,0-1-12 15,-1-1-3-15,3 0-1 0,-5-2-38 0,2 1-9 0,2-3-18 0,0 1-51 16,3-1-15-16,2 0-7 0,2-1-56 0,6-2 139 15,0-5 4-15</inkml:trace>
  <inkml:trace contextRef="#ctx0" brushRef="#br1" timeOffset="133125.32">27309 11437 994 0,'23'-13'-513'0,"-11"4"870"0,-6 4-110 16,0 0-183-16,-1 1-40 0,1 2-3 0,-1 2-6 0,0 0 7 0,0 2 6 0,-2 0 2 0,2 2-5 0,-2 0 14 0,0 2-15 0,1 1 10 0,-1 2-5 0,0-2-6 0,1 4-14 0,-1 1-2 0,-1 4 0 16,1 3 3-16,-1 1 3 0,0 2-1 0,0 1 14 0,1 0 11 0,0 2-6 0,-1-1 3 0,-1 2-6 15,0 2-11-15,1 1 7 0,-1 1 14 0,0-3-6 0,1 1 4 0,-2 0-7 0,-1 4-18 0,-2 0-21 0,-1-1 27 0,3-5-23 0,0-2 39 0,1-7 0 0,2 3-7 0,2-2-14 0,-1-2 12 0,0-2-13 0,2 2 14 0,2-5 12 0,0-2-4 0,5-1 11 16,1-1 7-16,2-3-12 0,2 1-18 0,1-1-5 0,2-1-5 0,0-1 0 0,-3-2 10 0,2 2-5 0,1-2 8 0,1 1-8 0,6 0-11 0,1 1-5 0,-2-2 3 0,1-3-3 0,0 0 6 0,-3 1-3 0,0-1-3 15,1 1-26-15,-1-1 3 0,-1 1-8 0,2-2-2 0,0 0-9 0,1-1-10 0,3 1-43 0,-1-2 6 0,1-1-14 0,-5-1-11 0,-1 2-10 0,3-2-14 0,2 1-56 0,5 0-27 0,-3 2 1 0,-2-1-103 16,-1 3 184-16,-3 1-8 0</inkml:trace>
  <inkml:trace contextRef="#ctx0" brushRef="#br1" timeOffset="134304.35">28873 10679 1793 0,'-7'-6'53'0,"2"3"-31"0,-1 3 4 0,0 0-13 15,3 2-12-15,1 2 3 0,0 0 0 0,0 2-1 0,2 1 10 0,0 2-6 0,0 2 24 0,0 1-6 0,2 6-4 0,-1 1-24 0,-1 4 11 0,1 4-10 0,0 2 16 0,1 4 0 0,2 5-8 0,0 1 16 0,0 5 6 0,1-1-1 16,1 1-1-16,0-1 6 0,1-2-3 0,2 3 7 0,1-1 4 0,1 4-7 0,-1 4-19 0,1 1-6 0,-1 3-7 0,1 2-1 0,2-7 6 0,2-4-2 0,2-2 3 0,-4-1-1 0,2 0-6 15,-4 6 0-15,-4 3-10 0,-1 0 8 0,-2 3-5 0,-1-5 4 16,2-6 6-16,-3 2 2 0,0-1-1 0,-2-1 0 0,-1 4 1 0,-3 2 0 16,-4 5 0-16,0 3-10 0,1 1 17 0,2-4-11 0,2-6 27 15,2-5-11-15,0 0-15 0,1-1-4 0,0 1 2 0,0 0 0 16,2-2 4-16,2 0 0 0,0 2-4 0,0 3-9 0,-1 0 5 0,-1-2-5 16,2-1 11-16,0-5-1 0,2 1-1 0,-2 0-6 0,-2 2 6 15,1-1-3-15,-2 2 8 0,-1-4-1 0,-5 3-4 0,5 0-3 16,0-3 3-16,-1-2-1 0,6-5 7 0,-5-3 0 0,0 1-4 15,0-1-13-15,1-1 15 0,-5 1-11 0,2-4 19 0,0 1-5 16,1-2-11-16,3 2-8 0,4 1 13 0,0-4-7 0,3-2 16 0,2-4-4 16,2 0-8-16,2 2-6 0,0 0 12 0,3-1-7 0,-1-1 9 15,2-5-1-15,-1 1-7 0,1-1 0 0,2-1 4 0,-4 0-1 16,3-3 9-16,-1 1-1 0,2 0-2 0,3 3-1 0,1-3 8 16,3 0-4-16,3 0 11 0,1 0-1 0,4-2-4 0,2 1-15 0,-3-1 14 15,5-1-11-15,2 0 18 0,1-2-3 0,7 1-10 0,1-1-11 16,-2-1 12-16,9-1-10 0,1 0 13 0,5-2-2 0,1 0-9 15,3-2-7-15,-2 0 6 0,-1-2-5 0,2 0 8 0,1-1 1 16,1-1-5-16,7-1-11 0,-2-1 11 0,-2-1-9 0,0 1 16 0,-5 0-2 16,5 1-8-16,3 1-4 0,3 0 7 0,-3-2-5 0,-7 3 4 15,-6 0 0-15,-5 1-5 0,4 0-7 0,-2 1 12 0,1 1-7 16,-1-1 19-16,-7 1-13 0,-5 0-13 0,-1 2 10 0,-5 0-1 16,-4-1 7-16,-1 1 7 0,-4 0-5 0,-2 0-6 0,1 0-12 0,0 0 11 15,-3 1-11-15,-2-1-14 0,-5 2-14 0,-5-1-21 0,1 0-63 16,-3 1-24-16,-3 0-11 0,-1-1-167 0,-1 5-55 0,1-1-61 0</inkml:trace>
  <inkml:trace contextRef="#ctx0" brushRef="#br1" timeOffset="135063.35">29981 13804 1196 0,'-6'-4'346'0,"-2"-1"-165"0,-1 3-131 0,1 0-20 0,0 1-27 0,4 1-2 0,1 0-4 0,2 1 15 0,0 0 2 0,1 0 5 0,1 2 9 0,0 2-8 0,2 3-3 0,-2 3-8 0,0 5 5 0,0 2-1 0,-1 0 13 0,-1 2-3 0,1 1-2 16,-1 4-9-16,1 3 16 0,0 0-9 0,1-3 33 0,1-2-4 0,1 0-8 0,3 1-3 0,1 2 5 0,-1-1-5 0,3 4 2 0,2-4-8 0,2 2-6 0,3 2-26 0,1 3 15 0,-2 2-14 0,1 2 11 16,-7-3-6-16,-1-2-12 0,4 1 5 0,1-3-4 0,8-2 1 0,1-1-28 0,-3-3-2 15,-1-3-6-15,0 3-13 16,-1-1 5-16,0 0-7 0,0-1-16 0,-2-1-7 0,-1-1-17 0,2 0-104 0,-2 0-39 15,1 3-18-15,2-5 40 0</inkml:trace>
  <inkml:trace contextRef="#ctx0" brushRef="#br1" timeOffset="135798.71">31760 13703 1992 0,'0'0'94'0,"0"0"-65"0,0 0 7 0,0 1-35 0,0 3 12 0,1 1-6 0,3 2-5 0,0 5-2 0,2 2 1 0,0 1 0 0,2 3 8 0,-1 2 0 0,1 3-1 0,0 2-9 0,0 2-6 0,1 3 1 0,-2 2-12 15,0 1-11-15,-2 5-6 0,-1 4-19 0,-1 3 10 0,2 1-2 0,-1 0 29 0,2 3-17 0,0 4-12 0,-1 3-114 0,0 5-61 0,0 2-3 0,3-3 18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07:18.80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21319 5724 574 0,'-12'-8'161'0,"2"3"239"0,2 3-327 0,4 0-65 0,2 2-9 0,2 0 13 0,0 0-2 0,1 0-10 0,3 0 7 0,0 2 4 0,3-1 1 0,-1-1 17 0,2 1 2 0,0-1-1 0,2 0-15 0,2-1 20 0,0-2-19 0,1 2 18 0,2-1-2 0,0-2-4 0,3 2-6 16,0-1 3-16,2 0-3 0,2 2 3 0,2 0-1 0,-1 1-4 0,5-2-24 0,3 2 21 0,-5 0-19 0,1 0 26 0,2 0-8 0,0 2-12 0,8-2-6 0,-1 0 15 0,-2 0-7 16,0 0 26-16,0 1-3 0,2-1-12 0,1 1 5 0,3-1 5 15,4 1-2-15,0-1 8 0,-3 0-8 0,2 0-4 0,2-2-3 16,1 1 1-16,4-2 0 0,-2 0 2 0,-3 0-5 0,1 1-5 15,6 0-16-15,-1-1 15 0,-1 1-12 0,2-4 24 0,1 3-5 16,-1-5-13-16,7 2-3 0,-5-1 0 0,-1-1 1 0,3 2 6 16,-2 0-1-16,3-1-1 0,-2 0-9 0,0 3 10 0,-3-1-9 0,-1 2 12 15,-3-1-2-15,-1-2-5 0,2 1-3 0,1 1 5 0,0 1-3 16,0 2 14-16,-6 1 0 0,-1 1-8 0,1 2-2 0,-1-1 9 0,0 5-8 16,-3-3 6-16,-4 2-4 0,0-1-7 0,0 0-12 0,-3-1 16 15,3 1-11-15,-3-1 16 0,-3 4 0 0,-5-1-12 0,-1 2 0 16,-1-1 5-16,0-1-4 0,1 0 3 0,-1 0-2 0,-6 0-2 15,-2-2-14-15,-2 1 18 0,-3-3-12 0,-1 1 9 0,-4-1-8 0,0-1-19 16,-3 1-19-16,0-2 2 0,-1 0-8 0,-1-1-26 16,0 0-16-16,0 0-17 0,0 2-77 0,-2-2-26 0,0 1-12 0,-1 5 51 15</inkml:trace>
  <inkml:trace contextRef="#ctx0" brushRef="#br0" timeOffset="13925.22">9603 7103 373 0,'-13'-7'69'0,"3"5"89"0,1 2-84 0,3 1-33 0,2 4 7 0,1 0-25 0,1 3-7 0,2 0-8 0,0 1-10 0,0 0 8 0,1-2-3 0,2 0 26 0,0 1-6 0,1-2-10 0,1 0-7 0,-1 1 11 0,1-1-8 0,-1-1 12 0,2-1-6 16,0 0-6-16,0 1-1 0,1-2 12 0,0 2-4 0,-2-1 25 0,1-1-7 0,1 3-13 0,2-3-18 0,0 2 20 0,1-1-18 16,0 1 17-16,-1 1-4 0,0-1-12 0,0 0 10 0,-6-1-4 15,0 1 7-15,-1-1 3 0,0-1 1 0,6 0 2 0,1 0-18 16,0-1 25-16,1 1-22 0,1-2 29 0,0 0-7 0,3 1-12 0,-2-2-2 16,2 0-3-16,0 0 3 0,1-2 4 0,0 1 1 0,0-3 1 15,3 2-23-15,2-2 19 0,3 0-18 0,2 3 21 0,-1-2-6 16,1-1-10-16,1 3-17 0,1 0 13 0,0-1-9 0,1 2 28 15,0-1-4-15,0 0-9 0,-6 1-16 0,0-1 21 0,-2-2-15 16,1 2 26-16,5-1-4 0,0 0-13 0,-1-1-6 0,-2-1 5 0,1 3-3 16,-1-3 13-16,1 0-3 0,1 2-1 0,1-1-19 0,0 0 13 15,1 1-11-15,3 0 17 0,-2-2-1 0,3 3-9 0,1-2-10 16,-1-1 7-16,-6 2-6 0,1-1 19 0,-1 0-6 0,1 0-4 0,7 0-17 16,-2-1 16-16,1 0-12 0,-2-1 23 0,1 1-2 0,0-1-10 15,1 0-7-15,2 1 5 0,0 1-4 0,2 0 10 0,0-1 0 16,-3 2-4-16,-2-4-8 0,-2 3 15 0,-1-1-14 0,0-1 13 15,3 0 3-15,-3-1-5 0,3 3-12 0,-3-3 7 0,1 4-10 16,1-1 17-16,1 1-1 0,0 0-4 0,2 0-12 0,4-1 11 0,0 1-8 16,1-1 16-16,-7-1-4 0,0 1-6 0,1-1 2 15,0-1-2-15,4-1 4 0,-3 3 0 0,1-3-3 0,-3 3 0 0,4 1-5 16,1-1 6-16,4 0-1 0,1 3 8 0,-1 0-4 0,0 0-4 16,-7 1-5-16,1-3 4 0,0 0 0 0,-2 1 16 0,2 0-2 0,-5 1-3 15,4-1-10-15,-1 1 5 0,1-2-4 0,1 2 13 0,-1 2-9 16,2-1-7-16,4 0-8 0,0 0 9 0,-6 1-3 0,0-2 18 15,-3 1-5-15,-1-1-4 0,6 0-8 0,-2 0 8 0,-4-1-7 16,4-1 8-16,-2 2 4 0,2 0-3 0,1-1-17 0,0 1 14 0,2 0-13 16,0 1 16-16,-1-1 5 0,-3 3-9 0,0-3-9 0,-4 0 15 15,1 1-15-15,-2-1 13 0,1 2 5 0,-3-1-3 0,-2 0-9 16,0 0 9-16,-1-1-9 0,2 0 10 0,-3 0 1 0,1 0-5 16,-1 0-8-16,0 0 11 0,2 3-10 0,0 1 14 0,0-2 0 15,1 0-3-15,0 0-19 0,0 1 11 0,-4 1-9 0,-6-2 18 0,-1 2 0 16,-3-1-7-16,3 0-15 0,5 0 18 0,-1-1-16 0,0 0 24 15,-2 0-3-15,-1 1-8 0,0-1-9 0,1 0 7 0,0 0-5 16,0 1 15-16,-1-2-2 0,3 0-3 0,2 1-3 0,0-1 1 16,1 2-2-16,2-2 2 0,-2 1-2 0,0-2 0 0,4 2-11 15,0-1 9-15,2 0-7 0,0 1 17 0,0-1-1 0,-4-1-8 0,-6 0-5 16,0 0 10-16,-2 1-9 0,2-1 10 0,4 3 1 0,1-3-2 16,0 2-3-16,-3 2 2 0,1 0-4 0,-1 0 5 0,-1 0 1 15,0-3 1-15,1 0-9 0,0 2 9 0,1-1-9 0,0 0 12 16,-1-1 1-16,0 1-5 0,2 1-8 0,2-2 11 0,2 0-12 15,3 2 11-15,1 0-2 0,-1-1-8 0,2-1-6 0,-6-1 6 0,-1 2-1 16,4-1 13-16,-4 0-9 0,6 1-6 0,-2-2-4 0,-4 0 9 16,0 0-2-16,-3 0 13 0,0 0-5 0,-1-2-8 0,0 2-15 15,0-1 14-15,1 0-10 0,-1 1 26 0,-1 0-3 0,0 0-8 16,-1 0-6-16,0 0 3 0,1 0-3 0,1 1 5 0,-1 0 0 0,-1 1-3 16,1-1-10-16,-3 0 12 0,0-1-9 0,-3 1 19 0,-6-1-4 15,-1 0-8-15,1 0-5 0,-1 0 5 0,5 0-3 0,0 0 9 16,-1-1-2-16,1 0-2 0,0 0-11 0,0-1 10 0,0 1-8 15,0 0 16-15,-2 1 0 0,1-2-5 0,0 2-15 0,-1 0 9 0,2 0-9 16,0 0 21-16,0 0-3 0,0 2-4 0,0-1-14 0,0 2 10 16,0-2-8-16,-1 1 20 0,0 0-8 0,-1-1-8 0,0 2-8 15,0 0 11-15,0-1-7 0,-1 0 7 0,0 1-3 0,0-2-11 0,-1 2-5 16,1-1 0-16,-1 2-4 0,1-1-21 0,0-1-12 16,-1 1-10-16,1 1-59 0,1-2-26 0,-1 2-4 0,2-2-161 0,0 4-79 15,1-1-75-15</inkml:trace>
  <inkml:trace contextRef="#ctx0" brushRef="#br0" timeOffset="19180.88">4485 9625 232 0,'-7'-6'0'15,"1"-1"-20"-15,-2 2 64 0,2 0 15 0,0 1 7 0,1-1 11 0,0 1-12 0,2 0-11 0,0 0-5 0,-1 3-5 0,2-1 4 0,0-1-13 0,1 0-4 0,-1 2-6 0,2-1-13 0,0-1 12 0,0 1-13 0,0 2 10 0,0-3-6 0,0 2-3 0,2-1-1 0,-2 1-10 0,0 1 9 0,1 1-6 16,0 1 4-16,0 0-1 0,0 1-3 0,1 3 23 0,-1-2-17 0,3 2 22 0,-1 1-10 0,1-2-12 0,0 3-10 0,2-1 12 0,-1 1-6 0,3-2 20 0,0 1-6 0,0-1-12 0,2 1-3 0,1-2 10 0,2 2-8 15,-1-1 10-15,0-1-1 0,1 1-3 0,0-1-4 0,2 0 6 0,-2-1-4 0,4 3 10 0,0-5-1 0,0 2-4 16,2-1 7-16,1-2 7 0,0 1-6 0,2 0-3 0,-10-1 1 0,-1 0-1 16,2-1-7-16,0 1-4 0,6-1 3 0,2 3 0 0,0-2 0 0,-2 1-3 0,0 0-4 15,0-1 7-15,1 1-8 0,3-1 5 0,0 0-5 16,3-1-1-16,4 0 0 0,1-1-4 0,3-2 4 16,2 2 4-16,1-3-1 0,2 0 1 0,-5-2-22 0,2 1 19 0,-2-3-17 15,1 1 26-15,1-2-6 0,-3 0-8 0,2 0-9 16,0-2 8-16,2 4-3 0,1-2 25 0,-1 1-1 0,0 0-6 0,3 1-6 15,-4 0 8-15,-7 0-7 0,0 0 10 0,-3 1 0 0,0-1-1 16,3 0-14-16,-2-1 23 0,-5 0-16 0,0 2 40 0,-3 0-9 16,0 1-12-16,-1-1-19 0,0 3 14 0,-1-3-13 0,-2 3 17 0,-1-1-4 0,-2 2-6 15,-1 0-19-15,-1-1 9 0,1 1-10 0,-4 1 14 16,1 1-4-16,-2 0-9 0,0 0 0 0,-2 0 1 0,1 0-1 0,-2 0-16 16,-1 2-9-16,0 1-8 0,2-1-55 0,-1 2-10 0,3 2-10 15,-1 1-78-15,2 1-38 0,0 2-42 0</inkml:trace>
  <inkml:trace contextRef="#ctx0" brushRef="#br0" timeOffset="83696.03">4741 13001 217 0,'-11'-5'169'0,"4"-2"-90"0,-4 4 94 0,2-1-67 0,4 2-26 0,1 0-4 16,2-1 7-16,-1 2-11 0,2 0-14 0,0 0-30 0,1 1 19 0,0 0-19 0,0 0 11 0,0 0-13 0,0 0-16 0,0 0 7 0,0 0-7 0,0 0 10 0,0 0-3 0,0 0-2 0,0 0-2 0,0 0-11 0,0 0 12 0,0 1-10 0,-3 3 12 0,2-1-5 0,-3 3-4 0,1-1-14 0,1 1 9 15,-2 1-5-15,2-1 16 0,0 0 0 0,0-1-9 0,-1 1-19 16,3-3 24-16,-1 1-22 0,1-2 33 0,0 0-6 0,0 1-10 15,0-2-16-15,0 2 12 0,1-3-9 0,0 1 24 0,-1 0 0 16,2 0-8-16,-1 1-12 0,0-1 15 0,0-1-12 0,-1 1 22 16,1 0-6-16,0-1-9 0,0 3-8 0,0-2 9 0,1 2-6 0,0-1 18 15,0 1-4-15,3 0-10 0,-2 0-9 0,4 0 6 16,-1 0-6-16,2 0 11 0,1 0-4 0,0 1-2 0,1-2 0 0,2 0-2 16,-7-2 4-16,3 1 13 0,-1-1-1 0,1 0-5 0,7-1-10 15,1-1 12-15,2 0-11 0,-2-1 14 0,-2 1-6 0,0 0-5 0,-2 0 5 16,2 1-8-16,-1 1 9 0,-1 0 1 0,1 0-1 0,-1 0 6 0,3 2-5 15,-2 1 4-15,1-3-4 0,-1 2 5 0,1 1-4 16,0-1-2-16,2 1-10 0,1-1 13 0,1 1-11 0,0 0 12 16,1-2-3-16,1 1-10 0,3 0-3 0,1 0 9 0,0 0-6 0,-5-1 5 15,-3 0-4-15,-1 0-5 0,2 1 1 0,8-2 4 16,-2 1 0-16,0 0 10 0,-2-1 1 0,-3 0-6 0,1 0-10 0,-1 0 5 16,0-1-7-16,0-2 7 0,1 2-1 0,0-1-2 0,3 0-3 15,-2 0 6-15,0-2-1 0,3 3 19 0,-2-1-8 0,1 1-5 0,4 0-5 16,1-1-2-16,0 1 2 0,-6 0 3 0,-1 1-4 0,-1-1 0 15,3 1 0-15,5 0 0 0,-1 1 3 0,0-1 19 0,-5 1-6 16,-1-1-2-16,2 1-14 0,-1-1 9 0,1 2-6 0,1-1 21 16,-2 2-7-16,-1-3-10 0,2 3-16 0,0 1 10 0,1-1-8 15,0 2 21-15,1-1-3 0,-2 0-5 0,2-1-15 0,-2 0 9 0,-1 0-8 16,-8 0 18-16,-3-1-5 0,1-1-5 0,2 0-11 0,6-1 11 16,1 0-6-16,-2 0 16 0,-2-1-2 0,-1-2-7 0,-2 3-21 15,-1-2 6-15,0-1-13 0,-1 1-24 16,0 0-26-16,-1 0-24 0,2-1-93 0,2 1-101 0,-2 0 21 0,0 1-16 0</inkml:trace>
  <inkml:trace contextRef="#ctx0" brushRef="#br0" timeOffset="91894.94">12639 13153 236 0,'-8'-5'7'0,"0"1"48"0,1 1 16 0,0 0-12 0,2 2 2 0,-1-1-2 0,1 2-1 0,0-1-25 0,-2 0 17 0,1 0-17 0,-1-1 22 0,1 1-7 0,1 0-19 0,1-1-22 0,2 2 33 0,0-2-28 0,0 1 37 0,0-2-8 0,1 0-12 0,0 3-15 0,0-1 4 0,0 1-2 0,1-1 15 0,0 1-9 16,0 0-7-16,0 0-26 0,0 0 18 0,0 0-14 0,0 1 27 15,2 0-10-15,0 2-9 0,2 0 8 0,-2-1-8 0,3 1 12 0,-1-1 1 16,2 1 4-16,0-1 1 0,1 0-18 0,0 0 29 0,-2 1-25 16,2-2 31-16,0 2-2 0,1-3-13 0,1 1-13 0,0-1 19 15,0 1-15-15,1 0 25 0,-1-1-7 0,-1 2-13 0,2-1-9 16,-6 0 3-16,3-1-5 0,1 0 5 0,2 2-4 0,9-2-2 0,4-2-15 16,0 1 10-16,2 0-9 0,0-2 18 0,-3 1 2 15,2 0-5-15,3 0-15 0,1-2 15 0,2 1-16 0,1 2 21 0,0-1-6 16,-1-1-6-16,5 0-1 0,0 2-2 0,-2-1 4 0,-2-1 9 15,-3 0-1-15,3 0 0 0,3-1-4 0,3 0 5 0,0-2-6 16,-1 0 4-16,-1 1-2 0,3-1 0 0,2 1 3 0,4-2-3 16,2 2 4-16,0 0-4 0,-8-1 3 0,1 2 0 0,-1-1-16 0,-2 1 24 15,3-1-17-15,-4 2 39 0,0-2-8 0,-1 3-14 0,3 0 0 16,1 1 11-16,0 1-5 0,2 1 18 0,-2 1-8 0,-1 0-8 16,-3 1-21-16,-4-1 18 0,1 1-15 0,-2-1 22 0,2 2-8 15,-3-2-10-15,3 0-11 0,-3 1 4 0,0-1-3 0,0 1 14 16,-2-1-7-16,-2 1-2 0,2-1-14 0,0 1 6 0,1 1-3 0,-1-2 18 15,-4-2-3-15,0 2-8 0,-9-1-10 0,-2-1 8 0,0 1-6 16,-2-1 22-16,4 0-9 0,0 0-3 0,1-1-12 0,-2 0 7 16,0-1-6-16,-3 2 2 0,-4-1-8 0,0 1-14 0,-2 0-15 15,-2-1-16-15,0 1 5 0,-1 0-44 0,0 0-16 0,0 0-9 0,0 0-156 16,-2 2-65-16,1 2-30 0</inkml:trace>
  <inkml:trace contextRef="#ctx0" brushRef="#br0" timeOffset="94282.95">3899 14449 256 0,'-39'2'11'0,"17"-2"169"0,1 0-68 0,2 2 13 0,0 0-90 0,2 3 16 0,1-1-13 0,6 1 12 0,1 2-3 0,0-1-9 0,-1 1-16 0,-4 0 6 0,2 1-8 0,1-2 13 0,1 1-5 0,1 0-7 0,1 2-23 0,0-1 25 0,1 0-23 0,2 1 27 0,-1 0-6 0,2 1-13 0,-1 0 10 0,1 2-6 0,0 2 9 16,1-1-2-16,1 2-1 0,-1 0-1 0,1-1-11 0,0 3 11 0,0 0-12 0,1-1 4 15,-1 4-3-15,1 0-4 0,0 2-2 0,0 3-1 0,0 0 0 0,-1-2 6 16,-1 0-1-16,1 1-1 0,0 2-18 0,0 3 15 0,-1-1-13 15,1-2 28-15,0 0-7 0,1-1-9 0,1 1-5 0,0-2-6 16,2 0 3-16,1-1-3 0,3 1 5 0,0-4 3 0,2 3-10 0,2-2 6 16,2 3-8-16,1-2 0 0,4 1-3 0,2-4-1 0,6-1-29 15,2 0 0-15,-2-3-4 0,3 3-8 0,2-3-5 0,3-4-9 16,7-2-57-16,2-2 20 0,3-3-29 0,2 0-10 0,2-2 90 16,3-2-16-16</inkml:trace>
  <inkml:trace contextRef="#ctx0" brushRef="#br0" timeOffset="94939.65">9101 14434 987 0,'-15'0'175'0,"-3"-6"-85"0,4 4-52 0,3 1-6 15,2 1 21-15,3 0-12 0,3 1-14 0,2-1-14 0,0 0 12 0,1 1-11 0,0-1 3 0,1 1-5 0,-1 1-12 0,2 0-1 0,0 1 3 0,2 1-1 0,0 1 6 0,1 0 0 0,2 3-5 0,-1 1-6 0,3 3 7 0,2 2-7 0,2 3 13 0,-1 0-2 16,1 1-1-16,1 2-7 0,2-1 1 0,0 3 0 0,-1-1 13 0,0 2-2 0,-4-2-5 0,-2 2-11 0,-2 3 12 0,-2 1-9 0,2 4 15 16,3-1-5-16,-1 1-7 0,1 1-6 0,-2 0 8 0,-1 0-3 15,-3 0 17-15,0-2-3 0,-2-2-8 0,-2 1-8 0,0 2 1 16,-1 2-3-16,-1-1 4 0,-2 2 4 0,0-2 4 0,-3 2-26 0,-3 2 18 16,-1-2-19-16,-2 4 29 0,3-3-20 0,0 4-16 0,0 4-34 15,3 1 17-15,-7-2-10 0,-6-1 15 0,-3-2-51 0,-7 2-40 0,-1 5-199 16,2 4 194-16</inkml:trace>
  <inkml:trace contextRef="#ctx0" brushRef="#br0" timeOffset="101115.99">7384 17592 217 0,'-11'0'103'0,"1"-4"-63"0,0 2 46 0,2 2-19 0,4-2-13 0,-1 1 1 0,2 0 7 16,-1 1-10-16,1-2-7 0,-1 2-24 0,-1 0 3 0,1 0-4 0,0 0 5 0,0 0-3 0,0 0-8 0,1 2-22 0,0-1 19 0,0-1-18 0,0 1 17 0,1 1-6 0,-2-2-8 0,2 0-9 0,-1 1 12 0,1 1-6 0,-2 0 25 0,1-1-4 0,-1 1-12 0,1-2-10 0,0 2 14 0,-1-1-11 15,1 0 15-15,0 2 2 0,-1-2-1 0,1 0-8 0,-1-1 20 0,2 3-12 0,-2-2 31 0,1 1-3 0,0-1-13 0,0 0-13 16,0-1 19-16,2 1-18 0,1-1 15 0,0 0-8 16,0 0-12-16,0 0-18 0,0 0 9 0,1 0-7 0,3 0 29 0,-1 2-1 15,3-1-5-15,1-1-14 0,0 1 24 0,2-1-19 0,2-1 35 16,1 0-11-16,0-1-8 0,4 1-14 0,0 0 1 0,-2-2 0 16,1 1 10-16,-1 0-3 0,1 1-5 0,1-1-4 0,1-1 7 15,1 0-6-15,0 2 4 16,2-3 0-16,2 2 0 0,3-1-16 0,1 1 14 0,3-2-12 0,2 1 16 0,4-1-2 0,0 1-12 0,-5-1-15 15,2-1 19-15,-1 0-14 0,2-1 23 0,3-1-3 16,-1 2-11-16,-2-2 0 0,0 0-4 0,0 0 3 0,1 1 8 0,-1 1-3 16,2-2 0-16,0 3-2 0,4-2 9 0,-2 2-5 0,-5-1 13 0,-1 1-2 15,-1-1-3-15,1 0-6 0,4 0 8 0,0 1-4 16,-2 0 17-16,-2 0-7 0,4 0-11 0,0 1-7 0,-1 1 9 0,3 0-7 16,-1-1 11-16,1 2-6 0,-4 0-5 0,-6 1-6 0,-2 0 3 15,-3 0-2-15,-1 0 8 0,3 0 0 0,-3 0-4 0,-2 0-11 16,-1 0 12-16,-2 1-12 0,-2 1 13 0,-2 1 3 0,-2 0-4 15,0-1-23-15,0 3 22 0,-1-2-21 0,3 2 12 0,-3 0-8 0,0 1-23 16,-1 0-27-16,0 1-19 0,0 1-4 0,0 0-106 0,-2 1-45 16,-1 0-33-16</inkml:trace>
  <inkml:trace contextRef="#ctx0" brushRef="#br0" timeOffset="102391.29">13025 17562 256 0,'2'0'11'0,"-2"0"157"0,1-1-75 0,2 1 0 0,2-1-100 0,3 0 21 0,3-1-13 0,3 1 58 0,0-1-8 0,3 0-3 0,2 0-37 16,1 0 18-16,1 0-19 0,-8-1 17 0,1-1-7 0,-2 3-14 0,3-1 9 0,6-1-8 0,0 0 8 0,-1 2-3 0,-2 0 3 0,-2 1 4 0,-2-1-25 15,-1 1 30-15,1-2-25 0,-3 2 37 0,1 0-6 0,2 0-14 0,1 2-18 0,2 0 19 0,0-1-15 0,2-1 29 0,0 3-3 0,1 0-15 0,3-1-9 0,2-1 16 0,3 2-17 0,3-2 10 0,1 1-3 0,-7-1-6 0,2-1-10 0,1 0 8 16,2 0-6-16,4 0 18 0,-1-1-2 0,-4-2-9 0,3 2-11 16,-3-1 19-16,0 0-15 0,1 1 27 0,-2-1-5 0,1 1-7 15,1 0-3-15,2 1 8 0,1 0-3 0,-2-2 17 0,-8 2-3 0,-3 0-12 0,1 2-11 16,2-2 17-16,4 1-16 0,-1-1 18 0,-4 1-4 15,-2 1-4-15,1 0-17 0,-5-1 13 0,0 1-9 0,-2-1 35 0,-1 0-7 16,1-1-9-16,-2 2-15 0,0-2 9 0,-1 1-9 0,-2-1 6 16,0 1-5-16,0-1-7 0,0 0-6 0,1 0 3 0,2-1-2 15,1 0-13-15,3-2-18 0,2 0-18 0,5 1-112 0,4-2-55 16,1 1-22-16,2 0-18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09:38.57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0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7:10:44.544"/>
    </inkml:context>
  </inkml:definitions>
  <inkml:trace contextRef="#ctx0" brushRef="#br0">7437 9261 217 0,'-7'-2'335'0,"2"-3"-194"0,0 1 208 0,1 0-240 0,3 1-80 0,1 3 1 0,0 0-1 0,1-1-7 0,1-1-11 0,3-1-6 0,-1 1 15 0,3-1-7 0,0-1 26 0,2 2-4 0,-2-2-10 0,4 0-13 0,-2 1 11 0,1-1-12 0,0 1 8 15,1 1 0-15,0-2-3 0,2 2-15 0,1-1 19 0,2 3-14 0,1 0 28 0,2 0-5 0,1 0-10 0,6 3-7 0,2-1 6 0,0 1-6 0,-3 0 0 16,-2 0-1-16,4 3-3 0,1-1-1 0,6 1-1 0,-1 2 0 16,-3-1-2-16,1-1 6 0,1-3-2 0,4 1-4 0,1 0 9 15,2-3-11-15,3 2 3 0,-1 0-2 0,1-2-2 0,-6 0-8 16,-2-1 17-16,-1 0-10 0,-2-4 38 0,5-1-8 0,-3-1-11 0,2 1-10 15,1-2 6-15,0 0-8 0,0 1 5 0,2 1 0 0,0 0 0 16,3 0-12-16,-6 0 7 0,-2 0-5 0,-4 0 15 0,-2 2-6 16,3-1-8-16,-3 0-10 0,-2 3 9 0,-4-1-7 0,-3 0 11 15,-2 1-14-15,-1 1-13 0,-2 0-82 0,-1 1-25 0,-1 2-17 16,-4-1-243-16,-2 5 239 0,-3-1-48 0</inkml:trace>
  <inkml:trace contextRef="#ctx0" brushRef="#br0" timeOffset="5221.22">11582 9195 256 0,'-2'-9'22'0,"-10"2"309"0,4 4-150 0,1-1 4 0,2 2-192 0,2 0 15 0,2 1-11 16,0-1 34-16,1 2-2 0,0-1-5 0,0 1-5 0,1-1-2 0,0 0 1 0,1-1 2 0,0 0-1 0,1 0-1 0,0 0-11 0,0 1 21 0,0-1-16 0,0 0 22 0,1-1-9 0,1 1-14 0,2 0 16 0,1 1-11 0,-1-2 12 0,2 2-8 0,2 0-1 0,1 0 3 15,4 1-20-15,-1-2 17 0,2 2-17 0,-1-1 19 0,-6 1-6 0,0-1-5 0,2 1-8 16,2 0 5-16,7 0-1 0,1 0 17 0,-2 0-5 15,-1 0-7-15,0-1-5 0,1-1 6 0,0 1-4 0,1 0 7 0,-1-1-4 16,1 2-3-16,1-1 1 0,1 0 4 0,3 0-1 0,2-1-2 16,2 2 1-16,3-1-6 0,2 0-7 0,1-1 14 0,-6 1-13 0,3-1 15 15,-2-1-4-15,2 0-8 0,5 1-8 0,-1-2 8 0,0 2-4 16,2-1 12-16,0 0 3 0,5 1-9 0,5 1-5 0,1-1 14 16,-5 0-13-16,2-1 13 0,-5 1-5 0,-3 0-8 0,6 1-2 15,-2-2 5-15,-1 3-3 0,3 0 15 0,1 0-5 0,1 0-4 0,4 2-10 16,-5-2 4-16,2 0-4 0,-1-2 10 0,-4 0 5 0,4 1 2 15,-2-2-29-15,-1 1 20 0,3 0-20 0,4 1 31 0,0 1 2 16,0-1-11-16,-2-1-2 0,0 2 4 0,-6-1-6 0,-1-1 2 16,2 0 2-16,-3 0 2 0,4 0-15 0,3 2 12 0,3-2-11 15,2 1 15-15,-4-2 0 0,-4 0-7 0,1 2-7 0,-3-1 13 16,-3-2-8-16,4 3 17 0,-5-1-7 0,-1 1-10 0,6 1 2 0,1 0 0 16,2 0 3-16,-1 0 0 0,-5 0 0 0,-1 1-3 0,1 1-1 15,-1-2 2-15,5 1-3 0,-5 0 4 0,2 2-5 0,1-1-1 0,4-1-1 16,6 2 6-16,-1-2-1 0,-2-1-1 0,-1 0 1 15,-4-1-7-15,1-2 6 0,0 2 4 0,-1 0-3 0,-1-2-2 0,0 2-1 16,3 1 1-16,2-1-7 0,0 1 6 0,-9 0-4 0,2 0 17 16,-7 1-3-16,1 0-7 0,4 2-11 0,-3-2 11 0,0 2-9 15,0 1 20-15,0-2-4 0,3 2-5 0,5 0-7 0,1-2 8 16,0 4-5-16,-3-4 16 0,-5 1-1 0,0-2-5 0,4-1-9 16,1 1 5-16,-1-1-4 0,1 1 9 0,2 1-8 0,3-1-3 15,4 0-6-15,-3-1 10 0,2 0-4 0,-3 0 14 0,-5 0-1 0,3-1-11 16,-2 1-3-16,-2 0 3 0,3 0-3 0,1 1 7 0,1 1-5 15,0-1-4-15,3 1 2 0,-6 0 4 0,-2-2 0 0,-1 0 1 16,-3 0 2-16,2-2-5 0,1 1-6 0,-1 1 11 0,6 0-10 16,3-1 14-16,1 0-1 0,2 1-5 0,-3-4-10 0,-1 1 12 0,-2-1-9 15,-1 1 13-15,0-1 2 0,-2 1-10 0,4 1-3 0,1-2 8 16,4 1-8-16,1-1 4 0,-8 0 2 0,0 2-5 0,-3-3-1 16,-2 1-1-16,1-1 0 0,-6 1 6 0,-1-1-1 0,-2 1 3 0,1-1-12 15,1 1 6-15,-2 1-5 0,2 0 10 0,-1-1 5 0,-2 1-1 16,-1-3-14-16,-11-1 7 0,-3 0-9 0,-1 0 8 0,-3 4 2 15,5-4-4-15,-2 3-12 0,-2 0 11 0,-2 1-11 0,-2 1 0 16,1 0-16-16,-1 0-16 0,0 1-43 0,-2 0 4 0,-3 1-12 0,0 0-56 16,-1 1-37-16,-2 0-45 0,-1 1-200 0,-2 0 259 0</inkml:trace>
  <inkml:trace contextRef="#ctx0" brushRef="#br0" timeOffset="6135.55">11997 9316 532 0,'-7'-6'15'0,"2"3"-22"0,4 2-4 0,1 0 5 16,0 1-13-16,0 0 16 0,1 0-9 0,1 0 36 0,2 0-1 0,-1 0-10 0,2 0-18 0,-2 0 25 0,1 1-22 0,0-1 22 0,-2 1-8 0,1-1-13 0,0 2 5 0,0 0 1 0,2 0 6 0,-1 0 3 0,1-1 1 0,1 2-7 0,2 0-20 0,1-2 29 0,1 1-26 15,3-2 32-15,-1 3-6 0,3-2-10 0,0 2-10 0,4-2 6 0,0 0-3 0,3-1 34 0,-4 2 0 0,-5-2-3 0,4 1-18 0,3-1 30 0,3 1-25 0,5-1 38 0,-1 0-12 0,-1 1-14 0,-1-1-7 16,2 0 7-16,1 2-1 0,3-2 9 0,0 1-2 0,3-1-10 0,4 1-18 0,5-1 23 15,-1 2-21-15,-3-2 24 0,-4 1-10 0,0 0-11 0,1 0-6 0,5 1 5 16,-1-1-1-16,1-1 22 0,-1 1-5 0,4 1-5 0,5-2-21 16,5 0 29-16,0 0-24 0,1 1 30 0,-2-1-7 0,-3 0-15 15,3 1-3-15,3-1-1 0,1 1 1 0,9-1-4 0,-2 2 0 16,-2-2 0-16,5 1-12 0,-7 0 9 0,0 1-6 0,2-2 15 0,-2 1-6 16,5 0-7-16,71 3-2 0,-130-3 11 0,113 0-16 15,-61 2 10-15,1 0-3 0,6-2-13 0,6 0 12 0,0-1-8 16,1-1 18-16,-4 0-3 0,-5-3-9 0,4 0-6 0,4-1 10 0,6 0-4 15,2 0 17-15,-4-1 0 0,-2 1-6 0,-1-1-3 0,1 0 6 16,7 0-5-16,0 0 10 0,-3 2 0 0,0-2 2 0,-4 1-18 16,0 0 13-16,5 1-11 0,4 0 20 0,-2 3-1 0,-3-3-8 0,0 0-14 15,-2 1 14-15,1 1-14 0,6-2 19 0,-3 3-2 0,78-3-19 16,-155 4 31-16,143-5-54 0,-69 3 41 0,2 0-3 16,0 1-10-16,2-1-9 0,-6 1 12 0,-4 0-10 0,0 1 12 15,3 0 3-15,4 0-5 0,0 0-16 0,0 1 9 0,-9 0-11 16,-4 2 26-16,-1-2-5 0,3 0-2 0,74 6-7 15,-134-7-14-15,116 4 24 0,-69-4-11 0,3 0-1 0,-5 0-8 0,-1 1 9 16,1 0-4-16,1 0 21 0,-5-1-4 0,-9 2-9 0,-2-2-15 16,-3 0 15-16,-2-2-12 0,1 2 17 0,-7-1-2 0,-3 1-6 15,-3-1-13-15,-2 1 0 0,-2 0-4 0,-1 0-10 0,-4 1-16 0,-1 0-14 16,-1 2-58-16,-1 0-21 0,-1-2-6 0,-1 1-126 16,-1 2-54-16,-3 0-48 0</inkml:trace>
  <inkml:trace contextRef="#ctx0" brushRef="#br0" timeOffset="11384.67">12545 7002 554 0,'-3'0'204'0,"0"-2"241"0,-1 0-244 0,1 1-26 0,1-1-46 0,-1 0-14 0,3 1-29 16,-1-2-35-16,1 2-26 0,0-1 0 0,1 2-9 0,2-1-4 0,-1 1-4 0,0 1-3 0,2 1 4 0,0 2 5 0,-1 1-3 0,3 0 19 0,-1 1 0 0,-1 4-5 0,2 1-6 0,-1 1 15 0,2 5-16 0,1 1 9 0,-1-1-5 0,-2 1-12 0,2 2-16 16,0 1 12-16,2-1-13 0,2 4 23 0,0-3-3 0,-1-1-8 15,1 1-10-15,-5-5 11 0,-1 1-10 0,1 2 17 16,-1-2-2-16,4 0-6 0,0-2-9 0,-1-4 5 0,1 0-5 16,-2-2 13-16,0 0-2 0,0 0-3 0,-1 0-14 0,-1-2 14 15,0 0-12-15,-2-2 21 0,0 0-2 0,0-3-6 0,-1 1-7 0,-2 0 3 16,0-2-1-16,1-1 8 0,-1 1 0 0,0-1-6 0,0 0-6 15,0 0 12-15,0 0-9 0,-1-1 19 0,0-2-3 0,-1-1-8 0,-1 1-9 16,0-3 3-16,1 0-2 0,-2 2 6 0,0-2-2 16,-1 2-2-16,1-2-5 0,0-1 4 0,0 2-2 0,-1-1 9 15,1 1-2-15,-2-1-3 0,1 0-15 0,-2 1 14 0,1-1-10 0,0 0 24 16,0 3-7-16,-1-3-8 0,1 3-4 0,-2-3 0 0,0 3 1 16,6 1 5-16,-1 1 1 0,0 0-1 0,0 0-14 0,-9 1 12 15,1 0-10-15,1 0 23 0,0 1-4 0,0-1-5 0,0 1-9 16,-1 2 2-16,0-2-4 0,1 3 8 0,0-2 3 0,2 1-1 0,-1-1-13 15,2 2 14-15,-2-1-14 0,1 2 16 0,0-1-2 0,0 1-5 16,1-1-4-16,2 2 5 0,-1-2-3 0,1 2 5 0,2 2-1 16,0 0-4-16,2 1-12 0,-1 1 15 0,2 0-9 0,0 0 22 15,0-1-4-15,3 3-9 0,-1-1-9 0,1 0 11 0,1 0-6 16,-1-1 16-16,3-1-1 0,-2 2-8 0,3 0-9 0,-1-2 13 0,0 0-10 16,2-2 16-16,-1-4 0 0,1 1-6 0,0-1-8 0,-1 3 14 15,1-2-12-15,1 2 20 0,-1-3-1 0,1 1-8 0,0 0-12 16,1-3 16-16,-1 1-15 0,0 0 18 0,0-1-2 0,1-1-10 0,0-1-7 15,1-2 9-15,-1 1-8 0,-1-3 10 0,-5-1-2 0,-1 1-5 16,2 0-3-16,-2-3 4 0,6 2-4 0,-1 2 4 0,0-3-5 16,0 1-4-16,-1-1-28 0,0-6 4 0,0 1-10 0,1 1-21 15,0 1-16-15,0-1-20 0,-1 2-54 0,-1 0-36 0,0 1 2 16,-2-1-141-16,1 0-44 0,1 0-33 0</inkml:trace>
  <inkml:trace contextRef="#ctx0" brushRef="#br0" timeOffset="11775.56">12858 7271 668 0,'-5'3'285'0,"3"1"-143"0,0-1 161 0,-1 1-156 0,2 1 10 0,1 0-54 0,1 1-28 0,2 1-16 0,-1 0-28 0,2 2-11 0,2-1 14 0,1 0-17 0,1-1 29 0,-2 0-4 0,3-1-6 0,0-2 4 0,1 1 3 0,1-4-5 0,0 3 2 0,-1-2-3 0,-1 0-9 0,1-1-9 0,0-1 11 15,-1 2-15-15,0-1 7 0,-2 0-2 0,-1-1-8 0,1 0-5 0,-2-1 14 0,-1 0-14 0,0-1 20 0,-1 1-5 0,0-1-9 0,1-1-13 16,-2-1 14-16,0 0-14 0,-1-1 24 0,-1-2-8 0,0 0-9 16,-1-1-5-16,-1 0 3 0,-1 0-2 0,-2-1 2 0,2 1-2 15,-1-1 0-15,1 0-8 0,0 2 7 0,-1-2-4 0,2 1 9 16,1 0-2-16,0 2-8 0,1-2-5 0,0 0 8 0,0 3-6 0,1 0 13 15,0 0-3-15,1 3-4 0,0 0-5 0,0 1 1 0,0 0-2 16,-1 1 6-16,0 1 0 0,0 2-3 0,1-1-6 0,1 2 6 16,-1 0-4-16,0 1 13 0,0 0-3 0,1 1-2 0,0 0-5 15,0-1 3-15,2 1-3 0,-2-2-3 0,2 2-8 0,-1-2-12 0,2 0-35 16,1-1 6-16,-1-1-13 0,0 2-22 0,0-1-8 0,-1-3-18 16,2 1-54-16,2-1-40 0,0 0 7 0,1-1-116 0,0-2-55 15,0-2-26-15</inkml:trace>
  <inkml:trace contextRef="#ctx0" brushRef="#br0" timeOffset="12385.15">13202 7226 305 0,'0'4'173'0,"0"-3"-16"0,1 1 119 0,1 1-89 0,1 1 43 16,-1-2-102-16,3 4-22 0,-1-3-21 0,1 1-34 15,0 1-13-15,1-1 6 0,-2 1-13 0,2-1 13 0,-1 1-6 16,-1-1-5-16,1 1-18 0,-1-1 21 0,-1 0-24 0,1-2 34 16,-2 4-17-16,0-3-15 0,0 1-8 0,0 0 13 0,-1-3-9 15,0 2 20-15,-1 0 0 0,0-2-10 0,0 0-4 0,0-1 16 16,0 0-17-16,0 0 20 0,-1 0-3 0,1 0-10 0,0-2 2 15,-3-1 1-15,3 0-5 0,-1-2-4 0,0 0 0 16,1 0-3-16,0 0-7 0,0-1 6 0,-1 2-7 0,1-1 10 16,0-2-2-16,0 3-2 0,0-1-9 0,0 1 8 0,0-1-7 0,1 1 14 15,-1-2-3-15,1 2-4 0,2-2-8 0,-2 1 3 0,1 0-3 16,0-2 6-16,2 2 0 0,-1-1-1 0,1-1-3 0,1 1 4 16,-1-1-4-16,2 2 4 0,0 0 0 0,-2-1-3 0,2 1-5 15,-1 0 9-15,1-3-7 0,1 3 10 0,-1 0-4 0,0 1-7 16,2 0-5-16,0 3 4 0,0-2-2 0,0 1 6 0,-1 0 1 0,0 2-3 15,0-2-5-15,0 2 4 0,-2 0-4 0,1 1 7 0,-2 0 0 16,1 1-4-16,-1-1 0 0,0 1 1 0,-2 0-1 0,1-2 0 16,0 1 1-16,-2 1-2 0,1 1-10 0,0-2 12 0,0 1-8 15,1-1 18-15,-2 0-2 0,1 0-7 0,-1 2-13 0,1 0 11 16,1-2-9-16,-1 0 20 0,0 2-4 0,1-1-7 0,0-2 0 0,0 2 1 16,0-2 1-16,2 0-1 0,-2 0 2 0,1 0 2 0,0-2-8 15,1 1 10-15,-1 0-8 0,1-2 12 0,-1 3-2 0,0-1-6 16,-1 1-9-16,0 0 9 0,1 0-7 0,-1 2 13 0,0 1-2 15,0 0-5-15,0 3-11 0,0-2 9 0,1 2-9 0,0 2 17 16,0 1 0-16,1 1-5 0,-1 0-6 0,0 1 4 0,1-3-4 0,-2 3 4 16,-1-1 1-16,0 0-2 0,1-2-7 0,-1 0-7 0,1-1-1 15,2-2-20-15,-2 0-9 0,3-2-5 0,-2 0-65 0,2-1-21 16,-1-2-11-16,1 0-160 0,0-1-61 0,0-3-68 0</inkml:trace>
  <inkml:trace contextRef="#ctx0" brushRef="#br0" timeOffset="13167.72">13702 7114 767 0,'-1'6'282'0,"0"-3"87"0,0 4-238 0,0-2-40 0,1 1-26 0,0-1-22 0,1 1-36 0,1 1 3 0,0-3-8 0,3 2 16 0,-2 0-4 0,-1-3-8 0,2 4 0 0,-2-2 10 0,0 1-10 0,0-1 18 0,1 1 2 0,-1-1 1 0,0-1-6 0,0-2 3 0,2 2-7 0,-1-1 10 16,1-2-3-16,-2 1-4 0,1 1-6 0,-1-2 10 0,1 0-11 0,0-1 10 15,-2 2-5-15,0-1-8 0,-1-1-2 0,0 0 5 16,0 0-5-16,0 0 20 0,0 0 1 0,0 0 1 0,-1-3-5 16,-1 3 6-16,0-2-10 0,-1-2 8 0,1 2-5 0,-1-1-5 15,-1-1-13-15,1 2 10 0,1-4-9 0,0 3 14 0,0-4-4 16,1 3-6-16,0-3-6 0,0 3 3 0,0-3-1 0,0 1 3 16,1 1-2-16,-1-3-4 0,1-1-9 0,0 0 15 0,0 0-12 0,1 0 13 15,-1 0-3-15,1 0-9 0,1 0 6 0,0 3 3 0,0-2 1 16,1 5 3-16,-1-1-4 0,2-1-5 0,0 3-3 0,0-4 8 15,1 3-6-15,-1-2 9 0,-1 3-2 0,0 0-7 0,-1 2-10 16,1 0 11-16,0 2-9 0,0 0 15 0,1 2-1 0,0 0-6 0,1 2-15 16,-1-2 15-16,2 3-12 0,-2-4 22 0,1 1-4 0,-1-1-8 15,0-1-10-15,-1 3 11 0,1 2-7 0,1-2 22 0,-1 0-7 16,1-2-6-16,-1 1-4 0,1-2-1 0,-1-1 1 0,2-1 13 16,-1 0 0-16,-1-1 0 0,2-3-10 0,-1 0 14 0,3-2-9 0,-1 0 18 15,1-2-2-15,0 0-9 0,-1 2-18 0,1 1 13 0,0 0-13 16,-1-1 15-16,0-1-4 0,-2 0-8 0,0 2-1 0,-2 1 2 15,-1 4 0-15,-1 0 4 0,2 0 2 0,-2 3-2 0,2 2 2 16,-1 0 4-16,2 2-3 0,-1 2 3 0,1-2 0 0,0-3-1 0,2 1-3 16,-1-1 5-16,2 1-4 0,0 4 8 0,0 0-4 15,-1 1-2-15,2-1-4 0,-1-1 1 0,1-3-1 0,1 2-2 0,1-2 2 16,-2-1-4-16,0-1 0 0,-2-1-1 0,0-1-2 0,1 0-18 16,-2 0-4-16,1-1-4 0,-2 0-17 0,-1 2-18 0,-1-2 4 15,1 0-75-15,1 0-21 0,0-2-23 0,1 2-148 0,-1-2-30 16,-1-2-46-16,5 3 70 0</inkml:trace>
  <inkml:trace contextRef="#ctx0" brushRef="#br0" timeOffset="13426.62">14160 7050 1773 0,'-1'18'-255'0,"1"-10"557"0,2-5-61 0,2 0-65 0,0 1-107 0,3-1 10 0,1 3-45 0,1 1 0 0,0-4-7 0,0 4-15 0,1-3-14 0,0 1 13 0,0-3-14 0,0 2 18 0,0-2-4 0,-2-1-9 0,0-1-10 0,2 0-3 0,-1-3-3 0,0 1-22 0,0-1-20 0,-1-2-7 0,1 1-41 0,1-4-56 0,-1 3 39 0,0-2-193 15,0-2-44-15,1-2-6 0</inkml:trace>
  <inkml:trace contextRef="#ctx0" brushRef="#br0" timeOffset="13599.83">14486 6906 602 0,'-9'13'445'0,"1"-1"-202"0,0-1 342 0,0 0-392 16,0 1-7-16,1 2-63 0,-1 4-53 0,1 1-16 16,0 3-19-16,1 1-27 0,0-3 11 0,0-1-17 0,1 4 10 15,0-2-2-15,1 4-7 0,-1 1-27 0,1-4 23 16,0-2-24-16,1-2 40 0,2-2-5 0,0-5-8 0,0 3-8 15,1-1 6-15,0 0-5 0,1 0 12 0,1-1-5 0,-1 1-4 16,1-1-58-16,1-2 19 0,-1-1-28 0,1-1-28 16,-1 1-30-16,2-4-27 0,-1 1-162 0,1 1-103 0,1-5-23 15</inkml:trace>
  <inkml:trace contextRef="#ctx0" brushRef="#br0" timeOffset="65791.75">5520 10502 256 0,'-12'-3'33'15,"6"2"506"-15,2-1-170 0,-2-1 39 0,2 0-276 0,0 0 9 0,2 0-49 0,0-1-27 0,0 3-9 0,1 0-16 0,1 1-5 0,0-3-1 0,0-1-4 0,0-1 26 0,0 0-3 0,0 0 5 0,0-2-22 0,0 2 15 0,-2-1-21 0,1 0 20 0,-1 0-11 0,0 3-13 0,-2-3-11 0,1 4 9 0,0-1-11 0,-2 1 13 16,1-1-8-16,-2 1-8 0,1 0-6 0,-1 2 4 0,0 0-6 16,1 2 1-16,-1 0-1 0,2 1-4 0,-1 1-6 15,2-3 7-15,-1 4-7 0,1 1 13 0,1 2-1 0,-2 1-4 16,2 3-13-16,0-1 13 0,1 1-10 0,-2-2 17 0,1-1-2 16,1 1-5-16,0 0-10 0,0 4 11 0,0-2-8 0,0 1 15 15,1-3-1-15,0 0-7 0,0-1-9 0,1-2 10 0,0 0-8 16,0 0 15-16,0 0-2 0,0-3-6 0,0 1-7 0,0-1 7 0,1 0-5 15,-1-1 10-15,1-1-7 0,-1 1-10 0,0-1 1 0,0-1 3 16,-1-1 3-16,1 0 10 0,-1 0 5 0,0 0-3 0,0 0-2 16,-1-1 11-16,0-1-8 0,-1-1 13 0,0 1-5 0,-2-1-5 0,1-1-11 15,-1 2 3-15,-1-2-3 0,-1-1 6 0,2 2-2 0,-1-1-3 16,2 0-5-16,0 2 3 0,0-1-4 0,1 1-7 0,0 0-4 16,1 1-7-16,1 1-35 0,-1-1-6 0,1 1-9 0,1-1-48 15,0-1-14-15,2 0-16 0,1-1-147 0,1-2-5 0,2 0-44 16,2-1 123-16</inkml:trace>
  <inkml:trace contextRef="#ctx1" brushRef="#br0">8880 13257 0,'0'0'0,"0"0"0,0 0 0,0 0 16,0 0-16,0 0 16,0 0-16,0 0 31,0 0-31,0 0 0,0 0 15,0 0 1</inkml:trace>
  <inkml:trace contextRef="#ctx1" brushRef="#br0" timeOffset="348.98">8837 13140 0,'0'0'0,"0"0"0,0 0 0,0 0 16,0 0-16,0 0 15,0 0 1,0 0-16</inkml:trace>
  <inkml:trace contextRef="#ctx1" brushRef="#br0" timeOffset="579.88">8921 13151 0,'0'0'0,"0"0"0,0 0 16,0 0 0,0 0-16,0 0 15,0 0-15</inkml:trace>
  <inkml:trace contextRef="#ctx1" brushRef="#br0" timeOffset="946.41">8855 13082 0,'0'0'0,"0"0"0,0 0 0,0 0 0,0 0 15,0 0 1,0 0-16,0 0 15,0 0-15,0 0 16,0 0 0,0 0-16,0 0 15,0 0 1,0 0-16,0 0 16,0 0-1,0 0-15,0 0 16,0 0-16,0 0 15,0 0 1,0 0-16,0 0 16,0 0-1,0 0-15,0 0 16,0 0-16,0 0 16,0 0-1</inkml:trace>
  <inkml:trace contextRef="#ctx1" brushRef="#br0" timeOffset="1389.29">8950 13039 0,'0'0'0,"0"0"0,0 0 0,0 0 16,0 0-16,0 0 15,0 0 1,0 0-16,0 0 15</inkml:trace>
  <inkml:trace contextRef="#ctx1" brushRef="#br0" timeOffset="1578.07">8929 13010 0,'0'0'0,"0"0"0,0 0 16</inkml:trace>
  <inkml:trace contextRef="#ctx0" brushRef="#br0" timeOffset="69082.34">5772 10516 349 0,'-2'3'211'0,"-1"-1"-9"0,1 1-144 0,-1 2-23 0,1-3 6 0,0 4-16 0,2-1 8 0,0-3-2 0,3 2-5 0,-1-1-5 0,-1 0 25 15,2 1-15-15,1-1 42 0,0 1-5 0,2 0-14 0,-1-2-23 0,2 2 21 0,0 0-21 0,1 0 16 0,0-1-8 0,0 3-15 0,-1-3-19 0,1 3 17 0,-1-1-15 0,0 1 17 0,-1-2-3 0,0 0-11 0,1-2-6 0,1 0 12 0,-2-2-12 0,1 0 5 0,0 0 0 0,-1 0-4 0,1 0-3 0,0-3 8 0,1 0-6 0,0 0 7 0,0 0-4 0,1-3-6 0,0 2-8 0,-1-3 9 0,1 2-5 0,-2 1 10 0,1-2-10 16,-1 2-12-16,-1-3-2 0,-1 0-4 0,0-1 7 0,-3 2 1 16,0 0 8-16,-2-2 2 0,0 2-6 0,-2-2 13 0,-1 0-11 15,-1 1 13-15,-1-1-3 0,-1 3-5 0,-1 0-2 0,-1 2 0 16,-1 0 2-16,-1 2 13 0,0 1-6 0,-1-1 1 0,0 0-14 0,-1 1 13 16,1-2-6-16,0 2 19 0,0 0 0 0,0 2-10 0,-1-2-7 15,-1 1 8-15,1 0-7 0,-2 0 19 0,1 2-6 0,0 0-3 0,1-3 1 16,2 0 2-16,0 1 2 0,1 0 12 0,2 4-4 15,0-1 0-15,3 3-21 0,-2-2 18 0,2 0-15 0,5 2 22 0,1 0-11 16,1 1-14-16,1-1-7 0,-4 2 1 0,-1-1 0 0,1 0 3 16,0 0 0-16,0-1-2 0,1 1-7 0,1 1 14 0,-1-1-6 15,-4 3 29-15,-2-4 1 0,2 2-3 0,-1-1 2 0,6 0 13 16,1 1-8-16,0 0 13 0,3 0-8 0,-2 0-15 0,3 0-7 16,1-2 9-16,2 0-8 0,2-1 5 0,2 0-8 0,2-2-7 0,1 1-17 15,1-2 12-15,-1 0-8 0,-1-3 14 0,1 0-3 0,-1-2-10 16,1-2-10-16,1 2 7 0,1-3-7 0,-1 1-4 0,-2-3-14 15,2 1-13-15,-1 0-48 0,-1-1-17 0,1 0-4 0,-3-1-63 0,0 0-9 16,2 1-9-16,-2-2-19 0,1 0-74 0,-1 0 21 0</inkml:trace>
  <inkml:trace contextRef="#ctx0" brushRef="#br0" timeOffset="69502.61">6647 10191 1384 0,'-18'-8'-103'0,"9"3"240"16,2 2-31-16,0-2-22 0,1 2-47 0,-1-1-1 0,1 0-11 0,1 1-9 0,-1 1 1 0,0-1 1 0,1 2-6 0,-1 0 6 0,0 1-4 0,2 0 11 0,-2 0-3 0,2 0-7 0,-2 0-13 0,1 2 9 0,-1 1-11 0,0 1 1 0,0-1 3 0,-1 3-3 0,0-1-4 0,-1 1 3 0,0 2-6 15,1 1 14-15,-1-2-4 0,-1 4 1 0,0-4-2 0,1 4-2 16,0-3 5-16,0 1 5 0,3 3-6 0,-1-1-1 0,0 2-3 16,1-1-1-16,-1 1 3 0,1-2 13 0,0 1 2 0,1 2 3 15,-1 0-13-15,2 2 24 0,0 1-20 0,1 0 20 0,1 2-5 16,0 1-16-16,1 1-7 0,1-1 3 0,1 2-4 0,1 1 9 15,1-1-5-15,1 2-2 0,0-2-12 0,1-3 8 0,-1-2-7 0,2-3 0 16,1 0-6-16,-1-2-12 0,1-1 0 0,1-1 2 0,0-1-4 16,0 0-53-16,0-2 2 0,-1 0-28 0,-1-1 39 0,1-1 7 15,-2-2-1-15,-2 1-33 0,0-2-3 0,-2 0-8 0,0 1-7 16,-2-2-23-16,-1 0 8 0,-2 1-114 0,-1-2 140 0,-3 0-15 0</inkml:trace>
  <inkml:trace contextRef="#ctx0" brushRef="#br0" timeOffset="69699.28">6253 10606 924 0,'1'2'919'16,"-4"-3"-874"-16,0 3-69 0,4-2 63 0,3 0-1 0,1-1-8 16,-2-1 8-16,2-1-9 0,3-2-5 0,2 0-5 0,7-2-9 0,3 1-23 15,-1 0 4-15,0-2-8 0,-2-1 1 0,-1 0-3 0,-2 0-5 0,2 0-25 16,0 1 6-16,0 1-10 0,-2 0-17 0,1 4-9 15,-2-4-17-15,2 2-48 0,-2-1-7 0,1 2-5 0,-1-1-28 16,0 1-11-16,0-1-13 0</inkml:trace>
  <inkml:trace contextRef="#ctx0" brushRef="#br0" timeOffset="69965.11">6907 10435 237 0,'0'-1'77'0,"1"0"46"0,-1 0 46 0,-1 1-27 0,0-3-20 0,-2 2-44 16,-1-2 23-16,1 2-26 0,-2 0 15 0,0 1-9 0,-2-2-14 0,-1 2-16 16,-1 0 5-16,-1 0-7 0,0 2 8 0,-1-1-5 0,-3 0-7 15,0 2-27-15,-1-1 17 0,1 1-20 0,0 1 8 0,2-1-6 16,-1 0-9-16,6 2-8 0,1-1 0 0,-1 1 0 0,0 0 1 16,-5 0 2-16,-1 2-2 0,0-1-19 0,2-1 19 0,1-1-17 15,1 3 29-15,-1 0-6 0,0 3-10 0,1 2-10 0,1 2 6 16,0-1-5-16,2 0 8 0,0-2-2 0,1-2-7 0,1 0-26 15,1 0 2-15,1-1-15 0,1-2-56 0,1-1-14 0,1-1-23 0,3 1-23 16,-1-2-12-16,3 2 6 0,-1-3-33 0,3 1 118 0,2 0-2 16</inkml:trace>
  <inkml:trace contextRef="#ctx0" brushRef="#br0" timeOffset="70714.96">6575 10595 928 0,'2'0'155'0,"1"0"-65"0,2 0-38 0,1 0-18 0,0 0 16 0,1 0-6 0,1 2-11 0,2-2 1 0,1 1 2 0,-1-1-2 0,2 0-1 0,-2 0-8 0,1-3-4 0,0 2-8 0,0-1 14 0,1-2-7 0,-2 0 17 0,0-1-3 0,-6 1-16 0,1-2-6 0,-2-2 14 0,2 1-14 0,6-2 10 0,-1 2-4 0,0-2-4 0,1 1-21 16,1-1 16-16,-1 2-14 0,0-2 23 0,-1 1-2 0,-2 5-10 0,-1-2-8 16,-2 3 6-16,0-2-5 0,-2-3 9 0,1 4-4 0,-3-3-6 0,0 5-9 15,-1-1 14-15,0 2-6 0,0-2 26 0,0 2-5 16,-1 0-8-16,0 0-20 0,-2 2 10 0,1 0-10 0,-1-1 15 0,-1 5-4 15,2-3-8-15,-2 4-9 0,0-2-2 0,1 1 2 0,-3-3 9 16,1-1-2-16,-3 4 3 0,-1-3-14 0,0 4 12 0,0 2-8 16,-1 0 17-16,1 1 0 0,-1 0-9 0,-1 0-3 0,0 2 8 15,0-2-6-15,4 0 15 0,2 1 1 0,-2 0-1 0,1 1-8 16,-5-1 13-16,1-1-11 0,-1-1 17 0,2 2-1 0,2-2-6 0,0 0-20 16,4 0 15-16,0 0-14 0,0 0 24 0,1-3-5 0,2 0-8 15,-1-1-16-15,1 2 14 0,1-2-9 0,0 1 22 0,1-2-7 16,1 3-7-16,0-4-11 0,0 1 12 0,2 0-7 0,1 0 12 15,-1-1 2-15,2-2-10 0,2 0-17 0,1 0-8 0,0-1-8 16,2-1-53-16,1-1-8 0,-5 0-7 0,2-3-52 0,1 0-6 0,4-1-9 16,9-2-108-16,3 2 170 0,1 0-30 0</inkml:trace>
  <inkml:trace contextRef="#ctx0" brushRef="#br0" timeOffset="70965.5">7322 10446 1222 0,'-30'3'-774'0,"18"-3"1278"15,3-1-156-15,-1 0-287 0,0 1-5 0,0 0-10 16,5 1 2-16,1 0-27 0,-1 3-4 0,1 1-2 0,-4 2-21 0,0-1 25 16,-1 2-20-16,1-2 37 0,-1-1-8 0,0 2-13 0,0 1-3 15,2 6-2-15,0 0 3 0,1 2-3 0,-1-2-3 0,-1 0-2 0,1 1-7 16,-1-3 2-16,0 2-4 0,1-1-4 0,0-3-3 0,1 1-3 15,0-1-35-15,0-1-4 0,2-1-6 0,1-1-27 0,0-3-15 16,1 0-16-16,1-1-92 0,1-1-10 0,0-1-16 0,0 1 95 16</inkml:trace>
  <inkml:trace contextRef="#ctx0" brushRef="#br0" timeOffset="71349.55">7402 10585 313 0,'2'-4'195'0,"0"4"-91"15,2 0 144-15,2-1-170 0,-1-2 7 0,1 3-32 16,1-1-2-16,1-1-5 0,0 0-9 0,-1 1-14 0,2-1 2 0,-1-1-4 0,-2 0 3 16,0 0 5-16,-1-1-3 0,-2-1-8 0,1 1 22 0,-2-1-19 15,-1 0 29-15,-1-1-6 0,0 0-5 0,0 0-14 0,-1 0 15 16,1-1-13-16,-1 0 5 0,0 1-5 0,0 0-19 0,0 0-10 15,-1 5 10-15,0-1-11 0,0 2 5 0,-1-2-2 0,-1-2-4 0,1 2-8 16,-2-1 14-16,1 2-8 0,-2 1 14 0,0 0 3 16,0 1-11-16,-2 1-7 0,1 0 15 0,1 3-12 0,-2-1 16 0,0 0 3 15,0-1-4-15,-1 2-6 0,1 1 11 0,1 3-8 0,2 3 25 0,-2 0-2 16,3 1-3-16,-1 1-9 0,2 0 4 0,0 0-6 16,3 1-2-16,0-1 5 0,2-3 1 0,0 2-10 0,1-2 13 15,1 0-12-15,1-1 9 0,0-2-1 0,0 1-12 0,1-3-13 0,1-1 14 16,-1 2-15-16,1-4 8 0,0 1 4 0,1-1-6 0,-2 1-22 15,2-3 15-15,0 0-18 0,0-1 6 0,1-1-14 0,-1-2-16 0,1-1-51 16,1 2-14-16,-1-3-8 0,1 0-85 0,1 0-5 0,-1-1-17 16,3 3-125-16,-2-3 211 0</inkml:trace>
  <inkml:trace contextRef="#ctx0" brushRef="#br0" timeOffset="71681.96">7596 10595 1222 0,'-5'3'85'0,"2"0"26"16,-1 0-38-16,2 0-17 0,0 1-25 0,1 0 2 0,1-1-9 16,0 1 8-16,0-1-14 0,-1-1-4 0,1 1-1 0,0 0-12 15,0-1 10-15,-2 1-9 0,2-1 12 0,0-1 5 0,0 1 1 0,-1-1-14 16,1-1 20-16,0 1-16 0,0-1 25 0,1 0-6 0,-1 0-14 0,4 0-18 16,-1-2 19-16,4-1-17 0,1-3 18 0,3-1-5 15,2 0-11-15,8-5-21 0,0 1 4 0,3-1-7 0,3-2 7 16,-7 3 0-16,0-4 0 0,4 1 9 0,-1-1 1 0,4 2 3 15,-2 0 6-15,-5 7-2 0,-2 0-1 0,-1 2 3 0,-1 1 15 16,-1-1-6-16,0 4 28 0,-1 0 3 0,-1 0-7 0,-1 4-6 0,1 1 8 16,-2-1-10-16,0 3 6 0,-2-4-8 0,0 1-3 0,-2 3 0 15,-2-1 4-15,1 6 0 0,-3-1 12 0,0-1-7 0,-1 1-4 0,-1-2-11 16,0 1 4-16,-1-3-5 0,0 2 0 0,0 0-6 0,0-1-7 16,0 0-7-16,0-2 3 0,0 1-4 0,0-2-4 0,0-1-8 15,1-1-8-15,0 1-37 0,0-3-7 0,1 2-6 0,-1-3-38 16,0 0-9-16,0 0-10 0,2-3-82 0,3 1-2 0,1-1-18 15,2 0-49-15,-2 1-1 0,0 0-23 0</inkml:trace>
  <inkml:trace contextRef="#ctx0" brushRef="#br0" timeOffset="72083.72">8721 10373 814 0,'-6'0'249'0,"2"0"-68"0,-1 1-59 0,-6 1-45 16,-1 1-13-16,-2 1-16 0,1 1-20 0,-1 1-33 0,2 3 17 15,-2 0-15-15,0 2 18 0,0-1-4 0,0 4-9 0,1 0-11 16,0 1 6-16,0-3-5 0,1 2 13 0,0-3 2 0,1 5-5 0,-1 0 1 16,3 0 9-16,1 0-9 0,2-3 2 0,1 0 3 0,2-3 1 15,2 1-15-15,1-5 4 0,2 0-6 0,2-1 15 0,3-1 1 16,2 0-1-16,2-3-14 0,5-1 19 0,0 0-17 0,3-1 21 15,0-4 3-15,5 1-7 0,3-3-18 0,3 0 10 0,1-2-10 0,1 0 20 16,-8-1-2-16,2 0-5 0,0-1-3 0,1-1 10 0,5-1-6 16,-6 0 14-16,-3-1-8 0,-4 2-6 0,-3-2-15 0,-3 0 12 15,-2 4-6-15,-2-1 18 0,-1 0-3 0,-3 4-13 0,-2-5-6 16,-2 4 13-16,-1 5-9 0,-3-3 18 0,-4 6-1 0,-2 3-6 0,-3 1-20 16,-4 5 24-16,-4 4-18 0,-4 1 39 0,-3 4-3 0,-3 0-14 0,-4 3 10 15,1 2 10-15,6 0-5 0,3 3 10 0,5-2-11 0,1-2-11 16,0-1-2-16,5-1 3 0,6-1 0 0,6 0-3 0,3-1-5 15,6 0-10-15,9 0-13 0,3-4-6 0,7 0-6 0,0-5-62 16,7-4-29-16,6 1-28 0,7-6-228 0,7 0-127 0,-1 0-33 16</inkml:trace>
  <inkml:trace contextRef="#ctx0" brushRef="#br0" timeOffset="72916.33">14972 10547 890 0,'-20'-16'232'0,"0"-2"-135"0,2 6-90 0,0 0-6 0,1 3 11 0,1 5 4 0,0 2 1 15,1 0 5-15,-1 0 22 0,0-2-13 0,2-2 45 0,0-1-5 0,3 2-3 0,1-3-15 0,1 3 7 0,4 0-7 0,1-1 7 0,3 1-8 0,1 1-12 0,0 0-22 0,3 0 4 0,3 0-10 0,3 2-8 0,2-2 5 0,1 1-3 0,3 3-19 0,2 0 18 16,1 2-17-16,4 0 24 0,3 2 2 0,3-1-9 0,8 0-5 0,5 0 9 0,12 0-10 0,8-2 5 0,1 0 1 16,7 2-1-16,1-3-8 0,1 0 3 0,4-3-5 0,6 1 12 0,2 0-3 15,0 0 0-15,1-2-12 0,-5 1 3 0,-3 3-2 16,5-1 8-16,-1 1-5 0,-3 0-7 0,2-1 10 0,-8-2 0 0,-4 3 2 16,-1 0-1-16,-1 0-2 0,4 0-5 0,0 3-36 0,1-1-6 15,-7 0-13-15,-4-1-88 0,0 0-70 0,0 0-55 0</inkml:trace>
  <inkml:trace contextRef="#ctx0" brushRef="#br0" timeOffset="79881">21464 886 256 0,'-1'-22'44'0,"-8"12"605"0,-1 1-302 0,1 3-1 0,3 4-358 0,2 1 13 0,1 1-8 0,1 0 27 15,2 0 0-15,0 0-2 0,-1 0 7 0,1 0-8 0,0 0 5 0,0 1-19 0,1 2 2 0,1 1 1 0,1 1-9 0,0 3 12 0,3 3-10 0,-1 3 15 0,2 0-1 0,1 3-6 0,1 5-6 0,1 1 16 0,-1 5-11 0,2 4 21 0,0 0-2 0,0 1-8 0,1 3 7 0,0 0 1 0,0 1 0 16,1 1-10-16,-2 3-6 0,-2 0-8 0,-1 3-2 0,0-4 2 0,-2-5 0 16,2 0 11-16,-7-3-3 0,1 1-1 0,0 4-15 15,-2 7 9-15,3 1-8 0,2 3 11 0,-2-5 5 0,-1-2-2 0,2-2-10 16,-1 0 16-16,-1-2-15 0,2 1 19 0,-3 1-5 0,1 0-10 0,1 6-4 15,-3 3 2-15,0-2-1 0,1-2 3 0,-1-3 2 16,2-3-3-16,-1-1-1 0,-2 0 3 0,-1-1-2 0,0-1 7 0,1-1-7 16,0-1-2-16,0 4-14 0,0 2 13 0,-3 3-9 0,0 3 15 15,-1-4-2-15,1-2-8 0,1-2 2 0,-1-3 8 0,0-4-4 16,0 2 13-16,2-3-5 0,0-1-9 0,4 0-7 0,-3 0 8 0,4-1-5 16,-3-3 17-16,-2 1-1 0,4-2-6 0,-2 1-10 0,6 0 9 15,2-2-7-15,2-4 19 0,2-3-1 0,3-1-4 0,5 1-7 16,0 2 4-16,0 1-4 0,3-1 4 0,-2-5 2 0,2-2-1 15,5-3 1-15,1 2 1 0,4-2-2 0,2-2 2 0,1 1-3 16,4-1 2-16,2 1-15 0,2-1 6 0,-6-1-5 0,5-1 11 0,-6 1 1 16,1-2-3-16,5 1-6 0,-1 0 5 0,-2-2-5 0,4 0 10 15,3 2-1-15,5-2 0 0,4-1-3 0,0 0 6 0,1 2-5 16,-2-2 4-16,-2 0-1 0,4 0-6 0,8-3-3 0,9 0 13 0,6 0-9 16,1-2 13-16,-6 2-2 0,-3-3-9 0,4 2-9 15,9-1 5-15,1 1-6 0,-1 1 8 0,-5 1 1 0,-8-1-3 0,3 1-8 16,3 2 8-16,0 0-7 0,-3 3 9 0,-5 0-2 0,-5-2-3 15,-1-1-11-15,-1 1 13 0,-2 1-9 0,-2-1 19 0,-2 2-2 16,-5-1-9-16,-7 1-5 0,-4-2 4 0,-8 2-5 0,-3-3-4 16,-3 1-6-16,-7 0-7 0,-3 0-26 0,-4 1 5 0,-3-1-10 15,-2-1-9-15,-1 1-16 0,-2-1-17 0,1 0-44 0,-1 0-30 0,-2 0 1 16,1-2-208-16,1-3 228 0,-1 1-41 0</inkml:trace>
  <inkml:trace contextRef="#ctx0" brushRef="#br0" timeOffset="80578.27">20106 1460 568 0,'-5'-9'158'0,"0"2"235"16,1 3-335-16,0 2-51 0,2 1-19 0,0-1 48 0,-1 1 5 0,2 0-7 0,0-1 20 0,0 2 3 0,1 0-5 0,0 0-33 0,1 0-5 0,1 0-10 0,3 2-3 0,3-1 9 0,1 3-2 0,1-2 22 0,2 4 0 0,-5-1-8 0,1 2-10 0,1 1 15 0,2 1-13 0,7 0 14 0,1 2-14 16,-1 4-13-16,1-1-8 0,-1 2 10 0,-1-2-3 0,1-1 24 0,1-1-7 0,0 2-6 0,1-1-12 0,-1 2 6 0,1-2-5 0,-4 3 3 0,0 0-1 15,-2 0-3-15,-1-2-2 0,1 1 0 0,-1-4 2 16,-1-1 10-16,1-1-7 0,-1 1-2 0,2-1-33 0,-2 2-1 0,0-1-7 15,2-2-26-15,-2-1-15 0,2-2-16 0,-2-1-77 0,0-2-15 0,-4-2-12 16,0 0-87-16,0-6 166 0,1 0-11 0</inkml:trace>
  <inkml:trace contextRef="#ctx0" brushRef="#br0" timeOffset="80866.03">20802 1361 1366 0,'-5'-8'31'0,"-3"1"-45"0,0 3 17 0,1 3-17 0,1 1 21 16,-1-2 6-16,0 2-2 0,-1-1 34 0,2 1 3 0,0 0 5 15,0 0-8-15,1 1-6 0,0 1-14 0,1 1-27 0,-2 2 14 16,2 1-15-16,-1 1 16 0,1 5 2 0,1 1-6 0,1 2 3 0,-1 5 21 16,1 4-11-16,0 4 36 0,1 4-12 0,0 7-13 0,0 6-14 15,-1 4 4-15,1-1-3 0,0 4 7 0,-2-5-9 0,2-3-8 0,-2 0-10 16,1-1 4-16,-1 1-3 0,1 0 9 0,1-4-4 15,-1 1-4-15,-1-2-9 0,-1 1 10 0,-2-3-9 0,1-1 11 16,-2-4-4-16,-1-3-7 0,-1 1-15 0,6-2-3 0,-2-1-1 0,2-1-17 16,0-3-7-16,-5 0-9 0,1 0-60 0,0-2-16 0,4 2-16 15,2-2-156-15,4-3-51 0,4-3-61 0</inkml:trace>
  <inkml:trace contextRef="#ctx0" brushRef="#br0" timeOffset="81620.89">23721 3914 1146 0,'-5'-1'214'0,"2"-5"-209"0,0 4 7 0,-3-1-33 15,-1 2 13-15,1 1-8 0,0-1 45 0,0 1 6 0,0-2-2 0,-2 2-4 0,-1 0 21 0,1 0-20 0,1 0 6 0,0 0-9 0,1 0-13 0,0 2-10 0,2 0 12 0,-2 2-8 0,3-1 19 0,-2 2-1 0,1 1-10 0,-2 2-10 0,5 1 15 0,0 2-14 0,-3 3 14 0,1 3-4 0,-8 0-6 0,-5 3-10 0,0 2 8 0,-2 2-6 0,-1 3 7 16,1 1-3-16,0-2-7 0,0 2-9 0,-2 0 12 0,-1 0-8 0,0 2 15 15,0-3-5-15,2-2-9 0,1 4-9 0,-1-3 13 0,0 0-8 16,2 0 20-16,3-3-6 0,-1 0-7 0,0-3-17 0,3-1 9 0,0-1-10 16,-1 0 7-16,2-2-8 0,-1 0-8 0,3 0-26 15,1-1-15-15,0-3 0 0,2-1-78 0,2-5-25 0,1-2-29 0,0-4-132 16,0 0 196-16</inkml:trace>
  <inkml:trace contextRef="#ctx0" brushRef="#br0" timeOffset="81853.92">23247 3943 1205 0,'-12'-11'33'0,"7"7"-32"16,1 3 19-16,1-2-13 0,2 3 59 0,1 1-5 0,3 1-10 0,-1 0 16 16,5 3 6-16,2 3-3 0,1 2-21 0,2 3-11 15,1 2-20-15,3 5 6 0,3-2 15 0,3 3-6 0,3 2 25 0,5 0-9 16,2 2-9-16,6 0-18 0,5 1-1 0,2-2-4 0,-5 1-9 15,-1 0-3-15,-3-3-3 0,-1-2-2 0,3-2 0 0,-4-2-1 16,-3-1-9-16,-4-3-8 0,-2-1-6 0,0 2-42 0,-2-2-28 16,-3 0 5-16,0-1-41 0,-3-1 16 0,0-1 26 0,-2-2-153 15,0-1-57-15,-1-1-37 0</inkml:trace>
  <inkml:trace contextRef="#ctx0" brushRef="#br0" timeOffset="82803.88">21842 2598 1208 0,'106'-64'306'16,"-103"59"-26"-16,139-67-272 15,-120 59-4-15,11-2-1 0,-1 1 5 0,3-3-13 0,5-1 10 0,-2-1-6 16,0-2 13-16,-1 1 2 0,2-1-4 0,5-2-13 0,0 0 14 16,2-2-12-16,-1 3 22 0,-8-2-5 0,1 1-9 0,0-3 0 15,-1-1 8-15,5 2-3 0,-4-1 15 0,0 2-2 0,1-2-4 16,4-2-1-16,3 1 3 0,2 3-2 0,-4-2-3 0,-1 3 1 0,-2-3-6 15,3-3-6-15,6-4 9 0,-2 1-9 0,2-3 5 0,1 3-2 16,2 3-7-16,6-6-4 0,-2 4 4 0,-2-2-3 0,-1 2 4 16,-6 1-1-16,0-1-3 0,5 1 0 0,-1 4 4 0,2-1-3 15,1 0 0-15,-4-1 1 0,-6-1-2 0,0 0 0 0,-4-3 0 16,-3 3 0-16,3-3 5 0,-7 5-5 0,-2 1 3 0,0 0-3 0,-4 5-2 16,-4 0 1-16,-1 5 2 0,-5 1-5 0,-1 4-4 0,-4 2-11 15,-2 0-1-15,-2 3-2 0,-2 2-11 0,-5 0-9 0,0 3-10 0,0-1-67 16,-2 1-35-16,0 0-8 0,-2 1-208 0,-1 0 219 0,-1 0-28 15</inkml:trace>
  <inkml:trace contextRef="#ctx0" brushRef="#br0" timeOffset="83953">22564 2253 677 0,'0'0'68'0,"0"-2"-53"0,0 2-3 0,0 0-23 0,1 0 17 0,1 1 16 0,0-1 6 0,0 0 33 0,1 0-3 0,0 0 4 16,0 0-30-16,0-1-4 0,1 1-9 0,-1 1-9 0,2 0 23 0,-2 1-17 0,0-2 32 0,1 0-6 0,-4 1-7 0,0 0-13 0,0 0 14 0,0 2-9 0,5 0 23 0,2-3-7 0,0 2-12 0,1 1-10 0,1-1 6 0,1 1-7 0,-1-1-4 0,2 1-5 0,0 0-8 0,0-1-6 0,1-1 3 0,-2 1 0 0,1 0 15 15,0-1-5-15,-1-1-4 0,3 0-15 0,-3 0 14 0,1 0-12 16,0-1 18-16,0 0-4 0,1-2-5 0,1 2-6 0,1-1 2 0,0-1-1 16,1-1 17-16,-1 0-2 0,2 0-2 0,-1 1-17 0,1-1 12 15,0 1-11-15,3 1 19 0,2-1-9 0,-3 1-6 0,2-1-12 16,1 0 14-16,1 1-7 0,-2-2 23 0,-7 1-3 0,-2 2-10 0,1-1-12 15,-1-1 13-15,6 0-11 0,0 2 15 0,-1 0-1 0,-1-2-6 16,-2 2-12-16,1-2 12 0,-2 3-8 0,2-2 21 0,-3-1-1 16,0 0-10-16,0 1 8 0,2-2 4 0,-1 2-1 0,1-1 1 15,-2 2-1-15,-1 0-3 0,-1 1 3 0,1 0-1 0,-1-2 1 0,1 0-5 16,-1 1 5-16,1-1-1 0,-1 1-11 0,0 0 14 0,-2 1-15 16,-2 0 11-16,0-2-4 0,-1 2-8 0,0 0-13 0,-2 0 12 15,0 0-10-15,1 0 20 0,-3 2 0 0,1-2-6 0,-1 0-12 16,0 0 18-16,0 0-14 0,0 0 20 0,0 0 1 0,0 0-8 0,0 0-19 15,0 0 20-15,0 0-20 0,0 0 22 0,0 0 0 0,0 0-11 16,0 0-10-16,0 0 16 0,0 0-13 0,0 0 22 0,0-2-6 16,0-3-7-16,0 4-9 0,0-1 6 0,0-2-2 0,1 1 15 15,-1-1-4-15,0 0-6 0,0 2-10 0,0-1 10 0,0-1-7 0,0 3 12 16,0-1-2-16,0 0-6 0,-1 1-3 0,1 0 10 16,0 1-6-16,0-1 11 0,0 1-4 0,0 0-7 0,0 0-7 0,0 0 7 15,0 0-7-15,0 0 9 0,0 0 2 0,0 0-1 0,0 0-3 16,0 0-6-16,0 0 2 0,0 0 3 0,0 0-2 0,-1 0 4 0,-1 0-39 15,2 0-1-15,0 0-13 0,0 1-50 0,0 0-27 0,-1 2-27 16,4-2-200-16,0 0 217 0</inkml:trace>
  <inkml:trace contextRef="#ctx0" brushRef="#br0" timeOffset="84866.33">23091 2485 256 0,'-2'-9'21'0,"-1"7"296"0,1-1-145 0,1 2 2 0,-1 1-152 0,1 0 13 0,1 0-1 0,-1 0 39 0,-1 1-9 0,1-1-4 0,0 1-41 0,0 1 6 0,0-2-14 0,1 2 3 0,-1 2-1 0,1-1-9 0,0 2-18 0,0-2 23 0,0 0-21 0,1 2 29 0,0-2-6 0,1 1-11 0,1-1 5 16,-2 1 2-16,2 0 3 0,-1-1 4 0,2-1 1 0,-2 2-6 16,0-1-6-16,-1 2 12 0,0-1-11 0,1-1 12 0,-1 1-1 15,0 0-1-15,-1 1-1 0,1-1 2 0,-1 2 0 0,0 0 11 16,1-1-6-16,-1 1-3 0,0-1-6 0,0 2 2 0,0-2-2 16,0 2 1-16,0 0-8 0,0-1-2 0,0-1 3 0,1 0-3 15,-1 2 8-15,2-1-3 0,0-1 0 0,-1 3-6 0,-4-3-5 16,1 2 10-16,0-1-9 0,-1-1 8 0,4 2 0 0,0-4-2 0,0 0-7 15,1-2 0-15,-2 0 0 0,1 1 12 0,-1 2 0 0,0-1 0 16,1 1-18-16,-1 0 11 0,2-1-11 0,-2 1 14 0,0-1-4 16,0 0-8-16,-2-1-23 0,1 1 12 0,0 0-14 0,0 0-11 0,0 1-8 15,0 0-20-15,-1 0-79 0,-1-1-31 0,4 2-18 0,2-2 24 16</inkml:trace>
  <inkml:trace contextRef="#ctx0" brushRef="#br0" timeOffset="86452.21">23348 1582 410 0,'-3'-1'83'0,"2"1"116"0,-1 0-182 0,2 0-13 0,2 0-21 0,-2 1 30 0,2-1-6 0,-1 2-12 0,0-2 10 0,-1 0 4 0,1 0 4 0,-1 0 12 0,0 0-2 0,0 0-7 0,0 0-4 0,0 0 6 0,0 0-8 0,0 0 8 0,0 0-3 16,0 0 5-16,0 2-6 0,0 0-5 0,0 1 5 0,-1 3 7 0,1-3 0 0,0 3 1 0,0 0-30 0,0 0 30 0,1 1-28 16,0 0 29-16,2 2-6 0,-2 0-15 0,0 4-13 0,-1 3 14 15,1 0-6-15,2 0 43 0,1-2-2 0,0-3-7 0,1 3-29 16,1 2 18-16,1 0-20 0,0 2 11 0,-3 3-4 0,1-1-10 0,-2 1-8 16,1-3 11-16,-1-1-5 0,0-1 19 0,1-2-1 15,-2 1-11-15,-1 1-22 0,0 0 28 0,0 1-24 0,-1 0 30 16,0-1-14-16,0-2-18 0,0 0 0 0,-1-3-8 0,1-1 11 0,0-1 7 15,2-2-7-15,1 1-3 0,0 0-56 0,3 0-15 0,-1-2-16 16,3 0-138-16,-1-2 147 0,0-3-28 0</inkml:trace>
  <inkml:trace contextRef="#ctx0" brushRef="#br0" timeOffset="90915.42">25244 9026 256 0,'5'-19'140'0,"-1"15"423"0,0 1-1 0,3 2-437 0,2 1-121 0,1-4-13 0,3 0 40 0,3 0 3 0,2-1-2 0,3 0 6 0,1-1 8 0,1 1-5 0,3-2-2 0,3 0-8 0,5 0-9 0,3-1-19 0,2 1 11 0,-5-1-9 0,2-1 15 0,-1 1-6 0,2 0-8 15,6-1-2-15,-3 1 6 0,-1 0-5 0,2 2 1 0,-1-1 1 0,5 2-2 0,4 1-8 0,0 2 0 0,-7 1-3 0,-1 1 6 0,-6 0-6 0,-2 0 0 0,3 1-30 0,-2 1-5 0,-1 0-6 0,-4 2-35 0,1-2-16 0,-1 1-15 0,2 1-110 0,3 1-86 16,3-2-8-16</inkml:trace>
  <inkml:trace contextRef="#ctx0" brushRef="#br0" timeOffset="91396.49">27878 9179 1234 0,'1'-12'350'0,"3"-2"-175"0,0 3-136 0,5 2-2 0,4 2 8 0,11-1-11 0,9 3-17 0,13-2-5 0,6 5 11 0,3-1-7 0,5 1 8 16,-3 1-3-16,5 1-11 0,10 1-16 0,9 1 14 0,5 2-12 0,3-3 17 0,-6 1-5 0,-3 0-8 0,3 2-27 0,7-1 2 0,3 3-13 0,1-2-56 0,-6 1-13 0,-2 0-26 0,11 2-126 0,2 2-69 0,2 0-25 15</inkml:trace>
  <inkml:trace contextRef="#ctx0" brushRef="#br0" timeOffset="99282.1">25517 9236 629 0,'11'0'140'0,"0"0"-82"0,1 0-37 0,2 0-13 0,-1 1 31 0,-4 2-5 0,1-1-10 0,4 1-10 0,2 1 14 0,8-1-13 0,2-1 17 0,1-1-1 0,0-1-2 0,-2-1 2 0,-1-2-2 0,0-2 3 0,2-1 10 0,0-2-3 0,2-4 2 0,1 0-17 0,2-1 9 0,1-3-12 0,1 1 1 0,1-3-8 0,-1 0-5 0,-2-4-15 0,1 1 4 16,-2-4-3-16,1-1 13 0,2 1 1 0,-3 0-6 0,2-5-22 0,-3 1 22 0,1-3-21 0,-2 0 25 15,-2 0 0-15,0-2-7 0,-1-1-13 0,-2-3 14 0,0-1-10 16,-2-5 20-16,-4-1-1 0,-1-2-11 0,-3-5-1 0,-3 2 5 15,-6 0-3-15,-3-2 4 0,-1 6 2 0,0 2-2 0,0-4-13 0,0 2 8 16,-1-3-8-16,-4-3 13 0,4 5-3 0,-4-1-6 0,-1 2-19 16,-6 3 21-16,-8-2-16 0,-2 6 21 0,-3 2-5 0,0 1-12 0,1 1-9 15,-4-5 18-15,1 1-10 0,-3 2 24 16,1 7 1-16,-1 3-12 0,-5 4-17 0,-2 3 25 0,-2 4-21 0,-4 2 28 0,0 5 2 16,2 4-10-16,-5 2-10 0,0 4 10 0,-2 6-10 0,-1 6 11 15,4 3 1-15,0 7-7 0,-4 5-6 0,-3 2 18 0,-2 6-13 16,-1 3 22-16,3 1-2 0,-2 4-6 0,2 0-13 0,0 4 14 0,6 0-10 15,4 5 26-15,2-1-2 0,3 4-11 0,-31 57 24 16,63-110-13-16,-32 105-25 0,29-57 7 0,5 0 1 0,4 1-8 16,1 2 11-16,6-4-5 0,0-1 22 0,3-7-7 0,8-1-9 0,7-3-14 15,9 1 7-15,3-1-7 0,-1-1-2 0,0-2-3 16,3 0-4-16,4-1-6 0,5-1-8 0,3 2 5 0,1 1-13 0,-5-3-3 16,1 0-2-16,-2 1-76 0,-2-1 27 0,1 0-39 0,-2-1-5 15,-2-4-26-15,-1-1-30 0</inkml:trace>
  <inkml:trace contextRef="#ctx0" brushRef="#br0" timeOffset="99937.8">28867 9580 1534 0,'5'-14'50'0,"-1"-4"-6"0,4-1-38 0,0 1-2 0,2 4-3 0,3-3-12 0,2-1 7 0,3 0-6 0,1-3 17 0,4 1-1 0,-1-1-7 0,2-1-5 0,-6-2 20 0,-3-1-12 0,5-2 37 16,1-1-10-16,7-1-11 0,2-2-4 0,1-3 3 0,-4-5-1 0,-2-3 4 0,-2-3-2 0,-2 0-5 0,3-3-4 0,-3 2 7 0,0-1-6 0,-1-1 1 0,-5 4-5 0,-1-1-5 0,-4-2 0 0,-2-5-7 0,-4-1 6 0,-4-1 0 0,-1 3-2 15,-5 2 2-15,-4 0-3 0,-3-1 2 0,-4 4 0 0,-4 1 4 0,-3 6-3 0,-2 0-1 16,-4-5-3-16,-4 2 2 0,-3 0 0 0,-8 3 3 0,-1 5 4 16,-3-2-2-16,1 2-14 0,-2 2 15 0,0 4-15 0,-3 3 17 0,0 6-1 15,-1 2-4-15,-8 4-21 0,-2-1 15 0,-1 2-15 0,-4 2 17 16,7 4-5-16,1 6-13 0,-2 5-4 0,5 5 18 0,-4 4-10 15,3 4 26-15,4 4-2 0,-3 6-8 0,6 8-8 0,1 4 10 16,2 7-6-16,6 6 7 0,7 0 4 0,2 5-6 0,4 2-12 16,0-2 21-16,2 2-19 0,4-4 17 0,5 0 2 0,6 3-6 0,4 0-4 15,3-2 0-15,6-5-2 0,7-6 4 0,5-9 8 0,6-3 2 16,4-1-12-16,5-1 21 0,4-1-19 0,0 1 26 0,3-2-4 16,3 0-10-16,6 4-15 0,7 2 10 0,6-3-8 0,5 1 14 15,0-3-1-15,-2-2-10 0,1 0-7 0,2-2 10 0,7-4-9 16,7 0 7-16,3 0-2 0,83 24-107 0,-161-47-208 0,158 49 416 15,-73-22-494-15,-2-1 243 0,4-3-55 0</inkml:trace>
  <inkml:trace contextRef="#ctx0" brushRef="#br0" timeOffset="106681.67">6987 13470 439 0,'6'-3'116'0,"0"2"143"0,2-1-104 0,0 1-56 0,1 0 13 0,2 0-73 0,3 1-4 0,1 0-12 0,2 0 3 0,3 0 3 0,1 1-1 0,2 0 1 0,2 0-1 0,1 2-6 0,-4 0-13 0,2-1 20 0,1-1-17 0,-1-1 22 0,5 2-10 0,1-1-9 0,-1 2-13 0,-1-2 11 0,1 1-6 16,1 0 18-16,2 0-6 0,2 1-10 0,3-1-5 0,4 1 1 0,2-1-1 15,1 1 2-15,-5 0-2 0,1-2-1 0,2 0-6 0,-1 0 5 16,5-1-2-16,-1 0 5 0,0 0 0 0,2 0-7 0,6 0-5 15,0 0 14-15,-5 0-10 0,3-1 10 0,-5-1-1 0,-1 0-6 0,8-2-3 16,-2 1 4-16,4-1-3 0,6 0 16 0,1 0-2 16,-4 0-1-16,8-1-17 0,-1-3 10 0,-1-1-8 0,8 0 17 0,-2 2-1 15,5 0-4-15,2 0-12 0,0-1 4 0,-1-1-5 0,-3 1 16 16,0 3-2-16,3 1-2 0,6-1-19 0,-3 4 12 0,-1 0-13 16,-2-1 22-16,-3 1 0 0,3-4-3 0,10 0-23 0,-2 0 9 15,1-3-13-15,3-1 11 0,-4 0 1 0,7-1-10 0,7 0-9 0,-3 0 20 16,2-2-17-16,-4-1 24 0,-1 0-5 0,2 2-8 0,5-4 7 15,-1 0-8-15,-3 1 8 0,0-1-2 0,-3 2-1 0,-3-1 4 16,0 1-8-16,-3-1 14 0,-4 3-8 0,1 0 17 0,-3 2 1 16,-4 3-7-16,3 0 2 0,-8-1 10 0,-1 2-6 0,0 1 26 15,-6 2-7-15,4 0-4 0,0 2-10 0,-6 0 3 0,-3 0-4 0,-10 3 2 16,-6 0-5-16,0-1-4 0,-2 3-2 0,0 2-4 0,-1-1 5 16,-1 0-2-16,-1 3-3 0,-2-1-2 0,-5 0-8 0,-2 1 13 15,2 1-10-15,1-1 16 0,3 1-4 0,-3 0-6 0,1-1-28 16,-1 3-6-16,2-2-5 0,1 0-39 0,0 1-22 0,1-1-22 0,4 1-180 15,1 4 189-15</inkml:trace>
  <inkml:trace contextRef="#ctx0" brushRef="#br0" timeOffset="108967.42">15191 12225 924 0,'-3'-1'143'0,"0"0"381"0,3 3-536 0,2 5 10 0,3 2-11 0,3 5 14 0,2 1 2 0,1 3-3 0,0 2-12 0,0 3 19 0,-1 4-12 0,-2 1 27 0,0-3-3 0,-2 0-9 0,1 4-1 0,2-1 0 0,0 2 1 0,0 0 0 0,-1-3 2 0,-3 1-2 0,2 4-6 0,-1 1 7 0,-1 1-8 16,1 1 0-16,-1-1 1 0,-1 0-2 0,-1 5-15 0,0-2 13 0,-1 2-10 15,0-1 19-15,-1-3 2 0,0 3-7 0,-1-5-8 0,2 0 11 16,-2 0-12-16,1 1 7 0,1-4-1 0,1 1-1 0,3 0-5 16,-1-3 4-16,2 1-1 0,2 0 12 0,2-5 1 0,5-1-6 0,3 0-11 15,5-1 12-15,4 2-13 0,3-2 10 0,4-4-3 0,4-2-2 16,2 1 0-16,4-3 0 0,3-1 2 0,3-1 0 0,7-4 1 16,3 1-3-16,8 0-22 0,7 0 24 0,-3 2-19 0,5-2 35 15,-4 0-7-15,1 1-9 0,12-1-4 0,-1 0 1 0,1 0-1 16,-1-2 8-16,-4 0 2 0,-3-1-3 0,6 1-12 0,1 0 15 0,-4 0-13 15,0-1 13-15,-7 0 1 0,-2 1-8 0,9-1 0 0,0 1 4 16,0-1-3-16,-4 0 4 0,-5 0-2 0,-3 1-3 0,4 0-6 16,5-2 12-16,3 1-6 0,-2-1 16 0,-3-1-3 0,-3-1-9 0,1 1-5 15,3-2 2-15,1-1 0 0,1 1 21 0,-6-2-4 0,-2 1-1 16,-3-1-31-16,-3 0 24 0,1 0-20 0,-1 0 36 0,-3 0-7 16,-8 0-14-16,0 0-12 0,-4 1 11 0,-6 0-8 0,2 3 26 15,-8 0-9-15,-1 1-6 0,3 0-8 0,-1-1 2 0,4-1-1 16,1-1 3-16,-2 0 0 0,-4-2-2 0,1 0-4 0,0-4 0 0,-1-1-1 15,4-3 8-15,-3 0-2 0,-2-2 0 0,5-3-7 0,0 0 3 16,3-3-4-16,0 0 0 0,-4 0 2 0,-8-2-3 0,1 0 4 16,-2-2-5-16,-4-4 6 0,4 0 3 0,-6-1 0 0,-1-1 2 0,-2-5-6 15,-3-2 4-15,-1-4-4 0,-3-5 6 0,-1 3-1 0,-3-3 1 16,-1 0-5-16,-5-1 5 0,-2-3-2 0,-3 0 2 0,-2 1 4 16,-2-1-8-16,-4-6-5 0,0-2 14 0,-3-4-10 0,0 0 16 15,-2 4-6-15,1 0-7 0,0 2-8 0,1-4 9 0,1 1-4 16,2-2 18-16,0-1-4 0,2 1-8 0,-2-4-4 0,1 4 1 0,0 4 0 15,0 2 5-15,1 6-2 0,-1 3 0 0,-1-1-2 0,-3-2 2 16,-1 0 0-16,-3 1 14 0,-1 7-6 0,-3 1-1 0,-5 1-9 16,-5 3 4-16,-3 0-1 0,-4 2 6 0,4 4-3 0,-5 1-6 15,-8 3-6-15,-2 2 12 0,-8-1-9 0,1 2 4 0,1 2 4 16,-8 2-7-16,-6 0 1 0,-6-2 9 0,-6 3-6 0,-2 0 9 16,2 4-7-16,-4 1-6 0,-7 2 0 0,-4 1 2 0,-4 1 3 15,-1 2 8-15,5 2-5 0,-5 1-2 0,-7 2-17 0,-4 0 13 0,0 3-8 16,-1 2 22-16,2 4-5 0,-6 0-10 0,-5 2-10 0,-1 2 8 15,0 2-7-15,-3 1 6 0,2 0-12 0,0 1-10 0,-9 2-32 0,2 0-3 16,-1 2-4-16,-2 4-30 0,7 0-19 0,1 1-19 0,-3 2-79 16,2 2-22-16,3 2-9 0,1 2 80 0</inkml:trace>
  <inkml:trace contextRef="#ctx0" brushRef="#br0" timeOffset="110182.19">21120 11582 850 0,'4'-6'219'0,"-4"1"-110"0,-2 1-94 0,4 4-3 0,-1 0-13 0,2 4 1 0,-3-1 4 0,0 3 3 0,0 2 9 0,1-1-6 0,4 4 14 0,0 0 2 0,1-1 0 0,1 3-4 0,-1 2 6 0,1 2-2 0,1 4 20 0,0 3-3 0,-1 3-5 0,0 4-24 0,-1 2 17 0,0 5-19 0,-1 4 9 16,-1 1-7-16,-2 2-8 0,-2 2-1 0,0-1-6 0,-3 1 7 0,0-1-3 16,1 1 0-16,1 1-2 0,0 7-13 0,-1 2 19 0,-1 0-15 0,0 1 17 15,-3-6-3-15,1-1-8 0,-1 5-13 0,2-4 8 0,-1 0-5 16,1 0 25-16,-2-2-4 0,0 0-4 0,-1-1-17 0,0 0 12 16,0-3-10-16,1-4 22 0,3-2-10 0,1-1-8 0,2-2-4 15,1-1 9-15,5-1-2 0,1-3 13 0,4 0 0 0,2 0-10 0,5-1-3 16,2-1 3-16,4-4-4 0,2-1 4 0,-1-2-3 0,3-1-2 15,3-4-8-15,2-2 13 0,3 0-6 0,5-5 21 0,5-1 1 16,3-3-8-16,4 0-11 0,3-4 14 0,2-1-12 0,-1-2 20 16,6 0 0-16,-2 0-4 0,12-1-12 0,4 0 14 0,2-2-11 15,2 3 23-15,-3-3-6 0,2 0-10 0,11 0-13 0,5 1 7 16,1-2-7-16,0 3 7 0,-6-1-1 0,4 2-4 0,5 0-7 0,1 0 9 16,-3 3-6-16,-4-2 10 0,-1 2 0 0,1-1-10 0,4 2 4 15,-4 3 4-15,-6 0 0 0,-2 4 1 0,0-1-2 0,-2 1-5 0,2 3 4 16,-4-2 0-16,-5-1 1 0,-2 4 7 0,-1-3-7 0,1 2 4 15,3 4-19-15,-4 0 11 0,-6-1-6 0,-1 2 13 0,-6-2 1 16,0 1-9-16,4-2-3 0,0-3 6 0,-3-3-5 0,-1 1 10 16,-10-2 2-16,1 1-3 0,0-1 13 0,-2-2 5 0,1 2 0 15,0 0 9-15,0-2 1 0,-6-1 2 0,4 1-9 0,-1-1 6 16,-1 3-9-16,3 1-5 0,-4 0 7 0,0 2-2 0,6-2-1 16,4 0 8-16,0-1-13 0,-2-1-7 0,-1-2-2 0,-4-2-3 0,2 0-5 15,0-3 4-15,-1-1-4 0,-2 0 7 0,-1 0-4 0,5-2-2 16,2-3 3-16,-8 0-1 0,1-3 2 0,-8-1 1 0,-4-3 1 15,2-2 0-15,-7 0-15 0,0-4 12 0,-3-3-12 0,-4-4 16 0,-3 0-2 16,-2-1-8-16,0-5-11 0,-3-1 11 0,0-3-8 0,-1-5 16 16,-2 0-1-16,-1 0-7 0,-2-4-12 0,-2-2 12 0,-1-7-9 15,1-5 11-15,-3 1-3 0,0-5-10 0,-1 0-8 0,-3 1 9 16,0 1-6-16,0-1 16 0,-2-2-3 0,1-3-3 0,-2-6-2 16,0 1 0-16,0 4 1 0,-3 3 6 0,2 5-4 0,-3-3 0 0,-1-6-11 15,-1 1 12-15,-2-4-6 0,0 5 11 0,-2 11 0 0,0-1-8 16,-3 5-4-16,-1 3 10 0,-3-4-5 0,-3 2 18 0,-2 4-1 15,-3 3-4-15,-7 3-7 0,-7 4 4 0,-7 3-4 0,-4 1 4 0,-5 5-2 16,-2 2-3-16,-3 0-8 0,-8 6 11 0,-3 1-8 0,-5 1 18 16,-4 2-4-16,-7 0-5 0,-99-12-5 0,189 26-7 15,-212-19 16-15,101 13-8 0,-5 2 1 0,-140-1 3 16,259 6-12-16,-281 0 17 0,141 4-10 0,0 1 0 0,-6 6-2 16,-1-2 2-16,3 0 0 0,3 2 3 0,11-1 1 0,2-1-2 0,1 2-38 15,4-1 3-15,7 0-14 0,8-1-19 0,11 0-10 0,6 0-12 16,-1-1-45-16,9 1-34 0,11-2 0 0,9 2-183 0,10 0 208 15,5 0-29-15</inkml:trace>
  <inkml:trace contextRef="#ctx0" brushRef="#br0" timeOffset="111129.35">23934 10449 620 0,'-17'-17'-25'0,"7"4"59"0,1 2-5 0,0 4-8 0,0-1-11 0,0 0 32 0,2 1-23 0,-1 0 47 0,0 2-10 0,0-1-12 0,1 2-32 0,-1-1 14 0,3 2-16 0,-1-1 13 0,1 1-5 0,-1 0-13 0,1 1-22 0,0-1 25 0,-1 2-22 0,2 1 29 0,-1-2-5 15,2 2-13-15,-1 2-16 0,1-1 22 0,-1 2-13 0,-1 2 25 16,-2-2-4-16,1 3-15 0,-2 3-10 0,0 0 18 0,-2 1-13 16,-1 3 17-16,-3 1-4 0,-2 1-9 0,1 3 4 0,-1 1 0 0,0-1 3 15,2 1 0-15,5 0 4 0,-1 1-4 0,1 5-15 16,0-2 29-16,-6 0-23 0,1 0 53 0,4 0-3 0,1-1-6 0,5 3-6 16,2 0-1-16,1 2-1 0,2 0-4 0,1 1-6 0,1 0-8 0,5 3-16 15,1 2 19-15,3 1-14 0,3-2 21 0,1-2-4 16,2 0-12-16,-3-1-9 0,5-1 8 0,4-5-5 0,1-1 14 0,6-4 0 15,1-4-5-15,0-1-17 0,3-2 19 0,0-2-16 16,3 0 22-16,2-3-7 0,1-3-13 0,6-1-2 0,-2-2 7 0,-6 0-1 16,1-3 8-16,-7-1 3 0,1-1-9 0,3-3-6 0,-4 2 9 15,-2-3-8-15,-3 0 12 0,-3 0-1 0,-1-1-1 0,-4 0-5 0,-1-2 13 16,-2-1-6-16,-3-2 39 0,0-2-3 0,-4-3-2 0,-1-4-9 16,-1-2 15-16,-3-4-12 0,-1 4 16 0,-3-1-10 0,-1 0-11 15,-1-1-6-15,-3-1-3 0,-1 1 2 0,-3 0 1 0,-1 3-2 16,-2 2 2-16,-3-1-5 0,0 5 12 0,-3 0-6 0,0 1 13 0,-1 1-13 15,-1 0-15-15,-4 1-11 0,0 0 9 0,-3 1-6 0,1-2 15 16,-1 2-7-16,-1 0-8 0,-3-3-13 0,-1 2 9 0,0 3-6 16,6-3 12-16,1 9-6 0,-2-2-12 0,0 1-12 0,-4 0 4 15,2-3-6-15,3 2-24 0,3 0-6 0,-1 3-16 0,3 0-28 16,0 1-17-16,1 1-3 0,2 1-114 0,1 3-48 0,2 0-46 0</inkml:trace>
  <inkml:trace contextRef="#ctx0" brushRef="#br0" timeOffset="112129.09">18275 10567 912 0,'-12'-7'240'0,"-3"-2"-125"0,0 3-78 0,2 3-16 0,1-1 8 0,2 4-4 0,4 0-18 0,-2 0 12 0,3 2 14 0,0 1-7 16,1-1 16-16,1 2-7 0,0-1-8 0,0 2-24 0,1-1 9 0,1 2-10 0,0 1 21 0,0 0-4 0,-2 2-4 0,3 3-15 0,0 1 18 0,2-2-14 0,0 3 25 0,0 0-1 15,1 0-5-15,2 3-6 0,0 0-1 0,2 2 0 0,1 3-2 16,2-3-1-16,-1 3-3 0,2 1-7 0,1 0 2 0,-2 0-3 16,0 4 5-16,-3-1-1 0,-2 1 1 0,0 2-23 0,-1-3 17 15,-2-1-15-15,0-2 30 0,-1 0 1 0,-1-5-7 0,0-2-6 16,1-2 15-16,-1-2-13 0,-1 0 10 0,0-3-2 0,-1-1-6 0,1 0-10 16,0-1 18-16,1 0-15 0,0 0 19 0,-1-2-3 0,1 0-15 15,0 0-11-15,0 0 15 0,0-2-13 0,-1-1 21 0,1 0-5 16,-1-2-9-16,1 1 6 0,0-1 2 0,0 0 2 0,-1 0 5 0,0-1-4 15,-1-2-2-15,0 0-17 0,0-2 15 0,-1 1-12 0,-1-2 17 16,1 1-1-16,-1-1-9 0,1-1-15 0,1 1 10 0,0-1-12 16,1 0 5-16,-1-1 0 0,2 0-8 0,0-1-10 0,0 0 4 15,0-1-8-15,0 2-13 0,0 1-10 0,2 0-11 0,-1 1-61 16,-1 3-21-16,0 2-13 0,0 0-188 0,-1 1 211 0,4 4-39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11:40.05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20822 11891 464 0,'-11'-1'112'0,"-2"-3"157"16,1 1-226-16,-1 1-35 0,2 2-14 0,2 0 27 0,2 1 2 0,3 0-2 0,0 1 20 0,3-2 10 0,0 0-3 0,0 0 3 0,1 1-9 0,0-1-9 0,2 1-15 0,1-1 18 0,-1 0-12 0,2 1 30 0,1-1-5 0,1 0-13 0,3 0-24 0,2-1 30 0,1 0-27 0,1 0 30 0,2-3-10 0,2 0-15 15,3 1-9-15,4 1 0 0,1-1 0 0,6 1-2 0,2 0 1 0,7 1-5 0,7-3-16 0,1 3 23 0,-2-2-20 0,3 3 20 0,-3-1-6 16,2 0-12-16,6 1-6 0,0 1 8 0,2 0-4 0,6 2-10 16,0 1-9-16,-1-2-21 0,2 5-77 0,-5-1-25 0,0 2-20 0,2 2-198 15,-1 0 218-15,0-2-31 0</inkml:trace>
  <inkml:trace contextRef="#ctx0" brushRef="#br0" timeOffset="2294.96">26126 16782 306 0,'-2'-3'41'0,"0"-2"40"0,-2 1-49 0,2 0 4 0,0 2-13 0,1 2 16 0,0-2 2 0,1 2-7 0,-1-1-12 0,1 1 13 0,0 0-18 0,0 0-3 0,0 0-5 16,0 0-10-16,0 3-13 0,0-1 16 0,1 2-9 0,1 0 26 0,-1 1-1 0,1-1-12 0,-1 2-17 0,1-3 29 0,0-1-22 0,0 3 38 0,0-1-5 0,1 4-12 0,0 0 11 0,-1 1-1 0,3 0 6 0,-1-2 4 15,2 1-3-15,2-2-3 0,3 1-23 0,2 0 19 0,1 0-18 16,-2-1 26-16,-2 1-10 0,-3-2-9 0,-1 0 10 0,-3 1 2 16,0 1 6-16,1-2 1 0,-1 2-1 0,-1 1-9 0,2 0-28 15,-2 1 26-15,0 1-26 0,2 0 22 0,-2 1-3 0,1-1-14 0,-1 4 2 16,1 1-4-16,-2 2 3 0,1 3-4 0,-1 1 1 0,1-1 1 16,-2 0 0-16,0 0 6 0,0 2-5 0,-1 0 0 0,0-2-4 15,-1 2-3-15,0 0-5 0,-1-3 4 0,2-1 0 0,0-2 15 16,0-2 0-16,0 2-3 0,1-1-19 0,0-2 15 0,-1 0-14 15,1-2 19-15,0-2-5 0,0 0-5 0,0-1-4 0,1-2 4 0,-1-1 0 16,1 2 11-16,0-3-1 0,0 1-9 0,0-1-13 0,1-1 20 16,-1 0-15-16,1 0 20 0,0-1-3 0,-1 1-8 0,3-1 4 15,-2-1-2-15,1 1 4 0,2-1-5 0,-1 0 0 0,2-1-5 0,2 0 3 16,1-1 2-16,1 0 0 0,1-1 2 0,-2 1-2 16,1-1 0-16,0 0-6 0,1 1 6 0,2-1-2 0,-1 2 10 0,0-2 0 15,2 1-4-15,2 1-11 0,3-1 7 0,0 1-7 0,6 0 12 16,-1 0-2-16,2 2-1 0,4 0-10 0,-6 0 6 0,4 1-2 15,4-1 27-15,-1-2-1 0,5 0-3 0,-1 0-28 0,0 1 17 16,-1 1-19-16,3 0 16 0,4 1-1 0,5-2-4 0,4-1-6 16,-1 0 6-16,0 0-2 0,-4-1 9 0,-3 1 2 0,2 0-9 0,-3 0-12 15,-1 0 20-15,0-1-17 0,1 1 21 0,1-2-5 0,3 1-8 16,2 0-1-16,-8-1 2 0,0 1 2 0,-4-1 6 0,-1-1-1 16,2 1-7-16,-2 0 2 0,-3 0 7 0,-3-1-7 0,1 1 0 0,-3 0 1 15,2 0-1-15,2-1-2 0,2 1 0 0,3 0 0 0,0 1 7 16,-4-2 1-16,-6 2-2 0,-2 0-6 0,2 1 5 0,-1 0-6 15,2 0 7-15,0 1-1 0,-3 0-2 0,-3 1-3 0,-1-1 4 16,-1 2-4-16,-2-2-4 0,-3 3 4 0,1 0-5 0,-1-3-2 16,-3 1 16-16,-1 0-11 0,-1-1 14 0,-2-1-2 0,-2 0-8 0,0 0 6 15,-2 0 11-15,0-1-3 0,0-2 27 0,-1 2-8 0,1 0-9 0,-1-1-26 16,0-2 14-16,1 1-14 0,0-1 16 0,-1-1-2 16,2 0-7-16,-2-2-8 0,0-1 1 0,0-1-3 0,-1-1 6 15,0 0 2-15,0-3-3 0,0-1-2 0,-2-3 7 0,0 2-7 16,-2 0 1-16,1-2-1 0,-2 2-4 0,0-3-5 0,-2 0 9 0,-1 0-6 15,0-3 13-15,-1 4 2 0,0-3-6 0,-1 2-7 0,-2 1 7 16,-1-1-8-16,1-2 9 0,1 1 0 0,-1 1-2 0,0 0-2 16,1 0 0-16,1 3 0 0,1 0 0 0,1 1 1 0,0 0-2 0,0-1-14 15,1 0 19-15,1 0-15 0,1-1 22 0,1 0-3 0,1-1-8 16,-1 3-22-16,1-1 9 0,1 4-11 0,-1 2 5 0,2 4-9 16,0 1-16-16,1 3-44 0,0 0-14 0,0 0-16 0,0 1-175 0,-1 1 179 15,1 4-38-15</inkml:trace>
  <inkml:trace contextRef="#ctx0" brushRef="#br0" timeOffset="15549.29">3508 9359 256 0,'-2'12'11'0,"-4"-9"161"0,3 1-77 0,-1 1-1 0,2 1-105 0,-1 5 18 0,-1 1-12 0,1 3 37 0,0 1-3 0,-1 1-4 0,1 1-11 0,0-3 13 0,-1 0-12 0,0 1 10 0,-1-1 0 0,2 3-4 0,-2 0-4 0,2 1 0 0,0-2-1 0,-1 0-1 15,2 0-2-15,0 1-5 0,1 2-10 0,0 1 18 0,-1 1-15 0,2 1 24 0,0 0-8 0,0 2-9 0,2 0-2 0,0 2-8 0,1 0 7 16,-1 0-5-16,2 0 0 0,-1 0 1 0,1-3-6 0,-1-1 13 0,0 1-11 16,2-2 4-16,-2 2-1 0,2-3-4 0,-2-3-3 0,1 1 6 15,0-2-3-15,0-2 12 0,1-1-2 0,-2 0-4 0,2-1-11 16,0 1 14-16,1-2-12 0,0-1 11 0,0 2-2 0,1-2-7 15,1 2 5-15,0-1 0 0,0-1 3 0,1-2 2 0,1 0-1 0,0 0-3 16,2 0-14-16,1 0 13 0,-1-1-11 0,2-1 20 0,1 0-4 16,1-1-2-16,2 1-4 0,1-2 5 0,0-1-2 0,-2-1 15 15,-2 0 0-15,1-2-7 0,4 1-14 0,6-2 16 0,2 0-16 16,3-3 14-16,-4 0-4 0,2 2-6 0,3-3-7 0,4 0 8 16,4 3-3-16,1-3 11 0,2 3 1 0,1-2-8 0,2 3 0 15,-5-1 6-15,1 0-6 0,-2 0 3 0,-2-1-4 0,5 2 0 0,1-1-7 16,3 1 5-16,2 0-1 0,5 0 16 0,0 0 3 0,-4-1-4 0,2 1-22 15,-2-1 23-15,-3 1-22 0,6-2 19 0,-3 1-2 16,6-2-9-16,6 0-9 0,2 0 9 0,-5-1-6 0,0 0 22 0,-6-1-1 16,-3 1-7-16,9-2-26 0,-2 1 28 0,4 0-24 0,3 1 29 15,-5 0 0-15,-7 1-14 0,1 1 3 0,-5-2 3 0,-2 2 0 16,5 0 14-16,-4 2-4 0,0 0-3 0,3 0-3 0,2 0 10 16,-3 2-7-16,-1-2 9 0,-11 0-2 0,-3 0-6 0,-2 0-4 15,-2 0 4-15,3 0-1 0,-5-2 6 0,-1 2-1 0,-1-1-6 16,1-2-6-16,-2 0 27 0,-1 0-18 0,-3-3 32 0,-2 0-8 0,-1 0-14 15,0-2-16-15,0-1 14 0,-1 2-10 0,0-2 23 0,-2 1-10 16,-1-1-11-16,1 0-13 0,-4-1 10 0,-4 0-10 0,-3-1 6 16,0 1-2-16,-2-1-6 0,6-2-3 0,0-1 2 0,-2-2-1 15,2-1 7-15,0-3-2 0,0-4-4 0,0 0-16 0,0-5 15 0,0 4-15 16,-1-1 8-16,1 2-8 0,-1 1-9 0,0-3-21 0,-2 1 1 16,1 0-3-16,1 2-14 0,1 2-8 0,1 1-14 0,-1 0-64 15,4 1-33-15,-2-1-10 0,2 1 18 0</inkml:trace>
  <inkml:trace contextRef="#ctx0" brushRef="#br0" timeOffset="21235.68">5895 10128 278 0,'-7'-1'27'0,"0"0"18"0,2 1-32 0,2 0 11 0,1 0-14 0,2 0 17 0,0 0-2 0,0 0-11 0,1 0-1 0,0 0 14 0,2 0-12 0,1 0 16 0,-2 0-8 0,1 0-2 0,1 0-9 0,-1-2 13 0,0 1-8 0,1 0 16 0,-2-1-4 0,1 2-16 0,1 0-4 0,-1-1 16 0,1 1-14 0,-2-1 14 0,1 1-5 0,0-1-8 0,1 1 13 0,-1-2-4 16,1 2 9-16,-1 0-5 0,-1-1-5 0,2 0-6 0,-1-1-19 0,1 2 24 16,0-1-19-16,0-1 29 0,2-2-6 0,0 0-13 0,-1-2 2 15,3 0 8-15,0-1-1 0,0-2 10 0,2-1 0 0,0-3-11 16,2 0-14-16,2-2 16 0,-1-1-17 0,3 0 9 0,0 1 1 16,1 3-6-16,2-4-17 0,0 0 17 0,1-4-13 0,-1 3 28 15,-2 0-4-15,0-1-11 0,-3 0-4 0,-6-1 6 0,-1-2-6 16,-1 3 7-16,-2 1-2 0,6-1-2 0,0-2-14 0,1 1 19 15,0-3-14-15,-1 1 27 0,0 0-5 0,-1-1-16 0,-1-1 1 0,-2-4 6 16,0 1-4-16,-2-3 2 0,1 5-2 0,-3 0-5 0,2-2-14 16,-3 1 16-16,1-2-11 0,-1 0 28 0,0 1-5 0,0-2-10 0,2 0-16 15,0 0 17-15,0 0-14 0,2 1 20 0,-2 0-2 0,2-1-8 16,0-6-11-16,1 0 7 0,-1-3-6 0,2 2 15 0,1 0-2 16,-1 2-5-16,2 0-13 0,-1-2 16 0,1 0-11 0,0 1 18 15,-2 2-3-15,2 0-7 0,-1 0-6 0,0-1 3 0,-1 1-1 16,-1-3 8-16,-1-1 4 0,-1 3-2 0,-2 0-21 0,-1 1 23 15,0 1-20-15,-1 2 29 0,-2-1-7 0,0 3-11 0,-3-1-9 0,-1 1 9 16,1 2-4-16,-3 0 17 0,1 4-2 0,-2 0-6 0,-2 1-9 16,-1 1 7-16,-2-2-7 0,0-1 2 0,0 2 3 0,1-1-1 15,-2-2-6-15,0 1 6 0,1 5-6 0,-3-3 7 0,0 2 4 16,-1 1-2-16,1-1-4 0,0 1 4 0,2 0-5 0,0 1 4 16,4 2-1-16,0-2 0 0,-2 3-8 0,1-1 2 0,-6 2-1 0,1 1 11 15,1 1-1-15,0 1-2 0,-1 0-22 0,0 1 21 0,2 2-20 16,-2 1 21-16,3 1-2 0,-2 2-12 0,2-1 3 0,-2 0 4 0,1 2 1 15,1 0 13-15,0 0-2 0,1 1-3 0,-1 0-8 16,2 1 9-16,1 0-6 0,-1 0 5 0,0 1-3 0,1 0-7 0,-2 0-6 16,-1 1 12-16,-2 1-6 0,-1 0 21 0,-2 2-4 0,2 0-9 15,-1 1-12-15,0 2 16 0,4 1-13 0,-3 3 16 0,-2-3-3 16,0 5-5-16,-8 0-15 0,1 2 14 0,0 0-9 0,0 1 24 0,3 2-3 16,0-2-12-16,0 3-14 0,0 1 16 0,2-1-14 0,1-1 19 15,3-1-2-15,1 2-3 0,-1 2-2 0,1 0-2 0,-1-1 3 16,-2-2 0-16,1-1 6 0,0 0-5 0,0 3-6 0,2-1 11 15,1 3-11-15,3 2 9 0,4-2-4 0,1 2-2 0,0 0-3 16,0 1 1-16,-4 2 2 0,-1 1 7 0,2 0-2 0,1-3-3 0,0 2-10 16,0-1 14-16,-1 0-10 0,1 3 16 0,0-4-6 0,0 1-6 15,0-1-11-15,0 2 9 0,0 2-3 0,1-1 22 0,-1-2-3 16,2 1-7-16,-2 1-16 0,0 0 18 0,0 1-16 0,1 1 19 16,0-2-3-16,0-4-7 0,0 4-5 0,1-2 5 0,1 3-1 15,-1-4 7-15,0 0 0 0,1 1-6 0,0 1-6 0,0 1 10 0,3 2-9 16,1-2 7-16,-1 0-1 0,2-1-1 0,0 2 0 0,0-2-3 15,0 0 3-15,1-3 4 0,0 1 3 0,1-2-1 0,2 3-6 16,2-3 11-16,1 0-11 0,1 0 12 0,3-2-5 0,1 0-4 0,1 3-4 16,3-2 4-16,0 1 0 0,3 2 19 0,2-4-4 0,1 0-7 15,1 0-7-15,3-1 3 0,0-1-4 0,0 1 1 0,0-3-3 16,-6-1 0-16,0-1-2 0,-1-1 2 0,1 1 2 0,6 0 10 16,-3-1-3-16,0-2-8 0,-2 1-9 0,-1-3 12 0,-1 1-9 15,1-3 15-15,-1 2-6 0,1-2-5 0,3 3-2 0,-1-2-2 16,1 0 3-16,2 0 1 0,-2-1 0 0,2 1 0 0,0-1-10 0,1-1 12 15,1 1-11-15,0-1 6 0,-4 0-3 0,-5 0-8 0,-1-1-7 16,1-2-10-16,3 1 5 0,5-2-26 0,-2 0-11 0,1 2-9 16,-2 0-92-16,2 1-9 0,2 1-26 0,0-1 58 0</inkml:trace>
  <inkml:trace contextRef="#ctx0" brushRef="#br0" timeOffset="38830.25">4100 16692 217 0,'0'5'87'0,"-5"-6"-60"0,0-2 35 0,1 1-44 0,3 2 12 0,1 0-21 0,0 0 14 0,2-2-3 0,1 1-20 0,0 0 10 0,2 0 15 0,-1-1-7 0,3 0 21 0,-2 0-2 0,2 0-14 0,0-2-27 0,1 1 30 0,0 2-29 0,-1-1 32 0,0 0-8 0,0 1-15 15,1 0-10-15,-1-1 11 0,2 2-5 0,1 0 31 16,-2 0-5-16,1 0-11 0,-2 2-1 0,1 0 3 0,0 0-1 16,-3 0 5-16,-3-1-4 0,1 2-4 0,2 0-2 0,5-1 5 0,1-1-1 15,1 2 2-15,1-2-4 0,1 1-11 0,1-2-5 0,0 0 14 16,-1 0-11-16,1-2 16 0,-2 0 0 0,1 0-7 0,-1 0-6 16,-1-3 4-16,3 2-5 0,0-2 13 0,0 2-4 0,2-2 0 0,2 2-23 15,-1-1 18-15,1 0-16 0,0 0 22 0,1 0-5 0,-1 2-9 16,3-1-2-16,-1-1-1 0,2 2 3 0,1 0 5 0,-4 1 1 15,0 0-2-15,-8 1-14 0,0 0 16 0,-2 0-14 0,-1 0 14 0,4 0 0 16,2 1-7-16,-1 0 0 0,2 1 1 0,-3-1 0 0,1 3 5 16,-3-2 1-16,-1 1-4 0,2-1-19 0,0 1 28 0,-1 0-24 15,1-3 28-15,1 1-5 0,0-1-13 0,2 0 1 0,-2-1 8 16,1-1-1-16,0 0 17 0,0-1-1 0,2 1-9 0,-1-1-22 16,2 0 26-16,-1 1-25 0,2 1 26 0,-1 1-7 0,-2 0-10 15,2-2-5-15,0 2-3 0,0 0 5 0,0 2-5 0,-1-1-15 0,-9 3-14 16,1 0-79-16,0-1-6 0,1 3-24 0,8 3-117 0,-2-3 157 15,4 0-26-15</inkml:trace>
  <inkml:trace contextRef="#ctx0" brushRef="#br0" timeOffset="40029.25">6291 15281 347 0,'-8'-6'-12'0,"4"4"29"0,4 1-2 0,2 0-4 0,-1 0-17 0,2 1 33 0,0-3-24 0,1 2 61 0,-1-1-5 0,2 0-7 0,-2-1-16 0,0 1 14 0,0 0-12 0,-2 1 19 0,0 0 0 0,0 0-12 0,-1-1-2 0,0 2 8 0,0 0-11 0,0 0-8 0,0 0-9 0,0 0-5 0,0 0-4 0,1 0-6 0,-2 2 7 0,1 0-7 0,1 1 1 16,0 1-4-16,0-1-22 0,2 3 28 0,-1 0-27 0,1 0 30 0,2 3-2 15,0-1-11-15,2 1-1 0,-1 0-6 0,0-1 4 0,1-3 4 16,1 0-2-16,1 0 1 0,-1 1-21 0,0 2 23 15,0 1-16-15,-1-1 33 0,2-1-7 0,0 0-11 0,0 0-16 0,2 1 10 16,-2-1-8-16,0-1 25 0,-2 2-4 0,1-3-7 0,0 0-6 16,0 1 7-16,0-1-6 0,0 2 2 0,0 0-1 0,-1-1-5 0,1 0-9 15,1 0-8-15,-1 2 2 0,1-2-29 0,-1 1-3 0,1 1-8 16,1 1-32-16,0-3 8 0,0 2-16 0,1-1-27 0,1 1-14 16,-3-2-20-16</inkml:trace>
  <inkml:trace contextRef="#ctx0" brushRef="#br0" timeOffset="40430.87">6779 15124 369 0,'-9'0'111'0,"-1"-3"-72"15,-2 0 56-15,1 0-53 0,3 3 18 0,-1 0-13 0,6 1 11 16,2 1-14-16,-1 0-12 0,2 3-11 0,-6-1 14 0,0 2-7 0,0 1 10 16,2-1-9-16,0 2-19 0,1 1-13 0,2 1 15 0,-2 1-14 15,1 1 10-15,2-1-4 0,0 1-9 0,-1 3-2 0,0-1 2 16,1 2 2-16,-1 2 13 0,-1 0-4 0,-2-1-4 0,-1 0-11 15,-1 4 14-15,0-1-9 0,0 4 12 0,-2 1-5 0,-2-2-8 0,-2 0 5 16,0 0-1-16,-1 1 5 0,0 1 4 0,1-2-4 16,-2 1-3-16,1 2-22 0,-2-2 21 0,2 1-19 0,1 1 26 15,0-2-6-15,2-1-8 0,0 3-13 0,1-2 9 0,0-2-5 0,1-3 16 16,3-2-4-16,0-2-9 0,2 3-16 0,2-1 5 0,1-3-9 16,2-1-11-16,1-2-1 0,3 0-3 0,2-3-21 0,1 1-4 0,1-1-2 15,1-1-10-15,0 0 2 0,3-2-4 0</inkml:trace>
  <inkml:trace contextRef="#ctx0" brushRef="#br0" timeOffset="41478.55">8777 15145 546 0,'-9'-12'29'0,"-1"3"-19"0,2 1 16 16,1 2 21-16,2 2-4 0,0 0 37 0,1 1-31 0,1 1 29 0,1 0-12 0,0 0-22 0,0 1-31 0,0 1 11 0,2 0-13 0,-1-2 14 0,1 2-6 0,0 0-10 0,0 0-23 0,0 0 15 0,0 0-14 0,0 0 18 0,0 2 2 0,0 1-5 0,0 3-6 0,-1 1 8 0,0 3-6 0,-1 3 13 0,0 1 1 0,-1 3-4 0,-1 0-16 0,4 1 15 0,-1 1-14 0,0 0 23 0,-3 1-5 0,-5 2-6 0,-3 3-13 0,-2-2 11 0,1 0-8 0,-3 2 18 0,1-2-2 0,-2 3-11 16,0 0-6-16,0-2 9 0,2-2-8 0,0 1 8 0,0-2-5 15,0 0-8-15,2 2-6 0,0-3 6 0,1 1-3 0,2-2 12 16,2-1-6-16,0-1-8 0,2 1-22 0,-1 0 15 0,1-1-15 15,2 0 15-15,-2 0-5 0,2-2-7 0,-1 0-26 0,2 1 8 16,0-5-10-16,0 0-8 0,1-4-5 0,0 1-22 0,1 2-37 0,0-1 82 16</inkml:trace>
  <inkml:trace contextRef="#ctx0" brushRef="#br0" timeOffset="41810.48">8336 15313 471 0,'-17'-10'-35'0,"9"5"50"0,2 0 46 0,2 2-8 15,3 0-16-15,0 2-9 0,1 1-9 0,0-1-30 0,1 1 20 16,2 0-18-16,1 0 27 0,1 0-9 0,1 2-10 0,0 2-8 15,0 0 9-15,2 3 0 0,0 0 28 0,1 3-1 0,1-2-8 0,0 2-11 16,2 6 26-16,2 0-20 0,1 6 39 0,1-1-9 0,1 2-8 16,2-2-17-16,2 3 9 0,1-1-8 0,0 0 9 15,2-2-4-15,0 4-12 0,5 0-26 0,0 0 27 0,0-1-25 0,-2-1 30 16,-9 0-9-16,-1-2-12 0,-2 3 7 0,0-2-7 0,5 1 10 16,-2-2-6-16,-2-3 0 0,-4-1 1 0,1-2-16 0,-2 3 15 0,0 1-14 15,0 1-7-15,-2-2-26 0,3-3-28 0,-1 3-122 16,1 1 119-16</inkml:trace>
  <inkml:trace contextRef="#ctx0" brushRef="#br0" timeOffset="46346.47">32007 6805 256 0,'-34'-62'26'0,"9"22"367"0,0 1-174 0,2-3 5 0,-1 2-222 0,-2 4 20 0,-1 3-19 0,-2 5 14 0,-2 1-6 0,0 4-11 0,-6 0-5 0,-4 0 12 0,-2-1-6 0,-4-1 26 0,-3 4-3 0,0-3-10 15,-4 2-26-15,1-2 24 0,0 1-22 0,-3-1 29 0,-5-1-7 0,-5 1-9 0,-6-4-7 0,-2 2 0 0,1 2-1 0,-2 3 6 0,-3 3 2 0,-6 1-3 0,-8-1-11 0,-4 1 13 0,-3 3-12 0,-6 0 13 0,-1 4-5 0,-7-1-7 16,-6 1 5-16,-8 1-5 0,-3 1 8 0,-5-1 0 0,-1 1 1 0,-2 1 3 0,-8 1-15 0,-3-1 18 0,-8 2-14 0,-4 3 20 0,5-1-1 0,-8 2-7 0,-6 0-8 0,-2 2 15 0,-7 3-11 0,-4 3 27 15,7 2-3-15,-7 3-9 0,-11 3-9 0,0 4 13 0,-9 2-13 0,4 6 11 16,2 2-2-16,0 4-6 0,-3-1-9 0,-5 7 8 0,6 1-5 0,-2 1 20 16,10 1-3-16,3 1-7 0,-11 5-15 0,6 5 12 0,-4 9-12 15,3 3 11-15,10 2-2 0,-4 3-7 0,-2 3 3 0,4 3-3 16,-4 2 4-16,10 5-6 0,6 0 2 0,3 0 2 0,3 7-12 0,-1-2 15 16,4 5-15-16,9 4 13 0,3-4-5 0,4 1-8 0,4 4-24 15,0 2 9-15,3 5-8 0,4 0 20 0,10-1 1 0,0 0-6 16,0 7-4-16,5 3 18 0,0-1-12 0,6 0 22 0,7-1-4 15,1 1-5-15,-4 6-8 0,4 0 6 0,2 0-1 0,4 4 22 0,3-4-5 16,0 1-5-16,3 7-25 0,1 2 30 0,5 0-21 0,-2 5 41 16,1-4-8-16,7 1-17 0,0 7-7 0,4 3 8 0,4-2-6 15,3 0 21-15,3-5-5 0,7-3-8 0,5 6-17 0,7-2 14 0,8-4-12 16,7 2 19-16,8-13-5 0,4-1-8 0,4 2 1 16,5-2-1-16,5-1 1 0,6-1 5 0,9-8 2 0,5-4-2 0,5 9-8 15,4-2 15-15,1 0-13 0,5 1 12 0,2-4-2 0,2-2-8 16,4 7-1-16,6-2 0 0,3 0 7 0,6 3-1 0,2-4 5 15,-3-1-7-15,4 2-19 0,-2 2 27 0,0-1-24 0,4 0 25 16,-3-8-3-16,3-4-10 0,7 5-10 0,6-2 14 0,1-5-8 0,0-4 22 16,-5-4-2-16,-1-1-13 0,5 2-2 0,5-2 5 0,10-9-6 15,2 1 4-15,-1 0-1 0,0-2 0 0,2 5-6 0,11-4 6 16,5-7-4-16,2 2 16 0,0-2 0 0,-1 2-5 0,11 4-14 0,3-2 18 16,4-3-15-16,3-2 22 0,-1-3-4 0,6 2-7 0,4 2-11 15,4-4 7-15,-1-3-6 0,3-8 10 0,-2-4 1 0,6-3-9 16,7 4-9-16,-1-1 18 0,6 0-17 0,1-2 6 0,-10-5-1 15,7-3-11-15,8-1 2 0,-1-1 7 0,3-2-3 0,6 0 1 16,-10-2 1-16,1 4-12 0,13 5 6 0,-5 1 3 0,1 1-3 0,7-3-4 16,-9-5 2-16,0-2 0 0,10-2-1 0,-3 0-3 0,0-6 2 15,5-2-1-15,-10-3 1 0,1-4-1 0,11-1-15 0,-6-3 17 16,3-3-17-16,4-5 17 0,-13-5 2 0,3 0-3 0,8-6-17 16,-5-2 19-16,4-4-13 0,0-4 39 0,-14-2-4 0,5-4-10 0,0-2-11 15,-4-3 19-15,2-5-13 0,-2 0 29 0,-12-3-6 0,-1-5-8 16,5-6-5-16,-7-6 18 0,-3-10-9 0,3-8 24 0,-12-5-8 15,-4-4-18-15,6-2-21 0,-3 2 21 0,-1-5-19 0,-4-6 19 16,-4 1-4-16,-5 1-11 0,1-2-7 0,-1 8 9 0,-7-5-3 16,0-10 17-16,-6 3-1 0,-3-3-6 0,0 1-13 0,-6 4 10 0,-2-10-9 15,2-2 12-15,-5-1-9 0,-3 1-5 0,-2-1-1 0,-5-7-2 16,1-2 8-16,3-3 12 0,-6 3-5 0,-5-3-2 0,-3-9-18 16,-8-4 11-16,-1-5-9 0,-1-2 17 0,-4 0-3 0,0-2-4 0,-6-16-15 15,-8 1 15-15,-4 1-10 0,-8-8 28 0,-2 6 1 16,-4 2-10-16,-4-12-13 0,-1-1 21 0,-5 4-16 0,-3-3 34 15,-3 2-8-15,-2 4-10 0,-3-7-10 0,-5-5 8 0,-2 8-4 0,-6-1 18 16,-2 0-8-16,-3 7-6 0,-3-7-6 0,-1-8-4 0,-2 8 1 16,-4 3-4-16,1-6-5 0,-4 7 0 0,-1-2-2 0,1-12-1 15,-7 10 5-15,-1 3 13 0,-4-3-3 0,-2 6 0 0,-7 0-15 0,-5-11 5 16,0 6-6-16,-3 7 5 0,7 0 2 0,1 1-3 0,-3 3-8 16,-3 2 10-16,-6-5-7 0,-2 7 11 0,-1 10 0 0,-2-3-10 15,0 1-4-15,1 4 14 0,3 3-10 0,0 4 15 0,-2 7-6 16,-3 4-10-16,-6-2 13 0,-1 9-7 0,6 4 9 0,4 1-7 15,7 3 4-15,-1 9 1 0,-6 8-11 0,-3 7 4 0,2 3-17 0,-1-2-82 16,7 5-53-16,1 8-50 0</inkml:trace>
  <inkml:trace contextRef="#ctx0" brushRef="#br0" timeOffset="50594.28">8184 17566 164 0,'1'0'-35'0,"4"-1"-71"0,-1 0 85 0,1-1 25 0,-1 0-1 0,1 1 20 0,-1-1 4 0,-1 0 1 0,1 1-20 0,0-2 26 0,0 2-25 0,-7-1 29 0,0 1-3 0,0-1-9 0,-2 0 20 0,6 0-10 0,0 0 14 0,1 1 2 0,-2 0-5 0,1 0 1 0,-1-1-23 0,1 1 12 0,0 0-16 0,0-1 0 0,1 2 0 0,1 0-4 0,-1 0-17 0,0 0 17 0,0 0-13 0,2 0 32 0,-2 0-3 0,2 0-16 0,0 2-18 15,-1-1 30-15,0-1-28 0,-1 1 34 0,-1-1-6 0,1 0-9 0,-2 2-21 16,2-2 11-16,0 1-10 0,1-1 26 0,0 0-5 0,0 0-9 16,1 0-15-16,1 0 14 0,1 0-12 0,1-1 13 0,0-1-2 15,1 2-5-15,3-1-13 0,-2 0 7 0,0-1-6 0,0 2 19 16,1-1 1-16,0 0-7 0,1 0-20 0,0-1 17 0,0 0-16 16,2 1 23-16,-1-1-1 0,1 0-4 0,-1 0-7 0,1 0 2 15,1 1-2-15,-1-1 6 0,2 1 6 0,-1-2-4 16,1 2-20-16,0 0 26 0,-2 0-24 0,2 1 29 0,0 0-3 0,1 0-12 0,0 0-8 15,2 0 10-15,-1 0-5 0,1 0 18 0,-1-2 0 0,-4 2-10 16,-3-1-13-16,-2 0 17 0,0 1-16 0,0-3 22 0,5 2-3 16,1 0-6-16,0 1-13 0,1-3 20 0,-2 2-15 0,1-2 25 15,-3 1-1-15,-1 0-17 0,1 1 4 0,-1 0 8 0,2 0-9 0,-2-2 4 16,0 2-7-16,0-1-2 0,1 2-8 0,-1-1 3 16,0 0 0-16,2 1 6 0,-1-1 3 0,0 1-8 0,0-2-3 0,1 2 8 15,-1 0-9-15,-1 0 4 0,-1 0-4 0,-2 2-6 0,1-1 0 16,-3 1-9-16,1 0 7 0,-2 0-17 0,2 3-3 0,-2-2-3 0,2 3-16 15,-3 1-1-15,2-1-6 0,-2 2-42 0,2 0-22 0,0 2-21 16</inkml:trace>
  <inkml:trace contextRef="#ctx0" brushRef="#br0" timeOffset="52760.2">9996 17523 256 0,'2'0'8'0,"-1"0"118"0,0 0-49 0,3 0 6 0,2-1-57 0,1 1 21 0,0 0-9 0,2 0 34 0,2 0-9 0,-1 0-18 0,2 0-28 0,1 0 22 0,2 0-23 0,3 0 21 0,-1 0-6 0,2 0-8 0,1 0-15 15,-2 0 4-15,-7 0-2 0,1 0 23 0,-2 0-2 0,0 1-2 0,6 0-12 0,0 0 13 0,2 1-14 0,-2-1 4 0,-1 0-5 0,0 0-4 0,-1-1 0 0,2 2 1 0,-2-1 1 0,2 0 4 0,0 1-5 0,-1-2-5 16,4 1-7-16,1 0 7 0,1-1-6 0,1-1 8 0,1 0-4 15,3-1-5-15,1 0 6 0,4 0-3 0,2 0 5 0,-1-1 0 16,-4 1 1-16,-2 1-2 0,4-2-13 0,2 0 10 0,5 1-12 0,-1 1 11 16,-5-3-1-16,2 0-2 0,-1 0-14 0,1-1 13 0,0 0-10 15,0-2 18-15,2 2 1 0,1 0-8 0,1-1-17 0,-6-1 23 16,1 2-18-16,-1-2 23 0,0 0-3 0,3 1-9 0,-1-2-9 0,-2 0 11 16,-2 1-4-16,0 0 24 0,-2 1 3 0,1 1-5 0,1 1-12 15,1 0 31-15,1 2-26 0,1 0 30 0,-2 1-7 0,0 0-12 16,-7 1-15-16,1 0 4 0,-1 0-6 0,0 0 9 0,2 1-2 15,-3-1-5-15,-1 1-22 0,-2 1 19 0,1-2-17 0,-1 1 25 16,-3 1-5-16,0 1-9 0,0-1-13 0,-1 1-3 0,-1 0-1 0,1 0-13 16,-1 1-11-16,2 0-8 0,1 0-81 0,1 1-8 0,0-2-24 15,1 2-145-15,-1-1 186 0,-5 1-36 0</inkml:trace>
  <inkml:trace contextRef="#ctx0" brushRef="#br0" timeOffset="62414">4437 14992 640 0,'-20'-10'146'0,"-1"-2"-51"15,3 3-54-15,0 3-2 0,-1-2 4 0,0 4-4 0,-1-1 0 0,0 1-27 0,0-1 24 0,0 1-21 0,6-2 28 0,-2 2-12 0,0 1-16 0,-2 0-14 0,-5 1 4 0,-1 2-2 0,1-1 18 0,-1 1-5 0,-1 3-3 0,0-1-25 0,-1 4 20 0,0 1-17 0,1-1 30 0,2 2-6 0,-2 0-13 0,0 2-1 0,-4 1-2 0,-1 2 1 0,-2 0 0 16,1 1 0-16,5 0-1 0,-2 3-17 0,-4 1 23 0,3 1-18 0,-4 3 28 0,2-1-6 0,2 4-10 0,-1 0-14 0,2 4 11 0,2 0-7 0,2 2 25 0,4 2-1 0,1 0-8 0,0 6-23 0,0-1 24 0,0 1-20 0,1-1 24 0,2-2-2 0,3-2-10 16,1 2-13-16,7 0 14 0,0 0-10 0,4-2 26 0,2 1-4 15,1 1-8-15,2 1-19 0,1-1 16 0,2-2-14 0,1 1 23 16,0-3-2-16,1 0-6 0,1 0-14 0,1 1 12 0,-1 1-10 15,2 3 25-15,-1-1-2 0,0 2-10 0,0 6-16 0,-1 2 20 0,-1 2-17 16,0 3 27-16,-2-1-1 0,-1-2-12 0,-1 6-7 0,0-2 9 16,-2 3-6-16,2 4 13 0,-4 1-1 0,0 2-8 0,-2 4-6 15,-1-2 12-15,-2 0-12 0,1 0 7 0,1-5-1 0,0 4-3 16,0 0 3-16,0 1 2 0,-1-6 4 0,-1-1 20 0,2-9 1 16,-1-1 1-16,0 1-13 0,2 0 20 0,-1-2-17 0,0 1 21 15,-2-2-5-15,1 2-7 0,1 1-12 0,-3-1 5 0,-2-1-5 16,1-2 10-16,-1-4-7 0,1 1-6 0,2-1-20 0,-1 1 8 15,2-2-8-15,0-1 6 0,2-4-5 0,1 1-8 0,0-2-14 0,1-1 4 16,1-3-2-16,1-3 10 0,2-1 0 0,-1-4-4 0,3 1-10 16,1 1 9-16,0-4-10 0,2-1 7 0,1 0-1 15,3-1 0-15,2 1-13 0,6 0 5 0,1-3-3 0,7 1 17 16,3-5-3-16,7-2-6 0,9-3-12 0,3 1-5 0,1-5-3 16,4 0-46-16,-5-2-20 0,3-2-16 0,11 2-85 0,2 0 119 0</inkml:trace>
  <inkml:trace contextRef="#ctx0" brushRef="#br0" timeOffset="67042.82">21858 898 512 0,'-20'-3'99'0,"-3"2"-55"16,3 1-27-16,0 5-8 0,-1 0 14 0,-1 1-4 0,-2 5-8 0,-3-2 22 0,0 2-3 0,1 1 11 0,7 0 11 0,0 0-5 0,-2 3-2 0,0 2-19 0,-6 2 13 0,1 2-15 0,3 2 14 0,-2 1-12 0,1 3-7 0,0 5-2 0,0 2-1 0,1 4 5 0,-1 1 0 0,1-2-1 0,2 1-6 0,-2 1-23 15,-2 0 27-15,-1 2-24 0,2 3 32 0,1 5-9 0,2 4-14 0,-1 4 4 0,5 5-7 16,-1-2 7-16,0-1-3 0,0-6 1 15,-5 5 1-15,-2 4-7 0,0 2 7 0,1 5-7 0,0-3 7 0,1-3-1 0,0-4-2 16,0 4-13-16,-1 1 17 0,3 6-11 0,0 3 32 0,2-3 1 16,0 0-13-16,-1-3-13 0,0 0 18 0,5 0-17 0,2 2 24 15,3 2 4-15,2-2 0 0,1 3-3 0,3-7 5 0,1-3-5 0,3-2 8 16,6 0-7-16,3 3-6 0,3 4-19 0,3-3 16 16,1-2-15-16,0-5 17 0,1-10-3 0,-1-1-6 0,2 0-2 0,1 2 5 15,1 0-3-15,2 1 0 0,-1-2-5 0,1 4-9 0,1 3-15 16,-1-5 18-16,2-2-11 0,-1-5 35 0,2-2-10 0,0 0-15 0,2 0-4 15,-1 2 5-15,-1 0-3 0,-3 2 6 0,-2-1-3 0,2 1-6 16,4-1-10-16,5-2 8 0,0-2-6 0,-1-7 16 0,2-3-3 16,0-1-5-16,4 2-14 0,3-4 0 0,0 0-3 0,1-2-4 15,1-1-1-15,0-1-2 0,-3 3-38 0,3-6 14 0,-2 0-21 16,-1-1-9-16,2 0-7 0,-3 1-17 0,2 1-42 0,0-2 4 0,1-1-17 16,-1-2-78-16,-3-2 146 0,4 3-36 0</inkml:trace>
  <inkml:trace contextRef="#ctx0" brushRef="#br0" timeOffset="74413.55">26058 3380 256 0,'-11'-8'0'0,"5"4"20"0,1 3 12 0,3 0 17 15,1 0-34-15,0-1 33 0,0 2-30 0,1 0 45 0,0-1-17 0,0 1-24 0,0 0-14 0,0 0 7 0,0 0-2 0,0 0 25 0,1 0-7 0,-1 0-7 0,1 0-15 0,0-1 27 0,0-1-21 0,0 2 25 0,2-2-11 0,-1 1-17 0,0-2-6 0,0 2 0 0,1 0 0 0,0 1 3 16,0-2 0-16,1 1-3 0,-1 0-13 0,2 1 13 0,-1 0-13 0,2 0 11 16,-2 0-3-16,2 1-4 0,-4-1-3 0,-2 1 5 0,2 1-1 15,2-2 9-15,4 0 4 0,1 1-7 0,1-1-9 0,1 1 10 16,0-1-12-16,4 1 8 0,-2-1 2 0,1 2-1 0,-2-1-2 16,1 0 5-16,1-1-1 0,-1 1 19 0,1-1-5 0,-2 3-6 0,4-2-20 15,1 3 21-15,0-3-17 0,1 3 19 0,0 0-5 16,-2 0-13-16,4 0 2 0,0 0 1 0,0 1 0 0,1-1 8 0,0 1-3 15,2-1-5-15,3-3-14 0,0 1 21 0,-2 1-16 0,-4-3 25 16,-4 1-6-16,2-1-11 0,5 0-9 0,4 0 9 0,-1-1-5 16,-2 1 19-16,-5 0-3 0,-1-1-7 0,0 1-5 0,-1 0 6 0,1 0-6 15,1 0 5-15,-1 0-3 0,0 1-4 0,-1-1 3 0,1 3-2 16,-1-3 3-16,1 1 2 0,1 1 1 0,0 0-3 0,3 0-13 16,0-1 22-16,0 1-18 0,0 0 28 0,-9 0-9 0,0-1-8 0,2 0-18 15,1 0 13-15,6-1-7 0,1 0 33 0,-3 0-8 16,-1 2-15-16,-1-2-8 0,-2 0 8 0,-1 0-6 0,0 0 12 0,1 0-3 15,-3 0-4-15,2 0-16 0,-1 0 17 0,0 0-10 0,-1-2 28 16,1 2-3-16,-2 0-13 0,1 0-8 0,0 0 9 0,-1-1-10 16,1 0 12-16,-2-2-5 0,2 2-4 0,0 0-11 0,-1-1 9 0,-2 0-4 15,0 1 27-15,-1-1-5 0,-1 0-8 0,1 2-21 0,-3-1 11 16,-1 1-14-16,0-2 3 0,-2 2-11 0,1-1-10 0,-3 1-25 16,1 0-27-16,-1 1 8 0,0 1-80 0,0 0-4 0,1 3-9 0</inkml:trace>
  <inkml:trace contextRef="#ctx0" brushRef="#br0" timeOffset="75614.09">29363 3532 189 0,'-2'-6'-13'0,"1"3"-50"0,1 2 50 0,0 0 39 0,0 1-23 0,0 0 20 0,0 0-12 0,1 0-14 0,1 1-4 0,0 0 4 0,2 1 4 0,1-2 26 0,0 1-2 0,2 0-8 0,0-1-20 0,2 0 28 0,1 0-25 0,0-1 32 0,1 0-5 0,3 1-13 0,-1-2 2 0,3 1 7 0,0 0-2 0,2 0 12 0,0-1-4 0,-3 1-12 16,-2 1-2-16,-2 0 7 0,0 0-7 0,4 0-1 0,4 0-1 15,2 1 0-15,1 2-26 0,0-1 18 0,-2 0-14 0,0 0 35 0,0 1-5 16,-3-1-16-16,1 0-18 0,3-1 30 0,-2 0-24 0,2-1 30 15,-1 0 0-15,-1 0-11 0,2-1 1 0,0 0 15 0,3 1-8 16,0-2 22-16,2 1-2 0,0 0-16 0,0-1-14 0,-4 1 16 16,1 0-18-16,2 0 12 0,1 1-7 0,6 0-5 0,0 0-8 0,-1 0 2 15,-1 0 1-15,1 0 9 0,-1 0-1 0,-1 0-8 0,3 0-3 16,2 0 12-16,1-2-10 0,1 0 16 0,-4 1-5 0,-6-2-3 16,0 2-4-16,1-2 3 0,-2 1 1 0,6-2 8 0,-4 2-4 15,-3 0-6-15,-1-1-18 0,0 1 21 0,-2 0-17 0,0 1 25 16,-2 0-10-16,-2 0-11 0,1 1 1 0,-2 0-6 0,-1 1 8 15,-2 0 9-15,-1 0-6 0,2-1-3 0,-3 2-13 0,1-1 5 0,0 2-10 16,-2 0-18-16,1-1-2 0,0 2-8 0,4-1-33 0,-3 0-7 16,1 2-4-16,-2-1-41 0,0 4-18 0,-4-2-22 0</inkml:trace>
  <inkml:trace contextRef="#ctx0" brushRef="#br0" timeOffset="83335.88">22345 4009 217 0,'-4'0'59'0,"0"-2"-43"0,1 1 14 0,1 0-31 0,2 1 1 0,0 0-10 0,0 1 9 0,1 0 4 0,1 1-1 0,0-2-6 0,1 0 20 0,-1 1-16 16,0-1 29-16,0 0-3 0,1 0-1 0,-1 0-7 0,0-1 6 0,0 1-2 0,1 0 20 0,-1-2-6 0,0 1-10 0,0 1-26 0,1 0 18 0,0-1-18 0,-1 1 9 0,2 1-4 0,-1 0-6 0,2 1-9 0,-1-1 10 0,2 1-4 0,-2 1 14 15,1 0 3-15,0-1-11 0,1 2-13 0,-2-2 17 0,2 1-17 0,-2 1 17 0,2-2-1 0,1 0-6 0,2 0-14 0,0 1 17 0,2-2-9 0,-1 0 34 0,2 1-6 0,0-1-12 0,1 0-16 0,1 1 19 0,0-2-15 0,2 1 26 16,0-1-6-16,-2 0-7 0,1 0-16 0,-5 0 17 0,-1-1-11 0,1-1 27 0,1 2-1 0,6-1-15 0,3 0-19 0,1 1 19 0,0-2-19 0,1 2 18 0,-1-1-3 0,1 0-8 0,0-2-14 0,2 2 15 16,3-2-10-16,0 3 26 0,1-2-4 0,6 1-8 0,4-3-18 15,5 2 14-15,0-1-11 0,-4-1 23 0,-2 1-6 0,-1-2-9 0,2 1 0 16,4 0 2-16,-2 1 1 0,-2 0 2 0,-1 0-1 15,-1 1-3-15,4 1-17 0,4-1 26 0,-2 2-19 0,-1-1 29 0,-8 1-2 16,-3 0-12-16,2 0-4 0,-2 0 1 0,6 1 0 0,-4 1 18 0,-2-2 3 16,-2 2 5-16,1-1-11 0,1 2 14 0,2 0-13 0,0-2 8 15,2 0-2-15,3 3-8 0,0-1-3 0,-6-2 0 0,0 1 0 16,-1 0-3-16,-1-1 2 0,6-1-3 0,-1 0-6 0,-3 1 10 16,1-1-11-16,-2 0 4 0,-2-1 0 0,1 1-2 0,4 0-4 15,-1 0 0-15,4 0-1 0,0 3 6 0,-3-3 1 0,-2 2-4 0,-7-1-19 16,-1 2 22-16,2-1-19 0,-1-2 15 0,3 2-22 0,-3 0-23 15,0 0-75-15,-2-1-12 0,1 0-14 0,-1-1 41 0</inkml:trace>
  <inkml:trace contextRef="#ctx0" brushRef="#br0" timeOffset="86225.1">22538 5034 217 0,'-10'-3'12'0,"-1"1"-24"16,0-2-21-16,1 3 26 0,1 1 8 0,0 0 2 0,1 1 0 0,0 0-3 0,0 1 0 0,3 0-19 0,-1-1 15 0,0-1-9 0,2 2 31 0,1-2-2 0,-1 0-12 0,1 1-14 0,1-1 24 0,-1 0-19 0,0-1 27 0,2-1-5 0,-1 2-11 0,0 0 7 0,1-1 5 0,0 0 0 0,1 0 7 0,0 1 0 16,-1 0-8-16,1 0-22 0,0 0 31 0,0 0-28 0,0 0 30 0,0 0-3 0,0 0-14 0,0 0 1 0,0 0 19 0,0 0-10 0,0 0 28 0,0 0-3 0,0 0-14 0,0 0-21 15,1 0 36-15,1-2-11 0,1 2-10 0,0 0-10 16,0 0 1-16,1 0-6 0,0 2 8 0,2-2 0 0,0 0-1 16,3 1-3-16,-1-1-13 0,4 0 14 0,-2 0-14 0,2 1 11 15,1-1 0-15,-1 0-5 0,0 0-16 0,3 0 15 16,-1 0-10-16,2 0 35 0,0 0-5 0,-2 0-10 0,1 0-8 0,-7 0 15 15,2-1-12-15,1 0 15 0,-1-1-6 0,8 0-7 16,3 1 0-16,0-2-10 0,1-1 8 0,1 2-7 0,-3-2 2 16,2 0 4-16,0 0-5 0,-1-1 2 0,0 2-4 0,2-2 2 0,-3 1 1 15,2 1 4-15,3-3-11 0,2 4 3 0,5-2-2 0,0 1 12 16,0 1-1-16,-6-1-4 0,-1-1-14 0,2 3 15 0,1-1-14 0,7-1 13 16,-2 1-3-16,-1 0-6 0,1 0 1 0,1-1 2 0,2 2 1 0,1 0 3 15,3-2 1-15,4 2-4 0,2-1-5 0,-1 1 12 0,-6 0-10 16,-1 0 11-16,-2-1-2 0,0 1-6 0,6 0-12 0,-2-2 16 15,1 2-10-15,1 0 25 0,3-1-5 0,5 2-15 0,0-2-11 0,-3 1 20 16,0-3-15-16,-2 2 25 0,-1-1-4 0,6-1-11 0,-2 1-3 16,1-1 8-16,4 2-5 0,4-1 8 0,1 1 1 0,-5-1-8 0,7 1 2 15,-6 0 3-15,3 0-5 0,6-1 4 0,-3 3-4 16,6 0 1-16,3 0-2 0,1 3 0 0,-2-1 2 0,-2 0-1 16,-5-1-2-16,2 1-5 0,8 1-12 0,0-1 17 0,-5 0-12 0,1 0 20 15,-9-2-1-15,-6 0-11 0,6 0-9 0,-6-1 8 16,1 0-8-16,2-1 11 0,-3 0 0 0,-5-1-5 0,-6 0-20 0,-3 0 1 15,-5-1-9-15,0 0-15 0,-2 0-10 0,-4 1-9 0,0-1-60 16,-2-1-37-16,-1 1-3 0,-2-1 9 0</inkml:trace>
  <inkml:trace contextRef="#ctx0" brushRef="#br0" timeOffset="90341.23">26990 4982 362 0,'-4'-4'65'0,"0"0"81"0,2 1-106 0,1 2-19 0,-1 0-5 0,2 1 8 0,0 0-6 0,0 0-9 0,3 1-18 0,-1 0 27 0,1 1-21 0,2 0 38 0,-1-1-9 0,1-1-12 0,2 0 7 0,2 0 0 0,1 0 5 0,2-1 10 0,-1-1-10 0,2-1-6 0,-1 0-17 0,1 1 9 0,-5-2-6 16,0 1 13-16,0 0-5 0,1-1-5 0,7 3-11 0,1-2 2 0,0 0 0 0,-1 1 15 0,-1 1-1 0,-1 1-5 0,-1 0-20 0,0-2 19 16,0 2-18-16,-2 0 27 0,0 0-6 0,0 0-7 0,2 0-8 15,0-1 13-15,2 0-4 0,-1-1 33 0,1 0-2 0,1 1-11 16,0 1-13-16,4-3 13 0,0 2-15 0,2-1 9 0,2 1-8 0,3 0-7 15,1 0-9-15,1 1 9 0,-1 0-4 0,-7-2 10 0,1 2-1 16,1 0-10-16,1 0-5 0,7 0 11 0,-3 0-8 0,-1 0 8 16,-2 0 0-16,1 0-5 0,1 2-10 0,0-2 11 0,2 0-7 15,1 1 15-15,2-1 3 0,4 1-7 0,2-1-9 0,-3 1 20 0,-5-1-18 16,1 0 28-16,-1 0-1 0,2-1-6 0,8 0-2 0,-2 1-1 16,0-1 0-16,1 1-1 0,2-2-3 0,2 2-3 0,9 0-18 15,1 0 18-15,-4 0-16 0,1 0 24 0,-5 0-5 0,-2 0-9 0,7-2-15 16,-3 1 10-16,-2-2-8 0,2 2 27 0,0-1-5 0,0 1-6 15,2 0-19-15,-8-2 14 0,-3 1-12 0,1 0 21 0,-5 1-4 16,2 0-8-16,-4 1-12 0,-2-1 11 0,-1 1-6 0,0 0 27 16,0 0-6-16,0 0-9 0,2 0-7 0,1 1 8 0,0 0-7 15,-4-1 8-15,-3 1-5 0,-8-1-5 0,-1 0 5 16,0 0 1-16,2 0 4 0,4 0 4 0,-4 0-2 0,-2-1-6 16,-1 0-13-16,-1-2 17 0,-1 2-15 0,-3 0 20 0,-2-1-4 0,-1 2-9 15,-2-1-9-15,-1 0 8 0,-2 1-4 0,-1-1 16 0,-1 1-8 0,1 0-11 16,-1 0-36-16,0 0-7 0,0 0-7 0,0 0-43 0,0 0-7 15,-3 1-12-15,2 0-25 0,-2 2-16 0,2 1 9 0,-1-1 71 0</inkml:trace>
  <inkml:trace contextRef="#ctx0" brushRef="#br0" timeOffset="122371.39">19606 10618 256 0,'-6'-7'14'0,"1"4"199"0,2 1-91 0,1 0 5 0,-1 2-109 0,1 0 16 0,1-1-10 0,1 0 32 0,0 0-4 0,1-1-9 16,-1 1-19-16,1 0 29 0,0-1-25 0,1 2 35 0,-1-1-5 0,0 0-9 0,1 0-18 0,0-1 24 0,3 0-17 0,-2 0 42 0,3 1-8 0,-1 0-11 0,-2-2-29 0,0 2 18 0,1 0-21 0,1 1 6 0,5 0-8 0,1 0-11 0,2 1-24 15,0 0 11-15,2 3-9 0,-1-1 21 0,-1 1-3 16,-1-1-5-16,0 5-10 0,1-2 7 0,-1 1-5 0,2 1 6 0,-2-2-1 0,0-1-5 0,2 0-2 0,0 0 7 0,1 2-4 0,0 0 10 0,0 2-4 0,-1-1-7 0,0-3 3 0,-1 2-1 0,-1-5 18 0,-1 3 29 0,-1-1-48 0,2 1-41 0,-1-1 7 15,-1 2 30-15,1-2-6 0,-1 1 28 0,0-2-18 0,0 3-9 0,-1-3-14 0,0 1 2 0,-1-2 5 0,0 0 13 0,1-2-11 16,-2 0-11-16,-2 0-38 0,1 0-17 0,-1 0-4 0,-1-2-91 0,1 1-16 16,-1 0-26-16,-2-2-42 0,2 1 140 0</inkml:trace>
  <inkml:trace contextRef="#ctx0" brushRef="#br0" timeOffset="122615.63">20258 9990 753 0,'-1'-7'149'16,"-2"2"-136"-16,2-1 16 0,0 0-21 15,1 2 8-15,0 1-5 0,0 1 17 0,0 0-2 0,0 0-5 0,0 0-17 16,0 1 10-16,0 0-12 0,0 1 5 0,0 0-5 0,0 0-6 0,0 0-15 15,0 0 8-15,0 0-6 0,1 1 14 0,-1 0-2 0,1 2-9 16,1-3-27-16,-2 3 10 0,0 0-17 0,0 0-21 0,0 0-8 16,-2-1-14-16,1 2-68 0,-1-2 95 0</inkml:trace>
  <inkml:trace contextRef="#ctx0" brushRef="#br0" timeOffset="123268.62">20272 9934 1169 0,'-4'-2'209'0,"1"2"-199"0,0 0 1 0,1 3-13 16,1 1 6-16,1 1-8 0,2 0 4 0,0 3 1 0,1-2-2 0,-1 4 10 0,0-1-2 0,0-1 6 0,0 1-2 0,-2 1 1 0,0 2-1 0,0 4 3 0,-2 3 12 0,1 1-9 0,-1 0 11 16,1 1-4-16,-1-1-5 0,-1 1-2 0,0 0 13 0,0 2-5 0,-2 0 28 0,1 0-11 15,0 3-8-15,1-2-20 0,0 3 10 0,0 0-10 0,0 3 12 0,1 0-12 0,-2 1-10 0,2 1 3 0,-1 1-6 0,0-1 7 0,0 0-4 0,0-1-1 0,-1-1 2 0,0-4-17 0,1 3 15 0,-1 1-11 0,2 2 24 0,1-2-9 0,0 3-9 16,-2-1 10-16,2 3 3 0,-1-2 4 0,1 3-2 0,-1-4-1 0,-1 0-10 0,1 2-7 0,0 0 9 0,0-1-7 0,-3-2 14 0,1-4-7 0,-1-2-7 0,2 2-15 0,-2 0 3 15,3-3-4-15,-1 1-10 0,-1-4-5 0,2 0-10 0,1 1-37 0,-1-2-1 0,2 2-13 16,0 0-69-16,1-5-32 0,2 0-35 0,2-3-64 0,6 2 151 0</inkml:trace>
  <inkml:trace contextRef="#ctx0" brushRef="#br0" timeOffset="140733.15">24714 16241 256 0,'9'-18'74'0,"-8"9"303"0,2 0 0 0,3 3-301 0,2 2-72 0,-1 0-2 0,4 2-1 0,0 0-2 0,1 0-5 0,3-1 7 15,3 1 1-15,2-1 5 0,3 1 16 0,2-1-1 0,1 1 0 0,5-1-14 0,1-1 16 0,5 3-16 0,2 0 15 0,-6-1-1 0,4 2-7 0,3 0-22 0,0 0 11 0,5 2-12 0,1 3 18 0,-5 0-2 0,4 3-6 0,6-1-14 0,1 1 17 16,3 0-13-16,-2-1 20 0,1 0-6 0,-2 2-9 0,0-3-8 0,5 0 10 0,-2 1-6 0,2 1 19 0,4-3-4 15,-1 0-8-15,2 2-2 0,-1-3 4 0,-5 1-2 0,1 2 7 16,-2-3-1-16,3-1 2 0,9 0 17 0,2 0 3 0,1-1 3 0,1-3 0 16,-7 1-8-16,2-1-11 0,7-2-13 0,6 4 10 15,1-1-9-15,2 0 8 0,-6-1-3 0,-3-4-6 0,3 0-11 0,4-2 12 16,1 2-7-16,-2 1 20 0,-2-1 1 0,-7 0-10 0,4-2-5 16,4-2 9-16,4 2-8 0,-2 2 17 0,-1-1-4 0,-1 2-3 0,-2-1-3 15,6 2 4-15,1-2 1 0,3 2 4 0,-6 0-1 16,-1 0-13-16,-3 2-7 0,-3 1 10 0,3 0-10 0,0 0 5 0,-6-2 5 15,0 0 0-15,-2-2-18 0,-6 0 14 0,-2-2-13 0,-5-2 20 16,-3 2 2-16,2-2-8 0,-3-2-11 0,-5 0 17 0,0-3-17 0,-3 1 20 16,-2-2-5-16,1 1-5 0,0-1 1 0,-1 0-2 0,0 0 4 15,3 1 3-15,3 1-4 0,1-3-5 0,-1 1-3 0,3 0 1 16,-7-2-2-16,-2-1 3 0,-2 0-3 0,-6-2-3 0,-2-1-3 16,-5-3 2-16,-5 0 0 0,-2 1 7 0,-5 0 1 0,-4 2-4 15,-1-6 2-15,-5-1 7 0,-2 0-3 0,-4 0 5 0,-3 3 1 0,-3-2-3 16,-2-1-10-16,-5 1 16 0,-3-1-12 0,-2 1 16 0,-4 2 2 15,-1-3-11-15,-5-6-10 0,-2-3 12 0,-6-1-12 0,-3-1 10 16,-1 6-2-16,0 2-6 0,-4 0 2 0,-1-3 0 0,3 0 1 16,-3-1 8-16,5 1-4 0,-3 2-2 0,-7 1-9 0,-3-1 8 15,-5 0-6-15,4-2 10 0,0 0 0 0,2-2-5 0,-1 1-4 0,-3 2 8 16,-2 1-6-16,-6 1 4 0,-3 5 3 0,0 2-7 0,-4-2-9 16,3 5 13-16,0-1-12 0,-4 4 3 0,-1 1 0 0,-5 3-7 0,-8 1-3 15,1 3 15-15,3-2-9 0,-3 2 20 0,1 4-2 0,-5-1-10 16,-6-1-2-16,6 0 6 0,4 0-4 0,-3 2 4 0,1 0-2 15,-3 1-6-15,-3-1 2 0,7 1-3 0,2-1 5 0,-3 1 6 16,-1 2 0-16,-2-2 1 0,0 3-9 0,1 2 3 0,-2 5-3 16,-6 1 7-16,0-1-1 0,0 3 0 0,-3 3 0 0,-3 0-4 15,-5 1 4-15,-4 3 0 0,9-1 0 0,-4 2 1 0,-2 3-7 16,-2 1 7-16,-1 2-6 0,7 0 9 0,4 0-4 0,3 1-5 0,-2 2-3 16,3 2 6-16,7 3-2 0,3-3 14 0,5 2-3 0,2 0-6 15,2 1-1-15,8 1 3 0,8-2-4 0,6 0 0 0,3-2-1 16,1 1-3-16,0 2 2 0,6 2 0 0,4 1 2 0,2 0 3 15,6 0 1-15,2 1-3 0,2 3-11 0,3 1 14 0,2 2-12 0,1-2 10 16,3-2 1-16,-1 0-3 0,0 1-2 0,1 2 0 0,-1 0 0 16,0 1 3-16,2 0-1 0,1 3-1 0,1 2-21 0,7 3 25 15,2-2-21-15,2-2 21 0,4-1-2 0,-4-2-13 0,1 3-3 16,4-2 2-16,4 0-1 0,5 0 9 0,3-3 0 0,3 1-3 0,4 0-4 16,-2-3 14-16,6-3-9 0,7-2 16 0,4-3-3 0,8-4-7 15,5 3-9-15,2-3 13 0,6 3-6 0,6-5 32 0,6-4-10 16,5 0-9-16,4-6-20 0,1 0 14 0,-1-1-11 0,2-1 11 15,6-1-6-15,5-2-14 0,4 0-30 0,2-4 3 0,-3-3-8 16,5 0-10-16,3-2-9 0,6-2-12 0,6 1-43 0,3-2 8 0,4 2-27 16,2-1 26-16</inkml:trace>
  <inkml:trace contextRef="#ctx0" brushRef="#br0" timeOffset="147338.12">31593 16470 256 0,'10'-17'12'0,"-5"6"173"0,2 1-83 0,2 1 3 0,1 0-94 0,3 1 3 0,0-1-1 0,2 2 6 0,-1-1-1 0,2-1-1 0,1-1-12 0,1-2 29 0,0 2-20 0,2-3 32 0,-1 1-4 0,0-1-15 0,1 0-19 0,2-2 17 0,-3-1-15 0,1 0 32 16,-1-4-6-16,1 2-7 0,3-1-26 0,-1 0 26 0,0 0-24 0,-2-3 20 0,-2-1-4 0,0 0-13 0,2-1-6 0,1-2 8 0,-1 0-6 0,0-3 20 0,-2 0-4 0,0-3-7 15,1-6-25-15,-3 1 22 0,0-2-21 0,0-1 24 0,-2 5-1 16,-1-2-9-16,-2-1 2 0,-1 2-5 0,-3-1 3 0,-1 2 1 15,-3 3-2-15,-2-1 1 0,-1-3-15 0,-3-1 20 0,-3-1-18 0,-1 0 15 16,-3 5-3-16,-2 1-9 0,-4 0 5 0,-1 1-4 0,-2-1 6 16,-1 3 0-16,-2 3-1 0,-3 3-4 0,-3 0-13 0,-3 2 19 15,-2 3-13-15,-3-2 21 0,-1 5-6 0,-3 0-11 0,0 1-5 16,-3 1 11-16,3 4-4 0,-2 2 21 0,2 5 3 0,-2 2-7 0,-7 2-8 16,-2 1 19-16,-5 3-18 0,-2 2 15 0,4 1-1 0,1 1-7 15,3 2-2-15,3 3-3 0,-1-1 2 0,0 4 3 0,1 0-5 16,1 1-1-16,2 4-8 0,3 0 5 0,0 3-4 0,2 3 3 15,1 1-4-15,3 1-5 0,3 4 6 0,3 4-2 0,1 2 6 0,3 2 10 16,3 0-1-16,3-4-2 0,2 4-9 0,1 1 20 0,3-1-15 16,0 1 32-16,2 1-8 0,4 3-10 0,3 2-8 0,4-1 8 15,1-1-5-15,5-7 7 0,3-3 0 0,1-2-12 16,3-1-5-16,2 0 13 0,1 1-12 0,2-2 11 0,3 0-5 0,0 2-6 0,5 2-7 16,0 0 6-16,1-3-4 0,2-1 3 0,4-5 2 15,3 1-7-15,7-4-4 0,3-3 12 0,-1-2-11 0,2-2 7 0,-3-3-2 16,2 1-4-16,7-1-7 0,-1 0 3 0,4-1-2 0,6-3-13 15,-2-3-18-15,3-2-19 0,0-2-162 0,-6-1-74 0,-1 0-31 16</inkml:trace>
  <inkml:trace contextRef="#ctx0" brushRef="#br0" timeOffset="148194.1">22638 16252 256 0,'2'1'0'16,"0"-1"117"-16,3 2-53 0,4 1 54 0,5-1-127 0,2 4 18 0,3-3-13 0,2 1 19 0,-2 0-1 0,1-1-8 0,3-3-9 0,0-2 6 0,3 1-3 0,2-3 20 0,1 0-4 0,5-2-8 0,4-2-7 15,6-3 16-15,1-1-12 0,-7-3 15 0,-3 2-5 0,-4-4-8 0,-2 2 13 0,3 0 12 0,-3-3-2 0,-3-1 24 0,1-2-11 0,-1 2-13 0,3-2-19 0,3 2 9 0,-2-1-9 0,2-3 10 16,0 1-9-16,0-4-8 0,1-2-1 0,0-5-3 0,-8-5 5 0,-1-1 5 0,-4-2 0 0,2 0-2 0,2-1-14 0,0-3 14 0,-4 3-14 0,-3 0 13 0,-1-3-3 0,-3-1-3 0,-2-7-4 0,-3-3 3 0,0 2-1 0,-3 2 12 0,-3 4 1 0,-1 5-4 0,-2 0-12 16,-1 4 17-16,-4 3-13 0,-2 1 35 0,-3 3-8 0,-2 0-7 0,-3-2-6 0,-2 3-6 0,-3 2 5 0,-2 3 0 0,-4 4-1 0,-1 3 0 0,-6 0-8 0,0 5 13 0,-3 1-10 0,-5 4 11 0,-4 3-3 15,-4 2-8-15,-3 2-15 0,0 4 9 16,-4 5-6-16,-1 1 16 0,0 2 1 0,-6 4-9 0,-1 3-8 0,-2 5 9 0,2 1-9 16,1 1 8-16,2 2-3 0,-2 3-2 0,-2 2-13 0,-2 4 11 15,1 0-5-15,3 4 26 0,5 2 0 0,3 2-7 0,-4 9-7 16,0 3 22-16,0 5-17 0,-2 1 26 0,5 1-8 0,4-2-10 0,-46 63 24 15,95-123 30-15,-60 124-90 0,43-66 36 0,3-1 1 16,2-3-17-16,5-4 20 0,1-5-20 0,4-6 21 16,6-3-3-16,4-4-7 0,4-1-11 0,5-5 6 0,1-5-5 0,3-2 19 15,1-4-5-15,3-3-7 0,5 0-11 0,3-2 9 16,6-1-8-16,4-1 7 0,2-1 2 0,6 1-6 0,2-4-2 0,-2 0 4 0,1-3-3 16,-1-1 6-16,-3-1-1 0,2-4-5 0,3-2-18 0,2 0 22 15,5-4-18-15,3 2 14 0,-2 0-21 0,-2 1-24 0,2 1-75 16,-3 1 1-16,2 1-18 0,5-1-58 0,-2-3-56 0,6 1-53 0</inkml:trace>
  <inkml:trace contextRef="#ctx0" brushRef="#br0" timeOffset="152272.84">31211 16785 452 0,'-3'-1'60'0,"0"-1"108"0,1 0-132 0,1 1 13 0,1 1-14 0,0 0 2 0,0 0-7 0,0 0-12 0,0 0-8 0,1 1-3 0,1 1 2 0,2-1 7 0,-1 1 2 0,2 2 0 0,0-4-15 0,1 0 17 0,-1 1-16 0,2-1 16 0,-1 3-7 0,-1 2-4 0,2-2-13 0,-2 1 12 0,-1-1-6 0,1 0 37 0,-2 2-3 0,0-2-7 0,1 2-3 16,-2-1 9-16,0 1-7 0,2 0 9 0,-3 1-3 0,1 1-3 0,-1 0-13 0,0 1 6 0,-1 1-7 0,1 0 12 0,-1-1-1 0,0 2-6 0,0 0-22 16,-1 2 20-16,0-2-19 0,0 1 23 0,-1 0-7 0,1 0-9 0,-1 1-21 15,1 0 14-15,1 0-10 0,-1 2 28 0,1 0-8 0,0 3-10 16,0 3-7-16,0 1 3 0,0-1-2 0,-2-1 9 0,1 1-2 15,0-1-2-15,-2 1-4 0,1 1-2 0,0 1 1 0,-1 2-21 0,-2-2 4 16,1 1-10-16,-1-1 16 0,1-3 17 0,-1-1-9 0,2-3 13 16,-2-3-11-16,2-2-9 0,-2 1-20 0,2 0-10 0,1-1 6 15,-2-3-17-15,2 1-4 0,1-1-5 0,-1-1-53 0,1 0-56 16,0 1 16-16,-1 0-75 0,1 0 114 0,1-3 41 0</inkml:trace>
  <inkml:trace contextRef="#ctx0" brushRef="#br0" timeOffset="152695.37">31108 16710 982 0,'-8'-8'29'0,"2"3"-58"0,2 0 34 0,4 4-11 16,0-1-10-16,2 1 1 0,4 0-5 0,-1 0 12 0,5-1 12 0,0 1 6 0,3 0-1 0,0-1-22 0,0 2 26 0,0 0-25 0,2 0 31 0,-2 0-4 0,2-1-8 0,-1 0-9 0,2 0 9 0,0-1-5 0,1 1 25 15,-1-2-4-15,2 1-9 0,3-1-7 0,0-1 10 0,1 1-9 0,3-2 9 0,0 2-7 0,2-2-5 0,3 2-8 0,-3-2 3 0,-2 1 0 0,-2 0 17 0,-1 1-4 0,-2 1-9 0,0 0-18 0,-1-1 17 0,-2 1-14 0,-2 0 23 0,-3 1-4 0,0 0-7 0,0 1-14 16,-2 0 6-16,-1-1-4 0,1 1 18 0,-1 0-7 0,0 0-9 0,0 0-39 0,-1 1 3 0,-2 0-14 0,2 0-45 0,0 3-10 0,-1-1-20 0,1 1-49 0,-2-1 103 15</inkml:trace>
  <inkml:trace contextRef="#ctx0" brushRef="#br0" timeOffset="153022.81">31421 17064 356 0,'12'-5'96'0,"7"2"-113"15,44-9 184 1,-63 11-46-16,64-8-108 15,-48 5-11-15,2 3 16 0,-2-1-10 0,-2 1-7 0,1 0-12 16,-3 1 11-16,-1 0-5 0,1 0 31 0,-3 0-5 0,0 1-14 0,-2 0-8 16,1-1 6-16,-1 2-5 0,1-2 7 0,-1 1-3 0,-1 0-3 15,1-1-8-15,-1 0 10 0,-2 1-5 0,2-1 11 0,-2 2-6 16,0-1-11-16,1 2-123 0,0-3-34 0,0 2-35 0</inkml:trace>
  <inkml:trace contextRef="#ctx0" brushRef="#br0" timeOffset="154338.82">22581 16616 256 0,'-5'2'16'0,"-8"-4"231"0,2 1-111 0,1 1 3 0,3 0-126 0,1 0-4 0,3 1 5 0,-1 1-1 0,1 0 8 0,1 1 5 0,0-2-4 0,0 0 12 0,1 1-12 0,-1 0 8 0,1-1-6 0,0 3-8 0,0-2-7 0,1 0 11 0,-1 1-7 0,1-1 20 0,0 0-3 0,0 1-9 0,0 3-18 0,1 0 18 0,1-1-18 0,1 4 22 0,-2-1-8 0,1 2-5 0,-1 1-13 15,1 1 8-15,1 1-4 0,-1 1 19 0,-1 1-5 16,1 1-11-16,-1 1-14 0,1-2 14 0,0 0-14 0,0 2 14 0,-1 0 0 16,0 3-6-16,0 1 2 0,0-3-6 0,0 0 5 0,-1 0 2 15,0-2-1-15,0 0 0 0,0 1-13 0,0 1 18 0,0 0-14 16,0 2 21-16,-1-1-5 0,-1 1-9 0,2-2-3 0,-1 1-2 16,1 0 2-16,1 3 3 0,-1-1 1 0,1 5-1 0,0 0-3 0,-1-2 4 15,1-3-5-15,-1-2-6 0,0-1-9 0,0 0-4 0,3 3-34 16,0-1 13-16,-1-3-9 0,3-2 35 0,-2-5-8 0,2-1-14 15,0-2-36-15,3-1-2 0,1-1-10 0,0-3-39 0,1-1-20 16,-5 1-15-16</inkml:trace>
  <inkml:trace contextRef="#ctx0" brushRef="#br0" timeOffset="155078.78">22476 16561 736 0,'-9'-1'25'0,"0"-2"-28"0,1 2 17 0,3 1-6 0,2 1-5 0,2 1-13 16,0 0 8-16,1 0-4 0,1 0 27 0,2 1-1 0,2-1-1 0,0 0-3 0,3 1 4 0,1 1-6 0,2 1-7 0,3 0 0 0,-1 2-1 0,3-1 6 0,1 2-5 0,0-2 4 0,2 5-3 0,-2-2 2 0,-6 1 0 0,0 3-15 0,1-1 12 0,1 4-13 0,6-1 15 0,0 1-3 0,0 1-4 15,-1 1-20-15,-1 0 15 0,-3-1-11 0,1-4 32 0,-4-3-3 0,-1 0-13 0,1-1-13 0,-3 3 19 16,0 0-15-16,0-1 17 0,-1 0-2 0,0 0-8 0,-3-4-2 16,1 0 9-16,-1 0-6 0,0 0 24 0,-1-2-5 0,0 2-5 0,1 1-25 15,0-1 20-15,1-2-17 0,-1 2 31 0,1-3-9 0,-2 0-9 16,1-1-13-16,1-1 4 0,-1 2-2 0,1-3 19 0,-1 1-3 0,0-1-7 16,0-1-12-16,0 0 21 0,-1-1-17 0,0-2 25 0,0 0-2 15,0 0-8-15,0-1-5 0,1-1-2 0,0 0 0 0,0-2-4 16,-2-1 4-16,0 2-1 0,0-3-5 0,-1 0 10 0,1-1-11 15,0 0 5-15,-1-3-2 0,0-3-4 0,1-1 2 0,-1-1 1 16,1-3 1-16,0 2 5 0,0-2 1 0,1 1-2 0,1-2-15 16,-1-2 15-16,2 2-15 0,0-2 14 0,1 5 2 0,0-2-5 0,1 1-6 15,-1-2 5-15,1 1-5 0,1 3 10 0,-1 3 1 16,2 1-3-16,3-1-16 0,-3 1 20 0,1-1-18 0,-1 4 22 0,-1-2-5 16,-2 3-9-16,1 1-9 0,-6 1 12 0,-1 3-6 0,0-1 20 15,0 3 1-15,2 1-12 0,2 0-11 0,-2 1 16 0,1 1-17 0,0 0 19 16,1 1-3-16,0 2-3 0,0-1-5 0,2 2 6 0,-1 1-2 15,1 2 22-15,1-1-4 0,-1 2-11 0,2 1-8 0,1 0 9 16,0 1-9-16,1 0 12 0,-1 2-3 0,0 1-1 0,-1-1-19 0,1 4 19 16,1 2-13-16,1 3 40 0,0 1-4 0,-1-3-10 0,-1 5-12 15,0-3 13-15,-2 1-12 0,1 2 7 0,-2-2-4 0,0 2-8 16,-2 5-8-16,1-3 8 0,-2 1-6 0,-1 0 13 0,0-6 1 16,0 2-9-16,-1-3-11 0,0-2 15 0,1 0-15 0,0 3 8 15,2-3-3-15,0 5-11 0,2 2 5 0,2 1-7 0,1-1 7 16,2 0-21-16,2-4-3 0,2 3-6 0,1-1-43 0,0 3 8 15,1 0-19-15,2 0-52 0,2-3-37 0,2 1-38 0</inkml:trace>
  <inkml:trace contextRef="#ctx0" brushRef="#br0" timeOffset="160039.7">31348 11754 256 0,'-9'-15'0'0,"4"4"18"0,3 4 5 0,2 0 13 0,0 0-15 0,0 2 22 0,0-3-16 0,2 3 33 0,0 0-17 0,0-1-18 0,0 1-7 0,1 3-9 0,0-2 8 0,-1 1 1 0,0 3 4 0,-1-1 3 0,0 0-17 0,-1 0 32 0,0-1-28 0,0 1 37 0,0 0-3 0,0-1-12 0,-1 2-3 0,0-2 0 0,0 1-2 0,-1-1-1 16,0 1-2-16,-2 0-4 0,0 1-7 0,0-2 11 0,1 2-11 0,0 0 5 15,-2 0-5-15,1 0-6 0,-1 0-3 0,-1 0-6 0,3 0 5 16,-1 2 2-16,0-1-1 0,2 0 0 0,-1 2-8 0,2-1 7 15,-2 1-7-15,2 1 4 0,0 0-2 0,0 1-4 0,0 0-3 16,1 3 5-16,-1-1-1 0,1 2 8 0,1 1-1 0,0 1-6 0,1 2-15 16,2-1 23-16,0-1-17 0,3-2 21 0,1 0-6 15,-1-1-12-15,2 1 5 0,0-1-4 0,3-1 6 0,-1-2-3 16,0-2 3-16,0 0 1 0,1-2-14 0,-2-1 17 0,1 0-14 0,-1-2 21 16,0-1-2-16,-1-1-6 0,-1-1-1 0,-1 0-1 0,-1-3 1 15,0 3 6-15,0-1-2 0,-2 0-2 0,0-2-3 0,-1 0 7 16,-3-1-4-16,0-1 12 0,-2-2-1 0,-2 2-4 0,0-1-2 0,-2-1 0 15,1 2 1-15,-2 0 7 0,1 1 0 0,1 0 1 0,-2 0-21 16,-1 1 23-16,1 0-21 0,-1-1 23 0,3 3-2 0,-2-2-12 16,0 1-6-16,2 2 11 0,-1-1-7 0,0 4 20 0,2-2-5 15,-2 1-7-15,0 3-18 0,0-1 16 0,-1 1-14 0,-1 0 19 16,1 0-3-16,0 1-11 0,-2 2-16 0,0 2 14 0,0 0-11 0,-1 2 25 16,0 0-5-16,2 1-7 0,-1-2-15 0,0 2 18 0,0 0-14 15,2-1 17-15,0 1-5 0,2-1-7 0,0 0-9 0,1 1 10 16,0 0-5-16,2 1 24 0,0-3-4 0,1 0-8 0,1 2-18 15,0-2 17-15,0 1-14 0,1-1 18 0,0-1-1 0,2 0-6 0,1 1-12 16,1-3 18-16,1 1-12 0,1-1 20 0,-1-1 2 0,2 1-12 16,0-2-13-16,0-1 22 0,1 2-21 0,-1-2 23 0,-1 0-1 15,1 0-7-15,-2-2-5 0,2 1 9 0,-1 0-7 0,-2-2 17 0,0 1 3 16,-2 0-5-16,1-2-2 0,-1 1 11 0,-1-3-10 0,2 0 6 16,-2-2-2-16,-1 1-4 0,0-1-9 0,0 0-1 0,0 1 0 15,-1-1 4-15,2 0-5 0,-2 1 0 0,0-1-12 0,-2 0 8 16,0 2-5-16,0-1 16 0,-1 0-2 0,-2 0-5 0,1 2-17 15,-1-1 13-15,1 2-9 0,-1 0 31 0,-2 2-4 0,2 0-6 0,-3 2-18 16,1 0 11-16,0 0-11 0,0 2 15 0,0 1-4 0,-1 3-7 16,0 0 0-16,0-1-4 0,0 2 4 0,2 1 1 0,1-1 0 15,1-1 0-15,1 2-6 0,1-2 3 0,2 2-6 0,0-2 6 16,1 1-3-16,3 1 1 0,0-1-22 0,3 2 3 0,1 0-8 16,2 1-24-16,1-1-27 0,3 0-27 0,1 2-197 0,1-2 194 0</inkml:trace>
  <inkml:trace contextRef="#ctx0" brushRef="#br0" timeOffset="161675.76">23079 12401 337 0,'-5'-4'55'0,"0"2"62"0,0 1-99 0,3 0 6 0,-2 1-22 0,3 0 42 0,0 0-5 0,-1 0-13 0,1 0-25 0,1 0 28 0,-1 0-26 0,1 1 25 0,0-1-6 0,0 0-15 0,0 0-6 0,-1 0 21 0,-1 1-12 0,0-1 41 0,0 0-6 0,0 0-11 0,-1 0-21 0,1 2 16 0,0-1-17 0,-1 2 10 0,0-1-9 0,-1-2-8 0,-1 1-5 0,1 3 4 0,-3-1-2 15,0 3 12-15,1 2-4 0,-1 0-10 0,0 2-9 0,2 0 10 0,0 0-8 16,2 2 17-16,-1-2-2 0,1-1-5 0,1 0-11 15,-1 0 7-15,1-1-5 0,2 1 15 0,0-3 2 0,0 0-5 0,2-1-17 16,0-1 18-16,0 0-18 0,1 0 19 0,1-1-2 0,0-2-5 0,1 1-3 16,-1 1 0-16,1-2 0 0,0-1 9 0,1 0-2 15,-1 0-4-15,1-1-18 0,-2 0 21 0,1-2-17 0,-1 1 29 16,0-1-4-16,0-2-8 0,1 1 2 0,0-2 0 0,1-2 3 0,0 0 5 16,-1-2 0-16,1 0-3 0,0-2-22 0,-2-3 28 0,0 1-24 15,1-2 35-15,-3 2-9 0,0 2-14 0,1-2-9 0,-1 3 10 16,-1-2-5-16,-1 2 22 0,0-1-1 0,-1 0-13 0,0-1-14 15,-1 3 25-15,-1-1-21 0,1 4 29 0,-1 2-6 0,-1-2-10 0,0 5-5 16,-1-2 10-16,-1 1-7 0,-1 1 11 0,-1 0 0 0,-1 1-8 0,1 1-13 16,0 1 9-16,0 1-11 0,-3 3 4 0,0 0-1 15,-1 3-4-15,-2 0-6 0,1 4 9 0,-1 1-6 0,3 1 12 0,1 1 2 16,2-1-6-16,0 4-16 0,0-4 19 0,0-1-18 0,3 3 26 16,-1-4-3-16,2 5-8 0,-1-2-7 0,3-2 4 0,1 0-2 15,0-3 8-15,1-1 0 0,0-1-4 0,1-2-6 0,0 1 7 16,1-2-6-16,0-1 10 0,1 1-4 0,-1-1-2 0,0-3-3 15,0 0 0-15,1 0 2 0,-1-1 8 0,0 2 3 0,0-2-4 0,1 0-6 16,-1 0 9-16,0 0-10 0,0 0 4 0,1 0-1 0,-1 0-2 16,-1 0-6-16,1-2 4 0,1 1-2 0,-2 0 13 0,1 0-2 15,0-1-5-15,-1 0-14 0,2-1 17 0,0 1-13 0,-1-4 19 16,0 3-4-16,2-3-8 0,-1 1-2 0,2-1-2 0,-1 0 4 16,1-1 7-16,0-1-3 0,0 3-3 0,-1 2-9 0,1-3 9 0,-2 4-7 15,0 1 13-15,-1-1-3 16,-1 1-3-16,0 1-15 0,0 0 15 0,-1 0-10 0,0 0 19 0,1 0 1 0,-1 1-12 0,1-1-10 15,0 0 17-15,-1 2-14 0,1-2 19 0,-1 0-4 0,0 0-6 0,0 0-2 16,0 0 2-16,0 0 2 0,0 0 12 0,0 0-2 0,0 0-6 16,0 0-10-16,0 0 9 0,0 0-8 0,-1 1 6 0,-1 1-1 15,0 2-2-15,-2 0-9 0,1 1 6 0,0 2-4 0,-1-1 18 0,1 0 0 16,0 2-7-16,0-3-15 0,1 0 15 0,0-2-14 16,2 1 16-16,-1-2-3 0,1 0-8 0,1-1-8 0,0 0 11 0,0 0-7 15,1 1 14-15,1-2 1 0,0 0-10 0,0 0-9 0,1-2 17 16,-1 0-13-16,0 1 21 0,1-2-7 0,-2 0-5 0,0 1 3 15,-1 1-4-15,1-2 7 0,-2 0 1 0,0 1-2 0,0-1 0 16,-2 2-14-16,0-3 15 0,0 2-11 0,0-1 23 0,-2-1-7 0,2 0-8 16,-2 1-3-16,-1-1 3 0,2 2 0 0,0-1 13 0,0 0-3 15,1 2-7-15,0 0-9 0,0-1 7 0,1 2-6 0,1-1 6 16,0 1-1-16,0 0-4 0,0 1-6 0,0 1 1 0,1-1 0 16,1 4-5-16,0 0-8 0,1 3-8 0,1 1-67 0,-1 0-10 0,1 2-23 15,2-1-151-15,1 2 169 0,-3-1-35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14:58.74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6699 7304 217 0,'15'-5'140'0,"-9"2"-87"0,2 1 71 0,-4 0-96 0,1 2-16 0,-1 0-10 0,4 0 34 16,4 0-2-16,3 0-5 0,4 0-3 0,0 0 8 0,0 0-7 0,1 0 8 0,-2-1-4 0,0 0 1 0,4 1-6 0,-1-1 2 0,2 1 0 0,2-2 7 0,1 2 0 0,1 0-3 0,3-1-25 0,3 1 31 0,2 0-27 0,3 0 35 0,-1 0-12 0,-2 0-16 15,2 1-20-15,1-1 8 0,1 0-6 0,6 0 15 0,-2-1-2 0,2 1-9 0,8 0-20 0,2-1 26 0,2 1-22 0,-3 0 25 0,0-2-3 0,-3 1-11 0,1 0 1 0,4 0 0 0,-1 1 0 0,2-2 4 0,4 2-2 0,0 0-2 0,-2 0 0 0,2 0 9 0,-5-1-6 0,0 1 10 0,2-1 1 16,2 1-1-16,7 0-15 0,1-2 14 0,-2 2-11 0,1-1 31 15,-6 0-4-15,-1 1-7 0,6-1-4 0,0 1 11 0,6 0-8 16,-1 0 4-16,-6 1-2 0,-2 0-5 0,-2 0 0 0,0 1 9 0,3-1-6 16,3 2 6-16,1-1-5 0,-4 1-12 0,7-1 1 0,-5 0 2 15,-1 0-2-15,6-1-2 0,-2 1-4 0,8-2-3 0,0 1-6 16,3-1 5-16,-4-1-3 0,0-2 17 0,-1 1-5 0,4 2-7 0,3-3-13 16,-2 0 15-16,-1 0-12 0,-6 1 15 0,-4 0 1 0,1-2-7 15,5 3-6-15,-4-1 2 0,3 0-3 0,-3-1 13 0,-8 1 0 16,3 0-4-16,-2 1-5 0,4 1 6 0,0 0-5 0,-3-1 5 15,-4 0 0-15,-5-1-3 0,0 1-9 0,0-2 9 0,0 3-4 16,3-1 25-16,-1 0-4 0,0 0-4 0,-1-1-15 0,-5 0 11 16,-3-1-8-16,-4 1 25 0,-3-2-4 0,0 2-5 0,2 0-11 0,2-1 8 15,3 2-6-15,3-1 23 0,-6 2-6 0,1-3-3 0,-1 0-13 16,-2 1 7-16,5 1-8 0,-1-1 2 0,0 1-6 0,2 0-5 16,6-1 0-16,0 1-2 0,-2 0 2 0,1 0 9 0,-8-3-5 0,-2-1 3 15,3 1-14-15,-6-1 7 0,0 0-4 0,-3-1 10 0,-1 0-3 16,3 1-8-16,1-1 8 0,-5-1-5 0,-6-1 6 0,-4 2 0 15,-3-2-3-15,0-1 4 0,4 2-5 0,-3-2 2 0,-3 0-2 0,0 0 5 16,-3 1-5-16,0-1-4 0,2 0 5 0,-1 3 0 0,0-2 3 16,1-1-2-16,-1-1 2 0,0-3-4 0,1 2-8 0,0-3 15 15,-3-1-13-15,3 4 15 0,-4-3-6 0,0 2-8 0,-2-2-6 16,-1 0 13-16,-3 0-5 0,-5 0 15 0,-4 0 1 0,0 2-12 0,2 1-8 16,1 1 14-16,0-1-12 0,-1 2 13 0,0 2 1 15,-2-1-6-15,0 0-8 0,-1-1 5 0,-1 0-5 0,0 0 9 0,-2 1-1 16,0-1-3-16,-1-2-5 0,-1 0 6 0,1-1-6 0,-2 1 6 15,-1-1 1-15,0-1-1 0,1 1-3 0,1-5 2 0,-1 2-2 16,-3-2 2-16,-4 2 0 0,-1 1-1 0,-2-2-7 0,-1 2 9 16,-2 0-6-16,0 0 11 0,3 2 0 0,-1-4-6 0,-1 2-10 0,0-2 12 15,-1-2-9-15,1 3 15 0,-1-2-1 0,0 1-9 0,-2-3-3 16,-1-1 17-16,1 0-13 0,-4 1 5 0,0-1 3 0,-5 1-7 16,-4 0-8-16,-2-1 13 0,1-2-9 0,-3 0 7 0,-1-4 1 15,-1 0-8-15,-9-1-1 0,6-3 10 0,0 5-8 0,1-1 8 0,-2 3-1 16,-5-1-2-16,-5-2-8 0,0 0 6 0,-4 1-5 0,1 0 12 15,3 1-4-15,-5 2-3 0,4 1-12 0,-1 1 10 0,-4 1-7 16,-1 1 17-16,-2 0-1 0,-3-2-2 0,0 1-15 0,2-1 7 16,1 3-7-16,4-1 25 0,-3-2-6 0,-1 4-3 0,-5-1-20 15,-3 6 12-15,5-3-10 0,0 2 21 0,5 4-3 0,1-2-8 0,-6 2-13 16,0 3 16-16,-6-1-10 0,1 3 25 0,7 1-6 0,-1 2-7 0,4 0-9 16,-2 4 2-16,0 2-2 0,-2 2 7 0,5 3-2 15,1 3-3-15,2 3 1 0,6 1 3 0,1 4-1 0,3 1-1 16,4 2 3-16,-2 3-2 0,-1 2-12 0,3 1 16 0,8 1-13 0,0 2 12 15,7 3 1-15,0 0-6 0,-2 8-16 0,7 0 10 0,3-1-9 16,5-1 22-16,3-2-3 0,2 0-2 0,3 1-13 0,1 2 6 16,4-2-4-16,2 3 10 0,4-2-5 0,3 1-7 0,3 1-4 15,5-2 13-15,1 0-7 0,5 1 14 0,4 0-3 0,3-3-11 16,4 4-7-16,-3-6 17 0,3 0-13 0,2-2 22 0,4-1-6 0,6-2-7 16,2 1-17-16,2-1 3 0,2 1-4 0,6-3 1 0,4 1-7 15,-1-3-10-15,6 0-46 0,0 1-17 0,-2-7-10 0,5-2-129 16,-1-4-48-16,6-1-51 0</inkml:trace>
  <inkml:trace contextRef="#ctx0" brushRef="#br0" timeOffset="799.07">14342 7143 730 0,'-1'2'131'0,"0"-2"-131"0,1 1-1 0,2 3-14 0,4 0 22 0,1 3-11 0,3 0 48 0,1 1-1 0,2-2-10 0,5 1-16 16,4 0 22-16,2-3-21 0,3 0 19 0,4-1-5 0,3-1-11 0,9-1-11 0,2 1 21 0,-1-2-14 0,2-2 35 0,-2-1-11 0,-1 0-14 0,7-2-32 0,-3 1 22 0,2-1-19 0,6 0 38 0,6-4-8 0,2-1-9 0,2-3-8 0,1-3-9 0,-6 0 6 0,0-1-4 0,-1 1 0 0,-2 1 4 0,6 0-17 16,-2 1 18-16,-9 0-15 0,-2-1 18 0,-11-1-2 0,-2-3-10 0,0 0 0 0,-5-3 15 0,-3-4-5 0,-2 1 38 0,-4-3-5 15,0-1-6-15,-3 1-7 0,-2-1 8 0,-1-1-8 0,0-2 3 16,-4-1-7-16,-2-3-11 0,-4-5-14 0,-3-1 8 0,-3 1-6 15,-4 0 17-15,-2 3-7 0,-4-1-3 0,-5-2-15 0,-2 0 10 0,-4 3-7 16,-1 0 10-16,0-1-5 0,-6-1-7 0,-1-3-7 0,-5 1 8 16,-3 1-4-16,-2 1 16 0,-7 3-5 0,0-1-5 0,-1 0-8 15,-5 4 9-15,0 1-5 0,-4 2 11 0,0 4-3 0,4 0-6 16,-2-1-1-16,-6 1 7 0,-4-1-2 0,0 1 15 0,0 4-2 0,4 2-6 16,2 2-16-16,-2 3 20 0,3-2-18 0,-1 5 21 0,-4 1 1 15,1 2-10-15,-11 5-3 0,2 0-1 0,0 4 0 0,0 1 3 16,7 5-1-16,-2 2 1 0,0 6-4 0,-2 3 2 0,2 4-3 15,2 4 4-15,6 1-4 0,2 3-6 0,3 6 6 0,-2 1 0 16,2 5 1-16,1-1-1 0,7 2 1 0,3 3-1 0,-1 6-9 16,7 4 14-16,-1 1-12 0,9-2 18 0,8-3-4 0,7 1-7 0,2-3 4 15,4 2 2-15,4-3 3 0,2-1 2 0,4-1 1 0,1-3-2 16,6 3-3-16,2-1 11 0,4-3-9 0,7 0 12 0,4-6-2 16,6-3-4-16,5 0-8 0,-4-2 15 0,6-2-11 0,-2-1 20 0,0 0-6 15,7 0-9-15,2 2-7 16,4 1 0-16,4-1-2 0,7 0 2 0,0 0-2 0,-1-2 0 0,2-4-3 0,-4 0-1 0,2 0 1 15,1 0-2-15,3 1 0 0,74 26-42 0,-137-50 25 16,127 45-5-16,-67-25-4 0,-2-2-15 0,0 3-25 0,5-1-61 16,0 1-6-16,-3 0-13 0,-4 0-80 0,-8-1-43 0,-4 1-44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6T17:17:40.85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8" units="cm"/>
          <inkml:channel name="Y" type="integer" max="18849" units="cm"/>
          <inkml:channel name="T" type="integer" max="2.14748E9" units="dev"/>
        </inkml:traceFormat>
        <inkml:channelProperties>
          <inkml:channelProperty channel="X" name="resolution" value="1000.26532" units="1/cm"/>
          <inkml:channelProperty channel="Y" name="resolution" value="999.94696" units="1/cm"/>
          <inkml:channelProperty channel="T" name="resolution" value="1" units="1/dev"/>
        </inkml:channelProperties>
      </inkml:inkSource>
      <inkml:timestamp xml:id="ts1" timeString="2025-06-26T17:17:48.395"/>
    </inkml:context>
  </inkml:definitions>
  <inkml:trace contextRef="#ctx0" brushRef="#br0">18855 6848 308 0,'-65'4'23'0,"-1"0"34"0,-5 0-26 0,-1 2-19 0,4-1 16 16,-1 3 0-16,4 0-6 0,-6-1-4 0,-3 0 12 16,-1-1 13-16,-4 0 3 0,4-2 51 0,2 0-15 0,-1-1-9 15,-3 2-31-15,-2-1 15 0,0 1-14 0,2-1 20 0,6-1-9 16,5 3-9-16,-1-3-9 0,0 3 3 0,4 2 0 0,5 0 22 15,3 0-4-15,7 1-3 0,2-3-27 0,1 2 19 0,4 0-22 0,4 1 10 16,5-1 1-16,2 3-9 0,1 0-24 0,-1-2 17 0,-1-1-18 0,0 1 20 16,3 0-1-16,9 2-8 0,-2 3-3 0,0-1 5 0,0 1-5 0,-5-1 4 15,4 1-7-15,1 0-4 0,-2 2-2 0,2 2-5 0,-2-1 4 16,1 1 11-16,-3 4-3 0,2 2 2 0,-1 5-18 0,0 3 9 16,2 1-6-16,2 5 18 0,-1 2-4 0,2 0-6 0,0 5-2 15,1-1 7-15,3 0-3 0,0-2 10 0,4-2-1 0,2 0-9 0,3 4-9 16,3 2 19-16,2 4-14 0,1 3 23 0,0-2-1 0,1-1-10 15,1 1-18-15,1-5 16 0,0-2-14 0,1 1 23 0,2-3-4 16,-1 5-10-16,2 4-14 0,0 6 12 0,0 2-8 0,-2 0 20 16,0-2-9-16,-2-3-10 0,-2 4-6 0,1-5 8 0,0 4-1 0,-1 2 20 15,-1 1-6-15,1-1-6 0,-1 2-9 0,0-5 3 0,-1 1-3 16,1-1 9-16,2-1-5 0,0 0-1 0,3 5-7 0,-2-3 7 16,-1 0-2-16,2 0 17 0,-2-8-2 0,0 0-6 0,0 0-10 15,4-1 5-15,-1 2-6 0,-1 4 8 0,-1 0 4 0,-1-2-3 0,-1 2-20 16,0-5 19-16,-1-3-16 0,0 0 27 0,-1 0-4 15,0 4-11-15,-1 6-1 0,1 5 3 0,-1 1-2 0,-2 2 1 16,-2-5 5-16,-2-3 3 0,1 5-21 0,-1 0 17 0,2 7-15 0,-1 2 23 16,-1-4 0-16,-1-4-9 0,0-1-3 0,1-6 10 0,3-2-9 15,0 2 8-15,2-2-4 0,1 2-3 0,-1 1-7 0,1 2 13 0,1-2-8 16,-1-5 20-16,1-3-5 0,1-3-13 0,1-1-16 16,2 4 19-16,2 2-15 0,-2 1 27 0,0 0-8 0,1-2-10 0,-1 3-3 15,4-6 4-15,0 3-2 0,1-3 6 0,3-1 2 0,2 5-4 16,3 7-8-16,-2 7 11 0,2 1-9 0,0-7 12 0,-2-6-5 15,1-6-4-15,2 2 2 0,0-3 3 0,2 1 2 0,2 0 3 0,2 0-4 16,0 2-3-16,1 0-14 0,2-3 16 0,1-5-10 0,-1-3 21 16,7-4-5-16,1-3-10 0,-3 3-8 0,5 0 13 0,1 2-8 15,1 2 8-15,4-2 5 0,-4-3-9 0,3 1-3 0,0-5 14 16,4-4-12-16,2-1 17 0,0-1-6 0,2-3-9 0,-1 7-10 0,4-4 12 16,-2 0-8-16,-1-2 11 0,4-1 0 0,-1-1-9 0,5 1-7 15,4 1 14-15,2-1-10 0,-4-1 19 0,2-2-5 0,-3-4-8 0,6 5-3 16,5-2 2-16,0 0-1 0,7 2 5 0,-5 0-2 15,6-7 0-15,5-1-11 0,1-5 12 0,8-4-7 0,5-7 25 0,0-3-20 16,4-4-2-16,7 0-3 0,1-2 5 0,8-2-1 0,0 3 6 16,-1 1-2-16,4 0-3 0,7 0-8 0,4-2 6 0,2 5-5 15,0-1 13-15,-2 3 0 0,0 2-5 0,7 0-9 0,-1 2-1 16,2 3 7-16,-1 0 9 0,-2 4-4 0,0-2-4 0,8 1-3 16,0-1 3-16,-1-3-1 0,3-2 5 0,-3 1 3 0,1-1-5 0,9 0-14 15,-2-1 12-15,2-1-12 0,3 1 24 0,-8 0-4 0,2-2-1 16,10 0-22-16,-2-1 17 0,0 0-12 0,4-1 29 0,-6 4-17 15,-3 2-3-15,9 3-7 0,1 1 8 0,-3 3-8 0,3-1 24 16,-4-2-3-16,-1 0-7 0,7 0-6 0,3-3 8 0,-3 2-5 16,1 1 15-16,-5 0-3 0,-3 1-5 0,7 4-4 0,-1 0 6 15,-1 2-5-15,-3 2 10 0,-4-2-2 0,-3 2-3 0,2-1-18 0,0-2 18 16,-6 1-15-16,-2-1 17 0,-7-2-3 0,-4 1-10 0,1 0-9 16,-4 0 11-16,0-1-8 0,-3 1 14 0,-6-1-2 0,-3 0-6 0,2 0 0 15,-2 2-1-15,-2-2 2 0,-2 1 4 0,-3-2-4 0,-4-1-2 16,6 2-6-16,-1-2 2 0,-4-1-2 0,-2 1 0 0,-10-2 3 15,0 2-3-15,1-2-3 0,-8-2 7 0,-3 1-6 0,-4 0 8 16,-7 0-1-16,2-2-2 0,-4 0-13 0,-5 0 0 0,-6-1 14 0,-6-3 18 16,-3 2-1-16,-3-1-15 0,-3-2-10 0,-1-2 9 0,-6-3-7 15,-4 0 14-15,1-5 0 0,-7 0-6 0,0-3-16 0,-2-7 16 16,-2-3-13-16,-1 0 22 0,1-2-2 0,3 1-7 0,11-1-8 16,3-3 12-16,1 2-8 0,8 0 13 0,0 1 1 0,3-2-8 0,7-1-7 15,-1-2 8-15,2-3-7 0,1-5 12 0,4-3-7 16,2-1-1-16,-2-2-11 0,-2 2 6 0,-8-2-8 0,-6 0 41 15,-4-1-23-15,-2-7 0 0,4-11-5 0,-3-9 0 0,-4 1-2 0,-4-1 6 16,-6 7 2-16,-6-3-1 0,-3-14-3 0,-6-3 3 0,-4-3-3 16,-2 3 3-16,-6 5 0 0,-4-8 0 0,1-8-17 0,-5-1 17 15,-2 6-14-15,-1-1 24 0,-1-1 0 0,-2-1-6 0,-1-3-15 0,-1 6 21 16,-2-1-16-16,1-3 26 0,1 2-1 0,2 5-11 0,1 3-14 16,1 4 14-16,1-2-13 0,2-2 19 0,1 5-6 0,1 7-11 15,4 4-6-15,1-4 4 0,3-3-3 0,-1-4 8 0,5 3-2 16,0 8-6-16,1 1-7 0,0-4 8 0,0-2-7 0,0-2 6 15,0 2-2-15,-3 10-5 0,0 0-3 0,-3 3 3 0,-2-6-3 0,-3-3 1 16,-3 3 2-16,-2 4-2 0,-5 7-11 0,-4 6 16 0,-5 3-13 16,-3-1 18-16,-2-2-2 0,-5 0-8 0,-5 3-3 0,-10 4 15 15,-8 6-9-15,-6 4 19 0,-9 4-5 0,-2 3-10 0,-5-1-14 16,0 2 21-16,-1-6-14 0,-10 0 32 0,-3-1-19 0,-7-1-3 0,-3 1 2 16,0 3 6-16,-6 1-1 0,-4 3-1 0,0 2-1 0,-3 5-3 15,-6-3-1-15,-7 4 1 0,-4 0 0 0,-2 2 8 0,-1-1-6 16,-4 1-2-16,-5-5-7 0,-9 0 4 0,-3 0-1 0,2 3 10 15,0 1 0-15,-6 3-5 0,-3 0-10 0,-2-2 6 0,-10 3-6 0,4 1 18 16,5 1-2-16,-8 0-2 0,-3 0-17 0,-1 1 12 0,-7 0-10 16,4 2 18-16,5 0-1 0,-7 1-6 0,1-2-10 0,-4 0 11 15,-4 0-8-15,7 2 15 0,-1 0-3 0,-3 2-5 0,-7 2-9 16,-9 0 5-16,4 1-3 0,-6 2 13 0,6 0 1 0,7 3-5 0,-17-1-12 16,6 3 12-16,-1 1-11 0,-4 0 18 0,16 1-3 15,-7 1-5-15,-6 2-10 0,-1-1 8 0,-4 2-6 0,7 0 14 0,7 1 2 16,0-1-7-16,-5 3-12 0,-5-1 12 0,8-1-11 0,-4 1 15 15,11-3-1-15,5 2-6 0,-10-1-7 0,7-1 11 0,5 3-8 0,-3-1 15 16,18-1-2-16,5 1-6 0,-4-2-3 0,7 0 8 16,10 2-5-16,4-2 8 0,12 1-5 0,8-1-6 0,-1-3-8 0,11 3 8 15,4-3-4-15,6 1 12 0,9-1-4 0,3-1-7 0,11-2-14 16,8 0-2-16,4-1-4 0,1 1-32 0,4-1-10 0,3 0-15 0,2 2-85 16,9-1-14-16,6 1-26 0,-2 2-268 0,9 1 295 15,2 3-65-15</inkml:trace>
  <inkml:trace contextRef="#ctx0" brushRef="#br0" timeOffset="4481.47">20156 5606 365 0,'-7'-2'229'0,"1"0"-8"0,2 2-212 0,0 2 21 16,3-2 4-16,0 0 5 0,1 0 11 0,1 0-3 16,-1 0-6-16,0 0-9 0,0 1 2 0,0-1-8 0,0 0-18 0,1 0-1 15,1 0-1-15,0 3-14 0,0-3 19 0,0 1-11 0,2 0 33 16,-2 0 2-16,2 3-15 0,1-1 3 0,0 2 17 0,3-2-14 15,1 2 12-15,3-2-5 0,0 0-10 0,1 2-19 0,2-1 12 0,0 1-10 16,-1-2 21-16,2-2-3 0,0 2-7 0,2-3-16 0,1 0 16 16,1 0-16-16,0 0 18 0,3-2-1 0,0 0-5 0,4 0 0 15,1 1 1-15,2-1 0 0,3-1 10 0,0 0-8 0,1 1-3 16,-2-1 1-16,2 1 0 0,0 0 3 0,1 0 4 0,3-1-4 16,-3 1-2-16,2 1-5 0,0-1-3 0,4 1 2 0,1 1-2 0,1-1 2 15,4 1-4-15,3-2-9 0,-4 0 14 0,1-1-11 0,-2-1 17 16,-3 1-7-16,2-4-9 0,1 5 6 0,0-1-2 15,1-2 5-15,5 2-6 0,-3-4 0 0,-2-1 0 0,2 0-7 0,-2 1 9 16,-2-1-7-16,1 2 7 0,-7-1 2 0,-1 3-5 0,1-2-14 0,-2 2 15 16,1 0-12-16,-2 2 21 0,-2 0-1 0,-3 2-11 0,-3 0-17 15,-8 0 23-15,-4 2-20 0,-4 2 20 0,-3-1-13 0,2 2-16 16,-2 1-54-16,-3 1-12 0,-1 2-8 0,-2 1-73 0,-2 3-31 16,0 0-30-16</inkml:trace>
  <inkml:trace contextRef="#ctx1" brushRef="#br0">30656 5213 0</inkml:trace>
  <inkml:trace contextRef="#ctx0" brushRef="#br0" timeOffset="8676.68">26086 569 625 0,'-1'-2'172'0,"-2"0"43"0,1 0 34 0,2 2-103 0,-1-1-7 0,1 0-23 0,0 0-32 0,0 1-34 16,0 0 17-16,0 0-28 0,0 0 17 0,0 0-5 0,0 0-19 15,0 0-5-15,0 1 21 0,-1 1-22 0,1 0 26 16,0 2-8-16,-1-1-15 0,1 3-15 0,0-1 17 0,0 0-20 0,0 1 21 16,0 1-7-16,1 0-11 0,0 2-14 0,0 1 13 15,1-1-13-15,1 4 22 0,-1 1-4 0,0-1-8 16,0 4-7-16,1-1 8 0,-1 1-8 0,0 2 14 0,0 0-3 15,2 1-6-15,-1 1-8 0,1-1 8 0,-1-2-7 0,1-2 13 16,1-2-5-16,-1 0-6 0,2 0-14 0,1 0 12 0,-1 1-9 16,2 2 17-16,-1-1 0 0,0 2-9 0,0 0-4 0,-1 0 5 0,0 2-4 15,1 1 12-15,-2 0-3 0,1 2-4 0,1 6-11 0,-1-1 12 16,-2 1-8-16,0 3 15 0,0-5-1 0,-2-1-8 16,1 1-5-16,-1-2 6 0,2-1-5 0,-2 1 10 0,0-3-1 0,-1-2-5 0,1 4-3 15,-1 1 2-15,1 3-2 0,0 0 6 0,2-1 0 16,0 0-1-16,1 1-8 0,-1 1 6 0,0 1-4 0,1 2 6 0,-1-1 1 15,2 1-3-15,-1 0-12 0,-1-3 12 0,1 2-9 16,0-2 19-16,0-1-3 0,-2 1-7 0,2 0-8 0,-2 2 10 0,1-3-6 16,1 3 12-16,-1-3-1 0,1 3-6 0,-2 3-11 0,1-1 10 15,-1 3-8-15,0-1 18 0,0-4-5 0,0 1-6 0,0 0-5 16,1 0 5-16,0-2-2 0,0-2 6 0,-1 1-1 0,1-3-4 0,1 5-9 16,-1 2 12-16,0-1-7 0,-2 2 14 0,0 0 0 0,-1-4-8 0,1 4-7 15,-1-2 7-15,-1 0-6 0,0 2 15 0,0-5-2 16,0 1-4-16,0-4-19 0,0 3 15 0,0 3-13 0,-1 0 20 15,1-3 0-15,0 4-9 0,0 1-4 0,1-1 8 0,1 1-5 16,-1-3 8-16,0 0-1 0,1-3-3 0,-1 2-15 0,2-1 14 0,-2-2-10 16,0 1 25-16,0-2-5 0,1-1-7 0,-1 2-8 0,3 0 3 15,-2 2-3-15,1 5 5 0,1-2 0 0,-2 2-1 0,0 1-12 16,1-4 15-16,-1 2-11 0,-1-2 20 0,0-2-4 0,-1 3-7 0,0-2-7 16,0-4 8-16,0 1-5 0,0-1 14 0,0 0-2 0,2 2-7 15,1 2-6-15,-1 2 5 0,0 0-4 0,1-1 15 0,2 1-4 16,-1-2-3-16,0-1-9 0,-1 2 6 0,0-3-3 0,1 3 10 15,-2-4 1-15,0-2-4 0,-1-1-8 0,1 0 4 0,0-3-5 16,-1 1 9-16,0-1-2 0,1-1-2 0,1 2-13 0,-1-2 12 16,0-1-9-16,1-1 21 0,0 0-4 0,0 0-8 0,0 1 1 15,1 1 0-15,-1-1 1 0,1-1-2 0,-1-4 0 0,0-1 1 0,1 1-4 16,-2-1 4-16,1 3-3 0,1-3 4 0,-1 1 0 0,0-4-2 16,1 1-14-16,-2-1 19 0,1-1-13 0,1-2 21 0,-1 0-3 0,0-2-11 15,0 1-3-15,-3-2 7 0,-4 0-4 0,2-1 5 0,-1 0 1 16,3-1-4-16,1 0-13 0,-1 0 16 0,0-1-14 0,-2 1 10 15,0 1-11-15,0 0-16 0,3-1-44 0,2 1-12 0,-1-2-9 0,1 1-99 16,-5-2-56-16,2 0-47 0,0 0-292 0,1 2 344 0</inkml:trace>
  <inkml:trace contextRef="#ctx0" brushRef="#br0" timeOffset="9615.53">26538 4918 771 0,'0'1'274'0,"-1"-1"395"0,1 0-507 0,0 1-83 16,1-1-36-16,1 0 44 0,1 1-22 0,0-1-28 0,2 0-18 0,-1 0 12 0,2 2-16 15,1 0 23-15,-6 1 2 0,2 1-5 0,2-2 1 0,0 2 20 16,6-1-20-16,5 0 35 0,3 1-8 0,1-2-17 0,7 1-21 15,-2 1 16-15,0-1-23 0,4-1 38 0,1 0-14 0,4-2-9 16,5 0-33-16,4 0 20 0,1 0-21 0,7-2 25 16,-7 1-7-16,1 0-14 0,6-1-6 0,-9 1 7 0,8-3-6 15,3 2 8-15,-3-1 2 0,4 1-6 0,10-1-12 16,-3 1 14-16,-4 0-13 0,-1 0 22 0,-8-1-4 0,1 1-8 0,7-1-11 16,0-2 12-16,3 2-8 0,8-2 19 0,-3 1-4 0,0 2-7 0,1-3-4 15,-1 1 3-15,2-1-2 0,4 2 8 0,3 1-2 16,1-1-2-16,1 1-6 0,-1-1 3 0,-2 0-5 0,0 1 5 0,-1 1 3 15,3-1-2-15,0 1-8 0,1-2 11 0,-2 1-9 16,-4 1 15-16,0-2-3 0,-1 0-7 0,8 0-8 0,-3 1 8 0,1-1-5 16,-1-3 13-16,-7 3-2 0,3-3-6 0,2 4-11 0,5-2 13 0,-3 1-9 15,3 1 18-15,-8-3-3 0,-3 2-10 0,2-2 3 16,0 3 0-16,4 0 1 0,0 0 0 0,-5-1-1 0,-5 1 1 0,-3 0-7 16,-3 0 5-16,-1-1-3 0,-1 1 11 0,-3 2-2 0,2 0-5 15,2 0-8-15,-7 1 8 0,-2-1-5 0,-6 0 11 0,-5 0-3 0,1-1-4 16,-4 1-13-16,-5-2 16 0,-1 1-10 0,-2 1 19 0,-1-1-2 15,-2 1-10-15,3-1-10 0,-2 1 13 0,1 0-10 0,2 0 17 16,2 0-3-16,-2 0-8 0,1 1-2 0,-1-1 6 0,-1 1-4 0,0-1 6 16,-1 1-2-16,-2 1-3 0,1-1-8 0,-3 0 7 0,-3 2-5 15,1-2 13-15,-2 0-4 0,-3-1-5 0,1 2-24 0,-2-2 5 16,-1 0-10-16,-1 0-14 0,-1 0-8 0,-3-3-16 0,0-1-56 16,-2 0-11-16,-1-2-16 0,0-3-146 0,-1-3-84 0,0 2-81 0</inkml:trace>
  <inkml:trace contextRef="#ctx0" brushRef="#br0" timeOffset="10618.46">24170 1915 807 0,'-4'2'232'0,"-1"-2"12"0,2 0-10 0,2 1-81 0,0-1-29 0,1 0-30 0,0 0-37 16,1 1-25-16,1 2 3 0,0-1-12 0,3 1 7 16,-1 3-1-16,2-1-1 0,0 2-4 0,-1 0 10 0,1 2-10 15,-1 0 18-15,0 3-2 0,-1 1-4 0,3 5-25 16,0-2 16-16,-1 2-22 0,2 0 24 0,-2-2-4 0,-1-2-6 15,1 2-20-15,1 1 12 0,-2 2-15 0,2 2 14 0,0-2 0 16,-1-4-8-16,-1-3-5 0,1-5 8 0,-1 0-9 0,0 0 13 16,-1 2-5-16,1-1-3 0,-2 1-10 0,1-1-2 0,-2-2 0 15,0 1-11-15,-1-5-12 0,0 2-11 0,0-2-51 0,-1-2-11 16,0 0-7-16,2 0-53 0,-2 0-21 0,0-5-18 0,0-1-82 16,0-4-57-16,-2-2-3 0</inkml:trace>
  <inkml:trace contextRef="#ctx0" brushRef="#br0" timeOffset="10786.99">24214 2139 219 0,'-1'2'183'0,"0"-1"64"0,1-1-72 0,0 0 28 0,0-1-46 0,2-1-63 15,1 0-21-15,2-1 14 0,-1-1-22 0,3 1 8 16,-1-1-16-16,0 0-24 0,1-1-13 0,0 1 9 0,1-1-14 16,2 0-3-16,-1 2 3 0,0-2-2 0,2 2-11 0,-1 0 1 15,2-2-6-15,1 1 7 0,-1-1 0 0,0 1-2 0,2-1-42 16,-2-1-4-16,1 1-12 0,1-4-84 0,0 0-40 15,-1-1-18-15,2-3-61 0,-1 2 108 0</inkml:trace>
  <inkml:trace contextRef="#ctx0" brushRef="#br0" timeOffset="10999.59">24519 1856 664 0,'-8'6'297'0,"2"-1"-135"0,-1-1 184 0,1 1-187 0,3 0 30 16,1 0-73-16,2 1 2 0,1-1-21 0,2 3-32 0,2 1-27 15,-1 0 20-15,3 1-27 0,0 2 22 0,1-1-8 0,1 3-16 16,1 0-10-16,0 2 5 0,-1-1-11 0,0-1 1 0,-1-2-2 16,1-2-4-16,0 0-1 0,-7-2 2 0,0 1-4 0,3 1-2 15,-3-1-7-15,7 0-5 0,-1 0-8 0,0-3 2 16,-2 0-1-16,1-3-29 0,-1 1-7 0,-2-1-11 0,2-2-45 16,-2 0-29-16,1 1 15 0,0-2-130 0,1-2-34 0,1-1-11 15</inkml:trace>
  <inkml:trace contextRef="#ctx0" brushRef="#br0" timeOffset="11299.27">24625 1872 1012 0,'-11'0'241'15,"3"0"59"-15,1 0-133 0,1 0-3 0,4-1-38 0,1 1-36 16,1-2-62-16,0 1 15 0,0 1-30 0,2-1 12 0,1-1-8 15,-2 2-14-15,2 2-4 0,0 0 6 0,1 2-5 0,0 1 11 16,0 2 5-16,1-2-1 0,2 2-2 0,0 1 17 0,2 0-17 16,2-1 34-16,0 1-5 0,3 1-8 0,-1 0-12 15,1 0 8-15,-2 1-15 0,1 2 3 0,0-1-4 0,-1 1-5 16,2 2-13-16,-4-3 8 0,0 2-8 0,0-2 14 0,-1-4 0 16,0 1-5-16,0 0-17 0,-2 1 12 0,-2-3-13 15,1 0 6-15,-3-1-5 0,-1 2-11 0,2-2-44 0,-2 0 15 0,-1-2-20 16,1 0 3-16,-2 0-19 0,2-2-17 0,-2-1-57 0,1 0-21 15,-1-1 3-15,0-2-53 0,0-2 11 0,0-1 1 0,-3-2-85 16,0 1 180-16</inkml:trace>
  <inkml:trace contextRef="#ctx0" brushRef="#br0" timeOffset="11567.62">24716 1919 396 0,'-7'-5'-71'0,"4"1"194"0,-1 0 18 0,1 2 10 0,1-3-50 15,1 2 22-15,1 1-52 0,0-2 24 0,1 2-9 0,1-3-19 16,0 2-26-16,2-1 30 0,-1 0-37 0,3 1 38 15,-1-1-5-15,1 2-16 0,2 1-9 0,-3 1 7 0,2 0-16 16,0 0-11-16,0 0 4 0,-1 3-9 0,2 3 0 0,0-3 17 16,1 3-18-16,1 0 25 0,0-1-12 0,1 1-13 0,3 3 1 15,-2-2-1-15,1 0 0 0,0 2-4 0,1-2 3 16,-3 1-4-16,1 0-9 0,-2 1 10 0,-1 2-12 0,0 0 19 16,-1-1 3-16,-2 1-1 0,-2 2-21 0,-2-3 19 0,0 3-20 15,-2-3 29-15,0 1-5 0,-4 0-10 0,1 1-16 0,-2 2 14 16,0 1-11-16,0-1 19 0,0-4-9 0,-1 3-14 0,0-2-9 0,2-1 17 15,-1 1-9-15,1-4 19 0,1-2-4 0,-1-1-13 0,2-2-21 16,1-2-4-16,-1-3-7 0,0-2-56 0,1-2-16 0,0-3-21 0,1-3-116 16,1-4-16-16,2-1-31 0,1 0 78 0</inkml:trace>
  <inkml:trace contextRef="#ctx0" brushRef="#br0" timeOffset="11843.55">25084 1743 775 0,'-1'0'213'0,"1"0"10"0,-1 0-6 16,1 0-79-16,0 2 2 0,1 2-24 0,0 1-25 0,1 5-34 15,1 3 11-15,-1 0-25 0,2 4 13 0,-1 0-3 0,-1 0-7 16,1 2-20-16,-2-3 8 0,2-1-17 0,0 0 10 0,0-2-5 16,2 0-3-16,-1-1-11 0,2-4 13 0,1 1-12 15,1 0 29-15,1-1-9 0,1-2-11 0,1 2-9 0,0-1 14 16,-1-2-13-16,-1 0 24 0,0-1-3 0,-1 0-7 0,2-2-9 15,0 1 10-15,-1-2-13 0,1 1 12 0,0 1-4 0,1-2-10 16,2 1-10-16,1-4 12 0,1 0-13 0,1-1 15 0,-3-2-3 16,1 0-5-16,2-1-9 0,-1-3 4 0,3 2-4 0,1-1 8 15,2 2-1-15,0-2-2 0,3-1-52 0,1 2-6 0,1-1-19 16,-4-1-118-16,-1 0-105 0,4 0-80 0</inkml:trace>
  <inkml:trace contextRef="#ctx0" brushRef="#br0" timeOffset="19766.56">26754 4856 623 0,'-3'-1'146'0,"-2"-3"-32"0,2 1-24 0,-1 3-23 0,2-1 39 0,1 0-10 0,0 0-9 0,0 1-19 16,0-2 16-16,1 2-17 0,0 0-6 0,0 0-9 0,0 0-23 15,0 0-19-15,0 0 12 0,0 0-13 0,0 0 11 0,0 0-11 16,0 0-8-16,0 0-9 0,-1 2 7 0,1-1-3 0,1 1 26 0,-1 2-1 15,1 1-3-15,1 0-1 0,-1 1 6 0,1 1-5 0,1 1 0 16,-1-2-1-16,0 3-5 0,1 0-3 0,1 2 0 0,-1 0-1 16,2 1-2-16,-2 0 1 0,2 2-4 0,-2 4-7 0,-1 2 9 15,2-2-9-15,-2-1 13 0,0 0-1 0,0-2-4 0,1 0-18 16,-1 0 16-16,0-1-13 0,-1-4 24 0,1 2-4 0,0 1-6 0,-2-1-10 16,1 5 0-16,0 0-4 0,1-6-3 0,0 1-9 0,1-2-6 15,-1 1-22-15,0 0-4 0,0 0-3 0,2 1-57 0,-2-3-22 16,0 0-32-16,0 0-95 0,-1 0 154 0</inkml:trace>
  <inkml:trace contextRef="#ctx0" brushRef="#br0" timeOffset="20498.4">26899 5745 572 0,'-7'-6'135'0,"0"3"-108"0,1-1 39 16,-3 1-71-16,1 1 31 0,0 2-26 0,0-2 57 0,0 1 0 0,0 0-5 0,0-2-9 0,2 1-9 0,-1 0 1 0,0 1-19 0,1-1-2 16,0 0 0-16,0 0-12 0,1 0 13 0,-1 2-11 0,0 0 18 15,1 0-3-15,-1 0-4 0,-1 0-1 0,2 0 9 16,-1 2-5-16,0 0 15 0,1 0-1 0,-1 0-9 0,2-1-16 0,-2 2 22 15,0 1-21-15,0 0 19 0,1-1-11 0,0 3-11 0,1 1-7 16,0 1 2-16,2 0 0 0,-1 1 15 0,0 1-4 0,0 0-3 0,1 0-21 16,-2 2 17-16,3-1-12 0,1 2 25 0,0-3 4 0,1 3-7 15,5 0-21-15,-2 0 20 0,3 0-17 0,1-2 28 0,-1-1 1 16,2-1-11-16,1-1-16 0,2-2 22 0,0 0-19 0,1-1 40 0,0-1-8 16,2-3-8-16,2-1-13 0,2 0 7 0,0-1-7 0,1-2 12 15,-2-2-5-15,1 0-5 0,-1 0-8 0,2-4 3 0,0 1-3 16,1 0 3-16,-1-1-4 0,0 0-3 0,0-2 1 0,-1 1 0 15,-6-1 3-15,-3 1 3 0,-1 0 1 0,-1-2-5 0,4 2-2 16,-1-1 6-16,-2 0-5 0,-2-1 3 0,-2-1-1 0,-3 2-2 0,-2-3-15 16,-1 2 17-16,-4-1-12 0,0 3 18 0,-2 2-2 0,-1 1-14 15,-2 0-5-15,0 3 5 0,-3-1-6 0,-1 4-6 0,5-2 0 16,-4 2-6-16,-1 1-23 0,-1 0-15 0,-5 0 0 0,1 0-58 16,2 0 11-16,3-2-4 0,1-1-26 0,4 0-76 0,4-2 1 15</inkml:trace>
  <inkml:trace contextRef="#ctx0" brushRef="#br0" timeOffset="21286.65">31556 4647 267 0,'-6'-3'-167'0,"3"1"305"0,0 2-34 0,1-1-59 0,0 0 28 0,0 1 14 15,-1 0-4-15,1 0 11 0,1 1-1 0,-1-1-4 0,1 0-24 16,0 1 8-16,-1-1-15 0,2 2-2 0,-1-2-1 0,1 0-4 0,-1 1-30 15,1-1 29-15,0 0-30 0,0 0 28 0,0 0-9 0,0 0-13 16,0 1 2-16,-1 0 3 0,1 1 2 0,-1 2 5 0,1 1-4 16,-2-2-11-16,-1 4-12 0,1 1 18 0,0 1-15 0,-1-1 24 15,-1 1-9-15,1 0-11 0,0 2-6 0,-1-2 1 0,1 0-1 0,-1 0 0 16,1-1-4-16,1 1-5 0,0 0-4 0,0-2 6 16,1-1-5-16,0 1 7 0,1-1-4 0,0-1-4 0,1 0 1 15,0 0-5-15,1 1 5 0,0-3-22 0,0 2-7 0,0-2-11 0,1 2-44 16,-1-1 10-16,1 1-18 0,-1 0-14 0,2 2-5 0,-2-2-17 15,1 2-79-15,0 0-31 0,0 2-21 0</inkml:trace>
  <inkml:trace contextRef="#ctx0" brushRef="#br0" timeOffset="21981.67">31576 5508 101 0,'0'-2'-33'0,"0"2"102"0,0 0 6 0,1 0 7 0,-1 0 3 0,0-1 6 0,0 1-12 0,0-1 1 0,0 1 2 0,0-1 10 0,0-1-24 0,1 1-2 16,-1 0-6-16,1-1-12 0,0 1-6 0,-1 0-8 0,0 0-10 16,1 1 17-16,1-2-14 0,-2 2 17 0,0 0-4 0,0-1-6 0,0 1-12 15,0 0 15-15,0 0-11 0,0 0 25 0,0 0-5 0,0 0-10 16,0 0-22-16,0 0 21 0,0 0-19 0,0 0 28 0,0 0-9 16,0 1-8-16,-2 2-26 0,1-1 9 0,-1 2-10 0,1 1 17 0,0 1-3 15,-2-1-7-15,0 2-14 0,1 2 14 0,0-1-12 0,0 4 23 16,-1-1-6-16,1 3-7 0,0 3-5 0,0-4 0 0,-1 1 1 15,1-2 1-15,1 4 3 0,0 0-2 0,-1 4-19 0,-2-2 21 16,2 0-20-16,-1-2 25 0,0 0-4 0,2-5-8 0,0-1-10 16,1-1 14-16,0 0-8 0,1 0 19 0,-1-1-10 0,0 1-15 0,0-2-13 15,-1 2 11-15,1-2-11 0,0-2-26 0,1 1-13 16,0-3-29-16,0 2-50 0,-1-2-10 0,2-3-19 0,2-2 32 0</inkml:trace>
  <inkml:trace contextRef="#ctx0" brushRef="#br0" timeOffset="23219.86">26864 6328 1006 0,'-6'-6'121'0,"1"0"-65"15,1 0-29-15,2 4-9 0,1-1 51 0,0 1-7 0,0 0 0 16,1 1-24-16,0 0 6 0,1 0-13 0,-1 1-13 0,1-2-7 16,0 2-6-16,1 2 0 0,1-1 2 0,0 1 3 0,0 2 23 15,2 1-1-15,-2 4 2 0,2 2-7 0,-1 1 4 0,2 4-5 0,-3 3-1 16,1 3-5-16,-1 0-6 0,0 3-16 0,2-2 7 15,-1 0-6-15,3-2 9 0,-1 0-1 0,2 0-6 0,-1-4-13 0,1-1 14 16,0 1-11-16,0 0 18 0,0-2-4 0,1-2-8 0,-1-1-7 0,0-1-5 16,-3-2 3-16,1 1-1 0,-1-2-3 0,0 1 1 15,1 0-93-15,-2-2 47 0,-1 1-45 0,2-2 72 0,-3-2-39 0,1-1-40 16,-1-1-77-16,-1-2-59 0,1 0 3 0</inkml:trace>
  <inkml:trace contextRef="#ctx0" brushRef="#br0" timeOffset="23501.55">26912 6362 814 0,'0'-2'122'0,"1"0"-61"0,2 1-5 0,0-1-41 15,2-2 61-15,0 2-5 0,2-1-1 0,2-2-30 0,0 1 7 0,1-1-15 16,0 0-4-16,0 0-8 0,1 0-9 0,1 0-17 0,0 1 7 16,1-1-6-16,0 1 12 0,-3 0-7 0,-4 2-4 0,-3-1 1 15,0-1-2-15,1 2 5 0,4 0 0 0,-3 1 0 0,2-2-6 0,0 2-29 16,-2 0 15-16,2 1-20 0,-1 0 1 0,-2 0-8 16,1 0-11-16,-2 0-28 0,-1 1-21 0,0 2 2 0,0-1-80 15,-2 0-10-15,-3 3-19 0</inkml:trace>
  <inkml:trace contextRef="#ctx0" brushRef="#br0" timeOffset="23691.42">26912 6510 428 0,'-15'14'-223'0,"9"-6"410"15,1-2-25-15,3-1-76 0,0 2 58 0,2-2 20 0,0-1-19 16,0 0-10-16,2-2-24 0,2-1-26 0,0-1-25 0,3 0 6 16,1 0-6-16,1 0 4 0,3 0-7 0,0-2-10 0,4-2-20 0,1 0 18 15,3-2-17-15,2 1 9 16,-2-2-5-16,-2 0-12 0,0 0-18 0,0 0 12 0,2 1-13 0,7-1 15 0,-3 0-5 0,1 1-9 15,-2 0-15-15,-2-2 11 0,0 3-10 0,0 0 9 0,-1-2-18 16,-1 2-18-16,0 0-43 0,1 1-10 0,-2-1-2 0,1 1-61 0,-2 0-10 16,0 0-23-16,4-3-231 0,3 4 271 0</inkml:trace>
  <inkml:trace contextRef="#ctx0" brushRef="#br0" timeOffset="25022.45">31365 6399 397 0,'-1'-2'86'0,"0"1"108"0,1 0-101 0,-2 1 13 0,2 0-26 16,0 0 67-16,0 0-32 0,0 0-39 0,0 0-19 0,0 0-6 15,0 0-2-15,0 0-21 0,0 0-1 0,0 0 0 0,0 0-21 16,0 0 24-16,0 0-21 0,0 0 32 0,0 0-7 0,0 0-13 0,0 0 15 16,0 1-3-16,-2 2 7 0,2-2-6 0,-1 2-4 0,1 0-8 15,-1 1-13-15,0 0 16 0,0 1-16 0,1-1 9 0,-1 1-4 16,1 0-10-16,-2 2-15 0,2 0 17 0,0 1-13 0,-1 1 20 15,1 1-3-15,0 1-10 0,-1 1-2 0,1 1 4 0,-1 0-2 16,0 2 12-16,-1-2 0 0,1 1-2 0,-2-2-10 0,1 2 11 0,-1 0-10 16,-1 3 14-16,2 0 2 0,0-1-5 0,1-3-6 15,2-2 13-15,0-1-11 0,2 1 10 0,0-1-5 0,0 0-8 0,-1 2-8 16,0-3 8-16,2 1-6 0,-1-2 4 0,2-2 2 0,-1-2-6 16,0 1-6-16,-1-1 14 0,0 0-10 0,0-2 12 0,-1-1-3 15,-1 1-6-15,0-2-3 0,0 0 5 0,-1 1-2 0,1-1 3 0,-1 0 2 16,1 0-4-16,0-1-1 0,1-1 8 0,-1 1-7 0,1-1 1 15,1-1 1-15,0 0-3 0,0-2-11 0,0 1 11 0,1-2-8 16,0 1 19-16,0-1-2 0,-1-1-9 0,3 1-15 0,-2-1 15 16,1 0-12-16,-1-1 22 0,-1 0-3 0,1-1-10 0,-1-1-6 0,-1-1 7 15,2 0-5-15,-2-1 12 0,0-3-1 0,-1 0-3 0,2 1-9 16,-2-1 9-16,-1 1-7 0,1 2 13 0,-1 1-3 0,0-4-5 16,-1 3-9-16,0-2 14 0,1-1-9 0,-2 4 12 0,1-1 0 15,1 2-10-15,0 1-7 0,0 2 14 0,-1 1-10 0,1 0 18 16,-1 2-2-16,1-1-5 0,0 0-11 0,0 0 5 0,0 1-7 0,0-1 8 15,0 1 1-15,1-1-1 0,0 1-6 0,0-1 11 0,1 2-8 16,0-2 9-16,0 3-3 0,0-1-7 0,1 1-4 0,-1 0 8 16,0 0-4-16,1 0 11 0,-1 2-1 0,-1 0-6 0,1 0-14 0,0 0 16 15,0 0-14-15,1 2 18 0,-2-1-3 0,0 3-6 0,1-2-9 16,-1 5 12-16,0-2-8 0,2 3 24 0,-2-1-8 16,1 2-8-16,1 0-14 0,0 1 12 0,-1 2-7 0,2-2 23 0,0 2-4 15,0-2-8-15,2 2-8 0,-2-2 10 0,2 0-8 0,0 0 5 16,0-1 2-16,3-1-9 0,-1 1 6 0,1-1 3 0,1-2-1 15,-1-1 0-15,1-1-3 0,-1-2-2 0,0 0-8 0,-1-1 13 0,-1-1-6 16,-1 0 19-16,-2 0-3 0,2-3-11 0,1 2-5 0,0-4 8 16,0 1-7-16,1-1 6 0,-1-1 1 0,-1-1-4 0,2-3-4 0,1 1 8 15,1-1-6-15,1-2 2 0,0 1 3 0,1-1-4 0,0-1-11 16,0-1 14-16,1 2-12 0,-1-3 11 0,1 0-4 0,0 0-9 16,0-2-6-16,-2 0 8 0,-1 1-4 0,-1 2 15 15,-1-2 1-15,0 6-4 0,-2-1-15 0,0 2 19 0,1 2-13 0,-2 2 24 16,0 1-1-16,-2 0-9 0,0 3-6 0,-1 0 0 0,0 0-3 15,-2 1 6-15,1 1 1 0,-1 0 5 0,1 4 0 0,1-1 4 0,1 3-2 16,-2 2 5-16,1-1-3 0,0 3-3 0,-1 2-9 0,3 1 7 16,-1 0-4-16,2 1 21 0,-1 0-6 0,-1 2-6 0,1 0-15 15,0-2 16-15,1 0-12 0,0 2 18 0,0 0-4 0,1-1-12 0,-1 4-12 16,0 0 11-16,0 1-9 0,1-4 21 0,-2 1-2 16,2-2-5-16,0-2-21 0,-1 2 11 0,2 0-13 0,-1-3 6 0,-2-1-6 15,2 1-10-15,-1-1-34 0,0 1-22 0,-2-1 5 0,-1-1-26 16,2-2-15-16,-1 0 13 0,0-1-116 0,1-1-55 0,3-1-9 0</inkml:trace>
  <inkml:trace contextRef="#ctx0" brushRef="#br0" timeOffset="29510.58">26480 3402 217 0,'-1'-2'-48'16,"0"0"8"-16,1 1-62 0,-1-1 77 0,1 1 30 0,-2-2-2 0,2 1 11 15,0 1-7-15,-1-2-6 0,1-1 2 0,0 2 14 0,0 0-2 16,-1 1 35-16,1-1-7 0,0-1-12 0,0 0-27 0,0 2 28 16,0-1-27-16,1-1 13 0,-1 2-8 0,1-1-14 0,1 0-12 0,-1 1 16 15,-1-1-9-15,1 1 30 0,0 1-5 0,-1-1-11 0,0 1-21 16,0 0 18-16,0 0-17 0,0 0 16 0,0 0 0 0,0 0-5 0,0 0-1 16,-1 0 3-16,0 0 0 0,0-1 5 0,-1 1 6 15,1 0-3-15,0 0-2 0,0 0 14 0,0 0-12 0,0 0 34 0,0 0 7 16,0 0 12-16,1 0-8 0,-1 0 3 0,1 0-4 0,-2 0 20 15,-2-2-1-15,3 2-3 0,-1 2-22 0,-2-2 14 0,2 0-17 16,-1 0 8-16,-1 0-10 0,1 2-8 0,-2-2-6 0,1 1-4 16,-1 2 4-16,1-2-6 0,-1 0-5 0,1 2-6 0,-2 0-15 0,1-1 16 15,-1 1-14-15,0 1 19 0,1-1-3 0,-2 1-5 0,0 1-11 16,1-1 5-16,0 1-3 0,-1-1 18 0,0 3-4 16,2-2-6-16,-2 1-5 0,0 0 5 0,1 2-4 0,-2 0 1 0,0 1 0 15,-1 1-2-15,0 2 0 0,0-2-2 0,0 3 2 0,1-1 3 16,1 0 0-16,2-1-3 0,-2 1-7 0,1 0 7 0,1-1-5 15,-1-1 12-15,2 1-6 0,0-3-4 0,2 0-3 0,-1 0 1 16,0 0 4-16,0 0 9 0,2-1 1 0,0-2-3 0,1 1-20 0,0 0 25 16,0-3-22-16,2 4 34 0,-1-3-6 0,1-3-8 0,1 3 5 15,-1-4-3-15,0 1 7 0,0-1 13 0,1 0-3 0,0 0-1 0,2 1-19 16,-1 1 23-16,1-2-21 0,0 0 21 0,0 0-5 0,0 0-11 16,1 0-9-16,0 1 1 0,-1-1-2 0,0 1 5 0,0 0-3 15,0 1-5-15,-1-1-2 0,0 0 3 0,-1 1-3 0,-1-1 6 16,-1 3-2-16,0-1-2 0,1 1-12 0,-1 3 14 0,-1 0-9 0,0 2 22 15,-1 0-3-15,-1 2-13 0,-1-1-6 0,0 1 8 16,-2 1-7-16,0-1 13 0,-1 2-5 0,0-1-3 0,1-1-3 0,-2-2 5 16,1-1-3-16,1 1 8 0,-1-1 0 0,-1-1-8 0,2 1-5 15,-2 0 11-15,1-1-7 0,0 0 16 0,0-1-3 0,-1 0-6 16,2 1-23-16,-1-1 24 0,2 1-20 0,-1-1 35 0,2-1-4 16,-1 0-13-16,2-1-14 0,0 0 13 0,1-1-12 0,0-1 19 15,1-1-6-15,0 2-6 0,1-2-8 0,1 1 8 0,0-2-4 0,1 1 16 16,0 0-2-16,-1 0-6 0,2 1-6 0,-1 0 9 0,0-1-9 15,2 1 7-15,-2-1 1 0,0 2-4 0,1 0-10 0,0 0 5 16,0 2-5-16,-1 0 23 0,-1 0-5 0,1-2-3 16,0 2-21-16,0-1 16 0,1 1-12 0,0 0 26 0,0 3-5 0,0-1-9 15,-1 4-13-15,1-2 13 0,0-2-9 0,2 2 18 0,-2-1-2 0,2 0-8 16,-2 1-1-16,2 2 5 0,-3 3-4 0,1 3 6 0,-2-2-1 0,0-2-1 16,1 2 2-16,-2 1 3 0,1 4-1 0,-2-1-7 15,0 5 6-15,-1-3-7 0,-3-2 0 0,2 2 12 0,-2-2-12 16,0 0 2-16,2 1 0 0,-1 0-3 0,-1 1-3 15,2 3 7-15,1 0-3 0,1 1 13 0,0 0 2 0,2-1-5 0,0 6 2 16,1 1 14-16,1-2-11 0,1-1 11 0,0-2-1 0,2-2-6 0,0-1-11 16,1 2 6-16,0-5-8 0,-1 1-1 0,1-5 3 0,1 2-5 0,-1-3-10 15,1 1 13-15,0-3-12 0,2-2 17 0,-1 1-5 16,2 0-6-16,-1-1-6 0,-1-1 7 0,1 0-5 0,0-1 1 16,1-1 2-16,0-1-11 0,-1 0-26 0,0-2 13 0,2-1-20 0,-1-2-18 15,1 1-15-15,0-3-19 0,-1-3-74 0,-4-3-12 0,0-4-20 0,4-6 50 16</inkml:trace>
  <inkml:trace contextRef="#ctx0" brushRef="#br0" timeOffset="30532.45">25165 4084 160 0,'-7'-1'42'0,"-1"0"94"0,1-2-55 0,1 2 0 0,1-1-2 16,1 0 4-16,1 1 9 0,0-1-20 0,1 0-19 15,1-1-8-15,0 1-8 0,1-1-30 0,0 0 10 0,1 0-11 0,0 0 17 16,0 1 0-16,-1-1-8 0,1 0-21 0,0 2 23 0,2-1-21 0,-2-1 27 16,1 0-5-16,0 2-8 0,1 0 14 0,-1-2-3 0,0 2 8 15,0-2 11-15,1 3 1 0,-1-1 0 0,1-1-8 0,1 0 11 16,-1 0-13-16,1 1-1 0,0-2-4 0,0 0-4 0,1 1-2 15,-1 1-4-15,1-2 4 0,-2 0 1 0,2 0-3 0,-1 1-1 0,1-2-12 16,0 1 7-16,1-1-7 0,-1 0 8 0,1 0-4 16,0 0-2-16,-2 0-8 0,2 2 3 0,-1-1-2 0,0 1 4 0,0 0 0 15,-1 1-7-15,0 1-11 0,1-1 17 0,-1 1-13 0,1 0 21 16,-1 0-5-16,1 0-5 0,-1 0-8 0,1-1-1 0,0 1 0 16,0 0 8-16,-1 0-6 0,1-2-6 0,-1 2-20 0,1-1 3 15,-1-1-7-15,1 2-17 0,-1-3-8 0,1 0-14 0,-1 0-45 16,1 1-19-16,-1 0-6 0,1-2-116 0,-2 1 152 0,4-2-16 0</inkml:trace>
  <inkml:trace contextRef="#ctx0" brushRef="#br0" timeOffset="31166.96">25287 4048 408 0,'-23'7'-257'0,"15"-2"434"0,0-4-40 0,3 2-96 0,-1-1 24 0,1 1 32 0,2-1-24 0,1 0 39 0,-2-1-22 0,3-1-19 0,0 1-53 0,0-1 9 0,1 0-13 0,-1 1 17 16,1-1-3-16,0 3-8 0,0-2 2 0,0 1 10 0,0 0-7 16,1 1 12-16,0 0 0 0,0 1-1 0,0 1-5 0,1 3 6 0,-1 0-6 15,1 1 3-15,-1 0-3 0,1 1-8 0,-1-1-17 0,2-1 12 16,-2 2-14-16,0 0 5 0,0 2 0 0,0-2-3 0,1 3-12 16,0-3 10-16,-1 0-8 0,0-1 20 0,0-2-2 0,0-1-7 15,0 0-4-15,0-1 9 0,0 1-6 0,0-3 10 0,1 0-1 0,-1 0-3 16,0-2-4-16,1 1 1 0,-1-2-1 0,1 2 5 0,1-2 1 15,0 0-3-15,2 0-5 0,-2-2 12 0,3 0-11 0,-1 1 11 16,2-1-3-16,1-2-4 0,0 2-13 0,-1-1 5 0,2 1-4 16,0-1 17-16,-1 1-6 0,0 0-6 0,0 2-8 0,0-1 4 0,0 1-4 15,0 0 5-15,-2 3 5 0,3-1-1 0,-1 5-16 0,1-4 11 16,-1 3-11-16,1-4 16 0,0 1 1 0,0-1-4 0,0 1-8 16,1-1 8-16,-1 3-6 0,0-1 10 0,-1 1-3 0,-1-2-4 15,-1 2-11-15,1-4 14 0,0 2-9 0,-2-1 17 0,1 1 0 16,-1 0-8-16,-2-3-5 0,-1 2 4 0,0 1-4 0,-2-2 8 15,2 2-5-15,-2-2-3 0,0 1-7 0,0 2 12 0,-3-1-3 0,0-1 15 16,0 2-2-16,-2-1-12 0,-1 1 0 0,1-1 5 0,-2 1-5 16,0 1 3-16,0-1-1 0,-1 1-2 0,-2 1-5 0,-2 0 8 15,0 0-5-15,0 1 16 0,0-1-3 0,-1 1-6 0,-2 0-13 0,2 0 13 16,-1-1-11-16,3 0 21 0,0 1-3 0,0-1-6 0,1 1-13 16,-1-1 6-16,4-2-6 0,0 1 17 0,1-2-4 0,3-1-5 0,1-1-9 15,2 1 4-15,0-2-7 0,1 0-10 0,1 0-4 0,1-4-9 16,3 1-24-16,2-3-3 0,0-2-4 0,1 0-35 0,1 1-14 15,0-2-22-15,1-1-72 0,0-3-34 0,4 0-12 0</inkml:trace>
  <inkml:trace contextRef="#ctx0" brushRef="#br0" timeOffset="31650.6">25649 3916 661 0,'-15'4'-38'0,"9"-1"106"0,0 1 5 0,2-2-5 0,1 2 10 0,1-1 9 16,1-2-21-16,0 1-13 0,1 1-10 0,0 0-9 0,3-1-18 0,-1 2 10 15,1 0-6-15,0 1 18 0,0 1-2 0,2-1-10 0,1 3-6 16,-1 0 10-16,2-2-9 0,-1 2 6 0,0 0-2 0,0 1-5 0,-1 3-16 15,-1 2 13-15,-1-1-11 0,1 1 30 0,-1-3-1 16,0 0-3-16,1 1-34 0,-1 0 22 0,0 1-23 0,1 1 26 0,-3-3-7 16,1-1-11-16,-1 0-11 0,2-1 13 0,0 2-8 0,-1-2 19 15,0 2-6-15,1-1-11 0,-1-1-7 0,-1 0 10 0,1 1-7 16,-1-1 11-16,2 0-6 0,-1-3-6 0,0 0-12 0,0-1 12 0,2-2-6 16,-1 3 13-16,-1-3-7 0,2 3-15 0,-2-3-26 0,0 0 4 15,0 1-10-15,2-2-13 0,-2-2-3 16,1 3-7-16,1-2-10 0,-2 0 4 0,0 1-7 0,1-2-49 0,-1 0-10 0,0-2-33 0</inkml:trace>
  <inkml:trace contextRef="#ctx0" brushRef="#br0" timeOffset="31982.14">26008 4254 593 0,'-3'0'54'0,"0"0"94"0,-2 0-94 0,2 0 12 0,-1 2-3 0,1-1 9 0,1 0 24 0,-2 0-30 15,3-1-1-15,1 2-22 0,-2-2-26 0,2 0-23 0,0 1 3 0,0-1-3 16,0 0 20-16,0 0-4 0,0 0-4 0,0 0-16 0,1 3 15 0,1-3-13 16,0 0 20-16,-1 1-12 0,1 0-7 0,-1-1-2 0,1 1-10 15,1-1 12-15,-1 2-6 0,-1-2-4 0,1 1-5 0,-1 0-52 16,1-1 24-16,0 0-32 0,-1 0-22 0,0-1-27 0,0-3-39 0</inkml:trace>
  <inkml:trace contextRef="#ctx0" brushRef="#br0" timeOffset="32465.87">25939 3936 714 0,'-4'-3'50'0,"3"0"1"0,0 1 36 0,0 1-5 16,1 1-3-16,2-4-21 0,0 0 1 0,3 0-15 0,-1-1-2 16,2 2-8-16,1-2-11 0,1 1-8 0,0 2 13 0,1-2-8 15,-2 1 20-15,1 0-3 0,0-1-6 0,1 1-12 0,0-1 13 0,1 1-11 16,0 0 18-16,-1-1-5 0,1 2-8 0,-6-1-12 15,0 2 6-15,2-2-9 0,-2 2-3 0,5 1-5 0,0-1-3 0,-1 1-2 16,1 1-1-16,0 0 2 0,-1 2 12 0,1-1-6 0,-2 1 0 0,-2 1-20 16,0 1 18-16,-1 1-13 0,-3 1 26 0,1 2-6 0,-4 2-8 15,-1 2-2-15,0 4 5 0,-1-2-2 0,0 0 13 0,0-1 1 16,0 0-4-16,-2 2-14 0,1-1 14 0,-2 3-14 0,0 0 15 16,-1 3-4-16,2-4-7 0,0 1 9 0,0-2-1 0,3-3 4 15,1-4-9-15,0-2 2 0,-1 1-5 0,3-2-7 0,0 2 14 0,1 0-12 16,2-1 19-16,-1 1-3 0,0 1-4 0,3-1-16 0,0-1 10 15,2-2-8-15,1-2 22 0,1 0-3 0,1-2-9 0,2-1-16 16,1 0 16-16,0-1-13 0,0-2 22 0,-1 0-5 0,-1 1-11 0,3-3-16 16,-1 0 13-16,2 0-12 0,0-2-2 0,2 1-4 0,1 1-15 15,0-2-37-15,-1 1-14 0,0-1-9 0,0 2-82 0,-2 1-22 16,0-3-17-16</inkml:trace>
  <inkml:trace contextRef="#ctx0" brushRef="#br0" timeOffset="34936.26">26481 3313 256 0,'-3'0'-2'0,"0"-1"-5"0,2 0 33 0,1 0 13 0,-1-1 19 16,1 2 9-16,0 0-20 0,0 0 1 0,0 0-7 0,0 0-6 0,0-1-15 15,0 1 13-15,0-1-7 0,0-1 32 0,0 2-5 0,0 0-7 0,0-1-12 16,-1 0 22-16,1 0-18 0,-1-1 20 0,-3-2-14 0,2 4-13 16,1 0 15-16,0-1-12 0,0 0 16 0,0 1-3 0,0-1-1 15,0 1 1-15,1-2-25 0,-1 2 26 0,1-1-25 0,0 1 21 16,0 0-6-16,0 0-15 0,0 0-14 0,0 0 10 0,0 0-9 0,0-1 14 16,0 1-3-16,0 0-7 0,0-2-18 0,0 2 22 0,0 0-19 15,1 0 24-15,-1 0-5 0,0 0-11 0,1 0-7 0,1-2 10 16,-1 2-6-16,0 0 22 0,-1 0-4 0,1 0-5 0,-1 0-6 15,2 1 5-15,-1-1-5 0,0 0 9 0,0 1-2 0,-1-1-1 0,2 0-12 16,-1 0 8-16,1 0-7 0,1 0 6 0,-1 0-2 16,0 2-5-16,2-2-9 0,-2 1 14 0,0-1-11 0,0 0 21 15,-1 1-6-15,2-1-7 0,-2 2-8 0,1-2 7 0,0 0-3 0,1 0 20 16,0 0-3-16,0 0-4 0,2 0-6 0,-1 0 3 0,2-2-3 16,1 2 5-16,-2 0-5 0,3 0-6 0,-1 2-1 0,1-1 4 15,-4 1-1-15,0-2 9 0,0 4-2 0,1-1-1 0,5-1-6 16,1 1 2-16,0 0-2 0,1-1 5 0,2-1-8 0,-2 2-4 0,1 0 1 15,-1-2 4-15,-2 1 1 0,1 0 0 0,1-2 1 0,-2 1-6 16,1-1-5-16,0 1 12 0,-1-1-10 0,3 1 11 0,-2-1-1 16,1 2-5-16,2-2-2 0,0 0 0 0,2 0 0 0,0 1 3 15,-2-1-3-15,1 1 2 0,-1 1-10 0,0-2 8 0,1 1-5 0,0 3 15 16,1-3-7-16,0 2-8 0,-2 0 2 0,2 1 3 0,-1 0 1 16,-1 1 4-16,2-2-1 0,-1 1-4 0,-6-1-1 0,1 0 2 15,-1 0-1-15,0 0-1 0,5 0 2 0,1 0 4 0,3-1-17 16,-1 1 13-16,-1-2-11 0,0 1 22 0,-1 1-5 0,1-2-7 0,-1 1-10 15,2-1 12-15,1 1-7 0,0 0 14 0,1-1-4 0,0 2-8 16,1-3 0-16,2 2 5 0,-2 1-1 0,-1-1 6 16,-1 0-5-16,1 0-2 0,0 1-13 0,1-1 11 0,2-1-7 0,-1 1 20 15,0 0-1-15,-5 1-6 0,0-2-17 0,1 0 16 0,1 1-13 16,7 0 21-16,0 0-1 0,0-1-10 0,0 0-9 0,0 0 11 16,1-1-9-16,1 2 15 0,0 0-2 0,0 0-6 0,2 0-7 15,-1-1 5-15,2 3-5 0,-1 0 16 0,1-1-4 0,-1-1-3 0,2 2-8 16,-6-1 6-16,1 0-5 0,1 1 11 0,1-2-3 0,5 1-4 0,1 0-7 15,-1-1 7-15,2 0-4 0,1 0 16 0,0 1-3 0,-1-1-4 16,2 4-12-16,0-1 1 0,-1 2-3 0,-6 2 10 0,0-4 0 16,2 1 1-16,2-3-6 0,5 3 8 0,-3-3-7 0,-1 3 5 15,-2-4 3-15,1 2-7 0,2 0-10 0,-2 2 18 0,-1-2-15 16,0 2 22-16,-3 0-5 0,0-1-8 0,-4-2-10 0,-1 3 13 0,1-1-8 16,1 1 16-16,3 2-2 0,-1-1-9 0,2 1-3 0,-2-1 6 15,0-4-4-15,1 1 7 0,1 0-2 16,0-1-3-16,2-1 1 0,0 2-1 0,3-1 1 0,0-1-2 0,-1-1-1 0,-6-1 2 15,3 2 0-15,-1 0 1 0,2 1 0 0,3 1 3 0,-3 0-3 0,0 1-2 16,1-2-10-16,-1 3 15 0,0-3-10 0,-2 4 10 0,0-2 3 16,-1 1-8-16,4 1-11 0,-2-2 17 0,-6 0-13 0,-1-1 20 15,-2 1-8-15,2-1-7 0,6 1-1 0,0-1 5 0,-2 0 0 16,0-1 16-16,-2 1-1 0,2 1-8 0,2 1-13 0,-1 1 11 16,-1 1-10-16,3 1 19 0,-2 0-5 0,4-1-9 0,1-1 0 15,-4-2 6-15,1 0-2 0,0-1 8 0,-2 1-3 0,4-1-5 0,1 0-5 16,-3 0 2-16,1 0-2 0,0 0 2 0,-1 1 1 0,-3-1-4 0,0 2 0 15,-1-1 2-15,-1 1 0 0,0 3 7 0,-1-1-3 16,-3 0-3-16,-7-2-13 0,0 1 12 0,-1-2-9 0,0 0 25 0,8 0-7 16,-2-1-7-16,2 0-7 0,-2 0 4 0,-1-2-1 0,2 2 18 15,-1-2-5-15,0 1-5 0,4 1-4 0,2-2 0 0,0 4 1 16,1-3 2-16,0 3 0 0,-2-1-3 0,3 0-2 0,-1-1 2 16,-1 2-3-16,-1-1 0 0,-4 0 0 0,0 0 0 0,1 0-14 0,-1 2 18 15,-3-2-14-15,-3 0 26 0,-1-1-6 0,-1 2-11 0,-3-1-14 16,-1 1 16-16,-2-1-12 0,-1-1 6 0,-4-1 1 0,0 1-16 0,-2-2-9 15,0 0 3-15,1-1-10 0,-2-1-24 0,0 0-7 16,0 2-12-16,-2-2-58 0,0 1-49 0,-1-1 9 16,0-1-232-16,1-3 240 0,2-6-17 0</inkml:trace>
  <inkml:trace contextRef="#ctx0" brushRef="#br0" timeOffset="36567.78">27836 4235 256 0,'-7'0'-3'0,"3"-1"-17"0,0 0 39 0,2 1 16 0,-1-2 39 15,1 2 6-15,1-1-11 0,-1 0-4 0,1-1-8 0,-1 2-16 0,2-1-21 16,0 0 23-16,0 0-22 0,-1 1 26 0,1-2-7 15,0 2-5-15,0 0-2 0,0 0-2 0,0 0 3 0,0 0 1 0,0 0-2 16,0-1-4-16,0 1-24 0,0 0 28 0,0 0-25 0,0-1 32 16,3-2-4-16,-2 2-13 0,1-2-12 0,1 1 17 0,1 1-14 15,1-3 22-15,0 0-7 0,0 1-12 0,2-2-5 0,-1 0 9 0,0 0-6 16,1 1 8-16,0 0-3 0,1 0-4 0,-1 1-8 0,-1-1-1 16,1 1 0-16,0 1 7 0,-2-1 0 0,2 1-2 0,1-1-24 15,-1 2 20-15,-1-2-20 0,2 1 21 0,-1 2-1 0,1-3-8 0,0 0-10 16,0 3 12-16,-1 0-8 0,-1 2 18 0,1-1-2 0,0-1-8 15,-1 0-15-15,1-1 12 0,1-1-12 0,-1 1 16 0,-1-1-16 16,0 2-15-16,1-2-53 0,-2 1-27 0,0-2 7 0,0 0-87 16,-3 0-54-16,0-3-39 0</inkml:trace>
  <inkml:trace contextRef="#ctx0" brushRef="#br0" timeOffset="37236.39">28310 3959 260 0,'-4'-3'37'0,"1"2"-30"0,0 0 87 0,1 1 2 0,1-2-13 0,-1 1-10 0,1 0 25 0,-1-2-36 0,2 2 11 0,-1 0-17 0,1-2-18 0,0 2-12 16,0-2-1-16,0 2 3 0,0 0 14 0,0-1-2 15,1 0-1-15,-1 0-24 0,2 0 26 0,-1 1-23 0,0-2 31 0,1 2-9 16,-1-2-14-16,0 1-2 0,0 0 11 0,1 1-5 0,0-1 16 16,-1-1-4-16,0 2-11 0,1-1-25 0,0 0 26 0,1-1-23 15,-1 1 32-15,0 0-9 0,2 0-13 0,-1-1-22 0,1 1 15 0,1-1-13 16,-2-1 21-16,2 2-5 0,-1-1-10 0,0 1-5 0,1-1 9 15,0 1-9-15,2 0 3 0,-2 0 0 0,2-1-3 0,-2 1-1 16,2 0-1-16,-1 0 2 0,-1-1 7 0,1 2-3 0,1-2-1 16,0 3-8-16,0-2 3 0,0 1-2 0,2-2 10 0,-1 2-8 15,0-1-6-15,1 1-27 0,-4 0 0 0,3 0-7 0,0-1-22 0,0 1-14 16,0 1-16-16,0 0-39 0,-2 0-8 0,0 0-8 0,-1 0-61 16,-2 0-11-16,-1 0-19 0</inkml:trace>
  <inkml:trace contextRef="#ctx0" brushRef="#br0" timeOffset="37820.91">28392 3913 555 0,'-9'1'100'0,"3"-1"-73"0,-2 0 6 0,1 1 54 16,3 0 22-16,-1 1-11 0,1-2 21 0,0 1-19 0,2-1-16 16,0 0-60-16,-1 0 9 0,1 0-18 0,1 1 0 0,-1 1-2 15,0-1-11-15,-1 1-16 0,0 0 23 0,0 0-18 0,0 1 30 0,0-1-7 16,0 1-12-16,-2 2-5 0,1-1 15 0,0 1-9 0,0-1 28 16,0 1-3-16,1-1-11 0,0 2-4 0,-1-2 14 15,2 2-11-15,-1 0 12 0,2-1-3 0,-1-2-10 0,1 1-8 0,0-1 4 16,0-1-5-16,1 2 16 0,0-2-4 0,0 0 2 0,0-1-5 15,1 2 8-15,-1-2-7 0,1-1 2 0,2 2 5 0,-1-2 1 0,0 0-5 16,0 0 0-16,2 0-3 0,-1 0 6 0,2 0-7 0,-1 0 0 16,1 0-10-16,0-2 7 0,0 1-4 0,0 0 5 0,0-1-4 15,0 1-9-15,1 0-7 0,-2 0 13 0,2 1-8 0,-1 0 11 0,-1 0-1 16,2 0-10-16,-2 0-14 0,2 1 18 0,-1 0-14 0,0 3 22 16,-1-1 0-16,1 0-6 0,-1 1-10 0,1 1 4 0,-1 0-6 15,1 4 10-15,-2 0-1 0,2 0-1 0,-2 0 0 0,2-2 1 16,-1 0 0-16,1 4 0 0,-3 0-2 0,0-1-4 0,0 3-4 15,1-4 9-15,-1-2-3 0,0-2 15 0,-1-1-5 0,1 1-7 0,-1 2 1 16,1 2-2-16,-2 2 2 0,-2-3 0 0,1 0-3 0,-1-1 1 16,1-2-4-16,0-1 6 0,-1 1-1 0,-1-2 5 0,0 1 1 15,0 0-6-15,-2-1-6 0,0-1 13 0,-1 2-8 0,0-3 13 16,0 2-5-16,0 0-9 0,-1-1-4 0,0-1 5 0,1 2-2 16,-1-1 12-16,0 1-1 0,1 0-3 0,0-2-21 0,0 1 19 0,2 0-15 15,-2-1 28-15,2 0-2 0,-1 1-12 0,1-2-19 0,0 0 18 16,1 0-16-16,0 0 32 0,0 0-6 0,1 0-8 0,0-2-32 15,1 0 10-15,-1 0-14 0,0 0-2 0,1 1-7 0,0-2-14 0,0 0-21 16,0 0-5-16,0 1-3 0,1-1-39 0,-1-1 3 0,1 1-11 16,-1 1-21-16,1-2-20 0,0 2-4 0,-2 1 42 0</inkml:trace>
  <inkml:trace contextRef="#ctx0" brushRef="#br0" timeOffset="38323.22">28733 4188 772 0,'-11'-3'-246'0,"7"2"414"0,0 0-41 0,0-1-87 0,0 2 38 0,0 0 8 15,1 0 0-15,1 2 19 0,-2-2-14 0,3-2-14 0,0 2-41 0,0 0 10 0,0-1-17 0,1 1-2 0,-1 0-1 0,1 0-6 0,0 0-1 16,0 0 0-16,0 0-3 0,0 0-5 0,0 0-2 0,0 0-4 15,1 0-8-15,1-4 2 0,-1 3-5 0,-1 0-4 0,1-1-3 16,0 1-3-16,1-1-20 0,-1 0-14 0,1 0 2 0,-1 0-54 0,1 1-4 16,-1-3-12-16,2 1-93 0,-1-1-36 0,1-1-26 0</inkml:trace>
  <inkml:trace contextRef="#ctx0" brushRef="#br0" timeOffset="38966.83">28815 3941 179 0,'-7'-2'98'0,"3"2"-53"0,1-1 75 0,0 0-119 0,0 1 31 16,1 1-31-16,1-1 51 0,0 1-9 0,0-1-10 0,0 0-33 15,1 0 14-15,0 0-14 0,0 0 25 0,0 2-8 0,1-2-13 0,0 1-11 16,0-1 12-16,-1 1-10 0,1-1 15 0,0 2-1 0,0-2-5 0,1 0 18 16,-1 0-11-16,-1 1 15 0,1-1-2 0,0 1 5 0,-1-1 6 15,0 0-6-15,0 1 19 0,0-1-16 0,0 2 13 16,1-2-14-16,0 2-12 0,-1 0-14 0,1 0 2 0,0 2 1 0,-1-2 14 15,2 2-1-15,-2 1-3 0,1 1-24 0,1-3 18 0,-1 5-17 0,1-3 28 16,1 2-5-16,-1-1-7 0,1-1-5 0,1 2 5 0,-2-1-2 16,1-1 9-16,1 1 0 0,0-2-9 0,-1 1-10 15,2 2 20-15,-2-1-18 0,2 1 26 0,-1-4-6 0,1 3-9 0,-1-3 1 16,1 1-11-16,-1-1 10 0,0 2-8 0,-1-1 3 0,0 1 2 16,2 1-23-16,-2 1 24 0,1-1-21 0,-1-1 27 0,0-1-2 15,1-1-10-15,-1-1 0 0,0 1 3 0,1-1 0 0,-2 0 11 0,0-2 4 16,0 0 0-16,1 0 0 0,-1 0 5 0,0 0-7 0,0 0-2 15,0-2-1-15,0 1-3 0,0 1-16 0,1-3 16 0,2 2-14 16,-2 0 18-16,1 0-1 0,-1-1-12 0,0 0-5 0,0-1 9 0,0-1-9 16,-1 2 7-16,1-2-3 0,0 0-4 0,-1-1-3 0,0 1 4 15,1-1 0-15,-2 1 16 0,1-2-3 0,1 2-4 0,0-2-11 16,-1-1 11-16,-1 1-10 0,1-1 18 0,0 0-4 0,0-1-8 0,-1 2-3 16,0-2 0-16,-1 0 0 0,0 1 2 0,1-1 1 0,-1 3 1 15,0-2-19-15,-1 0 19 0,-1 0-17 0,-1 0 21 0,-1 0 2 16,-1 0-5-16,1 0-22 0,-2 1 16 0,1 1-15 0,-1-3 26 15,-1 3-3-15,-1-2-8 0,-1 1-4 0,0 0 2 0,0 0-2 16,2 0 6-16,-1 0-7 0,1 1-5 0,0-2-9 0,1 3 14 16,-1 0-6-16,-1 2 21 0,1 1-5 0,2-1-13 0,-2 2-33 0,4-1 19 15,-1 1-22-15,2 0-24 0,0 0-32 0,1 0-41 0,-1 3-50 16,0-3-78-16,1 1 11 0</inkml:trace>
  <inkml:trace contextRef="#ctx0" brushRef="#br0" timeOffset="39309.58">29192 3846 1064 0,'-26'-3'-675'0,"16"3"1084"0,3 0-140 15,-1 0-261-15,0 2 11 0,3 2 18 0,-1-2-4 0,2-1 51 0,0 2-13 16,2-1-13-16,1 1-41 0,1 0 12 0,0-1-20 0,0 2 5 16,1-1-1-16,1 0-6 0,1 1 0 0,0-1 3 0,2 2-2 15,0-1 5-15,0 3-3 0,-2 1-4 0,0 2-24 0,1 2 25 0,-1-1-20 16,2-2 27-16,-2 0-4 0,0 0-13 0,0 3 0 15,-2 1-2-15,1-3 4 0,-1 1 2 0,1-3-2 0,1-2-3 0,0 2-39 16,0-1 4-16,2 2-15 0,-1-1-32 0,1 0-7 0,0-1-12 16,1-2-70-16,0-1-60 0,1-2-5 0</inkml:trace>
  <inkml:trace contextRef="#ctx0" brushRef="#br0" timeOffset="41299.23">29497 3785 128 0,'-5'-4'57'0,"0"1"44"0,0-2 13 15,2 2 17-15,0 1-13 0,0-2 11 0,0 1 9 0,0 0-36 16,1-1-32-16,1 1-14 0,-2-1-13 0,2 2-30 0,-1 1 13 0,1-2-14 16,0 2 8-16,1-2-5 0,0 2-15 0,0 0-4 0,0-2 10 15,0 0-9-15,0 1 10 0,0 1-2 0,0 1-5 0,0 0 5 16,0-2-6-16,0 2 6 0,0 0-5 0,0 0 4 0,0 0 2 0,-1 2 2 15,-2-2 12-15,2 2-11 0,0 1 11 0,0 1-2 0,0-3-1 16,0 3-10-16,0 0 6 0,0-2-5 0,-1 3 16 0,1-2-5 16,0 2-6-16,0 0-9 0,1 1 9 0,-1 1-8 0,1 1 5 0,0-1-2 15,1 2-3-15,0 0-4 0,1 3 2 0,0-1 0 0,-1 2 5 16,0 1 0-16,-1 0-6 0,1 1-3 0,2 1 11 0,0-1-11 16,0 1 10-16,0 2-4 0,0-1-4 0,0 5 3 0,0 0-4 15,-1-2 6-15,2 0-6 0,-1-1 3 0,2 0-2 0,-1 0-10 16,0-1 15-16,-2-4-13 0,0-2 14 0,-2-1 5 0,1 0-4 0,0 1-11 15,-1 0 4-15,0-1-7 0,-1-3 9 0,0-2 2 0,1-2 1 16,0 0-13-16,0-3 10 0,1 3-9 0,-1-2 16 0,0-1-3 16,1 0-3-16,-1 0-6 0,0-1 7 0,0 0-4 0,1 0 18 15,-1 0-1-15,2 0-6 0,-1 0-5 0,2 0 11 0,-1 0-11 16,2 0 7-16,-2 0 2 0,0-1-4 0,3 0-20 0,-2 0 18 0,2-2-17 16,-2 0 24-16,1 3 1 0,0-2-12 0,-1-1-6 0,2 1 15 15,-5-1-15-15,1-1 10 0,0 1-3 0,2-1-6 0,6-1 0 16,2-2 7-16,3 3-3 0,2-2 13 0,2 1-3 0,1-2-7 15,3 1 6-15,1-2-1 0,-1 2 1 0,3-2-4 0,-2 1 3 0,3 1-2 16,3 1-19-16,2-1 14 0,0 2-14 0,2-4 18 0,0 3-1 16,2 0-9-16,2 0-10 0,-5 2 16 0,-1 0-13 0,1-1 16 15,-4 2 0-15,4 2-9 0,-1 0-8 0,-5 4 7 0,1 0-6 16,2-3 17-16,-3 1-2 0,3-1-6 0,0 2-6 0,0 0 6 16,0 0-4-16,-1 2 8 0,-2-1-3 0,-2 1-3 0,-3-1-11 0,-1 0 11 15,-7-2-9-15,-3 0 22 0,-1-2-8 0,-3 0-2 0,7 0-26 16,-2-2 1-16,-1 1-7 0,-2 0-20 0,-1-1-16 0,-1 1-20 0,-1 0-65 15,-1 0-10-15,1 1-11 0,-3-3-120 0,4 2 176 16,0 2-31-16</inkml:trace>
  <inkml:trace contextRef="#ctx0" brushRef="#br0" timeOffset="41821.44">30140 4279 642 0,'-6'-2'221'0,"3"0"-86"0,-1 2-39 0,0 0-46 0,0 0 61 0,2 1-11 0,-1 2-18 0,-1 1-34 0,1-1 18 0,0 2-27 0,-1 2-7 0,1 1-1 0,1 2-10 15,-1 3-29-15,0 1 15 0,0 2-15 0,-1 1 29 0,2 0 0 16,1-1-6-16,1 1-9 0,0 1 9 0,0 0-11 0,0 1 2 15,0-1-3-15,0 1-3 0,-1 2-6 0,1-2 2 0,-1 3-2 0,0-2 11 16,0 1-6-16,-1-4-6 0,1-1-28 0,0 0-12 0,1 0-6 16,0 2-87-16,0-2-10 0,1-2-21 0,0 1-193 15,5-1 232-15</inkml:trace>
  <inkml:trace contextRef="#ctx0" brushRef="#br0" timeOffset="48855.57">16413 8246 618 0,'-23'3'137'0,"2"-1"-78"0,4 3-30 0,4 4-21 0,-1 2 29 0,3 3 1 15,0 1-9-15,1 2 8 0,0 2 10 0,2-1-8 0,1 1 7 16,0 3-8-16,1 0-8 0,-2 4-9 0,1 1 9 0,0 1-5 16,3-1 23-16,-1 0-7 0,1-1-8 0,1 2-21 0,1 1 9 0,0 0-10 15,1-1 7-15,0-1-1 0,1 1-6 0,0 5-9 16,1-1 2-16,0 3-4 0,2 2 10 0,0 0 0 0,-1 3 1 16,0-1-23-16,0-2 17 0,1 1-16 0,-1-5 24 0,0-1-1 15,-1-1-5-15,1-2-9 0,0 1 2 0,1 2-2 0,1 0 10 0,1 0 1 16,1 0-2-16,-1 2-20 0,0 2 24 0,-1-1-20 0,2-3 26 0,-1 1-8 15,2-2-12-15,1-3-4 0,0 2 9 0,1-3-2 0,1-1 23 16,-1-2-3-16,1-1-9 0,2 2 0 0,1-1 3 16,2 2-3-16,1-1 1 0,2 1-4 0,0-1 3 0,1 2-11 0,0 0 8 15,0 0-5-15,2-3 28 0,0-1-6 0,2-1-5 0,4-1-14 16,3 0 11-16,-7-1-9 0,3-2 14 0,1-3-6 0,1-2-10 0,9-1-10 16,-1 0 11-16,-2 0-7 0,1-2 20 0,-2 1-4 15,3 1-6-15,2-1-16 0,3 1 9 0,-1 1-8 0,2-1 16 0,-2 1 0 16,-5 1-3-16,4 0-5 0,1 1 6 0,0-4-4 0,6 3 7 15,-4-2-1-15,-1 0-7 0,4 3-4 0,2-1 10 0,3-2-8 16,1 2 12-16,-5-2-8 0,3-2-10 0,1-1 2 0,3-2 6 0,3-4 0 16,-1 1 11-16,0-2-3 0,2 0-8 0,4-2-12 15,-1 1 9-15,0-1-6 0,-1 0 17 0,-6 2-4 0,6-1-7 0,-2 2-9 16,3 0 8-16,1 0-4 0,-2 2 15 0,1 0-2 16,-1 2-6-16,1 2-14 0,6 0 16 0,-5-1-11 0,2 4 25 0,-1 0-4 0,1 0-12 15,2-1-3-15,0-2 5 0,-3-2-3 0,-1 0 7 16,-2 0-1-16,2 1-3 0,4 2-10 0,-2-2 9 0,3 0-7 0,-1-5 14 15,-5 0-2-15,0 0-3 0,2 2-20 0,1 1 14 16,2 0-14-16,-3 0 31 0,-2-3-5 0,0-3-6 0,-1 2-15 0,3-2 10 16,-3 1-8-16,-1 2 18 0,0-2 1 0,-1-1-6 15,2 1-9-15,2-1 8 0,-3 0-8 0,1-1 15 0,-3 0-2 0,0 1-2 0,4-2-9 16,1 2 6-16,-1-2-5 0,0 0 9 0,-3-1-2 16,0-1-6-16,1 0-3 0,-4-1 4 0,-2 1-3 0,0-1 4 0,0 0-1 15,-5 0-3-15,6-4-9 0,-2 0 10 0,-4-2-5 0,3 2 19 16,-6-2-7-16,-1-3-8 0,0 1-7 0,2-4 9 0,4-1-4 0,-1 1 11 15,-3-3 2-15,3 1-6 0,0-1-17 0,0-2 22 16,2 0-19-16,-5-3 23 0,-2 0-2 0,1 2-11 0,2-2-9 0,0-1 9 16,0 0-8-16,-4 1 18 0,-1 0-1 0,0-1-8 0,1-1-10 15,-2-4 14-15,-2-2-11 0,-4-5 22 0,-4 1-9 0,1 2-8 16,1-3-9-16,-1 3 12 0,2-3-4 0,-1 1 18 0,-5 3-4 0,-6 3-11 16,-2-2 1-16,-1 2-2 0,0-2 0 0,5-3 1 0,-4-1 0 15,-3-3 1-15,0-2-9 0,-3-2 7 0,-2 1-6 0,-2 0 15 16,-1 0-3-16,-2 3-5 0,1-2-10 0,-1 4 12 0,-2-3-9 15,-2-3 17-15,0-3 0 0,-2-3-9 0,0-4-12 0,-3 0 17 0,0 3-13 16,-2-1 19-16,-1 7-4 0,-2 1-11 0,-2-1-9 0,-4-2 10 16,-1-4-8-16,-5-2 16 0,-2 0-7 0,-4 1-6 0,-1 1 4 15,5 1 0-15,-4 4 2 0,-2 4-1 0,-5 1 0 0,-7-3-4 0,-1-6-9 16,0-1 8-16,-2-1-7 0,-1 1 13 0,-5 3 0 0,-4 2-5 16,-3 3-2-16,1 2 1 0,3 1 2 0,1 2 10 0,5-3-2 15,-4-2-2-15,0-1-5 0,-4 0 3 0,-7 4-3 0,-2 2 3 16,3 3 2-16,0 2 1 0,2 2-4 0,-1 3 0 0,-2 3-1 15,-4 1 3-15,-4 7 1 0,-6-1-2 0,-5 0-9 0,1 0 12 0,4 1-9 16,-1 2 18-16,-6 2-8 0,-7 0-8 0,-4 0-6 0,-2 4 10 16,1 0-4-16,-3 6 14 0,-2-1-1 0,-2 2-9 0,-4 2-10 15,3 4 13-15,-2 1-10 0,-3 3 13 0,3 0 2 0,3 0-6 0,-1 2-13 16,-3 3 11-16,-2-1-9 0,-2 2 18 0,8 3-4 16,0 0-6-16,-6 2-11 0,2 1 12 0,-3 3-7 0,5 3 18 0,3 5-3 15,-2 2-7-15,-4 8-12 0,-1 3 12 0,8 3-8 0,-3 3 20 16,3-1-1-16,1-2-11 0,-1 0-5 0,5 2 6 0,2 3-5 15,2 5 7-15,0 4 1 0,2 3-4 0,4 4-7 0,2 0 6 0,2-4-6 16,3-1 7-16,7-3-2 0,2 3-6 0,6 6-24 0,7-3 9 16,3 1-12-16,7-4 10 0,8-8 3 0,5 0-2 0,4 1-18 15,3 2 7-15,3 3-11 0,5 2 0 0,3-2 0 0,6-3-8 16,4-1-43-16,5 0 8 0,5 0-21 0,7 4-31 0,2 0-53 0,3 4-33 16</inkml:trace>
  <inkml:trace contextRef="#ctx0" brushRef="#br0" timeOffset="54933.79">20382 8414 256 0,'-16'-10'5'0,"5"-1"84"0,1 1-28 0,0 2 4 0,2 3-48 15,2 1 25-15,0 2-19 0,0-1 38 0,2 2-6 0,1 0-8 16,-1 0-10-16,2 1 16 0,1 0-12 0,0 0 9 0,0 0-8 16,-1 0-16-16,2 0-17 0,-1 0 11 0,1 0-14 0,0 0 8 0,0 0-5 15,0 0-2-15,0 1-3 0,0 1-1 0,0 1 4 0,1-1 6 0,1 1-1 16,0 2-5-16,1-1-19 0,-1 2 22 0,2 3-19 15,-3 2 22-15,0-2-3 0,-1 3-10 0,0 2-15 0,0-1 16 16,-1 3-10-16,0-1 28 0,0-1-1 0,0-1-11 0,1-2-23 16,0 1 24-16,0 1-23 0,0 0 26 0,0 1-2 0,0 0-9 0,1-1-5 15,0-1 5-15,1 0-2 0,0 1 11 0,1-2-1 0,0-1-7 0,1 2-4 16,1-2 6-16,1 0-6 0,-1 1 2 0,1-1-1 16,-1 0-1-16,2 0-4 0,1 1 3 0,-1-2 1 0,1 0 13 15,-1-1-4-15,2 1-6 0,0 0-6 0,0 0 10 0,1 0-6 16,1-1 6-16,-2 0-3 0,0-2-5 0,-2 2-1 15,1-1 0-15,-1 0 3 0,0 1 12 0,0-3-3 0,-2 2-5 0,2 0-4 0,0-1 5 16,-2 1-5-16,3-1 0 0,-1-2 1 0,1 1 1 0,-2 0-18 0,0 1 18 16,1-2-13-16,-1 1 30 0,2-1-4 0,0 1-13 0,1-2-6 15,-1 1 12-15,0 0-9 0,0-1 9 0,-1 1-1 0,-1 0-3 16,1 0-8-16,-6 0 2 0,1 1-3 0,1-1 13 0,-1 0 2 16,6-1-4-16,1 3-1 0,2-3 8 0,0 0-8 0,3 2 10 15,1-1-4-15,0 0-2 0,1-3-13 0,-1 2 3 0,0-3-3 16,0 2 17-16,-1 5-2 0,0-4-4 0,0 3-10 0,-1-3 9 15,0 3-9-15,1-3 9 0,-2 2-3 0,3-2-2 0,-2 1-12 0,3 0 11 16,-3 0-6-16,3-1 20 0,1 0 0 0,-2 1-8 0,6 0-17 16,-2-2 20-16,1 2-18 0,2-1 23 0,0 0-4 0,-2 0-8 0,2 0-19 15,-6-2 20-15,1 0-13 0,1 0 26 0,0 2 1 0,4-2-12 16,2 1-11-16,-2-2 12 0,0 1-12 0,-2-1 15 0,-2 1-4 16,1 0-6-16,1-1-7 0,0 2 10 0,1-1-3 0,0 0 16 0,-1-1 2 15,2 1-8-15,1-1-8 0,2 2 14 0,3 0-13 0,1-2 20 16,-1 2-7-16,-2-1-6 0,1 0-5 0,1-1 3 0,4 1-1 15,3-1 8-15,-3 0-1 0,-1 2-4 0,1-2-7 0,-1 2 9 16,2 0-9-16,-1 1 3 0,2 0-5 0,-1 1-5 0,4 0 1 16,0-1 3-16,-4 1 2 0,3-2 13 0,-1 1-3 0,0 0-4 0,6 0-11 15,-3-2 11-15,-4 1-9 0,0 1 7 0,-5-2-3 0,2 1-5 16,0 0 6-16,-2-1-7 0,3 2 8 0,-1-3 0 0,-3 1-2 16,0-1 2-16,-6-1-10 0,-1 0 12 0,1-2-9 0,1 2 15 15,2-2-6-15,-3 1-6 0,-2-2-6 0,-3 0 7 0,-1 0-1 16,-4 2 18-16,-1-4-3 0,-1 1-6 0,-1-2-21 0,-1-1 27 0,-2 0-21 15,-2-2 36-15,0-1-10 0,-2-4-16 0,0-1-5 0,-2-3 6 16,0-2-2-16,-2 3 19 0,-1-2-6 0,-2 1-7 0,-3-6-19 16,-1 0 20-16,-3 0-16 0,-2 0 25 0,0 2-4 0,-3 0-13 0,-2-3-9 15,-2 2 9-15,-4 1-9 0,-1 1 14 0,1 0 0 0,0 2-3 16,4-6-9-16,1 0 7 0,-2-3-8 0,-2-1 7 0,-3-2-4 16,-1 3-3-16,1 0 0 0,-1-2 0 0,0 3 2 0,0 0 1 15,-1 3 0-15,-2 1-8 0,-2 1-17 0,-7 0 20 0,-2 4-18 16,-3-1 21-16,4 4-5 0,2 2-10 0,-2 0-20 0,-2 0 9 15,-4 1-8-15,0 2 8 0,0 3 0 0,-1 0-10 0,-9 1-13 0,-4 2 6 16,-2 0-12-16,-1 1-39 0,4 3-10 0,0 2-23 0,-6 3-16 16,-5 5 78-16</inkml:trace>
  <inkml:trace contextRef="#ctx0" brushRef="#br0" timeOffset="102561.4">1620 6103 367 0,'-16'-4'81'0,"3"-1"89"0,4 3-104 0,5 2-14 0,3-2-20 0,1 2-30 0,1 0-5 0,2 0-15 0,5 0 15 0,2 2 4 0,4-2 4 0,0 0 6 16,3 1 7-16,1 1-5 0,1 1-18 0,2-1 35 0,1 2-30 15,0 0 31-15,1 0-8 0,1 1-18 0,6 0-3 0,-2 2-2 16,3-2 2-16,0 0 6 0,1 0-3 0,4-1-1 0,7 1-4 0,1-1 6 16,5 1-6-16,0-1 4 0,-3 0 0 0,0-2 0 0,3-1-16 15,-1 2 11-15,0 0-8 0,3-2 21 0,-1 0-2 0,3 0-9 16,4 1-8-16,0-1 11 0,1 2-9 0,-1-3 22 0,-3 1-2 0,0-1 1 16,6-1-3-16,3-1 7 0,8 1-2 0,4 0 19 0,-5-1-5 15,73-5-20-15,-148 7 49 0,172-11-96 0,-76 6 59 16,-2-1-5-16,-1 0-12 0,1-3-3 0,7 1 0 0,5 3-1 15,1-2 5-15,-8 4 3 0,1-3 4 0,4 4-20 0,6-2 27 16,1 1-21-16,-5 2 39 0,-6-1-14 0,2 0-17 0,10 1-3 0,0 1-1 16,-1 0 4-16,-2 0 8 0,1 0-6 0,1 0-1 0,4 0-8 15,-2 0 5-15,-2 0-4 0,4-1 8 0,-1 0-2 0,-7 1-3 16,1-3-16-16,-2 0 9 0,3 1-8 0,-2-1 22 0,-7 1-1 16,-3-3-5-16,2 3-5 0,6-2 4 0,-1 2-5 0,-4 1 6 0,-8-6-2 15,-4 1 2-15,8-1-8 0,3 4 4 0,-5-1-3 0,-2 1 13 16,-7 2-2-16,1 1-6 0,7 1-11 0,0 0 10 0,-5 6-9 15,-4-1 13-15,-10 1-1 0,0 2-4 0,6 0-41 0,1-2-6 16,-1 4-12-16,-4-1-62 0,-6 4-35 0,-6 6-33 0</inkml:trace>
  <inkml:trace contextRef="#ctx0" brushRef="#br0" timeOffset="104658.08">953 8742 217 0,'-12'-4'110'0,"2"1"-39"15,0 1 56-15,3 0-60 0,1 2 2 0,3 0-41 0,0 0-4 0,3-1 2 0,0 1-11 0,0 0-16 16,0 0 9-16,2 0-15 0,-1 0 13 0,2-2 0 0,2 0 4 15,1 0 0-15,0-1 2 0,0 2 0 0,3-3 1 0,-2 1-1 16,2 1-8-16,1-1-13 0,2 1 19 0,2 0-16 0,-1 1 19 16,2 0-5-16,-1 1-11 0,2 0-7 0,0 2 15 0,1-2-8 15,-1 4 16-15,1 0-1 0,-1-1-14 0,1 2-12 0,0-1 26 16,1 1-22-16,-2 0 22 0,-2 0-2 0,-1 0-10 0,1 2 6 16,-2-2 3-16,3 0 2 0,-4 1 8 0,0-1-2 0,0 0-6 0,1 3-4 15,0-3 11-15,2 0-10 0,0 1 13 0,2-1-11 0,-2 0-5 16,0 0-4-16,1 0 5 0,-2-1 2 0,3 1 18 15,-1-1-3-15,3 0-10 0,4-2-11 0,-1 1 12 0,2-1-10 0,0 1 21 16,0-1-8-16,1-2-7 0,3 2 4 0,0-1-4 0,1-1 7 16,1 0 2-16,-3 1 3 0,1-1-2 0,1 2-9 15,0-2 10-15,0 1-13 0,-2 1 4 0,-1-2-1 0,-1 2-1 0,0 0-8 0,4 1 4 16,0-1-1-16,3 1 12 0,-2 1-2 0,0 0-5 0,4-3-20 16,-3 3 20-16,3 0-16 0,-2-3 27 0,-2 1-8 0,0 1-13 0,3-2-14 15,-1 1 14-15,0-2-8 0,-1 0 23 0,-3 0 0 0,2 0-9 16,3 0-9-16,0 0 10 0,2 0-11 0,-1 0 12 0,1 0-8 15,-1 0-7-15,2-2 7 0,-2 1-3 0,-1 1 7 0,-1-3 2 16,-2 2 1-16,-1-1-1 0,0-1-8 0,-2 0 5 0,0 0-5 16,1 0 8-16,-1-2-5 0,2 1-1 0,1-1 3 0,1 1-5 0,3-2 7 15,1 2-3-15,-3-1 1 0,1 2 0 0,-3-2-9 0,-6 1 13 16,-1-1-11-16,-2 1 13 0,2-2-1 0,3 2-5 16,1-2-1-16,-1 1 5 0,-4-1-1 0,4 0 15 15,-3 0-5-15,3-1-4 0,3-1-15 0,1 2 10 0,3-2-10 0,-2 2 9 0,-2 0 1 16,2-3-4-16,1 1-16 0,-2 2 16 0,-7-2-12 0,0 0 23 15,-6 1-1-15,4-1-13 0,1 1-11 0,-1 0 19 0,-1 0-16 0,-2 1 18 16,-2 1 5-16,-1-2-8 0,-1 2-20 0,0 0 15 0,-1 0-16 16,1 0 23-16,-1 0-1 0,-1 2-8 0,2-2-7 0,-1-1 13 15,0-1-10-15,-2-2 15 0,1 0-3 0,-2 0-8 0,0-1-7 0,-2-1 13 16,0-1-8-16,0-1 16 0,-2 3-1 0,1-3-10 0,0-1 0 16,-2-1 5-16,1-4-6 0,-1-1 1 0,-2 3 0 15,2 0-1-15,-3 0-2 0,1 1 1 0,-2 0-1 0,0 0 7 0,0 2-2 16,0-2 1-16,-3 0-18 0,-1-2 19 0,0 4-15 0,-4-2 24 15,1 1-4-15,-2 2-13 0,-2-2-9 0,0-2 14 0,-3 2-9 0,0-2 17 16,-3 0-1-16,0-1-8 0,-2 0-5 0,-1-1 9 16,-1 0-7-16,-1 2 3 0,-1 3 3 0,-2 3-5 0,-2-2-10 0,-5 0 10 15,2 0-8-15,-4-2 18 0,4 4-2 0,-2-1-5 0,-3-1-11 16,-1 0 9-16,-3 1-8 0,-1-2 12 0,4-1 1 0,0 1-7 0,0-2-3 16,-1 0 3-16,-2 1-2 0,-1-2 2 0,-2 1 3 0,1 0-4 15,-8 1-9-15,0 0 15 0,-2 3-12 0,-1-2 17 0,3 4-7 16,3 0-5-16,-4 1-10 0,-1 0 6 0,-4-2-1 0,-3 1 19 0,-2 2-2 15,0 2-6-15,-2 0-2 0,1 1 3 0,3-3-5 16,-1 1 0-16,1 2-2 0,-4-2 2 0,-2 2 2 0,-2-1-1 0,3 3 5 16,5-1 4-16,4 2 0 0,1 1-2 0,-3-1-3 0,-4 2 6 15,-1 0-4-15,-1 2 6 0,3-1-8 0,2 5-4 16,4-1 3-16,0 2-3 0,1 1 7 0,0 1 8 0,-1-1-6 0,-2 1-4 16,-1 2-9-16,2 1 4 0,3 0-3 15,5 4 3-15,6-1 0 0,3 1-3 0,0 2-1 0,-1-1-2 0,3 4 2 0,0 1 9 16,6 2-3-16,3-1 2 0,-1 3-11 0,4 1 3 0,0-2-4 15,2 2 7-15,3 0-3 0,1 2 0 0,3 0-13 0,1 0 10 0,3 2-7 16,0-1 19-16,2 4-5 0,0-4-8 0,1 2-6 0,1 0 4 16,0 4-2-16,5-2 7 0,2-2-2 0,4 0-4 0,0 0-8 15,4 0 10-15,0 0-6 0,1-3 24 0,5-3-9 0,-1 1-6 0,6-1-10 16,1 3 0-16,4-4 2 0,2 0 3 0,0-2 0 16,2-4 0-16,2 3-19 0,4-2 3 0,4-1-6 0,1 0-1 0,-2-2-1 0,3-3-5 15,3 2-17-15,6-2 8 0,7-2-10 0,1 1-3 0,0 1-4 16,-1 0-7-16,-1 2-23 0,-3 0-15 0,0 4 3 0,-1-1-66 15,-1 3-5-15,2-2-18 0</inkml:trace>
  <inkml:trace contextRef="#ctx0" brushRef="#br0" timeOffset="108504.98">25923 9951 256 0,'0'-15'4'0,"0"9"71"0,1 2-29 0,1 1 5 0,1 1-51 15,-1 0 24-15,0 2-16 0,0-2 50 0,1 1-7 0,0-2-9 0,0 2-15 16,2-1 13-16,-2 0-10 0,2 1 25 0,-3-1-1 0,1 1-9 0,1 0-23 15,0 1 18-15,2 0-22 0,1 0 14 0,2 1-5 16,-2 0-4-16,5 2-17 0,2-1 13 0,2 1-9 0,3 0 25 16,0 0-7-16,1-1-11 0,-4 2-12 0,3-1 7 0,4 1-10 0,1 0 0 15,5-1 1-15,-2 0-2 0,0 0-5 0,1-2 4 0,-1 1-4 16,3-2 14-16,-3 0-2 0,0 1-6 0,3-1-1 0,0 0 13 16,4 0-9-16,0 0 16 0,-4 1-4 0,-4 0-6 0,-3-1-10 0,4 2 15 15,-1-2-9-15,5 0 25 0,-1 0-7 0,-5 0-16 0,1 0-6 16,1-2 11-16,2 0-11 0,0-1 7 0,0-1 0 0,2 1-4 15,3-1-11-15,4-1 10 0,0 0-8 0,-2-1 19 0,-8 3-1 16,-3-3-8-16,1 3-9 0,0-2 13 0,2 1-11 0,-3 0 15 16,-4 1-6-16,-1 1-6 0,-2 0-3 0,0 1 0 0,-2 1 1 15,-1 0 8-15,-1 1-3 0,-2 2-4 0,0 0-13 0,0-1 14 0,-3 1-12 16,0 1 19-16,-1-2-2 0,-3 1-5 0,2 0-15 0,-2 0 8 16,0 1-6-16,-2-2 20 0,1 1-1 0,-3 1-6 0,0-2-8 15,0 1 11-15,-1 0-10 0,0-1 12 0,0 1-2 0,-2-3-3 0,0 2-14 16,-3 1 14-16,-1 1-9 0,0-3 28 0,-3 1-8 0,-2 0-11 0,-3 0-14 15,-3 0 8-15,-1-2-6 0,-1 1 18 0,-2 0-3 16,-1 0-5-16,-2-1-7 0,-3 2 6 0,-1-2-3 0,-4-2 12 16,1 1-2-16,-3-1-7 0,3-1 0 0,-4 0 2 0,-3 1-2 0,-2 1 0 15,-1-2 0-15,3 0 0 0,0 1-12 0,3 1 13 16,-3-1-10-16,2 1 19 0,-4 0-1 0,0-3-7 0,-3 1-8 0,5 1 13 16,2-2-11-16,0 0 10 0,5-1-3 0,-3 1-10 0,3-3 4 15,3 1 1-15,1 3 1 0,0-3 4 0,2 3-3 0,0 0 0 16,1 0-8-16,-1 2 10 0,-1 0-6 0,-2 1 10 0,1 0-1 0,1-1-3 15,5 1 1-15,1 0-6 0,-2 0 4 0,0 0 3 0,-3 1-4 16,2-1 2-16,2 0-7 0,4 0 5 0,3 0-3 0,2-1 7 16,3 1 1-16,2 0-4 0,1 0-14 0,2 1 12 0,1-1-13 0,1 0 22 15,1 0-4-15,0 0-7 0,1 1-12 0,0-1 15 0,0 0-10 16,1 1 20-16,2 1-9 0,1 0-8 0,1 0 2 0,2-1 0 16,1 1 5-16,3 0 9 0,4-1-1 0,2-1-4 0,5 1-15 15,5-1 17-15,2 0-14 0,2 0 23 0,-6 0-10 0,2 0-10 0,4 0-2 16,0 0 7-16,6 2 0 0,1-2 7 0,-2 0 2 15,2 2-9-15,5-1-5 0,4 2 10 0,7 0-10 0,2-1 10 0,-2 1-4 16,1 0-2-16,-2-1 4 0,0 0-8 0,3 2 8 0,-2-3 0 16,1 3-1-16,6 0 4 0,1 0-6 0,-1 1 2 0,-4-2-2 15,-7-1-2-15,-5-2 0 0,-3 0 0 0,0 0-4 0,-1-2 4 0,1 0-2 16,-2 0 8-16,0-2-2 0,-2 1-5 0,-4 0-11 0,-10-1 11 16,-6 1-10-16,-3-1 10 0,-3 2-5 0,3-1-5 0,-3 1-21 15,-3 0-15-15,-4 1-1 0,-2 1-93 0,-3 0-38 0,-3 0-40 0</inkml:trace>
  <inkml:trace contextRef="#ctx1" brushRef="#br0" timeOffset="119639.42">21430 8197 0</inkml:trace>
  <inkml:trace contextRef="#ctx0" brushRef="#br0" timeOffset="127933.07">17128 4038 540 0,'-3'-3'188'0,"1"1"228"0,-2-1-198 0,1-1-39 0,-2 1-21 0,2-2-25 0,0 1-25 0,-1 0-33 0,0 3-23 0,-1-5 3 16,1 3-15-16,-1 0 5 0,2-1-8 0,1 2-5 0,-2-2-12 15,1 0 15-15,0 1-15 0,-3 0 19 0,0-1-4 0,1 1-11 0,-3-1-12 16,-1 2 17-16,0-1-20 0,-1 1 27 0,0-1-6 16,-2 1-11-16,0 2-8 0,0 0 5 0,-2 0-7 0,-1 0 3 15,-1 2-4-15,1 1-3 0,-3 0-12 0,3 4 12 0,0-1-11 16,-1 2 12-16,4 0-2 0,-1-1-7 0,0 1-4 15,1 0 8-15,-2-1-5 0,3 1 10 0,1-2 0 0,-1 2-6 0,1 0-10 16,-2-1 16-16,2 1-12 0,2-1 16 0,2-1-3 16,0-1-9-16,1 0 2 0,2-1 0 0,0 0 2 0,2-2 0 0,1 2-1 15,1 0-1-15,1-3-5 0,1 3 7 0,2 0-5 0,-1-1 13 16,3-1-1-16,1 2-4 0,2-1-6 0,0 0 11 0,0 1-9 0,0-1 14 16,0 2-2-16,-1-4-7 0,3 2-5 0,-2-1 3 15,0 1-4-15,0 2 2 0,-2 1 1 0,1 0-1 0,1-1-12 16,1 4 10-16,3 2-7 0,-1 1 16 0,1 1-3 0,-1-5-5 0,2 1-6 15,0 2 4-15,0-1-5 0,0 1 8 0,-3-2-1 0,-2 0-1 16,1 2-12-16,0-1 7 0,-2 1-6 0,-2 0 11 0,-2-2 4 0,-3 0-2 16,-1 0-2-16,-1-1 3 0,-1 1-4 0,-1-1 5 15,-3 2 0-15,0-1 1 0,-3 2-11 0,-1-2 12 0,0-1-8 0,0 1 19 16,-1-1-5-16,-2-1-9 0,0 0-13 0,-2 0 15 16,-2 0-12-16,-1-2 23 0,1 1-9 0,1-3-8 0,-2 0-1 0,1-1-2 15,1-2 4-15,1 0 3 0,-1 0-3 0,2 0-5 0,-3 0-14 0,1 0 6 16,2 0-6-16,-1-1 6 0,4 0-2 0,1 0-6 15,1-1-22-15,3 0 14 0,-1 1-14 0,2-1-2 0,1 0-12 0,2-2-19 0,0-1-70 16,2 0-50-16,3-6-4 0,0 2-279 0,6-3 284 16,7-1-40-16</inkml:trace>
  <inkml:trace contextRef="#ctx0" brushRef="#br0" timeOffset="128464.28">17326 3964 1228 0,'-4'0'317'0,"2"0"-206"0,0-2 98 0,1 1-63 0,0 1 9 0,0 0-44 0,1-1-50 16,0 1-18-16,0 0-25 0,0 0-15 0,0 0 9 0,2 2-11 16,-2-2 21-16,1 3-3 0,-1 0-4 0,0 0-10 0,1 0 21 15,-1 2-18-15,0 0 39 0,0 2-4 0,0-1-14 0,-1 0 1 16,1 3 8-16,0 0-12 0,0 2 0 0,0 1-3 0,0-1-8 16,0 4-7-16,0-2 4 0,0 2-7 0,0 2 7 15,1-2-5-15,0-2-3 0,0-1-7 0,2-1 6 0,-2 1-5 16,1 2 13-16,-1 0-3 0,1-1-5 0,-1-2-3 15,2-1 7-15,-2-1-6 0,1 0 14 0,-1-1-2 0,1 0-5 0,0 1-8 16,-1-2 5-16,1 0-4 0,-1-1 9 0,1 0-4 0,-1 1-2 16,2-2-7-16,-2 1 6 0,1-1-4 0,-1 1 10 0,1-1 0 15,-1-1-4-15,3 1-11 0,-2-1 15 0,1-2-11 0,1 2 27 0,0-2-4 16,1 0-9-16,-1 0-3 0,1 0 5 0,-1-1-4 0,1 0 7 16,-1 0-3-16,2-1-2 0,0 0-6 0,0 0 7 0,1 0-5 15,0 0 8-15,1-1-3 0,-1 0-5 0,2 0-2 0,2-1 1 0,-2 1-1 16,1 0 2-16,0-1-2 0,1 2-2 0,1-1-4 0,3 0 4 15,-2 1-3-15,3-1 8 0,-1 1-1 0,2-2-3 0,-1 1-8 16,1 0 3-16,-1 1-4 0,-8-1 6 0,-1 1-2 0,-2 0-2 0,1-2-36 16,5 2 0-16,-1-1-12 0,0 0-29 0,0 1-13 15,0-2-16-15,2 2-85 0,-2-1-54 0,0 0-8 0,-2 0-312 0,3 1 336 16,0 0-45-16</inkml:trace>
  <inkml:trace contextRef="#ctx0" brushRef="#br0" timeOffset="128764.92">17934 3929 1723 0,'-6'4'-467'0,"3"-1"901"0,1-2-92 0,0 1-152 0,1 2-72 15,0 0 23-15,1 3-58 0,0 3-13 0,1 1-19 0,1 3-23 0,0 2-14 16,1-2 4-16,-1 2-7 0,0 2 5 0,-1 2-2 16,1-3-3-16,0 4-10 0,0-3 8 0,-1-3-9 15,1-1 7-15,2 0-2 0,-2 1-6 0,1 4-23 0,1-4 18 0,-1-1-18 16,3-4 29-16,-2-1-6 0,0-2-14 0,1-1-30 16,-2-1-6-16,0-1-3 0,0 0-47 0,-2-3-12 0,1 1-6 15,1-2-88-15,0-2-71 0,1-2 40 0,1-1-265 16,-1-1 292-16,-1 1 6 0</inkml:trace>
  <inkml:trace contextRef="#ctx0" brushRef="#br0" timeOffset="129163.5">17843 3881 778 0,'-5'-2'158'0,"-1"0"181"0,0-2-120 0,1 1 20 0,2-1-40 0,2 2-169 16,1 1 85-16,1-2-148 0,3-1 112 0,1 0-11 15,0 2-17-15,3-2 0 0,1 1 18 0,1 2-17 0,3-3 24 16,0 3-14-16,0-2-22 0,3 3-15 0,-2 0 11 0,0 0-17 16,2 0 3-16,1 0-3 0,0 0-8 0,1 2-9 15,-1 0 10-15,-2 1-10 0,1-1 10 0,-1 2-4 0,-1 0-7 0,1 0-3 16,-3 1 4-16,-2 0-3 0,-1 2 7 0,-3-2-2 16,-2 1-3-16,-1 0-10 0,-2 2 10 0,-1 0-9 0,-1 1 17 15,-4 0 0-15,-1 0-9 0,-1 1-9 0,-2-1 12 0,-2 1-10 16,-1 0 13-16,1-1-2 0,-1 2-9 0,-1-1-10 0,2-1 14 15,1 0-10-15,1-2 20 0,2 1-3 0,2-1-6 0,0-2-11 16,3 1 13-16,0-1-9 0,0 2 12 0,2-2 1 0,0-1-6 16,3-1-1-16,1 3 9 0,2-3-6 0,1 1 23 0,1 1 1 0,3 0-3 15,-1 3-10-15,0 0 19 0,1-1-15 0,1 2 17 0,1-1-5 16,-2-1-14-16,-1 0-18 0,0 0 11 0,-2-2-11 0,0 4 16 16,-6 0-3-16,-2 0-5 0,1 0-16 0,-1 0 11 0,6-2-8 15,-2 1 21-15,0-2-4 0,0-1-8 0,0 3-15 0,0-4 3 0,1 1-7 16,0-1-12-16,1 1-14 0,1-2-14 0,0-1-78 0,2 1-47 15,4-2-12-15,0-1-369 0,5 3 345 0,1 0-72 0</inkml:trace>
  <inkml:trace contextRef="#ctx0" brushRef="#br0" timeOffset="129982.75">17098 3621 1892 0,'-8'-4'-153'0,"2"0"341"0,2-1-18 0,1 0-32 0,0 0-49 16,2-3 15-16,0 2-42 0,0-5 1 0,1 0-11 16,0 1-16-16,1-7-10 0,1 3 11 0,1-2-14 0,0-3 19 15,1 1-6-15,4-1-8 0,3-5-5 0,2 1 12 0,0-2-12 16,4-5 17-16,-5 0-9 0,3-3-13 0,3-9-20 15,1-1 12-15,7-4-14 0,2-5 15 0,-2 0-2 0,-1 2-7 0,6-2-10 16,2 3 7-16,1-2-8 0,9-12 18 0,1 3-8 16,3-6-5-16,6-9-18 0,-8 11 2 0,1 2-4 0,0-1-13 15,-7 7-9-15,4 1-8 0,-4-4-40 0,-5 7-8 0,-2 8-1 16,0 4-63-16,-4 7-33 0,-1 1-30 0,-3 5-151 0,0 0-123 16,-1 6-5-16</inkml:trace>
  <inkml:trace contextRef="#ctx0" brushRef="#br0" timeOffset="130577.52">18335 1503 647 0,'0'-1'-322'0,"-1"-2"686"0,0 1-72 0,1 0-90 0,0 1-63 0,-1-1 20 0,1 0-49 0,0 0-11 16,-1 0-11-16,1 2-30 0,-1-1-4 0,-2 0 12 15,1 1-21-15,-1 0 11 0,-1 0-8 0,0 0-9 0,-2 2-2 16,1 1 0-16,-1 1-5 0,-2 0 5 0,0 0-3 0,-1-1-3 0,3 4-16 16,-2-1 4-16,-1 1-10 0,-2 2 1 15,-1-3 1-15,0 0-4 0,1 1-7 0,2 0 7 0,0 0-7 16,1-1 5-16,1-1 0 0,1 2-4 0,1-1-19 0,1 1 19 16,0-2-16-16,1 0 34 0,1 1-6 0,0-1-13 0,2 2-1 15,0-1 1-15,0-1-2 0,0 0 4 0,0 2 0 0,3-2-1 16,-1-1-1-16,2 0 9 0,2-1-4 0,0 1 21 0,1-2-3 15,2 1-7-15,3 0-1 0,2 0 7 0,2-2-4 0,0 0 9 16,-1 2-6-16,2-2-6 0,-1 1-21 0,1 1 14 0,0 1-12 0,-2-2 22 16,1 1-6-16,-2 1-9 0,0 0-11 0,-1 1 8 0,-1-1-6 15,-1 2 15-15,-2-2-2 0,-3 0-4 0,-1 0-5 0,-2 1 7 16,-1-1-5-16,-2 1 26 0,0 0 2 0,-3 2-1 0,-2 1-6 0,-2 0 16 16,-1 1-14-16,-1 1 16 0,-1-1-9 0,1 0-13 0,-1-1-11 15,0-1 4-15,0 1-5 0,0 0 4 0,0 1-4 0,1-3-5 16,-1-1-3-16,1 0 6 0,1-1-3 0,0 0 8 0,0-3-1 15,1 1-6-15,1-2-7 0,0 0 3 0,0-2-4 0,2 0-7 0,2-2-7 16,-2 0-9-16,2-2-34 0,2-2-15 0,0-1-2 0,1-1-73 16,3-1-20-16,1-3-23 0,4-1-177 0,2-3-73 15,3 1-35-15</inkml:trace>
  <inkml:trace contextRef="#ctx0" brushRef="#br0" timeOffset="130760.57">18557 1516 1485 0,'3'6'155'0,"0"-1"106"0,2 1-60 0,0 1-46 0,0 0-48 0,3-1-69 0,-2 0 7 0,2 1-26 0,1-2 7 15,-1-1-9-15,0 0-11 0,-1 1-7 0,-6-1 5 0,-1-1-4 0,0 1 11 16,-1-2-10-16,2 0-4 0,2-1-42 0,0-1-21 0,0 0 5 16,0-1-100-16,2-3-60 0,0-1-17 0,3-3-241 15,5 0 244-15</inkml:trace>
  <inkml:trace contextRef="#ctx0" brushRef="#br0" timeOffset="130857.72">18524 1338 661 0,'-19'-6'-223'0,"11"4"432"0,2 0-67 16,2 0-81-16,2 1-75 0,2 0-49 0,0-2 5 0,5 1-114 16</inkml:trace>
  <inkml:trace contextRef="#ctx0" brushRef="#br0" timeOffset="131544.29">18750 1478 412 0,'-1'8'136'0,"-1"0"138"0,2 0-53 15,0-2-43-15,0 1-53 0,0 0-65 0,0-2 32 0,2 1-49 0,-1-3 36 16,1 1-12-16,-1-1-18 0,1 1-11 0,1-2 8 0,-1-1-11 15,1 2 25-15,-1 0-8 0,2-2-9 0,-2 0-9 16,0 0 22-16,1 1-21 0,-2 0 41 0,1 0-12 16,-1-2-15-16,0 1-21 0,0-1 8 0,0 0-16 0,-1 1 3 15,0-1-1-15,1 0-6 0,-1 0-14 0,0 0 16 0,0 0-17 16,0-5 20-16,0 2-4 0,0 1-10 0,0-2-16 0,-1 1 14 16,1 1-14-16,-1-2 26 0,1 0-7 0,-1 0-8 0,1 1-3 15,-1-1 6-15,0 0-4 0,0 1 15 0,1-1 0 0,-1 2-5 0,1-1-12 16,-1 0 10-16,1-1-9 0,-2 0 14 0,2-1 0 0,-1 1-5 15,1-1-12-15,0 1 9 0,0-2-6 0,0 0 15 0,1 3-2 16,1-4-7-16,0 2-11 0,0-1 10 0,-1 2-6 0,1-1 17 16,1 1-1-16,-1 0-6 0,-1 0-3 0,0 0 6 15,1 0-4-15,1 1 9 0,-2-1-4 0,1 1-4 0,1-1 1 0,0 2 1 16,0-1 0-16,0-1-1 0,1 2 0 0,-2 1-2 0,1-1-6 16,0 0 5-16,-1 0-5 0,1 2 6 0,-1-1-2 0,1 1-3 15,-2 0-1-15,1 0 0 0,0 1 0 0,1-1 1 0,-1 2-1 0,0-1-1 16,0-1-2-16,1 1 4 0,0-1-2 0,0 2 7 0,1-2-3 15,-1 0-5-15,1 0 0 0,1 0 2 0,-1 0-2 0,1 0 7 16,-1 0-1-16,2-2-5 0,-1 0 3 0,-1 0 5 0,1 0-4 16,1 1 6-16,0-1-1 0,1 0-1 0,0-2-4 0,1 1 7 15,0 2-6-15,1-3 5 0,-2 2-2 0,0 0-6 0,-2 1-1 0,1 0 3 16,-2 1-2-16,1 2 4 0,-2 0 1 0,1 0-2 0,-1 2 3 16,0 0 1-16,1 1-1 0,-1 1 1 0,-1 1 0 0,2 1-1 15,-1-3-14-15,2 1 12 0,-2-1-11 0,1-1 19 0,0 1-3 0,0-4-8 16,1 2 8-16,0 0 1 0,1-3 1 0,2 0 6 0,1-2-2 15,2 0-2-15,1-1-12 0,1-2 9 0,-1 1-9 0,0-3 7 16,-1 1-2-16,-6 0-7 0,-1 0-2 0,-1-2 2 0,-1 2-2 16,5-1 1-16,-1-1 1 0,-2 2-1 0,1 0-8 0,-2-1 3 15,-1 1-4-15,0 2 7 0,1-1-1 0,-2 1-4 0,0-1-10 0,0 0 5 16,0 1-6-16,-1 1 1 0,0 1-2 0,1-1-5 0,-1 2-5 16,1-2 4-16,0 3-2 0,-1-1 9 0,2 1 1 0,-2-1-1 0,0 1-7 15,0 0 8-15,0 0-6 0,0 0 4 0,0 0-9 0,0 0-12 16,0-1-28-16,0 1-12 0,0 0-3 0,1-2-68 0,0 2-29 15,2 0-26-15,2 0-192 0,5 0-168 0,2 0-12 0</inkml:trace>
  <inkml:trace contextRef="#ctx0" brushRef="#br0" timeOffset="132093.74">19375 1255 1603 0,'-4'0'189'0,"0"0"133"15,2 1-61-15,1 2-59 0,0-2-63 0,0 1-72 0,1 4 11 0,0-1-33 0,0 4 4 0,2 2-11 0,0 1-14 0,0 4-11 0,3-2 4 0,-1 2-7 0,1 0 0 16,-1-1 0-16,1-1-5 0,-1 1-5 0,2-2 9 0,-2 1-8 15,2 2 8-15,0 0-2 0,-1-2-7 0,3 1 0 16,-1-2 4-16,0-3-4 0,-1 1 2 0,-1-4-1 0,-1 1-1 16,1-2-6-16,-1-1 6 0,0 2-3 0,-1-1 8 0,-1-1-1 15,1-1-8-15,-1 1-5 0,-1-3 14 0,-1-2-10 0,0 0 22 16,-1-2-4-16,-1 0-7 0,-2-5-16 0,1 1 12 0,-1-2-11 16,1-2 11-16,0-1-4 0,1-1-8 0,-1-3-7 0,2-1 9 15,0-2-5-15,0 0 12 0,0 2-1 0,1 0-8 0,0-1 2 16,1 2 4-16,2 0-1 0,1 0 9 0,0 1-3 0,2 0 0 0,-1-1-11 15,2 1 11-15,0 0-8 0,1 1 16 0,0 5-1 0,-1 0-6 16,4 1-10-16,-1 2 14 0,-1 0-10 0,0 1 19 0,-2 2-2 16,2 1-10-16,0-1-10 0,-1 2 12 0,1 0-9 0,-1 2 15 15,0 0 1-15,1 2-8 0,-1 1-1 0,-5 0 1 0,1 2-1 0,-2 2 0 16,0-2-2-16,5 1-1 0,1 1-5 0,-2-1 7 0,0 0-3 16,0 0 9-16,-2-1-2 0,-1 2-3 0,0-3-9 0,-1 2 9 15,-1-2-6-15,0 0 12 0,-1 1 0 0,-2-2-8 0,-1 0-1 0,-2 0 8 16,-1 0-7-16,-1 0 12 0,0-1-3 0,-2 0-6 0,0 0-4 15,1-1 3-15,5 0-2 0,-1-1 6 0,2-1-3 0,0 0-2 16,-5-1-10-16,0-1-2 0,1-2-2 0,-1 1-15 0,1-2-5 16,2-2-7-16,-1-1-31 0,4-1-7 0,1-3-6 0,0-1-49 15,4 1-17-15,0-4-18 0,3-3-122 0,1-2-33 0,1 2-21 16,2-2 94-16</inkml:trace>
  <inkml:trace contextRef="#ctx0" brushRef="#br0" timeOffset="132509.31">19755 965 567 0,'0'0'166'0,"0"2"226"0,0 2-154 0,0-1-50 0,0 5-55 0,-1 1-43 0,-1 3 13 16,1-1-30-16,0 3-5 0,1-1-14 0,0 0-22 0,1 1-8 15,0 1 5-15,2-2-9 0,-1 2 11 0,2-2 3 0,0 0-5 16,1-2-12-16,1 0 6 0,-1-1-14 0,0 0 7 16,0-2-5-16,0 0-3 0,1 1-14 0,1-2 10 0,-1-2-9 15,1 0 17-15,-1 1-6 0,-1-3-6 0,1 1-20 0,0 0-4 16,-1-3-3-16,1 2-12 0,-1-3 5 0,1 0 3 0,0 0 0 15,0 0 13-15,1 0-5 0,1 1 24 0,0 1 4 16,-3-1-5-16,2 0-18 0,-2-1 18 0,-1 0-15 0,0 1 34 16,-1 1-6-16,0-2-9 0,1 0-3 0,-1 0 2 0,0 0-1 15,2 0 6-15,-1 0 4 0,1-3 0 0,0 2-7 0,0-2 12 0,-1-1-11 16,1 2 17-16,-1-2-3 0,1 1-4 0,-3-2-4 0,2 1 8 16,-3 1-3-16,1-2 21 0,-2 1-3 0,0-1-6 0,0-1-5 15,-2 1 14-15,-1-1-11 0,0 2 8 0,0-1-3 0,-1 1-10 0,-1 0-12 16,0 0 7-16,1 3-9 0,-1 0 2 0,1 1-1 0,-1 0-5 15,2 1-4-15,-1 0 9 0,2 3-9 0,0 1 10 0,1-1 2 0,0 3-2 16,1 2 6-16,0-2 16 0,1 1-8 0,1 1 28 0,1-1-6 16,2-1-8-16,1 1-10 0,1 0 2 0,1-3-5 0,2 0-5 15,-1 0-4-15,3-1-7 0,1 0-11 0,2-2 11 0,2 0-9 16,1-1 12-16,-1-1-5 0,4 0-9 0,-2-1-25 0,-6-2-4 16,0-1-7-16,0 2-47 0,1-4-15 0,6 1-20 0,1-2-95 15,-1-1-52-15,1-2-5 0,-2-1-235 0,1 1 292 0,-1-1-19 0</inkml:trace>
  <inkml:trace contextRef="#ctx0" brushRef="#br0" timeOffset="132742.23">20409 878 1489 0,'-3'3'190'0,"0"-2"42"0,-1 2 11 16,1 1-73-16,1-1-24 0,-1 4-26 0,2-1-36 0,1 3-30 15,0 1 18-15,3 3-29 0,0 0 21 0,1 1-14 0,1-1-20 16,2 4-17-16,0-2 7 0,1 0-12 0,1 1 11 16,-1-1-8-16,0-1-7 0,1 1-9 0,0-3 9 0,-1 0-8 15,2-2 8-15,-2-3-10 0,2 0-12 0,0-1-33 0,0-2-8 16,-1 0 0-16,2-3-66 0,-1 0-48 0,3-1-15 0,1-3-218 16,1-2-143-16,0-1-14 0</inkml:trace>
  <inkml:trace contextRef="#ctx0" brushRef="#br0" timeOffset="132910.64">20750 986 1618 0,'-25'10'-965'0,"16"-1"1750"0,3-1-205 15,0 1-339-15,2 1-92 0,1 2 17 0,2-1-60 0,1 1-37 16,1-2-19-16,0 0-26 0,2 2-21 0,1-5 6 0,0 2-9 16,2-2 5-16,-1-2-7 0,1-1-7 0,1-2-41 15,-2 1-1-15,1-3-7 0,3 0-41 0,-1-3-32 0,1 1-15 0,1-4-94 16,-2 3-61-16,0-5 48 0,1 0-140 0,-3 1-10 15,1-1 29-15</inkml:trace>
  <inkml:trace contextRef="#ctx0" brushRef="#br0" timeOffset="133011.12">20820 1041 195 0,'-5'-9'255'0,"-2"0"26"16,-1-1-23-16,-1 0-18 0,1 1-39 0,-1-3-46 0,0 3-68 15,1 0 9-15,1 0-39 0,0 1 3 0,1 1-9 0,0 2-12 0,-2 0-17 16,0 1 0-16,-1-1-5 0,1 1-12 0,1 0 0 0,3 1-4 16,-1 0-58-16,3 0-14 0,1 0-20 0,2 1-186 0,5-2-59 15,5 1-85-15</inkml:trace>
  <inkml:trace contextRef="#ctx0" brushRef="#br0" timeOffset="133878.62">20956 954 638 0,'-4'9'248'0,"2"-3"-121"0,0-1 136 0,0 3-127 15,1-3 20-15,0 2-55 0,0-1-15 0,0-1-13 0,1 2-24 16,0-2-11-16,0 0 16 0,0 1-20 0,0-1 22 15,0 0-8-15,1-2-15 0,-1 2-7 0,0-2 22 0,0-2-21 0,0 0 37 16,0 0-9-16,0-1-14 0,0 0-11 16,0 0 24-16,0 0-24 0,0 0 38 0,0-2-9 0,0 1-16 0,0-3-16 15,-1-1 13-15,1 0-19 0,1-1 17 0,1 0-9 16,1 1-11-16,4-1-13 0,1-2 15 0,2 0-14 0,1 0 18 16,3 3-4-16,0-2-10 0,1 2-9 0,1-1 13 0,-1 4-13 15,2-3 15-15,-1 3-5 0,-3 0-5 0,1-1-9 0,-8 3 10 16,-1 0-7-16,0 0 16 0,-2 2-2 0,5 0-7 0,1 1-15 15,0 1 14-15,-1-1-11 0,0 4 20 0,1-3-5 0,-2 2-9 0,4 0-4 16,-1 1 6-16,-1 1-3 0,1 1 5 0,-4-4-1 0,2 1-4 16,1 0-2-16,0-2 4 0,0 1-2 0,1-2 7 0,-1 0-1 15,-1-1-3-15,1 1-7 0,-1-3 8 0,0 0-6 0,1 0 13 16,-1-3-1-16,1 1-7 0,1-2-12 0,-1 1 12 0,1-2-10 0,-1 2 19 16,0-3-3-16,0 2-6 0,1-2-10 0,0-1 7 0,0 1-6 15,-1 0 9-15,-2-1 0 0,1 2-4 0,-1-1-3 0,-2 1 2 16,1-2-3-16,-2-1 6 0,1 3 1 0,-2-1-1 0,1-2-13 15,-2 1 13-15,-1 1-10 0,-1 0 20 0,0 1-4 0,-1 1-8 0,-3-1-6 16,2 1 6-16,-1 0-5 0,-1 2 6 0,1 0 0 0,-1 2-4 16,-1 0-2-16,1 0 0 0,-3 2 0 0,-1 3 3 0,0 0-1 15,0 1 1-15,-1 3-7 0,0 2 10 0,0-1-5 0,0 1 17 16,1 1-1-16,2-1-3 0,0-2-4 0,0 2 5 0,2-2-6 16,2 0 4-16,1-1 2 0,1 0-1 0,0-1-4 0,3-2 5 0,0 0-4 15,3-1 9-15,1-2-2 0,1 1 0 0,3-2-6 0,1-1 7 16,2 0-6-16,2 0 3 0,2-3-2 0,2 0-5 0,2 0-2 15,2-1 1-15,0 0-1 0,0 1 1 0,-3-3 2 0,-8 3-1 0,-2-3-14 16,-3 3 14-16,1-2-13 0,4-2 19 0,-2 2-3 16,2-1-7-16,-2 0-4 0,-1 3 4 0,-1-2-4 0,-2-1 7 0,-4 3 0 15,0-3-2-15,0 1-12 0,-2 0 14 0,-1 0-11 0,1 1 21 16,-1 0-4-16,0 1-8 0,1 0-9 0,-1 0 9 0,0 0-8 16,0 3 10-16,0-3 1 0,-1 2-3 0,1-1-11 0,-1 1 11 0,1 0-10 15,-1 0 10-15,1 1-1 0,-3 0-3 0,2 0-8 0,-1 0 11 16,0-2-9-16,-2 2 11 0,1-1 0 0,0 1-5 0,-1 0-6 15,0-1 8-15,-1 1-5 0,2 0 11 0,0 0 1 0,-1 1-5 0,2-1-12 16,0 1 13-16,0-1-10 0,-1 0 19 0,2 2-4 0,-1-2-7 16,2 0-5-16,-1 0 5 0,1 0-2 0,-1 0 9 0,1 0-3 15,0 0-2-15,0 0-7 0,0 0 6 0,0 0-5 0,0 0 10 16,0 0-1-16,0 0-4 0,0 0-9 0,1 0 10 0,1 0-7 16,0 0 16-16,1 0-2 0,-1 0-5 0,-1 0-8 0,0 0 5 15,0 0-4-15,1 0 9 0,1 0-3 0,-2 0-4 0,2 0-2 16,-2 0 4-16,0 0-2 0,2 0 4 0,-2 0 0 0,2 0-2 0,-2 0-10 15,0 0 11-15,1 0-8 0,-1 1 11 0,0 0 0 0,-1 0-5 16,1-1-10-16,0 0 11 0,0 2-8 0,0-2 14 0,-1 0-2 16,1 0-6-16,-1 0-11 0,0 0-1 0,-1 0-2 0,1 0-5 15,0 0-1-15,0 0-1 0,0 0-22 0,0 0 7 0,0 0-11 0,1 0-10 16,0 0-7-16,1 0-9 0,-1 0-48 0,0 0-8 0,-1 0-10 16,0 0-68-16,0 0-27 0,1 0-30 0,0 0-75 0,1 1 180 15</inkml:trace>
  <inkml:trace contextRef="#ctx0" brushRef="#br0" timeOffset="134309.91">21851 891 1332 0,'-18'-1'-353'0,"7"0"706"0,3-1-62 0,-2 1-105 0,0-2-58 0,1 3 12 0,-1 0-47 0,0 0-17 15,1 0-13-15,0 0-17 0,1 2-21 0,1-1 10 0,-1 3-16 16,-3-2 19-16,0 1-3 0,0 2-7 0,-1 0-23 16,2 2 23-16,0 2-24 0,0 1 45 0,0 1-11 0,2 1-10 15,1-1-6-15,3-2 3 0,1 2-4 0,1-2 11 16,4 0-3-16,0-2-5 0,2 0-6 0,3-4 11 0,2 1-13 0,3-1 17 15,4-3-7-15,2 0-9 0,2 0-11 0,-2-3 9 16,0-1-9-16,1-1 12 0,-4 0-6 0,-2-1-7 0,0-1-9 16,-4 2 8-16,-1 0-6 0,-1 0 14 0,-1 0-3 0,0 1-7 0,-2-2-2 15,1 1 7-15,-2-1-4 0,0 0 14 0,1 2-3 0,-2-1-3 16,0 3-10-16,0-1 8 0,-2 0-8 0,3 3 13 0,-3-1-4 16,0 1-6-16,0 1-9 0,0 2 4 0,0 0-4 0,-3 3 12 15,2 2-2-15,-1-2-2 0,0 2-8 0,1-1 5 0,1 0-6 0,0-2 5 16,2-1-6-16,1 0-8 0,2-2-26 0,2 2 1 0,-1-3-8 15,4-1-26-15,1 0-11 0,1-2-15 0,2-2-77 0,2 1-25 16,2-1-14-16,1-1-152 0,3-1-31 0,1 1-39 0</inkml:trace>
  <inkml:trace contextRef="#ctx0" brushRef="#br0" timeOffset="134448.5">22250 811 770 0,'-7'-9'-475'0,"3"7"1024"0,0 2-114 0,1 0-141 16,-3 2-115-16,-2 0 14 0,-1 5-64 0,-3 0-32 0,1 3-20 15,-3 1-24-15,1 3-31 0,-1-1 5 0,1-1-16 0,-1 2-1 16,8-2-6-16,-2-1-5 0,2 0-67 0,3-1-29 0,-4-2-2 16,3 2-218-16,1-1-134 0,3 0-55 0</inkml:trace>
  <inkml:trace contextRef="#ctx0" brushRef="#br0" timeOffset="134925.23">20533 1787 1012 0,'-12'-5'290'0,"1"1"-177"0,4-1 107 0,-2 1-62 0,2 1-2 0,0 1-31 16,3 0-39-16,-1 2-15 0,2 0-19 0,-2 0-23 15,1 2 5-15,0 2-14 0,0 0 7 0,-1 2 1 0,1 2 0 16,-3 4-12-16,2-3 23 0,-3 3-22 0,0 2 37 0,0 1-6 16,0-1-16-16,0 2-19 0,0-2 17 0,2 0-22 0,-2 2 15 15,1-3-6-15,1-1-14 0,1 1-9 0,2-3 12 16,-1 1-10-16,3 0 6 0,1-1-13 0,1-1-16 0,1 0-39 15,2-1-10-15,0-2 2 0,1 0-65 0,0-4-29 0,2-1-10 16,0 2-140-16,0-3-47 0,2-3-2 0</inkml:trace>
  <inkml:trace contextRef="#ctx0" brushRef="#br0" timeOffset="135342.5">20655 1888 135 0,'4'-1'143'0,"-1"-1"47"0,3-1-66 0,-2 1 53 16,2-2-17-16,-2 0-29 0,2 0-32 0,1 0 21 0,-3 0-41 16,3-2 24-16,-2 2-11 0,0-2-13 0,1-1-12 0,-3 2 11 15,1-3-19-15,-1 3 3 0,0-1-14 0,0 0-15 0,1-2-24 16,-2 1 12-16,1 1-15 0,1-2 16 0,-1 2-8 15,-2 1-11-15,0-2-1 0,-1 2 14 0,0 1-8 0,0-1 30 16,-2 2-2-16,0-1-8 0,-1 0 2 0,-2 1 9 0,2 1-10 16,-2-1 9-16,1 3-2 0,-3 0-7 0,0 0-9 15,-1 4 9-15,-1-1-13 0,1 2 14 0,1-1-3 0,-1 3-3 0,0 0-11 16,0 2 8-16,0 0-8 0,1 2 9 0,2-1-4 0,-1 1-5 16,1-2-15-16,0 2 15 0,1-1-12 0,0 2 22 0,1-2-2 15,1 0-10-15,-1-1-11 0,2 0 12 0,5 0-11 0,-4 0 14 0,0-2-3 16,2-1-6-16,-4 2-6 0,3-3 10 0,2-1-10 0,2 1 4 15,-1-3 1-15,2 0-5 0,0-1-12 0,3 0 10 0,2-1-9 16,2-2 5-16,3-1-8 0,1-2-10 0,2 0-34 0,0-2-2 16,0 0-9-16,1-2-49 0,0 0-11 0,-1-2-22 0,2 1-106 15,0-1 4-15,0-2-34 0,1 0-119 0,0 0 241 0,-1 3-34 0</inkml:trace>
  <inkml:trace contextRef="#ctx0" brushRef="#br0" timeOffset="135666.81">21101 1617 1321 0,'-23'6'-316'0,"10"-3"661"0,2 2-64 0,2 0-88 16,-1 2-96-16,0 0 19 0,0 0-57 0,-2 2-3 16,2 2-13-16,1-1-19 0,-1 5-16 0,1-4 16 0,0 1-16 15,1 0 27-15,3-1-5 0,0-2-9 0,1 1 0 0,2-4 8 16,0 1-8-16,2-1 14 0,0-2-5 0,3 0-6 0,0-2-12 16,2-2 16-16,0 2-16 0,3-2 20 0,1-3-6 0,2 0-12 15,2 0-16-15,0 0 17 0,2 0-17 0,1 1 22 16,2 1-6-16,0 1-11 0,2 2-13 0,-3 3 11 0,0 2-9 15,-4 0 24-15,-4 1-7 0,2 0-8 0,0-1 1 0,5 2 7 16,2-2-3-16,-2 1 12 0,-2-2-7 0,0 2-5 0,-3-2-10 16,0-1 6-16,-1 2-3 0,-1 1 6 0,-3 0 4 0,-2 0-4 0,0-2 2 15,-2 1 6-15,-2 0-6 0,0 0 4 0,-2-1 2 0,-3 2-2 16,-2 1-5-16,0 0 18 0,-4 1-13 0,1 0 27 0,0-1-10 16,0 1-11-16,-1 1-12 0,-3-2 6 0,1-2-4 0,-1 0 5 15,3-2-4-15,2-3-7 0,0 1-2 0,1-2 1 0,2-1-4 0,0 0-13 16,3-4-7-16,-1 1-9 0,4-8-49 0,0-1-1 0,4-3-15 15,2-1-65-15,3-1-26 0,5-1-31 0,4-2-156 0,2-1-80 16,3 3-22-16</inkml:trace>
  <inkml:trace contextRef="#ctx0" brushRef="#br0" timeOffset="135851.09">21449 1492 1004 0,'-8'3'387'0,"-1"0"-47"16,0 2-55-16,0 0-106 0,-1 3-33 0,2 0-40 15,2 1-47-15,-2 2-39 0,1 1 6 0,0-1-16 0,1 2 3 16,0 0-3-16,0 0-6 0,2 1-13 0,-1-2 15 0,2 0-14 16,1-1 21-16,0-3-3 0,0 1-9 0,2-2-8 15,0 0-16-15,3-2 6 0,1-1-67 0,2-3-30 0,2-1-12 16,4-5-151-16,1-2-81 0,3-2 33 0,3 1-42 0</inkml:trace>
  <inkml:trace contextRef="#ctx0" brushRef="#br0" timeOffset="136130.76">21657 1590 294 0,'2'-2'274'0,"3"-1"48"0,0-1-127 15,4-1-86-15,0-1-32 0,3-1-39 0,0 1-28 0,-1-1 7 16,-2 0-9-16,1-1 29 0,-2 2-3 0,0-2-4 0,0 0 4 16,-3 1 29-16,0 2-22 0,-2-2 55 0,-2 1-4 0,0 1-17 15,-1 0-9-15,0-2 30 0,-2 3-35 0,0-1 44 16,-2 3-19-16,-1-1-22 0,-1 2-33 0,0 1 18 0,-1 0-26 15,-1 1 18-15,1 2-2 0,-2 0-13 0,-2 4-8 0,0 1 18 16,-1 2-19-16,-1 3 26 0,5-1-7 0,-1 1-10 0,1 3-16 16,2-2 19-16,1-2-20 0,2 2 26 0,2 1-9 0,1-3-12 15,0 1-10-15,2-1 5 0,0-3-7 0,4 0 6 0,-2-3-3 16,5-2-1-16,0 0-18 0,4 0 1 0,1-4-7 0,0 0-19 16,0 0-8-16,2-4-15 0,-1 0-53 0,2-1-6 0,-2 0-16 15,1-4-96-15,1 0-21 0,0-2-39 0,-1 1-111 0,4-3 228 0</inkml:trace>
  <inkml:trace contextRef="#ctx0" brushRef="#br0" timeOffset="136417.07">22125 1341 450 0,'-9'0'161'0,"0"0"194"0,-1 1-116 0,0 1-51 15,-6 1-62-15,-1 1-70 0,3 1 18 0,0-1-41 0,1 2 13 16,2-1-10-16,1 0-13 0,1 1 4 0,1-1 11 0,1 0-6 15,3 0 32-15,1 0-5 0,2-1-10 0,1 0-14 0,2 0 19 16,2-1-22-16,3 1 31 0,-1 0-13 0,4 0-15 0,2-2 0 16,1 4 6-16,1-3-7 0,2 0 7 0,1 1-3 15,1 0-8-15,1-1-13 0,-4 1 15 0,-7 0-18 0,-2 1 20 16,-1-2-7-16,-3 2-12 0,4-1-3 0,-2 1 4 0,-1-3-5 16,-2 4 6-16,-1-3-2 0,-1 0-1 0,-3 1-8 0,1-2 10 15,-2 2-9-15,0 0 9 0,-1-3-3 0,-1 2-9 0,7-2-23 16,-2 0 13-16,2-1-18 0,-1 0-4 0,-5-2-8 0,1-1-17 0,-2 1-54 15,1-5-23-15,2 2-8 0,2-2-142 0,3-2-43 16,3-2-48-16</inkml:trace>
  <inkml:trace contextRef="#ctx0" brushRef="#br0" timeOffset="136684.04">22253 1319 1441 0,'-8'7'-268'0,"7"-4"587"0,1 0-46 0,3-3-72 16,3 2-61-16,3 1 31 0,2 1-63 0,4-1-1 15,0 2-26-15,-1 3-33 0,3-1-21 0,-2 2 5 0,-1-2-11 16,2 2 7-16,-4 0-4 0,-2 0-4 0,-2 0-4 0,-3-1 2 16,-2 1-5-16,-1 0 4 0,-2 0-1 0,2 0 0 0,-2 0-7 15,-3 0 8-15,1-2-8 0,0 2 14 16,-2 0-6-16,0-1-7 0,-2-1-10 0,1 0 5 0,-1-2-6 0,1-2 11 15,1-2-7-15,2 0-4 0,1-1-33 0,0-1-5 0,1 0-3 16,0-5-51-16,2 1-43 0,1-4-17 0,3 0-209 0,1 0-51 16,0-1-21-16</inkml:trace>
  <inkml:trace contextRef="#ctx0" brushRef="#br0" timeOffset="136820.07">22518 1382 1023 0,'-1'5'314'16,"1"1"86"-16,0 0-221 0,1 1-57 0,2-1-32 15,-1 1-37-15,1-2-42 0,0 1-1 0,3-2-10 0,1 0-20 16,1-2-22-16,1 1-9 0,1-2-82 0,0-1-67 0,-1 0 35 0,1-2-254 16,-3 0 245-16,-2 2-2 0</inkml:trace>
  <inkml:trace contextRef="#ctx0" brushRef="#br0" timeOffset="136953.64">22496 1204 1448 0,'-23'-7'251'0,"3"1"61"15,2 1-137-15,2 1-23 0,4 0-41 0,2 1-42 0,1 3-54 16,3-1 5-16,3 0-19 0,2 0-2 0,2-1-16 0,4 0-10 16,1-1-62-16,3-1-30 0,2 0 9 0,3-3-156 15,3 2-36-15,1-2-18 0</inkml:trace>
  <inkml:trace contextRef="#ctx0" brushRef="#br0" timeOffset="137230.6">22782 1221 823 0,'-8'35'-281'0,"5"-17"582"0,1-1-59 0,-1-1-80 0,3 1-39 0,3-2 10 16,1-3-32-16,4-1 6 0,1-2-27 0,2-2-23 0,3-1-10 15,0-2 11-15,2 1-12 0,2-2 15 0,-1-2-9 16,-1 0-16-16,-1-1-9 0,-2 0 21 16,-2-2-22-16,0 0 48 0,-1 0-2 0,-2-2-5 0,-1 3 2 0,-3-2 27 0,-1-1-28 15,-1 2 42-15,-2-1-11 0,0-1-21 0,-4-1-19 0,0 0 12 16,-2 0-24-16,-2 0 2 0,-2 1-7 0,0 0-13 0,0 2-19 15,0-2 11-15,0 0-16 0,-2 1 8 0,0 1-2 16,0-2-9-16,1 1-1 0,2-1 0 0,1 1-1 0,2 0-3 16,2 1-4-16,0-1-2 0,1 0-20 0,2 1 3 0,0-2-6 0,1 1-7 15,1 1-8-15,1-2-12 0,2 0-41 0,0-2-11 0,3 1-8 16,1-2-95-16,3 1-45 0,0-1-42 0,4 1-196 16,-1 0 280-16</inkml:trace>
  <inkml:trace contextRef="#ctx0" brushRef="#br0" timeOffset="137426.99">23091 1178 645 0,'3'-1'205'0,"3"-1"292"0,4 0-221 0,2-3-51 16,4 2-68-16,5-2-54 0,2 4 22 0,-1 1-46 0,3 2 15 16,-4 3-11-16,-1 4-21 0,-1 2-17 0,-4 1 20 15,-1 1-28-15,-2 1 17 0,-3-1-6 0,-1-1-15 0,-2 3-6 16,-2-3 1-16,1-2-7 0,-2 1-12 0,-1-2-2 0,-1-1-5 0,-1 0-7 15,1-2-11-15,-1-2 3 0,0 1-56 0,0-2-56 16,0-1-14-16,5-1-361 0,2 6 289 0</inkml:trace>
  <inkml:trace contextRef="#ctx0" brushRef="#br0" timeOffset="140331.65">1450 5826 669 0,'-8'-2'215'0,"-1"-3"315"16,2 4-399-16,2 1-81 0,0-2-10 0,4 2 34 0,1 0-17 0,0 0-14 0,2 0-32 15,3 0 15-15,1 0-13 0,3 0 18 0,4-1-11 0,0-2-12 16,6 1-6-16,3-1 5 0,2-1-1 0,3 1 13 15,0-3-5-15,4 1-3 0,3-1-12 0,5 2 0 0,2-2-2 16,3 1 9-16,0-2-3 0,-3 0 1 0,1 0-10 0,-3-1 5 0,-2 2-4 16,1-2 15-16,2-1-4 0,-1 4-6 0,4-1-6 0,-1 1 6 0,2 1-5 15,1-2 10-15,-1-1 0 0,0 1-4 0,-2-2-1 0,0 0-2 16,-3 1 2-16,0 0 5 0,1 3-3 0,0 1 0 0,5 1-5 16,2 2 1-16,1 0 0 0,4 3 4 0,-5-1 1 0,-2-2 0 0,1 2-6 15,-5-1 5-15,0 2-5 0,2 0 8 0,-3 0-3 0,2 3-3 16,2 1-10-16,-3-1 11 0,-9 1-6 0,-3-4 12 0,-7 1 1 15,1-2-7-15,0 1-9 0,-2 0 15 0,-6-2-10 0,-5 0 20 16,-3-1 0-16,-1 0-10 0,-4 0 11 0,-1 0 15 0,-1 2-7 16,0-2 29-16,-1 0-6 0,-2 1-5 0,-3 0-29 0,-2 1 7 0,-2-1-11 15,-2 0 6-15,-5 0-4 0,-2 2-8 0,-5 0-9 0,-2-1 5 16,4-1-4-16,-4 2 7 0,-3 0-1 0,-4-2-4 0,-7 0-9 16,-1 2 3-16,0-1-3 0,0 2 6 0,2 0-4 0,-2 0-1 15,-8 0-8-15,-1-2 9 0,-6 2-4 0,-3-1 14 0,5-1-3 0,0 2-7 16,3 0 0-16,1 1 8 0,4 0-2 0,-1 0 14 0,2-1-5 15,1 0-6-15,-3-2-11 0,5 1 12 0,0 1-7 0,3-2 17 16,6 1-5-16,2 1-7 0,2 0-28 0,2-2 4 0,3 2-10 16,3 0-11-16,3 0-7 0,2-1-11 0,4 0-31 0,-1 0-37 15,4-1 2-15,1-1-164 0,3 5-67 0,3-1-43 0</inkml:trace>
  <inkml:trace contextRef="#ctx0" brushRef="#br0" timeOffset="143008.62">6991 4670 217 0,'-1'-5'352'0,"-1"0"-189"0,1 1 223 0,1 1-239 0,0 1-87 0,0 1-6 16,0 1-21-16,2 0-7 0,0 0-11 0,2 0 4 0,-1 1 6 16,1 1-2-16,-1-1 0 0,0 0-1 0,1 2-8 0,-1-3-14 0,0 2 18 15,1-1-17-15,-1 2 27 0,2 0-7 0,-2-2-10 0,1 1 0 16,1 2 4-16,-1-1 0 0,1 1 13 0,-1 0-1 0,1-2-1 0,-1 3-15 15,1-1 11-15,-1 2-11 0,0 2 4 0,-1-1-3 0,-1-1-10 16,1 2-3-16,-2 1 8 0,0 1-6 0,0 0 19 16,-1 0-6-16,0 2-5 0,0 1-10 0,0-2 10 0,0 3-8 0,0-1 17 15,0 2 1-15,0 3-6 0,0 2-13 0,0 0 7 0,-1 3-7 16,1-1 16-16,0 0-3 0,0-1-3 0,1 1-4 0,-1 5 0 0,0 2-1 16,-1 1-2-16,1-2 5 0,0-2 3 0,0-1-6 0,2 2 10 15,0-1-10-15,-1 1 11 0,-1 0-4 0,0-1-6 0,0 3-12 16,0-4 12-16,3 2-7 0,-1 3 24 0,0-1-6 0,-1 6-10 15,0 3-7-15,1-1 2 0,-2-5-1 0,2-4 10 0,0-5-2 16,0-1 2-16,2 2-16 0,0 1 7 0,0 0-7 0,-1-3 13 16,-1-3 4-16,3-2-1 0,-1 0-11 0,0-3 7 0,0 0-8 0,0 2 8 15,0 1-3-15,-1-2-5 0,1 3-11 0,-1 1 14 0,1 1-10 16,1-2 20-16,1-4-3 0,-1-2-7 0,2 0-10 0,-1 0 11 16,0-4-8-16,0 0 13 0,1 0 0 0,-2-2-11 0,3 1-8 0,-1-1 17 15,-5-1-12-15,0 0 22 0,2-2-7 0,-1 1-10 0,7 0-3 16,0-2 6-16,2 1-2 0,-1-1 12 0,1 0-5 0,2-2-5 15,-1 0-2-15,2 1 2 0,-2-1-1 0,1 0 7 0,-1 0-1 16,2 0-4-16,0 0-1 0,2 0 1 0,1-1 0 0,2 1 12 16,1-4-5-16,0 1 1 0,4 1-8 0,2-2 5 0,2 0-3 15,2 0 6-15,3-1-2 0,1 1-6 0,-3-2-8 0,4 2 12 0,-1 1-11 16,0 3 6-16,1 0 4 0,-3 2-6 0,2-4-9 0,0 0 14 16,0 0-12-16,1 0 13 0,-1 1 0 0,3-1-6 0,5 0-2 15,0 0-1-15,-1 2 1 0,1 0 8 0,-4 4-2 0,1 0-2 0,6-1-4 16,1-2 4-16,3-1-3 0,3-1 5 0,3-1 2 0,1 2-1 15,1 0-7-15,1 2 3 0,-4 2-3 0,-1-1 6 0,-1-3 0 16,-1 2-3-16,6-1-8 0,2 2 7 0,0-1-5 0,-3 1 12 16,-4 2-1-16,-5 0-5 0,-1 3-6 0,-2-3 5 0,-1-1-3 15,-2-1 12-15,-3 1-2 0,0 1-5 0,2 0-13 0,-2 2 12 0,-5-3-8 16,-1 1 18-16,-2-1-2 0,-2-2-8 0,3 1-8 0,-2-2 16 16,-4 0-11-16,0 1 19 0,-1-2-3 0,-1 0-9 0,1 0-5 15,-1 0 1-15,0 0-1 0,-1 0 6 0,0 0 1 0,-1 1-3 0,3-1-7 16,-1 0 3-16,0 0-4 0,-7 0 8 0,-2 0-1 0,-1 0-1 15,4 0-16-15,7 0 17 0,1 0-14 0,-2 0 25 0,0 0-2 16,-2-1-9-16,1 1-12 0,-1-3 9 0,0 0-9 0,-1 2 13 16,-2-1 0-16,1 0-4 0,0-1-3 0,0-1 7 0,-2 0-5 15,1-1 5-15,-3 1 0 0,1-1-3 0,2 0-10 0,0 0 10 0,-1 3-7 16,0-2 15-16,-3 2-2 0,-6-1-6 0,1-3-3 16,-1 1 2-16,-1 0-3 0,5-3 6 0,0 3-1 0,-2-2-1 0,1 1-18 15,0 0 14-15,-5 0-12 0,-1 0 24 0,-1 1-2 0,-3-1-9 0,0-3-4 16,-1-2 5-16,-1 2-4 0,0-3 8 0,-2-1 2 0,-1 0-4 15,-3-1-17-15,-3 0 14 0,0 0-13 0,-2 0 25 0,1 0-3 16,-2-2-6-16,0 2-12 0,0-1 14 0,-2 2-10 0,1-2 20 16,6 1-6-16,-2-1-9 0,-1-1-4 0,1-1 8 0,-5-1-3 15,1-1 10-15,2-1-1 0,1-2-7 0,1-3-10 0,0 1 10 0,1-3-8 16,0 0 16-16,2 0-2 0,1-3-7 0,0-2-11 0,0 0 13 16,0 2-10-16,1 0 17 0,-1 3-1 0,2 1-9 0,-1-2-5 15,2-2 6-15,0-2-3 0,-1-2 7 0,1-3 3 0,0 2-1 16,1-2-17-16,0 3 12 0,0 0-13 0,1-2 16 0,-1 6 2 0,1 0-5 15,0 1-1-15,-1 3 3 0,-1 2-3 0,1 0-1 16,0 2 2-16,0-1 0 0,-1 0-3 0,0-4 4 0,-2-1-3 0,1-1 2 16,-1 1 1-16,-1 3-2 0,-1 0-13 0,-1 1 14 0,0 4-9 15,-2-1 21-15,-3 3 0 0,1 1-6 0,-2 1-13 0,-2 0 9 16,-2 2-8-16,-1 2 11 0,-2-1 0 0,-1 3-6 0,-7-1-1 16,-5 2 3-16,1 0-2 0,-5 0 6 0,3 4 1 0,-1 0-3 15,-4-1-6-15,-2 1 5 0,-3 1-3 0,0 1 17 0,-2 1-3 16,-5 2-3-16,-9-2-8 0,-4 2 6 0,-3 0-5 0,0 0 10 15,4 0-3-15,2 2-3 0,-6-1-5 0,-7 2 12 0,-5 0-8 0,-1 0 15 16,3 0-4-16,4-1-9 0,-1 2-3 0,-5 0-2 0,-2 2 1 0,-1-1-1 16,1 2-2-16,5 0 0 0,-1 2-12 0,-2 2 13 15,0-2-10-15,2 1 18 0,-2-1-2 0,5 1-9 0,1 0-5 0,1 2 4 16,3-2-4-16,-1 1 12 0,6-3-3 0,0-1-4 0,5-2-11 16,2 0-4-16,2 0-2 0,7 3-26 0,3-2-10 0,4 2-12 0,-2-3-80 15,3 0-16-15,4-3-19 0,8 4-166 0,5-4-149 16,-2-2-104-16</inkml:trace>
  <inkml:trace contextRef="#ctx0" brushRef="#br0" timeOffset="154417.24">28493 10094 229 0,'-5'-7'5'0,"-2"2"-18"0,-1-1 41 0,0 1 23 0,-1-1-11 0,0 3 4 0,2-3-2 0,-2 3-8 16,2-1-11-16,-1 1 9 0,0-1-8 0,1 0 14 0,1 3 0 16,0-1-5-16,1-1-21 0,1 1 28 0,0-1-24 0,1 0 37 0,1 1-10 15,1 1-12-15,0-2-19 0,0 2 6 0,1-2-5 0,-1 2 13 16,1 1-8-16,0-1-9 0,0 1-23 0,0 0 21 0,0 0-17 16,0 0 21-16,0 2-6 0,0 1-12 0,0 1 4 0,2-1 1 15,-1 3 3-15,2 0 12 0,1-1-3 0,1 1-5 0,2 1-1 16,1-1 20-16,2-1-11 0,2 2 36 0,4-2-8 0,1 0-4 0,5 1 1 15,5 0-5-15,2 0 7 0,2-1 4 0,-3 0-8 16,2-1-2-16,5 0-24 0,1-2 18 0,4 2-15 0,-3 0 17 0,-2-3-9 16,0 2-12-16,3 0 6 0,2-1-5 0,1-1 9 0,2 1-2 15,1-2-2-15,-3-3-1 0,6-1-20 0,-1 0 17 0,0-1-14 16,0 0 22-16,-5-3-4 0,-1 2-10 0,2 1-13 0,2-3 11 0,2 1-8 16,0 0 23-16,-7 0-6 0,4-1-8 0,-1-1-14 0,1 1 13 15,0 0-10-15,-4 1 18 0,-7 3-5 0,-2 0-8 0,-1 2-13 16,-4-1 13-16,-1 2-7 0,-2-1 22 0,-3 2-11 0,-2 0-14 0,-3 2-74 15,-4-1-7-15,-2 2-19 0,-3-2-79 0,-5 3-78 0,-7 5-51 16</inkml:trace>
  <inkml:trace contextRef="#ctx0" brushRef="#br0" timeOffset="155359.6">9667 8503 315 0,'-13'-3'54'0,"-3"-2"50"0,3-2-59 0,4 5-5 0,1-1-12 16,2 2 4-16,2-1-1 0,0 1-2 0,2 1-6 0,1-1 20 15,1 1-17-15,1 0 14 0,1 0-10 0,1-1-12 0,-1 1-13 16,2 0 7-16,1-2-3 0,-1 2 20 0,2 0-8 0,-2 2-11 0,2-1-15 15,0 4 18-15,2-1-14 0,-1 2 28 0,4 1-6 0,-4-1-6 16,3 4-17-16,-1-1 8 0,2-1-6 0,-6 0 16 16,0-1-1-16,1 1-8 0,2 3-26 0,7-2 28 0,3 2-25 0,2-2 30 15,0-2 0-15,0 0-11 0,2-2-7 0,-2-1 13 0,0 0-9 16,4-1 40-16,-1 0-6 0,4 0-1 0,3-1-20 0,0 1 7 16,1-1-8-16,3-1 9 0,1 2-3 0,2 0 0 0,-2 0-6 0,3-3-7 15,-1 3 5-15,2-2 0 0,2 2-1 0,-1-2 0 0,3 0-18 16,1 1 14-16,0 0-14 0,1 2 13 0,1 0 0 0,0 1-4 0,-1-1-13 15,0 1 13-15,0-2-9 0,-1 2 21 0,1-3-1 16,-1 1-8-16,-1-1-10 0,1 3 7 0,-1-2-8 0,2 2 8 16,-4-4-1-16,-2 2-2 0,1-2-20 0,0-1 11 0,1 0-9 0,4-4 19 15,-6 2-1-15,0-5-9 0,2 4-35 0,-1-2 22 0,0 1-25 16,-1-1 17-16,-1 2-20 0,-2 0-16 0,-3 2-58 0,-2 1-23 16,-1 0-1-16,0 1 37 0</inkml:trace>
  <inkml:trace contextRef="#ctx0" brushRef="#br0" timeOffset="181827.79">15463 5976 256 0,'-54'-4'15'0,"31"4"228"0,8 0-108 0,1 0 9 0,4 0-119 16,1 0-1-16,1 0 3 0,3 0 14 0,0 0-3 16,3-2 0-16,1-2-26 0,0 1 4 0,1 0-7 0,0-2-1 0,0-3 4 15,2-1-8-15,0-1-18 0,2-2 35 0,0-3-31 0,2-2 36 16,0-1-4-16,1 0-13 0,2-2-3 16,1 1 4-16,2-2-3 0,-1 1 3 0,2-2-1 0,1 3-9 0,1-4-14 0,1-2 21 15,0 0-17-15,0 0 23 0,-2 5-4 0,1-1-12 0,-2-3 1 16,0 1 0-16,-1-3 2 0,-1 2 6 0,-2 0 3 0,0-2-3 0,-1-2-7 15,-1 0 10-15,1 1-9 0,-1 1 15 0,0 1-4 0,1 2-1 16,-1-3-12-16,1 0 3 0,-2-2-1 0,2-1 10 0,-5 2 0 16,-1 1-3-16,0 2-26 0,0 2 26 0,5 1-22 0,0-1 31 0,-1 4-8 15,-1 2-9-15,2 0-11 0,-1 0 10 0,0 4-5 0,0-1 18 16,-1 5-2-16,2 2-9 0,-3 1-5 0,2 3 5 0,-1 1-6 16,-2 1 13-16,1 0-2 0,1 1 0 0,-1 3-7 0,2 3 2 0,-1-1-1 15,-1 2 12-15,1 2-2 0,-1 1-4 0,2 2-22 16,1 1 24-16,1 0-21 0,0 1 34 0,1 0-9 0,1 0-11 0,3 3-12 15,-1 0 9-15,1-1-5 0,2-1 15 0,2 1 3 0,2 0-10 16,2 3 2-16,2 1 3 0,-1 2-5 0,2-2-1 0,-2-1-1 16,2 0 2-16,-1 1-11 0,1-2 11 0,-3-1-8 0,0 0 20 15,-5-2-4-15,-4 2-6 0,0 3-6 0,2-1 5 0,0 1-2 0,6-1 3 16,-1-1 0-16,1 1-2 0,-3 1-6 0,0 2 6 0,0 0-4 16,-1-3 13-16,0-1-3 0,-1-3-4 0,2 4-15 0,-1-1 16 15,-2-2-13-15,1-2 21 0,-1-5-4 0,-3 2-7 0,-1-3-9 16,-1 2 7-16,-1 1-3 0,0-1 17 0,-2-1-4 0,0 1-6 0,-3-2-14 15,1-2 21-15,-2 0-16 0,-2-1 24 0,0 0-2 0,0 0-11 16,-2-1-14-16,-2 1 17 0,1-1-13 0,-3 0 25 0,0 1-1 16,-3-1-10-16,-1 1-8 0,-5-1 11 0,-2 0-11 0,-2-1 5 0,-3 0 1 15,-2-1-4-15,-4-1-15 0,-1-1 12 0,-6 1-10 0,-3-2 25 16,-2 0-2-16,1 0-8 0,-7-2-24 0,-2 0 22 0,-5 1-19 16,-5-2 26-16,3 0-2 0,0 0-7 0,-4-3-5 0,3 0 5 15,0-2-4-15,-3-1 8 0,3 3 0 0,-4 1-2 0,-3 0-21 16,2 2 24-16,0-1-20 0,2 2 30 0,2 0-5 0,2 0-13 0,0-1-5 15,1 2 7-15,1 1-4 0,1 0 13 0,9 0 2 0,3 0-7 16,3 0-19-16,1 0 22 0,1 0-20 0,3 0 23 0,5 1 1 16,10-1-8-16,5 0-6 0,3 2 7 0,4-2-6 0,0 0 15 15,1 0 0-15,4-2-3 0,1 2-13 0,4-1 8 0,2-1-9 0,3-1 7 16,-1-1 2-16,4-2-2 0,6-2-4 0,7-3 10 0,10-4-6 16,2-1 14-16,4-3-1 0,2-4-8 0,8-4-15 0,8-3 19 15,6 0-16-15,3-3 22 0,-2 1-7 0,0 2-11 0,4-5-11 16,7-1 10-16,5-1-6 0,-1 1 18 0,-4 4-1 0,-4 3-5 0,0-1-5 15,1 1 3-15,1 0-4 0,-1 0 2 0,-5 3-2 0,-11 0-3 16,0 0 6-16,-8 6-5 0,-1 1 7 0,-1 3-3 0,-5 3-1 16,-4 1 0-16,0 1-11 0,-5 4 14 0,-4 0-8 0,-2 4 18 15,-5-1-7-15,-5 4-8 0,-5 0 3 0,-8 0-1 0,-5 2 5 16,-2 1 9-16,-3-1 2 0,1 3 4 0,3 1-13 0,-4 1 28 0,-6 5-21 16,-7 2 27-16,-12 4-12 0,-7 2-19 0,-8 6-9 0,-3 6 1 15,-4 2 2-15,-4 7 17 0,-4-2-8 0,-3 3-2 0,-8 5-10 16,-5 5 5-16,-1 1-2 0,-4 6 10 0,4-4 3 0,-2 0 0 0,1 3-6 15,-2-3 2-15,0 1-4 0,5-1 2 0,9 1-3 16,5-3-2-16,1 4-10 0,5-6 9 0,7 0-8 0,3-5 8 0,11-6-5 16,3 0-6-16,4-3-50 0,8-3-11 0,7-1-10 0,9-1-77 15,7-5-31-15,8-4-30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57B49-7E1E-4BF7-A0CB-228F53115C5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1EB3F-630C-4ECB-8385-2AD2C7AC4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8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>
                <a:solidFill>
                  <a:schemeClr val="bg1"/>
                </a:solidFill>
                <a:latin typeface="Contemporary Brush" pitchFamily="66" charset="0"/>
              </a:defRPr>
            </a:lvl1pPr>
            <a:lvl2pPr marL="830217" indent="-319314">
              <a:defRPr sz="2600">
                <a:solidFill>
                  <a:schemeClr val="bg1"/>
                </a:solidFill>
                <a:latin typeface="Contemporary Brush" pitchFamily="66" charset="0"/>
              </a:defRPr>
            </a:lvl2pPr>
            <a:lvl3pPr marL="1277257" indent="-255451">
              <a:defRPr sz="2600">
                <a:solidFill>
                  <a:schemeClr val="bg1"/>
                </a:solidFill>
                <a:latin typeface="Contemporary Brush" pitchFamily="66" charset="0"/>
              </a:defRPr>
            </a:lvl3pPr>
            <a:lvl4pPr marL="1788160" indent="-255451">
              <a:defRPr sz="2600">
                <a:solidFill>
                  <a:schemeClr val="bg1"/>
                </a:solidFill>
                <a:latin typeface="Contemporary Brush" pitchFamily="66" charset="0"/>
              </a:defRPr>
            </a:lvl4pPr>
            <a:lvl5pPr marL="2299064" indent="-255451">
              <a:defRPr sz="2600">
                <a:solidFill>
                  <a:schemeClr val="bg1"/>
                </a:solidFill>
                <a:latin typeface="Contemporary Brush" pitchFamily="66" charset="0"/>
              </a:defRPr>
            </a:lvl5pPr>
            <a:lvl6pPr marL="2809966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6pPr>
            <a:lvl7pPr marL="3320869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7pPr>
            <a:lvl8pPr marL="3831772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8pPr>
            <a:lvl9pPr marL="4342675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9pPr>
          </a:lstStyle>
          <a:p>
            <a:fld id="{6122EA50-402E-4C50-BC52-57B953BCB483}" type="slidenum">
              <a:rPr lang="en-US" sz="1400">
                <a:solidFill>
                  <a:schemeClr val="tx1"/>
                </a:solidFill>
                <a:latin typeface="Times New Roman" pitchFamily="18" charset="0"/>
              </a:rPr>
              <a:pPr/>
              <a:t>4</a:t>
            </a:fld>
            <a:endParaRPr lang="en-US" sz="14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23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line = 1-1 relation; blue line = what was observed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EB3F-630C-4ECB-8385-2AD2C7AC42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98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draw out the equation for a line Y= </a:t>
            </a:r>
            <a:r>
              <a:rPr lang="en-US" dirty="0" err="1"/>
              <a:t>aX</a:t>
            </a:r>
            <a:r>
              <a:rPr lang="en-US" dirty="0"/>
              <a:t> +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EB3F-630C-4ECB-8385-2AD2C7AC42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8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6BB7-C17D-364B-AFAE-2A13FAC244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LA’s BEST @USC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00001-2C82-E944-9063-7C8D26F589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Directors: Kim </a:t>
            </a:r>
            <a:r>
              <a:rPr lang="en-US" dirty="0" err="1"/>
              <a:t>Siegmund</a:t>
            </a:r>
            <a:r>
              <a:rPr lang="en-US" dirty="0"/>
              <a:t> and Juan Pablo </a:t>
            </a:r>
            <a:r>
              <a:rPr lang="en-US" dirty="0" err="1"/>
              <a:t>Lewinger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7487-2ADB-C84F-A552-0F18CD84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2AEF-EE20-9E4F-9CA2-B848711B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C1A90-0967-C84B-A715-B8EE33176B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54" y="180919"/>
            <a:ext cx="2585546" cy="25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5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CB8-DE30-2F4C-85D3-92382A52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D68B-CE47-2446-AFF5-29610007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AF80-99F0-444D-8B88-E60757E7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ABFB-72E0-1044-BDDA-6B26155A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4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06B3-D7D4-2543-BB50-711F9DA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92BE-4D4E-DC41-A491-3265E387F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F8AF-156B-C44D-880F-2BE09F9E2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B2060-AD1C-DA4E-9554-762835BF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704C1-6845-044B-BE32-E3337578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F072-FE07-6A4E-97CF-C1F6359D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CA002-15D7-8443-B81E-FDF75668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EA395-ADC2-EB44-A13A-A4B84AA4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6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0066B-3327-0049-A7E6-451D7F0C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1FCA-1EEB-554C-8383-9E95797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7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9F93E-C2EF-9542-812C-52B1B46E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4ECF2-7F93-0644-BD57-CACB1844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E35E0-13BC-E24F-8623-922E05017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F125C-4D7E-014E-A1BB-DCC9AAD09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and red text&#10;&#10;Description automatically generated with low confidence">
            <a:extLst>
              <a:ext uri="{FF2B5EF4-FFF2-40B4-BE49-F238E27FC236}">
                <a16:creationId xmlns:a16="http://schemas.microsoft.com/office/drawing/2014/main" id="{E3CB4A44-C0D0-B0FA-47FA-7BABC13B338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0108" y="6056226"/>
            <a:ext cx="864804" cy="75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9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6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0.png"/><Relationship Id="rId7" Type="http://schemas.openxmlformats.org/officeDocument/2006/relationships/customXml" Target="../ink/ink8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60.png"/><Relationship Id="rId7" Type="http://schemas.openxmlformats.org/officeDocument/2006/relationships/customXml" Target="../ink/ink15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customXml" Target="../ink/ink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ustomXml" Target="../ink/ink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7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65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8446-4BC8-0645-862D-31817EEC1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LA’s </a:t>
            </a:r>
            <a:r>
              <a:rPr lang="en-US" dirty="0" err="1"/>
              <a:t>BeST</a:t>
            </a:r>
            <a:r>
              <a:rPr lang="en-US" dirty="0"/>
              <a:t> @ 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C5722-7060-8F42-B407-A196418D1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417321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8FB1-5ABA-F914-4154-0114AB17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+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F66B-5F41-ACF9-53AC-E16EB377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2" cy="4351338"/>
          </a:xfrm>
        </p:spPr>
        <p:txBody>
          <a:bodyPr/>
          <a:lstStyle/>
          <a:p>
            <a:r>
              <a:rPr lang="en-US" dirty="0"/>
              <a:t>Explore Dr. Sandy Eckel’s career path + current work</a:t>
            </a:r>
          </a:p>
          <a:p>
            <a:r>
              <a:rPr lang="en-US" dirty="0"/>
              <a:t>Define and use </a:t>
            </a:r>
            <a:r>
              <a:rPr lang="en-US" b="1" u="sng" dirty="0"/>
              <a:t>correlation</a:t>
            </a:r>
            <a:r>
              <a:rPr lang="en-US" dirty="0"/>
              <a:t> to describe linear association between two continuous variables</a:t>
            </a:r>
          </a:p>
          <a:p>
            <a:r>
              <a:rPr lang="en-US" dirty="0"/>
              <a:t>Define </a:t>
            </a:r>
            <a:r>
              <a:rPr lang="en-US" b="1" dirty="0"/>
              <a:t>linear regression </a:t>
            </a:r>
            <a:r>
              <a:rPr lang="en-US" dirty="0"/>
              <a:t>relating continuous outcome (Y) to predictor (X)</a:t>
            </a:r>
          </a:p>
          <a:p>
            <a:pPr lvl="1"/>
            <a:r>
              <a:rPr lang="en-US" dirty="0"/>
              <a:t>Continuous X </a:t>
            </a:r>
          </a:p>
          <a:p>
            <a:pPr lvl="1"/>
            <a:r>
              <a:rPr lang="en-US" dirty="0"/>
              <a:t>Binary X</a:t>
            </a:r>
          </a:p>
          <a:p>
            <a:r>
              <a:rPr lang="en-US" dirty="0"/>
              <a:t>Evaluate </a:t>
            </a:r>
            <a:r>
              <a:rPr lang="en-US" b="1" u="sng" dirty="0"/>
              <a:t>assumptions</a:t>
            </a:r>
            <a:r>
              <a:rPr lang="en-US" dirty="0"/>
              <a:t> of linear regression</a:t>
            </a:r>
          </a:p>
          <a:p>
            <a:r>
              <a:rPr lang="en-US" dirty="0"/>
              <a:t>Describe similarity between </a:t>
            </a:r>
            <a:r>
              <a:rPr lang="en-US" b="1" u="sng" dirty="0"/>
              <a:t>t-test</a:t>
            </a:r>
            <a:r>
              <a:rPr lang="en-US" dirty="0"/>
              <a:t> and linear regression with binary 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9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096" y="102761"/>
            <a:ext cx="7886700" cy="1325563"/>
          </a:xfrm>
        </p:spPr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560" y="1271581"/>
            <a:ext cx="9369253" cy="46910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Associate Professor of Biostatistics</a:t>
            </a:r>
          </a:p>
          <a:p>
            <a:pPr marL="457200" lvl="1" indent="0">
              <a:buNone/>
            </a:pPr>
            <a:r>
              <a:rPr lang="en-US" dirty="0"/>
              <a:t>Department of Population and Public Health Sciences</a:t>
            </a:r>
          </a:p>
          <a:p>
            <a:pPr marL="457200" lvl="1" indent="0">
              <a:buNone/>
            </a:pPr>
            <a:r>
              <a:rPr lang="en-US" dirty="0"/>
              <a:t>Keck School of Medicine of USC</a:t>
            </a:r>
          </a:p>
          <a:p>
            <a:r>
              <a:rPr lang="en-US" dirty="0"/>
              <a:t>What do I do?</a:t>
            </a:r>
          </a:p>
          <a:p>
            <a:pPr marL="228600" lvl="1" indent="0">
              <a:buNone/>
            </a:pPr>
            <a:r>
              <a:rPr lang="en-US" dirty="0"/>
              <a:t>Teaching (~21%)</a:t>
            </a:r>
          </a:p>
          <a:p>
            <a:pPr marL="228600" lvl="1" indent="0">
              <a:buNone/>
            </a:pPr>
            <a:r>
              <a:rPr lang="en-US" dirty="0"/>
              <a:t>Direct PhD Program (~20%)</a:t>
            </a:r>
          </a:p>
          <a:p>
            <a:pPr marL="228600" lvl="1" indent="0">
              <a:buNone/>
            </a:pPr>
            <a:r>
              <a:rPr lang="en-US" dirty="0"/>
              <a:t>Research (~51%), e.g., NIH funded grants</a:t>
            </a:r>
          </a:p>
          <a:p>
            <a:r>
              <a:rPr lang="en-US" dirty="0"/>
              <a:t>Statistical methods work for:</a:t>
            </a:r>
          </a:p>
          <a:p>
            <a:pPr lvl="1"/>
            <a:r>
              <a:rPr lang="en-US" dirty="0"/>
              <a:t>Exhaled breath biomarker, </a:t>
            </a:r>
            <a:r>
              <a:rPr lang="en-US" dirty="0" err="1"/>
              <a:t>FeNO</a:t>
            </a:r>
            <a:endParaRPr lang="en-US" dirty="0"/>
          </a:p>
          <a:p>
            <a:pPr lvl="1"/>
            <a:r>
              <a:rPr lang="en-US" dirty="0"/>
              <a:t>Wearable sensor data in studies of pediatric asthma</a:t>
            </a:r>
          </a:p>
          <a:p>
            <a:pPr lvl="1"/>
            <a:r>
              <a:rPr lang="en-US" dirty="0"/>
              <a:t>Climate Change and Health</a:t>
            </a:r>
          </a:p>
          <a:p>
            <a:r>
              <a:rPr lang="en-US" dirty="0"/>
              <a:t>Team science work: 7+ other collaborative projects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42C-985E-034B-BB41-2A1F3109AE7A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09610" y="3378859"/>
            <a:ext cx="176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Sandy Eckel, PhD</a:t>
            </a:r>
            <a:br>
              <a:rPr lang="en-US" dirty="0"/>
            </a:br>
            <a:r>
              <a:rPr lang="en-US" dirty="0"/>
              <a:t>eckel@usc.edu</a:t>
            </a:r>
          </a:p>
        </p:txBody>
      </p:sp>
      <p:sp>
        <p:nvSpPr>
          <p:cNvPr id="7" name="Rectangle 6"/>
          <p:cNvSpPr/>
          <p:nvPr/>
        </p:nvSpPr>
        <p:spPr>
          <a:xfrm>
            <a:off x="4626661" y="6269296"/>
            <a:ext cx="2255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https://eckel.usc.edu/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60" y="1167752"/>
            <a:ext cx="8082731" cy="2527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Map&#10;&#10;Description automatically generated">
            <a:extLst>
              <a:ext uri="{FF2B5EF4-FFF2-40B4-BE49-F238E27FC236}">
                <a16:creationId xmlns:a16="http://schemas.microsoft.com/office/drawing/2014/main" id="{7C02FB4C-5B10-45D8-9A9D-9EBE517B7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325" y="2360756"/>
            <a:ext cx="6031827" cy="3392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90DF2-412D-C6C7-1165-00467BE373E3}"/>
              </a:ext>
            </a:extLst>
          </p:cNvPr>
          <p:cNvGrpSpPr/>
          <p:nvPr/>
        </p:nvGrpSpPr>
        <p:grpSpPr>
          <a:xfrm>
            <a:off x="4962882" y="4592407"/>
            <a:ext cx="6390427" cy="1864409"/>
            <a:chOff x="5895125" y="3468996"/>
            <a:chExt cx="6390427" cy="186440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2E352B-621D-5B94-DA1B-22CCEB010CD9}"/>
                </a:ext>
              </a:extLst>
            </p:cNvPr>
            <p:cNvSpPr/>
            <p:nvPr/>
          </p:nvSpPr>
          <p:spPr>
            <a:xfrm>
              <a:off x="5895125" y="3468996"/>
              <a:ext cx="6390427" cy="18644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Chart, scatter chart&#10;&#10;Description automatically generated">
              <a:extLst>
                <a:ext uri="{FF2B5EF4-FFF2-40B4-BE49-F238E27FC236}">
                  <a16:creationId xmlns:a16="http://schemas.microsoft.com/office/drawing/2014/main" id="{813049ED-19DA-8E3F-3D77-F3E78A140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5632" y="3581009"/>
              <a:ext cx="4652010" cy="1643380"/>
            </a:xfrm>
            <a:prstGeom prst="rect">
              <a:avLst/>
            </a:prstGeom>
          </p:spPr>
        </p:pic>
        <p:pic>
          <p:nvPicPr>
            <p:cNvPr id="12" name="Picture 11" descr="A drawing of a planet with different types of vehicles&#10;&#10;Description automatically generated">
              <a:extLst>
                <a:ext uri="{FF2B5EF4-FFF2-40B4-BE49-F238E27FC236}">
                  <a16:creationId xmlns:a16="http://schemas.microsoft.com/office/drawing/2014/main" id="{CC3010DC-4A19-4C49-8646-2F9A4F174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02532" y="3579510"/>
              <a:ext cx="1643878" cy="16433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6" name="Picture 15" descr="A person with glasses and a blue shirt&#10;&#10;Description automatically generated">
            <a:extLst>
              <a:ext uri="{FF2B5EF4-FFF2-40B4-BE49-F238E27FC236}">
                <a16:creationId xmlns:a16="http://schemas.microsoft.com/office/drawing/2014/main" id="{F15D93B6-41F4-B051-BA4B-3F4A541E5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5449" y="851127"/>
            <a:ext cx="1895799" cy="252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2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914400" y="185743"/>
            <a:ext cx="972185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Contemporary Brush" pitchFamily="66" charset="0"/>
              </a:defRPr>
            </a:lvl1pPr>
            <a:lvl2pPr marL="742950" indent="-285750">
              <a:defRPr sz="2800">
                <a:solidFill>
                  <a:schemeClr val="bg1"/>
                </a:solidFill>
                <a:latin typeface="Contemporary Brush" pitchFamily="66" charset="0"/>
              </a:defRPr>
            </a:lvl2pPr>
            <a:lvl3pPr marL="1143000" indent="-228600">
              <a:defRPr sz="2800">
                <a:solidFill>
                  <a:schemeClr val="bg1"/>
                </a:solidFill>
                <a:latin typeface="Contemporary Brush" pitchFamily="66" charset="0"/>
              </a:defRPr>
            </a:lvl3pPr>
            <a:lvl4pPr marL="1600200" indent="-228600">
              <a:defRPr sz="2800">
                <a:solidFill>
                  <a:schemeClr val="bg1"/>
                </a:solidFill>
                <a:latin typeface="Contemporary Brush" pitchFamily="66" charset="0"/>
              </a:defRPr>
            </a:lvl4pPr>
            <a:lvl5pPr marL="2057400" indent="-228600">
              <a:defRPr sz="2800">
                <a:solidFill>
                  <a:schemeClr val="bg1"/>
                </a:solidFill>
                <a:latin typeface="Contemporary Brush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How did I become Biostat faculty at USC?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42384" y="1222786"/>
            <a:ext cx="10538234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1pPr>
            <a:lvl2pPr marL="742950" indent="-28575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2pPr>
            <a:lvl3pPr marL="1143000" indent="-22860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3pPr>
            <a:lvl4pPr marL="1600200" indent="-22860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4pPr>
            <a:lvl5pPr marL="2057400" indent="-22860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9pPr>
          </a:lstStyle>
          <a:p>
            <a:pPr marL="457200" indent="-4572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kern="0" dirty="0">
                <a:solidFill>
                  <a:schemeClr val="tx1"/>
                </a:solidFill>
                <a:latin typeface="+mn-lt"/>
              </a:rPr>
              <a:t>Undergrad</a:t>
            </a:r>
            <a:r>
              <a:rPr lang="en-US" kern="0" dirty="0">
                <a:solidFill>
                  <a:schemeClr val="tx1"/>
                </a:solidFill>
                <a:latin typeface="+mn-lt"/>
              </a:rPr>
              <a:t> – studied French and math</a:t>
            </a:r>
          </a:p>
          <a:p>
            <a:pPr marL="120015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Junior year in Paris</a:t>
            </a:r>
          </a:p>
          <a:p>
            <a:pPr marL="120015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Biostatistics internship</a:t>
            </a:r>
            <a:endParaRPr lang="en-US" sz="1800" kern="0" dirty="0">
              <a:solidFill>
                <a:schemeClr val="tx1"/>
              </a:solidFill>
              <a:latin typeface="+mn-lt"/>
            </a:endParaRPr>
          </a:p>
          <a:p>
            <a:pPr marL="120015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Senior: took every stat class available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Directly entered a </a:t>
            </a:r>
            <a:r>
              <a:rPr lang="en-US" b="1" kern="0" dirty="0">
                <a:solidFill>
                  <a:schemeClr val="tx1"/>
                </a:solidFill>
                <a:latin typeface="+mn-lt"/>
              </a:rPr>
              <a:t>biostatistics PhD Program</a:t>
            </a:r>
            <a:br>
              <a:rPr lang="en-US" kern="0" dirty="0">
                <a:solidFill>
                  <a:schemeClr val="tx1"/>
                </a:solidFill>
                <a:latin typeface="+mn-lt"/>
              </a:rPr>
            </a:br>
            <a:r>
              <a:rPr lang="en-US" kern="0" dirty="0">
                <a:solidFill>
                  <a:schemeClr val="tx1"/>
                </a:solidFill>
                <a:latin typeface="+mn-lt"/>
              </a:rPr>
              <a:t>Thesis: Statistical methods for studying air pollution health effects in older adults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Joined USC as a </a:t>
            </a:r>
            <a:r>
              <a:rPr lang="en-US" b="1" kern="0" dirty="0">
                <a:solidFill>
                  <a:schemeClr val="tx1"/>
                </a:solidFill>
                <a:latin typeface="+mn-lt"/>
              </a:rPr>
              <a:t>postdoctoral researcher</a:t>
            </a:r>
            <a:br>
              <a:rPr lang="en-US" kern="0" dirty="0">
                <a:solidFill>
                  <a:schemeClr val="tx1"/>
                </a:solidFill>
                <a:latin typeface="+mn-lt"/>
              </a:rPr>
            </a:br>
            <a:r>
              <a:rPr lang="en-US" kern="0" dirty="0">
                <a:solidFill>
                  <a:schemeClr val="tx1"/>
                </a:solidFill>
                <a:latin typeface="+mn-lt"/>
              </a:rPr>
              <a:t>to study air pollution health effects</a:t>
            </a:r>
          </a:p>
          <a:p>
            <a:pPr marL="1200150" lvl="1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Children’s Health Study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Tenure-track </a:t>
            </a:r>
            <a:r>
              <a:rPr lang="en-US" b="1" kern="0" dirty="0">
                <a:solidFill>
                  <a:schemeClr val="tx1"/>
                </a:solidFill>
                <a:latin typeface="+mn-lt"/>
              </a:rPr>
              <a:t>faculty</a:t>
            </a:r>
            <a:r>
              <a:rPr lang="en-US" kern="0" dirty="0">
                <a:solidFill>
                  <a:schemeClr val="tx1"/>
                </a:solidFill>
                <a:latin typeface="+mn-lt"/>
              </a:rPr>
              <a:t> position at USC</a:t>
            </a:r>
          </a:p>
          <a:p>
            <a:pPr marL="1200150" lvl="1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National search</a:t>
            </a:r>
          </a:p>
        </p:txBody>
      </p:sp>
      <p:pic>
        <p:nvPicPr>
          <p:cNvPr id="11" name="Picture 2" descr="C:\Users\eckel\Documents\My Dropbox\Photos\02 03 Paris year abroad\sandy.pari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50556" y="1814504"/>
            <a:ext cx="1550709" cy="1163032"/>
          </a:xfrm>
          <a:prstGeom prst="rect">
            <a:avLst/>
          </a:prstGeom>
          <a:noFill/>
        </p:spPr>
      </p:pic>
      <p:pic>
        <p:nvPicPr>
          <p:cNvPr id="12" name="Picture 4" descr="https://encrypted-tbn1.gstatic.com/images?q=tbn:ANd9GcQN4QgjI82hxzLBdBtx7sJne-JCvy901vBDtUGa21I-EmFZj2Hw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64956" y="1128704"/>
            <a:ext cx="1017309" cy="762000"/>
          </a:xfrm>
          <a:prstGeom prst="rect">
            <a:avLst/>
          </a:prstGeom>
          <a:noFill/>
        </p:spPr>
      </p:pic>
      <p:pic>
        <p:nvPicPr>
          <p:cNvPr id="13" name="Picture 29"/>
          <p:cNvPicPr>
            <a:picLocks noChangeAspect="1" noChangeArrowheads="1"/>
          </p:cNvPicPr>
          <p:nvPr/>
        </p:nvPicPr>
        <p:blipFill>
          <a:blip r:embed="rId5" cstate="print"/>
          <a:srcRect t="6856"/>
          <a:stretch>
            <a:fillRect/>
          </a:stretch>
        </p:blipFill>
        <p:spPr bwMode="auto">
          <a:xfrm>
            <a:off x="6775156" y="1300160"/>
            <a:ext cx="1838161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4" name="Picture 6" descr="https://encrypted-tbn0.gstatic.com/images?q=tbn:ANd9GcT4VW-lBxovag-FLvVf9A2Ue1CawtjxSgMhHUbsQZf7FUM8mvdvbA"/>
          <p:cNvPicPr>
            <a:picLocks noChangeAspect="1" noChangeArrowheads="1"/>
          </p:cNvPicPr>
          <p:nvPr/>
        </p:nvPicPr>
        <p:blipFill>
          <a:blip r:embed="rId6" cstate="print"/>
          <a:srcRect l="37818" t="34973"/>
          <a:stretch>
            <a:fillRect/>
          </a:stretch>
        </p:blipFill>
        <p:spPr bwMode="auto">
          <a:xfrm>
            <a:off x="8191382" y="1052504"/>
            <a:ext cx="1300283" cy="904876"/>
          </a:xfrm>
          <a:prstGeom prst="rect">
            <a:avLst/>
          </a:prstGeom>
          <a:noFill/>
        </p:spPr>
      </p:pic>
      <p:pic>
        <p:nvPicPr>
          <p:cNvPr id="15" name="Picture 2" descr="http://profile.ak.fbcdn.net/hprofile-ak-snc6/c26.26.323.323/s160x160/207594_182981361747824_363984_n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81278" y="1943459"/>
            <a:ext cx="457200" cy="457201"/>
          </a:xfrm>
          <a:prstGeom prst="rect">
            <a:avLst/>
          </a:prstGeom>
          <a:noFill/>
        </p:spPr>
      </p:pic>
      <p:pic>
        <p:nvPicPr>
          <p:cNvPr id="2050" name="Picture 2" descr="https://www.ccair.org/wp-content/uploads/2016/10/LA-smog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78" y="4091523"/>
            <a:ext cx="3801117" cy="213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65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8FB1-5ABA-F914-4154-0114AB17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F66B-5F41-ACF9-53AC-E16EB377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2" cy="4351338"/>
          </a:xfrm>
        </p:spPr>
        <p:txBody>
          <a:bodyPr/>
          <a:lstStyle/>
          <a:p>
            <a:r>
              <a:rPr lang="en-US" strike="sngStrike" dirty="0"/>
              <a:t>Explore Dr. Sandy Eckel’s career path + current work</a:t>
            </a:r>
          </a:p>
          <a:p>
            <a:r>
              <a:rPr lang="en-US" dirty="0"/>
              <a:t>Define and use </a:t>
            </a:r>
            <a:r>
              <a:rPr lang="en-US" b="1" u="sng" dirty="0"/>
              <a:t>correlation</a:t>
            </a:r>
            <a:r>
              <a:rPr lang="en-US" dirty="0"/>
              <a:t> to describe linear association between two continuous variables</a:t>
            </a:r>
          </a:p>
          <a:p>
            <a:r>
              <a:rPr lang="en-US" dirty="0"/>
              <a:t>Define </a:t>
            </a:r>
            <a:r>
              <a:rPr lang="en-US" b="1" dirty="0"/>
              <a:t>linear regression </a:t>
            </a:r>
            <a:r>
              <a:rPr lang="en-US" dirty="0"/>
              <a:t>relating continuous outcome (Y) to predictor (X)</a:t>
            </a:r>
          </a:p>
          <a:p>
            <a:pPr lvl="1"/>
            <a:r>
              <a:rPr lang="en-US" dirty="0"/>
              <a:t>Continuous X </a:t>
            </a:r>
          </a:p>
          <a:p>
            <a:pPr lvl="1"/>
            <a:r>
              <a:rPr lang="en-US" dirty="0"/>
              <a:t>Binary X</a:t>
            </a:r>
          </a:p>
          <a:p>
            <a:r>
              <a:rPr lang="en-US" dirty="0"/>
              <a:t>Evaluate </a:t>
            </a:r>
            <a:r>
              <a:rPr lang="en-US" b="1" u="sng" dirty="0"/>
              <a:t>assumptions</a:t>
            </a:r>
            <a:r>
              <a:rPr lang="en-US" dirty="0"/>
              <a:t> of linear regression</a:t>
            </a:r>
          </a:p>
          <a:p>
            <a:r>
              <a:rPr lang="en-US" dirty="0"/>
              <a:t>Describe similarity between </a:t>
            </a:r>
            <a:r>
              <a:rPr lang="en-US" b="1" u="sng" dirty="0"/>
              <a:t>t-test</a:t>
            </a:r>
            <a:r>
              <a:rPr lang="en-US" dirty="0"/>
              <a:t> and linear regression with binary 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93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03623" cy="4351338"/>
          </a:xfrm>
        </p:spPr>
        <p:txBody>
          <a:bodyPr/>
          <a:lstStyle/>
          <a:p>
            <a:r>
              <a:rPr lang="en-US" dirty="0"/>
              <a:t>Consider the relation between two random variables X and Y</a:t>
            </a:r>
          </a:p>
          <a:p>
            <a:r>
              <a:rPr lang="en-US" dirty="0"/>
              <a:t>How do we quantify the strength of the linear association between these two variables?</a:t>
            </a:r>
          </a:p>
          <a:p>
            <a:r>
              <a:rPr lang="en-US" dirty="0"/>
              <a:t>Example: Both figures relate a Y to an X, </a:t>
            </a:r>
            <a:br>
              <a:rPr lang="en-US" dirty="0"/>
            </a:br>
            <a:r>
              <a:rPr lang="en-US" dirty="0"/>
              <a:t>but the relation seems “stronger” in the top figure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F2C78AA-ED68-4AFF-A007-DCF037B12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787" y="446359"/>
            <a:ext cx="3242001" cy="2982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8E589D9-260F-4A13-80D7-8758E9DAD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786" y="3429000"/>
            <a:ext cx="3242001" cy="297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4266C39-33B0-7CE3-5BE9-E6D472AE9BE5}"/>
                  </a:ext>
                </a:extLst>
              </p14:cNvPr>
              <p14:cNvContentPartPr/>
              <p14:nvPr/>
            </p14:nvContentPartPr>
            <p14:xfrm>
              <a:off x="1240200" y="307440"/>
              <a:ext cx="9840960" cy="5797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4266C39-33B0-7CE3-5BE9-E6D472AE9B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0840" y="298080"/>
                <a:ext cx="9859680" cy="58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295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Pearson’s Correlation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6569"/>
                <a:ext cx="10731500" cy="485480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measure of the </a:t>
                </a:r>
                <a:r>
                  <a:rPr lang="en-US" b="1" dirty="0"/>
                  <a:t>direction</a:t>
                </a:r>
                <a:r>
                  <a:rPr lang="en-US" dirty="0"/>
                  <a:t> (positive or negative) and </a:t>
                </a:r>
                <a:br>
                  <a:rPr lang="en-US" dirty="0"/>
                </a:br>
                <a:r>
                  <a:rPr lang="en-US" b="1" dirty="0"/>
                  <a:t>strength</a:t>
                </a:r>
                <a:r>
                  <a:rPr lang="en-US" dirty="0"/>
                  <a:t> of a </a:t>
                </a:r>
                <a:r>
                  <a:rPr lang="en-US" b="1" dirty="0"/>
                  <a:t>linear</a:t>
                </a:r>
                <a:r>
                  <a:rPr lang="en-US" dirty="0"/>
                  <a:t> relationship between X and Y. </a:t>
                </a:r>
              </a:p>
              <a:p>
                <a:r>
                  <a:rPr lang="en-US" dirty="0"/>
                  <a:t>We typically call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has no units,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1" i="1" dirty="0"/>
                  <a:t>sign</a:t>
                </a:r>
                <a:r>
                  <a:rPr lang="en-US" b="0" dirty="0"/>
                  <a:t>: direction of linear relationship</a:t>
                </a:r>
              </a:p>
              <a:p>
                <a:pPr lvl="1"/>
                <a:r>
                  <a:rPr lang="en-US" b="1" i="1" dirty="0"/>
                  <a:t>magnitude</a:t>
                </a:r>
                <a:r>
                  <a:rPr lang="en-US" b="0" dirty="0"/>
                  <a:t>: strength of linear relationship</a:t>
                </a:r>
              </a:p>
              <a:p>
                <a:r>
                  <a:rPr lang="en-US" dirty="0"/>
                  <a:t>Interpretation:</a:t>
                </a:r>
              </a:p>
              <a:p>
                <a:pPr lvl="1"/>
                <a:r>
                  <a:rPr lang="en-US" dirty="0"/>
                  <a:t> -1 is perfect negative correlation</a:t>
                </a:r>
              </a:p>
              <a:p>
                <a:pPr lvl="1"/>
                <a:r>
                  <a:rPr lang="en-US" dirty="0"/>
                  <a:t>+1 is perfect positive correlation</a:t>
                </a:r>
              </a:p>
              <a:p>
                <a:pPr lvl="1"/>
                <a:r>
                  <a:rPr lang="en-US" dirty="0"/>
                  <a:t> 0 is no correlation (i.e., no linear relation)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6569"/>
                <a:ext cx="10731500" cy="4854804"/>
              </a:xfrm>
              <a:blipFill>
                <a:blip r:embed="rId2"/>
                <a:stretch>
                  <a:fillRect l="-1023" t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03759D-0BA2-1ED2-54AF-A5CE23A4D544}"/>
                  </a:ext>
                </a:extLst>
              </p14:cNvPr>
              <p14:cNvContentPartPr/>
              <p14:nvPr/>
            </p14:nvContentPartPr>
            <p14:xfrm>
              <a:off x="953640" y="444240"/>
              <a:ext cx="10706040" cy="6005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03759D-0BA2-1ED2-54AF-A5CE23A4D5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4280" y="434880"/>
                <a:ext cx="10724760" cy="60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324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E6C0-7677-BFAB-16C8-53AC3CD3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Pearson’s Correlation Coefficient</a:t>
            </a:r>
            <a:br>
              <a:rPr lang="en-US" dirty="0"/>
            </a:br>
            <a:r>
              <a:rPr lang="en-US" sz="3200" i="1" dirty="0">
                <a:solidFill>
                  <a:schemeClr val="bg1">
                    <a:lumMod val="65000"/>
                  </a:schemeClr>
                </a:solidFill>
              </a:rPr>
              <a:t>Examples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1E770A-D605-9B62-7DA8-E37A32DD0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72" y="1690688"/>
            <a:ext cx="8872965" cy="383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55FA65-16DF-DE6D-FD0E-F6343C9D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615770"/>
              </p:ext>
            </p:extLst>
          </p:nvPr>
        </p:nvGraphicFramePr>
        <p:xfrm>
          <a:off x="9645177" y="2471653"/>
          <a:ext cx="2422703" cy="1914693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184951">
                  <a:extLst>
                    <a:ext uri="{9D8B030D-6E8A-4147-A177-3AD203B41FA5}">
                      <a16:colId xmlns:a16="http://schemas.microsoft.com/office/drawing/2014/main" val="592895300"/>
                    </a:ext>
                  </a:extLst>
                </a:gridCol>
                <a:gridCol w="1237752">
                  <a:extLst>
                    <a:ext uri="{9D8B030D-6E8A-4147-A177-3AD203B41FA5}">
                      <a16:colId xmlns:a16="http://schemas.microsoft.com/office/drawing/2014/main" val="3059117010"/>
                    </a:ext>
                  </a:extLst>
                </a:gridCol>
              </a:tblGrid>
              <a:tr h="3646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Value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Effect Size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4514050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None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5250872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±0.1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Small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4912506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±0.3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Medium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8429288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±0.5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Large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529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86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94"/>
            <a:ext cx="10515600" cy="1325563"/>
          </a:xfrm>
        </p:spPr>
        <p:txBody>
          <a:bodyPr/>
          <a:lstStyle/>
          <a:p>
            <a:r>
              <a:rPr lang="en-US" dirty="0"/>
              <a:t>Pearson’s Correlation Coefficient – BEWARE!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0306" y="1514306"/>
                <a:ext cx="5191493" cy="484696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for these plots?</a:t>
                </a:r>
              </a:p>
              <a:p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All 4 datasets have identical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=0.82</a:t>
                </a:r>
              </a:p>
              <a:p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Famous example called: </a:t>
                </a:r>
                <a:b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“Anscombe’s quartet”</a:t>
                </a:r>
              </a:p>
              <a:p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Takeaway message:</a:t>
                </a:r>
              </a:p>
              <a:p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Pearson’s correlation coefficient ONLY quantifies </a:t>
                </a:r>
                <a:r>
                  <a:rPr lang="en-US" sz="2400" b="1" u="sng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relation</a:t>
                </a:r>
              </a:p>
              <a:p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Look at the data to evaluate if linear relation is appropriate for your X and Y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0306" y="1514306"/>
                <a:ext cx="5191493" cy="4846965"/>
              </a:xfrm>
              <a:blipFill>
                <a:blip r:embed="rId2"/>
                <a:stretch>
                  <a:fillRect l="-2113" t="-2010" r="-1761" b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14628F0A-5A96-7646-7702-2158C26B2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119" y="1329997"/>
            <a:ext cx="5080550" cy="503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265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Formula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3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your reference, Pearson’s correlation coefficient is calculated as: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7B87F0-5950-40EF-B245-27D881D76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275" y="2527300"/>
            <a:ext cx="601345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16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0"/>
                <a:ext cx="10515600" cy="1325563"/>
              </a:xfrm>
            </p:spPr>
            <p:txBody>
              <a:bodyPr/>
              <a:lstStyle/>
              <a:p>
                <a:r>
                  <a:rPr lang="en-US" b="0" dirty="0"/>
                  <a:t>Calculating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in 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0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789" y="999241"/>
            <a:ext cx="9502219" cy="56936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500" b="1" dirty="0"/>
              <a:t>Example 1: is cholesterol correlated with age?</a:t>
            </a:r>
          </a:p>
          <a:p>
            <a:pPr marL="0" indent="0">
              <a:buNone/>
            </a:pPr>
            <a:r>
              <a:rPr lang="en-US" sz="1100" dirty="0"/>
              <a:t> </a:t>
            </a:r>
          </a:p>
          <a:p>
            <a:r>
              <a:rPr lang="en-US" sz="3200" dirty="0"/>
              <a:t>Read in cholesterol dataset (chol.csv)</a:t>
            </a:r>
          </a:p>
          <a:p>
            <a:pPr marL="0" indent="0">
              <a:buNone/>
            </a:pPr>
            <a:r>
              <a:rPr lang="en-US" sz="3200" dirty="0">
                <a:latin typeface="Courier" pitchFamily="2" charset="0"/>
              </a:rPr>
              <a:t>   </a:t>
            </a:r>
            <a:r>
              <a:rPr lang="en-US" sz="2900" dirty="0" err="1">
                <a:latin typeface="Courier" pitchFamily="2" charset="0"/>
              </a:rPr>
              <a:t>chol</a:t>
            </a:r>
            <a:r>
              <a:rPr lang="en-US" sz="2900" dirty="0">
                <a:latin typeface="Courier" pitchFamily="2" charset="0"/>
              </a:rPr>
              <a:t> &lt;- read.csv("</a:t>
            </a:r>
            <a:r>
              <a:rPr lang="en-US" sz="2900" dirty="0">
                <a:highlight>
                  <a:srgbClr val="FFFF00"/>
                </a:highlight>
                <a:latin typeface="Courier" pitchFamily="2" charset="0"/>
              </a:rPr>
              <a:t>C:/my directory</a:t>
            </a:r>
            <a:r>
              <a:rPr lang="en-US" sz="2900" dirty="0">
                <a:latin typeface="Courier" pitchFamily="2" charset="0"/>
              </a:rPr>
              <a:t>/chol.csv")</a:t>
            </a:r>
            <a:endParaRPr lang="en-US" sz="2900" dirty="0"/>
          </a:p>
          <a:p>
            <a:r>
              <a:rPr lang="en-US" sz="3200" dirty="0"/>
              <a:t>Calculate Pearson’s Correlation Coefficient: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dirty="0"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600" b="1" dirty="0" err="1">
                <a:latin typeface="Courier" pitchFamily="2" charset="0"/>
              </a:rPr>
              <a:t>cor</a:t>
            </a:r>
            <a:r>
              <a:rPr lang="en-US" sz="2600" b="1" dirty="0">
                <a:latin typeface="Courier" pitchFamily="2" charset="0"/>
              </a:rPr>
              <a:t>(</a:t>
            </a:r>
            <a:r>
              <a:rPr lang="en-US" sz="2600" b="1" dirty="0" err="1">
                <a:latin typeface="Courier" pitchFamily="2" charset="0"/>
              </a:rPr>
              <a:t>chol$chol,chol$age</a:t>
            </a:r>
            <a:r>
              <a:rPr lang="en-US" sz="2600" b="1" dirty="0">
                <a:latin typeface="Courier" pitchFamily="2" charset="0"/>
              </a:rPr>
              <a:t>)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[1] NA</a:t>
            </a:r>
          </a:p>
          <a:p>
            <a:pPr marL="457200" lvl="1" indent="0">
              <a:buNone/>
            </a:pPr>
            <a:endParaRPr lang="en-US" sz="2600" dirty="0"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600" b="1" dirty="0">
                <a:latin typeface="Courier" pitchFamily="2" charset="0"/>
              </a:rPr>
              <a:t>summary(</a:t>
            </a:r>
            <a:r>
              <a:rPr lang="en-US" sz="2600" b="1" dirty="0" err="1">
                <a:latin typeface="Courier" pitchFamily="2" charset="0"/>
              </a:rPr>
              <a:t>chol</a:t>
            </a:r>
            <a:r>
              <a:rPr lang="en-US" sz="2600" b="1" dirty="0">
                <a:latin typeface="Courier" pitchFamily="2" charset="0"/>
              </a:rPr>
              <a:t>[,c("</a:t>
            </a:r>
            <a:r>
              <a:rPr lang="en-US" sz="2600" b="1" dirty="0" err="1">
                <a:latin typeface="Courier" pitchFamily="2" charset="0"/>
              </a:rPr>
              <a:t>chol</a:t>
            </a:r>
            <a:r>
              <a:rPr lang="en-US" sz="2600" b="1" dirty="0">
                <a:latin typeface="Courier" pitchFamily="2" charset="0"/>
              </a:rPr>
              <a:t>","age")])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     </a:t>
            </a:r>
            <a:r>
              <a:rPr lang="en-US" sz="2600" dirty="0" err="1">
                <a:latin typeface="Courier" pitchFamily="2" charset="0"/>
              </a:rPr>
              <a:t>chol</a:t>
            </a:r>
            <a:r>
              <a:rPr lang="en-US" sz="2600" dirty="0">
                <a:latin typeface="Courier" pitchFamily="2" charset="0"/>
              </a:rPr>
              <a:t>            age    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Min.   :108.0   Min.   : 2.0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1st Qu.:152.2   1st Qu.:11.0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Median :179.0   Median :17.0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Mean   :198.5   Mean   :22.6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3rd Qu.:216.5   3rd Qu.:35.0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Max.   :468.0   Max.   :68.0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NA's   :2                     </a:t>
            </a:r>
          </a:p>
          <a:p>
            <a:pPr marL="457200" lvl="1" indent="0">
              <a:buNone/>
            </a:pPr>
            <a:endParaRPr lang="en-US" sz="2600" dirty="0"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600" b="1" dirty="0" err="1">
                <a:latin typeface="Courier" pitchFamily="2" charset="0"/>
              </a:rPr>
              <a:t>cor</a:t>
            </a:r>
            <a:r>
              <a:rPr lang="en-US" sz="2600" b="1" dirty="0">
                <a:latin typeface="Courier" pitchFamily="2" charset="0"/>
              </a:rPr>
              <a:t>(</a:t>
            </a:r>
            <a:r>
              <a:rPr lang="en-US" sz="2600" b="1" dirty="0" err="1">
                <a:latin typeface="Courier" pitchFamily="2" charset="0"/>
              </a:rPr>
              <a:t>chol$chol,chol$age,use</a:t>
            </a:r>
            <a:r>
              <a:rPr lang="en-US" sz="2600" b="1" dirty="0">
                <a:latin typeface="Courier" pitchFamily="2" charset="0"/>
              </a:rPr>
              <a:t>="complete")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[1] 0.2103558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971EB-7428-0211-B34E-27D78CE3C090}"/>
              </a:ext>
            </a:extLst>
          </p:cNvPr>
          <p:cNvSpPr txBox="1"/>
          <p:nvPr/>
        </p:nvSpPr>
        <p:spPr>
          <a:xfrm>
            <a:off x="7276708" y="5700561"/>
            <a:ext cx="349813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Option: use=“complete” handles missing values (NA) in the dataset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B247A1-772D-ADD9-FF8A-3CA27F631ED9}"/>
                  </a:ext>
                </a:extLst>
              </p14:cNvPr>
              <p14:cNvContentPartPr/>
              <p14:nvPr/>
            </p14:nvContentPartPr>
            <p14:xfrm>
              <a:off x="2038680" y="1805040"/>
              <a:ext cx="7934040" cy="463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B247A1-772D-ADD9-FF8A-3CA27F631E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9320" y="1795680"/>
                <a:ext cx="7952760" cy="464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011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03" y="134121"/>
            <a:ext cx="10515600" cy="1325563"/>
          </a:xfrm>
        </p:spPr>
        <p:txBody>
          <a:bodyPr/>
          <a:lstStyle/>
          <a:p>
            <a:r>
              <a:rPr lang="en-US" dirty="0"/>
              <a:t>Hypothesis Testing for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863046" cy="522605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hypothesis test for population correlation (𝜌) is:</a:t>
                </a:r>
                <a:br>
                  <a:rPr lang="en-US" dirty="0"/>
                </a:br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𝜌=0  vs H</a:t>
                </a:r>
                <a:r>
                  <a:rPr lang="en-US" baseline="-25000" dirty="0"/>
                  <a:t>1</a:t>
                </a:r>
                <a:r>
                  <a:rPr lang="en-US" dirty="0"/>
                  <a:t>: 𝜌≠0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p-value of 0.003761 for the test of </a:t>
                </a:r>
                <a:br>
                  <a:rPr lang="en-US" dirty="0"/>
                </a:br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=0 was obtained from the test statistic: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=0.2104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188−2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0.2104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=2.93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= sample correlation</a:t>
                </a:r>
                <a:br>
                  <a:rPr lang="en-US" dirty="0"/>
                </a:br>
                <a:r>
                  <a:rPr lang="en-US" dirty="0"/>
                  <a:t>               N = sample size of complete pairs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863046" cy="5226050"/>
              </a:xfrm>
              <a:blipFill>
                <a:blip r:embed="rId2"/>
                <a:stretch>
                  <a:fillRect l="-1457" t="-583" r="-2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58F8853-8870-B9E7-CC05-3A885B87BED8}"/>
              </a:ext>
            </a:extLst>
          </p:cNvPr>
          <p:cNvSpPr txBox="1"/>
          <p:nvPr/>
        </p:nvSpPr>
        <p:spPr>
          <a:xfrm>
            <a:off x="6097572" y="1874728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  <a:latin typeface="Courier" pitchFamily="2" charset="0"/>
              </a:rPr>
              <a:t>cor.test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chol$chol</a:t>
            </a:r>
            <a:r>
              <a:rPr lang="en-US" sz="1600" dirty="0">
                <a:latin typeface="Courier" pitchFamily="2" charset="0"/>
              </a:rPr>
              <a:t>, </a:t>
            </a:r>
            <a:r>
              <a:rPr lang="en-US" sz="1600" dirty="0" err="1">
                <a:latin typeface="Courier" pitchFamily="2" charset="0"/>
              </a:rPr>
              <a:t>chol$age</a:t>
            </a:r>
            <a:r>
              <a:rPr lang="en-US" sz="1600" dirty="0">
                <a:latin typeface="Courier" pitchFamily="2" charset="0"/>
              </a:rPr>
              <a:t>)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>
                <a:latin typeface="Courier" pitchFamily="2" charset="0"/>
              </a:rPr>
              <a:t>	Pearson's product-moment correlation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data:  </a:t>
            </a:r>
            <a:r>
              <a:rPr lang="en-US" sz="1600" dirty="0" err="1">
                <a:latin typeface="Courier" pitchFamily="2" charset="0"/>
              </a:rPr>
              <a:t>chol$chol</a:t>
            </a:r>
            <a:r>
              <a:rPr lang="en-US" sz="1600" dirty="0">
                <a:latin typeface="Courier" pitchFamily="2" charset="0"/>
              </a:rPr>
              <a:t> and </a:t>
            </a:r>
            <a:r>
              <a:rPr lang="en-US" sz="1600" dirty="0" err="1">
                <a:latin typeface="Courier" pitchFamily="2" charset="0"/>
              </a:rPr>
              <a:t>chol$age</a:t>
            </a:r>
            <a:endParaRPr lang="en-US" sz="1600" dirty="0">
              <a:latin typeface="Courier" pitchFamily="2" charset="0"/>
            </a:endParaRP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t = 2.9345, </a:t>
            </a:r>
            <a:r>
              <a:rPr lang="en-US" sz="1600" dirty="0" err="1">
                <a:latin typeface="Courier" pitchFamily="2" charset="0"/>
              </a:rPr>
              <a:t>df</a:t>
            </a:r>
            <a:r>
              <a:rPr lang="en-US" sz="1600" dirty="0">
                <a:latin typeface="Courier" pitchFamily="2" charset="0"/>
              </a:rPr>
              <a:t> = 186, p-value = 0.003761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alternative hypothesis: true correlation is not equal to 0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95 percent confidence interval: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 0.0693328 0.3431363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sample estimates: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      </a:t>
            </a:r>
            <a:r>
              <a:rPr lang="en-US" sz="1600" dirty="0" err="1">
                <a:latin typeface="Courier" pitchFamily="2" charset="0"/>
              </a:rPr>
              <a:t>cor</a:t>
            </a:r>
            <a:r>
              <a:rPr lang="en-US" sz="1600" dirty="0">
                <a:latin typeface="Courier" pitchFamily="2" charset="0"/>
              </a:rPr>
              <a:t> 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0.2103558 </a:t>
            </a:r>
          </a:p>
        </p:txBody>
      </p:sp>
    </p:spTree>
    <p:extLst>
      <p:ext uri="{BB962C8B-B14F-4D97-AF65-F5344CB8AC3E}">
        <p14:creationId xmlns:p14="http://schemas.microsoft.com/office/powerpoint/2010/main" val="425128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MPG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use ggplot2’s MPG data set to examine the correlation between engine displacement and city miles per gallon (MPG) in cars.</a:t>
            </a:r>
          </a:p>
          <a:p>
            <a:pPr>
              <a:lnSpc>
                <a:spcPct val="120000"/>
              </a:lnSpc>
            </a:pPr>
            <a:r>
              <a:rPr lang="en-US" dirty="0"/>
              <a:t>Do you trust this correlation coefficient?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&gt; mpg &lt;- ggplot2::mpg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&gt; </a:t>
            </a:r>
            <a:r>
              <a:rPr lang="en-US" sz="1700" dirty="0" err="1">
                <a:latin typeface="Consolas" panose="020B0609020204030204" pitchFamily="49" charset="0"/>
              </a:rPr>
              <a:t>cor</a:t>
            </a:r>
            <a:r>
              <a:rPr lang="en-US" sz="1700" dirty="0">
                <a:latin typeface="Consolas" panose="020B0609020204030204" pitchFamily="49" charset="0"/>
              </a:rPr>
              <a:t>(</a:t>
            </a:r>
            <a:r>
              <a:rPr lang="en-US" sz="1700" dirty="0" err="1">
                <a:latin typeface="Consolas" panose="020B0609020204030204" pitchFamily="49" charset="0"/>
              </a:rPr>
              <a:t>mpg$cty</a:t>
            </a:r>
            <a:r>
              <a:rPr lang="en-US" sz="1700" dirty="0">
                <a:latin typeface="Consolas" panose="020B0609020204030204" pitchFamily="49" charset="0"/>
              </a:rPr>
              <a:t>, </a:t>
            </a:r>
            <a:r>
              <a:rPr lang="en-US" sz="1700" dirty="0" err="1">
                <a:latin typeface="Consolas" panose="020B0609020204030204" pitchFamily="49" charset="0"/>
              </a:rPr>
              <a:t>mpg$displ</a:t>
            </a:r>
            <a:r>
              <a:rPr lang="en-US" sz="17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-0.798524 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1524B-1B2B-4274-9D30-0AA5345FD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03" y="2792413"/>
            <a:ext cx="4175334" cy="38050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318843-8E89-54FD-103B-2B339D25A22B}"/>
                  </a:ext>
                </a:extLst>
              </p14:cNvPr>
              <p14:cNvContentPartPr/>
              <p14:nvPr/>
            </p14:nvContentPartPr>
            <p14:xfrm>
              <a:off x="815760" y="2380680"/>
              <a:ext cx="11183400" cy="4422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318843-8E89-54FD-103B-2B339D25A2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400" y="2371320"/>
                <a:ext cx="11202120" cy="444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68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linearity assumption for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isn’t met?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r="-1217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23600" cy="48021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Relation between </a:t>
            </a:r>
            <a:r>
              <a:rPr lang="en-US" b="1" dirty="0" err="1"/>
              <a:t>cty</a:t>
            </a:r>
            <a:r>
              <a:rPr lang="en-US" dirty="0"/>
              <a:t> and </a:t>
            </a:r>
            <a:r>
              <a:rPr lang="en-US" b="1" dirty="0" err="1"/>
              <a:t>displ</a:t>
            </a:r>
            <a:r>
              <a:rPr lang="en-US" dirty="0"/>
              <a:t> isn’t linear!</a:t>
            </a:r>
          </a:p>
          <a:p>
            <a:pPr>
              <a:lnSpc>
                <a:spcPct val="120000"/>
              </a:lnSpc>
            </a:pPr>
            <a:r>
              <a:rPr lang="en-US" dirty="0"/>
              <a:t>What can we do?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Apply a transformation of some sort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Use a </a:t>
            </a:r>
            <a:r>
              <a:rPr lang="en-US" dirty="0" err="1"/>
              <a:t>nonparameteric</a:t>
            </a:r>
            <a:r>
              <a:rPr lang="en-US" dirty="0"/>
              <a:t> test</a:t>
            </a:r>
            <a:br>
              <a:rPr lang="en-US" dirty="0"/>
            </a:br>
            <a:r>
              <a:rPr lang="en-US" dirty="0"/>
              <a:t>(e.g., Spearman’s correlation!)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9CFFB-59A7-4AD0-98F5-0C9423AEA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009" y="2308301"/>
            <a:ext cx="4591797" cy="41845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EE87C6-4F18-399E-BCBA-63C87C6149DD}"/>
                  </a:ext>
                </a:extLst>
              </p14:cNvPr>
              <p14:cNvContentPartPr/>
              <p14:nvPr/>
            </p14:nvContentPartPr>
            <p14:xfrm>
              <a:off x="2268360" y="1614600"/>
              <a:ext cx="8794080" cy="500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EE87C6-4F18-399E-BCBA-63C87C6149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59000" y="1605240"/>
                <a:ext cx="8812800" cy="50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78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34121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Spearman’s Correlation Coefficient,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34121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639445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Quantifies strength and direction of  “monotonic” relation (rather than linear)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Calculated as Pearson’s correlation of the rank of X and the rank of Y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If the relation is truly linear,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has better statistical power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6394450" cy="5226050"/>
              </a:xfrm>
              <a:blipFill>
                <a:blip r:embed="rId3"/>
                <a:stretch>
                  <a:fillRect l="-1718" t="-233" r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E343E5C-367A-452C-8ADF-4841D7E22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256" y="1849112"/>
            <a:ext cx="3752850" cy="3781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1612B2-8537-38CD-8D5F-962D8DF8D9A0}"/>
                  </a:ext>
                </a:extLst>
              </p14:cNvPr>
              <p14:cNvContentPartPr/>
              <p14:nvPr/>
            </p14:nvContentPartPr>
            <p14:xfrm>
              <a:off x="393840" y="929160"/>
              <a:ext cx="4811400" cy="3908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1612B2-8537-38CD-8D5F-962D8DF8D9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4480" y="919800"/>
                <a:ext cx="4830120" cy="392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540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466850"/>
                <a:ext cx="6183086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Spearman’s correlation is: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&gt; </a:t>
                </a:r>
                <a:r>
                  <a:rPr lang="en-US" sz="1600" dirty="0" err="1">
                    <a:latin typeface="Consolas" panose="020B0609020204030204" pitchFamily="49" charset="0"/>
                  </a:rPr>
                  <a:t>cor</a:t>
                </a:r>
                <a:r>
                  <a:rPr lang="en-US" sz="1600" dirty="0">
                    <a:latin typeface="Consolas" panose="020B0609020204030204" pitchFamily="49" charset="0"/>
                  </a:rPr>
                  <a:t>(</a:t>
                </a:r>
                <a:r>
                  <a:rPr lang="en-US" sz="1600" dirty="0" err="1">
                    <a:latin typeface="Consolas" panose="020B0609020204030204" pitchFamily="49" charset="0"/>
                  </a:rPr>
                  <a:t>mpg$cty</a:t>
                </a:r>
                <a:r>
                  <a:rPr lang="en-US" sz="1600" dirty="0">
                    <a:latin typeface="Consolas" panose="020B0609020204030204" pitchFamily="49" charset="0"/>
                  </a:rPr>
                  <a:t>, </a:t>
                </a:r>
                <a:r>
                  <a:rPr lang="en-US" sz="1600" dirty="0" err="1">
                    <a:latin typeface="Consolas" panose="020B0609020204030204" pitchFamily="49" charset="0"/>
                  </a:rPr>
                  <a:t>mpg$displ</a:t>
                </a:r>
                <a:r>
                  <a:rPr lang="en-US" sz="1600" dirty="0">
                    <a:latin typeface="Consolas" panose="020B0609020204030204" pitchFamily="49" charset="0"/>
                  </a:rPr>
                  <a:t>, method = "spearman"))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-0.8809049 </a:t>
                </a:r>
              </a:p>
              <a:p>
                <a:r>
                  <a:rPr lang="en-US" dirty="0"/>
                  <a:t>In the MPG data set, because the relation between </a:t>
                </a:r>
                <a:r>
                  <a:rPr lang="en-US" dirty="0" err="1"/>
                  <a:t>cty</a:t>
                </a:r>
                <a:r>
                  <a:rPr lang="en-US" dirty="0"/>
                  <a:t> and </a:t>
                </a:r>
                <a:r>
                  <a:rPr lang="en-US" dirty="0" err="1"/>
                  <a:t>displ</a:t>
                </a:r>
                <a:r>
                  <a:rPr lang="en-US" dirty="0"/>
                  <a:t> is monotonic and not linear,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=−0.88</m:t>
                    </m:r>
                  </m:oMath>
                </a14:m>
                <a:r>
                  <a:rPr lang="en-US" dirty="0"/>
                  <a:t> is larger in absolute value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=−0.80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66850"/>
                <a:ext cx="6183086" cy="5226050"/>
              </a:xfrm>
              <a:blipFill>
                <a:blip r:embed="rId3"/>
                <a:stretch>
                  <a:fillRect l="-1775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001A727-F345-3E1A-4DC3-60D950E27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195" y="2054362"/>
            <a:ext cx="4175334" cy="38050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1A143D-E5F6-A85B-5A54-01D24EBAD4AC}"/>
                  </a:ext>
                </a:extLst>
              </p14:cNvPr>
              <p14:cNvContentPartPr/>
              <p14:nvPr/>
            </p14:nvContentPartPr>
            <p14:xfrm>
              <a:off x="1121400" y="1221480"/>
              <a:ext cx="5153040" cy="3677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1A143D-E5F6-A85B-5A54-01D24EBAD4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2040" y="1212120"/>
                <a:ext cx="5171760" cy="36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1390643-30CA-1BE1-C69F-9DC384DD6531}"/>
                  </a:ext>
                </a:extLst>
              </p14:cNvPr>
              <p14:cNvContentPartPr/>
              <p14:nvPr/>
            </p14:nvContentPartPr>
            <p14:xfrm>
              <a:off x="830520" y="6333840"/>
              <a:ext cx="28080" cy="17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1390643-30CA-1BE1-C69F-9DC384DD65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1160" y="6324480"/>
                <a:ext cx="468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984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with correlation!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Visually examine the relation between </a:t>
                </a:r>
                <a:r>
                  <a:rPr lang="en-US" dirty="0" err="1"/>
                  <a:t>chol</a:t>
                </a:r>
                <a:r>
                  <a:rPr lang="en-US" dirty="0"/>
                  <a:t> and age in the </a:t>
                </a:r>
                <a:r>
                  <a:rPr lang="en-US" b="1" dirty="0" err="1"/>
                  <a:t>chol</a:t>
                </a:r>
                <a:r>
                  <a:rPr lang="en-US" dirty="0"/>
                  <a:t> data 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:r>
                  <a:rPr lang="en-US" dirty="0" err="1"/>
                  <a:t>chol</a:t>
                </a:r>
                <a:r>
                  <a:rPr lang="en-US" dirty="0"/>
                  <a:t> and age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Which measure is higher? Why?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  <a:blipFill>
                <a:blip r:embed="rId2"/>
                <a:stretch>
                  <a:fillRect l="-99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367BC6-748F-2E5A-9516-3FE1878F8E9E}"/>
                  </a:ext>
                </a:extLst>
              </p14:cNvPr>
              <p14:cNvContentPartPr/>
              <p14:nvPr/>
            </p14:nvContentPartPr>
            <p14:xfrm>
              <a:off x="7692120" y="90720"/>
              <a:ext cx="4503240" cy="2996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367BC6-748F-2E5A-9516-3FE1878F8E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2760" y="81360"/>
                <a:ext cx="4521960" cy="301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09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898E-03B0-9EEC-E4F9-AE7061D5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949"/>
            <a:ext cx="10515600" cy="1325563"/>
          </a:xfrm>
        </p:spPr>
        <p:txBody>
          <a:bodyPr/>
          <a:lstStyle/>
          <a:p>
            <a:r>
              <a:rPr lang="en-US" dirty="0"/>
              <a:t>Introduction to linear regression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US" sz="3200" b="1" i="1" u="sng" dirty="0">
                <a:solidFill>
                  <a:schemeClr val="bg1">
                    <a:lumMod val="65000"/>
                  </a:schemeClr>
                </a:solidFill>
              </a:rPr>
              <a:t>regression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?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E2EA4-F163-1619-C0D2-9BBE7F025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844" y="1827874"/>
            <a:ext cx="10660790" cy="303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Galton, F. (1886). Regression Towards Mediocrity in Hereditary Stature </a:t>
            </a:r>
            <a:r>
              <a:rPr lang="en-US" sz="15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the Anthropological Institute</a:t>
            </a:r>
            <a:r>
              <a:rPr lang="en-US" sz="15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15, 246-263</a:t>
            </a:r>
            <a:endParaRPr lang="en-US" sz="15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C07811-8416-9D37-3933-807FF9174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04" y="2322450"/>
            <a:ext cx="4636615" cy="4087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08D5919F-0B66-3C08-2E19-396495DB4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009" y="2322450"/>
            <a:ext cx="4578611" cy="4150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2532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5239-FAB9-ED86-4033-E718F593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line?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5EF32D-9987-D1D2-0D55-FFC927226C0D}"/>
                  </a:ext>
                </a:extLst>
              </p14:cNvPr>
              <p14:cNvContentPartPr/>
              <p14:nvPr/>
            </p14:nvContentPartPr>
            <p14:xfrm>
              <a:off x="1325880" y="493200"/>
              <a:ext cx="10836720" cy="6064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5EF32D-9987-D1D2-0D55-FFC927226C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6520" y="483840"/>
                <a:ext cx="10855440" cy="608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886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726"/>
            <a:ext cx="10851037" cy="1325563"/>
          </a:xfrm>
        </p:spPr>
        <p:txBody>
          <a:bodyPr/>
          <a:lstStyle/>
          <a:p>
            <a:r>
              <a:rPr lang="en-US" dirty="0"/>
              <a:t>Studying Linear Relationships using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We’ve talked about how correlation quantifies “linear” relations…</a:t>
            </a:r>
          </a:p>
          <a:p>
            <a:pPr>
              <a:lnSpc>
                <a:spcPct val="120000"/>
              </a:lnSpc>
            </a:pPr>
            <a:r>
              <a:rPr lang="en-US" dirty="0"/>
              <a:t>While we will go into more detail about how to examine linearity, the relationship to the right just </a:t>
            </a:r>
            <a:r>
              <a:rPr lang="en-US" i="1" dirty="0"/>
              <a:t>looks</a:t>
            </a:r>
            <a:r>
              <a:rPr lang="en-US" dirty="0"/>
              <a:t> linear to us.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F21A8-3233-4446-A331-A40816ED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593" y="1489435"/>
            <a:ext cx="5033158" cy="417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91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Regression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845404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form of a regression line is: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𝛼 is the y-intercept </a:t>
                </a:r>
                <a:br>
                  <a:rPr lang="en-US" dirty="0"/>
                </a:br>
                <a:r>
                  <a:rPr lang="en-US" dirty="0"/>
                  <a:t>(i.e., the value of y when x=0).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𝛽 is the slope (i.e., increase in y when x increases by 1 unit).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845404" cy="5226050"/>
              </a:xfrm>
              <a:blipFill>
                <a:blip r:embed="rId2"/>
                <a:stretch>
                  <a:fillRect l="-1879" t="-233" r="-3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FFF21A8-3233-4446-A331-A40816ED8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593" y="1489435"/>
            <a:ext cx="5033158" cy="417991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4C86CF-1A3B-41B7-94DE-32473B7321F5}"/>
              </a:ext>
            </a:extLst>
          </p:cNvPr>
          <p:cNvSpPr/>
          <p:nvPr/>
        </p:nvSpPr>
        <p:spPr>
          <a:xfrm>
            <a:off x="409249" y="2235038"/>
            <a:ext cx="1678889" cy="615312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dirty="0"/>
              <a:t>You can use either notation!</a:t>
            </a:r>
            <a:endParaRPr lang="en-US" sz="16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9A010E8-BFFA-7B52-6EA9-697A8D63C5F8}"/>
                  </a:ext>
                </a:extLst>
              </p14:cNvPr>
              <p14:cNvContentPartPr/>
              <p14:nvPr/>
            </p14:nvContentPartPr>
            <p14:xfrm>
              <a:off x="1158840" y="3296880"/>
              <a:ext cx="10568520" cy="2872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9A010E8-BFFA-7B52-6EA9-697A8D63C5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9480" y="3287520"/>
                <a:ext cx="10587240" cy="289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0718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715"/>
            <a:ext cx="10515600" cy="1325563"/>
          </a:xfrm>
        </p:spPr>
        <p:txBody>
          <a:bodyPr/>
          <a:lstStyle/>
          <a:p>
            <a:r>
              <a:rPr lang="en-US" dirty="0"/>
              <a:t>The full regression model </a:t>
            </a:r>
            <a:br>
              <a:rPr lang="en-US" dirty="0"/>
            </a:br>
            <a:r>
              <a:rPr lang="en-US" sz="2800" b="1" i="1" dirty="0">
                <a:solidFill>
                  <a:schemeClr val="bg1">
                    <a:lumMod val="65000"/>
                  </a:schemeClr>
                </a:solidFill>
              </a:rPr>
              <a:t>Line vs. observations</a:t>
            </a:r>
            <a:endParaRPr lang="en-US" b="1" i="1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9229"/>
                <a:ext cx="5556250" cy="522605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>
                    <a:cs typeface="Segoe UI" panose="020B0502040204020203" pitchFamily="34" charset="0"/>
                  </a:rPr>
                  <a:t>The observed outcome</a:t>
                </a:r>
                <a:r>
                  <a:rPr lang="en-US" sz="2800" dirty="0">
                    <a:cs typeface="Segoe UI" panose="020B0502040204020203" pitchFamily="34" charset="0"/>
                  </a:rPr>
                  <a:t> </a:t>
                </a:r>
                <a:r>
                  <a:rPr lang="en-US" sz="2800" i="1" dirty="0">
                    <a:cs typeface="Segoe UI" panose="020B0502040204020203" pitchFamily="34" charset="0"/>
                  </a:rPr>
                  <a:t>Y</a:t>
                </a:r>
                <a:r>
                  <a:rPr lang="en-US" sz="2800" i="1" baseline="-25000" dirty="0">
                    <a:cs typeface="Segoe UI" panose="020B0502040204020203" pitchFamily="34" charset="0"/>
                  </a:rPr>
                  <a:t>i</a:t>
                </a:r>
                <a:r>
                  <a:rPr lang="en-US" sz="2800" i="1" dirty="0">
                    <a:cs typeface="Segoe UI" panose="020B0502040204020203" pitchFamily="34" charset="0"/>
                  </a:rPr>
                  <a:t> </a:t>
                </a:r>
                <a:r>
                  <a:rPr lang="en-US" sz="2800" dirty="0">
                    <a:cs typeface="Segoe UI" panose="020B0502040204020203" pitchFamily="34" charset="0"/>
                  </a:rPr>
                  <a:t>for person </a:t>
                </a:r>
                <a:r>
                  <a:rPr lang="en-US" sz="2800" i="1" dirty="0" err="1">
                    <a:cs typeface="Segoe UI" panose="020B0502040204020203" pitchFamily="34" charset="0"/>
                  </a:rPr>
                  <a:t>i</a:t>
                </a:r>
                <a:r>
                  <a:rPr lang="en-US" sz="2800" i="1" dirty="0">
                    <a:cs typeface="Segoe UI" panose="020B0502040204020203" pitchFamily="34" charset="0"/>
                  </a:rPr>
                  <a:t> </a:t>
                </a:r>
                <a:r>
                  <a:rPr lang="en-US" sz="2800" dirty="0">
                    <a:cs typeface="Segoe UI" panose="020B0502040204020203" pitchFamily="34" charset="0"/>
                  </a:rPr>
                  <a:t>does not necessarily fall on the regression line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800" dirty="0">
                    <a:cs typeface="Segoe UI" panose="020B0502040204020203" pitchFamily="34" charset="0"/>
                  </a:rPr>
                  <a:t>Our equation for person i’s actual Y value therefore includes an </a:t>
                </a:r>
                <a:r>
                  <a:rPr lang="en-US" sz="2800" dirty="0">
                    <a:solidFill>
                      <a:schemeClr val="accent2"/>
                    </a:solidFill>
                    <a:cs typeface="Segoe UI" panose="020B0502040204020203" pitchFamily="34" charset="0"/>
                  </a:rPr>
                  <a:t>“error”</a:t>
                </a:r>
                <a:r>
                  <a:rPr lang="en-US" sz="2800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cs typeface="Segoe UI" panose="020B0502040204020203" pitchFamily="34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/>
                  <a:t>is the residual or error; </a:t>
                </a:r>
                <a:br>
                  <a:rPr lang="en-US" dirty="0"/>
                </a:br>
                <a:r>
                  <a:rPr lang="en-US" dirty="0"/>
                  <a:t>the part of Y that is not explained by the regression line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9229"/>
                <a:ext cx="5556250" cy="5226050"/>
              </a:xfrm>
              <a:blipFill>
                <a:blip r:embed="rId2"/>
                <a:stretch>
                  <a:fillRect l="-1976" t="-1865" r="-3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AEF9D7C-3818-4F2E-B010-0438EBDB0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343" y="1466850"/>
            <a:ext cx="5033158" cy="4179918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6814CFB6-1907-401F-8E44-8BCE4DB9DCC5}"/>
              </a:ext>
            </a:extLst>
          </p:cNvPr>
          <p:cNvSpPr/>
          <p:nvPr/>
        </p:nvSpPr>
        <p:spPr>
          <a:xfrm>
            <a:off x="9338527" y="3516351"/>
            <a:ext cx="118946" cy="349405"/>
          </a:xfrm>
          <a:prstGeom prst="leftBrac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940F2C-D67C-02BF-FE71-039BD1633B82}"/>
                  </a:ext>
                </a:extLst>
              </p14:cNvPr>
              <p14:cNvContentPartPr/>
              <p14:nvPr/>
            </p14:nvContentPartPr>
            <p14:xfrm>
              <a:off x="4628880" y="2383920"/>
              <a:ext cx="6363720" cy="358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940F2C-D67C-02BF-FE71-039BD1633B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9520" y="2374560"/>
                <a:ext cx="6382440" cy="36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5838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059"/>
            <a:ext cx="10515600" cy="1325563"/>
          </a:xfrm>
        </p:spPr>
        <p:txBody>
          <a:bodyPr/>
          <a:lstStyle/>
          <a:p>
            <a:r>
              <a:rPr lang="en-US" dirty="0"/>
              <a:t>Predicting the mean Y at a given value of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556250" cy="522605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800" dirty="0">
                    <a:cs typeface="Segoe UI" panose="020B0502040204020203" pitchFamily="34" charset="0"/>
                  </a:rPr>
                  <a:t>Each person’s Y has some error associated </a:t>
                </a:r>
                <a:r>
                  <a:rPr lang="en-US" dirty="0">
                    <a:cs typeface="Segoe UI" panose="020B0502040204020203" pitchFamily="34" charset="0"/>
                  </a:rPr>
                  <a:t>with it, but when we predict a regression line we are actually fitting: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cs typeface="Segoe UI" panose="020B0502040204020203" pitchFamily="34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dirty="0">
                    <a:cs typeface="Segoe UI" panose="020B0502040204020203" pitchFamily="34" charset="0"/>
                  </a:rPr>
                  <a:t>That is, we are fitting the </a:t>
                </a:r>
                <a:br>
                  <a:rPr lang="en-US" dirty="0">
                    <a:cs typeface="Segoe UI" panose="020B0502040204020203" pitchFamily="34" charset="0"/>
                  </a:rPr>
                </a:br>
                <a:r>
                  <a:rPr lang="en-US" dirty="0">
                    <a:cs typeface="Segoe UI" panose="020B0502040204020203" pitchFamily="34" charset="0"/>
                  </a:rPr>
                  <a:t>“expected value” of Y given X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>
                    <a:cs typeface="Segoe UI" panose="020B0502040204020203" pitchFamily="34" charset="0"/>
                  </a:rPr>
                  <a:t>The expected value is the mean, so we are really predicting the mean of all Y values for any given X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556250" cy="5226050"/>
              </a:xfrm>
              <a:blipFill>
                <a:blip r:embed="rId2"/>
                <a:stretch>
                  <a:fillRect l="-1976" t="-1984" r="-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AEF9D7C-3818-4F2E-B010-0438EBDB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343" y="1466850"/>
            <a:ext cx="5033158" cy="4179918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6814CFB6-1907-401F-8E44-8BCE4DB9DCC5}"/>
              </a:ext>
            </a:extLst>
          </p:cNvPr>
          <p:cNvSpPr/>
          <p:nvPr/>
        </p:nvSpPr>
        <p:spPr>
          <a:xfrm>
            <a:off x="9338527" y="3516351"/>
            <a:ext cx="118946" cy="349405"/>
          </a:xfrm>
          <a:prstGeom prst="leftBrac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4F34BF-193B-FDB2-9291-50DF37879F03}"/>
                  </a:ext>
                </a:extLst>
              </p14:cNvPr>
              <p14:cNvContentPartPr/>
              <p14:nvPr/>
            </p14:nvContentPartPr>
            <p14:xfrm>
              <a:off x="1370160" y="308880"/>
              <a:ext cx="10707480" cy="5808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4F34BF-193B-FDB2-9291-50DF37879F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0800" y="299520"/>
                <a:ext cx="10726200" cy="582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0709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8521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How does stopping distance relate to speed in cars?</a:t>
            </a:r>
          </a:p>
          <a:p>
            <a:pPr>
              <a:lnSpc>
                <a:spcPct val="120000"/>
              </a:lnSpc>
            </a:pPr>
            <a:r>
              <a:rPr lang="en-US" dirty="0"/>
              <a:t>We will use the R data set “cars”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cars &lt;- data(cars)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fit &lt;- </a:t>
            </a: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lm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dist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 ~ speed, data = cars)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summary(fit)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Residuals: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    Min      1Q  Median      3Q     Max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-29.069  -9.525  -2.272   9.215  43.201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Coefficients: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Pr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(&gt;|t|)  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(Intercept) -17.5791     6.7584  -2.601   0.0123 *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speed         3.9324     0.4155   9.464 1.49e-12 ***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---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. codes:  0 ‘***’ 0.001 ‘**’ 0.01 ‘*’ 0.05 ‘.’ 0.1 ‘ ’ 1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Residual standard error: 15.38 on 48 degrees of freedom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Multiple R-squared:  0.6511,	Adjusted R-squared:  0.6438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F-statistic: 89.57 on 1 and 48 DF,  p-value: 1.49e-12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E973D4-F389-9E80-1427-8F9ED0F0C71F}"/>
                  </a:ext>
                </a:extLst>
              </p14:cNvPr>
              <p14:cNvContentPartPr/>
              <p14:nvPr/>
            </p14:nvContentPartPr>
            <p14:xfrm>
              <a:off x="2138040" y="2108160"/>
              <a:ext cx="4902120" cy="319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E973D4-F389-9E80-1427-8F9ED0F0C7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8680" y="2098800"/>
                <a:ext cx="4920840" cy="321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0904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Linear Regression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852150" cy="52260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cars &lt;- data(cars)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fit &lt;- </a:t>
            </a:r>
            <a:r>
              <a:rPr lang="en-US" sz="1400" dirty="0" err="1">
                <a:latin typeface="Consolas" panose="020B0609020204030204" pitchFamily="49" charset="0"/>
                <a:cs typeface="Segoe UI" panose="020B0502040204020203" pitchFamily="34" charset="0"/>
              </a:rPr>
              <a:t>lm</a:t>
            </a: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Segoe UI" panose="020B0502040204020203" pitchFamily="34" charset="0"/>
              </a:rPr>
              <a:t>dist</a:t>
            </a: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 ~ speed, data = cars)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summary(fit)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Residuals: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    Min      1Q  Median      3Q     Max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-29.069  -9.525  -2.272   9.215  43.201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Coefficients: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            Estimate Std. Error t value </a:t>
            </a:r>
            <a:r>
              <a:rPr lang="en-US" sz="1050" dirty="0" err="1">
                <a:latin typeface="Consolas" panose="020B0609020204030204" pitchFamily="49" charset="0"/>
                <a:cs typeface="Segoe UI" panose="020B0502040204020203" pitchFamily="34" charset="0"/>
              </a:rPr>
              <a:t>Pr</a:t>
            </a: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(&gt;|t|)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(Intercept) -17.5791     6.7584  -2.601   0.0123 *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speed         3.9324     0.4155   9.464 1.49e-12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 err="1">
                <a:latin typeface="Consolas" panose="020B0609020204030204" pitchFamily="49" charset="0"/>
                <a:cs typeface="Segoe UI" panose="020B0502040204020203" pitchFamily="34" charset="0"/>
              </a:rPr>
              <a:t>Signif</a:t>
            </a: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Residual standard error: 15.38 on 48 degrees of freedom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Multiple R-squared:  0.6511,	Adjusted R-squared:  0.6438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F-statistic: 89.57 on 1 and 48 DF,  p-value: 1.49e-12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97705-1F92-437A-8A1D-49BB77062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275" y="1466850"/>
            <a:ext cx="5033158" cy="41799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A73694B-2A97-473C-AB50-68F342BE6537}"/>
                  </a:ext>
                </a:extLst>
              </p:cNvPr>
              <p:cNvSpPr/>
              <p:nvPr/>
            </p:nvSpPr>
            <p:spPr>
              <a:xfrm>
                <a:off x="680044" y="5336309"/>
                <a:ext cx="550128" cy="509006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A73694B-2A97-473C-AB50-68F342BE6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44" y="5336309"/>
                <a:ext cx="550128" cy="50900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9F3159-8ED7-43C9-BF1D-897E1317A154}"/>
              </a:ext>
            </a:extLst>
          </p:cNvPr>
          <p:cNvCxnSpPr>
            <a:stCxn id="5" idx="0"/>
          </p:cNvCxnSpPr>
          <p:nvPr/>
        </p:nvCxnSpPr>
        <p:spPr>
          <a:xfrm flipV="1">
            <a:off x="955108" y="3500853"/>
            <a:ext cx="914399" cy="183545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B1605F8-DAC9-440D-8DCD-27FE9662952D}"/>
                  </a:ext>
                </a:extLst>
              </p:cNvPr>
              <p:cNvSpPr/>
              <p:nvPr/>
            </p:nvSpPr>
            <p:spPr>
              <a:xfrm>
                <a:off x="1612980" y="5608488"/>
                <a:ext cx="1020725" cy="857826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0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endParaRPr lang="en-US" b="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𝑆𝑃𝐸𝐸𝐷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B1605F8-DAC9-440D-8DCD-27FE96629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80" y="5608488"/>
                <a:ext cx="1020725" cy="85782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2DF14-443E-4BE2-AF14-0072DD3E4C2F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086349" y="3764588"/>
            <a:ext cx="36994" cy="18439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35D26E-6A40-42EB-AABA-1ADD018CA74D}"/>
              </a:ext>
            </a:extLst>
          </p:cNvPr>
          <p:cNvSpPr/>
          <p:nvPr/>
        </p:nvSpPr>
        <p:spPr>
          <a:xfrm>
            <a:off x="2850547" y="5181974"/>
            <a:ext cx="3037030" cy="85782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Regression coefficients follow a t-distribution with n-p-1 df.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B8560E-0D21-437E-83C8-DDD28E0970B4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618520" y="3766986"/>
            <a:ext cx="750542" cy="14149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763258-C0D8-4FE4-BFCD-8E55DFB9328E}"/>
              </a:ext>
            </a:extLst>
          </p:cNvPr>
          <p:cNvSpPr/>
          <p:nvPr/>
        </p:nvSpPr>
        <p:spPr>
          <a:xfrm>
            <a:off x="4770477" y="2489159"/>
            <a:ext cx="1091357" cy="5252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9DCB76-63EA-4D4C-B26F-1AFAD6BB0A91}"/>
              </a:ext>
            </a:extLst>
          </p:cNvPr>
          <p:cNvSpPr/>
          <p:nvPr/>
        </p:nvSpPr>
        <p:spPr>
          <a:xfrm>
            <a:off x="5550321" y="3085751"/>
            <a:ext cx="1091357" cy="5252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3086DD-06AD-438E-9B0E-8B21647C94E6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191407" y="2751769"/>
            <a:ext cx="579070" cy="76646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95694F-02FD-4561-918E-F69240BB2BB9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425572" y="3348361"/>
            <a:ext cx="1124749" cy="30703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Graphic 14" descr="Help with solid fill">
            <a:extLst>
              <a:ext uri="{FF2B5EF4-FFF2-40B4-BE49-F238E27FC236}">
                <a16:creationId xmlns:a16="http://schemas.microsoft.com/office/drawing/2014/main" id="{30D804C1-FD40-483E-982B-0935B6806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06912" y="584531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28D730-9696-416C-BF91-8E57CA409E95}"/>
                  </a:ext>
                </a:extLst>
              </p14:cNvPr>
              <p14:cNvContentPartPr/>
              <p14:nvPr/>
            </p14:nvContentPartPr>
            <p14:xfrm>
              <a:off x="842400" y="1801800"/>
              <a:ext cx="8547120" cy="4249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28D730-9696-416C-BF91-8E57CA409E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3040" y="1792440"/>
                <a:ext cx="8565840" cy="42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9346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4267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Your Turn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is the equation that describes the relationship between stopping distance and speed?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Is stopping distance related to speed?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is the predicted stopping distance for a car that is not moving?</a:t>
            </a:r>
          </a:p>
          <a:p>
            <a:pPr lvl="1">
              <a:lnSpc>
                <a:spcPct val="12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B1BAC-44F4-31B0-BB0A-7EA6692B0512}"/>
              </a:ext>
            </a:extLst>
          </p:cNvPr>
          <p:cNvSpPr txBox="1"/>
          <p:nvPr/>
        </p:nvSpPr>
        <p:spPr>
          <a:xfrm>
            <a:off x="838200" y="5103674"/>
            <a:ext cx="102012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fit &lt;- </a:t>
            </a:r>
            <a:r>
              <a:rPr lang="en-US" sz="1800" dirty="0" err="1">
                <a:latin typeface="Consolas" panose="020B0609020204030204" pitchFamily="49" charset="0"/>
                <a:cs typeface="Segoe UI" panose="020B0502040204020203" pitchFamily="34" charset="0"/>
              </a:rPr>
              <a:t>lm</a:t>
            </a: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Segoe UI" panose="020B0502040204020203" pitchFamily="34" charset="0"/>
              </a:rPr>
              <a:t>dist</a:t>
            </a: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 ~ speed, data = cars)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summary(fit)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Coefficients: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            Estimate Std. Error t value </a:t>
            </a:r>
            <a:r>
              <a:rPr lang="en-US" sz="1800" dirty="0" err="1">
                <a:latin typeface="Consolas" panose="020B0609020204030204" pitchFamily="49" charset="0"/>
                <a:cs typeface="Segoe UI" panose="020B0502040204020203" pitchFamily="34" charset="0"/>
              </a:rPr>
              <a:t>Pr</a:t>
            </a: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(&gt;|t|)  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(Intercept) -17.5791     6.7584  -2.601   0.0123 *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speed         3.9324     0.4155   9.464 1.49e-12 ***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C59C3A-25D8-8ABD-70C0-CB5D091A9E90}"/>
                  </a:ext>
                </a:extLst>
              </p14:cNvPr>
              <p14:cNvContentPartPr/>
              <p14:nvPr/>
            </p14:nvContentPartPr>
            <p14:xfrm>
              <a:off x="5691960" y="937080"/>
              <a:ext cx="3714120" cy="411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C59C3A-25D8-8ABD-70C0-CB5D091A9E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2600" y="927720"/>
                <a:ext cx="3732840" cy="413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1705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Extrapolation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 didn’t observe any speed values &lt;4 or &gt;25 mph</a:t>
            </a:r>
          </a:p>
          <a:p>
            <a:pPr>
              <a:lnSpc>
                <a:spcPct val="120000"/>
              </a:lnSpc>
            </a:pPr>
            <a:r>
              <a:rPr lang="en-US" dirty="0"/>
              <a:t>When we fit a linear regression, we can only reasonably predict Y across the range of X in our data</a:t>
            </a:r>
          </a:p>
          <a:p>
            <a:pPr>
              <a:lnSpc>
                <a:spcPct val="120000"/>
              </a:lnSpc>
            </a:pPr>
            <a:r>
              <a:rPr lang="en-US" dirty="0"/>
              <a:t>This is because the relation may be different (e.g., nonlinear) for values of X beyond observed range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F9D7C-3818-4F2E-B010-0438EBDB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343" y="1466850"/>
            <a:ext cx="5033158" cy="41799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21A983-F66A-A49A-99D5-62E5A521866F}"/>
                  </a:ext>
                </a:extLst>
              </p14:cNvPr>
              <p14:cNvContentPartPr/>
              <p14:nvPr/>
            </p14:nvContentPartPr>
            <p14:xfrm>
              <a:off x="1970280" y="2496960"/>
              <a:ext cx="9654840" cy="315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21A983-F66A-A49A-99D5-62E5A52186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0920" y="2487600"/>
                <a:ext cx="9673560" cy="317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112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Extrapolation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If we observed more speeds, say up to 90mph, what do we observe?</a:t>
            </a:r>
          </a:p>
          <a:p>
            <a:pPr>
              <a:lnSpc>
                <a:spcPct val="120000"/>
              </a:lnSpc>
            </a:pPr>
            <a:r>
              <a:rPr lang="en-US" dirty="0"/>
              <a:t>Y does increase as X increases, but a straight line is not the best fit</a:t>
            </a:r>
          </a:p>
          <a:p>
            <a:pPr>
              <a:lnSpc>
                <a:spcPct val="120000"/>
              </a:lnSpc>
            </a:pPr>
            <a:r>
              <a:rPr lang="en-US" dirty="0"/>
              <a:t>There are other ways to model this (e.g., variable transformations) beyond today’s lecture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C2A48-0103-4399-8D02-BA5DBAFC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152" y="1348033"/>
            <a:ext cx="5498552" cy="45664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4FC461-8A9C-D19C-A3C1-0968B4FC86EF}"/>
                  </a:ext>
                </a:extLst>
              </p14:cNvPr>
              <p14:cNvContentPartPr/>
              <p14:nvPr/>
            </p14:nvContentPartPr>
            <p14:xfrm>
              <a:off x="7332840" y="1192680"/>
              <a:ext cx="4615200" cy="3691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4FC461-8A9C-D19C-A3C1-0968B4FC86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23480" y="1183320"/>
                <a:ext cx="4633920" cy="371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7276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235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linear regression model is only valid if it satisfies certain assumptions</a:t>
            </a:r>
          </a:p>
          <a:p>
            <a:pPr>
              <a:lnSpc>
                <a:spcPct val="120000"/>
              </a:lnSpc>
            </a:pPr>
            <a:r>
              <a:rPr lang="en-US" dirty="0"/>
              <a:t>While mild violations of the assumptions are common, more serious violations can be a cause for concern</a:t>
            </a:r>
          </a:p>
          <a:p>
            <a:pPr>
              <a:lnSpc>
                <a:spcPct val="120000"/>
              </a:lnSpc>
            </a:pPr>
            <a:r>
              <a:rPr lang="en-US" dirty="0"/>
              <a:t>There are four assumptions of </a:t>
            </a:r>
            <a:r>
              <a:rPr lang="en-US" b="1" dirty="0" err="1"/>
              <a:t>LINEar</a:t>
            </a:r>
            <a:r>
              <a:rPr lang="en-US" dirty="0"/>
              <a:t> regression: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L</a:t>
            </a:r>
            <a:r>
              <a:rPr lang="en-US" dirty="0"/>
              <a:t>inearity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I</a:t>
            </a:r>
            <a:r>
              <a:rPr lang="en-US" dirty="0"/>
              <a:t>ndependence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N</a:t>
            </a:r>
            <a:r>
              <a:rPr lang="en-US" dirty="0"/>
              <a:t>ormality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E</a:t>
            </a:r>
            <a:r>
              <a:rPr lang="en-US" dirty="0"/>
              <a:t>quality of variances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CA4C14-748E-E2A9-E206-34E4F58EFB31}"/>
                  </a:ext>
                </a:extLst>
              </p14:cNvPr>
              <p14:cNvContentPartPr/>
              <p14:nvPr/>
            </p14:nvContentPartPr>
            <p14:xfrm>
              <a:off x="628200" y="2659680"/>
              <a:ext cx="3415680" cy="3940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CA4C14-748E-E2A9-E206-34E4F58EFB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8840" y="2650320"/>
                <a:ext cx="3434400" cy="395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1155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65125"/>
            <a:ext cx="10515600" cy="1325563"/>
          </a:xfrm>
        </p:spPr>
        <p:txBody>
          <a:bodyPr/>
          <a:lstStyle/>
          <a:p>
            <a:r>
              <a:rPr lang="en-US" dirty="0"/>
              <a:t>Linearity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100" y="1466850"/>
                <a:ext cx="6229350" cy="51371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This one seems the most straightforward, but let’s think about it in greater detail…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If a relationship between X and Y is truly linear, then we can say the following: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That is, our regression line goes through the mean of Y across all X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100" y="1466850"/>
                <a:ext cx="6229350" cy="5137150"/>
              </a:xfrm>
              <a:blipFill>
                <a:blip r:embed="rId2"/>
                <a:stretch>
                  <a:fillRect l="-1761" t="-238" r="-2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2A81AF9-E372-4530-B451-1D36A17F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153" y="2099545"/>
            <a:ext cx="5327934" cy="3551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D0F6B3-4090-5B46-B1F5-E48DC8C7ED62}"/>
              </a:ext>
            </a:extLst>
          </p:cNvPr>
          <p:cNvSpPr txBox="1"/>
          <p:nvPr/>
        </p:nvSpPr>
        <p:spPr>
          <a:xfrm rot="16200000">
            <a:off x="6592849" y="26906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993F3-5F49-A646-96FB-A63045698796}"/>
              </a:ext>
            </a:extLst>
          </p:cNvPr>
          <p:cNvSpPr txBox="1"/>
          <p:nvPr/>
        </p:nvSpPr>
        <p:spPr>
          <a:xfrm>
            <a:off x="10012090" y="5240129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E9A59B-FFAE-F6B0-B258-9E815A09447B}"/>
                  </a:ext>
                </a:extLst>
              </p14:cNvPr>
              <p14:cNvContentPartPr/>
              <p14:nvPr/>
            </p14:nvContentPartPr>
            <p14:xfrm>
              <a:off x="1689840" y="3153600"/>
              <a:ext cx="7162920" cy="2253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E9A59B-FFAE-F6B0-B258-9E815A0944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0480" y="3144240"/>
                <a:ext cx="7181640" cy="227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4429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 which plot does the regression line appear to fit the mean of all the Y values for any given X?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 prediction at the orange circle on the bottom figure probably would not reflect the mean of Y at that X value – residuals will be large here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BF420B-C7A6-4CE2-ADF0-8EB191CBB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2" y="265111"/>
            <a:ext cx="4714875" cy="3495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9695DF-A500-41BC-AA3C-D6F7E057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86" y="3311525"/>
            <a:ext cx="4619625" cy="33813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4BD5CF-6FA5-4A9F-8C82-115C1349DEA5}"/>
              </a:ext>
            </a:extLst>
          </p:cNvPr>
          <p:cNvSpPr/>
          <p:nvPr/>
        </p:nvSpPr>
        <p:spPr>
          <a:xfrm>
            <a:off x="9251794" y="4424169"/>
            <a:ext cx="394010" cy="4088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62A237-EB21-473E-A5B1-D359E93E55EE}"/>
              </a:ext>
            </a:extLst>
          </p:cNvPr>
          <p:cNvSpPr/>
          <p:nvPr/>
        </p:nvSpPr>
        <p:spPr>
          <a:xfrm>
            <a:off x="9251794" y="1577529"/>
            <a:ext cx="394010" cy="4088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408C71-0B6B-E54A-F80D-D9BE6A09EDC6}"/>
                  </a:ext>
                </a:extLst>
              </p14:cNvPr>
              <p14:cNvContentPartPr/>
              <p14:nvPr/>
            </p14:nvContentPartPr>
            <p14:xfrm>
              <a:off x="7679520" y="4011480"/>
              <a:ext cx="3573360" cy="135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408C71-0B6B-E54A-F80D-D9BE6A09ED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70160" y="4002120"/>
                <a:ext cx="3592080" cy="137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1546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791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Conditional on X, the Y values should be statistically independent of one another</a:t>
            </a:r>
          </a:p>
          <a:p>
            <a:pPr>
              <a:lnSpc>
                <a:spcPct val="120000"/>
              </a:lnSpc>
            </a:pPr>
            <a:r>
              <a:rPr lang="en-US" dirty="0"/>
              <a:t>That is, the error terms should be independent of one another</a:t>
            </a:r>
          </a:p>
          <a:p>
            <a:pPr>
              <a:lnSpc>
                <a:spcPct val="120000"/>
              </a:lnSpc>
            </a:pPr>
            <a:r>
              <a:rPr lang="en-US" dirty="0"/>
              <a:t>Do any of these situations violate the independence assumption?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 chart review of comorbidities of patients undergoing COVID treatment at LAC+USC hospital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 study on visual acuity at </a:t>
            </a:r>
            <a:r>
              <a:rPr lang="en-US" dirty="0" err="1"/>
              <a:t>Roski</a:t>
            </a:r>
            <a:r>
              <a:rPr lang="en-US" dirty="0"/>
              <a:t> Eye Institute where visual acuity was measured in the participants’ left and right eyes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The relationship between BMI and exercise was assessed in children in which the entire family was recruited to the study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4CB037-8601-793B-DC34-889074D0BDED}"/>
                  </a:ext>
                </a:extLst>
              </p14:cNvPr>
              <p14:cNvContentPartPr/>
              <p14:nvPr/>
            </p14:nvContentPartPr>
            <p14:xfrm>
              <a:off x="709920" y="551880"/>
              <a:ext cx="4611960" cy="513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4CB037-8601-793B-DC34-889074D0BD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0560" y="542520"/>
                <a:ext cx="4630680" cy="514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5948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791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For any value of X, Y has a normal distribution (i.e., Y|X ~ N)</a:t>
            </a:r>
          </a:p>
          <a:p>
            <a:pPr>
              <a:lnSpc>
                <a:spcPct val="120000"/>
              </a:lnSpc>
            </a:pPr>
            <a:r>
              <a:rPr lang="en-US" dirty="0"/>
              <a:t>Equivalently, the residuals have a normal distribution</a:t>
            </a:r>
          </a:p>
          <a:p>
            <a:pPr>
              <a:lnSpc>
                <a:spcPct val="120000"/>
              </a:lnSpc>
            </a:pPr>
            <a:r>
              <a:rPr lang="en-US" dirty="0"/>
              <a:t>Note that Y itself doesn’t need to be normally distributed!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A1F3C-C83C-3E21-0A81-2AF775875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108" y="3379026"/>
            <a:ext cx="4809704" cy="32064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6F1F60-A1BC-6950-D0D6-6F6A958F38A3}"/>
                  </a:ext>
                </a:extLst>
              </p14:cNvPr>
              <p14:cNvContentPartPr/>
              <p14:nvPr/>
            </p14:nvContentPartPr>
            <p14:xfrm>
              <a:off x="1210680" y="129240"/>
              <a:ext cx="10776600" cy="6354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6F1F60-A1BC-6950-D0D6-6F6A958F38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1320" y="119880"/>
                <a:ext cx="10795320" cy="637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237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of Variances, i.e., homoscedasticity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97915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For any value of X, the variance of Y is constant 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(i.e.,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cs typeface="Segoe UI" panose="020B0502040204020203" pitchFamily="34" charset="0"/>
                  </a:rPr>
                  <a:t>Below, the assumptions of normality and homoscedasticity are violated – Why?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979150" cy="5226050"/>
              </a:xfrm>
              <a:blipFill>
                <a:blip r:embed="rId2"/>
                <a:stretch>
                  <a:fillRect l="-999" r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8018930C-5A3B-4122-9244-FCF438917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075" y="3326498"/>
            <a:ext cx="5599849" cy="351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F32CDF-F410-FAA3-4C99-4D3B632759FE}"/>
                  </a:ext>
                </a:extLst>
              </p14:cNvPr>
              <p14:cNvContentPartPr/>
              <p14:nvPr/>
            </p14:nvContentPartPr>
            <p14:xfrm>
              <a:off x="1148760" y="-1800"/>
              <a:ext cx="10570320" cy="4358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F32CDF-F410-FAA3-4C99-4D3B632759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9400" y="-11160"/>
                <a:ext cx="10589040" cy="437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045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Fit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examine the relationship between BMI and triglycerides</a:t>
            </a:r>
          </a:p>
          <a:p>
            <a:pPr>
              <a:lnSpc>
                <a:spcPct val="120000"/>
              </a:lnSpc>
            </a:pPr>
            <a:r>
              <a:rPr lang="en-US" dirty="0"/>
              <a:t>We can have R add the “best fit” line… but how is this line actually fit?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</a:t>
            </a: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, y=</a:t>
            </a:r>
            <a:r>
              <a:rPr lang="en-US" sz="1600" dirty="0" err="1">
                <a:latin typeface="Consolas" panose="020B0609020204030204" pitchFamily="49" charset="0"/>
              </a:rPr>
              <a:t>tg</a:t>
            </a:r>
            <a:r>
              <a:rPr lang="en-US" sz="1600" dirty="0">
                <a:latin typeface="Consolas" panose="020B0609020204030204" pitchFamily="49" charset="0"/>
              </a:rPr>
              <a:t>)) +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geom_point</a:t>
            </a:r>
            <a:r>
              <a:rPr lang="en-US" sz="1600" dirty="0">
                <a:latin typeface="Consolas" panose="020B0609020204030204" pitchFamily="49" charset="0"/>
              </a:rPr>
              <a:t>() +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geom_smooth</a:t>
            </a:r>
            <a:r>
              <a:rPr lang="en-US" sz="1600" dirty="0">
                <a:latin typeface="Consolas" panose="020B0609020204030204" pitchFamily="49" charset="0"/>
              </a:rPr>
              <a:t>(method="</a:t>
            </a: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cs typeface="Courier New" panose="02070309020205020404" pitchFamily="49" charset="0"/>
              </a:rPr>
              <a:t>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plot(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tg~bmi</a:t>
            </a:r>
            <a:r>
              <a:rPr lang="en-US" sz="1600" dirty="0" err="1">
                <a:latin typeface="Consolas" panose="020B0609020204030204" pitchFamily="49" charset="0"/>
              </a:rPr>
              <a:t>_new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data=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model1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tg~bmi_new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data=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abline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latin typeface="Consolas" panose="020B0609020204030204" pitchFamily="49" charset="0"/>
              </a:rPr>
              <a:t>model1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col="red")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B6D10-B212-4CE4-8629-3D5D37DB5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418" y="2792413"/>
            <a:ext cx="4850186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82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Best-Fit Line in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</a:t>
                </a:r>
                <a:r>
                  <a:rPr lang="en-US" dirty="0" err="1"/>
                  <a:t>lm</a:t>
                </a:r>
                <a:r>
                  <a:rPr lang="en-US" dirty="0"/>
                  <a:t>() function performs least-squares regression to produce the estimates of interest: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general form is:</a:t>
                </a:r>
                <a:br>
                  <a:rPr lang="en-US" dirty="0"/>
                </a:br>
                <a:r>
                  <a:rPr lang="en-US" dirty="0" err="1">
                    <a:latin typeface="Consolas" panose="020B0609020204030204" pitchFamily="49" charset="0"/>
                  </a:rPr>
                  <a:t>modelname</a:t>
                </a:r>
                <a:r>
                  <a:rPr lang="en-US" dirty="0">
                    <a:latin typeface="Consolas" panose="020B0609020204030204" pitchFamily="49" charset="0"/>
                  </a:rPr>
                  <a:t> &lt;- </a:t>
                </a:r>
                <a:r>
                  <a:rPr lang="en-US" dirty="0" err="1">
                    <a:latin typeface="Consolas" panose="020B0609020204030204" pitchFamily="49" charset="0"/>
                  </a:rPr>
                  <a:t>lm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y~x</a:t>
                </a:r>
                <a:r>
                  <a:rPr lang="en-US" dirty="0">
                    <a:latin typeface="Consolas" panose="020B0609020204030204" pitchFamily="49" charset="0"/>
                  </a:rPr>
                  <a:t>, data=</a:t>
                </a:r>
                <a:r>
                  <a:rPr lang="en-US" dirty="0" err="1">
                    <a:latin typeface="Consolas" panose="020B0609020204030204" pitchFamily="49" charset="0"/>
                  </a:rPr>
                  <a:t>dataname</a:t>
                </a:r>
                <a:r>
                  <a:rPr lang="en-US" dirty="0">
                    <a:latin typeface="Consolas" panose="020B0609020204030204" pitchFamily="49" charset="0"/>
                  </a:rPr>
                  <a:t>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resulting model data can be retrieved and includes: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Consolas" panose="020B0609020204030204" pitchFamily="49" charset="0"/>
                  </a:rPr>
                  <a:t>coefficients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Consolas" panose="020B0609020204030204" pitchFamily="49" charset="0"/>
                  </a:rPr>
                  <a:t>residuals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 err="1">
                    <a:latin typeface="Consolas" panose="020B0609020204030204" pitchFamily="49" charset="0"/>
                  </a:rPr>
                  <a:t>fitted.values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  <a:blipFill>
                <a:blip r:embed="rId2"/>
                <a:stretch>
                  <a:fillRect l="-1019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5E34AB-B589-2552-6A84-4F89C96F4A24}"/>
                  </a:ext>
                </a:extLst>
              </p14:cNvPr>
              <p14:cNvContentPartPr/>
              <p14:nvPr/>
            </p14:nvContentPartPr>
            <p14:xfrm>
              <a:off x="1052640" y="3142080"/>
              <a:ext cx="3110400" cy="297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5E34AB-B589-2552-6A84-4F89C96F4A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3280" y="3132720"/>
                <a:ext cx="3129120" cy="29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792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Fit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Your Turn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Find the best-fit line by using the </a:t>
            </a:r>
            <a:r>
              <a:rPr lang="en-US" dirty="0" err="1"/>
              <a:t>lm</a:t>
            </a:r>
            <a:r>
              <a:rPr lang="en-US" dirty="0"/>
              <a:t>() function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Write the best-fit equation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Interpret the parameter estimates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B6D10-B212-4CE4-8629-3D5D37DB5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64" y="3067050"/>
            <a:ext cx="4850186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469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Output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&gt; model1 &lt;- </a:t>
            </a:r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tg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, data=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&gt; summary(model1)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-67.135 -25.703  -6.967  14.450 216.508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</a:rPr>
              <a:t>Pr</a:t>
            </a:r>
            <a:r>
              <a:rPr lang="en-US" sz="11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(Intercept)   4.1458    12.9107   0.321    0.748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       3.4544     0.5774   5.983  1.1e-08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 standard error: 40.12 on 186 degrees of freedom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Multiple R-squared:  0.1614,	Adjusted R-squared:  0.1569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F-statistic: 35.79 on 1 and 186 DF,  p-value: 1.104e-08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F5CF6F-9A71-42E5-A885-A7C291538B68}"/>
              </a:ext>
            </a:extLst>
          </p:cNvPr>
          <p:cNvSpPr/>
          <p:nvPr/>
        </p:nvSpPr>
        <p:spPr>
          <a:xfrm>
            <a:off x="4736497" y="1589699"/>
            <a:ext cx="4324953" cy="85782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This gives information about the residuals. Remember: we want them to be normally distributed with mean 0.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673A0-FDBE-4ED1-9AF6-5E5B2670C1AE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810001" y="2018612"/>
            <a:ext cx="926496" cy="77380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84DC1E1-2C08-46EC-9251-00C69D46CF96}"/>
                  </a:ext>
                </a:extLst>
              </p:cNvPr>
              <p:cNvSpPr/>
              <p:nvPr/>
            </p:nvSpPr>
            <p:spPr>
              <a:xfrm>
                <a:off x="4806648" y="2757109"/>
                <a:ext cx="2578703" cy="428913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=4.15+3.45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𝐵𝑀𝐼</m:t>
                          </m:r>
                        </m:sub>
                      </m:sSub>
                    </m:oMath>
                  </m:oMathPara>
                </a14:m>
                <a:endParaRPr lang="en-US" sz="1600" b="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84DC1E1-2C08-46EC-9251-00C69D46C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648" y="2757109"/>
                <a:ext cx="2578703" cy="4289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CDE46E-C605-45BE-9866-BD2BC57200A9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501900" y="2971566"/>
            <a:ext cx="2304748" cy="7004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A41931-AD5B-4DEE-BB20-52A51BE41810}"/>
              </a:ext>
            </a:extLst>
          </p:cNvPr>
          <p:cNvSpPr/>
          <p:nvPr/>
        </p:nvSpPr>
        <p:spPr>
          <a:xfrm>
            <a:off x="5365448" y="3630981"/>
            <a:ext cx="2578703" cy="42891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6417D9-415D-44E4-B5F5-396728702E8A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060700" y="3845438"/>
            <a:ext cx="2304748" cy="7004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0A0200-7388-A430-8448-7BCC3C9AFBCD}"/>
                  </a:ext>
                </a:extLst>
              </p14:cNvPr>
              <p14:cNvContentPartPr/>
              <p14:nvPr/>
            </p14:nvContentPartPr>
            <p14:xfrm>
              <a:off x="2352240" y="4482720"/>
              <a:ext cx="848880" cy="235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0A0200-7388-A430-8448-7BCC3C9AFB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2880" y="4473360"/>
                <a:ext cx="867600" cy="2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2434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Output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6C33B75-2029-4CCE-AB04-57C54E57F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=4.15+3.45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Slope – </a:t>
                </a:r>
                <a:r>
                  <a:rPr lang="en-US" dirty="0"/>
                  <a:t>For each 1-unit increase in BMI, the value of triglycerides is expected to increase by 3.45.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Intercept – </a:t>
                </a:r>
                <a:r>
                  <a:rPr lang="en-US" dirty="0"/>
                  <a:t>When BMI=0, the expected value of triglycerides is 4.15 (not very helpful here).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6C33B75-2029-4CCE-AB04-57C54E57F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  <a:blipFill>
                <a:blip r:embed="rId2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65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of Determination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the amount of variation in Y explained by the model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It is closely associated with the correlation coefficient – it is literally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Larger values indicate that our model fits better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In our example, 16.1% of the variation in triglycerides is explained by BMI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  <a:blipFill>
                <a:blip r:embed="rId2"/>
                <a:stretch>
                  <a:fillRect l="-998" t="-233" r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B99E8B-5BEF-83F3-5540-6B81F8EE0680}"/>
                  </a:ext>
                </a:extLst>
              </p14:cNvPr>
              <p14:cNvContentPartPr/>
              <p14:nvPr/>
            </p14:nvContentPartPr>
            <p14:xfrm>
              <a:off x="4534200" y="271440"/>
              <a:ext cx="5626800" cy="172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B99E8B-5BEF-83F3-5540-6B81F8EE06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4840" y="262080"/>
                <a:ext cx="5645520" cy="174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7940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 dirty="0"/>
                  <a:t>Correlation Coefficient: </a:t>
                </a:r>
                <a:r>
                  <a:rPr lang="en-US" dirty="0"/>
                  <a:t>how strongly two variables are related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Regression Coefficients: </a:t>
                </a:r>
                <a:r>
                  <a:rPr lang="en-US" dirty="0"/>
                  <a:t>the nature of how two variables are related.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Note: the hypothesis tests for correlation and regression are equivalent!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(The population correlation coefficient = 0)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(The population regression slope = 0)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And the two measures are closely related: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  <a:blipFill>
                <a:blip r:embed="rId2"/>
                <a:stretch>
                  <a:fillRect l="-998" t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3F41A4-22C1-472F-B78E-DC4627CA396F}"/>
                  </a:ext>
                </a:extLst>
              </p14:cNvPr>
              <p14:cNvContentPartPr/>
              <p14:nvPr/>
            </p14:nvContentPartPr>
            <p14:xfrm>
              <a:off x="880560" y="1247760"/>
              <a:ext cx="6524640" cy="5447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3F41A4-22C1-472F-B78E-DC4627CA39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1200" y="1238400"/>
                <a:ext cx="6543360" cy="546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3283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go back to our example and check the assumptions of linear regression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400" dirty="0">
                <a:latin typeface="Consolas" panose="020B0609020204030204" pitchFamily="49" charset="0"/>
              </a:rPr>
              <a:t>model1 &lt;- </a:t>
            </a:r>
            <a:r>
              <a:rPr lang="en-US" sz="2400" dirty="0" err="1">
                <a:latin typeface="Consolas" panose="020B0609020204030204" pitchFamily="49" charset="0"/>
              </a:rPr>
              <a:t>lm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tg</a:t>
            </a:r>
            <a:r>
              <a:rPr lang="en-US" sz="2400" dirty="0">
                <a:latin typeface="Consolas" panose="020B0609020204030204" pitchFamily="49" charset="0"/>
              </a:rPr>
              <a:t> ~ </a:t>
            </a:r>
            <a:r>
              <a:rPr lang="en-US" sz="2400" dirty="0" err="1">
                <a:latin typeface="Consolas" panose="020B0609020204030204" pitchFamily="49" charset="0"/>
              </a:rPr>
              <a:t>bmi_new</a:t>
            </a:r>
            <a:r>
              <a:rPr lang="en-US" sz="2400" dirty="0">
                <a:latin typeface="Consolas" panose="020B0609020204030204" pitchFamily="49" charset="0"/>
              </a:rPr>
              <a:t>, data=</a:t>
            </a:r>
            <a:r>
              <a:rPr lang="en-US" sz="2400" dirty="0" err="1">
                <a:latin typeface="Consolas" panose="020B0609020204030204" pitchFamily="49" charset="0"/>
              </a:rPr>
              <a:t>chol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Remember – LINE!</a:t>
            </a:r>
          </a:p>
        </p:txBody>
      </p:sp>
    </p:spTree>
    <p:extLst>
      <p:ext uri="{BB962C8B-B14F-4D97-AF65-F5344CB8AC3E}">
        <p14:creationId xmlns:p14="http://schemas.microsoft.com/office/powerpoint/2010/main" val="2062876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Linearity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the residuals vs. the fitted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We want to see that there is no pattern evident in this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11137-35E8-4A20-B0D4-0A9F874C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2" y="3040933"/>
            <a:ext cx="6844728" cy="3334360"/>
          </a:xfrm>
          <a:prstGeom prst="rect">
            <a:avLst/>
          </a:prstGeom>
        </p:spPr>
      </p:pic>
      <p:pic>
        <p:nvPicPr>
          <p:cNvPr id="5" name="Graphic 4" descr="Close">
            <a:extLst>
              <a:ext uri="{FF2B5EF4-FFF2-40B4-BE49-F238E27FC236}">
                <a16:creationId xmlns:a16="http://schemas.microsoft.com/office/drawing/2014/main" id="{5B086CD3-01B7-46A0-861D-2FA960F4C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6200" y="3277394"/>
            <a:ext cx="914400" cy="914400"/>
          </a:xfrm>
          <a:prstGeom prst="rect">
            <a:avLst/>
          </a:prstGeom>
        </p:spPr>
      </p:pic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865C9A6F-4BCD-48D8-BD94-9209D4E7A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0504" y="32773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75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74EEEA-8298-8F55-E697-E99C9991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212" y="2272506"/>
            <a:ext cx="4168588" cy="3985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Linearity –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the residuals vs. the fitted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Does it seem like there is a pattern evident?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plot(model1, which=1) # residuals vs fitted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+   </a:t>
            </a:r>
            <a:r>
              <a:rPr lang="en-US" sz="1200" dirty="0" err="1">
                <a:latin typeface="Consolas" panose="020B0609020204030204" pitchFamily="49" charset="0"/>
              </a:rPr>
              <a:t>ggplot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aes</a:t>
            </a:r>
            <a:r>
              <a:rPr lang="en-US" sz="1200" dirty="0">
                <a:latin typeface="Consolas" panose="020B0609020204030204" pitchFamily="49" charset="0"/>
              </a:rPr>
              <a:t>(x=model1$fitted.values, y=model1$residuals))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+   </a:t>
            </a:r>
            <a:r>
              <a:rPr lang="en-US" sz="1200" dirty="0" err="1">
                <a:latin typeface="Consolas" panose="020B0609020204030204" pitchFamily="49" charset="0"/>
              </a:rPr>
              <a:t>geom_point</a:t>
            </a:r>
            <a:r>
              <a:rPr lang="en-US" sz="12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+   </a:t>
            </a:r>
            <a:r>
              <a:rPr lang="en-US" sz="1200" dirty="0" err="1">
                <a:latin typeface="Consolas" panose="020B0609020204030204" pitchFamily="49" charset="0"/>
              </a:rPr>
              <a:t>geom_smooth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97904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Normality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a histogram of the residuals, a QQ plot, and get diagnostics on the residuals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7" name="Picture 2" descr="normal q-q plot regression interpretation">
            <a:extLst>
              <a:ext uri="{FF2B5EF4-FFF2-40B4-BE49-F238E27FC236}">
                <a16:creationId xmlns:a16="http://schemas.microsoft.com/office/drawing/2014/main" id="{B7D9BFB4-F002-46F5-9F09-8AD8C04A9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652" y="2935566"/>
            <a:ext cx="6886696" cy="337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39461A43-1FC4-4419-9C87-DDB24DC28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0504" y="3165475"/>
            <a:ext cx="914400" cy="914400"/>
          </a:xfrm>
          <a:prstGeom prst="rect">
            <a:avLst/>
          </a:prstGeom>
        </p:spPr>
      </p:pic>
      <p:pic>
        <p:nvPicPr>
          <p:cNvPr id="12" name="Graphic 11" descr="Close">
            <a:extLst>
              <a:ext uri="{FF2B5EF4-FFF2-40B4-BE49-F238E27FC236}">
                <a16:creationId xmlns:a16="http://schemas.microsoft.com/office/drawing/2014/main" id="{21549CB6-54DC-4995-B335-094072D35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6704" y="32773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74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Normality –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a histogram of the residuals, a QQ plot, and get diagnostics on the residuals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(x=model1$fitted.values, y=model1$residuals))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geom_point</a:t>
            </a:r>
            <a:r>
              <a:rPr lang="en-US" sz="16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geom_smooth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(sample=model1$residuals))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geom_qq</a:t>
            </a:r>
            <a:r>
              <a:rPr lang="en-US" sz="16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geom_qq_line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summary(model1$residuals)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79729B-4E26-4678-90AC-D1633FFA9238}"/>
              </a:ext>
            </a:extLst>
          </p:cNvPr>
          <p:cNvSpPr/>
          <p:nvPr/>
        </p:nvSpPr>
        <p:spPr>
          <a:xfrm>
            <a:off x="3327098" y="3373927"/>
            <a:ext cx="2768902" cy="60007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Look for a normal distribution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5E38B2-3A98-45FA-A27C-16800700D373}"/>
              </a:ext>
            </a:extLst>
          </p:cNvPr>
          <p:cNvSpPr/>
          <p:nvPr/>
        </p:nvSpPr>
        <p:spPr>
          <a:xfrm>
            <a:off x="3327098" y="4496332"/>
            <a:ext cx="2768902" cy="60007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Look for points that align with the line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94DC0E-9573-47A8-A69F-8F50E31A04CA}"/>
              </a:ext>
            </a:extLst>
          </p:cNvPr>
          <p:cNvSpPr/>
          <p:nvPr/>
        </p:nvSpPr>
        <p:spPr>
          <a:xfrm>
            <a:off x="993962" y="5647268"/>
            <a:ext cx="2768902" cy="60007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Look for mean roughly equal to the median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529EF-2759-1AD9-51DB-A7A50D356E41}"/>
              </a:ext>
            </a:extLst>
          </p:cNvPr>
          <p:cNvSpPr txBox="1"/>
          <p:nvPr/>
        </p:nvSpPr>
        <p:spPr>
          <a:xfrm>
            <a:off x="8139953" y="2068883"/>
            <a:ext cx="36964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Alternatively:</a:t>
            </a:r>
          </a:p>
          <a:p>
            <a:endParaRPr lang="en-US" dirty="0"/>
          </a:p>
          <a:p>
            <a:r>
              <a:rPr lang="en-US" dirty="0"/>
              <a:t>Histogram of residuals</a:t>
            </a:r>
          </a:p>
          <a:p>
            <a:r>
              <a:rPr lang="en-US" dirty="0">
                <a:latin typeface="Consolas" panose="020B0609020204030204" pitchFamily="49" charset="0"/>
              </a:rPr>
              <a:t>hist(model1$resid) </a:t>
            </a:r>
          </a:p>
          <a:p>
            <a:endParaRPr lang="en-US" dirty="0"/>
          </a:p>
          <a:p>
            <a:r>
              <a:rPr lang="en-US" dirty="0"/>
              <a:t>QQ plot of residuals</a:t>
            </a:r>
          </a:p>
          <a:p>
            <a:r>
              <a:rPr lang="en-US" dirty="0">
                <a:latin typeface="Consolas" panose="020B0609020204030204" pitchFamily="49" charset="0"/>
              </a:rPr>
              <a:t>plot(model1, which=2)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0004C-8861-9F41-0BA7-5E381DC2A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953" y="4139007"/>
            <a:ext cx="2671483" cy="255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493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Equal Variance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the residuals across the X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The variance of the residuals shouldn’t change across 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4BDEB-E5D3-4167-A54D-9937235C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664" y="2965447"/>
            <a:ext cx="3536023" cy="331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221B1A-A3A2-4294-8FC7-68C1A3239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26" y="3257549"/>
            <a:ext cx="4286748" cy="3114675"/>
          </a:xfrm>
          <a:prstGeom prst="rect">
            <a:avLst/>
          </a:prstGeom>
        </p:spPr>
      </p:pic>
      <p:pic>
        <p:nvPicPr>
          <p:cNvPr id="11" name="Graphic 10" descr="Checkmark">
            <a:extLst>
              <a:ext uri="{FF2B5EF4-FFF2-40B4-BE49-F238E27FC236}">
                <a16:creationId xmlns:a16="http://schemas.microsoft.com/office/drawing/2014/main" id="{73AE1EB3-92A5-4402-BE26-E9AA96DEA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253" y="3144042"/>
            <a:ext cx="914400" cy="914400"/>
          </a:xfrm>
          <a:prstGeom prst="rect">
            <a:avLst/>
          </a:prstGeom>
        </p:spPr>
      </p:pic>
      <p:pic>
        <p:nvPicPr>
          <p:cNvPr id="12" name="Graphic 11" descr="Close">
            <a:extLst>
              <a:ext uri="{FF2B5EF4-FFF2-40B4-BE49-F238E27FC236}">
                <a16:creationId xmlns:a16="http://schemas.microsoft.com/office/drawing/2014/main" id="{134474C7-572C-4E71-85E9-4F6A90A5A8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5927" y="305494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606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Equal Variance –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What do we think about the assumption of constant variance?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plot(model1, which=1) # residuals vs fitted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+   </a:t>
            </a:r>
            <a:r>
              <a:rPr lang="en-US" sz="1400" dirty="0" err="1">
                <a:latin typeface="Consolas" panose="020B0609020204030204" pitchFamily="49" charset="0"/>
              </a:rPr>
              <a:t>ggplot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aes</a:t>
            </a:r>
            <a:r>
              <a:rPr lang="en-US" sz="1400" dirty="0">
                <a:latin typeface="Consolas" panose="020B0609020204030204" pitchFamily="49" charset="0"/>
              </a:rPr>
              <a:t>(x=model1$fitted.values, y=model1$residuals))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+   </a:t>
            </a:r>
            <a:r>
              <a:rPr lang="en-US" sz="1400" dirty="0" err="1">
                <a:latin typeface="Consolas" panose="020B0609020204030204" pitchFamily="49" charset="0"/>
              </a:rPr>
              <a:t>geom_point</a:t>
            </a:r>
            <a:r>
              <a:rPr lang="en-US" sz="14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+   </a:t>
            </a:r>
            <a:r>
              <a:rPr lang="en-US" sz="1400" dirty="0" err="1">
                <a:latin typeface="Consolas" panose="020B0609020204030204" pitchFamily="49" charset="0"/>
              </a:rPr>
              <a:t>geom_smooth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FFA27-E09D-5098-6C3A-B05C3602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212" y="2272506"/>
            <a:ext cx="4168588" cy="398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96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Assumptions Are Not 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Change our variables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Convert variables to categorical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Transform the outcome variable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Transform the predictor variable</a:t>
            </a:r>
          </a:p>
          <a:p>
            <a:pPr>
              <a:lnSpc>
                <a:spcPct val="120000"/>
              </a:lnSpc>
            </a:pPr>
            <a:r>
              <a:rPr lang="en-US" dirty="0"/>
              <a:t>Examine your predictors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You may be omitting important predictors – we will discuss in multiple regression</a:t>
            </a:r>
          </a:p>
          <a:p>
            <a:pPr>
              <a:lnSpc>
                <a:spcPct val="120000"/>
              </a:lnSpc>
            </a:pPr>
            <a:r>
              <a:rPr lang="en-US" dirty="0"/>
              <a:t>Change your modeling approach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Use another model such as logistic, Poisson, etc.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32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 know how to look at the relationship between a continuous predictor and a continuous outcome</a:t>
            </a:r>
          </a:p>
          <a:p>
            <a:pPr>
              <a:lnSpc>
                <a:spcPct val="120000"/>
              </a:lnSpc>
            </a:pPr>
            <a:r>
              <a:rPr lang="en-US" dirty="0"/>
              <a:t>Let’s look at how to model a dichotomous/binary predictor </a:t>
            </a:r>
          </a:p>
          <a:p>
            <a:pPr>
              <a:lnSpc>
                <a:spcPct val="120000"/>
              </a:lnSpc>
            </a:pPr>
            <a:r>
              <a:rPr lang="en-US" dirty="0"/>
              <a:t>Example: how does gender relate to HDL cholesterol?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6E96ED-F50E-DCBD-2753-0A40D50AAE63}"/>
                  </a:ext>
                </a:extLst>
              </p14:cNvPr>
              <p14:cNvContentPartPr/>
              <p14:nvPr/>
            </p14:nvContentPartPr>
            <p14:xfrm>
              <a:off x="1298160" y="249480"/>
              <a:ext cx="10270800" cy="605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6E96ED-F50E-DCBD-2753-0A40D50AAE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8800" y="240120"/>
                <a:ext cx="10289520" cy="607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17505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Option 1. </a:t>
            </a:r>
            <a:r>
              <a:rPr lang="en-US" dirty="0"/>
              <a:t>We already know how to perform a t-test for this relationship! (I’ll assume the variance in HDL is the same for male and female)</a:t>
            </a: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t.test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~ gender, </a:t>
            </a:r>
            <a:r>
              <a:rPr lang="en-US" sz="1400" dirty="0" err="1">
                <a:latin typeface="Consolas" panose="020B0609020204030204" pitchFamily="49" charset="0"/>
              </a:rPr>
              <a:t>var.equal</a:t>
            </a:r>
            <a:r>
              <a:rPr lang="en-US" sz="1400" dirty="0">
                <a:latin typeface="Consolas" panose="020B0609020204030204" pitchFamily="49" charset="0"/>
              </a:rPr>
              <a:t>=T,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	Two Sample t-test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data:  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by gender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t = 3.1333, df = 186, p-value = 0.002009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alternative hypothesis: true difference in means is not equal to 0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95 percent confidence interval: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1.855813 8.165463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sample estimates: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mean in group Female   mean in group Male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51.22340             46.21277 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4E77F7-B8E8-0943-78AD-69F4EB275037}"/>
                  </a:ext>
                </a:extLst>
              </p14:cNvPr>
              <p14:cNvContentPartPr/>
              <p14:nvPr/>
            </p14:nvContentPartPr>
            <p14:xfrm>
              <a:off x="1281960" y="2006280"/>
              <a:ext cx="7466760" cy="433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4E77F7-B8E8-0943-78AD-69F4EB2750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2600" y="1996920"/>
                <a:ext cx="7485480" cy="435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448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84" y="1466850"/>
            <a:ext cx="11331018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Option 2. </a:t>
            </a:r>
            <a:r>
              <a:rPr lang="en-US" dirty="0"/>
              <a:t>We could also answer this question using a regression framework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Best to code X as an </a:t>
            </a:r>
            <a:r>
              <a:rPr lang="en-US" b="1" dirty="0"/>
              <a:t>“indicator” variable </a:t>
            </a:r>
            <a:r>
              <a:rPr lang="en-US" dirty="0"/>
              <a:t>(takes values of 0 and 1)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“baseline” category should be coded 0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“other” category should be coded 1 </a:t>
            </a:r>
            <a:br>
              <a:rPr lang="en-US" dirty="0"/>
            </a:br>
            <a:r>
              <a:rPr lang="en-US" dirty="0"/>
              <a:t>(i.e., a 1-unit higher X compares “other” group to “baseline” group)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AF346B-D4E8-573C-78EA-425F251B6CD7}"/>
                  </a:ext>
                </a:extLst>
              </p14:cNvPr>
              <p14:cNvContentPartPr/>
              <p14:nvPr/>
            </p14:nvContentPartPr>
            <p14:xfrm>
              <a:off x="1922760" y="300960"/>
              <a:ext cx="8740800" cy="4760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AF346B-D4E8-573C-78EA-425F251B6C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3400" y="291600"/>
                <a:ext cx="8759520" cy="477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31068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Let’s use the indicator variable for female,</a:t>
            </a:r>
            <a:br>
              <a:rPr lang="en-US" dirty="0"/>
            </a:br>
            <a:r>
              <a:rPr lang="en-US" dirty="0"/>
              <a:t>checking the distribution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table(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chol$female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0  1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95 95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Let’s plot HDL vs. female, </a:t>
            </a:r>
            <a:br>
              <a:rPr lang="en-US" dirty="0"/>
            </a:br>
            <a:r>
              <a:rPr lang="en-US" dirty="0"/>
              <a:t>fit a linear regression, </a:t>
            </a:r>
            <a:br>
              <a:rPr lang="en-US" dirty="0"/>
            </a:br>
            <a:r>
              <a:rPr lang="en-US" dirty="0"/>
              <a:t>and plot the estimated line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hdl~female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fit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hdl~female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(fit, col="red")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C9FD1-5942-F238-1502-4DB7BDFC7D7F}"/>
              </a:ext>
            </a:extLst>
          </p:cNvPr>
          <p:cNvSpPr txBox="1"/>
          <p:nvPr/>
        </p:nvSpPr>
        <p:spPr>
          <a:xfrm>
            <a:off x="7654565" y="1144806"/>
            <a:ext cx="38272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1620B-6406-3B2C-9E2D-6237B65FD4B1}"/>
              </a:ext>
            </a:extLst>
          </p:cNvPr>
          <p:cNvSpPr txBox="1"/>
          <p:nvPr/>
        </p:nvSpPr>
        <p:spPr>
          <a:xfrm>
            <a:off x="7528351" y="406142"/>
            <a:ext cx="4402317" cy="13542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/>
              <a:t>Similar </a:t>
            </a:r>
            <a:r>
              <a:rPr lang="en-US" b="1" dirty="0" err="1"/>
              <a:t>ggplot</a:t>
            </a:r>
            <a:r>
              <a:rPr lang="en-US" b="1" dirty="0"/>
              <a:t>:</a:t>
            </a:r>
            <a:br>
              <a:rPr lang="en-US" dirty="0"/>
            </a:b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(x=female, y=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+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+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(method="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9" name="Picture 8" descr="A graph with a red line&#10;&#10;Description automatically generated">
            <a:extLst>
              <a:ext uri="{FF2B5EF4-FFF2-40B4-BE49-F238E27FC236}">
                <a16:creationId xmlns:a16="http://schemas.microsoft.com/office/drawing/2014/main" id="{5F1BD78B-97A2-8884-DB44-3BA5B36070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90" r="5272"/>
          <a:stretch/>
        </p:blipFill>
        <p:spPr>
          <a:xfrm>
            <a:off x="7528351" y="2470369"/>
            <a:ext cx="3953496" cy="37923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A6DFE0-896F-0FF1-5ED7-97FB8CACE55A}"/>
                  </a:ext>
                </a:extLst>
              </p14:cNvPr>
              <p14:cNvContentPartPr/>
              <p14:nvPr/>
            </p14:nvContentPartPr>
            <p14:xfrm>
              <a:off x="1180800" y="321840"/>
              <a:ext cx="10666800" cy="6404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A6DFE0-896F-0FF1-5ED7-97FB8CACE5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1440" y="312480"/>
                <a:ext cx="10685520" cy="64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39773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6090501" cy="522605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Your turn!</a:t>
            </a:r>
          </a:p>
          <a:p>
            <a:pPr>
              <a:lnSpc>
                <a:spcPct val="120000"/>
              </a:lnSpc>
            </a:pPr>
            <a:r>
              <a:rPr lang="en-US" dirty="0"/>
              <a:t>Run the regression of HDL vs. sex and find the estimated regression coefficients</a:t>
            </a:r>
          </a:p>
          <a:p>
            <a:pPr>
              <a:lnSpc>
                <a:spcPct val="120000"/>
              </a:lnSpc>
            </a:pPr>
            <a:r>
              <a:rPr lang="en-US" dirty="0"/>
              <a:t>What is the value of the y-intercept, and what is its interpretation?</a:t>
            </a:r>
          </a:p>
          <a:p>
            <a:pPr>
              <a:lnSpc>
                <a:spcPct val="120000"/>
              </a:lnSpc>
            </a:pPr>
            <a:r>
              <a:rPr lang="en-US" dirty="0"/>
              <a:t>What is the value of the slope, and what is its interpretation?</a:t>
            </a:r>
          </a:p>
          <a:p>
            <a:pPr>
              <a:lnSpc>
                <a:spcPct val="120000"/>
              </a:lnSpc>
            </a:pPr>
            <a:r>
              <a:rPr lang="en-US" dirty="0"/>
              <a:t>What would be the value of the slope if there were no difference in HDL between males and females?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pic>
        <p:nvPicPr>
          <p:cNvPr id="5" name="Picture 4" descr="A graph with a red line&#10;&#10;Description automatically generated">
            <a:extLst>
              <a:ext uri="{FF2B5EF4-FFF2-40B4-BE49-F238E27FC236}">
                <a16:creationId xmlns:a16="http://schemas.microsoft.com/office/drawing/2014/main" id="{4D6EFCCA-CF8E-2080-6B55-B3E4E1C8F7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90" r="5272"/>
          <a:stretch/>
        </p:blipFill>
        <p:spPr>
          <a:xfrm>
            <a:off x="7412061" y="998407"/>
            <a:ext cx="4344583" cy="41674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853F81-5A08-72C4-FD92-10AA65EF6F9A}"/>
                  </a:ext>
                </a:extLst>
              </p14:cNvPr>
              <p14:cNvContentPartPr/>
              <p14:nvPr/>
            </p14:nvContentPartPr>
            <p14:xfrm>
              <a:off x="2411640" y="1972800"/>
              <a:ext cx="3378600" cy="698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853F81-5A08-72C4-FD92-10AA65EF6F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2280" y="1963440"/>
                <a:ext cx="3397320" cy="71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34368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t-test and 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D3490-CEAA-45BC-8817-1998675755B8}"/>
              </a:ext>
            </a:extLst>
          </p:cNvPr>
          <p:cNvSpPr txBox="1"/>
          <p:nvPr/>
        </p:nvSpPr>
        <p:spPr>
          <a:xfrm>
            <a:off x="247650" y="1762195"/>
            <a:ext cx="573405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t.test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~ gender, </a:t>
            </a:r>
            <a:r>
              <a:rPr lang="en-US" sz="1400" dirty="0" err="1">
                <a:latin typeface="Consolas" panose="020B0609020204030204" pitchFamily="49" charset="0"/>
              </a:rPr>
              <a:t>var.equal</a:t>
            </a:r>
            <a:r>
              <a:rPr lang="en-US" sz="1400" dirty="0">
                <a:latin typeface="Consolas" panose="020B0609020204030204" pitchFamily="49" charset="0"/>
              </a:rPr>
              <a:t>=T,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	Two Sample t-test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data:  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by gender</a:t>
            </a:r>
          </a:p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t = 3.1333</a:t>
            </a:r>
            <a:r>
              <a:rPr lang="en-US" sz="1400" dirty="0">
                <a:latin typeface="Consolas" panose="020B0609020204030204" pitchFamily="49" charset="0"/>
              </a:rPr>
              <a:t>, df = 186, p-value = </a:t>
            </a:r>
            <a:r>
              <a:rPr lang="en-US" sz="1400" dirty="0">
                <a:highlight>
                  <a:srgbClr val="00FFFF"/>
                </a:highlight>
                <a:latin typeface="Consolas" panose="020B0609020204030204" pitchFamily="49" charset="0"/>
              </a:rPr>
              <a:t>0.002009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alternative hypothesis: true difference in means is not equal to 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95 percent confidence interval: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1.855813 8.165463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sample estimates: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mean in group Female   mean in group Male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51.22340</a:t>
            </a:r>
            <a:r>
              <a:rPr lang="en-US" sz="1400" dirty="0">
                <a:latin typeface="Consolas" panose="020B0609020204030204" pitchFamily="49" charset="0"/>
              </a:rPr>
              <a:t>             46.21277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3E888-0100-4699-8D98-27FA722A6DE1}"/>
              </a:ext>
            </a:extLst>
          </p:cNvPr>
          <p:cNvSpPr txBox="1"/>
          <p:nvPr/>
        </p:nvSpPr>
        <p:spPr>
          <a:xfrm>
            <a:off x="5981700" y="1762195"/>
            <a:ext cx="60960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fit &lt;- </a:t>
            </a: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hdl~gender</a:t>
            </a:r>
            <a:r>
              <a:rPr lang="en-US" sz="1400" dirty="0">
                <a:latin typeface="Consolas" panose="020B0609020204030204" pitchFamily="49" charset="0"/>
              </a:rPr>
              <a:t>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&gt; summary(fit)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(Intercept)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51.223</a:t>
            </a:r>
            <a:r>
              <a:rPr lang="en-US" sz="1400" dirty="0">
                <a:latin typeface="Consolas" panose="020B0609020204030204" pitchFamily="49" charset="0"/>
              </a:rPr>
              <a:t>      1.131  45.299  &lt; 2e-16 ***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genderMale</a:t>
            </a:r>
            <a:r>
              <a:rPr lang="en-US" sz="1400" dirty="0">
                <a:latin typeface="Consolas" panose="020B0609020204030204" pitchFamily="49" charset="0"/>
              </a:rPr>
              <a:t>    -5.011      1.599  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-3.133  </a:t>
            </a:r>
            <a:r>
              <a:rPr lang="en-US" sz="1400" dirty="0">
                <a:highlight>
                  <a:srgbClr val="00FFFF"/>
                </a:highlight>
                <a:latin typeface="Consolas" panose="020B0609020204030204" pitchFamily="49" charset="0"/>
              </a:rPr>
              <a:t>0.00201</a:t>
            </a:r>
            <a:r>
              <a:rPr lang="en-US" sz="1400" dirty="0">
                <a:latin typeface="Consolas" panose="020B0609020204030204" pitchFamily="49" charset="0"/>
              </a:rPr>
              <a:t> **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0 ‘***’ 0.001 ‘**’ 0.01 ‘*’ 0.05 ‘.’ 0.1 ‘ ’ 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 standard error: 10.96 on 186 degrees of freedom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Multiple R-squared:  0.05014, Adjusted R-squared:  0.04503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F-statistic: 9.818 on 1 and 186 DF,  p-value: 0.002009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C10739-DA38-0FAA-096C-E343DBA0F461}"/>
                  </a:ext>
                </a:extLst>
              </p14:cNvPr>
              <p14:cNvContentPartPr/>
              <p14:nvPr/>
            </p14:nvContentPartPr>
            <p14:xfrm>
              <a:off x="184680" y="201600"/>
              <a:ext cx="11476800" cy="4766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C10739-DA38-0FAA-096C-E343DBA0F4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20" y="192240"/>
                <a:ext cx="11495520" cy="478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47162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8FB1-5ABA-F914-4154-0114AB17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Topics &amp;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F66B-5F41-ACF9-53AC-E16EB377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2" cy="4351338"/>
          </a:xfrm>
        </p:spPr>
        <p:txBody>
          <a:bodyPr/>
          <a:lstStyle/>
          <a:p>
            <a:r>
              <a:rPr lang="en-US" dirty="0"/>
              <a:t>Explore Dr. Sandy Eckel’s career path + current work</a:t>
            </a:r>
          </a:p>
          <a:p>
            <a:r>
              <a:rPr lang="en-US" dirty="0"/>
              <a:t>Define and use </a:t>
            </a:r>
            <a:r>
              <a:rPr lang="en-US" b="1" u="sng" dirty="0"/>
              <a:t>correlation</a:t>
            </a:r>
            <a:r>
              <a:rPr lang="en-US" dirty="0"/>
              <a:t> to describe linear association between two continuous variables</a:t>
            </a:r>
          </a:p>
          <a:p>
            <a:r>
              <a:rPr lang="en-US" dirty="0"/>
              <a:t>Define </a:t>
            </a:r>
            <a:r>
              <a:rPr lang="en-US" b="1" dirty="0"/>
              <a:t>linear regression </a:t>
            </a:r>
            <a:r>
              <a:rPr lang="en-US" dirty="0"/>
              <a:t>relating continuous outcome (Y) to predictor (X)</a:t>
            </a:r>
          </a:p>
          <a:p>
            <a:pPr lvl="1"/>
            <a:r>
              <a:rPr lang="en-US" dirty="0"/>
              <a:t>Continuous X </a:t>
            </a:r>
          </a:p>
          <a:p>
            <a:pPr lvl="1"/>
            <a:r>
              <a:rPr lang="en-US" dirty="0"/>
              <a:t>Binary X</a:t>
            </a:r>
          </a:p>
          <a:p>
            <a:r>
              <a:rPr lang="en-US" dirty="0"/>
              <a:t>Evaluate </a:t>
            </a:r>
            <a:r>
              <a:rPr lang="en-US" b="1" u="sng" dirty="0"/>
              <a:t>assumptions</a:t>
            </a:r>
            <a:r>
              <a:rPr lang="en-US" dirty="0"/>
              <a:t> of linear regression</a:t>
            </a:r>
          </a:p>
          <a:p>
            <a:r>
              <a:rPr lang="en-US" dirty="0"/>
              <a:t>Describe similarity between </a:t>
            </a:r>
            <a:r>
              <a:rPr lang="en-US" b="1" u="sng" dirty="0"/>
              <a:t>t-test</a:t>
            </a:r>
            <a:r>
              <a:rPr lang="en-US" dirty="0"/>
              <a:t> and linear regression with binary 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91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bestPPT" id="{F1F4BCA4-C984-894E-B819-BB8D32D226B6}" vid="{B0A982C2-C77C-7041-BB5E-E4B4907542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BEST_regression_1</Template>
  <TotalTime>5034</TotalTime>
  <Words>3732</Words>
  <Application>Microsoft Office PowerPoint</Application>
  <PresentationFormat>Widescreen</PresentationFormat>
  <Paragraphs>494</Paragraphs>
  <Slides>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Aptos</vt:lpstr>
      <vt:lpstr>Arial</vt:lpstr>
      <vt:lpstr>Calibri</vt:lpstr>
      <vt:lpstr>Calibri Light</vt:lpstr>
      <vt:lpstr>Cambria Math</vt:lpstr>
      <vt:lpstr>Consolas</vt:lpstr>
      <vt:lpstr>Courier</vt:lpstr>
      <vt:lpstr>Courier New</vt:lpstr>
      <vt:lpstr>Segoe UI</vt:lpstr>
      <vt:lpstr>Times New Roman</vt:lpstr>
      <vt:lpstr>Wingdings</vt:lpstr>
      <vt:lpstr>Office Theme</vt:lpstr>
      <vt:lpstr>LA’s BeST @ USC</vt:lpstr>
      <vt:lpstr>Topics + Learning objectives</vt:lpstr>
      <vt:lpstr>Who am I?</vt:lpstr>
      <vt:lpstr>PowerPoint Presentation</vt:lpstr>
      <vt:lpstr>Back to our learning objectives</vt:lpstr>
      <vt:lpstr>Correlation</vt:lpstr>
      <vt:lpstr>Pearson’s Correlation Coefficient</vt:lpstr>
      <vt:lpstr>Pearson’s Correlation Coefficient Examples</vt:lpstr>
      <vt:lpstr>Pearson’s Correlation Coefficient – BEWARE!</vt:lpstr>
      <vt:lpstr>Formula for r</vt:lpstr>
      <vt:lpstr>Calculating r in R</vt:lpstr>
      <vt:lpstr>Hypothesis Testing for Correlation</vt:lpstr>
      <vt:lpstr>Example 2: MPG Data set</vt:lpstr>
      <vt:lpstr>What happens when linearity assumption for  r isn’t met?</vt:lpstr>
      <vt:lpstr>Spearman’s Correlation Coefficient, r_s</vt:lpstr>
      <vt:lpstr>Calculating r_s</vt:lpstr>
      <vt:lpstr>Your turn with correlation!</vt:lpstr>
      <vt:lpstr>Introduction to linear regression What is regression?</vt:lpstr>
      <vt:lpstr>What is a line?</vt:lpstr>
      <vt:lpstr>Studying Linear Relationships using Regression</vt:lpstr>
      <vt:lpstr>The Regression Line</vt:lpstr>
      <vt:lpstr>The full regression model  Line vs. observations</vt:lpstr>
      <vt:lpstr>Predicting the mean Y at a given value of X</vt:lpstr>
      <vt:lpstr>Linear Regression in R</vt:lpstr>
      <vt:lpstr>Interpreting Linear Regression Output</vt:lpstr>
      <vt:lpstr>Interpreting Output</vt:lpstr>
      <vt:lpstr>Note on Extrapolation</vt:lpstr>
      <vt:lpstr>Note on Extrapolation</vt:lpstr>
      <vt:lpstr>Assumptions of Linear Regression</vt:lpstr>
      <vt:lpstr>Linearity</vt:lpstr>
      <vt:lpstr>Linearity</vt:lpstr>
      <vt:lpstr>Independence</vt:lpstr>
      <vt:lpstr>Normality</vt:lpstr>
      <vt:lpstr>Equality of Variances, i.e., homoscedasticity</vt:lpstr>
      <vt:lpstr>The Best Fit Line</vt:lpstr>
      <vt:lpstr>Finding the Best-Fit Line in R</vt:lpstr>
      <vt:lpstr>The Best Fit Line</vt:lpstr>
      <vt:lpstr>More Output Interpretation</vt:lpstr>
      <vt:lpstr>More Output Interpretation</vt:lpstr>
      <vt:lpstr>Coefficient of Determination</vt:lpstr>
      <vt:lpstr>Correlation vs. Regression</vt:lpstr>
      <vt:lpstr>Checking Assumptions</vt:lpstr>
      <vt:lpstr>Checking Linearity - concept</vt:lpstr>
      <vt:lpstr>Checking Linearity – our example</vt:lpstr>
      <vt:lpstr>Checking Normality - concept</vt:lpstr>
      <vt:lpstr>Checking Normality – our example</vt:lpstr>
      <vt:lpstr>Checking Equal Variance - concept</vt:lpstr>
      <vt:lpstr>Checking Equal Variance – our example</vt:lpstr>
      <vt:lpstr>When Assumptions Are Not Met</vt:lpstr>
      <vt:lpstr>Binary Predictors</vt:lpstr>
      <vt:lpstr>Binary Predictors</vt:lpstr>
      <vt:lpstr>Binary Predictors</vt:lpstr>
      <vt:lpstr>Binary Predictors</vt:lpstr>
      <vt:lpstr>Binary Predictors</vt:lpstr>
      <vt:lpstr>Comparing the t-test and regression</vt:lpstr>
      <vt:lpstr>Recap: Topics &amp; 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Pickering</dc:creator>
  <cp:lastModifiedBy>Sandrah Proctor Eckel</cp:lastModifiedBy>
  <cp:revision>37</cp:revision>
  <dcterms:created xsi:type="dcterms:W3CDTF">2021-06-19T17:44:50Z</dcterms:created>
  <dcterms:modified xsi:type="dcterms:W3CDTF">2025-06-26T20:44:44Z</dcterms:modified>
</cp:coreProperties>
</file>