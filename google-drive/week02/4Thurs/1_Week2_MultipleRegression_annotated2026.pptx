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306" r:id="rId9"/>
    <p:sldId id="307" r:id="rId10"/>
    <p:sldId id="265" r:id="rId11"/>
    <p:sldId id="266" r:id="rId12"/>
    <p:sldId id="264" r:id="rId13"/>
    <p:sldId id="325" r:id="rId14"/>
    <p:sldId id="267" r:id="rId15"/>
    <p:sldId id="268" r:id="rId16"/>
    <p:sldId id="308" r:id="rId17"/>
    <p:sldId id="309" r:id="rId18"/>
    <p:sldId id="311" r:id="rId19"/>
    <p:sldId id="312" r:id="rId20"/>
    <p:sldId id="313" r:id="rId21"/>
    <p:sldId id="310" r:id="rId22"/>
    <p:sldId id="326" r:id="rId23"/>
    <p:sldId id="314" r:id="rId24"/>
    <p:sldId id="317" r:id="rId25"/>
    <p:sldId id="269" r:id="rId26"/>
    <p:sldId id="270" r:id="rId27"/>
    <p:sldId id="315" r:id="rId28"/>
    <p:sldId id="316" r:id="rId29"/>
    <p:sldId id="318" r:id="rId30"/>
    <p:sldId id="319" r:id="rId31"/>
    <p:sldId id="320" r:id="rId32"/>
    <p:sldId id="321" r:id="rId33"/>
    <p:sldId id="322" r:id="rId34"/>
    <p:sldId id="323" r:id="rId35"/>
    <p:sldId id="32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D19D2F4-BA77-44DB-B6B6-8048B57E05E3}">
          <p14:sldIdLst>
            <p14:sldId id="256"/>
          </p14:sldIdLst>
        </p14:section>
        <p14:section name="Categorical Predictors" id="{73725E44-3A1D-48D7-8AAA-19904A40FC50}">
          <p14:sldIdLst>
            <p14:sldId id="258"/>
            <p14:sldId id="259"/>
            <p14:sldId id="260"/>
            <p14:sldId id="261"/>
            <p14:sldId id="262"/>
            <p14:sldId id="263"/>
            <p14:sldId id="306"/>
            <p14:sldId id="307"/>
            <p14:sldId id="265"/>
            <p14:sldId id="266"/>
            <p14:sldId id="264"/>
          </p14:sldIdLst>
        </p14:section>
        <p14:section name="Shared Covariance" id="{DFDA9CC6-9B73-4B7F-A640-3B801280D71D}">
          <p14:sldIdLst>
            <p14:sldId id="325"/>
            <p14:sldId id="267"/>
            <p14:sldId id="268"/>
            <p14:sldId id="308"/>
            <p14:sldId id="309"/>
            <p14:sldId id="311"/>
            <p14:sldId id="312"/>
            <p14:sldId id="313"/>
            <p14:sldId id="310"/>
            <p14:sldId id="326"/>
            <p14:sldId id="314"/>
            <p14:sldId id="317"/>
          </p14:sldIdLst>
        </p14:section>
        <p14:section name="Confounding" id="{E32B823E-767B-49B0-8792-F1EEC1E292CE}">
          <p14:sldIdLst>
            <p14:sldId id="269"/>
            <p14:sldId id="270"/>
            <p14:sldId id="315"/>
            <p14:sldId id="316"/>
          </p14:sldIdLst>
        </p14:section>
        <p14:section name="Interactions" id="{160820C7-C365-402E-B1AF-56D872C85443}">
          <p14:sldIdLst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63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4" d="100"/>
          <a:sy n="94" d="100"/>
        </p:scale>
        <p:origin x="375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591432-CBB7-384D-A97F-673ECC661E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9F6CE5-02D6-6D4F-AD45-7844B411CE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7AE39-24BF-9046-BF66-BB2858E2304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45E1F7-41DE-654A-918C-860256E539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D8D32-797E-7941-8DCD-7AA2B43770C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FAACD-045F-6042-AD24-A0A2B32F3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379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7:27:44.49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16298 11357 591 0,'-19'-5'174'0,"2"-4"254"0,2 1-315 0,0 1-77 16,5 3-2-16,2 0-2 0,4 1 2 0,1 1-3 0,1-1-1 15,2-1 2-15,0 3-5 0,2-1-4 0,1-1-5 0,1 1-6 0,3-1-17 16,1-1 12-16,2 2-11 0,2-1 18 0,1 0 1 0,1 2-4 16,3 0 7-16,1 1 5 0,3 0 1 0,4 0 23 0,0 2 0 15,4 0 0-15,3 2-22 0,7-3 15 0,3 3-17 0,8-2 12 16,2 0-9-16,5 0-10 0,3-1-3 0,3-1 8 0,5 0-5 0,2 0 2 16,4-1 3-16,5 0-7 0,6 0-6 0,1-1 6 0,-3 0-9 15,2 0 4-15,0 1-3 0,1 0-3 0,2 1-14 0,-3 0 14 16,-6 1-9-16,2 0 17 0,-2 1 1 0,0 0-9 0,4 0-12 15,-4-1 17-15,-2 1-15 0,-4 2 26 0,-4-1-3 0,3 1-5 0,-2-1 0 16,3 4 2-16,-5-2 0 0,-5 1 5 0,-2 3-6 0,-8 0-6 16,-1 2-18-16,-1-2 16 0,-5 1-13 0,-3-1 18 0,-11 1-5 15,-5 0-12-15,-3 0-14 0,-6-1 10 0,-1-1-8 0,-7-2 14 16,-6 0 1-16,-4-4-4 0,-2-1 6 0,-6 2 5 0,-7 0 1 16,-5 2 13-16,-6 2-1 0,-5 0-3 0,-3-1-28 0,-4-1 22 0,-6 0-18 15,-3-1 34-15,-3-1-6 0,-3 1-13 0,-8-1-4 0,-6 0 3 16,-6 1-2-16,-1-2 5 0,4 1 0 0,2 2-2 0,-74 5 9 15,144-8 1-15,-160 8-13 0,80-4 8 0,3-1-2 0,1 4-4 16,0 0 5-16,-2 0-1 0,-2 2 13 0,2-2-1 0,-2-1-4 16,1 3-20-16,-1 0 20 0,-2-1-17 0,-2 2 20 0,2 0-4 15,-3-1-14-15,2 2-17 0,5 1 20 0,1-1-12 0,5 2 48 16,9-3-5-16,-33 7 19 0,90-17 67 0,-46 10-163 16,32-8 93-16,12 0-6 0,6-1-12 0,11 4-28 0,11 1 20 0,10-1-17 15,10 2 34-15,12-2-6 0,6-2-13 0,17-3-21 0,16-2 10 16,9-5-12-16,15-1-1 0,5-3-9 0,12 0-12 0,12-3-46 15,4 1-2-15,12 1-12 0,-1 1-39 0,-5 1-15 0,1 0-18 16,6 0-151-16,-7 3-78 0,-11 3-28 0</inkml:trace>
  <inkml:trace contextRef="#ctx0" brushRef="#br1" timeOffset="17226.84">2632 1211 559 0,'-2'-6'210'0,"1"-1"248"0,0 1-235 0,1-2-36 0,0 1-38 0,1 0-29 15,0 0-16-15,1 0-27 0,-2-2-17 0,1 2 16 16,-1-1-24-16,-2 1 19 0,0 0-11 0,-2-1-12 0,0 0-5 16,-3-1 13-16,0 3-15 0,-2-2 12 0,-1 2-7 0,-2 0-12 0,-1-1-20 15,-3 2 16-15,-1 1-22 0,-3 2 21 0,0 0-6 16,-1 1-11-16,0 1-7 0,1 0 10 0,0 1-12 0,-4 1 16 15,0 1-5-15,2 1-6 0,-3-1-2 0,5 3 0 16,0-1 0-16,-3 3 0 0,3 0-2 0,-1 2 0 0,-2 2-10 16,2-1 9-16,0 2-8 0,-1 0 12 0,4-2-1 0,0 1-6 0,0 1-11 15,2-2 12-15,1 1-9 0,2 0 18 0,1 0-2 0,3-2-7 16,1-1-13-16,2-1 13 0,2-3-10 0,0 3 20 0,3-5-4 16,0 1-9-16,1-1-13 0,1 1 16 0,1-3-10 0,0 1 19 15,2 0-2-15,1-1-9 0,1 0-9 0,1 1 11 0,0-1-7 0,2 0 15 16,2-1 0-16,0 1-6 0,1-1-15 0,3 3 13 0,0 0-11 15,1 0 21-15,0 1-2 0,2 1-8 0,1 0-5 0,1 2 6 16,3 1-6-16,0-1 6 0,-1 1 2 0,1 1-4 0,2 2-14 16,2 0 18-16,0 3-15 0,1 1 26 0,-4 2-4 0,-1 1-11 0,-2 0-4 15,-2 2 4-15,-1-1-2 0,-1 2 8 0,-3-1 1 0,-4-2-3 0,-4 1-14 16,0 1 14-16,-4-2-13 0,-1-1 24 0,-1 1-4 0,-2-2-6 16,-3 0 1-16,-2 0 3 0,-2-1 1 0,-1-1 11 0,-1 2-6 15,-1-2-7-15,0 1-5 0,0 0 7 0,-1-2-5 0,0 0 12 16,0-4-2-16,1-1 0 0,0-1 0 0,-4 0 0 0,1-2 1 15,-1-1 3-15,-2-2-1 0,1-1 0 0,-1-1-6 0,-2 0 5 0,-2-2-4 16,-1-1 5-16,-2-3-6 0,-2 0-4 0,-1-2-12 0,-1 0 6 16,1 1-3-16,0 0 10 0,3 1 0 0,4 1-8 0,1-2-7 15,5 2 6-15,1 1-5 0,2 0 11 0,3 4-3 0,0-1-3 0,2 0-11 16,2 0 0-16,-1-1-4 0,0 2-7 0,3-1-4 0,1 0-5 16,0 1-16-16,0-2-6 0,2 1-3 0,0-3-23 0,3-2 19 15,1-3 7-15,4-4-77 0,2 2 16 0,1-1-41 0,2-1-37 0,1 0-44 16,3-1-35-16,4-2-367 0,5 0 394 0</inkml:trace>
  <inkml:trace contextRef="#ctx0" brushRef="#br1" timeOffset="17480.02">2855 1411 1855 0,'-4'5'-199'0,"4"0"457"0,1 0-39 0,2 2-46 0,0 2-60 0,1 0 12 15,0 2-41-15,1 2 1 0,0-2-16 0,-1 2-20 0,2 1-36 16,0-1 13-16,0 0-21 0,0-2 14 0,0 0-6 0,-1-1-9 0,1 1 0 16,-1-2-1-16,0 0 2 0,-1-1-5 0,0-1-9 15,-2 0-5-15,0 0-35 0,-1-4-25 0,-1 3 9 16,0-3-127-16,0-1-75 0,0-1-19 0,3-1-386 0,0-5 364 0</inkml:trace>
  <inkml:trace contextRef="#ctx0" brushRef="#br1" timeOffset="17622.21">2798 1213 1671 0,'-16'-6'345'0,"2"4"-288"0,1 1 44 0,0 1-44 15,3 1 5-15,3 0-26 0,3 0-11 0,3-1-28 0,1 2-17 0,4 0-111 16,5 0-69-16,2 0 24 15,7-2-332-15,7 0 306 0,5-2-22 0</inkml:trace>
  <inkml:trace contextRef="#ctx0" brushRef="#br1" timeOffset="18214.08">3139 1470 453 0,'-4'8'255'0,"2"0"-114"0,1 1 185 0,1 0-183 16,0-1 21-16,2-2-50 0,0 3-37 0,-1-3-9 16,2 1-33-16,-1-3-6 0,0 1 29 0,0-2-31 0,2 1 40 15,-2-1 0-15,1 0-12 0,1 0-9 0,-2-1 16 0,0-1-23 16,1 2 14 0,-2 0-5-16,0-2-17 0,0 1-10 0,0 0 17 0,0 0-19 0,-1 1 20 0,0-1-6 0,0 1-12 0,0 1-14 15,0-2 14-15,0 0-16 0,0-1 19 0,0 0-6 16,0 0-12-16,1-1-6 0,-1 2 17 0,0-2-15 0,0 0 26 15,0 0 2-15,0 0-9 0,0 0-4 0,1-3 12 0,-1 2-15 16,-1-2 12-16,0 1-4 0,0-3-8 0,0 1-11 0,-1-1 10 16,-2 1-9-16,1-1 13 0,1 1-3 15,-1-3-6-15,0 2-10 0,1 0 9 0,0-1-8 0,-2-2 10 0,3 2-1 0,-1-2-7 0,1-1-10 32,0 0 13-32,1-1-11 0,0 0 21 0,0-1-4 0,0 2-8 0,1-1-2 15,0 0 0-15,1 1 0 0,1 0 1 0,2 1 0 0,-2 2-1 16,3 0-2-16,0-1 2 0,-1 2-1 0,1-1 3 0,1 2 2 15,-1-1-2-15,3 1-6 0,1-1 6 0,0 2-5 0,1-1 7 16,-1 2-1-16,-1 0-3 0,1 2-8 0,-6 0 8 0,2 2-5 16,-2 2 9-16,2-2-1 0,3 1-4 0,2 1-3 0,0-1 4 0,1 3-2 15,0-1 5-15,-2 1 0 0,1-2-3 0,-2 0-2 0,0 0 3 16,-3-2-1-16,1 1 5 0,-3-1-1 0,1 0-3 0,-1-1 0 16,-1 0 6-16,0 0-4 0,-1-1 11 0,-1 0-3 0,0 0-3 0,-1 0-1 15,1-1 0-15,0 0 1 0,2 0 2 0,-1-1-1 0,0 1 1 16,0-2-10-16,2 2 9 0,-1 1-8 0,2 0 13 0,-2 1 2 15,2 2-3-15,-1 1-7 0,1 1 14 0,-1-1-11 0,3 2 15 0,-2 1-5 16,2-1-8-16,1 2-11 0,-1-2 10 0,-1 0-9 0,2 1 15 16,-1 1-6-16,1-2-6 0,0-1-15 0,0 1 14 0,-2 3-10 15,0-1 22-15,-2-3-3 0,0 0-10 0,-1-2-10 0,1-1 11 0,-2 1-9 16,-1-2 13-16,-1 1-5 0,1-2-5 0,-1 0-30 0,0 0 8 16,0 0-12-16,0 0-6 0,0 0-9 0,-1-6-14 0,0 3-79 15,0-1-30-15,0-3-16 0,1-2-213 0,2 0-98 0,5 3-89 0</inkml:trace>
  <inkml:trace contextRef="#ctx0" brushRef="#br1" timeOffset="18667.14">3737 1349 1892 0,'7'7'-184'0,"-3"-3"467"0,-4 0-52 0,0 1-41 0,0 4-93 16,0 1 8-16,1 1-41 0,-3 4-6 16,0-1-10-16,0 1-14 0,2 4-26 0,2 0 23 0,2 2-26 0,1 1 24 15,-1-2-4-15,2 2-13 0,0 3-15 0,-2 2 10 16,2-1-12-16,-1 1 18 0,1-5-3 0,1-4-5 0,1 3-12 15,1-2 9-15,0 1-9 0,-2-1 20 0,0-4-4 0,-1-4-5 16,-2-1-5-16,-1 0 2 0,-2-2-2 0,0-1 8 0,-1-2 2 16,-1-1-2-16,-2-2-7 0,0-1 14 0,-1 0-13 0,-3-1 26 15,0-2-3-15,-2-2-9 0,-1-4-17 0,0-2 14 0,0-3-15 16,1-4 16-16,0-2-1 0,1-3-9 0,1-4-5 0,2-3 2 16,0-3-3-16,2-1 3 0,1-1 0 0,2 3 0 0,2-3-10 15,1 5 7-15,4 1-7 0,0 1 15 0,2 5-1 0,1 3-4 0,1 1-12 16,0 3 13-16,0-1-11 0,2 2 17 0,-2 1-1 0,-1 3-8 15,0 1-1-15,-1 0 6 0,0 2-3 0,2-1 11 0,-1 3 0 16,2-2-3-16,-2 4-12 0,1-1 14 0,3 2-13 0,-1 2 15 0,0 3 0 16,3 3-9-16,1 1-9 0,2 2 10 0,-1 1-9 0,1 0 14 15,-1 1-1-15,0 0-7 0,-1 2-5 0,0-2 5 0,-3 2-3 16,-1 1 10-16,-3-2 0 0,-3 1-3 0,-4-1-5 0,-2 4 8 16,-1-1-6-16,-6 3 15 0,0-1-2 0,-3 1-5 0,-4 0-2 0,-2-1 8 15,-3 1-5-15,-3 0 16 0,2-4 0 0,0 0-3 0,-1-3-21 16,1-1 14-16,1-1-15 0,0-1 16 0,2-5-3 15,3 1-8-15,1-4-4 0,0 0 2 0,4 0-2 0,1-5 2 0,2 0-5 0,3-5-5 16,1-4-30-16,1-5 1 0,2-3-8 0,5-3-22 0,3-3-9 16,2 0-13-16,5-4-58 0,1 1-14 0,1 1-12 0,1-1-109 15,0 1 37-15,0-3-15 0,2-1 87 0,0-1-51 0,3 0 31 0,-1 3-115 16,-4 2-17-16,2-1 34 0</inkml:trace>
  <inkml:trace contextRef="#ctx0" brushRef="#br1" timeOffset="19038.87">4283 939 246 0,'8'-6'272'0,"-3"3"5"0,1 1-12 0,0 1-52 0,-2 1 27 0,2 1-74 0,0 1-7 0,0 3-15 0,3 0-20 15,0 4-39-15,-1 1 20 0,1 2-23 0,-1 3 11 0,-2 3-13 16,2 2-18-16,0 6-15 0,-1 2 7 0,-1 3-9 0,-1 0-3 16,-1 2-5-16,0-2-6 0,-1 1-19 0,1-2 13 0,-1-3-14 15,2 0 14-15,0-4-8 0,1 0-9 0,-1-4-3 0,2-2 2 0,0-5 0 16,1-1 3-16,1-2-1 16,1 1-5-16,1-1-8 0,1-1 10 0,1 0-8 0,-2-1 14 0,1-2 0 0,1-1-5 0,1-3-6 15,2 2 4-15,-1-3-4 16,2 0 10-16,-4-1-4 0,0-2-3 0,2-3-3 0,-3 1 5 15,1-3-3-15,-1 0 5 0,-2-2-3 0,0 0-1 0,-1-2-7 16,0 1 6-16,-5-1-3 0,-1-2 11 0,-2 1-4 0,0-1-7 0,5 0-8 0,-2-1 10 16,0-1-6-16,-2 1 15 0,-1 0-1 0,-1 1-8 0,0 0-2 15,-1 3 0-15,-1 2-2 0,0 3 2 0,-2 3-1 0,1 2-1 0,-2 1-6 16,-1 3 4-16,3 3-3 0,-1 3 7 0,-2 3 1 0,1 0-2 16,-7 6 5-16,1 0 9 0,1 0-3 0,1 3 14 0,2-5-3 15,3 2-4-15,4-1-7 0,0 0 6 0,4-3-5 0,3 0 4 16,2 1-2-16,1-2-6 0,1 2-11 0,1-1 10 0,0-1-9 15,-4-1 13-15,0-2 0 0,1-1-7 0,1-2-14 0,8 0 0 0,3-3-7 16,1 0-6-16,0-3-7 0,-1 0-5 0,0-2-28 0,3-2-8 16,0-1-4-16,0 1-53 0,1-3-17 0,2 0-20 0,1-2-38 15,2-1-126-15,5-1 19 0,0 3-117 0</inkml:trace>
  <inkml:trace contextRef="#ctx0" brushRef="#br1" timeOffset="19736.99">5624 875 538 0,'-3'0'184'0,"2"-2"282"15,0 1-198-15,0 0-46 0,1 1-52 0,0 0-72 16,0 0 8-16,0 0-39 15,2 4 15-15,1-2-2 0,1 3-3 0,4 3 8 16,-1 1 12-16,2 1-16 0,0 4 14 0,1 2-11 16,1 1-19-16,1 8-31 0,1-1 13 0,-2 4-25 0,0 6 11 15,-4 0-7-15,-4-1-10 0,2 2-9 0,-4-7 2 0,4-5-4 16,2-1 0-16,0-4 0 0,0 0-2 0,-2 1-1 16,1-2 3-16,-2-1-2 0,1 0 1 0,-2-4 0 0,-1 1-4 0,2-1-3 15,-2-2-2-15,0 0-1 0,1 1-9 0,-3-4-9 16,2 1-5-16,0-3-38 0,0 1 1 0,2-3-7 0,0 1-37 15,3-2-22-15,-1-2-25 0,3 0-143 0,-2-3-47 0,6-3-45 16,1 1 12-16</inkml:trace>
  <inkml:trace contextRef="#ctx0" brushRef="#br1" timeOffset="19911.96">5935 1169 1706 0,'-1'5'144'0,"-1"-1"41"16,1 4 0-16,1 1-50 0,1 1-52 0,3 3-61 15,0-2 5-15,1-1-19 0,2 2 8 0,0-2-2 0,1-1-5 0,1 1-22 16,0-1 0-16,-1 0-9 0,1-1-46 0,-1-2-37 16,-1-2-16-16,-1 1-128 0,-1-3-75 0,2-2 36 0,1 3-52 15</inkml:trace>
  <inkml:trace contextRef="#ctx0" brushRef="#br1" timeOffset="20038.34">5962 964 918 0,'-14'-15'342'15,"3"6"-180"-15,1 1 200 0,0-1-215 0,1 1 17 0,3 3-59 16,1 0-56-16,2 3-17 0,3 0-23 16,0 2-28-16,3-1-6 0,0 0-4 0,3 0-48 0,0 1-29 0,2 0-8 0,2 1-151 15,0-1-108-15,5 0-10 0</inkml:trace>
  <inkml:trace contextRef="#ctx0" brushRef="#br1" timeOffset="20418.14">6235 1215 856 0,'3'13'216'0,"-3"-3"38"0,0-2-86 15,1 1-47-15,1-2-31 0,1 1-40 0,-6 0-20 16,1-2 9-16,1-1-14 0,-1 0 12 0,2-2 0 0,1 0-6 0,0-2 4 16,-1 0 23-16,0-1-18 0,-1 0 53 0,0 0-6 15,1 0-13-15,-3 0-19 0,6 0 22 0,-1-2-29 0,0-2 24 16,0 0-16-16,-3-3-20 0,-1 0-24 15,0-1 13-15,2 2-17 0,0-3 20 0,0 2-7 0,3-2-9 0,-1 0-2 16,2 0 1-16,-4 1-2 0,0-3 0 0,2 4-3 0,0-2-1 0,6 1-4 16,1 3 8-16,1-2-6 0,-1 2 8 0,4 0-1 0,-2 0-6 15,2 2-2-15,1 0 5 0,-2-1-5 0,-1 3 7 0,1-1 0 16,-2 2-2-16,1 0-7 0,-1 2 5 16,1 1-5-16,3 2 9 0,-3 3 0 0,1 0-2 0,0 1-16 0,-1 2 17 0,-1 1-15 15,-1 1 22-15,0-1-3 0,-1 3-11 0,-2-1-6 0,0-3 7 0,-1 2-5 16,-1-2 12-16,-1-2-3 0,0 2-5 0,-1-4-5 0,-1 1 6 15,-1-3-2-15,0 0 7 0,0-1-1 0,-1 1-5 0,0-1-8 16,0 1 8-16,1-2-7 0,-2 1-5 0,2-1-6 0,-1-1-13 0,1 0-36 16,1 1 1-16,1-2-11 0,0 0-30 0,1-1-10 0,3 0-17 15,2-2-100-15,2-2-31 0,0-1-16 0,3-3-238 0,5 1 307 16,0 1-36-16</inkml:trace>
  <inkml:trace contextRef="#ctx0" brushRef="#br1" timeOffset="20750.88">6715 1234 889 0,'0'3'190'0,"-2"-2"50"0,1 0 2 0,0-1-75 0,1 2-50 0,0-1-18 16,0-1-31-16,3 0-9 16,0 0 6-16,2-1-18 0,-3-1-12 0,2-3-11 0,-1 1-11 0,3-3-12 0,4 0 7 0,1 0-7 15,2-4 12-15,0 4-4 0,-1-1-8 0,3-1-13 16,-4 0 14-16,-1 1-11 0,-1-3 30 0,-2 3-5 0,-2-1-10 0,0-1-6 16,-3 2 7-16,0-1-7 0,-2 2 14 0,0-1 0 15,0 2-7-15,-2-2 0 0,-1 2 6 0,-2-1-7 0,0 2 8 16,-2 0-4-16,-2 4-4 0,-2-1 3 15,-2 2 8-15,1 3-5 0,0 2 19 0,3 0-3 0,-2 2-2 0,2 2-2 0,0 3 13 16,1 2-7-16,0 2 23 0,0-1-4 0,6 0-4 0,-2 2 0 16,1-1-3-16,2 0 1 0,-5 0-11 0,2-1-5 0,0-2-5 0,2-2-18 15,1 1 13-15,1-2-13 0,1 0 13 0,1-2-6 0,2 0-8 16,-1-1-5-16,1 0 6 0,2-1-4 0,1-1 4 0,-5 2 2 16,1-4-5-16,3 1-17 0,0 0 11 0,7 0-14 0,3-3 0 15,2 0-8-15,3-1-12 0,4 0-30 0,1-3-8 0,-1-1-5 0,4 0-42 16,-1 0-12-1,1 0-13-15,2-2-107 0,-2-1-23 0,2 0-22 0,-1-1 92 0</inkml:trace>
  <inkml:trace contextRef="#ctx0" brushRef="#br1" timeOffset="20988.01">7342 1109 635 0,'-14'-1'203'0,"1"1"305"0,-4 3-237 15,0 1-43-15,1 3-62 0,-3 4-77 0,4 1 21 16,2 0-53-16,0 3 10 0,0-3-9 0,0 0-18 0,-3 1 0 15,4-3 7-15,2 0-11 0,3-1 10 0,3-4-3 0,0 2-6 16,3-4-13-16,1 0 11 0,0 0-15 0,5-3 30 0,1 1 1 16,3-1-3-16,7 0-14 0,3-1 9 0,2-3-18 0,-2-1-3 15,1 2-3-15,-1-1-8 0,4 2-9 0,1 0 12 16,-1 0-13-16,0 2 11 0,-7 0-2 0,-2 0-9 0,0 2-8 16,-5 4 7-16,-1-1-8 0,-3 4 11 0,1-2-2 0,-3 1-3 15,-1 0-11-15,-1-3 3 0,1 1-7 0,-1-1-8 0,-1 0-6 16,1-1-7-16,-1 0-35 0,1-1-4 0,1 0-9 0,-1 0-56 15,3-2-22-15,-1 1-25 0,2-2-177 0,4 0-189 0,1 1-2 0</inkml:trace>
  <inkml:trace contextRef="#ctx0" brushRef="#br1" timeOffset="21177.76">7872 1049 1401 0,'-24'-2'425'0,"3"2"-265"0,0 2 181 0,-2 3-197 15,1 2 12-15,3 2-59 0,-2 5-31 0,7-1-15 0,0 1-21 16,-1 4-19-16,3-4 3 0,-1 0-8 0,2 1 1 0,5-3-2 16,1-1-4-16,4 0-5 0,1-1-4 0,3-1-1 0,1-2-27 15,5 0-17-15,3-3-8 0,8 1-73 0,2-3-60 16,-2-1 26-16,9-2-333 0,6 1 305 0,6 0-38 0</inkml:trace>
  <inkml:trace contextRef="#ctx0" brushRef="#br1" timeOffset="21589.64">9021 965 1370 0,'-9'-5'297'0,"1"1"-29"0,0-2-39 0,1 2-71 0,-1 0-11 16,2 1-33-16,-2 1-37 0,-1 1-39 15,0 0 11-15,-1 2-22 0,-2 3 7 0,1 2-7 0,-1 2-13 0,-5 3 0 16,0 1 5-16,-1 1-5 0,-2 3 7 16,1 1 0-16,1 1-4 0,-1 2-8 0,3 0 12 0,3-1-14 0,0 1 17 0,3 0-7 15,1-4-9-15,-1 1-6 0,8-3 1 0,0 0-2 0,0-1 6 16,2-3-4-16,-2 0-3 0,0-1-11 0,1-2 5 0,1 0-7 16,2-2-12-16,0 1-18 0,2-1-12 0,1-1-72 15,1-1-32-15,-2 0 9 0,2-3-223 0,2-1-57 0,8-1-78 0</inkml:trace>
  <inkml:trace contextRef="#ctx0" brushRef="#br1" timeOffset="21953.37">9122 1142 688 0,'1'-5'290'0,"1"0"-178"15,1 0 166-15,4-2-171 0,1-2 0 0,1 3-22 0,3-3-30 0,-2 1-9 0,1 2-28 0,-1-2 0 16,-3 1 18-16,-4-2-18 0,0 1 34 0,-1-1 6 16,-1 1-1-16,6-1-2 0,-1 2 17 0,-2-1-22 0,1 0 41 15,-3 1-5-15,-1-1-10 0,-1 2-7 0,0 0 9 0,-3 3-21 16,-1-1 1-16,-1 1-11 0,-1 1-15 16,-3 2-21-16,0 0 9 0,2 3-16 0,-3 1 14 0,0 3-4 0,-2 2-5 0,-5 0-9 15,1 3 14-15,0 2-14 0,1 3 26 0,0-2-7 16,3 2-11-16,2-2-4 0,1 0 7 0,3-3-6 0,1 0 4 15,1-2-1-15,3 0-4 0,0 1-2 0,1-2 2 0,0-3-4 0,3 0-1 16,2 1 0-16,1-2 0 0,0 1-1 0,3-1-5 0,1 1 2 16,4-1-24-16,0-1-4 0,3-2-7 0,3 1-18 0,3-2-7 15,1 0 1-15,-4-1-27 0,-1-1-7 0,2-2-7 0,4 0-40 0,6-3 12 16,2 3-14-16,-2-4 4 0,0 1 6 0,-2-1-8 0,1-2 18 16,0 2 5-16,-3-2 0 0,0 0-23 0,-3-1-16 0,-2-3-23 0</inkml:trace>
  <inkml:trace contextRef="#ctx0" brushRef="#br1" timeOffset="22238.71">9704 1023 458 0,'-12'-1'345'0,"5"1"31"16,-2 0-68-16,-3 1-81 16,0 3-45-16,-6 0-52 0,-1 2-49 0,2 1 9 0,1 0-28 0,-1 2-3 0,5 1-12 0,-1 1-15 15,2-1-14-15,2-1 20 0,1 0-18 0,2-3 31 0,1 1-13 32,3-5-15-32,0 2-9 0,2-1 12 0,0-3-11 0,1 1 32 15,3 0 0-15,1-1-4 0,4 0-10 0,0-1 5 16,2-2-13-16,2 1-5 0,2-2-3 0,2 3-7 0,2 1-8 15,1 0 7-15,-2 6-9 0,2 3 9 0,-2 4-4 0,-3 2-4 0,-4 6-9 16,-3 3 1-16,-1-1-2 0,2 3 9 0,2-3 0 16,1-3 1-16,4 1-4 0,-1 0 5 0,-1-1-5 0,1-2 6 0,-4-2 0 15,-2 0-1-15,0-1-9 0,-3 0 9 0,-3 1-6 0,-2-2 16 16,-2 0-1-16,-5 0-5 0,0 0-7 0,-4 1 7 0,-3-1-6 16,-4 0 11-16,-1-1 0 0,0-1-5 0,-2-1-11 0,1-3 10 15,5-2-8-15,-1-2 15 0,0-2-2 0,2-1-6 0,-4-2-7 16,1-2 5-16,5-1-5 0,2-2-2 0,1-2-5 0,3-2-10 0,2-3-45 15,2-1 0-15,3-3-16 0,4-2-61 0,3-4-42 0,6 1-39 0,5-3-225 16,8 4 265-16</inkml:trace>
  <inkml:trace contextRef="#ctx0" brushRef="#br1" timeOffset="22428.05">10161 942 1079 0,'-7'-3'462'0,"-6"5"-264"16,1 3 292-16,-7 3-346 0,0 1 21 0,1 2-59 0,-1 2-26 15,2 1-19-15,-1 2-32 0,0 0-24 0,2 0 14 0,3 2-18 16,0-3 16-16,5-1-6 0,2 0-6 0,2-1-14 0,3 0 7 16,1-2-10-16,4-1-13 0,0-1-18 0,4-1-15 0,2 0-59 15,2-3-24-15,2 1 11 0,3-2-148 0,0-4-69 16,1-2-26-16</inkml:trace>
  <inkml:trace contextRef="#ctx0" brushRef="#br1" timeOffset="22681.32">10213 1134 882 0,'-2'-3'344'16,"1"1"-197"-16,1 0 184 0,0-2-191 0,2 0-6 0,1-4-39 0,3 1-44 16,2-2-14-16,1 1-18 0,3-1-17 0,1 0 9 0,2 0-10 15,1-1 18-15,-1 0-7 0,-2-1-10 0,1 2-12 0,-3-1 10 16,-2 1-10-16,0 0 36 0,-5 2 7 0,0 2 2 0,-2-1 12 16,-2 1 12-16,-1 1-13 0,-4 2 15 0,0-1-6 15,-2 2-10-15,-3 1-26 0,-1 4 16 0,-2 0-24 0,-4 3 9 16,2 4 3-16,-2 0-10 0,-2 5 2 0,4 0 21 0,3 0-20 15,0 1 30-15,5-2-10 0,1 1-14 0,2-2-17 0,1-1 12 16,3-1-13-16,0-3 18 0,1-1-8 0,3-1-9 0,3-1-10 16,0-1 9-16,3 1-5 0,5-3 8 0,3-3-6 0,4 0-11 0,3 0-40 15,3 0 4-15,-1-2-15 0,1-2-30 0,-1 0-21 0,2-2-21 16,1-1-121-16,-1 0-40 0,0-2-19 0,2 0 65 0</inkml:trace>
  <inkml:trace contextRef="#ctx0" brushRef="#br1" timeOffset="22951.1">10917 901 582 0,'-14'-3'183'0,"-1"-1"313"16,-3 0-256-16,1 1-35 0,-2 2-48 0,0-2-56 0,-1 3 15 0,1 0-43 0,-3 0-6 15,3 2-16-15,2-1-20 0,1 2-8 0,2-1 17 0,2-1-15 16,4 3 29-16,3-1-8 0,3-1-15 0,1 1-20 16,-1 1 12-16,2-3-17 0,3 0 25 0,3 2 2 0,2 1-5 0,-2 0-8 15,3-2 6-15,1 3-13 0,5-1 4 0,6 3-6 16,4-2-4-16,3 1-3 0,-2 0 0 0,0 2 0 0,-4 0-4 15,-4 1 1-15,-2 0 0 0,-4 1-10 0,-4 0 12 0,-2 0-10 16,-3 1 21-16,-3-1 1 0,0 0-7 0,-2 3 1 0,-3-1 15 16,-1-2-12-16,-3 3 22 0,-1-1-8 0,-4 0-11 0,0-1-14 15,-2 0 9-15,-1-2-7 0,0-2 12 0,-1-2-4 0,1 1-6 0,-1-3-9 16,2-3 7-16,2 0-6 0,2 0 7 0,3-2-12 0,2-2-13 16,4-1-43-16,0-3-14 0,4-2-6 0,4-4-100 0,3-3-66 15,4-1-53-15,14-1-392 0,5 1 416 0</inkml:trace>
  <inkml:trace contextRef="#ctx0" brushRef="#br1" timeOffset="23238.24">11179 831 1882 0,'-7'-1'131'0,"-1"1"72"16,7 0-58-16,1 0-37 0,0 0-32 15,2 2-52-15,-2 1-3 0,-1-1-12 0,2 2-6 0,2 1 0 0,0 0 0 0,-3 2 2 16,2 1 3-16,0 1-2 0,2-1 10 15,4 1 2-15,0 0 1 0,2 0 9 0,1 2 5 0,1 0-5 0,3 3 2 16,-2-2-6-16,1 2-8 0,0 1-10 0,-3 3 4 0,-3 0-6 16,-2 0 5-16,-4-1-4 0,1-5-2 0,-2 2-6 0,-2-1 7 15,-2 1-5-15,-2-2 16 0,-3-2-2 0,-1-1-6 0,-2-1-9 16,1-2 8-16,-1-2-8 0,2-1 9 0,0-1-11 16,2-2-8-16,-1 0-47 0,1-4-4 0,0-1-7 0,2-3-61 0,1-2-21 31,0-3-33-31,3-1-165 0,1-2-56 0,3 2-39 0</inkml:trace>
  <inkml:trace contextRef="#ctx0" brushRef="#br1" timeOffset="23361.89">11415 828 1547 0,'-16'13'-570'0,"9"-3"1080"16,3 2-139-16,0 0-192 0,2 2-98 15,0 0 3-15,2 0-36 0,0 1-19 0,2-2-5 0,3-2-12 0,1 1-11 16,2-2-4-16,3-1-5 0,2 1-50 0,-1-3-31 0,3 1-12 0,2-3-118 15,-2-2-54-15,0-3 26 0,2 3 5 0</inkml:trace>
  <inkml:trace contextRef="#ctx0" brushRef="#br1" timeOffset="23506.38">11478 679 1745 0,'-17'-14'143'0,"1"5"25"0,3 0-42 0,0 2 5 16,4 3-39-16,4 1-36 0,0-1-43 0,4 2-2 0,1 2-10 15,1 0-25-15,4 0-13 0,2 0-10 0,6 2-55 16,1-1-48-16,3 2 22 0,2 0-213 0,0-1-128 0,3 5-20 0</inkml:trace>
  <inkml:trace contextRef="#ctx0" brushRef="#br1" timeOffset="23757.69">11745 950 1149 0,'-18'12'175'0,"2"0"18"0,7-1-3 0,2-1-57 0,3 0-13 16,3-1-18-16,2-1-28 0,2-1-29 0,3 1 8 0,3-3-22 16,3 2 0-16,5-4-4 0,3 0-9 0,6 0-1 15,0-3 6-15,-1-2-7 0,-1 1 14 0,-3-3 3 0,-3 2-1 0,-2-2 0 16,-3 0 29-16,-3 0-26 0,-2-1 58 0,-3 1-7 16,-1-2-17-16,-2 1-17 0,-2 0 13 0,0-3-24 0,-3 0 9 15,-2-1-11-15,-1 2-12 0,-3-2-22 16,-1 1 9-16,-1 1-14 0,-2 0 11 0,0 0-3 0,1 4-7 0,0-3-12 15,1 3-3-15,4-1-4 0,0 0-27 0,2 3-4 0,4-1-6 16,1 0-54-16,3-1-19 0,3-1-10 0,2 1-176 0,4-3-77 0,6 1-81 16</inkml:trace>
  <inkml:trace contextRef="#ctx0" brushRef="#br1" timeOffset="24058.67">12147 1013 1055 0,'-5'4'135'16,"3"-1"101"-16,0 0-36 15,1-2-27-15,0 1-37 0,-1-1-26 0,2-1 23 0,2 0-39 0,1-1 20 0,4-3-23 0,1 1-25 16,4-4-26-16,-1-1 19 0,4 0-22 0,8-1 41 0,8 3-10 16,9-1-15-16,5 1-11 0,-5 1 12 0,-4 1-17 0,-1 1-1 15,-7 2-8-15,-2 1-16 0,-3 0-6 0,-6 1 4 16,-2 3-5-16,-1 0 12 0,-3 0-7 0,-1 1-3 0,-1 2-12 15,-2 0 7-15,-1 2-6 0,2 1 13 16,-1 2-2-16,0-1-6 0,2 5-2 0,-3-3 1 0,1 1-1 16,1 0 4-16,-7 0-2 0,0-3-1 0,1 0-18 0,-2-4-6 0,4-2-5 0,0 2-29 15,0-3-10-15,-1-2-10 0,0-1-79 0,1-1-49 0,1 0-13 16,7-2-347-16,5-1 341 0,7 0-61 0</inkml:trace>
  <inkml:trace contextRef="#ctx0" brushRef="#br1" timeOffset="24248.88">13034 666 2237 0,'-9'-4'127'0,"2"-2"51"0,0 3-80 16,4 0-28-16,0 3-29 0,2-1-32 0,-1 0-3 0,2 1-6 0,3 2-42 15,0 2-35 1,3 3-16-16,2 0-190 0,2 2-157 0,0 3-14 0</inkml:trace>
  <inkml:trace contextRef="#ctx0" brushRef="#br1" timeOffset="24359.94">13139 1014 2052 0,'-1'4'110'0,"-4"0"41"0,1 1-73 0,1-1-23 0,2 0-26 0,0-2-33 15,1-1-19-15,1-1 1 0,3 0-120 0,3-2-140 16,5-5-42-16</inkml:trace>
  <inkml:trace contextRef="#ctx0" brushRef="#br1" timeOffset="26155.61">3819 2201 545 0,'-8'-5'347'0,"4"0"-184"0,-1-1 266 0,0 3-276 16,-1 1 23-16,0 1-34 0,0 0 15 0,-1-3-33 16,-1 1-40-16,-3 1-32 0,5 1 16 0,-3 1-25 0,-2 0 11 15,-2 0-8-15,-8 1-13 0,-2 0-15 0,-1 2 5 0,1 1-11 16,-4-1 4-16,3 2-7 0,0-2-7 0,-1 0-2 0,2 0 2 15,2 1-2-15,1 4 7 0,3-2-4 0,0 2-1 0,-1 1-7 16,1 1 3-16,-1 1-3 0,-1 0 12 0,3-2-3 16,1 0-2-16,0-1-5 0,4-2 2 0,2 0-2 0,1 1 4 15,2-2 1-15,2 0-3 0,2-1-7 16,1 1 8-16,1-2-7 0,0-2 11 0,1 1-3 0,0 0-2 0,2 0-14 0,3 0 13 0,-2-2-8 16,4 2 21-16,-1-1-3 0,2 1-8 0,2 0-16 0,1 0 22 15,2 1-17-15,-1 2 23 0,1-1-1 0,-1 1-13 0,1 1-2 16,0 0 6-16,1 0-4 0,0 1 5 0,0 0 2 0,3 2-4 0,4 3-5 15,0 1 4-15,2 1-3 0,-1-1 8 0,-1-1-3 0,-1 1-3 16,1 0 2-16,-1 0-2 0,-1 0 3 0,0 2 1 16,-4-3-3-16,-2 2 0 0,-1-2-12 15,-3 2 14-15,-8-1-8 0,-2-1 28 0,-2-1-4 0,-2 0-6 0,3-1-8 0,-1 0 13 0,2 2-8 0,0-3 21 16,-2-2-2-16,-3 0-9 0,-8-2-19 0,-2 2 16 0,-3 1-15 16,-2 0 23-16,0-2-3 0,-2 1-8 0,-2-4-20 0,-1 1 17 15,-1-2-16-15,0-1 22 0,3-1-5 0,-1-1-10 0,3-2-2 0,1-2 1 16,1 2 0-16,2-3 3 0,2 2-6 0,1-1-6 0,1 0-16 15,2-2-1-15,1 1-4 0,2 0-23 0,2-2-12 0,3 2-11 0,2-3-1 16,2-3-30-16,5-1 15 0,4-2-105 0,1 0-4 16,1 0-12-16,2-2-210 0,3 0 265 0</inkml:trace>
  <inkml:trace contextRef="#ctx0" brushRef="#br1" timeOffset="26509.98">4095 2164 2046 0,'-13'7'-234'0,"7"-4"523"0,3 2-50 0,0 0-56 0,-1 0-96 15,2 2 6-15,0-1-44 0,-1 6-16 0,2 2-6 16,0 2-12-16,1 4-3 16,-1-5 6-16,0 0-8 0,0 2 3 0,1-3-2 15,-1 0-4-15,0 1-7 0,-2-2 8 0,2 0-8 0,-1 1 16 16,0-2-3-16,1-1-8 0,-2 1-10 0,2-1 8 15,0 2-7-15,0 0 17 0,0 1-4 0,1-3-6 0,0 4-13 16,0-1 14-16,0-4-11 0,2 4 17 0,0-4-2 0,2 0-8 16,1-2-2-16,1-1 8 0,1-2-5 0,1 1 15 15,1-2 0-15,1 0-5 0,0-2-11 0,1 0 13 0,2-1-13 0,1 0 14 16,0 0-2-16,3 1-6 0,2-1-9 0,-1 0 5 0,0 1-5 16,-1 0 10-16,-8 1-1 0,-1-1-4 0,1-1-7 0,0 2 5 15,3 0-5-15,3-1 14 0,-2-1-2 0,1 2-5 0,-1-2-7 0,-1 1 5 16,-2-1-4-16,0 0 9 0,-1 0-1 0,-1-1-3 0,-2 0-18 15,0-1 2-15,-1-1-8 0,0-1-12 0,0 0-5 0,0 1-9 0,1-3-55 16,-1 0-12-16,2 0-15 0,1-4-161 0,-1 0-71 0,3-2-83 16</inkml:trace>
  <inkml:trace contextRef="#ctx0" brushRef="#br1" timeOffset="26757.19">4725 2220 2091 0,'-28'12'-827'0,"15"-6"1426"0,4 2-171 0,1 1-299 16,1 3-60-16,3 3 7 0,-1 1-33 0,3 2-9 16,2 0-6-16,0 1-13 0,1 2-9 0,1-1 3 0,1-2-7 15,0 1 5-15,-1-2-1 0,0 0-3 0,1 1-7 0,-1-3 7 16,0-1-7-16,2 1 14 0,0-2-7 0,1 0-5 0,1-2-30 15,-1-2-4-15,1 2-9 0,0-2-98 0,-1 0 39 0,-2-3 6 16,1-2-136-16,-1-3-65 0,-1 0-2 0,5 2-7 16</inkml:trace>
  <inkml:trace contextRef="#ctx0" brushRef="#br1" timeOffset="27110.31">4594 2244 1288 0,'-2'-9'137'0,"2"2"47"15,0-4 11-15,1 3-38 0,3-4-50 0,4 0-60 0,2 4 20 16,4-1-38-16,1-3 31 0,5 3-13 0,0-1-12 0,1 1-32 16,-1 2 19-16,-6 4-22 0,0 1 22 0,-1 2-3 15,-2 3-11-15,6 5-16 0,-3-1 15 0,0 2-17 16,-2 3 27-16,-3-1-2 0,-2 3-9 0,-4-3 2 0,0 0 9 0,-3 1-7 0,-2 0 12 16,-2 5-2-16,-3 1-7 0,-3 0-13 0,-2 0 12 15,-2 0-13-15,-3 0 17 0,2-3 0 0,0 0-9 0,-2 2-9 16,8-4 18-16,3-2-16 0,-1 0 36 0,5-4-4 0,-5-2-8 15,3-1-13-15,2-1 15 0,2-2-16 0,1 0 24 0,3-1 3 16,0 0-2-16,4 2 6 0,3-2 2 0,-5 0-3 0,1 0-6 16,-1 0-4-16,1 1-5 0,7 2-27 0,-1 0 17 0,1 1-15 0,1 3 21 15,0 0-4-15,-2 1-12 0,1 0-14 0,-4 1 10 0,0 0-9 16,-1-2 21-16,0 2-5 0,0-1-4 0,-1 2-9 0,1 0 5 16,0 2-3-16,0-1 3 0,0 0-1 0,0-2-6 0,0 0-14 15,1 0 0-15,-1 0-8 0,-1-1-34 0,0 1-21 0,-2 0-16 0,2 2-128 16,0-1-72-16,1-1-10 0,2 1 8 0</inkml:trace>
  <inkml:trace contextRef="#ctx0" brushRef="#br1" timeOffset="29643.05">14576 942 217 0,'-10'-2'344'15,"2"1"-142"1,0-2 226-16,1 0-204 0,2 1-52 0,-2 1-49 0,2-2 6 0,2 2-27 0,0-1-29 0,1 1-29 0,0 0 24 15,2 0-30-15,-1 1 33 0,1-2-8 0,1 1-18 0,0 0-19 16,0 1 20-16,2-2-24 0,1 1 27 0,1 0-7 16,0 0-12-16,3 1-11 0,0 0 16 0,2 0-17 0,1 2 24 15,1 2-11-15,2-1-12 0,2 3-6 0,1 0 3 0,0 2-5 16,-5 2 4-16,-1 1 1 0,0 0-2 0,3 3-11 0,5 2 12 16,2 0-14-16,1 3 15 0,-2-1-5 0,-1-1-8 0,-2 0-7 31,-1-3 9-31,-1 0-6 0,1-1 13 0,-1 2-3 0,-1-4-9 0,1 2-9 15,-1-2 9-15,1-5-8 0,1 0 0 0,-2-3-10 0,2 1-16 16,1-3-28-16,-1-1-12 0,-3 0-1 0,2-4-53 0,-2 0-31 16,-1-1-24-16,1-2-170 0,1-1-128 0,1 0-11 0</inkml:trace>
  <inkml:trace contextRef="#ctx0" brushRef="#br1" timeOffset="29896.04">15184 840 1573 0,'-5'-1'182'0,"-1"-1"10"0,3 1 4 16,-1 1-68-16,2 1-22 0,1 3-26 0,0 3-29 0,-1 2-14 15,1 3 8-15,-3 2-10 0,1 6 25 0,3-1-4 16,0 3-8-16,0 2-2 0,-1 2 4 0,-6 3-11 0,0 6 1 16,-1 0-6-16,0 6-5 0,-3 7-24 0,1-9 13 0,0 0-17 15,0-5 21-15,3-4-6 0,0-2-7 0,-2 0-16 16,3-2 12-16,-2-1-12 0,1 4 24 0,2-3-6 0,-1 0-9 0,0-3-5 15,3-2 2-15,0-2-4 0,0 0-1 0,1-4-11 16,0-1-6-16,2-2-31 0,0-4-19 0,0-1 11 0,1-4-91 16,1-1-16-16,2-2-21 0,1-1-220 0,5-4 252 0</inkml:trace>
  <inkml:trace contextRef="#ctx0" brushRef="#br1" timeOffset="30278.63">15638 1127 1135 0,'-1'0'127'0,"-5"0"114"16,3 0-66-16,1 0-24 0,1 0-31 0,1 0-65 15,0 0 27-15,1 0-49 0,2-3 28 0,2 1-6 0,1-1-18 0,4-3-7 16,-4 1 22-16,2-2-23 0,2-1 35 16,1 2-14-16,8 0-18 0,5-2-19 0,-2 2 16 0,3-1-19 0,0 2 13 15,-3 0-8-15,0 2-11 0,0-2-9 0,0 3 8 0,-1 0-7 16,1 1 16-16,-2 0-5 0,-4 0-6 0,1 1-6 0,-6-2-8 15,0 2 4-15,-1 0-28 0,-2 0-12 0,0 0-2 0,-1 0-59 16,0 0-30-16,-1-1 15 0,0 1-150 0,-2-1-71 16,0-1-22-16</inkml:trace>
  <inkml:trace contextRef="#ctx0" brushRef="#br1" timeOffset="30450.75">15669 1312 2088 0,'-17'5'-228'16,"12"-3"452"-16,6-2-46 0,-1 0-70 0,2 0-24 16,3-3-3-16,-2 1-16 0,10-2-27 0,2-3-11 0,6 2-11 0,3-2-16 15,3 0 3-15,0 0-4 16,3-1 7-16,-3 0-12 0,3 0-7 0,3 1-64 16,-1 0-31-16,3-2 7 0,3 2-228 0,0-3-134 0,5 2-58 0</inkml:trace>
  <inkml:trace contextRef="#ctx0" brushRef="#br1" timeOffset="31779.44">16746 1819 306 0,'-9'5'284'0,"2"2"-114"0,1-5 215 15,0 4-211-15,3-4-3 0,0 1-49 0,0-2-12 0,2 0-19 0,0 1-26 0,1-2-19 16,-1 0 23-16,1 0-28 0,0-2 32 0,0 1-17 15,-1-2-23-15,1-2-6 0,0-1 5 0,-1-2-8 0,0-2 22 16,-2-2 3-16,2 0-1 0,-1-5-7 0,1 2 14 0,0-3-21 16,0-3 7-16,1 1-6 0,0-2-12 0,0-4-19 15,1-1 17-15,-1 1-21 0,2-3 24 0,0 3-8 0,2-3-10 16,3-3-4-16,1 3 4 0,4-1-4 0,-1 0 5 16,-1 2-3-16,0-4-2 0,1 0-9 0,-1 2 7 0,2 1-5 0,-2 2 13 15,0 1 97-15,-1 2 25 0,2-2-237 0,1 1 140 0,1 0-192 16,1 1 163-16,1 2 2 0,-1 3-4 0,2 0-9 0,1 3 13 15,0 2-11-15,-1 0 15 0,-2 3 2 0,0 1-6 0,-2 1-15 0,0 1 15 16,0 3-15-16,0 0 19 0,-2 3-3 0,-1 0-9 0,-2 2-5 16,-2 0 4-16,0 1-5 0,-1 2 6 0,1 2-2 0,-3 1-1 0,0 3 1 15,-2 3 5-15,-2-1-1 0,-1 2 6 0,-3 1-3 0,2 0-6 16,-3 2 5-16,1 1-1 0,0-2 4 0,-2 0-2 0,0 0-3 16,0-1 0-16,1 0-2 0,0 0 2 0,3 1 0 0,-2-5 4 15,3 0-1-15,1-2-3 0,1-1-5 16,1 0 5-16,3-2-3 0,3 0 7 0,1-1-1 0,6 0-3 0,3 0-2 0,2-1 3 0,3 1-1 15,1-1 5-15,1 2-1 0,-8-1-3 0,1 3-1 16,-1-1 0-16,-2 1-1 0,5 0 2 0,-2 0 0 0,-4 0-1 0,-4-1-7 16,-3 1 12-16,-4 2-5 0,-1-1 29 0,-4 1 0 0,-3 0-1 0,-5 2-4 15,-2-1 10-15,-2 1-9 0,-1 1 4 0,1-1-3 0,-2-2-7 16,5 3-6-16,-5-2 6 0,0 2-6 16,-3-2 4-16,-4-1-1 0,1 0-5 0,2 0-13 0,0 1 11 0,0-1-10 0,2-1 10 15,0-1-2-15,2-1-4 0,0 0-4 0,3-4 3 0,3 1-2 0,2-2 5 16,2-1-1-16,1-1-4 0,3-2-15 0,1 1 0 0,2-2-6 15,0 0-9-15,2-1-7 0,3 0-6 0,0-1-39 0,4-3 0 0,3 2-8 16,3-2-33-16,1 3-17 0,5-1-20 0,0-1-135 0,1 1-63 16,5-1-24-16</inkml:trace>
  <inkml:trace contextRef="#ctx0" brushRef="#br1" timeOffset="32048.05">17430 1337 1158 0,'-19'6'303'0,"5"3"-222"0,-1 1 88 0,3 3-63 0,4-1 0 0,3-2-18 15,5 3-16-15,1-2-12 0,6-1-19 16,2-1-13-16,3 0 14 0,3-1-19 0,2-2 28 16,2 0-2-16,0-4-7 0,5 1-14 0,-2-3 21 0,2-2-24 0,-2-1 38 0,-2-1-8 15,-2-1-13-15,0-2-9 0,-3 1 13 0,-4-1-18 0,-4 1 28 16,-3 1-1-16,-3-2-8 0,-2 1-6 0,-2 0 10 0,-3-1-17 15,-4-2 3-15,-1 2-12 0,-1-2-13 0,-4 0-13 16,2 2 6-16,0 0-7 0,-2-1 8 0,3 2-3 0,-1 0-3 0,2 3-44 16,2-3 3-16,1 1-16 0,0-1-35 0,2 0-19 0,0-2-21 15,4 0-152-15,1-2-71 0,3-3-35 0,4 4-13 0</inkml:trace>
  <inkml:trace contextRef="#ctx0" brushRef="#br1" timeOffset="32285.4">18029 951 855 0,'-6'7'439'0,"4"0"192"0,0 2-484 15,-1 4-13-15,2 4-38 0,0 2-37 0,1 5-48 0,0-2 9 16,0 1-18-16,1 0 11 0,-1-2-1 0,1-2-8 0,1 1-8 16,-2-3 6-16,2-2-8 0,0 1-12 0,0-3-13 0,2-1-10 15,-1-1-47-15,1-1-42 0,-1 0 18 0,-1 0-217 16,0-2-66-16,-1 1 0 0</inkml:trace>
  <inkml:trace contextRef="#ctx0" brushRef="#br1" timeOffset="32476.12">17894 1172 1575 0,'-13'3'439'0,"4"-3"-315"0,1-2 149 0,2-2-129 0,3 1-2 15,3 1-28-15,1-3-32 0,3 0-20 0,4-2-28 0,5-3-29 16,0 1 16-16,3 0-22 0,2-2 13 0,2 2-3 0,2-2-8 16,6 1-11-16,2 0-7 0,1 1-1 0,4-1-34 0,-7 2-21 15,0 2-5-15,8 0-86 0,-2 1-52 0,6 1 26 0,6 1-277 16,-2 0 284-16,-3 3-28 0</inkml:trace>
  <inkml:trace contextRef="#ctx0" brushRef="#br1" timeOffset="33330.97">18800 1679 974 0,'-9'0'-443'0,"5"0"861"0,1-2-109 0,1 1-153 0,0-2-49 0,1 2 14 0,-1-1-35 0,2-1-13 16,0-1-13-16,0 2-15 0,1-4-23 0,0 1 10 0,1-1-17 15,0-2 10-15,1 2 3 0,-2-2-11 0,2-2 1 0,-1 2 24 16,1-2-23-16,-1 0 41 16,0 0-10-16,-1-1-11 0,3-2-15 0,-3 3 21 0,1-3-23 0,0-1 25 0,-1 0-6 15,0 1-20-15,3-3-13 0,-2 2 16 0,0-2-19 16,1 1 17-16,-1 2-6 0,-1-1-10 0,1-2-8 16,0 0 11-16,-2-1-9 0,2 0 23 0,-2 1-3 0,0 1-7 0,-2-2 5 0,0 1 4 15,0 3-3-15,-1-3 6 0,-1 2-3 0,1-1-3 0,-1 0-12 16,1-2 7-16,-1 2-8 0,0-1 11 0,1 1-4 0,-1-2-2 0,1 2-10 15,1-1 10-15,0 1-9 0,-2 2 11 0,0 2-2 0,0 1-8 16,0-1-9-16,1 2 11 0,-2 2-9 0,2-2 17 0,-1 2-3 16,1 0-7-1,1 3-12-15,-2-1 13 0,3 2-10 0,-1 1 20 0,0-2-4 0,-1 2-9 0,2 1-2 0,0-1 2 0,0 0-1 0,1 0 9 16,2 0-3-16,1 0-3 0,1-2-5 0,-1 1 0 0,3-2 0 16,4 0 4-16,-1 0 2 0,2 0-2 0,3 0-6 0,-1 1 12 15,2-1-9-15,2 1 14 0,1 2-1 0,0-1-8 0,1 3-15 16,2 0 12-16,0 1-10 0,0 2 19 0,0-1-3 0,-2 3-6 0,2 1-5 15,0 0 4-15,-1 2-4 16,-1-1 5-16,-3 2 1 0,-2 0-1 0,-3 2-12 0,-3 0 11 0,-2 1-10 0,-4 0 16 0,-4 2 1 16,1-1-6-16,-1 3-4 0,-3-1 8 0,3 0-5 0,-7 2 9 0,-1-2 0 15,-1 2-6-15,-2-4-7 0,2 1 7 0,2-4-6 0,1-1 12 16,4-4-3-16,0 0-4 0,2-2-2 16,1-2 1-16,1 0 2 0,1-1 7 0,4 0 0 0,0 0-1 0,4-2-10 0,2 1 10 15,3-3-9-15,-2 0 8 0,-2 1-1 0,-1 3-7 0,-3 0-10 16,-3 0 13-16,-2 0-11 0,-1 4 21 0,-1 3-2 0,-4 0-5 0,-5 4-1 15,-4 3 7-15,-2 0-5 0,-2 2 11 0,-1-3-4 0,0 1-4 0,-2-1-7 32,1 1 3-32,-1-1-3 0,1-2 3 0,2-2 0 15,1-1-2-15,2 0-4 0,0-2 3 0,3-1-3 0,0 0 8 0,2-3-4 16,4 2-4-16,-1-2-21 0,1-1 4 0,3-1-11 0,0 0-27 16,3 0-16-16,0 0-20 0,3 0-54 0,4-2-30 0,3-3 2 0,4-3-137 15,4-2-61-15,6 0-50 0</inkml:trace>
  <inkml:trace contextRef="#ctx0" brushRef="#br1" timeOffset="33517.85">19363 1186 1855 0,'-8'10'-185'0,"5"-4"418"0,0 2-36 0,2 1-47 15,0 1-60-15,1-1 4 0,0 1-36 0,2 1-29 0,1-2-7 16,-1 2-9-16,0 4-13 0,0 0 9 0,1-1-9 0,-1-2 10 15,0-3-2-15,-1 2-6 0,1-1-16 0,-2-1 1 16,2 0-7-16,-2-2-34 0,0 0-31 0,0-1-17 0,0-2-160 16,0 0-112-16,6-1-17 0</inkml:trace>
  <inkml:trace contextRef="#ctx0" brushRef="#br1" timeOffset="33853.9">20469 798 1799 0,'-5'-3'134'0,"1"2"58"0,-2 0-39 0,3 1-29 0,-2 2-35 16,-1 5-61-16,-2 2 17 0,-3 2-36 0,-5 6 16 0,-1 1-3 15,-1 1-10-15,-4 5 0 0,-1-2 18 0,0 1-16 0,-4 4 30 16,1-2-12-16,0 1-11 0,-2 5-13 0,3-2 4 16,3-1-7-16,-2 3 7 0,10-7-5 0,0-1-5 15,-1-1-12-15,4-4 6 0,-3-4-9 0,0 2-5 0,4-5-21 0,0-1-14 16,0 2-72-16,1-4-46 0,0-1 24 0,2 0-207 15,2-2-54-15,0-1-17 0</inkml:trace>
  <inkml:trace contextRef="#ctx0" brushRef="#br1" timeOffset="34060.12">19901 819 861 0,'-1'-2'1208'0,"-13"-3"-1353"15,10 5 335-15,1 0-31 0,3 1-35 0,0 2-44 0,1-1 26 16,3 2-40-16,4 2 38 15,3 1-20-15,1 2-23 0,6 4-30 0,4-1 9 0,1 5-20 0,6 2 8 0,3 2-8 0,0-2-9 16,4 5-10-16,-9 1 7 0,-1 1-8 0,4 3 6 16,0-5 1-16,4-1-5 0,6 3-9 15,-7-3 6-15,0-2-9 0,2 4-12 0,-6-6-5 0,-2-1-10 0,0-1-48 0,-5-6-39 16,-1 1 13-16,-1-2-279 0,0 0-216 0,-4 5-78 0</inkml:trace>
  <inkml:trace contextRef="#ctx0" brushRef="#br1" timeOffset="34534.86">21402 787 1176 0,'-6'-2'164'0,"3"-1"351"0,0 1-361 0,0 1-29 0,2-1-25 0,0 4-68 0,0-1 10 0,0 3-30 16,0 3 13-16,0 2-3 0,1 2-8 0,0 4-2 15,0-1 18-15,0 3-17 0,1-1 30 0,0 0-4 0,0 0-12 0,1 5-12 16,1-3 14-16,-1 0-18 0,2 2 13 0,1-2-6 15,-1 0-10-15,3 1-4 0,-1-4 5 0,0 1-7 0,1-1 2 16,-1-3 0-16,-2-1-4 0,2 1-27 0,-2-3-1 0,-1-3-8 16,0 2-32-16,-2-2-14 0,0-3-8 0,-1 1-61 15,0-2-65-15,0-1 43 0,-1 1-196 0,-2-1-93 0,-2 0 11 0</inkml:trace>
  <inkml:trace contextRef="#ctx0" brushRef="#br1" timeOffset="34724.58">21112 1018 2171 0,'0'-4'-149'0,"0"3"361"0,5 0-34 16,-5-1-32-16,1-2-70 0,2 1 14 0,-2-3-42 0,4-1 3 15,2 0-14-15,4 1-14 0,11 1-21 0,3 0 8 16,2 2-11-16,4-1 11 0,-1 0-4 0,-1 3-6 0,6-3-5 16,-3 0 3-16,2 2-4 0,4-2-14 0,-4 0-21 0,2 0-11 15,4-1-58-15,-8 0-30 0,0 0 16 0,5-3-175 16,-3-1-88-16,10 3-27 0</inkml:trace>
  <inkml:trace contextRef="#ctx0" brushRef="#br1" timeOffset="35278.01">22419 583 1321 0,'-2'-8'322'0,"0"3"-221"0,1 0 81 0,-1 1-46 16,0 0 17-16,1 1-47 0,0 2-17 0,0-1-17 0,0 0-26 15,1 1-16-15,-1 0 9 0,0 0-16 0,0 1 12 16,-1 0-7-16,2 0-11 0,0 0-6 0,-1 0 12 0,0 0-13 16,-3-2 14-16,1 4-4 0,-1-1-8 0,-3 3-12 0,-2 2 13 15,0 0-14-15,-3 6 19 0,1-1-3 0,-1 2-7 0,-2 0-9 16,0 0 7-16,-1-2-8 0,-2 3 13 0,2-1-2 16,0-2-4-16,-2 1-5 0,1-1 1 0,2 0-1 0,-1 1 5 15,4-3-2-15,0 2-1 0,2-2-6 0,4-1 7 0,-1 1-5 16,2-2 6-16,-1 1 1 0,1 0-5 0,-1-1-8 0,2 1 11 0,-2 0-8 15,2-1 15-15,0 0-2 0,4-2-6 0,2 0-10 0,-1-1 8 16,3 0-6-16,-6 0 11 0,1-3 1 0,0 3-4 0,1-3-2 16,0 2 5-16,-2-3-5 0,0 1 15 0,1-1-1 15,2 0-2-15,8 0-15 0,2-1 20 0,3-3-17 0,5 0 21 0,2 1-6 0,0 0-13 16,3-1 2-16,-1 1-1 0,0 1 1 0,-3-2 0 0,0 1-2 16,-2 2-2-16,0-2-7 0,-2 2 8 0,-3 0-6 0,-4-1 13 15,-4 2-1-15,-2 0-7 0,0 2-12 0,-2-2 14 0,-1 0-11 0,0 1 20 16,-1 0-4-16,0 1-8 0,-2 0-4 0,0 1 5 0,-2 1-4 15,0-1 4-15,-3 4 2 0,-2 0-2 0,-3 1-9 0,-2 2 9 16,0-1-6-16,0 2 13 0,2-1-3 0,0 1-5 0,0 1-4 16,1 1 6-16,1-1-4 0,1-1 6 0,2-1 1 0,1-1-4 0,1 0-6 15,2 0 9-15,0 0-7 0,3-1 11 0,0-1-1 0,2-2-6 16,2 0 2-16,1 2 4 0,1-3-2 0,1 0 5 0,1-1 0 16,2-1-1-16,1-2-2 0,2 0 5 0,0 0-4 0,4 0 4 15,2-3-3-15,0 2-5 0,1 0-3 0,-1-1 3 0,1 0-2 0,1 0 5 16,1-1 0-16,0 0-6 15,-1 0-7-15,-1-2 5 0,-1 0-6 0,-6-1-10 0,-4-1-9 0,-2 1-13 0,0-2-42 0,7 1-11 0,-1 0-1 16,1 2-29-16,2-1-72 0,1 1-29 0,6-1-421 0,0 8 391 16</inkml:trace>
  <inkml:trace contextRef="#ctx0" brushRef="#br1" timeOffset="38257.19">19091 1113 47 0,'3'0'56'0,"0"0"5"0,0-2 11 16,0 2-13-16,0 0-18 0,0-1-22 0,-1 1 20 0,-1-1-23 0,2 1 42 15,-2 0-10-15,1 0-12 0,0 1-32 0,-1 0 14 16,2 1-20-16,-2-1 20 0,0 1 2 0,0 0-2 0,0 0 41 15,-1 0 3-15,0-1 8 0,0 0 82 16,0-1-23-16,-1 1-2 0,1-1-57 0,-1 2 30 0,-1-2-44 0,0 0 27 16,1 0-12-16,-1 0-23 0,1 0-34 0,-2 0 21 0,-1 0-30 15,0 1 39-15,-2 0-6 0,-1 1-10 0,0 0-18 0,-2 1 29 16,0 1-28-16,-4-2 51 0,3 2-15 0,-2-2-20 0,-1 2-4 16,1-1 7-16,1-1-7 0,1 1 14 0,0 0-9 0,0-1-7 0,-2-1-23 15,2 1 11-15,0-1-10 0,0 0 20 0,3 2-9 0,1-2-10 16,0-1-9-16,1 1 11 0,2-1-5 0,0 0 13 15,0 2-4-15,0-1-7 0,1 0-28 0,1 2 12 0,-2-2-15 0,1 2-14 16,0-1-19-16,0 2-24 0,1-1-96 0,-1-1-34 0,2 2-15 16,3-1 41-16</inkml:trace>
  <inkml:trace contextRef="#ctx0" brushRef="#br1" timeOffset="41198.83">2177 4055 256 0,'-11'-2'36'0,"6"-1"602"0,0 0-237 0,2 0 34 15,0 1-331-15,1 1 5 0,1-1-35 0,1 0-22 0,0 0-14 0,0 2-20 16,0 0-1-16,0 0 4 0,0 0-3 0,0 0 10 15,0 0-3-15,0 0-4 0,-1 0 9 0,1 2 6 0,0 0-3 16,1 3 13-16,-1 4-3 0,1 0-8 0,0 3-15 0,0 1 20 16,2 2-24-16,1 3 20 0,1-1-8 0,-1 1-13 0,3 5-19 15,-2-3 15-15,1 3-16 0,0 3 20 0,-3-5 0 16,0-1-9-16,2 1-6 0,-2-4 7 0,1-2-9 0,0 0 12 16,0-3 0-16,-1 2-4 0,1 0-6 0,0-1 5 0,-2-2-6 15,1-1 5-15,0-3 0 0,-1-1-4 0,-1 0 1 0,-1 0 4 0,0-1-2 16,0 1 4-16,-1-5 1 0,1 1-1 0,-1 0-11 0,0-2 17 15,0 1-13-15,-1-1 20 0,0 0-1 0,-1-3-9 0,-2 1-5 16,1-2 2-16,-2-2-4 0,2-1 2 0,-2 1 0 0,0-1 1 0,2-2-6 16,-1 1 2-16,2-3-2 0,-1 2 6 0,-1-1 0 0,2 0-2 15,1-2-7-15,-2 2 6 0,2-1-6 0,1-1 7 0,-1-1-1 16,2 0-3-16,-2-2 1 0,2-2 0 0,2 2 1 0,-1-4-3 0,1-2 1 16,1 1 1-16,1-2-7 0,-1-1 8 0,1 3-7 0,0 0 10 15,1 1 0-15,0 0-7 0,3-2-4 0,0 4 6 0,1-1-4 16,1 2 8-16,-1 2-3 0,0 1-3 0,1 1-9 0,-1-1 10 15,0 4-6-15,1 0 13 0,0 4-2 0,1 1-7 0,0 1-11 0,1 2 14 16,0 1-10-16,-1 3 15 0,1 0-1 0,-2 3-5 0,-1 0-7 16,0 2 8-16,0 2-5 0,1 0 13 0,-2 0-3 0,-1 2-6 0,2-1-7 15,-1 2 8-15,0-1-5 0,-1 1 14 0,-2-2-1 0,0 1-5 16,-1-2-15-16,0 0 14 0,-1 0-10 16,1 1 18-16,-2-2-1 0,-1-1-8 0,0-1-2 0,0 1 3 0,-1-3-2 0,1-1 10 15,-1-4-3-15,0 0-3 0,-1 0-1 0,1-2 3 0,-1 4-1 0,1-2 10 16,-1 0-2-16,0 0 0 0,0 0-14 0,0 0 17 0,-1 0-14 15,1-2 20-15,-1 1-2 0,1-3-12 0,-1 4-3 16,1-1 8-16,-1 0-7 0,2-2 7 0,-1-3-2 0,1-2-4 0,0-1-4 16,1-1 8-16,2 1-5 0,-1-1 7 0,1-1-2 0,2 0-7 0,0-1-4 15,2 1 4-15,0 0-3 0,0 3 13 0,-2-1-2 0,2 2-4 0,0 1-9 16,-1 1 10-16,2 0-8 0,0 1 16 0,0 2-2 16,1 1-7-16,1 1-8 0,0 0 12 0,1 0-9 0,3 1 14 0,-2 1 0 15,4 2-7-15,0 1-14 0,-2-2 11 0,3 4-11 0,-2 1 16 16,-2 1-2-16,2-1-6 0,-3 4-13 0,-1 3 13 0,1 2-12 15,-2 2 20-15,-1 0-3 0,-3 1-6 0,1-6-1 0,0-1-1 0,-1-2 1 16,-2 2 2-16,-1 2-1 16,0 2 0-16,-1-1-12 0,-1 0 12 0,0-1-9 0,-1-1 16 0,0 2-2 0,0-4-8 0,0 3-15 15,0-3 14-15,-1-3-14 0,1 0 10 0,-1-2-3 0,1-3-12 0,0 1-20 16,1-2 3-16,0-1-9 16,3 0-21-16,0-2-6 0,3 0-12 0,2-2-41 0,0-3-6 0,0-2-12 0,0-2-115 0,1-2-28 15,0-3-56-15</inkml:trace>
  <inkml:trace contextRef="#ctx0" brushRef="#br1" timeOffset="41562.94">3035 4128 1574 0,'-18'16'-454'0,"12"-7"865"0,0-1-91 0,3 2-144 15,-1 6-69-15,2-2-3 0,1 1-35 0,1 0-27 0,1-1-13 0,1-1-10 0,2 1-11 16,-1-3 7-16,1-3-7 0,1 1 19 0,1-3-1 15,-1-1-1-15,3 0-15 0,-1-3 17 0,1 0-17 0,1-2 42 16,-2 0-2-16,1-2-10 0,2 0-9 0,1-5 17 16,-1 1-22-16,3-2 16 0,0-2-11 0,0-1-13 0,0-2-18 15,-1-1 11-15,-2 1-13 0,-1-2 19 0,-1-1-3 0,-3 2-7 16,3-3-7 0,-1 5 6-16,-2 3-6 0,0 1 16 0,-2 2-1 0,0 2-3 0,0-1 5 0,-2 2 1 0,0 0-2 0,0 3 1 15,0 0-2-15,2 0-2 0,-1 4-13 0,0 0 15 0,0 3-11 16,2 2 28-16,-4-2 1 0,1 2-5 0,1 1 1 0,3 3 1 15,5 4-4-15,2 0-10 0,0-3-4 0,3-2-3 0,1 0-14 0,-1-1 9 16,1 0-6-16,0-5 14 0,-3 0-2 0,1-2-5 0,-1-1-19 16,1-1 4-16,-2-2-9 0,1 0-9 0,-2 0-5 15,-1 0-9-15,0-2-46 0,0-2-2 0,0 1-13 0,0 0-45 0,0 0-17 0,-1 1-20 16,-1-4-106-16,0 1-50 0,-1-2-23 0,0 4 29 0</inkml:trace>
  <inkml:trace contextRef="#ctx0" brushRef="#br1" timeOffset="41827.54">3679 3808 1431 0,'-8'0'360'0,"5"3"-250"0,-1 1 97 0,2 1-90 16,1 0 14-16,1 4-52 0,1 0-11 0,2 3-16 15,2 2-21-15,1 3-22 0,2 1 20 0,0 0-21 0,1 5 33 16,-3-4-10-16,1 1-10 0,0 3-14 0,-2-4 2 0,2 2-5 16,-7-1 3-16,1 0-2 0,-1-2-2 0,0-1-8 15,5-1 8-15,0-3-7 0,-1-1 16 0,2 1-26 0,-3 1-10 0,0 2-8 16,0-2-13-16,-1-4 21 0,0-1-38 0,0-3-18 16,-2-2-13-16,1 3-86 0,0-4-64 0,0 1 38 0,2-2-231 15,4-1 253-15,5 1 10 0</inkml:trace>
  <inkml:trace contextRef="#ctx0" brushRef="#br1" timeOffset="42101.9">4059 3660 2057 0,'-14'8'-144'15,"7"-3"320"-15,1 3-34 0,3 2-38 0,1 5-62 0,2 1 8 16,2 0-29-16,3 6 1 0,0-3 0 0,3 2-8 0,1 2-8 16,0-3 15-16,0 0-16 0,0 3 24 0,0-3-7 0,0 1-10 15,0 2-4-15,-1-3-2 0,0-1 0 0,0 1 0 16,-2-4-3-16,1 1 2 0,-1-1-9 0,-1-1 6 0,-1-1-5 16,-2-2 7-16,0 0-7 0,-1-1-9 0,1 1-17 0,0-4-10 15,0-4 6-15,-1 1-66 0,0-4-33 0,1 2-15 0,-1-2-150 16,-1 0-66-16,3-1 31 0,-2 3-29 0</inkml:trace>
  <inkml:trace contextRef="#ctx0" brushRef="#br1" timeOffset="42328.03">4026 4037 584 0,'-10'0'423'16,"2"-2"-200"-16,3-1 323 0,1-3-345 0,3 3 9 0,1-4-57 0,1 0-33 15,3-2-31-15,2 1-40 0,2-4-40 0,2 3 14 0,1 0-22 16,3 2 15-16,-2 2-5 0,0 1-10 0,2 3-7 0,-2 1 6 15,0 0-5-15,2 5 15 0,-1 1-3 0,1 2-5 0,3 3-8 16,1 1 13-16,0 1-11 0,0-1 24 0,-6 2-6 16,0-1-10-16,2 3-2 0,0-2 5 15,5-1-5-15,2 2 5 0,-4-4-3 0,-2 2-4 0,-2-3-17 0,-3-2 7 0,-1-1-10 16,-3-6-16-16,-1-2-28 0,-2 1-15 0,1-2-113 0,-2-3-26 16,-1 3-6-16,1-7-178 0,3-2 236 0,0 2-27 0</inkml:trace>
  <inkml:trace contextRef="#ctx0" brushRef="#br1" timeOffset="42457.62">4219 3872 1620 0,'-7'-3'176'0,"0"0"21"15,-2 2-13-15,3 0-51 0,1 1-76 0,5-1-33 0,0 1-28 16,5-3-51-16,1-1-54 16,6 0 27-16,1-3-243 0,-1 2-149 0,5-1-42 0</inkml:trace>
  <inkml:trace contextRef="#ctx0" brushRef="#br1" timeOffset="42953.14">4698 3897 1037 0,'-7'12'297'0,"4"1"-188"0,1 1 113 0,1 4-109 0,1-1 25 0,2 3-53 0,3 0-7 15,-1-1-23-15,2 2-28 0,-1 2-30 16,2 0 10-16,-1-3-12 0,0 1 28 0,1-4-10 15,0-2-7-15,-5 3-1 0,0 0 5 0,1 1 0 0,0 1 16 0,5-2-6 16,0-2-9-16,0-1 0 0,-2-5 11 0,0-1-10 16,0 0 10-16,-3-2-2 0,0 0-9 0,1-2-13 0,-2 1 13 0,-1-4-15 0,-1 2 25 0,0-3 3 15,0-1-4-15,-1 0 16 0,1 0 8 16,-1 0-6-16,-1-2 16 0,-3-2-5 16,1-3-9-16,-4 0-14 0,2-2 14 0,-1-3-18 0,1-1 16 15,0-1-6-15,0-1-11 0,0-4-20 0,0-3 15 0,0 0-14 16,6-2 13-16,0 3-4 0,3 4-11 0,-1 0-3 0,-2 3 5 0,-1 0-3 15,0 0 6-15,0 0 0 0,1 1-3 0,0 0-2 0,0 1 0 16,1 0-1-16,1 1 1 0,-1 2 1 0,-3 0 2 0,1 2-9 16,-2 0 6-16,2-2-6 0,5 3 9 0,0 1 0 0,3-1-4 0,0 2 1 15,1-1 1-15,0 1 0 0,3 0 5 0,0 1-3 0,1 1-3 0,4 0-7 0,0 2 6 0,0 2-5 0,-1 2 10 32,0 1 1-32,-2 1-5 0,2 3-15 0,-2 1 16 0,1 2-12 0,-1-1 22 0,-2 0-4 0,-1-1-9 0,-2 4-1 0,-3 0 2 15,-2 1 0 1,-1-2 2-16,-2-1 2 0,0-1-1 0,-2 2 4 0,-1 1 4 0,-3 0-1 0,-2 0 9 0,-2-3-2 0,-1-3-1 0,-2 4-4 31,-1-2 8-31,1 4-6 0,-1-1 8 0,1-1-1 0,0-3-5 0,1-2-7 16,-2-2 2-16,3 1-3 0,-1-4 1 0,2-1 1 0,2-1-2 15,2-2-7-15,1-2 7 0,0-1-7 0,1-5 5 0,0-3-7 16,3-3-8-16,0-3-17 0,1-3-3 0,1 2-3 0,3-4-29 16,0 1-13-16,3-2-17 0,2-3-48 0,3 3-27 0,2-1-2 0,-1 3-137 15,-1 0-22-15,2 1-41 0</inkml:trace>
  <inkml:trace contextRef="#ctx0" brushRef="#br1" timeOffset="43396.91">5099 3609 373 0,'0'1'149'0,"1"2"-55"0,-1 0 81 0,0 0 4 0,0 2 21 16,0 1-36-16,0 3-4 0,0 0-21 0,0-2-31 0,2 3-4 16,-1 2 8-16,0 1-20 0,2 7 10 0,-1 2-16 15,2 0-18-15,2 3-20 0,0-2 13 0,1 0-21 0,1 1 9 16,-2-4-9-16,2-1-15 0,2 2-16 0,0-2 7 0,1 0-12 15,-1 0 7-15,-4-5-3 0,2 0-6 0,0-1-6 16,-1-4 10-16,-5 0-8 0,2 0 13 0,-2-2-3 0,1 0-6 0,5 1-9 16,1 0 8-16,0-3-7 0,2-1 19 0,0-2-4 15,2 1-7-15,0-1-10 0,-2 0 3 0,2-2-5 0,-2 0 9 16,0 0 1-16,1 0 0 0,-1-3-1 0,-1-1 0 0,0 2-3 0,-1-4-1 16,0 3 5-16,-1-4 0 0,1 2-3 0,0-3 5 0,-1 2-5 15,-1 1 8-15,0-2 2 0,-1 1 0 0,-2 0-15 0,1-2 13 16,-2-1-12-16,1 0 17 0,-2-1 0 0,-1 0-7 0,1-3-5 0,-1 1 8 15,-1-1-6-15,0 2 13 0,0-1-2 0,-1 3-6 0,-1 0-3 16,-1 1 7-16,-1 2-3 0,0 1 10 0,-1 1 2 0,1 2-7 0,-2 1-6 16,-1 1 5-16,1 0-7 0,-1 1 4 0,1 3-3 15,0 0-2-15,-1 2-6 0,1 0 4 0,-1 5-3 0,2 0 11 16,0 2-1-16,1 2-1 0,2 2-3 0,-1 0 14 0,2 1-8 0,1-2 17 16,0 0-1-16,2 0-9 0,3 1-5 0,-1-3 7 0,2 1-7 15,2-3 6-15,0-1-5 0,2 0-4 0,2-1-10 0,2-3 9 16,0-1-7-16,3 0 13 0,0-3-4 0,1-1-7 0,3-2-13 0,1 0-2 15,1-2-5-15,1-4-28 0,-1 0-16 0,2-3-16 0,1-1-80 16,0-2-44-16,-6-1-11 0,1-2-275 0,8 0 291 16,3-1-48-16</inkml:trace>
  <inkml:trace contextRef="#ctx0" brushRef="#br1" timeOffset="43808.04">6177 3470 1852 0,'-1'0'193'0,"0"0"29"0,1 0-84 0,0 2-45 0,1 2-23 0,1 1-27 15,3 5-29-15,2 4 14 0,-1 6-18 16,4 1 26-16,-1 2-9 0,0 2-9 0,0 2-17 15,-5-7 10-15,-1 1-11 0,-1 0 14 0,1-1-4 0,2 1-7 16,1 1-8-16,-2-3 9 0,0-2-8 0,-1 2 16 16,-1-1-4-16,1-3-6 0,-2 3-8 0,0-5 2 0,-1 0-4 0,2 0-11 15,-1 0-11-15,0-1-10 0,3 1-48 0,-2-1-21 16,1-2 10-16,1 0-94 0,-1-2-52 0,0-3-11 0,4-2-234 0,6-2 249 0</inkml:trace>
  <inkml:trace contextRef="#ctx0" brushRef="#br1" timeOffset="43997.09">6459 3738 2073 0,'-21'13'-739'0,"14"-3"1321"0,3-2-168 0,1-1-261 0,2 3-78 16,1-1-4-16,1 0-29 0,3 1-25 16,-1-1-6-16,2-1-5 0,0-1-10 0,2 0 0 0,0-1-4 0,-1-2-10 15,0 1-8-15,1-2-5 16,1-1-29-16,-2 1-30 0,2-1 17 0,1-2-166 0,-2-1-69 15,1-3-27-15</inkml:trace>
  <inkml:trace contextRef="#ctx0" brushRef="#br1" timeOffset="44129.66">6457 3548 1164 0,'-12'-3'312'0,"1"1"132"0,5-2-322 16,0 1-12-16,4 1-36 0,1 2-39 0,1-2-64 0,2 0-8 15,1-2-14-15,3 1-95 0,2 0-80 0,1-3-30 0</inkml:trace>
  <inkml:trace contextRef="#ctx0" brushRef="#br1" timeOffset="44502.81">6826 3838 429 0,'-3'4'161'0,"1"-3"135"0,-1 2-32 16,3-2-60-16,0 1-75 0,0-2-78 0,0 1 27 15,0-1-51-15,0 0 23 0,0 1 5 0,0-1-10 0,0 0 11 32,0 0 31-32,0 0-30 0,0-4 42 0,-1 2-12 0,0-1-24 0,-2-2-12 0,1 1 13 0,-1-2-21 0,0-1 15 0,1 1-5 31,0 0-11-31,0-2-14 0,2 0 16 0,0 1-22 0,0-2 17 15,2 0-3-15,0 2-11 0,1-3-15 0,2 1 11 16,-1-1-16-16,1 0 19 0,0-1-6 0,-1 1-6 0,1 0-12 16,1 1 11-16,1 1-11 0,2 0 20 0,-2 3-2 0,2 1-7 15,0 1-8-15,0 1 11 0,0 2-11 0,1-2 16 0,2 2-3 16,0 0-7-16,0 2-2 0,2 0 5 0,-1 3-4 0,1-3 8 0,-2 1-2 16,2 3-4-16,-1 1-12 0,1 3 8 0,-1 1-7 0,1 4 9 15,-2-3 1-15,-2 1-5 0,0 0-5 0,0-2 1 0,-1-2-3 16,-1 3-4-16,-1-4-5 0,-2 1-6 0,0-2-20 0,-2-2 6 15,-1 1-7-15,0-1-4 0,-1-2-4 0,0 0-12 0,-1 0-38 16,0-1-6-16,0-1-10 0,0-1-56 0,-1 2-35 0,1-2-26 0,0 0-131 16,1 0-120-16,3 1 4 0</inkml:trace>
  <inkml:trace contextRef="#ctx0" brushRef="#br1" timeOffset="44873.64">7264 3800 654 0,'0'0'206'0,"1"0"47"0,2 0-7 0,-1-1-80 0,2-2-58 16,2-2-32-16,1 1-28 0,3-4-34 0,1 2 7 0,-1-2-12 16,3 1 20-16,-3-2-11 0,0 1-7 0,1-2 7 15,-1 0-4-15,-1 1 7 0,0 0 19 0,-2 0 0 0,0 1 4 16,-2 0-6-16,-1 1 16 0,-1-1-17 0,-1 0 24 16,-1 4-14-16,-1 1-14 0,0-3-14 0,0 0 16 0,-2-3-17 0,0-1 22 15,-2 1-11-15,1 0-16 0,-3-1-5 0,2 2 5 0,-2 0-6 16,1 1 11-16,-1 1 3 0,0 3-1 0,1-1-11 15,-2 4 15-15,1 2-18 0,0 2 24 0,0 1-7 0,1 0-11 0,-1 3-1 16,0 0 11-16,1-1-8 0,-2 4 17 0,1 0-3 0,2-1-4 16,-1 6-16-16,2-6 19 0,1 2-15 0,1-1 25 0,-1 2-7 15,4 2-12-15,1 2-16 0,0 0 11 0,4-2-10 0,0-2 14 16,1-2-4-16,1 0-8 0,0-1-5 0,2-1 8 0,1-3-6 16,1 1 10-16,-1-1-3 0,1-1-5 0,1-1-8 0,-1-2 6 0,2 2-4 15,0-1 8-15,-1-1-8 0,0 0-9 0,0-1-25 16,0-1 1-16,-1 0-6 0,0-1-19 0,0-1-11 0,2 0-12 0,1-3-45 15,2 1-15-15,0-3-4 0,1 1-83 0,-1 0-7 0,3-3-20 0,0-3-62 16,-4-1-85-16,3 2 2 0</inkml:trace>
  <inkml:trace contextRef="#ctx0" brushRef="#br1" timeOffset="45149.95">7895 3518 1541 0,'-33'21'-288'0,"15"-8"576"0,0 1-58 15,1 0-87-15,-3 5-73 0,3-1 14 0,2 0-44 16,2-2 4-16,2-3-10 0,2 0-13 0,1-2-18 0,2-2 17 16,6 2-17-16,1-4 40 0,3 0 1 0,0-3-3 0,-5-2 3 15,0 1 12-15,1-1-15 0,0-2 17 0,9-1-3 0,0-2-9 16,2-2-15-16,2-1 17 0,1 1-24 16,3-3 22-16,-1 0-9 0,-1 1-14 0,4 0-17 15,-4 4 11-15,0-3-15 0,-1 3 15 0,-2 0-6 0,0 2-8 0,-1-2 0 0,-2 3-1 16,0 1 1-16,0 3-4 0,-2-1-1 0,-1 3-1 0,-1-1-2 15,-1 0 5-15,0 3-4 0,-2 0 5 0,0-3-6 0,0 1-6 0,0 1-16 16,-1-3-6-16,0 1 1 0,0-3-21 16,0 0-10-16,1 0-9 0,2-1-51 0,-1 1-10 0,2-2-12 0,-1-3-121 0,2-1-28 15,3-3-55-15</inkml:trace>
  <inkml:trace contextRef="#ctx0" brushRef="#br1" timeOffset="45325.13">8276 3463 1572 0,'-18'8'383'0,"2"3"-104"0,2 2-81 16,4 0-83-16,-3 6-36 0,1 0-26 0,0 1-29 0,-7 3-30 15,4-3 11-15,1-2-12 0,3 1 20 0,4-6-13 0,2-1-11 16,0-3-66-16,4-1-30 0,2 1 6 0,5 0-169 0,1-2-91 16,2 1-29-16</inkml:trace>
  <inkml:trace contextRef="#ctx0" brushRef="#br1" timeOffset="45783.64">9179 3399 1699 0,'-8'-1'183'16,"-3"1"-1"-16,1 0 15 0,-2 2-76 0,2 2-6 0,1 0-24 0,0 1-36 0,-3 2-19 0,2-1 9 0,0 0-17 0,-1 5 11 15,2-1-9-15,-1 1-10 0,-3 5-12 0,3-1 9 0,-1-1-11 31,1 3 14-31,1-2-7 0,2 1-8 0,0-1-9 16,3-1 5-16,-1-1-4 0,2 2 11 0,1-5-3 0,1 2-7 0,-1-2-17 16,2-2 4-16,2-4-7 0,0 0-23 0,0-3-27 15,1 0-14-15,3 3-83 0,1-1-40 0,1-3 22 0,3-2-228 16,5-4 251-16,-1 5-24 0</inkml:trace>
  <inkml:trace contextRef="#ctx0" brushRef="#br1" timeOffset="46179.91">9246 3532 960 0,'-6'-1'-250'0,"4"0"541"0,2-1-76 16,0 0-73-16,4-1-81 0,-1 0 5 0,2-3-27 0,1 1 33 15,0 1-11-15,1-2-6 0,2 0-15 0,-1-1 20 0,-2 1-22 16,2-1 34-16,-2 2-5 0,-2-1-13 0,1 1-6 15,-3 1 21-15,-1 0-25 0,1 0 41 0,0 0-13 0,-2 2-17 0,0-2-9 16,0 1 9-16,-2 2-15 0,1-3 6 0,0 2-10 16,0 0-10-16,-1-1-13 0,-2 1 0 0,2 0-4 0,-2 1 3 15,-1-1-3-15,0 2-2 0,-2 0-15 0,1 2 11 0,-1-1-11 16,-2 3 23-16,3-1-2 0,-1 1-8 0,-1 3 1 16,3 0 7-16,-1 2-5 0,-1 2 12 0,3-1-7 0,-1 1-8 0,0 1-10 15,1-1 8-15,1-2-4 0,-1 3 12 0,2-2-3 0,1 0-6 0,-1 1-4 16,2-2 2-16,-1 0-1 0,1-2 3 0,0 1 0 0,1-2-2 15,1-1-4-15,1 1 4 0,0-3-2 0,0 3 4 0,2-3-4 16,0 1-5-16,1-1-22 0,3-2 1 0,2 0-7 0,4-1-17 16,3-1-10-16,2-3-15 0,2-2-62 0,2-2-29 15,1-1-8-15,3-2-136 0,-1-1-28 0,4-2-22 0</inkml:trace>
  <inkml:trace contextRef="#ctx0" brushRef="#br1" timeOffset="46482.94">9704 3379 721 0,'-18'7'272'0,"4"1"-151"16,-2 1 138-16,-6 1-139 0,1 0 15 0,3-1-51 0,3 3-9 0,1-3-22 0,4-1-26 15,1 1-24-15,4-2 10 0,0-3-12 0,3 1 33 0,1-4-6 16,1 2-6-16,1-2-10 0,1 1 21 0,1-1-19 0,3-1 46 16,1 0-9-16,1 0-11 0,3-3-17 0,1 2 3 15,-1 0-10-15,2 1 12 0,-2 0-8 16,0 2-3-16,4 3-14 0,-2 3 4 0,0 1-6 0,0 3 5 0,-3 2-1 15,-3 0-1-15,2 5-12 0,-1-1 20 0,1 1-16 0,7 3 51 16,0-4-13-16,1 0-12 0,-1 1-18 0,-4-2 10 0,-3 1-8 0,-3-3 32 16,-2-2 1-16,-2-1-2 0,-2-1-14 0,-3 0 2 0,-1 1-6 15,-3 1-3-15,-2-3-3 0,-2 1-2 0,-4 1-8 16,1-2 7-16,-2 0-6 0,1-1 7 0,2 0-3 0,-1-2-4 0,7-1-12 16,1-1 10-16,-1-1-7 0,2-1 12 0,-4-3-6 0,-1 0-8 0,2-2-33 15,0-2-1-15,2 1-11 16,3-4-41-16,3-2-28 0,2-2-24 0,5-5-170 0,6-3-47 15,6 0-36-15</inkml:trace>
  <inkml:trace contextRef="#ctx0" brushRef="#br1" timeOffset="46662.93">10113 3343 1377 0,'-1'0'1140'15,"-25"11"-1235"-15,12 0 187 0,0-2-20 16,2 2-30-16,-1 1-23 0,3-1 10 0,-1 1-16 0,1 0 7 0,2-3-7 0,3 2-10 0,-1 1-12 15,1-1 9-15,3-1-8 0,0 0 19 0,2-2-12 0,0-2-8 0,2-1-38 32,2 2-6-32,0-3-1 0,3 1-48 0,2-1-33 0,1-3-9 0,2-1-173 0,1-1-117 0,2-3-13 0</inkml:trace>
  <inkml:trace contextRef="#ctx0" brushRef="#br1" timeOffset="46959">10218 3493 966 0,'-5'0'177'16,"4"0"379"-16,0 0-418 0,1-2-33 0,0 0-44 0,2-2-42 16,3-1 7-16,0 1-20 0,3-2 7 0,1-2-3 0,1 0-4 15,3 1-13 1,-2-1 9-16,0 1-10 0,0-2 23 0,-2 3-3 16,-2 0-4-16,0-2 9 0,-3 2 17 0,0-1-9 0,-2 1 45 0,-2 1-1 0,0 1-10 0,-1 0-19 15,-3 1 14-15,0 0-26 16,-2 1 2-16,1 1-6 0,-2 1-13 0,-3 3-11 15,0 0 8-15,-3 4-10 0,1 2 18 0,0 1 1 0,0 2-3 0,1 4 0 16,1 0 16-16,1 1-15 0,0 5 24 0,2-3-11 16,4 1-12-16,1 0-10 0,2-3 3 0,0-1-5 0,-1 0 5 15,-1-3-6-15,2-2-5 0,2-1-1 0,0-2 3 0,1-2 0 0,1 1 0 16,-3-3-4-16,0-2-7 0,1 0-13 0,1-2-3 0,8-4-1 16,2 0-16-16,3-3-6 0,4-2-7 0,2 1-57 15,3-4-28-15,0-1-6 0,-1 0-149 0,1 1-37 0,3-4-42 0</inkml:trace>
  <inkml:trace contextRef="#ctx0" brushRef="#br1" timeOffset="47272.84">10798 3278 1493 0,'-21'0'204'0,"3"2"71"0,-1 1-172 0,-1 0 1 15,5 1-33-15,-1 1-28 0,5 2-34 0,2-3 0 0,1 1-5 16,-1-1 11-16,-1 1-9 0,0-1-5 0,1-2-6 0,3 2 7 15,2-1-2-15,1 2 11 0,1-1-1 0,1-3-9 16,1 3-5-16,3 0 26 0,1-2-21 0,3 3 49 0,2-1-7 0,2 1-17 16,1 0-18-16,1 0 16 0,-2 2-22 0,-3 0 26 15,0 1-10-15,-3-1-6 0,2 2-16 0,2-2 9 0,-1 0-8 16,1 0 17-16,-1 1-3 0,0 1-11 0,-2 0 4 0,-1 0 8 16,-2 0-6-16,-3 1 21 0,-1-1 2 0,-2 0 0 0,-2 1-14 15,-2 0 13-15,1 2-14 0,-3 0 10 0,0-4-5 0,0 3-7 0,-1-1-13 16,-1-2 6-16,5-1-6 0,-1 0 6 0,-1-3-4 0,1-2-3 15,-3-1-22-15,0-1 3 0,1-1-7 0,2-1-7 0,3-2-11 16,-1-3-10-16,3 0-44 0,1-5-13 0,0-1-6 0,2-1-86 16,4-1-30-16,1 0-32 0,9-3-241 0,4 3 306 0</inkml:trace>
  <inkml:trace contextRef="#ctx0" brushRef="#br1" timeOffset="47556.55">11003 3228 1494 0,'-9'1'131'16,"-3"0"110"-16,1 3-90 0,0 1-34 0,1-1-35 0,0 2-60 16,2 1 16-16,0-1-32 0,2 1 13 0,2-2-6 0,2-1-8 15,0 1 3-15,2 0 8 0,2 0-4 0,1 0 20 16,3 1 4-16,0-2-6 0,4 3 4 0,3-1 17 0,1 0-17 16,3 2 32-16,-1 1-12 0,1 0-12 0,1 3-26 0,-1-1 8 15,-1 1-15-15,1 0 8 0,-6 0-4 0,-2-1-5 0,0 0-8 16,-3 0 6-16,-1-1-6 0,-3 3 11 0,-2-2-1 15,-2 1-5-15,-4 2-5 0,0-2 8 0,-2 1-7 0,-2-2 17 16,-1 0-6-16,-2-3-5 0,-1 3-2 0,1-4 0 0,1 0 0 16,1-3-3-16,2-1 0 0,1-1-1 0,2-2-22 0,-1-2-4 15,1-1-7-15,2-1-41 0,0-4-15 0,3-2-18 0,1-5-70 0,5-1-55 16,2-2 4-16,3-4-244 0,4 5 271 0,-1-1-18 0</inkml:trace>
  <inkml:trace contextRef="#ctx0" brushRef="#br1" timeOffset="47710.05">11325 3316 1387 0,'9'9'275'0,"0"0"-9"16,-1 1-4-16,0 0-107 0,0 4-22 0,1-1-37 16,-1 3-41-16,2-1-49 0,-2-2 13 0,1 0-21 0,0-1 17 0,-2 0-5 15,1-1-7-15,-1 1-19 0,-1-2-3 0,1-2-4 0,1 0-39 16,-2-5-21-16,-1 1-10 0,0-1-84 0,-1-3-96 0,0-1 60 16,5-5-370-16,-3 3 344 0,1-5 1 0</inkml:trace>
  <inkml:trace contextRef="#ctx0" brushRef="#br1" timeOffset="47841.5">11462 3212 2007 0,'-39'-38'-461'0,"19"26"878"0,5 3-103 0,-1 2-154 0,0-1-73 15,4 0 8-15,0 1-40 0,1 2-17 0,5 2-12 0,1 2-19 0,2 1-11 16,3 0-10-16,0 0 1 0,1 1-48 0,2 2-14 16,5 0-4-16,5 2-53 15,1 1-27-15,4-3 20 0,2 3-136 0,2-4-57 0,1 1-13 0</inkml:trace>
  <inkml:trace contextRef="#ctx0" brushRef="#br1" timeOffset="48079.23">11694 3249 1365 0,'-19'36'-292'0,"15"-19"572"0,0 0-60 0,1-2-91 0,1 2-46 0,-4-3 22 0,2 0-41 16,1 0 19-16,3-3-12 0,0 0-22 0,5-3-8 16,0-1 28-1,2-2-29-15,1 1 44 0,1-3-8 0,-6-2-18 0,4 1-4 0,0-2 5 0,1-2-14 0,6-2 5 0,2 2-7 16,1-3-8-16,1-2-12 0,-4 2 11 0,0-2-14 0,-4-1 14 15,-3 1 0-15,-2 0-8 0,-1-1 8 0,-4 0 5 0,0 1-9 16,-5-2 0-16,-3 1-5 0,1 0-7 0,-8-1-18 16,-2 3 10-1,-2-2-13-15,-2 1 14 0,2 0-5 0,1 1-7 0,1-1-13 16,7 1-7-16,-2 1 1 0,2-1-26 0,1 2-5 0,-3-1-5 16,3 1-57-16,2-1-10 0,4-3-12 0,2-1-92 0,1 0-37 0,5-3-42 0,10-2-202 0,4 5 293 0</inkml:trace>
  <inkml:trace contextRef="#ctx0" brushRef="#br1" timeOffset="48427.54">11959 3301 1143 0,'-2'24'-251'0,"1"-13"518"0,1 1-70 0,1-1-78 0,0 1-75 15,3-2-1-15,-2 0-20 0,1-1 6 0,-1-3-6 0,1 0-4 16,0-2 5-16,-2-2 13 0,1 0-8 0,-1-1 48 0,-1 0 15 15,2-1-1-15,-2 0-10 0,0-1 23 0,-2 0-40 0,1-3 20 16,0 1-16-16,0-3-20 0,0-1-10 0,-1 1 12 16,1-2-17-16,-2-1 17 0,2 0-8 0,0 0-12 0,1-2-7 15,1 2 3-15,3-3-8 0,2 0 4 0,3 1-6 0,1-1-2 16,5-1-9-16,0 3 5 0,2-1-5 0,4 1 13 16,0 1 2-16,2 1-2 0,-1 2 11 0,-1 2 3 0,0 2-3 0,-8-1 1 15,-1 3-2-15,0 3-2 0,-1 0-2 0,6 4 5 0,0-1-4 16,1 5 10-16,0-1-5 0,0 1-5 0,-1 1-11 0,1 1 1 15,0 1-4-15,-2 1-3 0,1-1 0 0,0 2-4 0,1-1-11 0,0 0 11 16,-1 2-9-16,-3 0 15 0,-1-1 0 0,-2-3-8 0,0 1-15 16,-2-1 4-16,-2 0-10 0,-1-2-5 0,-1-2-3 0,-1-1-3 0,-1-2-30 15,-1-1 0-15,0-2-8 0,-1 1-31 0,0-3-23 0,2 0-22 16,-1-1-183-16,1-1-74 0,6-2-38 0,-3 0 17 0</inkml:trace>
  <inkml:trace contextRef="#ctx0" brushRef="#br1" timeOffset="49728.55">3968 4839 948 0,'-7'0'270'0,"0"-2"128"0,2 1-282 16,1-1 42-16,1 1-30 0,1 1-34 0,1 0-41 0,1 0 2 16,0 0-20-16,0 1-3 0,1 2 6 0,-1-1 0 0,2 6 2 0,-1 1 21 15,-1 3-23-15,2 2 21 0,-1 1-14 0,0 4-15 0,1 6-7 16,-1 0 8-16,3 2-9 0,-2 4 16 0,0 0-9 0,1-2-9 16,0 0-12-16,0 0 5 15,1-3-8-15,0 3 8 0,1-4-3 0,-2-2-6 0,3-1-9 0,-1-4 11 0,1-3-11 16,-2 3 16-16,1-4-4 0,-2-2-7 0,1-1-2 0,-1-2 5 15,0-1-3-15,1-2 11 0,-2 2-4 0,0-3-6 0,0 0-5 16,0-2 6-16,-1-1-3 0,-1 1 9 0,1-2 1 0,-1 1-6 0,0-2-6 16,0 0 14-16,0 0-11 0,1 0 23 0,-1 0-4 0,1-3-8 15,-1-2 0-15,1 0 3 0,1-2-2 0,0-2-1 16,-2 0-2-16,1 0-5 0,-1 1-13 0,0-1 14 16,0-2-10-16,0 1 19 0,0 1-3 0,-1-1-9 0,-1-2-4 15,0 2 3-15,0-1-2 0,0 0 3 0,-1 1 1 0,1-3 0 0,-1 1-7 16,-2 0 5-16,2-3-4 0,-1-1 7 0,-1 1 1 0,1 0-4 0,-1-3-8 0,1 4 10 15,0-2-7-15,1 0 12 0,1 0-3 0,-1-2-6 0,2 0-1 0,1 3 1 16,0-2-1-16,0 2 3 0,0 1-1 0,2 0 0 16,0 2-5-16,0-1 5 15,1 3-3-15,-1 1 5 0,1 2 0 0,-1-1-3 0,1 0-7 0,0 1 10 0,-1 0-7 0,0 3 10 16,0 0-1-16,1 1-5 0,-1 1-7 0,-1 0 7 0,1 0-7 0,0 2 9 0,1 0-1 16,-1 3-5-16,3 1-9 15,1 5 10-15,3 2-6 0,2 3 18 0,1 4-2 0,1 0-5 0,2 3-5 0,-1-1 3 0,2 1-3 0,1-2 9 31,0-4-1-31,1 1-4 0,0-2 1 0,0-1 0 0,-5-1 1 16,-1 0 4-16,0-3-1 0,-1-3 0 0,8 1-5 0,-1-5 2 16,0-1-2-16,-1-1 4 0,-4-1-1 0,-1 1 0 0,1-1-8 0,-3-2 6 15,0 2-4-15,-1-1 9 0,1-2-2 0,0 0-4 0,3-3-6 16,-1-3 9-16,1-3-6 0,0 1 14 0,-2 0-3 0,-1-2-5 0,-2 2-3 16,-1 0 2-16,-3-2-1 0,-2 1 8 0,-2-1-1 0,0-2-4 15,-2 0-2-15,-2 0 0 0,-1-2 0 0,0 4 3 0,0 2-2 16,1 0-1-16,-1 2-2 0,2 1 0 0,1 1 0 0,-1 0 1 15,2 3 0-15,1 1-1 0,-1 3-10 0,1 0 11 0,0 1-8 0,0 0 14 16,1 0-3-16,0 2-4 0,2 4 0 0,0 3 3 0,1 1 1 16,2 4 10-16,1 3-5 0,2 0-5 0,1 1-2 0,0 3 2 15,0-1-2-15,1 2 2 0,-1-3-2 0,2 1 0 0,-1-4-1 0,0 1 1 16,0-1-1-16,-1 0 0 0,3 0-1 0,-1-3-1 0,-1 0-15 16,1-1 8-16,-2-3-9 0,0 2-4 0,-1 1-4 0,1-1-13 0,0 1-26 15,0-2-8-15,-1-1-6 0,-6-1-57 0,0 0-12 16,-1-2-16-16,0-1-124 0,5-1-40 0,3-3-26 0,3 1 68 15</inkml:trace>
  <inkml:trace contextRef="#ctx0" brushRef="#br1" timeOffset="50106.5">4951 4731 1256 0,'-7'0'231'0,"2"0"489"0,0 0-506 0,2 0-42 0,1 0-48 0,-1 0-68 16,3 2-2-16,-1 1-27 0,1 2-17 0,-1 3 2 16,1 0 1-16,0 7 0 0,0-1 5 0,0 1-7 0,-1 2 7 15,0-1-4-15,0 1-3 0,0 3-8 0,-1-2 126 16,1 0-101-16,0 3-45 0,1-2 30 0,0 1-114 0,-1 1 95 16,0-2 9-16,1 2-7 0,-2 0 17 0,1-1-3 15,1-2-7-15,-2 1-8 0,2-6 8 0,0-2-7 0,3-1 20 0,-1-2-3 16,2 1-3-16,2 0-6 0,1-3 7 0,0-1-6 0,3 2 11 15,0-5-1-15,1 0-5 0,2-1-3 0,0-1 4 0,1-3-6 16,2 1 5-16,0-5 0 0,2 2-1 0,1 0-11 0,1-3 10 16,1 3-10-16,0 0 12 0,-2 0-2 0,-1 3-7 0,0-2-3 15,-1 0 4-15,-7 3-3 0,-2-2 2 0,-2 0-1 16,1 1-6-16,4-1-10 0,2 2 7 0,-2 1-7 0,1 1 11 0,-2-1-5 0,1 0-4 16,-2 0-8-16,-1-1-5 0,-2 0 2 0,-2-2-18 0,0 1-2 15,-1 0-5-15,1-1-30 0,-2-3-11 0,1 4-5 0,1-5-83 0,0 2-58 16,1-1-44-16,1-6-220 0,4 3 281 0</inkml:trace>
  <inkml:trace contextRef="#ctx0" brushRef="#br1" timeOffset="50309.53">5562 4697 1233 0,'-9'13'235'0,"1"-3"484"0,-1 4-500 0,3 1-40 0,1-1-54 0,3 2-56 16,0 2 4-16,2 1-31 0,2 3-19 0,1-1-5 0,0-1-5 15,4 3-11 1,-1-4 5-16,-1 1-6 0,1 1 7 0,0-1-4 0,-3-5-4 0,3 2-8 0,-2-6 6 0,-1-1-6 16,2 2-10-16,-2-4-7 0,-1-2-8 0,2 2-27 0,-2-2-27 15,0 0 17-15,1 0-107 0,-1-1-43 0,-1-3-7 0,0 1-145 16,1-5-160-16,3 2 24 0</inkml:trace>
  <inkml:trace contextRef="#ctx0" brushRef="#br1" timeOffset="50696.9">5530 4670 1175 0,'-14'-16'-703'0,"9"9"1301"15,4 0-158-15,1 3-241 0,0-3-71 0,4 2 10 0,0 2-43 0,3-6-19 16,1 2-12-16,1 1-22 0,2 1-13 0,-1 1 7 16,1 0-15-16,0 3 11 15,0 1-3-15,0 0-4 0,1 2-14 16,-1 2 11-16,1 1-14 0,-1 2 14 0,-1-2-7 0,-1 2-10 0,1 1-8 0,-1-2 10 0,-1 0-9 0,-1-1 12 0,-4 0-2 15,0-1-8-15,0 7-6 0,-3-1 17 0,-1 5-12 0,-4 1 17 32,-2 0-2-32,-1 0-12 0,-4 3-13 0,0-2 15 15,-3 1-14-15,-4 1 21 0,1 0-5 0,-2 1-11 0,-1-1-13 16,3-1 20-16,1-2-12 0,1 0 20 0,2-2-2 0,3-1-9 0,2-1-10 16,1 1 14-16,4-3-9 0,1-1 20 0,3-1-1 0,0-3-6 15,3 0 8-15,1-2 16 0,3 1-7 0,2-2 33 0,2 0-4 16,2 0-4-16,4 1-4 0,1-2 9 0,3-1-7 0,1 0 8 15,2 0-9-15,3 0-10 0,1 0-23 0,0 1 7 0,-7 1-9 0,1-1 2 16,-2 1-1-16,1 0-8 0,7 0-4 0,-1-2 5 0,-1 1-5 16,0-1 6-16,-3 3-2 0,2 0-4 0,-1 0-6 0,0-1 7 15,-1 0-4-15,-1 0 3 0,-1 0-3 0,-2-1-11 0,-2-1-11 16,-2 0-7-16,-1 2 0 0,-4-1-38 0,-1 0-16 0,-4 1-15 0,2-2-91 16,-2 0-62-16,-2 0 2 0,3-3-332 0,2 0 346 0,-2-2-40 15</inkml:trace>
  <inkml:trace contextRef="#ctx0" brushRef="#br1" timeOffset="51680.08">13420 3184 256 0,'-14'-2'53'0,"9"0"846"0,2 0-380 0,1 2 20 0,-1 0-455 16,3-2-6-16,-1 2-15 0,1 0-38 0,0 0-10 0,0 0-9 15,0 0-3-15,0 2-1 0,1 0 0 0,0 1 2 16,-1-1-2-16,2 1-2 0,0 2-12 0,0-2 13 0,0 0-11 16,2 3 23-16,-1-4-12 0,0 3-11 0,2 2-59 0,0-2-16 15,1 2-2-15,1 2-105 0,0 0-54 0,0 2-14 0,5-2-260 16,-2 7 272-16</inkml:trace>
  <inkml:trace contextRef="#ctx0" brushRef="#br1" timeOffset="51845.82">13454 3530 2062 0,'-32'6'-231'15,"20"-2"480"-15,3-1-58 0,1-2-76 0,3 0-41 0,2 0 14 16,2 1-31-16,0-2-21 0,1 1-13 0,1-1-21 0,0 1-13 16,2 1 3-16,0-2-7 0,2 1-13 0,0-1-12 15,1 0-10-15,3 0-71 0,1-1-57 0,1-2 23 0,5-5-335 16,2 1 302-16,-1-2-39 0</inkml:trace>
  <inkml:trace contextRef="#ctx0" brushRef="#br1" timeOffset="52541.07">14594 3033 877 0,'-3'-1'326'15,"1"-1"-36"-15,1 1-40 0,0 0-103 0,1 0-16 0,0 1-30 16,0 0-34-16,1 0-25 0,1 1 11 0,2 0-18 0,2 2 22 16,1 1-7-16,1-1-4 0,2 5-12 0,-1-2 6 15,0 2-11-15,1 0 10 0,-4 0-4 0,-1 1-7 0,3 2-8 16,1-2 10-16,7 1-13 0,3 3 8 0,0-1-8 0,1 0-9 0,2 0-8 0,-3-2 7 15,-1-2-7-15,3 1 9 0,-1 2-5 0,1 0-4 0,2 1-8 16,-3-1-2-16,1 0 1 0,0-2-21 0,-3-1-20 0,-1-3-7 16,0 1-74-16,-5-3-51 0,-1 1 26 0,0-2-265 0,-1-1-112 15,1 5-87-15</inkml:trace>
  <inkml:trace contextRef="#ctx0" brushRef="#br1" timeOffset="52796.61">15242 2878 2104 0,'-13'0'133'0,"1"0"60"16,0 3-68-16,1 1-29 0,2 1-34 0,0 2-29 0,3 4 9 0,-1 3-18 0,0 5 13 16,1 5-2-16,2 0-6 0,0 10-6 0,-2 2 5 0,-2-1-11 15,-6 8-7-15,-1-7 2 16,0-3-4-16,0 5-4 0,1-4 6 0,0 1-9 0,-1 5 8 0,2-5-1 0,-1 0-2 0,-2 1-6 15,4-5 3-15,1-1-3 16,1 0 5-16,2-5-2 0,1-2-2 0,0 1-15 0,3-5 5 0,0-4-8 0,3 0-18 16,1-4-15-16,0-2-12 0,4 3-45 0,1-6-40 0,2 0 24 15,2-2-205 1,1-4-88-16,6 0-29 0</inkml:trace>
  <inkml:trace contextRef="#ctx0" brushRef="#br1" timeOffset="53999.76">15859 3228 1002 0,'-6'-4'344'0,"2"2"-210"0,1 0 161 0,1-1-158 16,0 1 21-16,1 1-54 0,2-1-10 0,3 0-23 16,-1-2-38-16,5 0-4 0,1 0 3 0,1 0-7 0,5-1-9 0,0 3 0 15,1-1-8-15,4-1-15 0,-3 3 20 0,0-2-21 0,1 0 20 16,-1-1-4-16,0 1-8 0,2-3 4 0,-2 4-2 0,-1 2 3 0,2-1-2 0,-2 0 0 31,-1-3 0-31,-1 0-17 0,-7 0 11 0,-1 1-14 0,-1 1 0 0,0 0-7 0,3 0-10 16,1 0-22-16,-1 1-6 0,-2-2 3 0,0 2-49 0,-2-1-15 0,0 1-4 0,-1 0-94 15,-2 0 11-15,0 1-12 0,0 0-62 0,1-2 170 0,0 4-30 0</inkml:trace>
  <inkml:trace contextRef="#ctx0" brushRef="#br1" timeOffset="54188.4">15918 3371 1908 0,'-9'0'-258'0,"6"0"543"16,2 0-55-16,1 0-73 0,3-3-71 0,1 2 21 0,3-1-49 16,3-4 12-16,1 3-13 0,1-2-22 0,4-1-25 0,0 3 13 0,1-4-21 15,4 3 10-15,0-1-3 0,0 3-8 0,3-3-12 0,-2-1 15 0,-2 4-14 0,-2-3 2 16,-6 1-37-16,2 0-22 0,1-1-146 16,6 0-119-16,1 0 54 0,10 6-110 0</inkml:trace>
  <inkml:trace contextRef="#ctx0" brushRef="#br1" timeOffset="55170.95">16825 3918 1083 0,'-6'9'-147'0,"3"-6"444"0,1 0-76 0,-1 0-27 0,2-3-120 0,0 1 22 0,1-1-43 16,0 1 29-16,0-1-11 0,0 0-28 0,0 0 5 16,0 0 14-16,0 0-17 0,0 0 14 0,0-2-15 15,1 0-15-15,0-4-26 0,1 1 14 0,-1-2-16 0,1-2 34 0,0 2-4 16,0-1-7-16,1-1-9 0,-1 0 22 0,-1 0-20 0,1-2 37 15,1 0-9-15,-2-1-15 0,0-2-22 0,0-1 22 16,0 0-25-16,0-4 31 0,0 0-6 0,0-2-10 0,1-2-13 16,-1 0 11-16,0 4-13 0,0-5 16 15,-1 1-4-15,1-2-8 0,-1-6-6 0,0 6 9 0,1-1-10 0,-1 1 3 0,1 0 2 0,2 0-6 16,0 0-7-16,0 1 10 0,2-2-8 0,0 1 13 0,0 2-3 16,1-4-7-16,-1-3-5 0,1 0 6 15,0 0-3-15,2 3 11 0,0 3-3 0,0 2-5 0,1 3-6 0,1 0 2 0,0 2-1 0,-1 1 9 16,1 3-1-16,-1 1-3 15,1 1-7-15,2 1 7 0,0 1-4 0,1-3 9 0,3 2 0 0,-1 1-5 0,3 0-4 0,0 3 4 16,0-1-3-16,0 5 1 16,-7-1 2-16,0 3-2 0,0 1-13 0,-1 2 16 0,5 2-12 0,0 1 16 0,-3 2 0 0,0 1-7 0,-2 1-10 15,-2 2 12-15,-1 1-10 0,-4-1 18 0,-3 2-3 0,-1 4-5 16,-3 2 3-16,-4-2 0 0,-1 2 1 0,-2 0 1 0,1-2-3 16,0-4-1-16,-1 1-5 0,2-4 6 15,0-1-3-15,0 2 11 0,3-2-4 0,-1 2-6 0,0-3-10 0,6 0 11 0,0-3-6 16,2 0 14-16,1-3-2 0,-2-2-9 0,0 0-15 15,0-1 15-15,3 0-12 0,0-1 24 0,-2 0-1 0,1 0-8 0,2-3-1 0,0 0 0 0,4 1 0 16,1 0 3 0,1 3-1-16,0 0-2 0,0 1-8 0,1 3 7 0,0 2-4 0,-1 0 10 0,-1 1-1 0,-1 1-4 0,-3-1 0 15,1 2 2-15,1 1-2 0,-3-1 3 0,0 3-1 0,-2-3-2 16,-2 1 2-16,-1-1 9 0,-3-1-4 0,-1 1 11 0,-2 0-2 0,-1 1-4 16,-3 1-5-16,-2 1 12 0,-1-2-8 0,-1-1 17 0,2 0-7 15,0 0-8-15,1 0-2 16,-1-1 2-16,3-1-1 0,-2 0 0 0,0-2 1 0,-3-1-4 15,-4-2-7-15,0 0 6 0,0-2-8 0,2-2 7 0,3-2-3 16,0-1-2-16,3 0-17 0,2-2 4 0,3-2-9 0,1 0-6 0,4 0-8 0,1-2-9 0,3 1-53 0,4-3-4 16,3 1-12-1,1-1-58-15,4 1-23 0,-1 2-27 0,3 1-136 0,1-1-100 0,2 1-14 0</inkml:trace>
  <inkml:trace contextRef="#ctx0" brushRef="#br1" timeOffset="55472.28">17476 3306 759 0,'-11'11'233'0,"3"-1"-138"0,0-1 95 0,2 4-64 0,0-1 23 0,3 1-43 0,0 1-2 0,3-4-18 0,1 1-32 0,3 1-12 31,-1-2 19-31,3-2-24 0,2 0 32 0,0-2 0 15,-1-1-11-15,4 0-13 0,-2-1 24 0,1-1-32 0,0-3 26 16,-1 0-7-16,0 0-18 0,1-4-12 0,-1 1 15 0,-1-1-19 16,-1-1 25-16,-1 1-5 0,0-1-9 0,-2-1-4 15,0-1 13-15,-2 2-15 0,-1-1 22 0,-2-2-1 0,-3 1-6 0,0-4-17 16,-3 1 12-16,2-3-21 0,-5 0 4 0,-2 2-6 16,1-2-9-16,-1 2-7 0,2 0 2 0,1 2-5 0,-1 0-15 15,1 4-9-15,1 1-11 0,-1 2-52 0,1-1-5 0,0 2-12 16,0-1-76-16,4 2-34 0,0 0-42 0,3-2-238 0,3 4 300 0</inkml:trace>
  <inkml:trace contextRef="#ctx0" brushRef="#br1" timeOffset="55806.92">18038 2972 1369 0,'-8'0'369'15,"2"1"-255"-15,2 1 116 0,-2 2-114 0,3 1 7 16,-1 2-45-16,2 2-19 0,1 0-10 0,1 2-21 0,2 2-10 15,1 2 17-15,0 1-20 0,0 2 15 0,2-3-8 0,0 3-10 0,2 0-18 16,0-1 12-16,0-3-13 0,-1 0 23 0,0-2-3 16,-2 0-10-16,1 6-12 0,-1-3 8 0,1-1-10 0,-1 2-1 15,1-3-13-15,-2-3-9 0,0 3-48 16,-2-3-27-16,0 0 13 0,-1-1-114 0,-1 0-44 16,1-3-7-16,-3 2-176 0,1 1 213 0</inkml:trace>
  <inkml:trace contextRef="#ctx0" brushRef="#br1" timeOffset="55995.58">17861 3302 1995 0,'-20'-7'-364'0,"15"7"737"0,1-1-79 0,2-1-114 15,2-1-67-15,2 0 6 0,2 0-42 0,5-2-30 0,2-4-7 16,2 0-12-16,4-2-16 0,0 0 5 0,0 2-11 0,4-1 2 16,-2 2-3-16,3 0-3 0,2 1-9 15,0-1-10-15,-2 3 3 0,3 0-54 0,-2 1-24 0,-2-1-10 0,-3 0-98 16,-5 3-100-16,1 1 60 0,10-2-430 0,7 3 401 0,0-3-12 0</inkml:trace>
  <inkml:trace contextRef="#ctx0" brushRef="#br1" timeOffset="56944.42">18924 3824 182 0,'-6'0'160'0,"3"0"-48"0,1 0 122 0,-1 0-62 0,2-1 14 0,0 1-35 0,0 0 2 0,1 0-21 0,-1 0-33 0,1 0-44 0,0 0 35 32,0 0-49-32,0 0 51 0,0 0-11 0,0 0-17 0,0 0-22 15,0 0 15-15,0 0-24 0,0 0 23 0,0 0-7 16,0-1-13-16,0-1-1 0,0 1 7 0,-1-3-11 0,1 0 9 15,0 2-1-15,-1-1-6 0,1-1-2 0,-2 1 9 0,2-1-13 16,-1-3 3-16,0 1-5 0,0 0-7 0,-1-2-8 0,0 1 14 16,-2-1-13-16,1-4 25 0,-1-1-7 0,2-1-8 0,-1-3-7 15,1 2 6-15,-1-2-7 0,1 2 5 0,-1-4-1 0,0 1-5 16,0-4-5-16,1-1 6 0,-2 0-5 0,1 0 5 0,1 1-2 16,0 1-5-16,-1 0-6 0,1 1 11 0,1 2-9 0,0 0 7 15,0 1-1-15,0 2-6 0,0 1-7 0,-1 0 10 0,2 1-8 0,0-3 15 16,-1 2-3-16,1 0-6 0,0-4-12 0,0 0 12 0,0-1-8 15,1-1 16-15,2 2-2 0,-1-3-9 0,1 3-10 0,2 0 11 16,0 1-8-16,2 0 16 0,1-1-2 0,1 3-5 0,1-2-12 0,0 4 10 16,3 0-9-16,0 3 15 0,0 2-1 0,1 3-7 0,-2-1-8 15,1 1 11-15,0 1-8 0,1 1 13 0,1 1-3 0,0 1-5 16,1 1-8-16,-1 1 11 0,1 0-7 0,1 2 16 0,-4 0-3 16,-1 3-5-16,-6-1-7 0,-2 0 3 0,-2 3-3 0,0 0 8 0,3 0 1 15,-2 2-4-15,-1 2-6 0,-2 3 9 0,0-1-5 0,-3 2 13 16,-2 0-2-16,1 1-7 0,-2-2-4 0,4 2 4 15,0-5-2-15,0-2 4 0,-1-3 0 0,-2 1-4 0,-2 0-10 0,1 1 13 16,2-3-11-16,-1-1 19 0,3-1-2 0,2-3-8 0,0 1-8 0,0-1 4 16,0 0-4-16,2 1 9 0,1-1 0 0,2 0-2 0,2 0-9 15,0-1 10-15,1 3-6 0,2 2 11 0,-6-1-2 16,1 2-4-16,0-1-4 0,1 2 4 0,4 1-2 0,1-2 8 0,1 2-1 0,-2 1-2 16,1-2-10-16,-1 1 7 0,-1 1-5 0,-1 0 13 15,-4-1-1-15,0 1-5 0,-2-4-4 0,-1 1 8 0,-1 0-6 16,0 3 15-16,-2 0 0 0,-5 0-6 0,-1 2-6 0,-4-2 15 15,-2-1-11-15,1 1 18 0,-1 0-4 0,1 0-10 0,1 2-12 16,-2-2 8-16,6 0-8 0,-1-2 11 0,-1 0-1 0,-1-4-4 0,-5 3-11 16,2-4 10-16,1-1-7 0,3-1 16 0,2-1-5 0,0-1-7 15,3-4-18-15,-1 1 11 0,4 0-13 0,0-5-3 0,3-2-5 16,3 0-14-16,4-1-34 0,2-1-14 0,2 2-7 0,0-1-79 0,1 3-16 16,3 0-19-16,0 1-108 0,1-1-84 0,-2 3-11 0</inkml:trace>
  <inkml:trace contextRef="#ctx0" brushRef="#br1" timeOffset="57104.37">19421 3270 1090 0,'1'13'-358'0,"3"-7"764"0,-2 2-87 0,0-1-101 0,2 2-84 0,-3 0 23 0,0 0-55 0,-1 2 12 16,0 0-19-16,-1 1-32 0,-2 2-34 0,1-2 14 16,0 3-28-16,0-3 1 0,1 1-3 0,-1-3-6 0,2 2-14 15,2-2 5-15,0 0-10 0,2-1-18 0,0-2-30 0,0 0-18 16,2-3-122-16,-1 0-63 0,0-3 26 0,6-1-333 15,-3 0 345-15,-1-2-25 0</inkml:trace>
  <inkml:trace contextRef="#ctx0" brushRef="#br1" timeOffset="57829.95">20112 2938 486 0,'0'-1'335'0,"1"2"-145"0,1 1 222 0,-3-2-237 0,0 3 4 0,-1 1-75 0,1 1 0 0,-1 0-25 0,1 4-34 0,-1 0-11 31,0 3 15-31,0 2-15 0,-3 1 24 0,1 1-8 0,-2 0-12 15,-1 6-13-15,-1-1 12 0,1 0-15 0,-2 4 30 16,-2-5-7-16,0-1-6 0,-1 3-20 0,-2-3 11 0,0 3-17 16,-2 0 11-16,3-3-6 0,-1-4-11 0,1 2-15 15,3-4 10-15,-1-2-10 0,0 1 23 0,1-4-8 0,1-1-7 0,0 1-36 16,3-2 6-16,0 0-13 0,0-3-14 0,2-1-25 16,-2-1-12-16,0 0-102 0,2-2-49 0,-1-2 15 0,3-2-158 15,2-1-43-15,1-1-22 0</inkml:trace>
  <inkml:trace contextRef="#ctx0" brushRef="#br1" timeOffset="58044.98">19728 3018 969 0,'-8'-2'179'0,"1"0"280"16,3 1-232-16,0 1-32 0,3 0-44 0,1 0-75 0,0 0 32 16,2 2-59-16,2 2 50 0,1 0-10 0,2 2-16 0,3 2-25 15,0 1 1-15,3 0-18 0,1 2-8 0,2 0-4 16,1-2-4-16,3 2-8 0,1-1 10 0,2-1-10 0,2 3 12 15,-3-1-6-15,1 1-8 0,1 2-6 0,-2-5 2 0,0-1-3 16,-2-1 6-16,-2 0-7 0,-1 2-8 0,1 2-19 16,-2-1-9-16,-3 1 4 0,0-1-45 0,-9-3-11 0,-1 1-4 0,2-1-74 15,-4 0-49-15,6-3 30 0,-1 2-198 0,3-4-121 16,3 5-13-16</inkml:trace>
  <inkml:trace contextRef="#ctx0" brushRef="#br1" timeOffset="58212.65">20288 3285 1110 0,'-3'1'186'15,"2"3"385"-15,1 1-395 0,0 1-38 0,1-1-42 16,1 2-57-16,1 1 12 0,0-2-31 0,0 2 0 0,0-1-6 0,0 0-11 16,1 2-4-16,-1-1 0 0,1 1-4 0,-1 0-43 0,1 0-29 15,-1-2-19-15,1 1-163 0,0-1-91 0,4-2-28 0</inkml:trace>
  <inkml:trace contextRef="#ctx0" brushRef="#br1" timeOffset="59063.42">20813 2949 1167 0,'-3'0'233'0,"1"0"83"0,1 1-193 0,1 0-7 15,1 2-30-15,1 0-32 0,2 1-21 0,0 3 2 0,1 0-8 0,0 2-3 16,2 0-7-16,-1 2-6 15,0 0-15-15,0 1 11 0,0 0-11 0,0 2 17 0,0-1-3 0,-2 0-8 0,2 0-6 0,-3-2 7 16,1 0-6-16,-1-1 10 0,-1 0-5 0,-1-1-5 0,-1 1-20 31,2-1-9-31,-2-4 2 0,0-2-36 0,0 0-9 0,0-1 1 0,-3 3-60 16,1-1-30-16,0 0 19 0,-1-2-101 0,-1 1-56 16,0 0-2-16</inkml:trace>
  <inkml:trace contextRef="#ctx0" brushRef="#br1" timeOffset="59245.9">20726 3126 1027 0,'-12'-3'373'0,"5"-1"-227"0,1-1 194 0,2 0-187 0,3 1 17 16,1 0-43-16,2-3-9 0,2 2-26 0,2-1-36 0,2 0-41 16,0-2 6-16,1 4-18 0,2-1 6 0,1 2-3 0,2-1-5 15,0 2-5-15,0-1 4 0,1 3-5 0,2-2-12 0,1 1-32 16,3-1-15-16,3 0-90 0,0 0-74 0,2-1 42 0,4-3-311 15,-2 5 297-15,-1-5-11 0</inkml:trace>
  <inkml:trace contextRef="#ctx0" brushRef="#br1" timeOffset="59381.45">21334 3082 1609 0,'-9'4'380'0,"5"-2"-287"0,3-1 86 0,-1 1-80 16,2 0 11-16,0-2-39 0,0 1-6 0,0 1-24 15,1-2-21-15,1 1-16 0,-1-1-3 0,3 1 2 0,-1-1 2 16,2 2-9-16,-1-2-4 0,3 0-54 0,0 1-25 0,0-1 7 0,2 0-130 16,0 1-76-16,1-1-26 0</inkml:trace>
  <inkml:trace contextRef="#ctx0" brushRef="#br1" timeOffset="59560.49">21595 3107 1413 0,'-3'0'328'0,"1"0"-274"0,-1 0 70 0,-3 2-84 16,2-2 2-16,1 1-12 0,2-1 26 0,1 0-16 0,1 0-7 16,0-1-32-16,0-1 3 0,1 1-8 0,3 0 8 15,-1-1 2-15,2 0-4 0,0-1-33 0,-1 1-10 0,1-1-8 16,-5-2-129-16,0 1-57 0,2-2-34 0</inkml:trace>
  <inkml:trace contextRef="#ctx0" brushRef="#br1" timeOffset="59796.7">21932 3030 402 0,'-1'-1'119'0,"1"1"31"0,0 0 51 0,1 0-76 15,1 0 138-15,1 0-36 16,-1 0-45-16,1 0-56 0,1 0 22 0,-2 0-52 0,1 0 20 0,-2-1-7 0,2 1-17 0,-2 0-10 15,-1 0 0-15,0 0-19 0,0 1-10 0,0-1-1 16,0 0-1-16,0 0-32 16,-4 1 6-16,2 1-18 0,-1-1 9 0,-1-1-10 0,2 1-7 15,1-1-57-15,1 2-30 0,0-2 5 0,2 1-157 0,3 0-90 16,3-2-23-16</inkml:trace>
  <inkml:trace contextRef="#ctx0" brushRef="#br1" timeOffset="60395.27">22697 2829 1661 0,'-8'0'147'0,"0"3"12"0,2 1 21 0,2-2-65 0,2 5 1 0,2-1-27 0,2 2-32 0,2 3-31 0,2 0 13 0,1 1-20 0,1 1 12 16,-2 1-10-16,2 0-12 0,1 2-9 0,-1-1 5 0,1-1-5 16,1 2 7-16,-1-5-1 0,-1 1-4 0,1 0-9 15,-2-1-4 1,-2 0-2-16,2-1-30 0,-2-1-2 0,-1 0-3 0,-1-1-26 15,-1-2-15-15,-1 1 9 0,-1-2-67 0,-3-1-16 16,1-2 3-16,-2 2-86 0,0 0-89 0,1-1 64 0,0 0-31 0</inkml:trace>
  <inkml:trace contextRef="#ctx0" brushRef="#br1" timeOffset="60547.22">22527 2996 1034 0,'-9'-1'431'0,"6"-2"156"15,0 0-395-15,0 0-16 0,3 1-38 0,1 0-39 0,4-3-64 16,1 1 12-16,2-3-33 0,5 1 10 0,1 2-10 0,2-1-10 16,2 1-6-16,-7-1 1 0,1 3-2 0,3-1-17 0,0 0-26 15,10 1-11-15,4 1-92 0,-1 1-74 0,-1 0 38 0,4-3-369 16,0 3 335-16,-1 3-28 0</inkml:trace>
  <inkml:trace contextRef="#ctx0" brushRef="#br1" timeOffset="61419.5">23336 3688 696 0,'-6'-5'288'0,"3"2"-160"0,-1 1 156 0,1-2-146 0,1 1 13 0,0 0-43 0,0-1 0 0,1 2-24 15,0-2-32-15,0-1-27 0,0 3 21 0,1 1-26 16,0-1 29-16,-1-2-6 0,1-1-16 0,0-4-7 16,1 0 22-16,0 0-23 0,1-3 30 0,1 1-7 0,-1-2-16 0,1-3-4 0,1 1 15 15,-2-2-14-15,2 1 24 0,0-2-7 0,0 1-11 0,2-1-13 16,-2 0 6-16,2 3-10 0,1-4 8 0,-2 0-4 16,2 1-3-16,1-3-9 0,0 3 20 0,0-1-16 0,1 0 32 15,-4 0-6-15,1-2-12 0,-1-1-2 16,-1 3 8-16,-2 0-10 0,0 2 9 0,-1-1-5 15,0-1-3-15,-1-4-14 0,0-2 8 0,-1-1-6 0,0 0 12 0,0 1-4 16,1-1-9-16,0 1-8 0,1 0 5 0,1 2-5 0,1 3 5 16,0 4-3-16,0 2-3 0,3 0-1 0,-1 4 2 0,0 0 1 15,0 2 3-15,-1 2 3 0,1 1-5 0,-1-3-2 0,1 3 4 0,-1 0-5 16,2 1 5-16,-1 0-1 0,1 1-2 0,-2 1-5 0,2-2 4 0,-1 1-2 16,-1 1 8-16,1-1-1 0,-1 2-3 0,2 1-9 15,0 0 8-15,2 0-9 0,1 4 9 0,0-2 0 0,0 5-5 0,-1 0-6 16,1 4 11-16,-1 0-9 0,-6 2 16 0,-2 1-2 15,0-2-4-15,-2 3-3 0,2-2-2 0,0 0 2 0,0-1-6 0,-1 1 1 16,0 1-1-16,-2 0 4 0,1 0 0 0,0-1 3 0,-1-1 3 16,4-2 0-16,1-2-1 0,1-2-14 0,1 1 15 0,-4-4-9 15,0 1 19-15,1-3-6 0,1 2-10 0,-2 0-1 0,0-1 6 16,1-1-1-16,3 3 13 0,4 0-3 0,3 1-6 0,1 0-5 16,0 3 2-16,1 0-2 0,-2 1 3 0,-2 1 2 0,-4 0-3 0,0 0 1 0,-4 1 5 0,-1 0-4 0,-3 2 9 15,-3 0 0-15,-1 0-2 0,-3-3-4 16,0-1 4-16,0-2-4 0,-2 2 7 0,2 0-1 15,1 0-3-15,-3-1-5 0,2-2 6 0,5 1-6 0,0-1 5 0,0-1-2 16,0-2-3-16,-5 1-16 0,1-2 16 0,0 0-13 0,1-2 20 16,3 0-7-16,0 0-11 0,2 0-25 0,0-2 6 0,2 1-11 0,-1 0-10 0,2-1-9 0,0 1-15 0,1 0-47 15,3-2-20-15,0 1-5 0,3-1-133 0,0-1-31 16,4 3-48-16</inkml:trace>
  <inkml:trace contextRef="#ctx0" brushRef="#br1" timeOffset="62424.99">23794 3214 790 0,'-3'-2'317'0,"0"1"70"0,2 0-189 0,1-1-52 16,-1 1-35-16,1 1-34 0,0 0-45 0,0 0 22 16,1 0-30-16,-1 0 43 0,0 0-4 0,0 0-11 0,0 0-8 0,0 0 24 15,0 3-27-15,0-1 30 0,0 0-8 0,0 0-19 0,0 2-17 16,1-2 11-16,0 4-19 0,2-3 7 15,-1 3-7-15,0-1-8 0,0 2-5 0,1 1 3 0,-1 0-3 0,1 1 6 16,0-2-4-16,-1 2-5 0,0 2-10 0,0-1 10 0,-1-1-9 16,2 0 16-16,-2-2-2 0,0 0-8 0,0 2-5 0,0-2 7 15,1 0-6-15,-1-1 13 0,2-1-2 0,-2 1-3 16,1-1-12-16,0 1 9 0,-1-2-8 0,1 1 17 0,-1-2-3 16,0-1-7-16,0 2-9 0,0-1 10 0,-1-2-7 0,1 0 18 0,-1 0-4 15,0 1-6-15,0-1-12 0,0-1 10 0,0 0-9 0,0 1 18 16,0-1-2-16,0 0-3 0,0 0-4 0,0 0 5 15,0 0-5-15,0 0 8 0,0 0-2 0,0 0-4 0,-3-4-5 16,2 2 6-16,-2 1-5 0,1-2 8 0,1-1 0 0,-1 2-4 0,1-2-7 16,-2-1 7-16,1 1-6 0,0-1 10 0,1 0-1 0,-1-1-5 0,-1-3-5 15,1 3 4-15,0 0-4 0,-1-2 11 0,0-1-2 16,1 1-4-16,-1-1-7 0,0 0 9 0,1 0-6 0,0 0 13 0,1 2-2 16,-1 0-7-16,2 1 0 0,-2 0 2 0,2-2-2 0,-1 0 4 15,1 2 1-15,0-1-3 0,1-2-4 0,1 3 2 0,-2 0-4 0,1-1 5 0,0 1 0 16,0 1 0-16,1 0-8 0,-1-1 9 0,0 3-6 0,2-1 12 0,-1-3-1 15,0 5-7-15,0-5-3 0,2 7 3 0,-1-1 0 0,1-1 6 16,0 2-2-16,2-6-2 0,-1 4-13 16,2-2 12-16,1 2-9 0,-1-2 19 0,0 0-2 0,1 3-6 0,0-1-19 15,1 1 18-15,0 0-14 0,0 1 24 0,-1 1-5 0,0 2-8 0,0-2-6 16,0 1 5-16,-2 2-3 0,1-1 9 16,-1 2-2-16,-1-3-2 0,-1 2-7 0,-1 1 7 0,0-5-3 0,0 0 10 15,-1 0-2-15,-1 2-5 0,-1 2-1 0,-1-1 3 0,-1 3 1 0,-2-3 7 16,0 4-3-16,-2-2-2 0,-3 3-9 0,0-2 9 15,-2 0-7-15,1 1 12 0,-3 0-1 0,2 0-9 0,-2-1-5 16,-1 1 6-16,1-1-4 0,-1-2 11 0,2 0-1 0,1-3-6 0,2 2-5 16,1-3 5-16,1 0-5 0,2 0 0 0,1-2-7 0,2 0-7 0,1-1-35 0,1-1-9 15,2-3-7-15,4-2-61 0,2-2-34 16,3-1-28-16,2-1-200 0,6 3-132 0,2 2-19 0</inkml:trace>
  <inkml:trace contextRef="#ctx0" brushRef="#br1" timeOffset="63245.9">24502 2827 921 0,'0'-3'279'0,"0"1"61"0,0 0-140 0,0 0-26 16,2-1-31-16,-2 2-36 0,0 1-36 0,0 0 8 0,0 0-25 15,0 0 10-15,0 0-12 0,-2 3-10 0,0 0-26 0,-1 0 15 16,-2 3-20-16,-1 3 29 0,-2 2-5 0,-1 0-11 0,-2 5-7 16,0 1 13-16,0 1-13 0,-3 7 21 0,0-2-6 0,1 2-10 15,-4 4-7-15,1-3 11 0,-1-1-13 0,-1 0 9 16,4-2-6-16,0-2-10 0,1 2-12 0,2-10 8 0,2 0-8 16,2-3 18-16,1-4-5 0,3 3-7 0,1-1-24 0,-1-1-3 15,2-3-6-15,1-1-28 0,0-2-5 0,0-1-10 0,0 0-37 16,1 0-25-16,0 0 3 0,2-4-95 0,0 0-27 0,0-3-25 0,3-3-124 15,2 1 224-15</inkml:trace>
  <inkml:trace contextRef="#ctx0" brushRef="#br1" timeOffset="63429.75">24177 2899 739 0,'-18'-8'259'0,"4"4"-117"0,2 0 122 0,0-1-85 16,3 3 42-16,2-4-84 0,0 4 29 0,4 1-21 15,1-2-37-15,0 2-16 0,2 1 22 0,-1-2-37 0,1 2 3 16,0 0-16-16,3 2-28 0,0 2-2 0,3 1 9 0,0 1-13 15,4 3-2-15,3 3-7 0,0 0-10 0,9 4-3 0,-2-1 1 16,0 0-3-16,4 3 1 0,-3-1 0 0,0-2-4 0,5 2-4 16,-2-2 6-16,0-1-8 0,1 1 4 0,-4-5-11 15,0 1-7-15,0 1-22 0,-3-2-18 0,0-1 13 0,0 0-74 16,-1-3-31-16,0 0-10 0,-1-3-200 0,1-1-53 0,3-2-22 16</inkml:trace>
  <inkml:trace contextRef="#ctx0" brushRef="#br1" timeOffset="64029.22">24717 3153 1495 0,'-2'0'200'0,"-1"0"-41"0,2 3-18 0,-1-1-62 0,1 2-14 16,1 0-19-16,0-1-18 0,0 4-20 0,2 1 7 0,0 2-10 0,1 2 7 15,0 1-2-15,-1-2-5 0,2 1-6 0,-1-1 6 16,-1-2-6-16,2 1 18 0,-2-1 1 0,0-1-5 0,0 2-10 16,0-1 9-16,0 0-12 0,-1-1 9 0,1 0-1 0,-1 1-5 15,0 0-17-15,1-1 17 0,-2 1-16 0,0 0 26 0,0-2-5 16,1-1-7-16,-1 2-13 0,0-2 9 0,-1-1-10 0,-1-1 6 15,0-1 0-15,0-1-4 0,-3 0 0 0,2-1-2 16,1-1 4-16,-3 0 11 0,3 0-1 0,-1-1 4 0,-1-1-18 16,1-1 14-16,1 0-10 0,-2-3 22 0,1 0-5 0,-2 0-10 0,1-3 3 15,-2 1 7-15,2-1-1 0,-1-1 14 0,3 1-6 0,0 0-6 16,1-1 2-16,1-1 1 0,0-2 2 0,1 0 1 0,1-1-2 16,2-2-3-16,0 1-9 0,-1-2 6 15,1 0-5-15,-1 1 9 0,-1 3-1 0,2 1-1 0,-2 1-9 16,0 2 17-16,0 0-12 0,1 0 18 0,-1 2-5 0,0 0-12 0,0 1-4 15,1 2 9-15,0 0-6 0,2 0 9 0,-1-1 0 0,2 1-7 0,-2 1-8 16,2-2 9-16,-1 1-8 0,3-1 12 0,-1 2-3 16,1-1-6-16,-1 2-5 0,0-1 7 0,1 2-5 0,1-1 14 0,-1 2-1 0,1 0-7 15,-1 3-6-15,1 0 7 0,-1 3-7 0,-1 0 10 0,-1 2-4 0,-1 1-6 16,-1 0-3-16,0 0 12 0,-2 1-9 0,0 2 14 0,-1-3-3 0,-1 0-10 16,0 0 4-16,-2-6 1 0,0 3-1 0,-2-3 3 0,1 0 3 15,-1 3 4-15,-2-2-17 0,0 1 17 0,0-1-16 0,-2 0 19 16,1-1-5-16,1 0-11 0,0-1-4 15,0 0 6-15,0 0-4 0,1-2 6 0,1 0-6 0,0-2-8 0,1 0-29 0,-2-1 3 0,2-1-10 16,-1-1-19 0,2 0-16-16,0-3-15 0,1 1-94 0,0-1-29 0,1 3-11 0,3-3-150 0,5 1-79 15,2 0-60-15</inkml:trace>
  <inkml:trace contextRef="#ctx0" brushRef="#br1" timeOffset="64537.09">25536 2831 1745 0,'-7'-11'-540'0,"3"9"1026"0,2-1-122 0,0 1-176 0,1 1-87 16,0-1 0-16,1 2-38 0,0 2-26 0,0-2-9 0,0 2-14 0,0 4 4 16,0 0 6-16,1 1-4 0,1 4 16 0,-1 0-4 0,0-1-5 15,0 3-14-15,-1 0 8 0,2-2-13 0,0 5 12 0,0-3-6 16,0-1-6-16,1 4-8 0,-1-2 4 0,0-3-4 0,0 2 6 15,2-1 0-15,-2-2-5 0,1 0-4 0,0-1 0 16,-1 0-4-16,1 0-17 0,-2-1-14 0,0-2-3 0,3 2-44 16,-4 0-29-16,0-2 17 0,0-1-123 0,-1 0-51 0,0-4-13 15,-1 3-227-15,0 1 278 0</inkml:trace>
  <inkml:trace contextRef="#ctx0" brushRef="#br1" timeOffset="64762.13">25321 2996 1761 0,'-10'-3'198'0,"2"1"56"0,3-1-94 16,2 1 32-16,2 0-46 0,1 2-47 0,0-2-46 0,2-1 8 15,3 1-22-15,3-1 5 0,2-2-8 0,1 1-13 0,5-2-15 16,-2 2 14-16,1-1-17 0,3 0 17 0,-2 1-6 0,1 1-12 16,3-1-9-16,-2 2 7 0,0 1-6 0,1-3 15 0,-1 1-3 15,1 1-7-15,1-1-3 0,-6-1 2 0,-3 0-3 0,2 2-15 16,1-2-10-16,6 0-7 0,7-1-40 0,-1 2-13 15,0 0 7-15,2-1-76 0,-6 1-29 0,-1-1-6 0,1 1-141 16,-1 0-138-16,3 0 7 0</inkml:trace>
  <inkml:trace contextRef="#ctx0" brushRef="#br1" timeOffset="65259.05">26303 2700 555 0,'0'-5'340'0,"1"2"51"0,0-2-138 16,0 2-74-16,0 3-27 0,-1 0-38 16,2 0-53-16,-2 0 31 0,1-2-48 0,1 0 26 0,-2 0-13 0,0 2-21 0,1-2-10 15,-1 2 10-15,0 0-15 0,-1 0 10 0,-2 0-3 16,0 0-9-16,-2 0-1 16,0 1 12-16,-2 0-12 0,-1 3 23 0,-1-2-3 0,-1-1-10 0,-3 1-11 0,-2 1 15 0,-1-1-19 15,-5 7 8-15,0 0-4 0,-2 2-11 0,0 0-5 0,2 3 1 16,2 0-2-16,-1 2 3 0,7-1-1 0,-1-1 0 0,0 1-5 15,1 1 4-15,-4-3-4 0,2 1 6 0,2-1 0 0,2-4-3 16,1 2-2-16,3-1 2 16,2-2 0-16,0 1 5 0,3-1-3 0,2 1-2 0,0-3 1 0,2 2 4 0,0-3-1 0,3 1 12 15,0-2 2-15,3 1-1 0,2-4 2 16,3 2 5-16,1-3-4 0,4 0 4 0,0 0-5 0,4-3-5 0,-7 2-15 16,1-1 11-16,0-1-10 0,1 0 17 0,6 1-6 0,4-2-7 0,-1 1-9 0,-1 2 7 15,-5-1-5-15,-3-1 12 0,-5 2-2 0,-2 0-3 0,-3 1-4 16,-3 0 2-16,-1-2-2 0,-3 2 3 15,0 0-1-15,0 0-2 0,-4 2-8 0,-1 1 8 0,-3 2-6 16,-6 3 12-16,-1 2-2 0,-3-1-5 0,-5 4-12 0,-3 1 12 0,2 0-9 0,-1 2 18 0,6 0 1 16,1 2-7-16,2-1-8 0,5 0 8 0,2-2-7 0,1 0 9 15,4-2 1-15,-3-3-4 0,1-3-12 0,5-1 15 0,1-1-11 0,4 0 29 16,1 3-2-16,3 0-4 0,3-1-1 0,2 1 8 0,-4-2-5 16,3 2 13-16,3-1-4 0,3-1-6 0,10 0-14 0,2 1 3 15,0-2-5-15,-1 1 0 0,-5-2-1 0,-2 1-4 0,0-1-10 16,-4 0-1-16,-3-2-6 0,-2 1-20 0,-3-2-10 0,0-1-12 0,-1 0-60 15,0 0-25 1,-2 0-12-16,1-1-214 0,-1 0-59 0,0 6-87 0</inkml:trace>
  <inkml:trace contextRef="#ctx0" brushRef="#br1" timeOffset="66966">18521 3558 1347 0,'-3'-4'403'0,"-2"2"-163"0,1-1-98 16,1 2-61-16,0-1 62 0,0 2-38 0,1 0-42 0,-1 4-44 15,-1-1 12-15,2 4-22 0,-2 2 18 0,1 2-6 0,0 4-8 0,1 4-12 16,1 0 14-16,1-1-14 0,0 3 36 0,1 1-5 16,1-1-9-16,1 9-10 0,0-3 15 0,0 0-17 0,2-1 18 15,-2 0-7-15,0 0-9 0,2 1-9 16,-2-2 3-16,0 0-4 0,0 1 5 0,-1-3-2 0,-1-1-3 0,0 1-10 15,0-4 10-15,-1 1-9 0,0-2 21 0,0-4-5 0,0 0-7 0,-1-3-9 16,0-2 9-16,0-1-9 0,0-2 17 0,0 3-4 16,-2-2-6-16,2 0-5 0,0-2 6 0,-1 1-4 0,2-1 8 15,-1-3 0-15,1 0-3 0,0-1-14 0,0 0 12 0,1-1-11 0,0 0 17 16,0 0 0-16,1 0-6 0,1 0-1 0,1-2 3 16,1 0-3-16,-1 1 2 0,2-3 0 0,-1 2 0 0,1 0-12 0,0-2 10 0,-1 1-7 15,2 1 17-15,1-1-2 0,0-1-7 0,2 1-7 0,0-2 6 16,0 1-5-16,1 0 11 0,-2 0-3 0,-3 2-5 0,0-2-1 15,-1 2 3-15,2-1-1 0,5 0 6 0,1 1 0 0,0 1-2 0,3 1-13 16,1-2 10-16,-2 0-10 0,2 0 20 0,-2 2-4 0,0 3-6 16,2-2-6-16,1 1 5 15,0-2-3-15,4-3 8 0,-2 0 1 0,1 1-5 0,4 1-8 0,1-3 8 0,1 1-7 0,2 1 14 0,0-2-1 16,2 0-5-16,1 0-6 0,-6 0 5 16,1 0-3-16,1 1 7 0,-1-1 0 0,6 1-4 0,1 1-8 0,-1-2 9 0,-2 2-7 15,1 1 14-15,-1-1-2 0,2 0-5 0,0 4-9 16,1-4 8-16,1 2-6 0,1-1 13 0,-3 0-1 0,-7 0-6 0,2-1-9 0,1-2 10 15,2 2-7-15,4-1 13 0,-2 1 0 0,1-2-7 0,2 0-4 16,0-1 5-16,1 1-4 16,2-1 6-16,-2 2 0 0,3 0-3 0,-1 0-6 0,-8 0 6 0,0 3-4 0,0-2 8 15,-3 2 0-15,6-1-3 0,0-1-22 0,-4 1 12 0,1 1-13 0,1-1 21 0,-3 1-2 16,-1 0-5-16,1 1-6 0,2-1 14 0,-3 1-10 0,2-1 19 16,-1 0 0-16,-3 0-9 15,-4 0-4-15,0-1 4 0,0 0-3 0,4-1 6 0,5 1 1 0,2-1-4 0,0-1-9 0,-1 1 14 0,1-1-11 16,-1 0 14-16,1 1 0 0,2 1-7 0,1 1-8 15,2-2 11-15,-1 1-9 0,-1 1 13 0,-8 0-2 0,-1 0-7 0,2 0-12 16,4 0 14-16,5 0-10 0,0 1 25 0,-1 1-4 0,-2-1-7 0,3 0-4 16,-1 2 4-16,1-1-2 0,1 0 3 0,0-1 0 0,-6 0-2 15,2 2-13-15,0-3 12 0,2 1-10 16,7-1 19-16,-2 0-3 0,0 0-7 0,2 0-12 0,2 0 10 0,1 0-9 0,2-1 22 16,-3 1-5-16,-5 0-8 0,3-2-10 0,1 1 12 15,1 1-9-15,5-1 16 0,-1 1-2 0,-3 0-7 0,3 0-13 0,1 0 15 0,-3 1-10 16,1 0 17-16,-12-1 2 0,1 2-9 0,2-2-11 0,1 0 12 15,5 0-11-15,-3-2 15 0,-3 2-2 0,-2-1-5 0,1 0-4 16,-1 0 4-16,2 1-4 0,-3-3 8 0,-8 0 0 0,-1 1-3 0,1 1-2 31,0-2 2-31,9 0-2 0,-1 1 1 0,-3 1 3 0,0-2-2 0,3 0-11 16,0 0 12-16,-1 0-10 0,0 1 15 0,-2-1-2 0,1 2-5 0,-1-1-5 16,-6 2 5-16,-2-1-4 0,0 0 4 0,-1 1 0 15,5 0-7-15,0 0-8 0,0 0 12 0,-5 0-10 0,1 0 17 0,-1 1 0 0,0 0-4 0,-1 1-5 0,1 0 5 0,-1 0-4 16,0 0 4-16,-1-1 2 0,0 1-2 0,2-1-12 0,0 0 15 0,-3-1-11 15,-4 1 16 1,-4-1 0-16,0 0-8 0,2 0 0 0,8 0 0 16,-1-1-1-16,1-1 1 0,-2 2-2 0,-2-3 2 0,2 2-11 0,-1 0 8 0,0-2-7 0,1 2 7 0,-2-1-1 15,0 2-6-15,-1-1-2 16,0 1 1-16,1 0-1 0,0 0 2 0,-1 0-1 0,0 0 0 16,0 0 2-16,-1 0 3 0,0 0 1 0,0 0 7 0,-4 0-2 15,-6-1-5-15,0 1 2 0,-1-1 1 0,-1-1 1 0,6 1-2 0,-2 0 2 16,2-1 1-16,1 2-8 0,1-2 11 0,2-1-7 0,-1 1 11 15,-1 0 0-15,-1 1-6 0,0-1-6 0,1-1 8 0,-1 1-7 16,-2 0 7-16,-1 1 0 0,0-2-3 0,1 2-15 0,0 0 15 16,0 1-11-16,2-1 23 0,-1 1-5 0,0-2-8 0,0 1-2 0,0 1 3 15,-2-1-1-15,1-1 3 0,-2 0 0 0,1 1-2 0,-1-1 2 16,0 0 0-16,0-1 0 0,0 1-1 0,0 0 0 0,0 0-1 0,0-1-4 16,-2-1 6-16,-1 2-4 0,1-2 5 0,-1 1 2 15,1 0-4-15,0-1-10 0,0 0 12 0,1 0-10 0,-1 0 21 0,-1-2 0 16,1 2-5-16,2-2-15 0,-7-2 13 0,2 0-11 0,-1 1 20 15,-1-2-3-15,6 1-10 0,2-2-3 0,-2-1 1 0,0 0-1 16,0 1 2-16,-1-2 2 0,-3-1-4 0,0 2 0 0,-2 1 9 16,0-2-6-16,-2-1 12 0,0 3 0 0,-1 0-6 0,-1-1-7 15,-3 3 6-15,2-1-6 0,-3 0 7 0,2 5-1 0,-1-1-4 0,0-2-12 16,0 3 10-16,1-5-9 0,-1 0 12 0,2 3-5 0,-2 0-10 16,2-1-25-16,-2 0 0 0,1-1-7 0,1 2-24 0,0-2-7 15,0 0-10-15,2 0-84 0,-1 0-51 0,2-3-1 0,3-2-240 16,3 3 266-16,1-1-17 0</inkml:trace>
  <inkml:trace contextRef="#ctx0" brushRef="#br1" timeOffset="68565.14">18763 5284 533 0,'-3'0'181'0,"-1"0"223"0,3 0-248 0,0 0-36 0,1-2-36 0,0-1-30 16,1 1-21-16,3-2-25 0,-2 1 4 0,1 0 10 0,1-2-3 0,-2 1 42 16,0-1 1-16,0 1-4 0,0-2 7 0,-1 2 20 0,-1-1-23 15,0 0 29-15,0 0-9 0,0 2-12 0,0-1-25 0,0 2 11 16,-1-2-21-16,1 0 20 16,0 1-10-16,-2-2-13 0,1 1-17 0,0 1 14 0,1-3-17 15,-1 3 16-15,1 0-7 0,0-1-13 0,1 0-8 0,0 0 11 0,0-1-11 16,1 0 20-16,-2-1-4 0,1 1-6 0,-1 0-8 15,1-2 10-15,-1 2-10 0,-1 1 18 0,0 0-7 0,-2 1-5 16,1-3-8-16,0 0 12 0,0 0-7 0,-1-1 17 0,0 1-2 0,0 1-12 16,0-2-10-16,1 1 15 0,0 1-12 0,0 0 20 0,-1 1-5 15,1-1-10-15,0 1-6 0,1-3 2 0,0 2-2 0,-1-1 1 0,0 0 0 0,1 0-1 0,0 1-7 16,0-1 8-16,1 2-5 0,-1-2 12 0,1 2-3 0,-1-1-5 16,1 1-4-16,-2-1 4 15,1 2-1-15,0-1 4 0,-1 0 2 0,1 2-5 0,-1-1-2 0,0-1 5 0,0 2-4 0,0-1 4 16,0 0 1-16,0 0 0 0,-1-2-7 0,1 2 4 0,0-1-4 0,0 1 7 15,-2-3 1-15,1 3-2 0,1-1-12 0,-1-3 10 0,1 2-9 16,1 0 16-16,-1-3-1 16,1 3-6-16,-2 0-4 0,2-1 5 0,1 2-4 0,-1-1 7 0,1 2-1 0,0-1-4 0,0 1 0 15,0-1 4-15,0 0-2 0,0 1 2 0,0-2-1 0,0 1-2 0,0 2-10 32,0-3 10-32,0 1-8 0,0-1 16 0,1 1-3 0,0-1-6 0,0 1-10 15,2-2 11-15,0 0-8 0,-1 0 16 0,1-2-1 0,0 3-8 0,0-2-1 16,2 0 2-16,0-1-1 0,1 1 2 0,1-1-2 0,-1 2-1 0,2-2-9 15,0-1 10-15,0 0-6 0,0 0 14 0,1-1-2 0,1 0-6 16,1-1-2-16,0 2 2 0,2-1-2 0,0 3 2 0,2-2 2 0,1 1-2 16,0 3-11-16,2 1 12 0,0 0-10 0,0 2 18 0,0-5-6 0,-1 5-4 15,0-1-5-15,-2 0 2 0,-1 3 1 0,0 2 8 0,-3 0-2 16,-1 0-3-16,0 3-2 0,-2 0-3 0,-2 0 2 0,-1 1 3 16,-1 1 0-16,-1-2 0 0,-1 0-2 15,-1 1 5-15,-1 1-3 0,-2 3 4 0,-1 0 2 0,-3 1-5 0,-1 3 1 16,-1-2 3-16,0 1-2 0,-4 0 4 0,0-1-2 15,0-2-2-15,-2 3-13 0,0-1 11 0,-1-1-7 0,-2 0 20 0,1-1-4 16,-1-1-7-16,0-1-1 0,1 0 3 0,-1-1-2 0,1-1 0 16,3-1 0-16,0-2-2 0,3 0-9 0,1-2 8 0,1 1-7 15,3-2 15-15,1-2-8 0,1 0-7 0,2-1-20 0,1 1-10 0,0-5 1 16,0 2-35-16,3-3-14 0,2 1-13 0,3-1-63 0,1 0-25 16,2 1-7-16,1-1-152 0,3 0-56 0,4 2-53 0</inkml:trace>
  <inkml:trace contextRef="#ctx0" brushRef="#br1" timeOffset="68882.33">19330 4710 840 0,'-14'1'341'0,"5"2"-192"0,1-2 186 0,1 2-172 0,3-2 0 16,0 0-39-16,3-1-12 0,1 0-21 0,-1 0-23 0,1 0-25 16,0 0 15-16,0 0-23 0,0 0 17 15,2 0-7-15,0-1-12 0,2 1-28 0,1-1 18 0,1 1-23 16,2 0 24-16,0 0-8 0,1 0-11 0,3 0-3 0,0 0 0 15,2-1-2-15,3-1 6 0,-2 2-3 0,3-2 1 0,3 0-39 16,-1 0-14-16,-1-3-3 0,5 0-90 0,-2-3-84 0,0 0-23 0,8-3-328 16,-2 4 295-16</inkml:trace>
  <inkml:trace contextRef="#ctx0" brushRef="#br1" timeOffset="69643.95">19759 4632 1256 0,'-18'4'-685'0,"11"-2"1266"0,4 0-171 0,-1 0-243 16,0 1-87-16,1-1 18 0,1-2-42 0,2 3 5 0,0 1-7 0,0-2-22 15,0 3-5-15,0 1 22 0,1 0-24 0,0 3 36 0,-1-1-10 16,2-1-10-16,2 4-21 0,-3-4 6 0,2 1-13 0,-2 1 5 16,1-1-6-16,1 1-8 0,-1 1-14 0,-1-3 16 0,0 2-14 15,0-2 26-15,1-1-6 0,0 1-8 0,-1-1-4 0,-1-2 1 16,1 0-1-16,0 0 9 0,0-3-4 0,-1 0-4 0,0 0-3 16,0 1 8-16,0-2-6 0,0 0 15 0,0 1 2 0,0-1-4 15,0 0-7-15,0 0 13 0,0 0-12 0,0 0 13 0,0 0-2 16,-1-1-9-16,-2-4-17 0,3 5 15 0,-2-2-13 0,1 0 22 0,1-1-1 15,0 1-7-15,-1 0 1 0,0-2 3 0,1 1-3 0,-1 0 7 0,1-2-3 16,-1 2-2-16,0 0-10 16,1-1 12-16,-1 0-9 0,-1-1 15 0,2 0-2 0,-1-1-8 0,1 0-12 0,0 1 14 0,0-1-12 15,0-1 21-15,0 2-4 0,1-3-10 0,1 1-11 0,-1-1 11 16,1-1-8-16,0 1 17 0,0 1-1 0,1-1-6 0,-1 0-8 0,1 1 4 31,1-1-4-31,-1 2 8 0,2-1-1 0,-1 1-3 0,-1 3-14 0,1 1 12 0,-1 0-10 0,1 1 16 0,-2-1-1 0,1 0-6 0,1 0-5 16,-1-1 7-16,0 2-7 0,1 0 8 0,-1 1 0 15,1 0-2-15,0 0-6 0,1 0 5 0,0 1-3 0,1 1 9 0,-1 1-1 16,1 1-4-16,1 1-13 0,-1-1 14 0,1-2-10 0,0 1 20 16,-1-1-6-16,1 0-7 0,0 4-8 0,1-1 9 0,-1 2-4 0,-1-4 13 31,1 3-4-31,-2-4-6 0,-1 3-14 0,1-3 15 0,-2 1-9 16,0-1 24-16,1-1-4 0,-2 0-9 0,1-1-10 0,-1 0 12 0,1 0-10 15,0-1 17-15,0 0-1 0,1-2-7 0,-1 1-4 0,2-1 5 16,-1-2-5-16,1 1 9 0,-1-1-3 0,2 0-3 0,1 0-8 15,-1 0 6-15,1-1-5 0,2 0 10 0,-1 3-1 0,0 3-5 0,0-1-4 16,-2 1 4-16,1-2-3 0,-1-1 4 0,-1 2 3 0,1 1 2 16,0 0-8-16,-2 2 8 0,-1 1-6 0,2-1 11 0,-2 0 2 15,1 2-3-15,0-1-10 0,1 4 12 0,-1 4-10 0,-1 2 14 16,1 3-4-16,0-1-5 0,0-1-11 0,-1 0 6 0,-3-2-4 16,-2-2 11-16,1 0-4 0,-2-1-5 0,5-1 0 0,0-1 0 0,0 1 0 15,0-3 6-15,1 0-1 0,-1-1-4 0,-1-1-7 0,1-1 9 16,0 0-8-16,1-1 4 0,-2-1-4 0,1 1-10 0,-1-1-26 15,2-1-4-15,1 0-8 0,0-2-46 0,2-1-15 0,2-2-19 0,1-1-138 16,2-2-32-16,1 0-24 0,5-2-195 0,3 7 300 0,3 1-19 16</inkml:trace>
  <inkml:trace contextRef="#ctx0" brushRef="#br1" timeOffset="69945.75">20462 4582 1572 0,'-5'-1'155'0,"-1"0"143"0,0-2-111 0,1 2-42 15,0 1-41-15,0-2-57 0,-1 2 6 0,-1 0-24 0,-1 3 4 16,1 2-6-16,-2 0-10 0,-2 4-16 0,1 3 15 16,-1 1-16-16,0-1 21 0,0 1-4 0,-1 0-10 0,0 2-5 15,3 1 6-15,1-1-6 0,1-1 11 0,4-4-1 0,0-2-1 16,3 0-7-16,0-4 7 0,1 1-9 16,3-2 11-16,0 1-1 0,0-2-3 0,4-1-7 0,-1-1 15 0,2-3-13 15,1-1 26-15,1-2-8 0,0 0-11 0,3-3-5 0,-1 1 4 16,1-2-4-16,2-2 7 0,-3 1-2 0,0 1-4 0,1-2-16 15,-4 3 17-15,0 1-15 0,0-1 23 0,-2 6-4 0,0-3-12 16,-1 5-2-16,-1-1 2 0,0 2-2 0,-1 0 2 0,-2 0 0 16,0 3-2-16,0 1-13 0,-2 1 15 0,1 4-12 0,0 0 20 15,-1 2-8-15,2-2-8 0,-2-1-34 0,0 1-2 0,1 0-8 16,-1-2-30-16,1-3-10 0,0 1-13 0,0-3-70 0,1 1-22 16,0-1-12-16,1 0-143 0,0-1-33 0,5 2-46 0</inkml:trace>
  <inkml:trace contextRef="#ctx0" brushRef="#br1" timeOffset="70432.17">20641 4695 1387 0,'-13'-8'-731'0,"8"7"1371"0,1 1-183 0,2-1-257 0,0 1-72 16,0-3 12-16,1 0-39 0,1 1-27 0,0-1-13 0,0-1-23 16,0 1-18-16,1-4 21 0,-1 3-24 0,2-3 36 0,0 2-3 15,0-1-12-15,2 0 0 0,-1 3 11 0,3 0-16 0,0-2 12 16,2 1-5-16,4-3-10 0,1 0-14 0,2-1 12 15,0 4-17-15,1-1 5 0,-4 2-4 16,1 3-9-16,-1 0-7 0,-2 0 7 0,-1 4-6 0,0 3 16 0,-1-2 1 0,1 2-5 16,0 4 2-16,0-1 8 0,1-2-8 0,2 2 13 0,1 0-5 15,1 2-5-15,2 2-16 0,-1 0 11 0,0 0-11 0,0-3 13 16,1 0 0-16,0-4-8 0,-1 1-6 0,1-2 5 0,-1-1-5 16,-3 2-3-16,-1-3-3 0,-3 0-7 0,-2-2-15 0,-3-1 5 15,-1-1-7-15,-1 0-2 0,-1 0-2 0,0 0-7 0,0 0-16 16,0 0-5-16,0 0-2 0,-2 0-32 0,2-1-6 0,-2-1-9 0,2-2-33 15,-1 0-4-15,0-3-7 16,-2 2-45-16,1 2 21 0,0-3-5 0,2 1-4 0,0-1 11 0,-1-2-12 16,0-1 36-16,-3-1 35 0,0 0 25 0,-2 0 86 0,-1 1 10 0,2 0 28 0,-1 0 148 0,4 4 3 15,0-1 31-15,-1 1-63 0,2 0 28 0,1-1-42 0,0 3-14 16,0 2-11-16,0 1-13 0,1 0-17 0,1 1 11 0,0-1-11 16,-1 0 5-16,2 1-7 15,2-1-10-15,-2 3-10 0,3 0 11 0,-1-2-10 0,0 0 4 16,0 0-12-16,0 2-12 0,1 3-5 0,0 2 4 0,0 1-4 15,2-1-1-15,1-1-6 0,-1 1-8 0,0 0-20 0,1-1 11 0,-1 1-10 0,1-3 19 0,-3 0-6 0,0-2-8 0,-1-1-2 16,2 1 1-16,5-2 1 0,2-1 4 0,0 0-4 16,3 0-3-16,0-2-31 0,0-2 9 0,1-1-16 0,-2-2-24 0,-1 0-12 15,0 0-18-15,0-2-70 0,-1 0-31 0,1 2-7 0,-2-2-125 16,2 1-25-16,1 0-20 0</inkml:trace>
  <inkml:trace contextRef="#ctx0" brushRef="#br1" timeOffset="70594.16">21448 4549 1047 0,'-7'2'336'16,"1"3"2"-16,-2 1-10 0,0 1-138 0,-1 4-17 0,1 1-24 0,1 2-33 0,-2 4-33 0,0-4 5 0,0 3-26 16,-2 2-15-16,2 0-11 0,0 5-11 0,-1 2-20 15,1-3 6 1,1-2-10-16,-1 1 7 0,1-6-2 0,3 0-5 0,-2 2-15 0,1-3 5 0,1-2-10 0,-1 1-13 16,1-4-19-16,2-1-11 0,1-1-71 0,1-3-56 0,1 0 31 0,3-2-233 15,4-3-90-15,7 0-14 0</inkml:trace>
  <inkml:trace contextRef="#ctx0" brushRef="#br1" timeOffset="71211">22523 4426 818 0,'-6'-1'215'0,"2"1"471"0,-1 0-469 0,0 1-39 0,0 1-52 0,1 2-49 0,-2 1 9 0,1 4-33 0,-2 4-13 16,-1 3-6-16,0 1-14 0,-3 5-17 0,-1 0 18 16,2 1-21-16,-2 5 25 0,0-3-8 0,-3-2-11 0,-2 0-2 15,1-4 0-15,2 0 0 0,0 2 2 0,2-6-1 0,1-1-3 16,-2-3-9-16,3 0 6 0,1-2-8 0,1-2-10 0,3-1-25 16,-1-1-12-16,2-2-103 0,0 0-73 0,2 0 35 0,2-3-292 15,2 6 288-15,4-1-1 0</inkml:trace>
  <inkml:trace contextRef="#ctx0" brushRef="#br1" timeOffset="71403">22142 4496 2164 0,'-13'-2'-177'0,"8"0"398"0,3 2-28 0,2 0-40 0,0 0-61 16,2 0 23-16,3 0-51 0,1 3 33 0,4 0-18 0,3 0-18 15,7 5-35-15,0 0 3 0,3 1-16 0,3 4-5 0,-3-1 1 16,2 4-5-16,1 2-4 0,1 1 3 0,-2 0-5 0,3-1 10 15,-3-1-6-15,-2-3-2 0,0 2-11 0,-1 0-1 16,-2-2-1-16,2-1-21 0,-3-2-12 0,0-1-5 0,0 1-61 16,-8-4-40-16,-1-2 17 0,0 1-285 0,7-1-244 0,11 4-83 15</inkml:trace>
  <inkml:trace contextRef="#ctx0" brushRef="#br1" timeOffset="72023.75">23217 4610 1364 0,'-3'0'215'0,"1"2"-34"0,1 0-28 0,0 2-49 0,1 2 1 16,2-1-20-16,2 2-25 0,2 2-18 0,2 0 15 0,1 4-21 15,2 2 22 1,0-4-11-16,0 4-16 0,2-3-19 0,1-1 12 0,-1-1-18 0,3 0 12 0,-3-2-2 0,0-1-8 0,1 1-15 31,1-3 13-31,0 0-14 0,-1-2 26 0,-2 1-3 0,-3-3-10 0,-1 0-8 0,-2-1 12 0,0 0-11 0,-2-2 15 16,1 1-2-16,-3-1-5 0,1-2-8 0,-2 3 23 0,-1-3-19 15,1-1 40 1,-1-3-9-16,0 2-13 0,0-4-2 0,-1 0 4 0,0-2-6 0,1-2 6 16,-1 1-6-16,1-3-5 0,0 1-4 0,0 1 3 15,1 0-3-15,-1 4 3 0,1 0-2 0,0 1-2 0,-1-1-12 16,0-2 9-16,0 2-7 0,2 2 11 0,-2 0-2 0,0 5-5 0,0-1-4 0,0 2 4 15,0 0-5-15,0 2-8 0,0-1-3 0,0 1-8 0,0 0-31 0,0 0-5 16,0 0-9-16,2-4-48 0,2 3-29 0,3 1-21 0,2 0-175 16,3-4-91-16,6 1-21 0</inkml:trace>
  <inkml:trace contextRef="#ctx0" brushRef="#br1" timeOffset="72335.89">23905 4528 1069 0,'-25'7'294'16,"4"0"133"-16,0 4-310 0,-2 1 33 0,5 0-35 15,4 2-35-15,0 0-57 0,4 0 24 0,1-5-35 0,1 0 30 16,3-2-7-16,2-2-18 0,2 4-8 0,1-4 10 0,1 0-13 16,4 0 16-16,-1-1 0 0,2-2-4 0,2 0-4 15,0-2 12-15,0-2-15 0,4-1 9 0,-1 0-4 0,2-3-9 0,1-1-8 16,0 1 5-16,0-1-6 0,0-2 12 0,-3 2-2 15,-2 2-6-15,0-3-13 0,-2 2 18 0,-2-2-15 0,-1-1 31 16,-2 1-4-16,-2 4-10 0,0-1-9 0,0 4 17 0,0 0-16 16,0 1 26-16,0 0-6 0,0 1-11 0,-1 0-10 0,-2 2 14 15,1-1-13-15,0 4 15 0,0-1-4 0,-2 2-8 0,2 1-12 16,0 0 9-16,1-1-7 0,0-2 13 0,1-2-2 0,0 0-4 0,0-1-18 16,2 2-3-16,1 1-6 0,1-2-32 0,1-1-8 0,1 2-13 15,2-3-87-15,2-1-25 0,1 0-23 0,0-2-203 16,5-1-70-16,0 3-73 0</inkml:trace>
  <inkml:trace contextRef="#ctx0" brushRef="#br1" timeOffset="72529.42">24352 4452 845 0,'-20'-2'462'16,"1"2"-263"-16,3 0 322 0,-1 2-395 15,1 1 9-15,2 2-45 0,-1 2-6 0,4 1-23 0,1 1-31 0,0-1-18 16,2 3 15-16,0 0-17 0,-1 2 19 0,2-1-8 0,1 0-10 15,1 2-13-15,2-3 8 0,2 0-8 0,1 1 13 16,2-2-11-16,2-4-9 0,3 3-47 0,2-5-20 0,0-1 3 16,3-2-155-16,0-1-93 0,1 1-38 0</inkml:trace>
  <inkml:trace contextRef="#ctx0" brushRef="#br1" timeOffset="72742.67">24535 4446 1065 0,'-17'-5'234'0,"4"0"643"0,2-3-704 15,0 5-26-15,2-2-35 0,2-3-38 16,3 3 3-16,1-2-26 0,2 0-23 0,0 2-9 0,1-1-11 0,0-1-14 0,1 3 5 16,1 0-8-16,1 0-1 0,1 0-5 0,-1 1-6 0,4-1-21 15,-3-1-5-15,2 2 1 0,0-2-33 16,-1 1-8-16,1-1 0 0,0 1-67 0,0 0-54 0,0 0 32 0,2 3-234 15,3 1 244-15,0 4-9 0</inkml:trace>
  <inkml:trace contextRef="#ctx0" brushRef="#br1" timeOffset="73544.89">24532 4572 1144 0,'-3'-3'305'0,"2"3"-232"0,1 0 95 0,0 0-105 0,0 2 22 0,3-1-31 16,0 1 41-1,0 1-24-15,2 2-30 0,-1 2-8 0,2-1 2 0,0 2-7 0,-1 1-14 16,0-2-3-16,-1-2-6 0,2 0-7 15,-2 1 9-15,2-3-8 0,-2 4 11 0,-4-2-3 0,-1 0-6 0,0 0-4 0,0 0-1 0,4-2-2 0,1 2-17 32,-2-2-19-32,0-3-7 0,0 1-61 0,1-1-63 0,0 0 38 15,0 0-219-15,3-1-75 0,5-1-5 0</inkml:trace>
  <inkml:trace contextRef="#ctx0" brushRef="#br1" timeOffset="73674.46">24661 4491 1686 0,'-26'-9'-411'0,"17"4"803"0,1 3-91 0,1-4-131 0,2 3-79 16,0 0 8-16,3 0-40 0,1 2-15 0,-1 0-9 0,2 0-15 0,0-1-20 16,0 1 0-16,2-1-8 0,1-1-23 0,2 0-20 15,2 1-11-15,3-3-97 0,1 3-61 0,2 0 30 0,8-1-251 16,2 2 261-16,5 1-3 0</inkml:trace>
  <inkml:trace contextRef="#ctx0" brushRef="#br1" timeOffset="73977.92">25002 4437 1757 0,'-19'0'-154'0,"8"-1"354"0,2 0-29 0,0 1-34 0,1 0-71 15,0 0 9-15,1 1-39 0,0 2-3 0,-2 1-10 0,1 1-10 0,-3 2-15 16,0 2 4-16,1 2-7 0,-1 0 11 0,2 1 1 16,0-1-5-16,-1 1-2 0,3-2 3 0,1 1-3 0,0 0 0 15,3-4 3-15,1 0 0 0,0 0-4 0,2-1 8 16,1-1-7-16,2 1 15 0,0-2-4 0,1-3-9 0,3 2-9 15,1-3 12-15,1-2-12 0,2-1 14 0,0-2-1 0,1-1-6 0,-1-1-11 16,-1 0 10-16,0 2-9 0,-1-3 18 16,-1 1-1-16,-2-1-7 0,-1-1-6 0,-1 3 10 0,-2-2-8 0,1 0 16 15,-1 2-4-15,1 2-5 0,-1-1 6 0,-1 2-3 0,-1 3 4 0,0-1-5 16,0 1-1-16,0 0 0 0,0 1-7 0,0-1 5 16,0 4-4-16,-1 1 2 0,-1 1 3 0,1 0-5 0,-1 3-10 15,2-1 10-15,-1 1-11 0,1 0-5 0,0-3-6 0,1 0-12 16,1-1-38-16,0-2-11 0,1 1-8 0,1-2-92 0,-1 0-33 0,4-2-41 15</inkml:trace>
  <inkml:trace contextRef="#ctx0" brushRef="#br1" timeOffset="74325.35">25220 4245 2039 0,'-36'-20'-1167'0,"24"16"1985"0,2 4-241 0,1 0-432 0,0 3-54 15,1 0 7-15,0 1-41 0,2 1-29 0,1 2-11 0,0-2-13 0,2 3-8 16,1-1 9-16,1 0-8 0,-1 0 16 16,2 0-3-16,0 0-7 0,0 1-5 0,2 0 3 0,1-2-4 0,1 2 11 0,3 0-1 15,2-1-3-15,2 2-16 0,1-2 16 16,0-1-15-16,2 0 27 0,0 2-6 0,-2 0-8 0,3 1-10 0,-4 0 8 0,0 1-8 16,1 0 19-16,-3-1-3 0,-3 0-7 0,3 1-6 15,-3 2 5-15,0-2-4 0,-1 3 7 0,0-2-2 0,-2-2-1 16,-1 3 1-16,-2-1 0 0,0 2 2 0,-2-2-1 15,-1 0-2-15,-1-2 0 0,-1 0-7 0,-2 1 12 0,0-1-7 0,-2 3 17 0,0-3-4 16,-3 0-8-16,-2-4-2 0,-1-1 4 0,-3-2-3 0,0-1 7 16,0 3-3-16,1-1-5 15,0-1-8-15,1-2 9 0,5 0-7 0,0-3 0 0,1-1-3 0,2-1-9 0,6-2-26 0,2 0-3 0,0-2-8 16,4-2-35-16,-2-3-22 0,3-4-17 0,-3 0-173 0,4-2-24 16,6-1-41-16,12 1 102 0</inkml:trace>
  <inkml:trace contextRef="#ctx0" brushRef="#br1" timeOffset="74660.39">25465 4149 1968 0,'-21'11'-200'0,"12"-4"454"0,0 1-47 0,0 4-54 0,0 4-62 15,1 1 8-15,1 2-37 0,1 4-17 0,3-2-6 0,1-2-14 16,2 2-10-16,0-1 7 0,2-4-13 0,1 4 9 0,3-6-1 16,0 1-3-16,3 0-13 0,1-2 11 0,1-3-12 0,2-1 17 31,2 0-4-31,2-2-7 0,5-2-9 0,1-1 13 0,0-3-11 0,-1-2 17 0,-3-2-4 0,0 1-10 0,6-2-5 15,3-1 4-15,1-3-5 0,0-1 4 0,-5 1 0 0,-4-1-6 16,2-3-7-16,-7 0 12 0,-3-1-9 0,1 0 15 16,-3-1-1-16,-1 3-7 0,0-1-3 0,-6 2 6 0,-2 1-3 0,-3 1 3 15,-3 1 0-15,-1 3-4 0,-2 0-12 0,-1 3 11 16,-1 2-10-16,-3 5 15 16,-1 2 1-16,-4 4-3 0,-4 0-10 0,-1 5 15 15,-3 2-9-15,2 3 27 0,3-1-1 0,4 0-6 0,6 1 3 0,3-3 6 0,5-1-3 0,3-1 9 0,2-2-8 16,5 1-5-16,3-1-9 15,5 0 6-15,4 1-4 0,1 2 2 0,3-8-3 0,2 0-6 0,2-1 2 0,1-1-4 0,4 3 1 0,-1 1-14 0,-1-2-2 16,1 0-5-16,0-2-28 0,-3 0-8 0,2-2-7 0,0-1-59 0,-9-2-25 31,1 0-22-31,-2 0-224 0,3 0-104 0,13 6-41 0</inkml:trace>
  <inkml:trace contextRef="#ctx0" brushRef="#br1" timeOffset="97692.43">22022 5975 1053 0,'-7'6'305'0,"0"1"-79"16,2-2-86-16,0 3-45 0,4 2-29 0,1 1-19 0,1 2-18 0,4 5-18 15,0 0 21-15,3 3-20 0,1 0 39 0,0 4-15 16,0 1-16-16,2 10-20 0,0-2 9 0,-1-1-9 15,0 1 14-15,-1-5-2 0,-6-1-7 0,3 0-4 0,-3-6 4 0,2-1-5 16,4-3 0-16,-2-1-3 0,1-3-2 0,0 2-16 16,-2-5 0-16,-1 2-2 0,-2-3-9 0,-2 0-1 0,-1-1-5 0,-2 2-17 15,-1-4-13-15,1 1 7 0,-1-3-62 0,0 0-18 16,0-2 1-16,-1-3-27 0,0-2-61 0,1-4 66 0,-1-4-91 16,1-4 53-16,1-4 35 0</inkml:trace>
  <inkml:trace contextRef="#ctx0" brushRef="#br1" timeOffset="97964.09">22087 6313 279 0,'2'-93'-66'0,"-3"48"150"0,-6 10-13 0,-2 8-18 0,-2 6 4 15,0 3 37-15,0 4-26 0,1-1 93 16,0 4 4-16,-1 2 11 0,1 0-28 0,0 1 4 0,0 1-15 0,1-4-20 0,0 4-10 16,1-2-19-16,2 0-17 0,0 1 23 0,1 2-19 0,2 1 25 15,2-3-15-15,1 3-16 0,0-3-37 0,3 0 19 0,2 2-20 0,0-2 12 16,3 1-6-16,1-1-14 0,4-1-14 0,0 1 7 0,3 1-10 16,1 0 3-16,2 2-3 0,0-1-3 0,2 2-6 0,-4 0 5 15,-1 1-4-15,2 3 8 0,2 0-2 0,7 0-3 0,1 4-12 16,0 1 14-16,-2 4-10 0,-3-1 19 0,-2 2-3 15,-2 1-9-15,-4-2-7 0,0 2 8 0,-5 2-4 0,-2 0 14 0,-5-3 2 0,-1 4-3 16,-2-1-6-16,-4 1 9 0,-1-1-8 0,-1 1 15 0,-2-1-5 16,-2-2-2-16,-2 3-11 0,-2 2 8 0,-3-1-6 0,-1 2 15 15,-1-6-8-15,-1 1-8 0,-2 0-10 0,-1-1 0 16,-2 1-1-16,3 1-3 0,2-3-4 0,2-3-9 0,7-3-23 0,3-3 4 0,1-2-8 16,4-3-12-16,-2-4-8 0,3-2-12 0,3-4-80 0,5 0-7 15,1-4-13-15,0 1-2 0,2-2-43 0,2 0-6 0</inkml:trace>
  <inkml:trace contextRef="#ctx0" brushRef="#br1" timeOffset="98976.34">22576 5752 1518 0,'2'-2'-679'0,"-3"0"1228"15,-4 1-144-15,1 0-237 0,1 0-51 0,2 1 4 16,0 0-36-16,1 0-42 0,0 0-6 0,0 1-13 0,2 1-3 0,1 1 9 0,0 1-11 0,3 2 17 0,-2-1-5 0,-2 2-6 16,2-1-18-1,-1-1 13-15,2 0-16 0,7 0 17 0,1 1-3 16,2-4-8-16,5 3-8 0,0-2 10 0,2 2-11 0,-1-1 6 0,-3 1 4 0,-1 0-5 0,-1 1-3 0,-3 1 8 0,-2-1-9 31,1 2 10-31,-5 0 3 0,-1 1-6 0,-3 0 3 0,-1-2 8 16,-2 3-9-16,-4-1 12 0,-1 2-2 0,-2-1-4 0,-2 0-10 15,0 0 3-15,-2 2-6 0,1-2 5 0,-2 0 0 0,1-1 1 16,1 2-15-16,-1-4 7 0,0 1-7 0,2 0 8 0,0-5 1 16,1 4-4-16,1-5-5 0,0 1-1 0,2 0-4 0,1-3-15 15,2 0-6-15,2 0-5 0,-1-2-53 0,1 0-21 0,1-2-8 0,2-3-148 16,4 0-48-16,0-3-59 0</inkml:trace>
  <inkml:trace contextRef="#ctx0" brushRef="#br1" timeOffset="99292.92">23047 5664 1581 0,'0'0'124'0,"-1"-1"74"31,1 1-72-31,2-2-39 0,2 1-40 0,2-1-40 0,3-1 7 0,0 3-14 0,-4 0 12 0,0 0-7 0,0 4-5 0,1 0-2 16,4 3 1-16,1-2-1 0,0 3 3 16,0-1 8-16,1 1 1 0,-1 0-3 0,-1 0 8 0,-2 1-9 0,-1 1 32 15,-3-1 5-15,-2 1 0 0,1 2-10 0,-2-1 14 0,-1 2-20 16,0 0 11-16,0 1-7 0,-4-1-14 15,0 3-9-15,-4-1 8 0,0-1-12 0,0 2 9 0,1-4-2 0,2-2-8 0,-2 2 2 16,0-4 1-16,-2 1-3 0,0 0-10 16,-1-1-6-16,0 0-5 0,-1-1-48 0,0-1 2 15,5-3-14-15,1-3-45 0,-1 0-27 0,1 0-30 0,-4-1-152 0,4-4-64 16,1-3-27-16</inkml:trace>
  <inkml:trace contextRef="#ctx0" brushRef="#br1" timeOffset="99782.43">23522 5745 1632 0,'-11'3'-588'0,"8"3"1086"0,-1-5-135 0,2 1-203 16,0 3-88-16,1 2 12 0,1-1-43 0,2 3-7 0,0 1-8 0,1 1-15 0,2 0-11 16,-2-1 14-16,1 1-14 0,0 0 15 0,0 1-2 0,0-2-8 15,2 2-12-15,-4-3 10 0,1 1-8 0,1-1 20 16,-3-2-2-16,0 0-6 0,0-1-1 0,-1-1 4 0,0 0-4 15,0 1 14 1,-2-4-1-16,0 1-3 0,-1 1-13 0,1-4 18 0,-1 1-17 0,-1-1 32 16,0-1 0-16,0-1-9 0,0-3-10 0,1-1 12 0,-1-2-16 0,2-3 18 0,1-2-4 15,1 1-6-15,0-3-3 0,1 2 1 0,2-1-4 0,2 1 1 0,2 2-2 16,0-2 1-16,5 3-10 0,-1-2 2 0,0 2-4 0,0 0 1 16,-5 2 0-16,-2 1 1 0,2 1-7 0,-1 2 6 0,4 2-6 15,-1 0 9-15,1 2 1 0,0 2-5 0,2 0-5 16,0 2 5-16,1 2-4 0,1 1 8 0,-2 2-3 0,-1 1-3 0,0 2-2 0,0 0 5 15,-1 2-4-15,0-1 5 16,-2 1-2-16,1 0-4 0,-1 3-52 0,0 1 20 0,0-1-24 16,0-2 13-16,-3-3-35 0,2 0-29 0,1 0-116 15,-2-1-50-15,0-2-1 0,0-2-261 0,3-1 314 0,1-2-26 0</inkml:trace>
  <inkml:trace contextRef="#ctx0" brushRef="#br1" timeOffset="100460.59">22920 5614 1548 0,'-1'0'-200'0,"0"-1"412"0,1-1-48 0,-1 2-58 0,1 0-78 0,0 0 25 16,1 0-45-16,1 2 40 0,1-2-1 0,-1 2-12 0,3 0-19 15,0 0 19-15,0 1-25 0,2 1 21 0,2-3-12 0,-1 1-17 16,3 2 3-16,1 0 7 0,-1 0-4 0,2 0 5 16,0 1-2-16,-1-1-5 0,4 2-5 0,-3-1 9 0,1 2-9 15,-4-2 12-15,-4 0-3 0,1 0-4 0,2 1-9 0,4-1 8 16,1 1-8-16,2 0 17 0,-2 0-3 0,1 0-6 0,-1 0-13 16,-2 2 10-16,-1-1-10 0,0 1 16 0,-2-2 0 15,-2-1-7-15,0 4-8 0,-3-3 16 0,1-1-13 0,-3 2 17 16,-1-2 2-16,-1 2-9 0,-1 1 0 0,-2-2 21 0,-2 2-13 0,0-1 24 15,-2 1-7-15,0 0-17 0,-1 1-8 0,0 0 11 0,-1 0-9 16,2 0 20-16,-1-2-6 0,-1 1-2 0,-1 0-14 0,-2-2 12 16,1 0-10-16,0 1 15 0,2-2-8 0,-1 0-10 0,1 0-5 0,0 2 1 15,1-2 0-15,0 0 2 0,0 1 1 0,1-2-3 0,6 2-7 16,-1 0 2-16,0-3-8 0,1 4-21 0,-4-2-9 0,2 1-14 0,1 1-62 16,-1-3-22-16,3 1-11 0,0-1-143 0,0-4-36 15,4 2-46-15</inkml:trace>
  <inkml:trace contextRef="#ctx0" brushRef="#br1" timeOffset="126468.3">6793 12253 256 0,'3'-1'39'0,"0"-3"587"0,0 0-259 0,-1 1 18 0,0-1-322 0,-2 0 15 0,0 3-24 0,0-1 34 16,0 1-13-16,-1 0-10 0,0 1-23 0,-1 0 15 0,-1 0-20 15,0 1 16-15,-1 0-3 0,0 1-12 0,-1 1-19 0,-1 3 21 16,0 0-19-16,2 2 27 15,-2 1-5-15,1 2-10 0,-1 2-10 0,-1 4 4 0,-1 0-7 16,1 3-1-16,-2 3-8 0,4 1-6 0,-2 3-10 0,-1-1 6 0,-2 0-3 16,-5 1 17-16,-2-1-6 0,0 2-8 0,-1 0-3 0,-1-2 1 0,0-2-1 0,1 2 2 0,1-1 1 0,0 0 0 15,-1-1-9-15,1-1 3 0,2-2-6 0,0 2-8 0,3-3-6 16,0 1-7-16,1-1-27 16,2 1 1-16,2-2-8 0,2-4-25 0,1-7-16 0,2-2-20 0,1-3-48 15,1-2-25-15,0 2-2 0,0-3-131 0,0-2-23 0,2-3-37 0</inkml:trace>
  <inkml:trace contextRef="#ctx0" brushRef="#br1" timeOffset="126737.97">6476 12267 1334 0,'-2'3'146'0,"-1"0"217"0,2-3-223 0,1 1-26 15,0-1-34-15,1 1-29 0,3 0 18 0,0 1-30 0,4 1-6 16,0 0-7-16,2 1-17 0,1 1-4 0,2 0 12 0,0 2-11 16,1 1 24-16,1 1-3 0,2 4-5 0,2 3-8 0,4 2 1 15,0 2-4-15,2 3-1 0,-2-4 0 0,-5 0 1 0,0 2-17 16,-1-1 14-16,1 3-13 0,6-2 19 0,-5-3-3 0,-1-1-7 0,-1-1-4 16,-2-2 1-16,-3 0-2 0,-1-1 4 0,-2 0-3 0,0-2-1 15,0 0-9-15,0 2-1 0,-1-1 0 0,-1-1-11 0,-2-1-5 16,-1-3-11-16,-1 2-27 0,-1-2-3 0,0-2-9 0,1 1-67 0,-2-2-44 15,0 0-41-15,1-3-265 0,2-1 298 0</inkml:trace>
  <inkml:trace contextRef="#ctx0" brushRef="#br1" timeOffset="128176.61">7912 12129 692 0,'-4'1'136'0,"0"-1"124"0,0 2-49 15,2-1-32-15,-1 0-43 0,2-1-40 0,0 0 28 0,1 2-44 16,-1-2 28-16,1 0-17 0,0 0-28 0,0 0-18 16,0 0 14-1,0 0-20-15,0 0 14 0,0 0-10 0,0 0-15 0,-1 1-27 0,1 1 17 0,0 2-17 0,0 3 20 0,0 0-7 0,-1 4-11 16,0 1-6 0,0 2 4-16,1 1-2 0,-2 0 5 0,2 0 2 0,0 2-5 0,0 1-2 0,0 0 1 0,2 0-2 0,-2 0 8 0,0-2-4 31,0 1-1-31,1 1-11 0,0-2 8 0,1 0-5 0,-1-2 18 0,1-6-5 15,1-2-8-15,-2-1-12 0,1-1 12 0,0 2-9 0,-1-1 16 16,2-2-1-16,-2-2-6 0,0 1-12 0,-1-2 11 0,1 0-10 16,-1 0 15-16,0-2 2 0,0-2-3 0,0 2-14 0,0-3 16 0,0-2-12 15,0 0 25-15,0 2-5 0,0-4-8 0,1 1-11 16,-1-1 9-16,1-3-7 0,0 1 15 0,2 1 0 0,0 1-6 0,0 1-13 16,2 2 13-16,-2-1-10 0,2 2 19 0,-1 0-5 0,1 2-7 15,0 2-8-15,0 1 11 0,-1 0-6 0,2 0 17 0,-1 1-1 16,1 2-9-16,1 2-10 0,1-1 10 0,0 4-9 0,1-3 17 0,0 0 0 15,1 3-5-15,1-2-8 0,0 0 6 0,0 3-7 0,2 0 4 16,-1 2-3-16,0-1-7 0,2-1-2 0,-1-3 10 0,0 1-2 16,-2-1 15-16,0 3-6 0,-2 1-7 0,-1 0-11 0,-4 1 11 15,-1-1-6-15,-3 0 18 0,-3-1-1 0,-2-1-7 0,-5 2-9 16,-1 1 10-16,-2 0-7 0,-3-1 25 0,1-1-8 0,-3 0-5 0,0-1-6 16,-2-1 1-16,-1 0 2 0,0-1 3 0,0-2-2 0,0 1-3 15,0-2-9-15,1-2 9 0,1 0-6 0,1 0 10 0,3-1-3 16,1-1-5-16,1 0-6 0,2 0 4 0,1-1-2 0,2 0 11 0,1-1-4 15,1 1-3-15,0-1-9 0,3-1 8 0,2 0-5 0,-1 1 2 16,2-3-7-16,4-1-12 0,0-1-24 0,3-1-1 0,0-2-8 16,2-2-50-16,0-3-32 0,3-2-32 0,3-1-174 0,0-5-71 15,6 0-30-15</inkml:trace>
  <inkml:trace contextRef="#ctx0" brushRef="#br1" timeOffset="128393.39">8315 12417 1352 0,'-2'12'166'0,"0"-6"35"0,1 1-113 16,1-4-28-16,0 2-7 0,2 2-11 0,-1-2-13 0,1-1 9 15,-1-2-16-15,1 1-4 0,-1-2-10 0,0 1-12 0,1-2-32 16,-1-2 8-16,0-2-10 0,-1 1 18 0,1-3-6 0,-1-1-4 15,0 0-12-15,0 0 4 0,-1 2-4 16,1-4-6-16,-1 1 3 0,0-1-5 0,0-5-19 0,0-2-33 0,0 0 5 0,1-2-131 0,0-1-22 16,2 0-27-16</inkml:trace>
  <inkml:trace contextRef="#ctx0" brushRef="#br1" timeOffset="128509.84">8345 12150 1238 0,'-6'1'153'0,"1"0"-38"15,1-1 14-15,1 0-90 0,1-1-57 0,2-2-69 0,2-1-31 0,1-2-251 0,6-2 201 16</inkml:trace>
  <inkml:trace contextRef="#ctx0" brushRef="#br1" timeOffset="128890.76">8622 12390 548 0,'-9'16'166'0,"0"-4"299"0,0-1-292 0,1-5-35 0,0 1-47 0,2 0-15 15,-1 2 8-15,1 0-18 0,1 1 14 0,1-3-14 0,0 0-13 0,1-1-31 16,1 0 16-16,1-3-20 0,1-1 27 16,-1 1-2-16,1-1-9 0,0-1-19 0,0-1 16 0,0 0-15 0,0 0 28 0,0 0 0 15,0-1 0-15,1-3-7 0,-1-1 12 0,1-2-12 0,0-2 3 0,0-2-10 16,2 1-12-16,-1 0-14 0,0 0 9 0,0 1-8 0,2 2 12 15,-1 0-1-15,2 0-5 0,-1 1-6 0,1-4 5 0,0 1-4 16,1 0 11-16,1 1-2 0,2 2-2 0,0 2-13 0,1 0 14 16,1 3-10-16,0-2 20 15,1 0-5-15,2 2-12 0,2 1-8 0,-2 0 13 0,-4 1-10 16,0 3 16-16,1-2-5 0,0 3-11 0,8 0-5 0,1 2 4 16,-1 4-2-16,0 2 8 0,-2-2-2 0,-2 1-3 0,0-1-5 0,0 1 5 15,-3-2-3-15,1 1 6 0,-4 2-1 0,0 1-4 0,-1-2-15 0,-2-1 1 0,0-2-5 0,0-1-4 0,-2-2-3 16,1-1-3-16,-2 1-34 0,-1-5-1 0,0 0-9 0,2 0-25 15,-1-1-16 1,1-2-14-16,1-2-79 0,1-4-73 0,2-1 14 0,3-1 27 0</inkml:trace>
  <inkml:trace contextRef="#ctx0" brushRef="#br1" timeOffset="129159.49">9220 12321 1701 0,'-14'13'105'16,"-2"1"77"-1,-4 0-110-15,2 1-14 0,-5 0-23 0,0 3-28 0,6-4 20 0,1-3-25 0,2 1 21 0,4-6-5 0,1 0-12 16,3 3-5-16,2-5 14 0,2 3-11 0,1-5 15 0,1 2 0 0,1-1-9 31,3-1 4-31,0 1 27 0,2-2-15 0,1-1 37 0,3 0-9 16,0-3-17-16,3 0-14 0,4-1 8 0,1-1-8 0,5 0 10 16,-2-1-6-16,-1 3-7 0,-4-3-15 0,-2 3 4 0,-2-1-5 15,-2 2 3-15,4 2-2 0,-2 2-4 0,-1 2-3 0,-2-1 3 0,-2 1-1 16,-2 1 4-16,0 1-1 0,-2-1-3 0,0 0-9 0,0 0 10 15,-2 1-7-15,0-3 14 0,-1 1-3 0,0-2-8 0,0-2-33 16,1 2 1-16,-1-2-12 0,1-3-25 0,1-2-2 0,1-2-9 0,0 0-79 16,3-5-28-16,-1-1-17 0,4-2-177 0,1 4-67 15,3-1-60-15</inkml:trace>
  <inkml:trace contextRef="#ctx0" brushRef="#br1" timeOffset="129318">9644 12248 1526 0,'-10'19'-729'0,"2"-8"1325"16,0-5-188-16,0 2-264 0,-4 1-83 0,1 2 17 0,-1-1-33 16,0 5 17-16,2-1-15 0,0 0-24 0,0 0-19 15,1-1 8-15,0-1-11 0,1-1 9 0,1-2-4 0,1-2-6 0,3-4-15 16,0 1 13-16,0-3-15 0,2-1-14 0,1 3-12 0,0-3-25 0,3 0-47 16,-1 0-28-16,2-2-9 0,3-4-179 0,1 1-91 0,2 0-67 0</inkml:trace>
  <inkml:trace contextRef="#ctx0" brushRef="#br1" timeOffset="129539.81">9741 12319 1554 0,'-2'6'245'0,"1"0"-82"0,0-2-19 0,0 3-86 16,0 2 12-16,1 0-23 0,1 0-15 0,1 2-13 15,1 3 3-15,3-2-1 0,1 2 7 0,1-3 0 0,1-4-3 0,1 0-6 0,2 0 8 16,0-1-8-16,2 2 5 0,-2 0-5 0,3-3-7 0,0 0-6 15,-1-1 8-15,3-1-6 0,1 1 4 0,0-2-6 0,2-1-7 0,0-1-30 16,1-1 4-16,-1-1-10 0,-1-3-18 16,-1 3-2-16,-1-5-12 0,1 1-30 0,-3-2-16 0,2-1-2 0,-1 0-72 15,-2-1-14-15,0 2-19 0,-1 1-84 0,-1-2-51 0,-2-2-12 0</inkml:trace>
  <inkml:trace contextRef="#ctx0" brushRef="#br1" timeOffset="129714.75">10256 12325 1066 0,'-1'9'263'0,"1"0"67"16,-1-1-172-16,-2 2-22 0,1 3-23 0,-1-1-26 0,-1 5-19 0,1 0 17 0,0-2-26 16,-2 3-4-16,-2 0-21 0,-1 1-27 0,0 3-6 15,0-3 12-15,0-1-7 0,2-1 12 0,2-3-7 0,-4 0-11 0,-2-1-14 0,-7-1 9 16,1 0-11-16,2-2-7 0,1-1-7 0,3-1-14 0,0 1-34 16,0-1-5-16,1-1-6 0,2 0-36 0,3-2-17 0,0-1-16 0,3-3-168 15,0-1-72-15,2 0-34 0</inkml:trace>
  <inkml:trace contextRef="#ctx0" brushRef="#br1" timeOffset="130869.96">10788 12082 1962 0,'-7'1'-153'0,"3"0"298"16,-1 1-27-16,2-2-46 0,0 2-22 0,-1-1 5 0,2 1-20 16,1-1-16-16,0 0-6 0,0 1-7 0,-1-2-16 0,2 1 10 15,-1 1-8-15,1 1 19 0,0-2-3 0,0 1-7 0,0 0-16 16,1 2 6-16,1-2-10 0,-1 1-23 0,0 1-26 0,1-2-27 0,1 4-120 15,2-3-54-15,1 4-3 0,3-3 60 0</inkml:trace>
  <inkml:trace contextRef="#ctx0" brushRef="#br1" timeOffset="131023.19">10859 12462 1924 0,'-9'12'155'0,"0"-4"-65"0,2-2 16 0,1-1-79 0,3-1 6 15,1-4-10-15,1 0-12 0,0 0-23 0,1 0 0 16,-1-2-8-16,1-2-11 0,0 1-9 0,2-5-9 0,0 2-38 0,1-2-20 16,2-1 0-16,0-1-115 0,1-1-22 0,1 4-40 0</inkml:trace>
  <inkml:trace contextRef="#ctx0" brushRef="#br1" timeOffset="131513.32">11595 12091 791 0,'-9'1'310'0,"-3"-1"-49"0,2 1-33 16,1-1-106-16,-1 2 7 0,1-1-23 0,1 1-23 0,-2 1-32 0,2 0 10 0,-1-1-21 16,-1 3 9-16,0-1-14 0,1 2-13 0,-1 1-5 0,2 3 0 15,-1 2 0-15,2 2 6 0,1 1 0 0,-1 2 2 0,1 2-2 16,2 1 2-16,1 3-2 0,1-2-1 0,2 2-6 0,1-1-7 0,2-1-12 15,0 1 6-15,3-3-4 0,-1-2 13 0,3-4-4 16,1-2-6-16,4-4-7 0,2-2 10 0,3-2-5 0,1-2 17 0,1 1-2 16,2 0-7-16,1-2-8 0,4-2 4 0,1 0-4 0,0-2 6 15,-5-2-4-15,-4 2-2 0,1-1-6 0,1-4 6 0,3 0-3 0,0-5 10 16,-4-1 0-16,-6 0-4 0,0 0-14 16,-5-1 17-16,-2 0-13 0,-4-1 24 0,-2 0-1 0,-1 0-9 0,-3-3 5 0,-2 1 7 15,-3 1-3-15,-2-1 4 0,-1 1-7 0,-1 3-11 0,-5-1-8 16,-2 1 6-16,-3 3-6 0,-1 1 8 0,1 2-2 0,7 0-5 0,-3 3-28 15,-1-1 5-15,1 2-9 0,-5 0-9 0,3 2-11 0,4 2-15 16,2 0-42-16,3 0-28 0,2 1 1 0,3 0-138 0,3 0-69 16,3 3-54-16</inkml:trace>
  <inkml:trace contextRef="#ctx0" brushRef="#br1" timeOffset="131860.82">12074 12365 1396 0,'-5'18'363'0,"1"-6"-278"0,0-1 105 0,0 1-146 0,-2-3 5 0,1-1-34 0,-1 1-1 0,1 0-10 0,-1 3-15 0,-1 3 13 16,0-1 6-16,0-1 2 0,-1 0 0 0,0-2-1 0,0-1-4 0,1 1-14 16,1 0 8-16,-1-1-8 0,1-1 17 0,1 0-6 0,-1-1-4 31,1 0-79-31,1-1 39 0,-1 0-42 0,2-3 37 0,1-1-41 15,1 1-37-15,1-2-127 0,1-2-39 0,2-3-14 0,5 0 65 16</inkml:trace>
  <inkml:trace contextRef="#ctx0" brushRef="#br1" timeOffset="132097.68">12474 12078 1139 0,'-3'8'223'0,"2"-5"539"0,0 3-615 15,1 0-24-15,-2 2-43 0,1 3-8 0,0 1 10 0,-1 2-21 16,2 2 4-16,-1 1-15 0,0 0-13 0,0 1-35 0,0 0 16 16,1-2-20-16,-1 1 13 0,0 1-2 0,0-2-10 0,-1 1-21 15,1-2 0-15,-1 2-8 0,1-3-37 0,0 0-12 0,0-1-17 0,1 1-89 16,1-2-44-16,1-3-14 0,4 0-353 0,2-4 363 15,-1 0-67-15</inkml:trace>
  <inkml:trace contextRef="#ctx0" brushRef="#br1" timeOffset="133360.72">7006 13713 371 0,'-3'2'77'0,"0"0"89"0,1-2-98 16,0 1 12-16,-1-1-27 0,0 0 72 0,0 1-7 0,1-1-20 0,-1 0-20 15,1 1 23-15,0-1-37 0,0 2 40 0,-1 0-10 0,1 1-12 0,1-1-22 16,-1 0 23-16,1 3-24 0,-2-1 15 0,1 2-10 0,-1 0-16 16,-1 2-24-16,0 4 17 15,-1-1-19-15,0 2 8 0,-2 2-8 0,0 3-12 0,1 1-7 0,-2 5 3 0,0-3-5 0,0 2 2 16,0 0-3-16,0 4-1 0,-1 3-6 16,-2 0 7-16,-1 1-4 0,-4-1 8 15,-1-1-4-15,0 2-9 0,-2 1-24 0,1 1 17 0,1 2-15 0,1 2-19 0,4 1-8 0,1-2-39 0,-2-4 29 0,0-3-13 16,-2-4 2-16,-1-5-147 0,4-3-21 0,0-4-43 0</inkml:trace>
  <inkml:trace contextRef="#ctx0" brushRef="#br1" timeOffset="133659.7">6446 13851 1233 0,'-10'24'-513'0,"7"-13"944"0,2-6-119 0,0-1-178 0,1 2-59 15,2-1 23-15,3 5-40 0,2 4 42 0,2 2-4 0,2 0-16 16,2 2-13-16,3-2 10 0,3 0-25 0,2 0-5 0,3-1-12 16,3 2-14-16,4 1-17 0,5 0 3 0,1 2-4 0,-5 2 11 15,0-3-4-15,2 2-6 0,1-2-14 0,4 2 13 0,0 1-11 16,-4 0 19-16,0-2-9 0,-1 2-8 0,1-3-22 0,-2-1 0 0,0 0-2 15,-3-4-3-15,-1-5-7 0,-3-1-11 0,-6-2-28 0,-2 2-17 16,-4-1-3-16,-1-1-129 0,3-2-23 0,0-4-46 0</inkml:trace>
  <inkml:trace contextRef="#ctx0" brushRef="#br1" timeOffset="134580.04">8073 14048 565 0,'-11'-1'184'0,"2"0"66"0,-2-2-171 0,0 1-29 0,1-1 2 0,0-1-18 0,-2 2 7 15,2-1 26-15,-1-1-28 0,1 2 30 0,1-1-13 0,0-1-11 0,0 2-6 16,0-1 7 0,3 1-4-16,-1-1 2 0,0 2-4 0,2-1-14 0,-1 2-11 0,1 0 22 0,0 0-17 0,0 0 24 0,1 2-14 15,-1 0-16-15,1 1-6 0,-1-1 10 0,1 3-5 0,-2 1 7 16,2-3-4-16,-1 3-10 0,1 0-10 0,-1 0 16 0,2 1-12 0,-2 0 23 16,3 1-3-16,0 0-9 0,1 1-3 0,0 1 14 0,0 0-9 15,1 1 23-15,0 1-8 0,0 1-9 0,1 0-10 0,1 1 4 16,1-1-4-16,1 1 7 15,-1-3-1-15,3 5-5 0,-1-2-18 0,2 2 9 0,0 0-9 0,0-2 21 0,-2 0-4 16,2-2-2-16,0 0-15 0,0-1 12 0,2-2-10 0,2 0 20 0,-1-4-3 0,2 1-6 16,3-3-15-16,0-1 10 0,3-1-9 15,0-1 14-15,1-2-5 0,2-1-8 0,-2-2-14 0,2-1 6 0,0-1-5 0,1 0 16 16,0-1-6 0,-1-1-7-16,1 0 2 0,-9-1-4 0,0 0 4 0,-3-1-11 0,-2 0 0 0,5-1-2 0,-1 1-4 0,0 1 6 0,0 1-2 15,-1-2 20-15,-1 2 4 0,-2 2 0 0,0-1-19 16,-2 0 27-16,-2 1-21 15,1-1 29-15,-1 0 0 0,0 1-12 0,-1-1-14 0,1 0 20 0,0 1-15 16,-1 0 27-16,-1 0-4 0,0 0-10 0,-1 2-3 0,-1-1 0 0,0 0-1 16,0 3 5-16,-1-3 2 0,-1 1 1 0,-1 3-13 15,0-3 17-15,-2 3-13 0,1 0 23 0,-1 2-5 0,0 0-11 0,-1 1-10 16,-2 3 3-16,-2 2-4 0,-2 1 9 0,-2 0-2 16,2 4-1-16,-3 2-15 0,4-1 15 0,-1 2-11 0,2 0 15 0,1-1-4 0,-2-2-5 0,9 0 1 0,1-2 1 0,1 0 3 15,0-1 12-15,-1-1-4 0,0-2-3 0,1 2 1 0,1-2 12 0,2-1-3 16,1-2 28-1,-1 1-2-15,0-2-5 0,-3-1-9 0,2 0 7 0,-1-1-7 0,2-2 4 0,4 0-5 16,2 0-8-16,1-2-10 0,1 1 7 0,0-1-7 0,2 2 2 0,-2 1-1 16,0-1-6-16,-1 1-7 0,-2 0 9 0,-2 1-7 0,-1 0 11 15,-1 0 0-15,-1-1-6 16,0 1-9-16,0 0 6 0,-1-1-5 0,0 2 9 0,0 0-2 16,0 0-2-16,-1-1-31 0,0 1 13 0,0 0-15 0,0 0 5 0,-1 0-12 15,1-1-15-15,-1 1-54 0,1-1-13 0,0-1-14 0,2-2-124 16,0-1-63-16,4 0-50 0</inkml:trace>
  <inkml:trace contextRef="#ctx0" brushRef="#br1" timeOffset="134811.01">8637 13800 1565 0,'-9'10'187'0,"2"-4"-48"0,1 1-21 0,2 1-58 0,0 1-15 16,2 2-2-16,2 2-4 0,-1 4-23 0,2-2 14 0,1 5-15 0,-1 2 18 16,2 0-9-16,-2 3-8 0,0 1-14 0,0-4 8 0,0 1-7 15,-1-3 12-15,0 0-5 0,1-2-8 0,0 2-14 0,2-1-31 16,-1-2 7-16,1-2-74 0,1-5 6 0,-1 1 12 0,0-4-193 16,1 0-41-16,1-2-52 0</inkml:trace>
  <inkml:trace contextRef="#ctx0" brushRef="#br1" timeOffset="135199.76">8671 14133 1425 0,'-8'23'-852'0,"4"-12"1486"16,2-4-222-16,1-2-319 0,1 0-68 15,1-3-7-15,2 0-3 0,4 0 3 0,1 1 3 0,2-3-1 0,1 0-13 16,1-3 18-16,-4-1-20 0,-1-1 11 0,1 0-1 0,2-2-8 15,7-2-20-15,1 0 18 0,1-2-15 0,-1 2 31 0,-1 0-5 0,-2 1-7 16,1-3-3-16,-1 2 14 0,-2 0-7 0,0 0 18 0,-2 0-3 16,-1 2-11-16,0-1-17 0,0 0 12 0,0 1-12 0,0-1 13 15,-2 2-3-15,-1-2-9 0,-2 0-10 0,0 2 15 0,-2-1-12 0,1 2 15 16,-3 1-4-16,0 2-7 0,0-3-8 0,-1 2 10 0,0-1-5 16,-1 2 21-16,0 1-4 0,-3-1-4 0,1 2-22 0,-3 2 16 0,1 3-13 15,-2 0 25-15,-1 2-1 0,0 0-11 0,-1 3 2 0,2 0 7 16,-1 1-3-16,1-1 16 0,1 0-4 0,1 0-3 0,0 2-22 15,0-2 14-15,0 0-13 0,2 2 24 0,1-1-1 0,-1 1-7 0,1-1-14 16,2 1 8-16,0-1-7 0,1 0 8 16,1-2-1-16,2-2-7 0,0 0-13 0,2 0 3 0,0-3-8 0,0 0-24 0,1-3-7 15,2-1-13-15,1 0-25 0,2 0 4 0,1-2-9 0,0-2-35 0,1 0-19 16,-1-2-26-16,2-2-70 16,2-2-64-16,1 0-3 0</inkml:trace>
  <inkml:trace contextRef="#ctx0" brushRef="#br1" timeOffset="135534.13">9350 14093 805 0,'-43'24'-233'0,"20"-10"420"0,2-5-64 0,3 3-85 16,2-2 9-16,4-2 13 0,4-2-3 0,1-1 56 0,4-2-16 15,1-1-15-15,2-2-43 0,1 0 27 0,1 0-36 0,0 0 42 16,2 0 0-16,0-1-7 0,2-3-8 0,0 1 10 0,0 0-11 0,2-2 9 15,0 2-7-15,0-2-7 0,1 3-15 0,-1-2 3 0,1 1-7 16,0 2 1-16,-1 1-12 16,1 1-8-16,-3 3-15 0,0 0 2 0,-3 2-1 0,0 1 10 0,0-1-3 0,0 3-1 0,2 1-5 0,0 2 0 15,2 1 0-15,0 2 0 0,1 2 5 0,1-1-3 0,0 2-11 16,0 3 14-16,1-2-13 0,-1 0 14 0,-1-1 1 0,-1-3-7 0,1-1-13 16,-2 3 3-16,0 0-8 0,-1 1-7 0,-1 0-65 0,0-2-24 31,-2 1 57-31,1 0-23 0,-3-1 67 0,0-2 39 0,-4-1-6 15,0-1-13-15,-3 0-22 0,-1-1 16 0,-1-2-12 0,-1-2 29 16,0 0-7-16,0-1-10 0,0-1 2 0,1-1-3 0,0-3 2 16,0-2-6-16,1-3-7 0,0-1-6 0,3-3-59 0,2-4 12 15,3-3-25-15,1-2-30 0,4-4-22 0,1-5-29 0,3-3-160 0,5-3 198 16</inkml:trace>
  <inkml:trace contextRef="#ctx0" brushRef="#br1" timeOffset="135803.38">9812 14144 737 0,'-11'7'84'16,"-2"-1"41"-16,0 2-92 0,-1 1-5 0,0-2-4 0,3 2-15 15,0 2 30-15,2-4 6 0,2 1 2 0,2 0 16 0,3-5-11 16,2 3-12-16,0-4-31 0,4 1 31 0,0-1-26 16,4-2 48-16,1-1-6 0,1-2-10 0,2 1 4 0,3-2 1 0,2-1 1 15,0 1 1-15,-3-2-7 0,0 1-6 0,-2-1-14 0,-1 1 12 0,1 0-12 16,-4 0 17-16,-1 2 1 0,-2-2-1 0,-2 2-13 0,-1-1 21 15,-1 0-17-15,-1 1 26 0,-1-2-14 0,-1 3-16 0,-1-4-20 16,-2 3-1-16,0-2-3 0,-3-1-6 0,0 1-3 0,-2 0-4 0,-3-1-29 16,1 1-1-16,-3 0-11 0,0-1-45 0,-2 3-5 0,1-3-15 15,3 3-62-15,1-4-22 0,4 3-13 0,1-2-146 0,5 2 206 16,0 0-18-16</inkml:trace>
  <inkml:trace contextRef="#ctx0" brushRef="#br1" timeOffset="136089.44">10248 13982 980 0,'-19'9'286'0,"5"0"-196"0,2 0 105 16,1 1-113-16,5-1 9 0,1 2-34 0,-1 1 28 0,0 2-5 15,-4-1-13-15,-1 3-28 0,1-3 16 0,0 2-27 0,2 0 15 16,1-1-5-16,4-2-12 0,1 1-21 0,-1-1 17 0,3-2-18 16,1-1 8-16,1-1-13 0,1-2-12 15,1-2-51-15,3 0-21 0,1-4-1 0,2 0-88 0,1-3-53 0,2-2-40 0</inkml:trace>
  <inkml:trace contextRef="#ctx0" brushRef="#br1" timeOffset="136275.35">10339 13910 1678 0,'-12'5'129'0,"3"-1"18"0,0 0-77 0,2 0-41 16,-1-3-10-16,2-1-10 0,-2-1-36 0,3-3 1 0,-1 0-11 0,2-2-11 15,2-1-5-15,-1 1-8 0,3-1-58 0,0 0-38 0,4-4 1 16,0-1-164-16,4-5 185 0,4 2-9 0</inkml:trace>
  <inkml:trace contextRef="#ctx0" brushRef="#br1" timeOffset="136691.74">10546 14052 1743 0,'-13'15'-386'0,"8"-6"737"0,0-1-110 0,-1 0-136 0,3-1-62 0,0 1 7 0,2 1-19 0,-2 0 7 16,3 1-13-16,0-1-12 0,0 0-21 0,1-1 5 0,2 0-10 15,-2-3-15-15,1-1-11 0,0-3-17 0,1 3-28 0,-1-2 7 16,0-1-8-16,0 1-16 0,2-2-20 0,-2 0-27 0,0 0-74 16,2-2-25-16,-1-3-9 0,1 2 71 0</inkml:trace>
  <inkml:trace contextRef="#ctx0" brushRef="#br1" timeOffset="136835.07">10562 13878 1711 0,'-18'17'-179'0,"7"-16"336"0,3 1-39 0,0 0-65 16,1-1-33-16,1 2 16 0,3-1-28 0,-1 1 4 16,2-2-30-16,1-1-15 0,1-3-117 0,1 0-46 0,2-3 7 15,4 1-148-15,3-2 189 0,1 0 7 0</inkml:trace>
  <inkml:trace contextRef="#ctx0" brushRef="#br1" timeOffset="137136.59">10969 13927 1031 0,'-16'6'296'0,"3"0"-207"15,-1 0 106-15,-2-1-163 0,2 0 18 16,-2 0-50-16,-1 3 20 0,0 1-8 0,-1-2-12 0,-1 3-5 0,0-1-4 0,-1 3 5 15,0 1 5-15,2-2 1 0,2-1 1 0,2 2-9 0,7 0 24 0,2-2-14 16,3-1 57-16,2-2-6 0,-1 1-3 0,1-1-23 0,2-1 8 16,3-2-12-16,-4 0-1 0,2-2 0 0,2-1-5 0,1-1-14 0,9-1 18 15,1-3-15-15,4 0 19 0,-1-2-7 0,1 0-12 0,1-1-1 16,-2 1 4-16,-1-1-3 0,-2 2 1 0,0-1 3 0,-2 2-2 0,-1-2-8 16,-2 3 13-16,-1-1-11 0,-1 0 14 0,-2 4-2 0,0-1-7 15,-3 1-19-15,1-1 10 16,-2 1-11-16,-1 1 19 0,0-1-3 0,-1 1-5 0,0 1-18 0,-1-1-2 0,0 2-3 0,-1-1-17 15,1 1-5-15,0 1-5 0,0-1-46 16,0-1-27-16,2-1-3 0,0-1-126 0,3-3-39 16,1 1-32-16</inkml:trace>
  <inkml:trace contextRef="#ctx0" brushRef="#br1" timeOffset="138480.98">10977 13895 704 0,'-5'0'300'0,"1"3"-156"0,1-3 170 0,0 0-205 0,1 0 15 0,1 0-63 0,0 0 13 15,-1 0-6-15,1 0-17 0,1 0-12 0,-1-1 11 0,0 0-20 0,0 0 10 16,0-1-5-16,1 2-2 0,-1 2-19 0,0-2 17 0,0 0-14 16,-2 0 21-1,2-2-7-15,-2 1-12 0,-1 0 0 0,1 1 0 0,-3 0 0 0,0 2-9 0,-2 1 0 0,-1-1-2 0,-1 2-8 0,-1 1 10 16,-2 3-10-16,0 4 11 0,0 0-2 0,1 0-6 0,0 2-18 15,0-2 15-15,3-2-12 16,0 1 26-16,2 0-2 0,1-1-7 0,0 0-16 0,3 0 13 16,1 0-10-16,-1-1 19 0,3 0-3 0,-1 0-8 0,1 2-4 0,0-2 2 0,0 1-2 0,1 1 7 0,1 0 0 15,1-1-2-15,0 0-5 0,2-1 5 0,2 0-4 0,0-3 9 16,1 0-5-16,0-1-2 16,1-3-29-16,2-1 14 0,3-1-14 0,0-1 13 0,2-4-9 15,1 0-15-15,1-3-28 0,2-1-3 0,3-2-6 0,0-1-39 16,0 1-12-16,0 1-16 0,2-2-66 0,1-1-29 0,2 2-9 0,4 0 57 0</inkml:trace>
  <inkml:trace contextRef="#ctx0" brushRef="#br1" timeOffset="138769.01">11497 13893 817 0,'-6'2'280'0,"-2"-4"-51"0,0-2-1 0,-2 1-132 0,-2 0 19 0,1 2-21 15,-2 1-19-15,-1 0-38 0,-1 4 10 0,-1-2-23 0,1 2 2 16,0 1-6-1,-1-2-13-15,2-1-18 0,-2 2 13 0,0 3-11 0,2 3 19 0,-1 1 1 16,2 2-6-16,1 0 2 0,4 0 8 0,3-2-5 0,0-1 9 16,4-1 1-16,1 0 0 0,1 2-8 0,5-5 6 0,1-1-7 15,4-1 0-15,1-1-3 0,4-3-4 0,1 0-10 0,1-2 6 16,0-2-6-16,0 1 10 0,1-3 2 0,-2 3-3 0,2-4-8 16,-2 1 10-16,-2-1-9 0,0 2 10 0,-2 1 0 0,0-1-3 0,-1 1-8 15,-2-1 13-15,-2 2-10 0,0 1 21 0,-2-2-6 0,-1 2-9 0,1-1-8 16,-1 1 9-16,0-1-5 0,-2 2 11 0,1 0-4 0,-2 1-8 15,0 0-15-15,-1 0 6 0,-1 0-9 0,0 0-9 0,0 0-4 16,-1 2-10-16,0 1-40 0,-1-1 10 0,1 1-15 0,-2-1 4 16,2 0-9-16,1-2-14 0,0-3-105 0,3-2-26 0,2-3-34 15,2 2 33-15</inkml:trace>
  <inkml:trace contextRef="#ctx0" brushRef="#br1" timeOffset="138973.82">11821 13504 1525 0,'-10'-11'323'0,"7"9"-264"0,2 1 58 16,-1 1-51-16,2 3 34 0,-1 0-36 0,1 6 38 0,-1 4-6 15,0 0-21-15,0 4 6 0,0 1 3 0,1-3-17 0,-1 3-20 0,0 0-6 16,1 2-10-16,0 2-32 0,0 1 15 0,0 1-17 0,0 1 19 0,0-1-3 0,1 0-9 0,1-1-15 16,0-1-9-16,3-4-1 0,0-3-44 0,2-2-13 15,2-1-12-15,-1-3-53 0,2-5-44 16,0-3 2-16,2-2-212 0,4-1-112 0,1 2-73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7:30:38.72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7717 11168 216 0,'-6'-5'90'0,"4"2"-58"0,0 2 36 0,-1-2-21 15,2 2-3-15,-2 1-8 0,1 0-2 0,-1 0-8 0,2 0-13 0,1 0-26 0,0 0 13 16,1 1-9-16,2-1 44 0,-1 1-3 0,1 1-7 0,2-1-18 15,0-1 31-15,1 0-25 0,-4 0 38 0,2 0-14 0,0-1-15 0,3 1 9 32,5-2-8-32,2 1 12 0,3 1-7 0,-1-1-3 0,1 1-8 0,1 0-14 15,0 0 14-15,-2 0-15 0,0 1 7 0,-2 0-3 0,2 1-6 0,0 0-2 16,-1 0-4-16,2 0 6 0,-1 1 12 0,0-1-3 0,-1 0-1 0,2 0-9 0,0 1 7 0,0-1-6 0,0-1 16 16,1-1 1-16,0 0 1 0,3 0-11 0,2 0 16 0,-1 0-12 15,2 0 22-15,-8 0-3 16,2 0-13-16,1-1-22 0,5 1 24 0,4-1-22 0,1 1 26 0,-2-1-6 15,-2-2-12-15,2 1-8 0,1 2 8 16,-1-3-5-16,1 0 16 0,-3 1 2 0,-1 1-9 0,2-2-17 16,-2 2 30-16,2-2-25 0,-2 2 37 0,-1 0-8 0,-1 1-13 0,-5 0 2 15,-3-2-6-15,1 2 8 0,2 0 10 0,7 0-10 0,-1 0-1 16,2 0-4-16,0 0-1 0,-3 0 3 0,2 0-1 0,-3 0-1 16,3 2 0-16,0-2-6 0,2 0 3 0,1 1-2 0,0 0 7 15,-1 0 2-15,-1 2-3 0,3-2-18 0,1 1 18 0,-2-2-18 16,-4 1 21-16,-2 0-9 0,0 0-8 0,5-1-5 0,4 0 7 0,-1-2 0 15,1-1 17-15,-5-1-4 0,1 1-11 0,0-3-9 0,0 3 19 16,-1-1-16-16,-2-1 19 0,0 2-1 0,-3-1-9 0,0 2-5 16,-1 0 5-16,-1 1-5 0,0 0 8 0,-1 1 0 0,1-1-6 0,-1 1-9 15,-3 0 14-15,-6 0-11 0,-2 0 17 0,1 1-8 0,-1 0-10 16,8 0-5-16,-1 1 9 0,3-1-1 0,1 2 18 0,0-2-5 16,-1 0-7-16,2-1-21 0,0 1 21 0,1-1-16 0,1 0 24 0,0 0-3 15,1-1-10-15,2 0 4 0,1-2-4 0,0 2 3 0,-1 0-2 16,-1-1 1-16,0 2 0 0,1-1-12 0,1 0 13 0,1 0-10 15,-1-1 17-15,-6 1-2 0,-3 0-7 0,2-1-3 0,2 2-3 16,6-1 0-16,-1 0 8 0,-2 1 0 0,-1-1 4 0,1-1-7 0,-1 1 3 16,-1-2-4-16,2 3 0 0,-1-2 4 0,0-1 4 0,3 2-21 15,-2 0 17-15,3 0-17 0,1-1 29 0,-1 2-6 16,2-1-9-16,1 1-6 0,0-1 6 0,-5 1-3 0,0-2 10 0,-1 2 5 0,3 0-3 16,5 0-12-16,2 0 3 0,-2 0-7 0,-2 2 9 0,-2-2 0 15,-1 1-1-15,0 2-16 0,-1-2 21 0,0 1-17 0,-2 2 23 16,-1-1 0-16,3 1-9 0,-2-1-17 0,3 0 15 0,0 1-12 0,0-2 24 15,-8-2-1-15,1 2-12 0,3 0-6 0,2 0 11 0,5-1-10 16,2 0 8-16,-2-1 5 0,-3 1-2 0,3-1-16 16,-1 0 13-16,0 0-12 0,1 0 12 0,-1 0 2 0,0 0-5 15,3 0-15-15,-4 0 24 0,5 2-19 0,-1-1 26 0,-3 0-3 0,-4 1-10 16,0-1-15-16,0 0 14 0,2 0-12 0,5 1 18 0,-2-2 2 16,-2 1-9-16,0 0-8 0,-1-1 14 0,1 1-13 0,-2-1 17 0,-2 2-6 0,-1-2-6 15,2 0-4-15,0 1 3 0,2-1 1 0,-1 1 9 16,-1 1-1-16,1-2-7 0,-2 0-17 0,2 0 27 0,-7 1-21 0,0-1 26 15,1 1-1-15,2 0-11 0,7 1-12 0,2-2 8 0,-2 1-10 16,-1-1 17-16,-3 1 0 0,1-1-4 0,2 0-3 0,1 0 7 0,1 0-6 16,0 0 8-16,-2-1 1 0,1 1-3 0,1 0-5 0,1 1 6 15,0 1-5-15,-2-2 10 0,-8 1-1 0,0 1-6 0,0 1-17 16,3 1 24-16,2 0-20 0,1-1 27 0,-5 4-6 0,-1-3-13 0,-1 3-11 16,1 0 18-16,2-1-13 0,0 2 23 0,1 0-2 0,3-1-15 15,0 2-10-15,-1 0 13 16,2 0-10-16,1-1 18 0,0-1 1 0,1 0-8 0,0 1-16 0,-3-3 15 0,0-1-14 0,1 1 23 0,2-2-1 15,5 3-6-15,0-3-21 0,-4 1 21 0,-1 0-18 0,-1-3 30 16,-1 3-6-16,-1-1-12 0,0-1-9 16,1 0 16-16,0 0-8 0,0 1 23 0,0-1-4 0,1 1-10 0,1 1-12 0,-2 0 11 15,-4-3-8-15,-2 3 19 16,2 0-6-16,0-2-11 0,7 1 0 0,-2 1-4 0,-1-2 4 0,-1 2 2 0,-2-2 1 16,1 1 0-16,1 0 1 0,2-1 2 0,0-1-1 0,1 2 4 15,1 0-3-15,0-2-1 0,6 0-4 0,0-1 7 0,-7 0-5 16,2 0 4-16,0 0-3 0,2-1-4 0,7-2-14 0,-3 1 17 0,-1 0-12 0,-1 1 22 0,-3 0-1 15,0 0-10-15,1-1 2 0,0 0-3 0,1 0 2 0,1 2 1 16,-3-2-3-16,-1 1 1 0,0-1-14 0,0 0 13 16,3-1-8-16,-1 1 21 0,3-2-3 0,-3 0-9 0,2 0-1 0,-1 0 3 15,0-1-3-15,0 1-1 0,1 1 0 0,-3-1-3 0,4 2-2 0,-1 0 14 16,-1-1-9-16,-4 1 18 0,2 0 1 0,0 1-7 0,4-1-22 16,5 0 22-16,-2 0-19 0,-1 0 31 0,-3 2-7 0,1 0-9 0,5-1-8 15,-3 1 6-15,1 0-4 0,-1 0 15 0,-5 0-5 0,-4 1-7 16,1-1-18-16,-3 0 23 0,3 0-17 0,3 0 23 0,-3 0-4 15,-2 0-13-15,-2 2-1 16,-1-1 4-16,-3 0-2 0,-1 1 9 0,-1-1-5 0,-4 1-4 16,-1-2-2-16,-2 3 2 0,-2 0 0 0,-1-1 3 0,-1 1-2 15,-2-1-1-15,1 1-9 0,-2 1 1 0,-1-3-3 0,1 3-8 0,-2 0-3 16,0-3-8-16,1 3-18 0,-1 0 8 0,-2-1-8 0,1 3 5 16,-1-4-8-16,1 3-10 0,-2 0-42 0,0 3 3 0,0 1-11 0,-4 1-22 15,1 0-11-15,-3 1-18 0,-2-2-182 0,-5 3 214 16</inkml:trace>
  <inkml:trace contextRef="#ctx0" brushRef="#br0" timeOffset="4478.6">23761 11335 385 0,'-5'-7'88'0,"0"-2"102"0,1 0-124 16,0 0-11-16,2 4-20 0,1 0 5 0,0 2 1 0,0-1-12 0,1 2 0 15,0 2 16-15,1-3-17 0,0 0-8 0,1 1-6 0,1 1-9 0,0-1-11 16,1 0 4-16,1-1-3 0,0 1 20 0,0 0-4 0,1-1-5 16,-1-1-8-16,3 1 9 0,0-1-6 0,1 0 12 0,1 3-3 15,1-1-5-15,3-1 19 0,0 2-1 0,2 1 7 0,1-1-4 0,2 1-4 16,1 0-7-16,4 2-17 0,2-1 15 0,1 3-14 0,2-1 17 16,0-1-7-16,-7 2-5 0,4-1-5 0,0 1 2 0,3-2 1 15,8 1 9-15,-1-2 0 0,-2 2-8 0,1-2-3 0,-2-1 13 16,0 1-11-16,1 0 12 0,-3-1-7 0,1 0-3 0,1 0-2 0,1 0 6 15,-2 0 3-15,-5 0 22 0,-3 0-6 0,3-1-10 0,3 0-18 16,7 0 14-16,0-1-13 0,-2 2 25 16,0-1-9-16,1 1-8 0,3 0-6 0,2 1 0 0,0 1 1 0,2-1 2 0,-2 0-1 0,-3 0-3 15,6-1-1-15,1 0 4 0,4 0-4 0,6-1 4 16,-6 0 0-16,0 0 0 0,4-2-20 0,0 0 19 0,-2 2-15 0,-4-1 28 0,-1-2-3 16,-1 2-12-16,3-1-7 0,3 0 11 0,-4 0-9 0,-2 3 13 15,-3 2-1-15,-1 0-6 0,1 2-2 0,1 0 0 0,-8 1 1 16,2-1 10-16,-1 2 3 0,2-2 2 0,9 1-20 0,0 0 22 15,1 1-19-15,0 0 26 0,0-1-7 0,4 1-10 0,2 0 7 0,1-3-3 16,2 3 6-16,0-3 7 0,2-1-9 0,2 2 1 0,4-2-16 16,4-1 2-16,-1 2-1 0,0-2 7 0,-3 1 1 15,-1-2 0-15,6 0-14 0,3 0 1 0,1 1-4 16,-1-1 18-16,-5 0-6 0,0 0 2 0,1-1-8 0,1-1 0 16,1 1 1-16,-1 0 2 0,-2 1-2 0,-5-2-4 0,5 2-8 0,-1-2 16 0,1-1-10 0,4 1 14 15,-6 0 3-15,1 2-11 0,6-1-7 0,0-1 16 0,-1 0-16 16,2 0 15-16,-4 0 0 0,3 2-7 0,2-1-9 0,0 1 6 0,5 0-5 15,-2 0 17-15,-1 0-3 0,2 0-4 0,0 1-10 0,0 1 8 16,2-1-6-16,0-1 10 0,-4 1 6 0,3-1-2 16,1 2-24-16,-1-1 22 0,0 0-21 15,0-1 22-15,-7 1-1 0,0-1-11 0,5 0-5 0,-3 3 11 0,-4-2-8 0,0-1 12 0,-4 2 1 16,-1-2-1-16,4 1-12 0,-4 0 0 0,0 0 5 16,-2-1 9-16,-3 2 1 0,2-2-9 0,-2 0-15 15,1 0 17-15,1 0-12 0,-2 0 33 0,-2 0 2 0,1 1-5 16,5 0-19-16,0 1 8 0,-2-1-10 0,1 0 5 0,-6 2 3 15,-2-2-5-15,4 3-1 0,-2 0 5 0,3-2-5 0,1 2 3 0,-6-1-1 0,-2 0-2 0,-3 1-6 0,-3-1 4 16,-2 1-5-16,-3-1 11 0,0 1 1 0,-4 0-4 0,0 0-24 16,-5 0 25-16,-1-2-22 0,-6-2 35 15,-4 2-12-15,-3-1-12 0,-4-1-20 0,-1 1 6 16,-3-1-6-16,0 0-5 0,-3 0-12 0,-2 0-20 0,1 2-45 0,-2 0-22 0,-1-1 0 0,0 1-115 0,1 1-63 0,-3 4-52 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7:31:09.40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2542 10708 217 0,'-3'-9'171'0,"-5"-1"-101"0,-1 1 94 0,-2-1-114 0,2 3-21 0,1 2-13 15,0-1 27-15,0 3-1 0,0-2-6 0,1 2-22 0,-2 1 30 16,0 1-28-16,-1-2 23 0,-2 2-12 0,0 0-19 0,-3 1-8 16,-3 0 6-16,-2 0-3 0,-1 0 9 0,-3 1-1 0,1 1-6 0,-2 1-12 0,-3 1 20 15,-2 0-18-15,-4-1 19 0,1 4-4 0,-1-2-10 0,-4 1-6 0,3 3 6 16,-3 0-2-16,1 2 16 0,0-2 0 0,-1 3-8 0,-3 2-13 16,-1 3 13-16,2 0-13 0,0 1 14 0,2-3-4 0,1 2-2 0,3 1-8 15,3-2 7-15,4 1-1 0,5-3 31 0,2-1 2 16,5-1-3-16,4-3-11 0,2 0 18 0,3-2-17 0,3-2 3 15,1-1-7-15,1 0-13 0,1 1 1 0,3 0-3 0,-1 0 3 0,1-1 0 16,2 2-1-16,0 2 0 0,2 3-6 0,0 1 10 16,1 2-8-16,-2-1 10 0,0 1-3 15,0-1-7-15,0 3-8 0,0 0 7 0,0 0-4 0,-1 4 18 16,0 0-1-16,-3 2-3 0,0 3-25 0,-1 9 23 0,-1 0-21 0,-1 6 33 0,-1 0-3 0,-3 4-11 0,0 4-9 16,-2 2 4-16,-2 0-4 0,1 1 10 0,-1-2 5 0,0 2-4 0,0 3-21 15,0 3 25-15,0 5-23 0,1-4 28 0,1 1-7 0,0-1-13 16,1 0 9-16,1 0-3 0,0 1 8 0,1 4 1 0,1-1-1 15,2-1 2-15,1 2-12 0,0-2 16 0,0-6-13 16,0 2 21-16,1-5 0 0,0-3-7 0,3 4-12 16,0-1 10-16,1-5-9 0,-1 0 23 0,1-4-5 0,-1-6-6 0,2 3-23 15,-2-8 20-15,1 0-17 0,1-2 28 0,-3 1-6 0,3-2-12 0,-2 1-9 0,2-2 8 0,-2-1-5 16,2 1 19-16,-2-1-3 16,1-1-8-16,1-1-17 0,1-2 18 0,1-2-16 0,1-1 18 0,0-2-6 0,0-1-13 0,2-2 1 15,2-1 7 1,1-4-1-16,4 1 3 0,1-2 4 0,4-3-6 0,1-1-16 15,3 0 16-15,3-3-14 0,1-1 14 0,4-1-2 0,1 0-11 16,2-1 0-16,0-3-5 0,-1 0 4 0,0-1-23 0,3 0-6 16,0 1-10-16,5 0-48 0,3 1 6 0,0 1-16 0,3-1-35 0,1 1-37 15,0 0-34-15</inkml:trace>
  <inkml:trace contextRef="#ctx0" brushRef="#br0" timeOffset="7632.89">3289 12488 300 0,'-8'-9'25'0,"0"1"1"16,3 3 4-16,1 1-1 0,0 1 31 0,2 3-6 0,1-1-3 16,-1 1-24-16,1 0 23 0,1 0-22 0,0 0 6 0,0 0-14 15,0 0-20-15,0 0-2 0,3 1-1 0,-1 1 3 16,2 0 6-16,2 0 0 0,2 0-2 0,1-1-14 16,2-1 18-16,0 0-13 0,3-1 31 0,0-4-8 0,1 1-9 0,2-4 4 15,-2 2-4-15,2-2 5 0,2 2-9 0,-1 0 3 16,3 0-5-16,2 3-20 0,2-2 23 0,1 1-22 0,1-3 27 0,-2 3-7 15,1-2-10-15,0 2-7 0,0 0 12 0,0 2-5 0,0 0 23 16,-7 0-11-16,0 2-13 0,0 0-37 0,2 0 10 0,6 0-20 0,2 1-55 16,-2 0-21-16,0-1-32 0</inkml:trace>
  <inkml:trace contextRef="#ctx0" brushRef="#br0" timeOffset="8317.11">6270 12657 278 0,'-11'-6'43'0,"2"1"110"15,4-1-105-15,1 1-5 0,3 2 5 0,1-1-20 0,1 2-5 16,2 1 0-16,-1-2 0 0,0 2-1 0,-1-1-2 0,1 1-26 0,1 1 28 16,0 0-25-16,-1 0 29 0,3 0-3 0,-1 1-6 0,2 1-11 15,2 0 6-15,2 0-5 0,3-1 6 0,2 0-2 0,2 0-11 16,1 1-21-16,0-1 29 0,2 0-24 0,2 1 32 0,3-2-3 16,2 0-13-16,6 0-3 0,-1 0-4 0,4 0 1 0,0 1-10 15,2-1-2-15,0 0-3 0,-4 1-18 0,2 0 2 0,-1-1-4 0,1 2-3 16,0 0-10-16,-3 0-6 0,-1 0 0 0,-2 1-18 0,2-1 13 15,-1-1 11-15</inkml:trace>
  <inkml:trace contextRef="#ctx0" brushRef="#br0" timeOffset="8846.49">8844 12619 265 0,'-10'-2'44'0,"3"1"127"0,4-2-154 0,4 2-6 0,4 0-3 0,6-2-12 0,3 0 23 0,4 0-12 0,4-3 55 16,0 1-5-16,3 1-17 0,5-2-37 0,3 1 33 0,1-1-34 0,1 2 30 0,4 0-10 16,0 1-15-16,-3-1-14 0,1 1 7 0,0-1-2 0,0-3 17 0,2 4-2 15,1-3-10-15,-2 0-6 0,0 2 11 0,0 0-11 0,0 0 10 16,1 3-7-16,1-1-4 0,4 0-15 0,-4 1-7 0,4 0 1 15,-1 0-47-15,-4 1-28 0,5 0-27 16</inkml:trace>
  <inkml:trace contextRef="#ctx0" brushRef="#br0" timeOffset="9315.23">12359 12540 853 0,'1'-20'172'0,"1"8"-167"0,5 2-3 0,1 5-6 0,3-3 33 0,2 4 4 0,0 2-7 0,4-3-19 0,1 2 30 0,2 0-30 0,1 2 20 0,3 0-7 0,1 1-13 31,5 0-6-31,4 0-3 0,2 0 2 0,-4 0 5 0,1 0-2 16,2 0 0-16,1 0-18 0,4 0 13 0,-1 0-16 0,-1 1 2 0,-2-1-12 0,1 1-14 0,2 1-35 0,-2 0 9 0,2 1-11 15,-1-1-7 1,0 0-13-16,-3 0-29 0,2 1-53 0,1 1 108 0</inkml:trace>
  <inkml:trace contextRef="#ctx0" brushRef="#br0" timeOffset="89294.79">24703 12018 256 0,'-31'-10'14'0,"13"4"215"0,3 3-107 0,2 0 2 0,0 2-137 0,0-1 20 16,6 1-15-16,2-1 35 0,0 0-2 0,1 0-7 16,-4 0-7-16,1 0-2 0,3-1 1 0,0 1 5 0,2 1-5 15,0-2-3-15,2 0-9 0,0 1 12 0,1 1-10 0,1-2 8 16,3 0-5-16,-1 1-6 0,1 1-7 0,0 1 7 0,1 0-2 0,0 0 20 0,-1 0-1 0,0 1-5 0,-5 0-13 16,0 2 18-16,1-2-16 0,-1 2 25 15,7-3-5-15,-1 1-4 0,3 0 7 0,3-1-4 0,0 0 9 0,2-1 4 0,2 0-1 16,1-1-5-16,2 0-24 0,-1-1 29 0,0 1-29 15,0 0 25-15,-1 1-5 0,0 0-9 0,2-1-9 0,1 2-1 0,1 2 0 16,1-1 6-16,-2 2 1 0,-1-3-2 0,0 3-9 0,0 0 7 16,-1 0-9-16,0 0 6 0,-1 0 0 0,0 0 0 0,-1-3-20 0,0 1 12 15,-2-1-11-15,-1 0 17 0,-7-1-4 0,-2 1-15 0,2-4-23 16,-1 0 9-16,5 0-16 0,-1 0-29 0,0 0-22 0,0-1-21 0,-2 1-84 16,1-1 115-16</inkml:trace>
  <inkml:trace contextRef="#ctx0" brushRef="#br0" timeOffset="89658.62">25099 11842 738 0,'1'5'139'0,"-2"-5"-129"15,1 4 9-15,-1 1-32 16,0-1 23-16,1 1-20 0,0 3 26 0,0-3-3 0,2 0-13 0,-1 0 5 0,2 1 3 16,2 0 1-16,0-2 12 0,2 1 0 0,1-3-3 0,3 2-26 0,2 1 25 15,1-3-22-15,1 2 30 0,-1-2-8 0,1-1-11 0,0-1-9 0,0-1 9 16,0 0-4-16,-1 1 20 0,1 0-7 0,1 1-14 0,1 0-16 16,-2-1 21-1,-1 2-16-15,-2-1 28 0,-2 2-2 0,-2-2-11 0,0 1-13 0,-2 1 8 0,-1-1-7 0,-1 2 19 0,-1-1 9 0,-2 2-1 0,0-1-6 16,-1 4 33-16,-2-3-27 0,-1 1 30 0,-2 2-14 0,1 1-15 15,-1 0 2-15,1 1-11 0,-2-1 11 0,0 1-17 0,1 0-1 32,-3 1-4-32,-1-1-10 0,-2 1 19 0,-2 0-16 0,1-1 21 15,-1 1-5-15,-1 0-9 0,1 1-4 0,-3 0-5 0,0 1 6 16,-1 0 2-16,-2-3-9 0,0 1-7 0,-1 2-65 0,0-3-27 0,2 1-13 16,2-2-176-16,3 0 176 0,4-1-26 0</inkml:trace>
  <inkml:trace contextRef="#ctx0" brushRef="#br0" timeOffset="95381.44">24069 11840 256 0,'-6'-1'22'0,"2"-3"348"0,-1 1-137 0,0 1 20 0,-2-2-167 0,-1 0 1 16,1 3-13-16,0-5-13 0,-1 3-12 0,0 0-13 0,-1-2-19 16,0 2 18-16,1 2-18 0,0-1 21 0,3 0-1 0,-2 1-9 15,0 0-26-15,0 1 22 0,2 0-21 0,-1 0 27 0,2 0-6 0,-2 2-14 16,0 3-8-16,1-1 4 0,-2 4-5 0,0 0 5 0,1 2-3 16,-1 3-1-16,0 1-9 0,-1 2 3 0,0 4-2 0,2 0 18 15,-2 1-5-15,1-1-3 0,-1 3-19 0,0 1 15 0,1 3-12 16,0-1 24-16,1-3 1 0,2-1-8 0,0-2-19 0,3-1 13 0,1-1-14 15,1-2 26-15,4-2-3 0,0-1-7 0,2-2-6 0,2-1 6 16,1-1-4-16,1-2 15 0,1-1-9 0,0-1-4 0,3-1 1 16,-1 0 9-16,1-3-1 0,1-1 7 0,-1 0 5 0,2-2-11 0,1-2-1 15,0-1 10-15,1 0-10 0,1-4 12 0,-1 2-9 0,-6-2-7 16,0-1-5-16,0-2 6 0,0 0-1 0,7-2 6 0,-1 1 3 16,-1-1-6-16,-3 1-15 0,-3-3 21 0,-4 2-17 15,-1-2 26-15,0-1-10 0,-4 0-12 0,-1 0 0 0,-2-1 22 0,-2-2-7 16,-1 1 45-16,-2 3-12 0,-3 0-15 0,2 2-30 0,-2-1 21 0,-2 2-19 15,1-1 26-15,-1 4-4 0,-2 2-12 0,1 2-17 16,0 0 7-16,0 0-8 0,-2 1 17 0,3 0-2 0,-1 2-1 0,2-1-26 16,0 3 16-16,-2 1-15 0,-2 0 26 0,-2 3-6 0,-1 1-10 0,1-2-49 15,3 2 2-15,0-2-18 0,3 0-48 0,1 0-20 0,1 0-25 0,1 1-181 16,0 1-79-16,-1 1-36 0</inkml:trace>
  <inkml:trace contextRef="#ctx0" brushRef="#br0" timeOffset="95762.22">23999 12060 1121 0,'-1'0'216'0,"-1"1"-44"0,-1 2-21 0,2-2-69 0,-1 2 3 0,2-1-18 0,2 1-26 15,1 2-23-15,0 0 17 0,1 1-22 0,1 3 19 0,0-1-9 0,-1 1-11 0,3 1-18 0,0 1 13 16,2 1-12-16,0 0 28 0,-1-1-7 0,-1 3-6 0,1-2 0 15,-5 1 0-15,0 0 2 0,0-2 1 0,1 2-4 0,3-2-6 0,1 2-8 16,0-3 10-16,0-2-6 0,-1 1 13 0,0-2-5 16,-2 0-8-16,0-2-24 0,0 0-25 0,1-1 3 15,-2 0-99-15,1-3-19 0,-1 1-18 0,0-2-81 16,-1 0-65-16,2-2-2 0</inkml:trace>
  <inkml:trace contextRef="#ctx0" brushRef="#br0" timeOffset="96220.73">24282 12161 1074 0,'-1'-5'-283'0,"1"4"553"0,0-2-69 0,0 1-95 16,1 0-24-16,-1 0 9 0,2-1-23 0,0-1-14 16,1 2-20-16,1-2-17 0,0 1-8 0,0 0-6 0,0 0 5 0,0 0 0 15,0 2-1-15,0-1 3 16,0 0-10-16,-1 1 6 0,0 1-4 0,0 0 16 0,-1 0 1 0,1 1-3 0,-1 2-16 0,0-1 14 0,0 4-14 31,-2-1 26-31,1 2-6 0,-1 0-8 0,-1 0-5 0,0 2 1 0,-2 0-3 0,1 0-7 0,0-1 4 0,-1 1 3 0,-1 0-18 31,0-1 16-31,0 1-15 0,0-3 26 0,-1 2-4 0,1-2-8 0,-1 2-12 0,2-1 10 0,0-1-8 0,0-1 14 0,2 0 2 0,0-1-5 16,0-1-5-16,1 0 3 0,0 0-4 0,1-2 0 0,0 1 4 16,3 0-3-1,-2-1-6-15,2 0 15 0,0-1-11 0,0 2 28 0,1-2 5 16,0-2 1-16,2 2-16 0,0-2 26 0,1 0-22 0,0 0 34 16,-1-1-5-16,0 1-12 0,1-2-10 0,1 1 14 0,-1 0-12 0,0 0 14 15,1 0-8-15,0-2-10 0,1 3-28 0,-2-1 15 0,-1 1-13 16,0 0 17-16,-2 0-3 0,-1 0-9 0,0 2-21 0,-2 0 22 0,-1 0-16 15,-1 0 29-15,0 0-18 0,-1 0-21 0,0 0-56 16,-2 2-5-16,-1 0-13 0,-1 2-89 0,1-1-62 0,-3 2-58 16</inkml:trace>
  <inkml:trace contextRef="#ctx0" brushRef="#br0" timeOffset="100397.25">24911 10891 412 0,'0'1'112'15,"0"1"127"-15,0-2-115 0,0 0-15 0,0 0-22 0,0 0-4 16,0 0-5-16,0 0-14 0,2-2 6 0,1 2 3 0,-1-1-10 16,2 0 2-16,1 1-13 0,-1-1-11 0,4 1-21 0,-1 0 23 0,2-2-18 15,1 1 27-15,2 0-9 0,1-1-14 0,1 0-17 0,2 1 18 16,1-3-15-16,1 0 22 0,0 1-8 0,-6-3-11 0,1 2-16 15,0-2 7-15,2 1-8 0,6-1 11 0,-1-1-2 0,-1 2-1 0,-1-2-19 16,-1 1 10-16,-2 1-9 0,-1 0 22 16,0 0-6-16,-2-1-3 0,2 3-22 0,0-3 13 0,-1 4-13 0,-2-3 5 0,-2 3-5 15,-1-1-16-15,-2 0-22 0,-1 2-9 0,-2 0-1 0,1 1-27 16,-3-2-5-16,0 2-5 0,0-1-60 0,-1 0-20 0,0-2-12 16,-1 1-141-16,-1-1 195 0,-1-1-19 0</inkml:trace>
  <inkml:trace contextRef="#ctx0" brushRef="#br0" timeOffset="100699.17">25168 10690 738 0,'-14'-1'161'16,"4"2"-103"-16,1 0 32 0,1 1 13 0,1-1 11 15,4 0-24-15,-1 1-3 0,3-2-1 0,1 0-8 0,0 1-26 0,0-1 18 16,0 0-32-16,1 0 7 0,3 0-9 0,-1 1-13 0,3-1-7 16,0 0 8-16,1 1-6 0,1-1 16 0,1 2-6 0,1-2 0 0,2 1-10 15,0 0 2-15,-1 1-4 0,-1-2 1 0,1 2-5 0,1 1-3 16,-1 0-11-16,-1-1 10 0,0 2-8 0,1-1 17 0,-2 1-5 15,1 1-9-15,-1-1-7 16,-1 3 11-16,0-2-8 0,-2 1 13 0,-3 1 3 0,0 2-5 0,0-2-17 16,-2 2 14-16,0 0-13 0,-1 1 21 0,0 1-1 0,-1-1-7 15,0 0-13-15,-1-1 13 0,0-3-11 0,0 3 19 0,-1 0-3 0,-1 0-8 16,-1 0-16-16,-1 0 16 0,-1 1-13 0,-1-1 25 0,2 2-3 0,-2-1-7 16,1 0-14-16,-1 0 9 0,1-2-8 0,1-1 7 0,-1-1-10 15,0-1-12-15,1 3-41 0,0-1-20 0,-1 1-3 0,3-3-112 16,-1 0-68-16,3-3-51 0</inkml:trace>
  <inkml:trace contextRef="#ctx0" brushRef="#br0" timeOffset="105531.8">23867 10699 364 0,'-3'0'82'16,"-2"-1"87"-16,-2 0-76 0,-1 1 4 0,-2-2-23 0,0 1 15 0,-1 1-18 0,1 0-28 0,-1 1-18 0,1 1 12 16,1-2-17-16,-2 2 14 0,4 1-10 0,-2-1-14 0,-1 0-18 15,2 1 24-15,-2 1-19 0,2-1 38 0,0 2 0 0,0-1-6 0,0 2-5 16,0 1-5-16,2 0 2 0,0 2-1 0,1 1 0 0,2 2 2 15,0 1-23 1,0 2 17-16,1 2-19 0,0 3 18 0,1 1-5 0,1 4-7 0,0 3-11 0,0 2 5 0,1-1-3 16,1 1 21-16,2-5-5 0,2-2-7 0,3 0-15 0,3-3 32 0,0-5-21 15,2-2 48-15,0-4-8 0,2-1-19 0,2-3-14 0,1-3 3 16,2 1-5-16,0-2 11 0,2-1-5 0,0-3-5 0,0 0-4 0,0 0 9 16,-1-5-7-16,-2 2 3 0,0 0 2 0,-1-3-5 0,2-2-17 15,-2-1 16-15,-3 0-12 0,-2-1 29 0,-5-1 1 0,-3-2-6 0,-3-2-14 16,-2-2 18-16,-1-1-15 0,-1 3 42 15,-4-3-9-15,0 2-7 0,-4 0-10 16,-2-3 9-16,-2 4-9 0,1 0-3 0,0 3-5 0,-3 3-11 0,0 1 0 0,-3 2 2 0,0 0-1 0,-2 2 1 16,-1 1 2-16,-3 2-3 0,0-1-14 0,0 1 14 0,0 2-14 0,1-2 14 31,3 3-15-31,-1 1-20 0,2 0-36 0,-2 0 15 0,0 0-17 0,0 0-6 0,3 1-15 0,5 1-21 0,1 0-78 0,2 0-64 16,1 0 12-16,2 1 39 0</inkml:trace>
  <inkml:trace contextRef="#ctx0" brushRef="#br0" timeOffset="105884.86">23810 10924 1410 0,'1'8'-71'0,"-1"-5"133"0,1 2-13 0,0-1-23 0,1-1 17 0,1 1 5 16,0 0 0-16,0 0 11 0,1-3-6 0,0 1-8 0,1-2-24 15,0 1 12-15,1 1-16 0,1 4 6 0,-3-3-8 0,3 2-8 0,-3 4-1 16,2 0-3-16,0 2 6 0,-2 1 1 0,0 3-3 0,0-4-3 15,-2-1-14-15,1-1 19 0,0 0-15 0,0 0 18 0,-1 0-3 16,2-1-11-16,-2-1-37 0,0-1-11 0,0-3-11 0,1 3-90 16,-1-3-33-16,1 0-35 0,3 0-184 0,-2-1 238 0</inkml:trace>
  <inkml:trace contextRef="#ctx0" brushRef="#br0" timeOffset="106410.64">24270 10924 842 0,'-12'0'-353'0,"5"2"614"0,1 0-86 0,0 0-129 15,-1 0-3-15,0-1 13 0,2-1-7 0,-3 2 41 16,2-2-11-16,0 0-16 0,2 0-21 0,1-2 16 0,-1 2-25 0,2 0 16 16,0 0 0-16,-1-1-5 0,2 1 4 0,0-1 2 0,0 1 0 15,1 0 10-15,0-1-6 0,0 1-2 0,0 0-16 0,0 0-1 16,0 0-3-16,0 0 0 0,0 0-5 0,1 0 0 0,0 0-14 16,2-3 10-16,-2 2-8 0,1-1 15 0,-1 1-9 0,2 0-10 0,0 0 1 15,1-1-3-15,1 0 2 0,-1 0-11 0,3 2 4 0,-1 0 2 16,0 0-16-16,1 0 15 0,0 0-14 0,1 0 18 0,-1 2 1 15,2 0-10-15,2 0-3 0,0 0 8 0,0-1-7 0,-1 2 9 0,-1 1-2 16,0-2-3-16,0 4-9 0,-1-1 7 16,-2 0-5-16,-1 0 12 0,-1 1-3 0,-1-3-5 0,-2 1-9 0,-1 0 11 0,0-1-6 15,-2 5 15-15,-2 0-8 0,1-1-8 0,-1 2 6 16,-1 0-1-16,1 0 4 0,-1 0 6 0,1-2-5 0,0-1-3 0,1 0-9 0,1-2 7 16,0 1-5-16,1-2 13 0,0 2-3 0,1-2-4 15,-1 0-12-15,1 0 13 0,-1 0-8 0,0 0 18 0,1 1-1 0,-1 0-9 0,-2 3-14 16,1-2 16-16,-1 1-12 0,-1 2 24 0,1-1-6 0,0 1-9 15,-1 0-16-15,0-1 19 0,1 2-14 0,-2 0 25 0,2-1-3 16,-1 1-11-16,2 0 0 0,0 0-1 0,1 0-2 0,0-1-3 16,1-2 4-16,0-2 1 0,0 0-14 0,1-2-13 0,-1 0-1 15,0-2-54-15,0 0-31 0,1-4-20 16,-1-1-407-16,2-3 361 0</inkml:trace>
  <inkml:trace contextRef="#ctx0" brushRef="#br0" timeOffset="107241.41">24177 11136 391 0,'-4'-2'77'0,"2"2"-31"0,1-1 36 0,-1-1-58 0,2 0 93 15,0 0-24-15,0 0-29 0,3 0-29 0,-1-1 20 0,2-1-26 16,-1 3 52-16,1 0-4 0,-1-2-7 0,0 2-22 0,1 0 29 16,-2-1-29-16,1 2 22 0,1-1-10 0,-1 0-16 0,-1 0-23 0,1 1 17 15,-1-2-17-15,0 1 10 0,0 1-5 0,-1 0-13 0,1 0-13 16,-1 0 10-16,0 0-10 0,0 0 9 0,-1 0 0 0,1 1-3 0,1 1-10 15,0-1 10-15,0 0-7 0,1 0 12 0,-1 2 4 0,0 0-8 16,3 0-18-16,-1 0 24 0,2 0-22 0,1 0 22 0,0-1 1 16,0 0-9-16,1 1-6 0,1-1 7 0,0 0-7 0,0-1-1 15,0 0 5-15,0 2-5 0,-1-1-11 0,-2 0 17 0,-2 0-15 0,0 2 21 16,-3-1 0-16,0 0-2 0,-1 1-20 0,-4 1 16 0,0 1-14 16,-2 1 27-16,-2 0-6 0,1-1-10 0,-2 2-4 0,-2 1 4 15,1 0-2-15,0-3 7 0,-1 2-2 0,1-1-3 0,-1 1-1 16,-2 1 1-16,1 0 0 0,1-1 0 0,0-1 3 0,-2 0-4 0,0-1-12 15,0 1 19-15,0-1-15 0,1-1 19 0,0 1-6 0,2 0-7 16,0-3-16-16,2 1-1 0,0-1-6 0,2-1-53 0,0-2-19 16,0 0-30-16,6-1-116 0,2-3-60 0,0 0-20 0</inkml:trace>
  <inkml:trace contextRef="#ctx0" brushRef="#br0" timeOffset="108161.24">22065 10959 671 0,'-8'3'53'0,"0"-3"3"16,0 1 63-16,1 0-2 0,2 0-3 0,-1 1-35 0,3-2 26 0,-1 0-45 15,2 0 15-15,0-3-8 0,2 2-17 0,-1 0-29 0,1-1 22 16,2-2-25-16,-1 3 31 0,2 0-5 0,1 0-12 0,0 1-14 15,2-6 13-15,1 1-12 0,1-1 16 0,0 1-5 16,3-2-8-16,1-2-17 0,0 3 16 0,-3 0-14 0,0-1 18 0,0 0-6 0,1 0-13 16,7 1-12-16,1-1 10 0,1-2-7 15,1 3 19-15,-2 1-5 0,0 0-7 0,-1 0-3 0,1 0 7 16,-1 1-4-16,1 0 5 0,-2 1-3 0,1 2-6 0,-1 1 0 16,2 1 5-16,-2 1-3 0,0 3 4 0,-4-1-2 0,-2 3-3 0,0 1-8 0,-1 1 6 0,-1 2-5 15,0 1 18-15,-1 1-1 0,-3 1-2 0,0 2-8 0,-3 4 6 0,1-2-7 16,-2-1 2-16,0 7 6 15,-2-1-1-15,0 9-12 0,-3 0 6 0,-1-2-8 0,1 1 17 16,-2-4-5-16,-1-4-2 0,2 3-9 0,-2-5 8 0,0 0-4 16,2-2 12-16,-1-4 4 0,1-1-9 0,-1 1-18 0,0-1 18 0,1-5-18 15,-1 1 22-15,2-2-2 0,1-2-7 0,0-2-14 0,2 1 14 16,0-3-16-16,2-2-5 0,0 0-8 0,0 0-20 0,3-3-48 16,1-3-10-16,0-1-11 0,3-2-83 0,0-1-48 0,-1-3-41 0</inkml:trace>
  <inkml:trace contextRef="#ctx0" brushRef="#br0" timeOffset="108810.43">22624 10831 758 0,'-2'0'114'0,"-2"-1"-12"0,2-1-6 0,2 0-29 0,-1 1 23 0,1-1-15 0,0 0-17 16,1-2-31-16,2 0 24 0,1-1-32 0,0 1 22 0,1-1-13 15,-1 1-17-15,3-2-8 0,-1 1 12 0,1-1-6 16,0 0 34-16,1 0-7 0,0 1-7 0,0-1-8 0,0 1 6 0,-2 0-5 0,0 1 8 15,-2 1-8-15,1-1-6 0,-1 1-16 0,1-1 9 16,-1 0-6-16,1 3 23 0,-2-1-13 0,-1 0-7 0,1 0-16 0,-1 0 11 16,0 2-5-16,-2-1 22 0,1 0-5 0,-1 1-10 0,0-1-11 0,0 1 11 15,0 0-8-15,0 0 19 0,0 0-5 0,0 0-9 0,0 0-8 16,0 0 8-16,-3 0-7 0,1 1 13 0,-1 0-2 0,-1 0-2 16,-1 5-10-16,-1-3 10 0,-1 4-7 0,-1 1 10 15,-1-1 1-15,-2 1-8 0,0 2-16 0,-3-1 22 0,2 0-18 0,0 0 28 0,1-1-9 16,0-1-9-16,1 0 3 0,1 0 0 15,-1 2 5-15,6-1 5 0,0 0-4 0,0-1-5 0,-1 2-9 16,-4-1 10-16,1-2-7 0,0 1 13 0,3-1-1 0,-1-1-6 0,2 1-8 0,1 0 8 0,1-1-6 16,2 1 15-16,0 0-2 0,0-3-6 0,2 3-11 0,1-3 10 15,0 1-8-15,4 0 17 0,0-1-3 16,0 0-5-16,2 1-7 0,2-1 14 0,-1 1-7 0,-4-2 35 16,0-2-10-16,1 0-10 0,2 2-16 0,5-2 10 0,2 2-8 15,1 2 20-15,-1-1-9 0,-1 0-9 0,0 1 2 0,0-1-6 0,-3 3 8 16,0-1-5-16,-2 2-1 0,-2 2 1 0,0-2-7 0,-2 0 6 0,-1-1-5 0,-1 1 11 15,-1 0-2-15,-1 1-5 0,-2 0 3 0,0 1-2 16,-3-1 2-16,-4 12 9 0,3-10-5 0,-3 0-17 16,0 0 9-16,0-1-9 0,0 2 17 0,-2-2 0 0,0-2-5 15,-1 1-3-15,1-3 3 0,0 1-2 0,-2-2 6 0,2 0-5 16,-1-3-4-16,1-1-22 0,0 0 0 0,3-1-5 0,-1-3-21 16,2 0-4-16,1-2-11 0,2-2-65 0,1-2-26 0,1-1-19 15,3-1-246-15,3 1 257 0,4 0-52 0</inkml:trace>
  <inkml:trace contextRef="#ctx0" brushRef="#br0" timeOffset="109073.89">22892 10451 849 0,'-3'5'211'0,"-2"-1"-161"0,1 2 51 0,-1-1-25 16,2 0-2-16,1-1-9 0,-1 3 0 0,3 2-15 0,0 0-12 15,0 3-32-15,0 0 12 0,2-1-16 0,0 0 14 16,0-1-12-16,0-1-9 0,1 0 9 0,-1 0-4 0,0 0 10 16,0 0-7-16,1 0-1 0,-1-4-3 0,0 1 2 0,1 1 3 0,0-1-2 0,-2-1-4 0,0 1 1 15,0-2 1-15,0 1-11 0,0 1-17 0,-1-3 1 0,0 2-82 0,0 1-7 16,-1-4-17-16,0 2-100 0,-1 0 3 0,0 0-32 0,-1 0 118 15</inkml:trace>
  <inkml:trace contextRef="#ctx0" brushRef="#br0" timeOffset="109375.07">22862 10697 122 0,'0'-3'98'0,"2"-1"-21"0,-1 2 74 0,1-2-38 16,1-1 25-16,0 2-40 0,2-3 38 0,-1 1-18 0,2-1-21 15,0-1-30-15,0 2 5 0,0-1-22 0,-1-1-4 0,1 2-12 0,0 0-12 0,1-2-19 0,0 2 9 16,1-1-8-16,-1 1 14 0,-2-1-5 0,2 0-5 0,-1 2-3 0,-1-1 9 15,1 2-3-15,-2 1 24 0,1 1 3 0,-2-1-2 0,1 2-5 16,-1 0 10-16,-1 0-12 0,0 2 2 16,0-2-6-16,-1 0-3 0,0 1-10 0,-1-1 12 15,0 1-7-15,1 0 23 0,-1-1-12 0,1 2-11 0,0-2-10 0,0 1 4 0,0-1-3 16,1 0 5-16,0 0-4 0,0 0-4 0,0 0-11 0,1 0 16 0,-1 0-10 0,0 0 25 16,0 0-3-16,1 1-11 0,0 1-11 0,-1-1 8 0,2 0-9 15,-2 0 8-15,1 2-2 0,-1 1-1 0,2-2-2 0,-1 2 2 0,2 0 0 16,-2-3 2-1,2 2 0-15,-1-2-5 0,0 2-2 0,2-2 2 0,-1 0-1 16,0 1 4-16,-4-2-3 0,-1 1 0 0,1 0-50 0,-1 0-9 16,6 2-18-16,0 1-144 0,-2 2-99 0,2 3-84 0</inkml:trace>
  <inkml:trace contextRef="#ctx0" brushRef="#br0" timeOffset="110637.85">22221 12082 605 0,'-3'-3'77'0,"2"1"33"0,0-1-56 0,0-1 34 0,0 0-10 16,0 3-16-16,0-3-8 0,0 0 28 0,-1 4-30 0,2-1 38 16,-1-1-21-16,0 0-27 0,1 2-28 0,-1-1 30 15,1 1-24-15,0 0 41 0,0 0-7 0,0 0-15 0,0 0-23 0,0 0 12 0,0 0-14 16,1-3 20-16,1 2-6 0,1-1-2 0,-1-1-14 0,2 1 7 15,2-1-8-15,0-1 3 0,2 2 0 0,-2-2-3 0,3-1-24 16,0-1 17-16,0 0-14 0,1-2 27 0,2 2-4 16,-2 0-11-16,1-1-6 0,0 0 7 0,1 0-6 0,2 1 9 0,1 1 1 0,-1-2-4 15,0 3-17-15,-2-1 14 0,-1 1-12 0,-2 4 28 0,0 0-6 16,-1 0-4-16,-1 2-15 0,-3-2 8 0,1-2-6 0,-3 2 15 16,-1 0-7-16,0 0-8 0,-1 0-3 0,0 2 10 0,0-1-4 0,-1-1 9 15,-1 0-1-15,-3 0-8 0,0 0-12 16,-2 5 12-16,-2-1-10 0,-1 2 19 0,0-2-5 0,-3 3-5 0,0 0-3 0,-4 0 6 15,0-1-2-15,2 2 6 0,0-1 3 0,0 2-3 0,2-1-8 0,-2 0 10 16,2-1-9-16,-1 1 11 0,2 0-4 0,0-1-7 0,0 1-3 16,2-1 7-16,-1-2-3 0,1 0 17 0,1-1-5 0,1 1-7 0,0-1-17 15,2 1 16-15,-1-1-12 0,1-2 25 0,3 1 1 16,1-1-12-16,-1-1-6 0,2 1 5 0,0-1-6 0,1-1 12 0,0 1-4 16,0 1-3-16,0-1-7 0,1 0 5 0,0 0-2 0,2 1 5 15,-1-1-2-15,1 0-2 0,1 1-8 0,0-1 13 0,1 0-5 16,1 0 12-16,1-1 3 0,1 0-13 0,3 0-7 0,-1 0 15 0,1 0-12 15,2 0 14-15,-2 0-4 0,1 0-7 0,3-2-4 16,0 1 10-16,0-2-5 0,1 2 16 0,1 1-3 0,0 0-7 0,2 0-12 16,1 2 11-16,-1 0-10 0,-2 1 14 0,-4-1 2 0,2 3-4 0,-2 0-11 15,-1 3 6-15,-2-1-6 0,-3 1 14 0,-3 2-3 0,-1 0-5 16,-3-1-13-16,-2 3 16 0,-1 1-10 0,-4 0 28 0,0-1-7 16,-2 2-14-16,-2 2-7 0,0-1 10 0,0 1-5 0,-2-1 33 0,2-1-1 15,-1 1 1-15,-2-1-16 16,1 0 11-16,-1 1-11 0,2-3 7 0,2-1 1 0,1-2-9 0,-1-6-23 0,1 3 13 0,-1-6-15 15,1 1 26-15,1 3-3 0,1-3-4 0,0 0-16 0,2-1 10 0,0 0-10 16,1-1 9-16,0 0 2 0,2-2-4 0,0 2-18 0,1 0 10 16,1-3-13-16,0-1-3 0,3 3-20 0,2-3-21 0,0 0-50 15,1-1-13-15,2-3-4 0,0-2-68 0,1 1-38 0,2 0-30 0</inkml:trace>
  <inkml:trace contextRef="#ctx0" brushRef="#br0" timeOffset="110939.88">22674 12086 231 0,'-5'6'120'0,"-1"2"-49"0,-1 1 75 0,3 1-57 16,-1-1 37-16,2 1-46 0,1 0 64 0,2-2-29 0,0 0-35 0,3-1-29 16,2-2 6-16,-2 1-19 0,3-3 7 0,0 1-10 0,2-1-4 0,1-1-20 15,-1-2 15 1,0 2-11-16,-1-2 20 0,-3-2 1 0,2 2-9 0,-2-2 10 0,1-1 14 0,-1 1-10 0,0 0 11 0,-1 0-6 15,0-1-9-15,0 1-8 0,-2 0 20 0,0-1-13 0,-1 0 19 0,0 1-4 16,-1-2-16-16,0-1-16 0,-3 1 14 0,0-1-15 0,-1-1 12 16,0 1 74-16,-2-4 21 0,-2 3-200 0,-1-2 112 0,-1 1-155 0,-2 0 130 31,0 0-4-31,0 0-5 0,1 1-3 0,2 1 5 0,-1 2-4 16,1-1 4-16,1 2-5 0,0 0-9 0,4 1 3 0,1 1 4 15,-1 0 0-15,1 1-10 0,-5-1-18 0,0 3-19 0,0-2-49 16,2 1-14-16,1-2-5 0,2 1-73 0,2-1-25 0,1-3-21 0,1-1-208 15,1-1 262-15</inkml:trace>
  <inkml:trace contextRef="#ctx0" brushRef="#br0" timeOffset="111259.36">22914 11632 1235 0,'-14'11'-151'0,"4"-5"290"16,2 0-36-16,0 1-49 0,0 1-10 0,2-2 20 0,1 2-21 16,1-2 28-16,0 0-22 0,2 0-24 0,1 1-21 15,0 0 4-15,1-1-6 0,0 2 5 0,0 1-6 0,1 0-6 0,0-2-11 16,1 0 18-16,1 0-10 0,0 0 24 0,0 0-2 0,1 0-11 0,-1-1-18 15,0 1 18-15,2-1-16 0,-2-1 23 0,2 0-4 0,-2-1-10 16,2 1-10-16,-2-1 9 0,0 1-8 0,1-2-11 0,-1-1-17 16,-1 1-28-16,2-2-47 0,-2 0 1 0,1-1-15 0,-2 0-55 15,2 0-10-15,-2 0-21 0</inkml:trace>
  <inkml:trace contextRef="#ctx0" brushRef="#br0" timeOffset="111906.75">22871 11869 14 0,'0'-1'-9'0,"0"-2"25"0,0 2 18 0,0-1 3 0,1-1 8 15,0 0 38-15,0 1-32 0,0-2 52 0,0 1-10 0,1 1-20 16,-2-1-8-16,1 1 5 0,0 1-8 0,-1-1 0 0,1 1-5 16,-1 0-6-16,0 1-8 0,0 0 11 0,0 0-7 0,0 0 9 0,0 0-6 15,0 0-16-15,-1 0-11 0,1 0 11 0,-1-2-12 0,0 2 4 16,-1 0-2-16,1-1-6 0,-3-1-23 0,3-1 14 0,0 2-11 15,-1-2 23-15,2 1-4 0,0 2-12 0,-1-3-10 0,1 0 12 16,0 0-10-16,0 3 8 0,0-3-1 0,0 1-5 0,0 0-5 0,0 0 2 16,0 0 0-16,1 1 8 0,-1-1 1 0,2 0-4 0,-1 0-4 15,1 0 7-15,-1 2-6 0,0-1 1 0,1 0 0 0,0 0-2 0,0-2-3 16,0 2 7-16,0-1-2 0,1 0 10 0,-1-1-1 0,0 1-8 16,1-1-4-16,1-1 3 0,-1 1-4 0,1-1 1 0,-2 0 1 15,1 1-2-15,1-2-15 0,-2 3 7 16,0-4-8-16,1 3 7 0,0 0-2 0,-1-1-9 0,0 0-5 0,0 3 10 0,1-3-8 15,-1 0 20-15,0 2-1 0,0-2 5 0,1 1-14 0,-1 0 11 0,0-2-8 16,0-1 20-16,2 1 0 0,-1-1-12 0,0 1-30 0,1-2 8 16,-1 0-16-16,1 2-6 0,-2-1 3 0,1 0 0 0,1 1 18 15,-1-1 14-15,-1 0-1 0,0 3 27 0,0-1 0 0,-1 0-8 0,-1 1-12 16,0-1 21-16,-1 3-15 0,-1-1 30 0,1 2 0 0,0-2-6 16,0 1 5-16,1 1 14 0,-1 0-6 15,1 0 21-15,0 3-3 0,0-2-11 0,-1 3-19 0,1 0 34 0,0 1-28 0,0 0 33 0,0 3-12 16,0-2-18-16,1 2 0 0,0-2 15 0,0 2-6 0,-1-1 18 15,1 2-10-15,-1-1-20 0,1 0-23 0,1-2 14 0,-1 0-15 16,1-2 10-16,-1 0-1 0,0-1-5 0,0-1-6 0,2 0 2 0,-2 0-3 16,1-1 16-16,0-1-9 0,-1 2 1 0,0-2-17 0,0 0 8 15,1 0-5-15,-1 0 21 0,-1 0-6 0,1-2-6 0,0 2 2 16,0-2 12-16,0 1-4 0,1-2 19 0,1 0-3 0,1 1-8 0,1-2-6 16,0 1 9-16,2 0-9 0,-1-2 8 0,0 2-1 0,1-1-3 15,-1 2-20-15,1 0 4 16,-3 1-8-16,0 0 4 0,1 1 4 0,-2 0 0 0,0 2-8 0,-1 0 12 0,-3 0-13 0,-3 3 11 0,1-1 4 15,1 2-1-15,3 2-20 0,0-1 19 0,-1 2-17 0,1-1 21 16,-1 0 1-16,0 0-12 0,0-2-12 0,0-1 22 0,0 1-16 16,0-1 24-16,0-2-10 0,0 0-14 0,2 0 1 0,-1-2 1 0,1-1 3 15,1 0 8-15,0 0-7 0,3 0-3 0,0-1-63 0,-1-1-5 16,3 1-20-16,0 0-118 0,0 1-84 0,4-2-71 0</inkml:trace>
  <inkml:trace contextRef="#ctx0" brushRef="#br0" timeOffset="113397.68">24354 12938 256 0,'-20'-13'23'0,"8"6"350"0,-1-1-145 0,3 4 11 0,-2-1-188 15,2 3 18-15,1-1-27 0,-2-2 16 0,2 2-15 0,-2-1-12 0,-1 2-10 16,1 1-3-16,-1 1 0 0,-3 0 5 0,1 2-3 15,-1 3-5-15,-1 2-8 0,3 0 11 0,-1-1-13 0,-1 4 8 16,4 3-4-16,0 1-4 0,5 7-16 0,2 2 13 16,-2-1-12-16,3 3 32 0,-3-1-5 0,2-1-12 0,2 3-6 15,2-2 6-15,1 0-6 0,4 2 19 0,1-3 0 0,2-4-4 16,1-1 3-16,-5-4 6 0,3-1-6 0,2-2 5 16,1-2-1-16,9-1-6 0,3-3-10 0,-1 0 21 0,0-3-20 0,1 0 20 15,-3-2-2-15,1-1-11 0,1 0-15 0,1-5 12 16,0 1-10-16,-1-1 18 0,-2 1 1 0,-1 0-7 0,-1-4-12 0,-2 1 18 15,-1 0-16-15,0-2 19 0,-4 1-8 0,-1-1-10 0,-1-2 1 16,-1-2 5-16,-2 1-2 0,1-3 6 0,-3 0-5 0,-1 1-3 0,-2-2-6 16,-1 3 2-16,-2 2-1 0,-2-4 2 0,1 3 3 15,-1 2-5-15,1-1-19 0,-3 2-4 0,2 1-10 0,-3 1-56 16,1 5-22-16,-1-3-27 0,-1 5-139 0,0 1-63 0,0 4-25 0</inkml:trace>
  <inkml:trace contextRef="#ctx0" brushRef="#br0" timeOffset="113697.13">24257 13152 1174 0,'-3'0'261'0,"3"1"-211"0,0-1 42 0,0 0-64 0,1 2 26 0,1-1-40 0,0 1 72 0,1 2-7 0,1 0-13 0,0 0-28 16,3-1 11-16,1-1-24 0,1 2 12 0,0-2-6 0,1 2-8 15,1 1-20-15,0-2 14 0,2 1-12 0,-2 0 17 0,0 0-8 16,0-1-6-16,2 2-15 0,-1-1 11 0,0 0-6 16,1-1 21-16,-1 1-8 0,0-3-12 0,2 3-14 15,-2 0 10-15,2-3-12 0,-2 3-45 0,-2 0-9 0,0-2-34 0,1 1 6 16,0-1-35-16,-2-1 10 0,-1 1-205 0,-1 2-36 0,-1-2-58 15</inkml:trace>
  <inkml:trace contextRef="#ctx0" brushRef="#br0" timeOffset="113910.45">24846 13117 1036 0,'-2'3'281'15,"0"2"-211"-15,-2-1 92 16,1 2-130-16,1 3-4 0,-1 2-21 0,1 0 1 0,2 1-3 16,0-1 0-16,0-1-22 0,0 2 18 0,2-1-18 0,1 2 19 15,-1-1-18-15,-1 1-14 0,1 2-29 0,-1 0-208 16,0 1 141-16,-1 0-322 0,0-2 163 0,0 2 190 0</inkml:trace>
  <inkml:trace contextRef="#ctx0" brushRef="#br0" timeOffset="114344.24">25046 13149 1174 0,'-3'0'118'15,"-1"2"12"-15,2-2-37 0,1 0 0 0,0 0-7 0,1 1-10 0,0-1-15 0,0 0 10 16,1 0-21-16,0 0 5 16,2 0-12-16,1 1-14 0,1-1-15 0,3 0 9 0,-1 0-13 15,2-1-1-15,-6-2 1 0,1 2-10 0,4-1-1 0,-1 0 9 0,8 0-9 0,4-2 7 16,0 1 2-16,1-2-2 0,3 1-15 0,-4-1 9 0,-2 1-10 16,1-3 16-16,-3 2-16 15,2-2-7-15,4 0-31 0,-4-2-17 0,1 1 13 16,-2 0-50-16,-2 2-11 0,-3-1 2 0,1 0-50 0,-3 0-46 15,0 2 37-15,-1-1-166 0,-3 3 56 0,-1-2 3 0</inkml:trace>
  <inkml:trace contextRef="#ctx0" brushRef="#br0" timeOffset="114515.36">25323 12998 441 0,'-10'2'107'0,"0"-1"48"0,2 0 28 16,2 1-26-16,1-2-40 0,3 1-15 0,0-1 28 0,2 1-37 0,0-1 25 0,1 0-23 16,1-1-36-16,4 0-25 0,1-1 24 0,4 0-29 0,1 0 35 15,1 1-16 1,2 1-17-16,1 0-22 0,1 1 11 0,-2 1-15 0,4 4 19 0,-2-1-7 0,-1 2-9 0,0 3-14 0,-3-1 11 15,-3 0-11-15,0 1 23 0,-3 0-6 0,-2 1-9 16,-2 0-7 0,-2 1 9-16,0-2-5 0,-1 4 21 0,-2-3-8 0,-1 5-8 0,-3 2-14 15,0-3 12-15,0 0-11 0,-2 3 3 0,-1-4-24 0,1 1-18 0,-1-3-60 0,1 0-39 0,1-2 8 16,-1 0-248-16,3-1-47 0,-1-2-94 0</inkml:trace>
  <inkml:trace contextRef="#ctx0" brushRef="#br0" timeOffset="115491.64">22343 12993 831 0,'-2'-2'66'0,"0"0"20"0,0-1 7 0,1 1-12 0,0 0-17 0,1-1-12 15,1 1 17-15,0-2-24 0,2 1 14 0,-1-1-3 0,2 1-9 16,2 0-8-16,1 0 11 0,1 1-15 0,2-1 27 15,0 1-9-15,0-1-7 0,2 2-18 0,-2 0 14 0,-1 1-19 0,3-2 16 16,-3 2-8-16,1 0-12 0,-1 2-4 0,-1-1-4 16,-2 0 1-16,0 3-1 0,-3-1-2 0,1 0-3 0,-1 3-14 15,-1-3 21-15,1 3-20 0,-2 0 22 16,0 0-1-16,-1-1-10 0,0 2-17 0,-1-2 15 0,-2 1-15 0,0 2 36 0,-1 0-9 16,-1 1-9-16,1 0-7 0,-1-2 1 0,1 1 0 0,-1 0 5 15,1 1 0-15,0 0-4 0,0 0-16 0,-1 0 19 0,1 0-15 16,-2-1 27-16,1 3-4 0,0 2-7 0,-2-1-9 15,3 1 3-15,-1 2-3 0,1-2 8 16,0 0 1-16,1-1-1 0,1-2-22 0,-2 0 22 0,2-1-18 16,0 0 30-16,2-3-1 0,0 2-11 0,0-3-13 0,0 0 13 0,1-1-12 15,1 1 14-15,-1-2 4 0,2 1-6 0,-1 0-4 0,-1-3 9 0,1 0-8 0,2 0 15 16,-2 1 0-16,0-1-5 0,2-1-9 0,-1 0 16 0,1 0-13 0,2 0 21 0,0-1-5 16,2-1-6-16,-1 0-9 0,2 1 2 0,1-3-3 0,2-1 10 15,-2 2-7-15,1-1-2 0,0 2-5 0,2-2 2 0,-1-1 0 0,0 1 3 16,1-3-3-16,-2 2-2 0,-3 0-11 15,-2-1 11-15,1 1-9 0,0 0 2 0,3-1-8 0,0 3-16 0,0 0-36 0,2-2 3 16,-2 2-11-16,0-2-25 0,-1 1-20 0,0-2-22 0,0 1-167 16,-3-2-78-16,3 2-32 0</inkml:trace>
  <inkml:trace contextRef="#ctx0" brushRef="#br0" timeOffset="115820.94">22797 12852 1359 0,'-1'0'84'0,"1"-1"47"0,0 0-65 0,1 0-12 0,2-2-19 0,0 1 1 0,3-1 19 0,-1-1-18 16,1 0 9-16,0-2-13 0,1 2-18 0,-1-2-6 16,2 0 2-16,-1 1-3 0,1 0 3 0,-1 1 2 0,-2-1-6 0,2 1-15 15,-1 1 23-15,-1-3-23 0,1 4 36 0,-3-2-9 16,2 2-15-16,-2-2-11 0,0 1 5 0,0 1-6 0,0 0 16 16,-1 1-7-16,-1-2-1 0,2 0-40 0,-1 1-3 15,0-2-7-15,2 2-40 0,0-1-18 0,-1 1-6 0,2-2-28 16,-2 1-31-16,2 1 37 0,-2-1-74 0,0 1-3 0,1 0 13 15</inkml:trace>
  <inkml:trace contextRef="#ctx0" brushRef="#br0" timeOffset="116116.43">22747 12886 300 0,'-14'13'136'0,"1"-7"62"0,2 0-98 0,1 1 41 15,1-1-26-15,1 2-34 0,-1 1-28 0,4-3-3 0,0 1-11 0,1 0-11 16,1-3 0-16,2 1-7 0,1-1-7 0,0 0 15 15,3-2-18-15,0 1 19 0,0 0 5 0,2-1-1 0,1 1-1 16,2-1 22-16,1 0-23 0,0 0 34 0,0-1-7 0,1 2-19 16,3 0-9-16,-2-1 18 0,1-1-24 0,2 1 16 15,-2 0-6-15,3-1-12 0,2 1-8 0,-3 0 9 0,3 0-13 16,1 1 6-16,-1 1-1 0,0-2-5 0,1 3-11 0,-4-1 5 16,2 2-6-16,-1-2 7 0,-2 2 0 0,-1-2-1 0,-1 2-9 15,-1 1 6-15,-4 1-5 0,0-1 16 0,-3 2-2 0,0 1-4 0,-2-1-6 16,-1 2 6-16,0-2-4 0,0 1 4 15,-1 1 4-15,-3 0-2 0,0-1-11 0,-2 1 9 0,-1 0-10 0,0-2 15 0,-2-2-3 16,0 0-6-16,0-2-4 0,-2-1 1 0,0-3-5 16,1-1-15-16,0 0-18 0,0-1-15 0,1-5-57 0,-1 0-17 15,1-2-4-15,-1-3-89 0,2-1-33 0,0 0-36 0</inkml:trace>
  <inkml:trace contextRef="#ctx0" brushRef="#br0" timeOffset="119025.74">23064 12561 217 0,'0'1'139'0,"-1"3"-59"0,-1-2 77 0,-2 2-85 0,2 1-1 0,-1-1-39 0,-1 2 36 0,3-2 1 0,0 0-4 0,0 0-13 0,1 1 23 0,1-2-29 16,1 2 25-1,1-1-7-15,0 2-13 0,1-1 4 0,1 2 3 0,1-2 0 16,0 0 7-16,0 2-2 0,-1 1-6 0,1 1-20 0,-5 0 11 0,0 1-17 0,0 1-9 0,1-4-7 0,3 0-11 0,3-2-12 31,-1 2 10-31,0-1-7 0,-2-1 15 0,1 2-2 0,-2-2-7 16,2 1-18-16,-1 0 10 0,1-1-11 0,-1 2 8 0,0-1-8 15,1-1-10-15,-1 1-27 0,1 1 6 0,0-2-10 0,-2 0-22 0,1-1-21 16,-1 1-26-16,0-2-121 0,0-1-38 0,-1 1-27 0</inkml:trace>
  <inkml:trace contextRef="#ctx0" brushRef="#br0" timeOffset="119392.66">23029 12774 752 0,'-7'-1'-221'0,"4"0"410"0,1 0-59 0,0-2-75 16,0-1-7-16,2 2 16 0,0-2-11 0,0-1 39 15,3-2-18-15,0 0-22 0,2-2-33 0,1-2 17 0,3 1-22 0,0-3 24 16,3-1-4-16,-2 1-9 0,0 2 3 0,-5 1 8 15,1 2-1-15,1 0 29 0,-1 2-12 0,5 1-6 0,1 1-30 0,-1 3 21 16,0 1-16-16,2 0 33 0,-2 2-7 0,0 3-9 0,-1 0-17 16,-2 1 14-16,-1 1-12 0,-2 0 12 0,2-1-6 0,-1 0-12 0,2 3-21 15,-2-1 14-15,1 1-14 0,0-1 15 0,-1-3 3 0,-1 1-8 16,1-2-10-16,-1 1 15 0,1-2-15 0,0-1 15 0,-2 1 0 16,1-1-8-16,-2-2-2 0,0 2 8 0,0-2-5 0,-2 0 21 0,0 1-2 15,-1-1-2-15,0 0-12 0,1 0 20 0,-1 0-15 0,0 0 29 16,1 0-9-16,1-3-10 0,1 3-11 0,0-1 2 0,1-1-3 15,1-1-1-15,-1 0-3 0,2 3-6 0,-2-2-7 0,2 1 5 0,1-1-4 16,-2 0 7-16,2 2 1 0,1-1-4 0,0-1-23 0,1 1-4 16,0-2-7-16,0 2-26 0,-2 0-8 0,0 0-6 0,0 1-57 15,1 0-25-15,2 0-5 0,1 0-173 0,4 1-58 16,2 1-73-16</inkml:trace>
  <inkml:trace contextRef="#ctx0" brushRef="#br0" timeOffset="122786.33">26344 11096 256 0,'-11'-6'0'0,"5"3"-4"0,3-2 0 0,1 2-4 0,-2 1 8 0,2-2 4 0,0 1 1 0,1 2 13 0,0-1 1 0,-1-1 1 0,2 0 2 0,0 2 10 0,-1-1-8 15,1 0 9-15,0 0-7 0,0 0-8 0,0 1-5 0,0 0 3 0,1-2 0 16,1 2 10-16,-1-2-10 0,0 3-7 0,2-3-15 0,-1-1 11 16,1 1-10-16,-1-2 8 0,0 3 0 0,0-4-4 0,1 3 6 0,-1 0-6 15,0-1 6-15,-1 3 0 0,0 1 11 0,-1-1 4 0,0 1 5 16,0 1 41-16,1 0-27 0,-1 2 75 0,0-2-12 0,0 2-7 0,0-1-23 15,0 2-7-15,0-1 1 0,-1 3-22 0,0-2-3 0,1 2-8 16,0-1-24 0,0 0 19-16,0 1-19 0,1-1 16 0,0 0-6 0,1 0-9 0,-1 3-8 0,1-3 3 0,-1 0-1 0,1 1 17 15,1-2-7 1,-1 2-5-16,0 0-6 0,0 0 6 0,1 0-4 0,-1 3 3 0,0-2-5 0,0 0-2 0,1 4-8 0,-1-1 7 0,0 1-3 16,0 4 22-16,1 0-5 0,-1 2-10 15,-1 2-16-15,0 0 16 0,-1 0-10 0,0 2 26 16,0-2-11-16,-2 1-10 0,0 2 1 0,-2 1 0 0,0 0 4 0,0 0 10 0,1-4-5 0,-2 1-5 0,1 4-9 31,-2-2 8-31,2 3-6 0,0-4 12 0,1-3 1 0,0-2-6 0,2 1-12 16,-2-2 10-16,2-1-9 0,0 2 14 0,0-3 1 0,1 2-4 0,0 0-17 0,1 5 17 0,0-3-14 15,3 3 26-15,-2-2-7 0,1-2-11 0,1 2-11 0,-2 1 12 0,0-1-8 0,-1 2 20 16,0-1-2-16,-1-1-8 0,0 2-1 0,0-5 5 0,0 1-4 16,0 1 6-16,0-1-7 0,0 1-2 0,0-1-3 0,0 0 2 0,-1-1 1 31,1-1 2-31,0 0 5 0,0-1-4 0,0 2-12 0,0 2 19 15,1-3-17-15,0 2 20 0,2-4-3 0,-1 1-9 0,1-1-8 16,0 1 8-16,-1 1-5 0,1-3 17 0,-2 4-3 0,2 1-5 0,-3 3-20 16,1 0 20-16,-1-2-15 0,0-2 26 0,0-1 0 0,0-2-10 15,0 2-10-15,0 0 6 0,-1 0-8 0,-1 0 9 0,0-1 5 16,-1 0-1-16,-1 5-8 0,0 0 12 0,-1 2-12 0,2-3 8 0,0-2-1 16,-1-3-4-16,1 0-14 0,-1 1 12 0,0-1-8 0,0 1 26 15,0-1-5-15,0 5-5 0,-1 2-19 0,2 3 15 0,0 0-12 16,0-3 18-16,3-2 2 0,-1-3-8 0,1 1-7 0,0-1 7 15,0 1-7-15,0 2 6 0,1-2 4 0,2-2-6 0,-1-1-12 0,1-1 22 16,1 0-18-16,0-2 20 0,-1-2-4 0,2 0-10 0,-2-4-5 16,3 3 3-16,-2-5-1 0,2 3 13 0,1-3-3 0,-1 0 0 0,2 1-24 15,0-2 10-15,1 0-13 0,0 0 11 0,-2 0-7 0,1 0-8 16,-2 0-13-16,1-2-14 0,1 0 4 0,0 0-58 0,-1 1-17 16,-1 1-24-16,2 0-136 0,-1 0 178 0</inkml:trace>
  <inkml:trace contextRef="#ctx0" brushRef="#br0" timeOffset="123418.31">26062 12886 277 0,'-3'13'186'0,"2"-7"-99"0,0-2 140 0,1 2-194 0,-4-1 17 0,3 6-33 0,1 0 40 0,0-1-1 0,1 1-3 0,2-1 15 0,1 0-14 0,2 0 12 0,-5-2-19 15,0 0-7-15,1 1-2 0,0 1-26 0,6 0 4 0,0 0-8 0,-1-1 6 16,0-1-9-16,-1-2-5 0,0 2-1 0,1-3 11 15,-3 0-3-15,2 0 21 0,-2-1-8 0,1-1-13 0,-1-1-7 0,2 1 7 0,-2 0-6 0,2-3 13 16,0 0-6-16,-1 1-6 0,0 0-5 0,0-1 5 0,0 0-1 16,-1-1 15-16,2 1 0 0,-1-1-7 0,1 1-5 0,1-3 18 15,-2 2-16-15,2-2 21 0,-1 2-3 0,-1 0-5 0,2-2 4 16,1-1-2-16,0 2 3 0,0-4-5 0,2 3-1 0,0 0-3 0,1-2-2 16,0 2 2-16,0 1-6 0,-2-1-10 0,-2 2 6 0,2 0 6 15,1-1-14-15,2 0 12 0,-1-2-12 0,0 1 20 0,0 0-1 16,-2-2-5-16,1 2-12 0,1-3 10 0,-1-2-9 0,0 0 12 0,0 0-8 15,0 1-6-15,0-2-7 0,0-1 9 0,0-2-3 0,0-1 21 16,1-1-9-16,-1 0-6 0,0-1-15 0,0 3 13 0,-1-1-7 16,-6 1 18-16,-1-2-2 0,1-2-12 0,-1 0-13 0,4 0 11 15,-1 3-11-15,1-1 8 0,-3 1-9 16,2 3-11-16,-2 0-37 0,0 1 11 0,1 1-16 0,-2 2-13 0,-1 1-18 0,0 0-21 0,0 2-104 16,0 1-47-16,5-1-15 0</inkml:trace>
  <inkml:trace contextRef="#ctx0" brushRef="#br0" timeOffset="124193.05">25983 11381 603 0,'24'-76'441'47,"13"-20"-15"-32,-38 94-356 1,18-27-70-16,-11 19 12 0,-3-1 5 0,-1 1 3 0,2 1-4 0,-1-4-11 16,5 3 9-16,1-3-10 0,0 1 9 0,0 0 1 0,1-1-5 15,1 0-14-15,-1 3 15 0,1-1-15 0,0-1 17 0,-4 3-3 16,0 2-5-16,-1 0 4 0,-1 1-11 0,1 1 9 0,0-1-4 16,-2 4-2-16,1-1 5 0,-2 0-17 0,0 1 15 0,1 0-12 0,-1-1 20 15,0 2 0-15,1 0-8 0,-1 1-20 0,2-2 17 0,-2 1-15 16,0 1 33-16,1 1-6 0,-1 1-7 0,1-2-5 0,-1 0 4 15,1 0-4-15,1-2 8 0,0 2-5 0,1 0-3 0,1 2 3 16,0-1 0-16,0-1 4 0,1 1 1 0,0 2 1 0,1 1-5 16,0 4-7-16,1 3 9 0,1 3-9 0,2 1 13 0,-1 3-1 15,-1 1-4-15,1 2-7 0,-1 1 7 0,-2-2-6 0,1 3 4 16,-2-2 2-16,2 2-4 0,-1 0-3 0,1 1 2 0,-1-2-3 0,0-3 4 16,0-4 1-16,0-4 2 0,2 0-10 0,0 1 3 0,1-1-5 15,-2 1-31-15,-1-1-6 0,-5 2-23 0,1-2-18 0,0-2-2 16,1-1-13-16,4-1-88 0,0-2-22 0,1-3-30 0</inkml:trace>
  <inkml:trace contextRef="#ctx0" brushRef="#br0" timeOffset="136557.51">26625 7926 175 0,'-7'0'-20'0,"0"0"-59"0,2 0 94 0,-1 0 31 0,2 1-3 0,0-1 25 0,2 0-4 0,0 0-3 0,0-1-25 0,2 1 27 0,-2-1-25 16,2 0 22-16,0-1-16 0,0 1-21 0,0-2-13 15,0 2-3-15,2-1 5 0,-1-1 2 0,2 0 1 0,-1 1-5 16,2-1-8-16,0 2 19 0,1-2-18 0,0 3 14 0,1-1-10 0,2 1-9 0,2 0 11 16,-1 1-1-16,1-1 10 0,1 3 10 0,-3 0 7 15,2 0 2-15,0 1-18 0,1 0 22 0,1-1-24 0,-2 1 13 0,1-2-3 16,1-1-9-16,1 1 2 16,1-1 5-16,0 0-3 0,2-1 2 0,-2 0 1 0,1 0-9 0,2 0-16 0,-2 1 19 0,1-1-19 0,0 0 15 15,-2 0-8-15,1 2-9 0,1-1 4 0,-1-1-4 0,0 1 7 16,0 1 3-16,-2-2-3 0,1 1 3 0,-1 0-16 0,0 2 8 15,-5-2-7-15,-1 2 15 16,0-2-2-16,-2 3-2 0,6 0-20 0,0 1 13 0,0 1-10 16,-1 0 29-16,1 0-5 0,1-3-10 0,-1 5-1 0,0 0 5 0,-1-1-5 0,-1 4 2 0,0 0-4 0,0-2-3 0,0 3-6 15,-1 2 10 1,0-1-3-16,0 3 19 0,-1-2-2 0,2-1-13 0,-1-1-13 16,0 0 20-16,0 1-16 0,0 1 20 0,-2 0-7 0,-1 2-5 0,1-3 1 15,-1 1-3-15,1-2 5 0,0 1 5 0,-2 1-3 0,1-1-3 0,-1 5-18 16,1 3 22-16,-1 2-17 0,-1 1 27 0,2-1-6 0,1 1-11 0,-2 1-4 15,2-1 5-15,-3 0-2 0,1-1 16 0,0-3-4 0,-1-1-3 16,1 1-7-16,0-1 1 0,-1 4-2 0,2 1 2 0,1-5-3 16,-2 0 0-16,3 1-11 0,-2 0 10 0,2 1-4 0,1 0 24 0,-1 2-4 15,1 0-10-15,1 1-9 0,-2-1 18 0,4 2-13 0,-2-1 18 16,-2-2-6-16,0 2-11 0,0 0-8 0,0-1 15 0,-1-2-8 0,1-2 18 16,-1-1-1-16,-2 0-12 0,1 2-11 0,-3 0 13 0,0-2-12 0,-1-2 18 15,0 0-3 1,-1 0-5-16,2 1-12 0,-1-1 9 0,0 2-6 0,0 3 17 15,-1-1-2-15,1 0-9 0,1 4-4 0,1 0 8 0,-1 1-7 16,0 0 6-16,-1-3 1 0,0 0-4 0,2 1-14 0,-3 0 16 16,1-5-11-16,0 1 19 0,-1-2 3 0,0-1-10 0,0 6-4 0,1-3 7 15,-1-1-7-15,0-3 5 0,0 0-4 0,-3 0-1 0,4-2-8 16,-5 1 4-16,1 1 0 0,4 1 14 0,-2 1-2 0,3 3-6 0,0 1-9 16,4 2 15-16,-2 2-11 0,2 0 11 0,0 1 0 0,-1 0-7 15,0 2-14-15,0 2 14 0,1-1-11 0,-1 1 23 0,-1-1-1 16,-1-3-9-16,2 4-16 0,-2-3 20 0,1-2-17 0,-3-3 25 15,0-3-7-15,-1-1-7 0,0 0 2 0,-2-1-6 0,1-1 7 0,-1 2 1 16,0-2-3-16,1 0 0 0,-2 5-11 0,-1-1 13 0,1 3-8 16,0 2 13-16,-1 2-2 0,0-1-8 0,-1-1-11 0,1-3 13 15,-2-1-8-15,-1-1 26 0,2-1-5 0,0-3-11 0,0 1-11 0,0-4 13 16,2-2-11-16,3 0 17 0,0-2-6 0,2-2-5 0,0 2-8 16,-3-2 5-16,-1-1-1 0,0 0 13 0,-1 2-2 0,1-4-6 15,0 1-15-15,1-1 22 0,-1-2-16 0,-1 1 30 0,0-2-9 16,0 1-12-16,-2-1-2 0,2-1 1 0,-3 1 1 0,-1-1 3 0,2 0 4 15,-2 0-1-15,0 0-7 0,-2 0 11 0,-1 1-11 0,-1 1 11 16,-1 0-2-16,-1 0-6 0,-1 3-3 0,-2-1 2 0,-2-1-1 16,0 1 7-16,0-1 0 0,0 1-3 0,-1-2 2 0,1-1 0 0,1 1-2 15,1-1-7-15,1-1 1 0,1 0 0 0,2 0-2 0,0-3 9 16,0 3-5-16,1-3 11 0,0-1 0 0,1 1-8 0,-3 1-18 16,1-1 23-16,0 1-20 0,-1 0 30 0,2 0-6 0,1-1-13 15,0 2-11-15,0 0 12 0,0-2-8 0,-2 0 20 0,6 1-1 16,-2 1-10-16,-2-1-13 0,-1 0 17 0,-6 0-16 0,-1 1 22 15,1 0-7-15,-1 0-7 0,-2 1-1 0,2-2 3 0,-4 1 1 0,1 0 6 16,-1-2 2-16,-2 1-6 0,0 0-6 0,1 1 11 16,1-1-11-16,3-2 7 0,0 2-3 0,2-1-4 0,-2 0-3 15,0 2 11-15,1-1-5 0,0 2 6 0,3 2 0 0,1-1-13 0,2 0-5 16,2 1 19-16,0-1-12 0,4-1 20 0,3 0-5 0,0-1-13 0,0-2-1 16,-5 0 5-16,1 0 0 0,0-3 9 0,0 1-1 15,0-1-4-15,0-2-8 0,1-3 7 0,-1-2-6 0,0 0 4 16,-1-3-1-16,-1-2-5 0,0 0-10 0,-1-2 10 0,0-3-5 15,0 2 24-15,-1-2-1 0,-3-3-8 0,-1-6-14 0,-2-3 15 0,-1-3-14 0,0 0 16 0,1-3-2 16,1-2-5-16,-1-5-3 0,2-5-2 16,0-4 2-16,4-1 3 0,1 2 2 0,2 6 0 0,3 4-27 0,3 5 32 0,2 5-26 15,1 6 34-15,3 2-5 0,-1 0-14 0,1-1-10 0,1-5 12 16,-1 0-7-16,1-2 22 0,1 1-3 0,-1 3-11 0,1-2-1 16,1-1 4-16,-2-1-3 0,2 2 2 0,1-1-4 0,0 2 0 0,1-2 3 15,-2 0-7-15,-1-3 9 0,-1-4-2 0,-3-1 3 0,-1 0-1 0,0-5-22 16,-1 2 29-16,-1 0-25 0,1 0 29 0,-1 5-3 0,1 0-11 15,0 0-12-15,0-2 7 0,0-1-4 0,-1-4 22 0,1 3-2 16,0-2-5-16,2 2-17 0,1 2 16 0,1 2-14 0,1 6 20 16,3 6-5-16,1 3-8 0,0 4-2 0,1 4-1 0,0 2 3 0,-1 0 5 15,-1 4-1-15,-1-2-1 0,-2 1-12 0,1-1 13 0,0 2-9 16,-1-1 13-16,-1 3 1 0,1 0-7 0,0 0-16 0,-1 3 12 16,0 1-11-16,0 1 24 0,0 1-9 0,0 1-8 0,1 2-38 15,-1 0-5-15,2 1-8 0,-1 1-52 0,0 2-27 0,-1 0-25 0</inkml:trace>
  <inkml:trace contextRef="#ctx0" brushRef="#br0" timeOffset="148070.72">26803 11492 256 0,'-10'-15'6'0,"5"8"112"0,-1 2-43 0,3 2 10 0,-1-1-43 0,2 3-4 0,0 1 5 0,0 0-3 0,-2 0-6 0,2 0-3 0,0 3-10 0,-1-2-3 0,1 1 2 0,0 1-5 0,0 1-2 16,-1 0-1-16,1 1-22 0,-1-1 24 0,1 1-20 0,-2 0 36 0,2 1-9 15,0 2-14-15,0 1-11 0,0 2 2 16,1 1-2-16,0 2 18 0,1-1-4 0,1 2-1 0,2 1-20 16,0-2 16-16,0 0-13 0,2-1 21 0,0-3-8 0,1 1-9 0,0 1-16 15,0-1 14-15,1 0-8 0,-1 1 14 0,-1 2-10 0,1-1-23 0,-2 1-19 0,1-1 2 16,-2 0-13-16,1-2-42 0,-2 0 2 0,-1 0-3 15</inkml:trace>
  <inkml:trace contextRef="#ctx0" brushRef="#br0" timeOffset="148402.99">26546 11913 345 0,'-3'-3'77'0,"0"-3"206"0,0 2-241 16,3 1-8-16,1 1-10 0,4 1-31 16,0-3 22-16,3-1-18 0,2-2 40 0,-3 2 5 0,3-3-9 0,3-1-20 0,2-1 17 0,9-1-23 15,0 0 5-15,-1 1-6 0,1 1-6 0,-2 0 1 0,-1 2-4 16,2-1 6-16,-1 2 4 0,0 0-2 0,0 1 0 0,2 0-5 15,-3 1 7-15,-1 0-5 0,1 1 8 0,-1-1-7 0,-1-1-3 0,0 2-3 16,1-1-5-16,-1 2 7 16,-1 0 12-16,-3 0-5 0,-7 1-2 0,-2-1-11 0,1 1 6 15,-1 0-10-15,5 1-17 0,-1-2-9 0,-2 2-11 0,0-1-23 0,-1 0-37 16,-2-2 16-16,1 2-80 0,-3-2 13 0,2 2 6 0</inkml:trace>
  <inkml:trace contextRef="#ctx0" brushRef="#br0" timeOffset="148688.29">26419 11534 611 0,'-6'-7'215'0,"1"0"-93"0,2 0-62 0,2 1-15 16,1 1 24-16,2 1-19 15,2-1-30-15,3 0-16 0,2 0 11 0,2-3-7 0,4 0 17 16,1 1-3-16,0-1-13 0,7 1-15 0,-2 0 18 0,2-1-17 16,-5-1 15-16,-3-1-4 0,1 0-8 0,4-1-11 0,4 2 14 0,1-1-8 15,-2 1 19-15,-3-1-6 0,1 1-13 0,-2 0-23 0,1 0 18 0,1 1-18 0,-1-1 6 0,2 2-17 0,-1-1-19 0,-1 0-26 32,-1 1-41-32,-1-2 18 0,2 0-107 0,-1 0 120 0,-1 1 3 15</inkml:trace>
  <inkml:trace contextRef="#ctx0" brushRef="#br0" timeOffset="149133.24">27422 11214 337 0,'-59'-8'332'16,"56"7"-318"0,-55 1-9-16,40 4 4 0,1 2 15 0,1 2-9 0,3 2-5 0,-2 1 10 15,2 1-11-15,-2 2 12 0,1 0-17 0,-1 0 2 0,1 2-4 16,-1 2-15-16,1 2 18 0,1 3-17 0,3 3 23 0,0 1-3 15,1-2-6-15,2-1-14 0,1 1 9 0,2 0-5 0,2 1 25 16,1-4-1-16,1-2-8 0,3-1-17 0,1-1 27 0,4-4-22 0,2-2 34 16,3-2-7-16,1-1-11 0,7-1 8 0,0 0-4 0,1-3 7 15,1 0-11-15,-4 1 6 0,1-3-4 0,3-3 11 0,0-2 29 16,2-1-18-16,0-4 23 0,-2-2-12 0,-2 0-20 0,1 0-17 16,-4-1 17-16,0 1-11 0,-3-1 30 0,-1 0-10 0,-2-1-12 0,-2 0-21 15,-1-1 15-15,-1 1-15 0,-1-1 12 0,-1 0-7 0,-3 1-10 0,-2-3 5 16,0 1-2-16,-2-2 6 0,-1 1-3 0,-2-3 1 15,-1 1-5-15,-1-1-4 0,-1 3 4 0,-1-1-7 0,-1-1-6 0,-3 3-5 16,1-3-1-16,-2 0-17 0,-1 1 10 0,1 0-6 0,-1 2 20 16,1 0-2-16,-1 2-9 0,1-2-46 0,0 0 5 0,1 1-16 15,0 3-17-15,3 4-15 0,0 2-16 0,0 3-98 0,-1 0 133 0</inkml:trace>
  <inkml:trace contextRef="#ctx0" brushRef="#br0" timeOffset="149415.6">27338 11442 1149 0,'-10'2'-35'0,"5"-2"51"0,4 1-8 0,1 2-12 0,2 1-8 0,2 4 18 0,1 1-7 0,3 3 45 0,1-1-12 0,1 3-13 0,4-2-11 0,-1 3 7 0,4-1-5 0,0 1 4 0,2-2-5 16,0 2-5-16,4-1-14 0,-1 0 13 0,1 0-7 0,-2 0 21 15,-7-2-2-15,-1-2-13 0,-1 0-17 0,2-1 7 0,6 0-14 16,0 0-16-16,-2 0-20 0,-1 2-15 0,-2-2-32 0,-3-1-41 0,-1-1 19 16,-1 1-100-16,-1-5 126 0,-1 3 4 15</inkml:trace>
  <inkml:trace contextRef="#ctx0" brushRef="#br0" timeOffset="150066.95">27842 11145 798 0,'1'0'38'0,"1"5"-28"0,2 1-2 15,0 4-5-15,2 3 20 0,1 4 1 0,-1 2 3 0,1 5-10 0,1 2-4 0,-1 2 1 0,-1 4-2 16,1-2-3-16,-1-1-2 16,-1 3-16-16,0-5 21 0,1-1-15 0,-2-2 24 0,1-2-3 0,-1 1-14 0,3-3-18 15,0-1 16-15,0-3-12 0,1-2 28 0,-1-1-2 0,2-4-10 0,1 0-10 0,1-1 12 16,1 1-11-16,-1-2 6 0,-2-2-1 0,0 0-2 0,-1-1 0 15,-3 0-5-15,-1-2 5 0,-2 0 2 0,-1-2 4 0,-1 0-1 16,0 0-25-16,0 0 34 0,-1-3-30 0,-1-1 41 0,-4-1-6 0,0-3-16 16,-4-1-6-16,-2 0 2 0,-3-1-3 0,-2-1 13 0,2-2-3 15,-3 0-2-15,1-2-27 0,-1-2 31 0,1 0-24 16,1 0 38-16,3-3-6 0,1 1-18 0,1-3 12 0,1 2 16 0,4-1-2 16,-1 0 33-16,3 1-13 15,2 3-16-15,1-3-14 0,1 5 2 0,0 1-7 0,1 0-2 0,3 2-2 0,-1-1 2 0,1 1-2 0,2-1-5 31,1-1 4-31,2 1-3 0,0-1 1 0,2 2-1 0,2-2-8 0,3 1 14 0,2 1-11 0,2 0 15 0,2 2-6 0,1 0-8 0,2-1-10 16,0 2 13-16,-5 2-5 16,-1 0 19-16,1 4 0 0,2 0-13 0,6 2-11 15,-1 1 14-15,-5 0-13 0,-2 2 10 0,-3 0 2 0,-2 3-5 16,-4 0-9-16,-2 1 13 0,-1 2-10 0,-4 0 15 0,-1 1 2 16,-3 1-9-16,-5 3-3 0,-1 3 13 0,-4 3-11 0,-3 3 7 15,-4 2-5-15,-2 3-5 0,-4 2 5 0,-4 0-6 0,-1 2 8 16,0-2 0-16,-1 1-1 0,10-9 1 0,-1 2-9 0,2-5 19 0,3-2-13 15,-3 0 38-15,7-4-3 0,2-3-5 0,2-3-3 0,4 1-2 16,2-2-1-16,0-1-12 0,2-1 0 0,1 3-1 0,1-1-14 16,3-1 20-16,1 1-16 0,1-2 27 0,2-1-8 0,2 0-13 0,3 2-14 15,0-3 13-15,2 3-9 0,-4-1 18 0,1-1-1 0,4 2-11 16,5 0-4-16,6-1 12 0,2-2-10 0,0-1 14 0,-1 1-10 16,1 0-8-16,2 2-10 0,1 0 9 0,-2 0-3 0,2 1 29 0,0-1-11 15,-1-2-5-15,1 2-30 0,-7-2-10 0,-3 0-2 0,-2 1-55 16,-1-1-18-16,4 1-22 0,1 0-85 0,-3-2-68 0,3 0-3 15</inkml:trace>
  <inkml:trace contextRef="#ctx0" brushRef="#br0" timeOffset="167094.74">30345 7851 428 0,'-8'-7'105'0,"2"1"133"0,0 2-189 0,0 0-18 0,1 3-25 0,0 0 21 0,2 1 0 0,-1 0-12 0,2 1 0 0,1 0 14 0,0-1-12 0,0 0 14 16,0 1-6-16,1-1-7 0,0 0-20 0,0 0 4 0,0 0-4 15,0 0 18-15,0 0-5 0,0 0-6 0,0 2-18 0,-1 1 9 16,2 0-9-16,1 3 20 0,1 5-4 0,2 0-3 0,0 5-8 0,2-2 3 15,1 0-1-15,1 0 12 0,0-1-3 0,2 1-2 0,2-1-13 16,2-3 12-16,1 1-11 0,4 2 19 0,0-3-6 0,3 1-5 0,3-2-16 16,-3-4 16-16,1 0-9 0,-7-1 27 0,-3-1-2 0,2 3-12 15,2-3-1-15,4-1 3 0,1 0-3 0,-1 0 4 0,-1-2-2 16,1 0-1-16,3-3-5 0,1 0 10 0,2-2-4 0,1 0 29 16,-1-3-8-16,0 2-11 0,3 1-20 0,3-3 19 0,1-1-14 0,0-2 27 15,-8-5-8-15,-1 1-10 0,2-3-10 16,0-2 10-16,5-3-4 0,0-3 32 0,-2-3-4 0,0-2-8 0,1-2-12 0,2 1 19 15,-1 0-17-15,-1-2 15 0,-2 2-6 0,0-2-10 16,-2-3-5-16,-1-1 5 0,-5 3-2 0,-1-1 13 0,-4 1-2 0,-2-1-6 0,1-1-17 16,-3 0 24-16,1 2-21 0,-2 1 31 0,-2 3-11 0,-1-1-12 0,-2-4-13 15,-1-3 10-15,1-4-5 16,-1 2 21-16,-1 0-6 0,0 1-11 0,-1-3-15 0,2-3 17 0,0 3-15 0,-1 0 19 16,2 4 2-16,0-1-7 0,1-5-10 0,-1-3 6 0,2-1-7 15,-1-4 9-15,1 4-1 0,1-3-4 0,1-4 3 0,0 1 2 0,-1 2 0 16,0 0-2-16,-1 1-5 0,-2 3-5 15,-1-7-3-15,-2 3 9 0,-2-1-2 0,-1 1 19 0,-1 6-2 0,-1 2-9 0,-2 2-3 0,-3-2 1 16,-2-1-1-16,-1 0-4 0,-1 1 4 0,-1 1 3 0,0-4-18 16,-2-1 13-16,1 2-13 0,0 2 21 0,-1 7-1 0,0 0-5 0,-2-3-19 15,-1 0 21 1,0-1-19-16,-2 4 17 0,-3 3 0 0,1 1-12 0,-3-1-15 0,0-1 11 0,0 0-9 16,-3 3 24-16,-2 6-1 0,-3 2-3 0,-2 2-17 0,-2 1 27 0,0 1-21 0,0 2 30 0,0 2-2 15,1 2-11-15,-3 0-3 0,-5 2 4 0,0 0-2 0,-1 3 5 16,3 4 2-16,-1 0-6 0,-5 5-11 0,-1 1 18 0,-5 1-14 15,0 5 17-15,5 0-2 0,2 3-9 0,-1 1-11 0,3 2 13 16,1-1-9-16,3-1 19 0,1-1-3 0,0 3-8 16,-2 1-4-16,-2-1 4 0,2 4-5 0,2 1 1 15,3 2 2-15,0 2 1 0,-1 4-10 0,0 3 10 0,1 3-9 16,2 5 19-16,0-1-4 0,5 3-8 0,-3 2-11 0,-4 1 13 16,0 7-8-16,-2 2 16 0,0 2-4 0,1 8-5 0,0 8-9 0,1 5 5 0,2 4-2 15,1 0 18-15,-2-5-4 0,1 1-6 0,1 3-14 0,6 2 15 16,2 3-12-16,-1-4 22 0,-1-5-5 0,-2-3-6 15,1 4-6-15,5 0 5 0,2 0-3 0,3-2 10 0,3-4 1 16,3-2-7-16,3 3-7 0,1 0 8 0,5 4-8 0,2-1 6 0,2-2 0 0,5 1-3 0,2-4 5 0,3-2 1 16,3-5 3-1,4-3 5-15,2-4 4 0,4-2-5 0,7-2-13 0,2-2 23 0,-6-6-21 0,5 2 23 16,-1-3-6-16,1-4-8 0,11 1-6 0,0-4 2 0,1-1-1 0,2-2 7 0,1 0-4 0,6-1-4 16,4 1-5-1,-5-2 4-15,3-1-2 0,-3-1 4 0,-1-2-2 0,6 0-6 0,5 2-10 16,8-2 14-16,3 2-12 0,-2 0-15 0,-1-2-29 15,-1 4-37-15,7 0-128 0,8 1-54 0,6 2-23 0</inkml:trace>
  <inkml:trace contextRef="#ctx0" brushRef="#br0" timeOffset="195335.73">19885 6419 80 0,'0'-4'-53'0,"0"2"27"0,1 1 27 0,0-2 0 0,0 2 8 0,2-1-6 0,-1 1 2 0,0 0 7 0,0 1-3 0,-1-1 9 0,2 1 7 0,-1 0-4 0,-1 0-4 0,0 0-21 15,-1 1 19-15,1-1-16 0,-1 1 32 0,0 0-3 0,0-1-3 16,0 0-16-16,0 3 11 0,0 0-7 0,0-2 22 0,0 1-1 16,-1 2-10-16,1-1-38 0,0 2 31 0,-1 0-32 0,1 1 37 15,0 0-6-15,0-1-11 0,0 2-14 0,0-1 14 16,1 0-8-16,-1 2 28 0,0-3-1 0,-1 1-16 0,1 1-13 15,-1 0 29-15,0-3-26 0,-1 2 28 0,0 0-5 0,0-3-10 0,0 5-16 0,0 0 17 16,-2-2-12-16,2 2 29 0,-1 0-5 16,-1 0-17-16,1-2-27 0,0-1 35 0,0 1-30 0,1-2 38 0,0 4-9 0,1-1-17 0,0 1-12 15,0-2 13-15,1 2-5 0,-2-2 28 16,2 1-7-16,0-1-13 0,-1 1-2 0,1-1 2 0,0-1-2 0,-1 2 2 0,1-4-1 16,-1 3 0-16,0-3-13 0,0 3 12 0,-1-1-8 0,0 0 28 0,1 0 2 15,-1-1-11-15,0 1-5 16,0-1 9-16,-1 2-11 0,0 1 8 0,1-2 0 0,-2 1 1 0,1-1 4 0,1 2-7 0,-3-1 7 15,2-1-2-15,1 1 3 0,-2 1 4 0,1-2-12 0,1 1 11 0,-2 1-12 16,2-1 5-16,0 1-3 0,1-1-6 0,-2 2-8 0,1-1 8 16,1 2-6-16,-1 2 12 0,0-1 3 0,0 1-7 0,0 2-16 15,0 1 18-15,-1-1-18 0,-1 2 17 0,2-2-1 0,-1 0-7 16,-1 1 0-16,1 0-2 0,-3 0 1 16,2 2 5-16,-2 2 1 0,2-1 3 0,-2 0-29 0,0-3 32 15,1 0-27-15,-2-2 36 0,-1 2-4 0,0-1-14 0,0 1-7 16,1-1 1-16,-1-2-1 0,1-1 15 0,0 1-2 0,1-2-3 0,1 1-13 0,-1 0 16 0,2 0-14 0,-1 0 12 15,1-1 0 1,-2-1-7-16,2 1-11 0,-2-1 16 0,1-1-9 0,5 2 27 0,-2 0-2 0,2 2-11 16,0 0-22-16,-5 1 25 0,-2-1-21 0,0 2 36 0,1-1-10 15,-1-2-14-15,0 4-20 0,0-1 19 0,1 1-11 16,0-1 30-16,0-5-4 0,1 1-15 0,-2 0-10 0,0 0 17 0,1 2-14 0,-2-2 21 0,2-2-6 0,1 1-8 0,-1 0-7 16,0-1 4-16,1 1 0 0,-1-2 14 15,0 2 0-15,1-4-9 0,-1 2-17 16,1-4 24-16,-1 0-22 0,0 3 21 0,1-3-2 0,-2 4-8 15,-1 0 3-15,1-1-4 0,1 4 4 0,-2 0-1 0,1-1 0 0,-1 1-2 0,0 0-15 0,1 0 22 0,-1-1-17 0,0-1 23 16,0 0-2-16,0 0-10 0,-1 2-9 0,1-2 9 0,-1 0-5 31,0 0 16-31,1 1-1 0,1-2-11 0,-2 0-14 0,1 1 25 0,-1 0-19 16,0 0 21-16,0-2-4 0,0 1-10 0,0-1 5 0,-1 1-10 16,-2-1 9-16,0-1 0 0,1 1 1 0,0 0 5 0,1 0-27 15,-1 0 25-15,0 1-22 0,1 1 28 0,1-2-4 0,5 3-10 0,-2-1 2 16,-2 0-2-16,0-1 3 0,-6 2 1 0,-1-1 1 0,2 1-2 15,-1 0-1-15,1-2 7 0,-1 2-8 0,0 0 0 0,1 1-1 16,1-2-2-16,0 0-1 0,-1 0 1 0,0 1 1 0,-1-2 10 16,2 2 2-16,1 0-2 0,-2-1-25 0,2 1 24 0,0 1-23 15,0-1 27-15,-1-1-5 0,2 1-8 0,0 2 0 0,0-1-1 0,0 2 4 16,0-2 4-16,1-2 3 0,1 1-2 0,-1 0-13 0,0-1 11 16,0 5-12-16,1 1 12 0,1-3-1 0,1 3-2 0,-2-1 0 15,0-1-4-15,0 0 5 0,0 1 4 0,0-1 0 0,3 0-1 0,0-1-22 16,1 0 22-16,0 0-19 0,1 0 24 0,0-2-2 0,2 1-11 15,-2 1-3-15,2-1 3 0,0 0 0 0,0 2 11 0,1 0 1 16,0 1-8-16,0 3-13 0,1-1 28 0,1 1-23 0,-1-1 29 0,2 1-4 16,-1-1-10-16,1 1-3 0,1 2-4 0,-1 1 3 0,2-1 6 15,0 3 0-15,2 0 0 0,1 3-11 0,0-4 11 0,-1 1-12 16,1-4 10-16,0-2 8 0,-1 2 1 0,3 3-26 0,0-1 19 16,1 1-19-16,3 0 26 0,-1-3-1 0,2-1-13 0,2-2-16 15,1 2 23-15,2-2-21 0,1 2 25 0,2 1-6 0,1-1-9 0,1 3-6 16,0 1 6-16,-2-1-1 0,0 1 14 0,-1 2-1 0,1 1-8 0,-3-1-23 15,1 5 28-15,-6-1-24 0,-3-1 34 0,2-1-6 16,-2 0-12-16,8 1-5 0,-2 3 3 0,-1-2 1 0,0-2 13 16,-2 1-4-16,-2-5-6 0,-1 2-7 0,1 3 9 0,-1-1-7 15,2 1 8-15,-2 3-1 0,0 1-3 0,1 1 0 0,-2 2-1 0,-1 1 1 16,-2 1 1-16,-3 1 1 0,-1 3-2 0,-2 1-10 0,-3 1 17 16,-1 4-14-16,-3-3 20 0,0 0-6 0,0 1-7 0,2 2-4 0,1 2-8 15,-1 2 6-15,2-2-7 0,1-4 7 0,-1-1 0 0,1-4-34 16,0-4 13-16,2-2-23 0,1-2-29 0,1-3-19 0,3-2-27 0,2 1-86 15,2 0 122-15</inkml:trace>
  <inkml:trace contextRef="#ctx0" brushRef="#br0" timeOffset="200364.08">19859 6394 197 0,'-5'-4'-4'0,"-1"1"-42"0,1-1 60 0,0 3 30 0,0-1-14 0,1 0 12 0,0 1 0 0,1 1-4 0,0-1-31 0,0 1 20 0,1-2-24 0,0 2 11 16,1 0-3-16,0-1-8 0,1 1 4 0,0 0-5 0,0 0 6 15,0 0-1-15,0 0 0 0,0 0-1 0,0 0-9 0,0 0 8 0,0 0-9 16,0 0 1-16,0 0-1 0,0 0-3 0,0 0-9 0,0 0 10 15,0 1-3-15,1 2 26 0,-1 1-4 0,0-2-8 0,0 5-29 16,-1-1 32-16,0 1-26 0,-1 0 40 0,0 1-10 0,0-2-15 0,0 3-10 16,-2-1 13-16,2 1-4 0,-1 0 26 0,1 0 0 0,-1 0-15 15,1 1-21-15,0 0 37 0,1-1-33 0,0 0 31 0,-1-2-4 16,1 2-17-16,1 0-9 0,-1-2 13 0,1 1-8 0,0 0 20 0,1-5 0 16,-1 3-13-16,1-3-15 0,1 4 19 0,0 2-19 0,-1 0 17 15,1 1-2-15,0 0-7 0,1 0 0 0,-1 2-1 0,1 0 5 16,0-4 15-16,-1 1-5 0,0 2-6 0,0-2-23 0,2 1 22 15,-2-1-18-15,-1 0 28 16,1 1-2-16,-1 0-8 0,0 1-5 0,1 1-5 0,-1 1 4 0,-1 0 7 0,1 2 3 16,0-1 0-16,0 3-20 0,1 2 22 0,1 2-21 0,-1 1 25 0,0-2-3 0,1 2-7 0,2-2-7 15,-2-1 7-15,2 3-4 0,-2 0 16 16,1-3-1-16,-1-3-6 0,-1-2-16 0,2 1 16 0,-1-2-14 16,-1 3 21-16,1 1-5 0,1-4-7 0,0 4-4 0,1-3-7 0,-1 0 7 15,1 0 10-15,-1-1 3 0,1-3 2 16,-1 1-26-16,1 1 27 0,-2-2-24 0,1 0 29 0,-1 1-8 0,0-2-10 0,1 1-2 15,-2 0 0-15,1 3 3 0,2 0 4 0,-2-1 2 0,2 3-5 16,-2-3-21-16,-1 1 36 0,2-1-28 16,-2 2 47-16,0-1-8 0,1-1-16 0,0 2-17 0,0 0 12 15,0 2-7-15,2 2 24 0,-1-2-3 0,2 1-13 0,0-4-6 0,-2-2 20 16,1 0-15-16,0-1 16 0,1 1-7 0,-1 0-11 0,3 0-4 16,0 2-2-16,0 0 2 0,1 2-1 0,1-2 3 0,1 0-1 15,2-2-15-15,-2-2 18 0,-1 1-16 0,0-1 23 0,-5 3-10 0,0 2-9 16,2 3-3-16,0-1 2 0,6 1 4 0,0 0 13 0,1-3 1 15,1 0-6-15,-1 1-11 0,0 0 13 0,-2 0-15 0,-1 1 9 16,0-3-1-16,-1 1 0 0,0 0-13 0,-1 0 11 0,0 2-8 16,0-1 20-16,-1 2 2 0,-2-1-11 0,2-2-2 0,-2 0 6 15,-1 2-7-15,0-2 5 0,-1 4-5 0,0-2-2 0,-1 2-1 0,2-1 4 0,-2-3 0 0,0 1 6 16,1-3 5-16,0 2-7 0,2 1-13 0,-1 2 16 0,4 5-17 0,0 0 13 0,2 2-3 0,0-4-1 31,-1 1-9-31,1-4 8 0,0 0-3 0,2 3 12 0,-1 0 1 0,3 1-8 0,-1-1 2 0,1-1 5 0,-1-1-6 0,0-1-1 31,-2-6-5-31,2 1 1 0,-2 5 6 0,-1-5-2 0,-1 5 5 0,-6-2 0 16,-2 2-1-16,-1-3-4 0,0 0-1 0,4 0 7 0,0 0-6 16,-1-2 7-16,-1 1-6 0,-1-2-1 0,1 1-3 0,-1 1-3 15,-1-1 6-15,0 0 10 0,-1-1-3 0,1 1-3 0,0-1-7 16,-1 0 9-16,1 0-7 0,1 1 7 0,-2-1-4 0,0-1-3 0,0 3-13 16,-2 1 13-16,1-1-7 0,-1 3 25 0,1 0 1 0,-2 0-11 15,-2 4-21-15,1 2 23 0,-2 0-24 0,0 1 21 0,2-3 4 16,-4 1-4-16,5 0-9 0,-1 0 3 0,0-2-5 0,-2-1 12 0,-5-1-2 15,-4 0-3-15,1 0-14 0,-5-2 16 0,0 1-14 0,-2-1 17 16,1-1-4-16,-2 0-4 0,-3 0-10 0,-1 1 10 0,0-4-5 16,1 2 18-16,-1-2 1 0,2 0-11 0,-1 0-7 0,2 2 7 15,-1-2-9-15,2 5 2 0,0-1 2 0,3 4 1 0,0 4-8 0,0 3 10 16,6 2-6-16,-4 2 18 0,-1 3-1 0,0-1-6 0,-8 8-27 16,-1-3 26-16,2 1-22 0,1 1 38 0,0 0-7 0,3 2-14 0,-1 3-19 15,2-1 15-15,1 0-10 0,1-1 36 0,4-1-6 16,0-2-8-16,2 2-20 0,2-5 18 0,2-2-16 0,0 0 21 0,2-3-7 15,3 0-5-15,1-1 0 0,2 0-11 0,0-1 12 0,1 2-4 16,1-2 2-16,3-3-2 0,-1 1-51 0,1-2 14 0,-1-3-32 0,2 1-56 16,0-4-56-16,1-2-43 0</inkml:trace>
  <inkml:trace contextRef="#ctx0" brushRef="#br0" timeOffset="210185.29">23454 5692 256 0,'0'-17'-3'0,"-3"10"-32"0,0-1 17 0,-1 0 2 0,-1 2 16 0,-1 2 10 0,1-1-6 0,-2 2 20 0,-1 0-12 0,-1 0-9 0,0-1-3 0,1 0 21 16,1 1-7-16,0-1 43 0,1-1-11 0,1 1-18 0,-1 0-23 16,1 1 35-16,-1 2-27 0,0 1 45 0,2-1-10 0,-2 1-17 0,0-2-31 0,2 2 16 15,-1-1-13-15,1 1 30 0,1 0-8 0,0 1-17 0,1 2-16 16,1-2 14-16,-1 1-12 0,1 3 11 0,-1-1-2 0,1 5-3 0,1 2 2 16,-1 2 8-16,1-2 0 0,0 5 20 0,-1-3-1 0,1 1-9 15,-1 0-15-15,0 2 16 0,0 0-17 16,-2 0 14-16,1 2-4 0,-2 1-6 0,-1 2-8 0,0 1 7 15,-1 2-1-15,-1 0 20 0,1 2-6 0,-3 0-10 0,0 3-10 0,0-1 11 16,0 2-10-16,0 0 9 0,-3-3-3 0,2 1-5 0,-1 4-6 0,2 2 7 0,1 2-5 16,0 1 7-16,3-1 4 0,-1 1-8 0,4 4-5 15,0 0 20-15,1-3-17 0,1 0 18 0,0-2-4 0,0-2-8 0,0 1 3 16,0 1-4-16,0-1 7 0,0 2 5 0,0-2-3 0,0-2 0 0,0 4-28 16,1 1 25-16,-1 2-21 0,0-2 32 0,0 0-8 0,-1-3-15 0,-2 1-12 15,0-1 14-15,-3 1-7 0,2 0 23 0,-2-2-3 0,1 2-11 16,0 4-6-16,2 2 6 0,4 5-7 0,2 4 9 0,-3-1-4 15,7 2 0-15,-8 1-6 0,0 0 2 0,4-2 1 0,-3-1 12 0,8-1 1 16,2-3-5-16,1 4-23 0,3 0 29 0,0-2-26 0,2 1 30 16,-2-6-5-16,-2 1-11 0,-1-1-10 0,-2-2 8 0,-2 0-4 15,0 2 18-15,-3-2 2 0,1 3-8 0,-3 2-23 16,-1 4 24-16,-1-1-22 0,-3-2 25 16,-3 0-4-16,-1-4-9 0,-1 1-60 0,0-3 14 0,-1-3-24 15,2 0 4-15,-2-4-13 0,1-2-18 0,0-2-36 0,2-1-21 0,0-1-2 0</inkml:trace>
  <inkml:trace contextRef="#ctx0" brushRef="#br0" timeOffset="211437.05">23248 5590 126 0,'-7'-5'-2'0,"0"-1"2"0,2 3 2 0,2-1 9 0,0 1 20 0,2 2-1 0,0-2-3 0,1 2-19 0,-1 0 27 16,1 1-24-16,0 0 17 0,0 0-13 0,0 0-17 0,0 0-2 0,0 0-1 0,0 0 5 15,0 0 8-15,0 0 6 0,0 0-1 0,0 0-13 0,0 1 32 16,0 0-28-16,-3 3 18 0,0 0-7 0,0 2-15 0,-1 1 0 0,-1 0 3 15,0 0 3-15,0 1 17 0,-1-1 1 0,2 1-7 0,-1 3-31 16,2 0 29-16,0 0-30 0,-1 1 28 0,2-1-4 0,0-2-10 0,0 1-3 16,0-2 5-16,0 2-1 0,-1-1 22 0,-1 0-3 15,0-1-3-15,-1 1-20 0,1 1 22 0,0-1-18 0,-2 1 26 16,0 1-2-16,1 0-10 0,-1 1-9 0,3 0 5 0,-1-1-3 0,2 0 10 16,0 2 0-16,0-1-8 0,-1 4-15 0,7 0 15 0,-1 2-14 15,0-1 19-15,2 3-4 0,-6 0-2 0,1 2-5 16,-1 1-3-16,0 0 3 0,1 1 7 0,0-4 1 0,0 0-1 0,-2 3-30 15,2-1 31-15,-2 2-27 0,1-2 34 0,-2-4-5 0,-1 0-16 0,1-2-13 16,0 2 16-16,0 0-10 0,1 1 28 0,1 2-2 0,-1-1-13 16,-1 2-14-16,0-3 16 0,0-2-15 0,-2 0 15 0,0-3-1 15,-4 1-6-15,0 3 1 0,-1-1-2 0,1 3 3 0,-2 1 7 0,1-3-1 16,0-1-5-16,-1-1-22 0,1-2 27 0,0 3-23 0,0-2 34 16,1 0-4-16,0-1-9 0,0-2-16 0,0-2 11 15,0 0-7-15,0 1 30 0,-2-2-3 0,-1-2-8 0,0 2-26 0,0 0 26 0,-1 0-24 16,0 0 29-16,0 0-8 0,0 1-8 0,0-1-15 0,-3 2 11 15,1-3-5-15,1 0 32 0,-1 0-9 0,0 0-13 16,0-2-8-16,-1 0 5 0,2 1-5 0,0 0 12 0,3 0-4 16,-1-1 0-16,0 1-16 0,1 0 12 0,4 1-8 0,-1 0 27 0,-2-1-5 15,-2 2-10-15,-7 2-5 0,-2-1 7 0,0 0-6 16,1 0 8-16,0 1-2 0,1-1-1 0,0 3-18 0,1-1 11 0,0 0-8 0,-1 3 31 0,1-1-5 16,1 0-11-16,1-2-11 15,0 1 13-15,1 0-11 0,-1-1 15 0,1 2-4 0,2-1-5 0,-1 0-10 16,2-1 12-16,1-3-5 0,-1-1 15 0,3 1 0 0,2-1-12 0,-1-1-16 15,2-1 24-15,1 2-19 0,0-2 22 0,2 0 0 0,-1 1-10 0,0 0-13 16,0 2 15-16,1 0-9 0,1 2 27 0,1-1-3 0,-2 1-9 0,2 2-5 16,0-1 6-16,0 1-8 0,1 1-2 0,0-2 1 0,2 1 0 0,-1 0-2 15,3 1 2-15,-1-1 1 0,2 1 4 0,1-2 6 0,1 0-9 16,2 1-16-16,1-1 34 0,3 0-30 0,1 1 32 16,0 0-1-16,0 2-13 0,1 2-17 15,1-3 16-15,0 3-13 0,0 1 26 0,1 2-1 0,0 2-13 0,2-2-14 0,3 0 16 0,1-1-17 0,0 0 15 16,0 2 0-16,3 0-3 0,2 4-14 15,3 0 15-15,1 2-10 0,-2 1 32 0,-6-1-5 0,-1-1-9 0,2 1-14 16,1 0 13-16,4 1-12 0,0 0 17 0,-5-4 0 0,-1-2-7 0,-2 2-15 16,-2-1 9-16,-1 2-8 15,-1 0 20-15,-3-4-2 0,-3 3-8 0,0 0-10 0,-3 3 15 0,-2 4-13 0,0 1 7 0,-1 3 0 0,-3 0-6 16,-2 6-14-16,0 2 16 0,-1-4-11 0,-2 4 17 0,-1 0 0 16,-3-1-14-16,1 6-52 0,-1-1 8 0,0-3-28 0,3-2-50 0,1-2-24 15,2-3-25-15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7:36:23.53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21256 6354 216 0,'2'-8'147'0,"4"1"-92"0,1 3 75 0,1 1-111 0,1 2-11 0,-2 1-18 0,2 1 30 0,1-1-8 0,2 1-10 0,0-1-2 0,2 0 5 0,1 0 1 0,1 0 18 0,-1 0-1 16,0-1-4-16,2-1-19 0,1 2 30 0,0-4-26 0,2 1 34 0,-1-1-3 0,3 1-11 0,4-3 1 15,-1 3-1-15,2-3 0 0,-6 0-6 0,0 2 0 0,5-2-3 0,3 2-29 16,8-2 27-16,-1 0-23 0,-1 1 37 0,-3 0-4 16,2 1-11-16,3 2-14 0,2-1 11 0,4 1-8 0,1 0 25 15,1 1-1-15,-4 0-6 0,8-3-6 0,0 1 10 0,0 1-9 16,6-2 6-16,-5 1-1 0,1 3-3 0,7-1-5 0,-1 1-2 15,0 0 1-15,3-1-3 0,-2 0 1 0,-1-1 0 0,6 1-21 0,-1 1 26 16,2 0-23-16,1 0 27 0,-2 1-9 0,3-1-13 0,4-1-3 0,0-1 7 16,4 2-1-16,0-2 14 0,-2 1-1 0,2-2-10 0,4 0-12 31,1-1 17-31,-3-1-11 0,2 1 18 0,-4 1-6 0,0-1-8 0,4 2-15 16,-2-2 15-16,-2 1-5 0,1 1 32 0,-2 1 5 0,1 1-6 15,4 1-10-15,3-1 19 0,0 2-19 0,-1 0 17 0,-3 3-6 16,1 0-5-16,8 3-25 0,-2-2 11 0,1 2-9 0,-2-1 27 0,-6 1-6 15,1 2-9-15,3 1-15 0,-1-1 5 0,-4-3-5 0,-4 2 9 16,-7 0-4-16,-2 0-1 0,3 3-32 0,-3-2 9 0,-5 0-13 16,-1 1-9-16,-8-4-6 0,0 2-20 0,0-1-37 0,-8-2-45 15,-1 2 4-15,-3 0-166 0,-3 1 177 0,-11 0-1 0</inkml:trace>
  <inkml:trace contextRef="#ctx0" brushRef="#br0" timeOffset="454.96">22500 6514 442 0,'92'-20'123'0,"-42"11"-105"0,1 0 20 0,-2 0 9 0,-11 6 13 0,2-1 7 0,2 0-16 0,-1 1 15 0,4-3-17 0,3 3 10 0,0-1-9 16,1 0-12-16,1 0-12 0,-1 0 4 0,2-1-6 0,0 1 2 16,3-1-5-16,0 3-1 0,4-4-17 0,5 3 9 0,0 0-8 0,1-1 17 15,-1 0-1-15,0 2-7 0,5-2-18 0,2 1 14 0,4 1-14 16,-1 1 17-16,-1-1-1 0,1 0-5 0,0 0-20 0,1 1 13 16,4 0-12-16,-3 0 25 0,-1 1 0 15,0-2-9-15,-1 0-20 0,1 0 28 0,-1 1-25 0,2 0 26 0,-3 1-2 16,0-1-10-16,5 1-9 0,-1 0 3 0,-1 1-1 0,0 1 1 15,-2 2-6-15,-3 1-13 0,4 3-61 0,0-3 11 0,-1 2-28 0,2 0-86 0,-2 0-23 16,4 0-53-16</inkml:trace>
  <inkml:trace contextRef="#ctx0" brushRef="#br0" timeOffset="8232.04">12625 8716 774 0,'-2'-6'190'0,"2"0"-119"0,0 5-59 0,3 0-18 0,4 1 18 0,2-1 1 16,2-1-11-16,3 0-5 0,1 1 19 0,-3-2-15 0,0-2 36 0,2 2-9 0,2-2-9 0,9 1-9 0,0 0 5 0,1 1-2 0,-2 1 13 0,-1 1-2 15,0 1-5-15,4 1-19 0,1 3 16 0,2 3-16 0,0-1 18 0,-1 3-4 16,0 1-7-16,6 0-7 0,1 5 1 0,1-3 1 0,-2 2 5 16,2 0 2-16,3 2-4 0,3-1-25 0,6 1 30 0,0 0-27 15,0-2 34-15,2 0-7 0,1-1-13 0,3 3 3 0,-2-4-6 16,3 1 7-16,-1-3 7 0,0-1-2 0,4-1 0 0,1-2-9 0,4 2 8 15,2-1-8-15,-2-1 7 0,3-2-3 0,-2 1-2 0,5-3-7 16,5 4 9-16,-1-3-4 0,4 4 17 0,-3-2 1 0,3 0-8 0,3-4-14 16,4-1 19-16,2 0-17 0,2 0 24 15,1 0-8-15,1-1-11 0,4-3-10 0,3 4 8 0,1-2-4 0,2 0 27 0,-3-4-3 16,1-2-8-16,9-2-18 0,0-1 19 0,2 2-17 0,1 0 19 16,-5-2 1-16,3 2-8 0,7 0-16 0,0 0 13 0,3 3-11 15,0 1 21-15,-4 0-2 0,-3 2-9 0,5 1 0 0,-1-1 1 0,-3 1-3 16,-1 0 1-16,-7-2-3 0,-6 1 2 0,7-1 0 0,-2-1 11 15,0 0-1-15,-1-1 28 0,-9 0-5 0,103-5-31 16,-198 11 53-16,202-16-94 0,-106 8 68 0,-4 1-14 0,-2-1-15 0,3 0 5 16,-3-1-8-16,-5-1 11 0,-2 0-2 0,-5 1 0 0,-1 0 0 15,1-2-6-15,-2-1 1 16,-5 0-2-16,-5-2 2 0,-10 2-1 0,-3-4 0 0,2 0-8 0,-5-4 1 0,-2-1 0 0,-10-4 8 0,-6 1 2 16,-4-3-3-16,-4 0-23 0,0-2 23 0,-7-2-21 0,-7 0 27 15,-5-2-6-15,-4 1-9 0,-4-3-11 0,-6 2 11 0,-9 0-7 16,-5 1 17-16,-5 0 3 15,1-3-7-15,-3-7-13 0,-4-4 20 0,-4 1-17 0,-7-2 24 0,2 3-2 0,-1 2-4 0,-2-2-10 0,-9 5 5 16,-4 3-5-16,-6 1 14 0,1 2 0 0,0-3-4 0,-4-3-20 16,1-2 19-16,-11 1-16 0,-4 1 32 0,0 4-15 0,-7-1-5 0,0 0-1 15,-5 3 8-15,-9 1-7 0,-2 3 10 0,-1 4 5 0,0 4-10 16,-10 0-3-16,-5-1 9 0,-6 1-9 0,-4 3 5 0,0-1 2 16,-4 0-1-16,-11 2-7 0,-9 2-1 0,-5 2-1 15,-1 7 3-15,-3 2 1 0,-4 1 0 0,-7 6-10 0,-8 1 11 0,-1 5-8 0,-4 7 11 16,4 1-4-16,1 6-8 0,-14 4 5 0,-2 1 2 0,-5 5 1 15,-2 6-2-15,9 4 0 0,1 9-6 0,-9 8-8 0,0 8 12 16,-1 0-11-16,3 2 17 0,10-4-4 0,5 2-5 0,0 9-7 0,7 1 7 16,11 2-4-16,14-7 18 0,16-9 4 0,13-7-3 0,10 3-13 15,14-5 30-15,19 0-23 0,14-2 39 0,17-9-6 16,12-7-12-16,8-3-8 0,12-3 3 0,10-3-5 0,10 2-6 0,9-5-4 0,9-1-8 16,8 1-17-16,10-1 23 0,4-2-14 0,8 1 33 0,1-3-12 15,8 0-15-15,13-4 4 0,5-2-4 0,6-1 6 0,5-3-3 16,-2-2-7-16,6 1 0 0,13-3-22 0,6 0-3 0,3-3-1 0,3 0-27 15,1 0-22-15,5-3-19 0,7 0-59 0,4 0-76 0,5 0 22 32,4 0-2-32</inkml:trace>
  <inkml:trace contextRef="#ctx0" brushRef="#br0" timeOffset="16495.62">17582 10906 548 0,'-10'-7'153'0,"3"0"221"0,1 4-303 0,3 3-70 0,1-2-3 0,2 2-4 0,0 0 6 0,2 2 0 0,1-1-7 0,4 1 18 0,0 2-16 16,4 1 18-16,3 0-6 0,1 2-5 0,3-2-1 0,1 1 4 16,-3 1 4-16,3-2 26 0,6 1-4 15,3-1-3-15,9 1-2 0,1-6 11 0,3 1-8 0,-1 0 6 0,6 2-8 0,3 1-8 0,11 1-7 16,6-1-1-16,3-1 2 0,3-1 8 16,-3 0-2-16,3-1-3 0,10 1 2 0,5 0 11 0,3-2-7 15,6 0 13-15,-5-1-4 0,5 1-3 0,9-1-7 0,4-1 14 0,3 0-7 16,3-2 11-16,0 0-2 0,4-1-10 0,9 0-27 0,8 0 16 0,3 2-13 15,3-1 19-15,-2 1-8 0,2-1-12 0,7-1-19 0,2 2 21 0,2 3-16 16,0 0 30-16,-11 3-4 0,-3 3-12 0,1 0-7 0,-2 0 7 16,-4 0-7-16,-3 2 8 0,-9-1 5 0,-5 4-1 0,0 1-16 0,-5 0 10 15,-6 2-11-15,-5-2 22 0,-5 0-4 0,-4-1-2 0,-2 0-12 16,-8 1 9-16,-3-2-7 0,-2 0 12 0,-9-1-1 0,-1-3-6 16,-7 2-4-16,-10-4 7 0,-4 1-5 0,-8-1 8 0,-9 1 5 15,-3-2-5-15,-5-1-7 0,-6-1 12 0,-4 1-12 0,-3-1 19 0,-5-1-7 16,-2 0-5-16,0 0-11 0,-2 0 11 0,-3 0-7 0,-4 0 15 15,-3-1-2-15,-4-2-10 0,-4 2-11 0,-7 0 13 0,-2-3-11 16,-7 1 11-16,-4 1 0 0,-6-1-6 0,-11-1-16 0,-9 0 14 0,-1-3-11 16,-2-1 28-16,2-1-7 15,0-1-7-15,-16 0-5 0,-5-1 4 0,-5 2-2 0,-1-3 9 0,7-1-3 16,-7 1-5-16,-8-2-5 0,-8 0-1 0,-2-1 3 0,-1 2 13 16,0 1-6-16,-6 2 1 0,-5-3-3 0,-5-1-2 0,0-1 3 15,-2 0-1-15,2 0 1 0,-1 3-1 0,-8 0-18 0,1-1 20 0,0 3-15 16,-2 1 25-16,8 3 0 0,-2 1-11 0,-6 0-9 0,1 2 14 15,-1 0-12-15,1 3 13 0,5 0 0 0,0 0-4 0,-2 2-9 0,2 2 5 16,2-2-5-16,3 1 15 0,9-2-3 0,6 1-3 0,3 0-17 0,3-1 14 0,6 0-11 16,5-1 23-16,8 0-1 0,11 0-5 0,2 0-18 15,2-1 17-15,4 1-14 0,6-1 13 0,2-2 4 0,5 1-11 0,3-1-10 16,-2 1 18-16,6-4-16 0,7 4 21 0,3-2-3 0,1 0-7 0,-3-2-5 16,2 1 1-16,3 0 0 15,11-2 12-15,5 2-4 0,3 0-1 0,0 1 0 0,-3 0-5 0,3 2 4 0,5 0-2 0,4 0 2 16,5 2 3-16,1-1-25 15,1 1 21-15,0 0-18 0,2 0 30 0,5 0-1 0,5-2-11 0,9 2-9 0,6 0 12 0,-1-1-11 0,12 0 17 16,4-1 2-16,6 0-5 0,14-2-11 0,1 1 14 0,11 0-14 16,6-1 18-16,3 2-5 15,4 0-6-15,0 1-12 0,6-1-3 0,6 2 12 0,4 0 11 16,2 0 1-16,-2 3-12 0,8-1-6 0,2 1 6 0,2 2-5 16,2-1 11-16,-6 2 1 0,3 0-4 0,7 0-6 0,-1 2 6 0,1 1-5 15,1 0 7-15,-4 1 0 0,-1 0-3 0,6 0-11 0,0 0 14 0,0 2-12 0,0-2 14 0,-7 0 3 0,0 3-9 16,3-1-10-16,-1 1 15 15,0-2-13-15,-3 2 16 0,-5-2-1 0,0 2-8 0,3 0-11 0,-6-3 9 16,1-1-8-16,-1 0 21 0,-4-1-3 0,-1 3-4 0,1 1-21 16,-2 2 19-16,-1-2-15 0,-3 0 29 0,-7-3-6 0,-9 2-10 0,-4 0-6 15,-1-1 6-15,-3 1-4 0,-4-4 8 0,-6-2 1 0,-9 0-4 0,-7 1-5 16,-7-3 3-16,-10 3-5 0,-7-3 6 0,-5 0 3 0,-5-2 2 0,-4 2-17 16,-3-3 9-16,-3 0-11 0,-2 1 24 0,-2-1-3 0,-2 0-2 0,-3 0-22 15,-3 0 17-15,-4-1-14 0,-5 0 28 0,-2-1-6 0,-7 1-8 16,-6 0-13-16,-9-1 13 0,-10 2-7 0,-5-1 22 0,0-1-5 15,-3-4-11-15,3 3-8 0,-5-3 12 0,-5 0-7 0,-7 2 16 16,-6-1-13 0,-3 1-4-16,-8-3 0 0,3 0 8 0,-6 1-3 0,-9-1 5 15,-2 4 1-15,-2-3-6 0,-7 1-18 0,-5 0 22 0,-3-1-17 0,-7-1 29 0,1 4-7 0,-5-5-14 16,-6 1 1-16,-2 1 6 0,-5-2-1 16,0 2-3-16,6 1 8 0,-1-2-9 0,-8 2-11 0,2 2 19 15,4-1-18-15,-3 0 29 0,13 3-7 0,2-1-8 0,-4 1-12 16,4 1 14-16,3 0-9 0,5 3 19 0,11-2-1 0,4 3-10 0,1 0-5 15,5 2 9-15,4-2-6 0,12 2 13 0,13-1-7 0,4 2-6 16,2 2-11-16,4-3 11 0,8 0-5 0,5 0 8 0,7 0-2 16,6-1-10-16,2 1-25 0,7 0 2 0,6 0-11 0,1 0-27 15,6 1-21-15,1 0-18 0,4 2-70 0,2 0-25 0,4 0-13 16,3 3 34-16</inkml:trace>
  <inkml:trace contextRef="#ctx0" brushRef="#br0" timeOffset="25795.95">4490 11766 217 0,'-15'-4'304'0,"-2"-9"-183"0,-1 0 186 0,0 2-230 0,2 4-66 0,3 1-7 0,2 3 14 0,2 2-3 0,1-2-11 0,0 3 4 0,0-1 6 16,0 0 0-16,3 0 20 0,-1 1-5 0,2-2-6 0,-1 1-30 15,2 0 27-15,-2-1-23 0,1 1 30 0,-2 0-8 0,0 0-16 0,0 1-3 16,-2 0 2-16,2 0 0 0,-3 0 12 0,1 1-2 0,-1 0-7 15,4 2-19-15,-2 1 19 0,-1-2-18 0,-4 3 20 0,-7 0-3 16,-3 3-4-16,-2 1-13 0,-2 1 9 0,-1 2-7 0,-1-1 21 16,1 0 1-16,-2 0-8 0,-2 4-20 0,0-1 23 0,-3 3-20 15,-3 0 28-15,-1-1-6 0,0 4-8 0,-1-1-14 0,3-1 8 0,0 0-4 16,-1 0 23-16,3 1 0 0,1 1-5 0,2 2-25 0,3-1 24 16,3-2-22-16,4 0 24 0,3-1 1 0,2-2-9 0,2 2 0 15,-1-1-7-15,1 0 6 0,3-2 0 0,1 0 0 0,3 1 2 0,0-1-12 16,1 1 11-16,0-2-10 0,2 0 13 0,0 1-2 0,2 0-2 15,2 2-2-15,0 1-3 0,1 2 3 0,0 1 5 0,3-1 1 16,0-2-2-16,0 2-20 0,0 0 24 0,0 2-19 0,-1 2 31 16,0 0-6-16,1-1-12 0,-1 3-8 0,0 1 0 0,0 5 0 0,-1 3 16 15,1 0 0-15,1 3-2 0,-2 1-24 0,-1 3 26 0,-1 2-21 16,-3 0 31-16,-2 0-7 0,0-1-12 0,-2-1-7 0,-1 3 7 16,-2-3-3-16,0 1 16 0,-2 0-4 0,2 0-7 0,0 3-4 15,0-1 7-15,1-1-6 0,1-1 7 0,0-4-1 0,3-5-2 0,0-2 3 16,3-5 3-16,2-5 0 0,1-3 11 0,3-2-2 0,1 1-5 15,3-3-2-15,2-1 8 0,1 1-5 0,3-3 9 0,2-1-6 16,-2 2-7-16,1-1-13 0,1-1 10 0,-3 2-6 0,0-1 21 0,1-2-5 16,-2 0-8-16,2 0-10 0,-1-2 2 0,1 0-2 0,0-1 3 15,0-2-1-15,0 2-1 0,2-2-14 0,-1 0 13 0,2 1-8 16,-1 0 25-16,0-1-10 0,1 1-8 0,1-3-42 0,0 1-12 0,2-1-6 16,0 1-57-16,2 3-18 0,-1-1-16 0,-4-2-88 0,0 0 135 15</inkml:trace>
  <inkml:trace contextRef="#ctx0" brushRef="#br0" timeOffset="27046.51">2208 13199 690 0,'-5'-16'28'0,"1"0"-69"0,1 1 92 0,2 1-8 0,1 2-8 0,0 1-35 0,1-1 39 0,2 1-35 0,-1-1 48 0,0 0-6 0,0-1-14 0,1 0-12 0,-1-2 9 0,-2-1-6 16,2 1 24-16,-2-1-5 0,0 0-11 0,0-2-30 16,-2 0 30-16,1 0-28 0,-1 1 34 0,-1 2-9 0,0-2-15 0,0 0 6 15,-1-5-11-15,1 3 10 0,-2-2-8 0,1 1-2 0,0 0-1 0,1 1-14 16,0-3 16-16,2 1-14 0,0-2 14 0,-1 0-2 0,2 5-8 15,0-3-15-15,3 2 15 0,-1-2-11 0,1 1 28 0,-1-1-6 16,2 2-10-16,-2-1-16 0,-1-1 20 0,0 3-14 0,0 2 28 16,-1 3-6-16,2 1-9 0,-2 1-16 0,0 1 13 0,0-2-8 0,1 2 32 15,-1 2-3 1,0 2-11-16,1-1-14 0,-1 0 19 0,0 2-17 0,1-1 19 16,0 4-7-16,-1 1-9 0,0-1-1 0,1 2-5 0,-1-1 4 0,0 1 4 15,0 0-2-15,0 0-1 0,1 3-24 0,3 0 24 0,0 5-19 0,4 2 38 0,1 4-5 0,3 4-10 0,3 3 3 16,0-2-1-16,-1 3 4 0,1 2 1 0,1-2-1 0,-1 6-6 0,7 0-22 31,-2-2 31-31,0 1-25 0,1-2 31 0,-2 2-8 0,1 0-16 0,0 1-9 0,0-2 15 0,0-3-7 16,0-3 21-16,-1-2-3 0,1-2-12 0,-1-1-11 0,0-1 15 0,0 0-10 0,-1-2 19 15,-1 1-4 1,-2-1-6-16,0-1-9 0,-2-2 3 0,1 0-2 0,-2-3 13 16,-1 0 0-16,0 5-7 0,-2-2-8 0,-2 1 12 0,0-1-10 15,0 1 13-15,-1-1-4 0,-3 0-6 0,2-1 1 0,-1-2 1 0,0 0 1 0,1 0-2 0,-3-3 6 0,1 1-5 0,-1-1-17 16,-2-2 29-16,1 0-27 0,-1-1 40 0,0 0-6 0,0 0-8 0,0 0 5 15,0 0 10-15,0 0 0 0,0 0 18 0,-1-2-7 0,-2-1-20 32,0-1-28-32,-2-2 24 0,-1 1-24 0,-2-2 28 0,-3 1-3 0,-3-2-9 0,-3-1-13 0,-4 2 10 0,-4-2-9 15,-2 0 13 1,-2 0 1-16,-3 1-7 0,-2 0-2 0,-1 1 4 0,-1 2-4 0,0 0 2 16,-1 1 4-16,-2 0 2 0,-4 4-22 0,-1-1 18 0,-2 1-16 15,0 0 20-15,0-2 3 0,0 4-11 0,0 1-5 0,2 4 13 16,4 1-12-16,1 2 6 0,-1 1-2 0,1 2-3 0,-1 1 5 0,-1 2-2 15,1-2 4-15,0-2 3 0,2-1-1 0,1 0-4 0,5 1-5 16,6-5 10-16,6-1-10 0,3 0 11 0,6-4 2 0,2-2-3 0,3 2-5 16,4-2 12-16,1 0-9 0,1 0 20 0,0 0-8 15,0 0-9-15,0 0-15 0,1 0 4 0,1-2-3 0,4 2 13 16,1-3-2-16,5-2-3 0,3-2-10 0,3-1 16 0,6-2-10 0,4-3 23 16,5 1-5-16,3-5-11 0,4-2-3 0,1-3 3 0,4 0-3 15,-1 0 3-15,-3 1-3 0,-2 0 0 0,0-1-2 0,2-1-2 16,-1 0 4-16,1 2 5 0,-2 0 2 0,-1 1-2 0,-1-3-20 15,-3 2 20-15,-2-1-18 0,-1 3 27 0,-3 2-1 0,-1 2-6 0,0-2-15 16,-5 3 11-16,-3 2-10 0,-2-1 13 0,-2 1 2 0,-4 5-7 16,-1 0-18-16,-2 2 20 0,-4 2-17 0,1 2 27 0,-4 0-2 15,-1 1-11-15,0 0-6 0,0 0 7 0,0 0-4 0,0 0 18 16,0 0-4-16,0 0-5 0,0 1-29 0,-1 0 31 0,0 3-24 16,0 1 37-16,-2 2-8 0,0-1-18 0,0 4 2 0,-1 1 3 0,-1 0 0 15,0 1 7-15,-1 2-1 0,0 0 1 0,-3 3-19 0,0 1 14 16,-2 2-12-16,-3 2 23 0,2 0-6 0,-3 2-8 0,-4-1-5 0,0 4 6 15,-1 1-1-15,-2 3 8 0,3-1 0 0,-1-3-7 0,-4 4-4 0,1 0 9 16,-2-2-7-16,-1 2 13 0,3-5-6 0,-1 0-5 0,2-1-16 16,0-1 20-16,3 2-15 0,1-2 23 0,2-2 0 15,1-1-13-15,1 0-13 0,1-2 20 0,1-1-17 0,-1 0 20 16,2-1-1-16,0 2-7 0,1-1-20 0,-2 1 17 0,3-4-14 0,0-1 27 0,3 1-11 16,1-3-14-16,2 2-49 0,1 0 8 0,2 1-18 0,2-3-29 15,4 0-15-15,4-1-22 0,5 0-81 0,7-2-61 0,5 0-5 16</inkml:trace>
  <inkml:trace contextRef="#ctx0" brushRef="#br0" timeOffset="182045.74">4733 15339 256 0,'-2'-11'3'0,"6"6"65"0,4 0-15 0,1-2 13 0,1-1-46 0,3 0 26 0,0 0-21 0,2 2 40 16,1-2-10-16,-1 1-17 0,3-1-8 15,1 0-1-15,2 1-1 0,1-1 1 0,2 2-3 16,0-1-3-16,4 2-19 0,2-1 15 0,-2 1-14 0,1-1 13 16,-2 4-5-16,-1-2-8 0,2 1-3 0,0 0-2 15,-7-1 3-15,3 3 3 0,-3-2 3 0,4-1-1 0,7 2-23 16,3-4 25-16,0 3-23 0,2-4 24 0,2 3-6 0,5-2-11 0,4 1-1 16,-1-2 6-16,2 2-1 0,-4 0 10 0,-8-1 2 0,1 2-9 15,1-2-19-15,1 0 30 0,6 1-27 0,-2 0 32 0,0 3-5 16,3-4-14-16,2 3-14 0,-3 1 14 0,-1 0-9 0,-4 1 27 0,-6-1-3 15,2 1-9-15,-1 1-27 0,1 0 31 0,7 0-25 0,0 0 40 16,2 1-5-16,3-1-15 0,4 2-20 0,-1-1 15 0,-2-1-12 16,-2 0 29-16,0 0-4 0,-1-1-10 0,8-2-7 0,4 0 6 15,1 1 1-15,0-1 23 0,-2 2-24 0,-6-2-20 0,1 3 13 16,0 0 3-16,-2 0 6 0,1 0-2 0,1 0 2 0,0 0 0 0,3 3-8 16,-2 1 12-16,-2-2-11 0,-9 4 9 0,1-3-4 0,0 2-5 0,1 1-4 15,7-3 9-15,-2 3-4 0,3 0 15 0,-2 0 1 0,1 1-9 16,1 0-17-16,-7 0 25 0,2-1-22 0,1 1 25 0,-5-1 1 15,10-3-11-15,3 0 5 0,1 1-1 0,1-1 3 0,2-1 4 16,-6 0 6-16,-1-1 0 0,2-1-5 0,0 0 12 0,4 0-14 16,4 0 6-16,-2 0-7 0,-1 1-2 0,1 1-5 0,-6-2-4 0,-1 0 7 15,-1 0 10-15,0 0-3 0,4 0-5 0,1 1-24 0,-1 0 25 16,-1 2-21-16,-1-1 31 0,-8 0-10 0,2-2-12 0,0 0 4 16,1 0-5-16,7 0 6 0,-1 0-3 0,-1-3 1 0,0 2 2 15,0-1-12-15,-5 0 8 0,1-1-8 0,-1 1 11 0,1-2-4 0,4 1-2 16,4-1 2-16,-2 2 0 0,1 1 3 0,-4-3 2 0,-7 3 0 15,0-2-5-15,1 0-15 0,2 3 27 0,5-2-21 0,-1-2 25 16,-3 3-5-16,-2-1-13 0,1 0-2 0,-3-1 8 0,-5 1-4 0,2 0 3 16,-4 0 6-16,0 1-8 0,7-1-16 0,-3 2 23 0,0 0-23 15,0 2 26-15,-4-1-2 0,1 1-9 0,-1 0-5 16,0 2 2-16,-5-2-1 0,1 1 9 0,-2 1 0 0,0-1-3 0,7-1-23 16,-2 2 26-16,1-1-22 0,-1 1 35 0,-2 1-13 0,1-1-12 0,-1 1-38 15,0 0-4-15,-3 1-5 0,-5-1-37 0,-2-2-25 0,3 0-24 16,0 0-108-16,8-3 145 0</inkml:trace>
  <inkml:trace contextRef="#ctx0" brushRef="#br0" timeOffset="183894.21">15439 15166 248 0,'6'-8'11'0,"1"2"-5"0,-1-1-17 0,1 4 24 0,0-1-19 0,0 2 41 0,0 1 2 0,1 1-8 0,2-1-14 0,3 0 32 0,1-2-27 0,3 2 28 0,2-1-5 16,3 0-19-16,0-2 2 0,2 1 1 0,-5 0 0 0,1-2 2 15,4 2 1-15,4-2-5 0,8 2-12 0,1-1 31 0,0 1-26 16,3-1 26-16,1 0-5 0,1 1-13 0,3-2-6 0,1 1 1 0,0 2 0 16,-4-3 8-16,-1 2-2 0,1-2-4 0,4 0-34 0,7 0 32 15,3 0-29-15,2 0 38 0,3-1-5 0,3 1-12 0,2 0-22 16,5 0 15-16,2-3-12 0,3 2 27 0,2 1-1 0,1-2-13 0,3 5-15 15,-1-3 27-15,-1 1-23 0,2-1 23 0,-1 1-5 0,3 0-14 16,1 2-11-16,-3 0 11 0,-1 0-7 0,-1-1 25 0,0 2-1 16,3 1-7-16,3 0-14 0,0 0 10 0,-1 0-12 0,1-1 8 15,-1 1-8-15,-1 0-2 0,1 1 6 0,-1-1 5 0,1 1 1 0,-1 0 2 16,1 1-2-16,-2 2-1 0,3-2-21 0,-7 3 20 0,0-2-17 16,0 1 29-16,-3 0-1 0,1 2-9 0,4 0-6 0,-3 3-1 15,-1-1-1-15,0 1 5 0,-2 1 2 0,1 2-3 0,4 0-13 0,-4 0 18 16,2 1-16-16,0-4 21 0,0-2-9 0,0 0-7 0,7-1 4 15,-8-1-2-15,4-1 5 0,1-3 6 0,-2-1 0 0,6 0-6 0,1 0-18 16,-8 0 23-16,4-1-20 0,-1-1 29 0,-3-1-5 0,4 1-9 16,1-1-18-16,-6-1 18 0,4 2-12 0,0-1 31 0,-4-2-4 15,7 2-13-15,-3-2-10 0,0 0 13 0,-3-1-10 16,0-2 12-16,-4 0-2 0,-1 1-6 0,3-2 0 0,-4 1 2 0,-6-1 0 16,3 1 5-16,-6-2 3 0,-3 0-4 0,7-2-12 0,-10 1 20 15,-1 1-18-15,-2-3 26 0,-4-1-1 0,-7 0-5 0,2-4-14 0,-6-2 14 16,-1-1-10-16,2 3 28 0,-9-1-6 0,-3-1-9 0,-3-4-11 15,-2-2 9-15,-3 2-8 0,-2-1 13 0,-3 0-5 0,-6 0-4 0,0-2 2 16,-4 1 6-16,-3 1-2 0,-1-1 5 0,-4 2-1 0,-2-2-10 16,-3-3-16-16,-2-3 23 0,-3 0-20 0,-5-3 25 0,-2 3-6 0,-2 1-13 15,-2-2-16-15,-3 2 15 0,-2-1-11 0,-3 1 19 0,-4 3-5 16,-4 0-11-16,-1-1-4 0,2 3 9 0,-1 0-6 0,-2 1 5 16,-1 1 2-16,-4-3-5 0,-4-3-17 0,1 1 20 15,-5-2-16-15,-7 2 15 0,0 2 4 0,0-1-13 0,-4-1-9 0,1 0 18 0,-2 3-16 16,-7 2 20-16,-3 1-4 0,-2 2-2 0,-4 2-13 0,-2 0 15 15,3 2-9-15,-2 5 26 0,-4 0-5 0,-2 1-11 0,-3 0-1 16,4 0 2-16,1 1-2 0,-2 1 3 0,2 1 3 0,-2-1 1 0,-6 1-17 16,3 1 8-16,-4 2-10 0,-4-1 20 0,6 4-1 0,-5-2-6 15,-2 1-1-15,-1 2 1 16,-4 1-1-16,1 1 3 0,3 2-4 0,0 0-3 0,-4-1-13 0,-1 1 19 0,0 1-11 0,0-1 21 0,6-1 0 16,-3 3-12-16,-1-1-10 0,-2-1 14 15,0 1-11-15,4 0 14 0,1 1-5 0,1 0-6 0,-5 0-11 16,3-1 10-16,0 1-4 0,-1 2 35 0,5-2-13 0,-2 1-7 0,0 2-20 15,-1 0 13-15,2 1-10 0,-1 1 21 0,3 0 1 0,2 0-6 0,-7 6-16 16,3-1 8-16,2 4-9 0,0-1 20 0,8 1-1 0,1 1-2 0,-6 1-12 16,2 1 9-16,4 3-7 0,3-4 13 0,7 1-5 0,2 0-6 15,-3-2-12-15,1 2 12 0,3-1-7 0,2-1 18 0,4 2-1 16,3 0-8-16,-72 22 3 0,141-44-33 0,-138 41 52 0,72-20-25 16,5-1 2-16,-3 3-16 15,-1 3 12-15,3 0-10 0,0 0 28 0,3-1-3 0,4 2-7 0,-2 0-9 0,4 1 8 0,0 0-7 16,0-4 4-16,6 2 2 0,1-1-1 0,2 0-17 0,0 3 5 0,-1-4-6 15,4 1 17-15,3-6 0 0,10 1 0 0,0 1-10 16,3 0 14-16,2 0-10 0,-4 2 14 0,7-1-5 0,2 1-5 0,4 0-7 16,2 2 5-16,4 1-2 15,3 1 16-15,3 0-3 0,2 0-5 0,2-2 3 0,8 2 9 16,1-2-5-16,4 1 15 0,1 0-1 0,3-3 0 0,5 1-12 0,1-2 10 16,-2 0-7-16,2-2 30 0,3 1-11 0,4-1-10 0,7 1-11 15,4-1 4-15,2 0-4 0,5-3 5 0,2-1 0 0,3-2-2 0,5 3-16 16,0-5 8-16,4 2-8 0,0-2 26 0,5-1-9 0,4 0-4 0,5 0-9 15,1-2-2-15,2 0 1 0,0-6 7 0,2 1-4 0,7-2 5 0,4-1-12 16,-1 6 3-16,1-3-3 0,0 0 14 0,-1 1-4 0,2 1-4 16,6-1-5-16,-2 2-1 0,2-2-1 0,0 2-3 0,-4 1-11 15,0 0-5-15,2 1-31 0,-1 0-3 0,2 2-2 0,-2 2-10 0,-6 0-10 16,0 2-13-16,-1 0-59 0,2 2-35 0,2 2-2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7:40:16.270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12329 10542 768 0,'-13'-20'182'0,"-2"0"-114"0,-1-1-70 0,1 7 3 0,4 0 21 0,3 1-7 0,2 5-13 0,1-8 16 0,1 3 4 0,0-2 6 0,1 1 15 0,1-1-5 0,0-1-5 0,1 2-28 0,0-1 18 16,1 1-18-16,0 0 21 0,0-1-8 0,0 1-10 0,0 0-9 16,0 2 4-16,0 0-3 0,0 0 13 0,0 1-1 0,0-1-5 0,-1 2-23 15,0-1 23-15,0-1-19 0,0 1 27 0,-2-1-4 0,0-1-11 16,4 1-8-16,-1-3 8 0,1 0-4 0,0-3 18 0,-4 0 1 15,-3-1-6-15,0-3-12 0,-1 2 22 0,-3-1-18 0,0 0 29 16,-1-1-2-16,-3-1-8 0,2-2-5 0,-2-2 4 0,1 2-3 0,-2-1 8 16,2 3-2-16,-3 0-4 0,-1-1-11 0,3 0 8 0,-1-3-7 15,1 1 8-15,2 0-4 0,0 0-3 0,-2-5-12 0,2 0 10 16,-2 2-7-16,1-1 6 0,-1 2 4 0,0 1-9 0,-2-4-16 16,-1 2 24-16,2 0-22 0,-2-1 25 0,-2 3-3 0,0 3-9 0,-4 0-2 15,0-2 7-15,-2 2-4 0,6-2 13 0,-3 0-3 0,-2 0-11 16,-5-4-20-16,-5 2 23 0,0 2-18 0,0-1 28 0,4 3 3 15,-2 1-11-15,-3-4-22 0,-2 2 13 0,-4-2-14 0,-3 2 30 0,2 1 0 16,1 0-5-16,-5 1-23 0,-1-2 24 0,0 4-22 0,-5-2 24 16,6-2-1-16,3 2-10 0,-7-4-8 0,0-1 13 0,-4-1-9 15,-1 2 14-15,3 1 0 0,-1 1-9 0,-2-4-2 0,2 1 3 16,0 0-3-16,-1 2 2 0,1 1-3 0,-2 2-2 0,-2-1-2 0,-2 0 3 16,2 4 2-16,1 1 15 0,1 2-2 0,1 1-3 0,-1 0-17 15,-4 0 13-15,0 1-13 0,-3 1 16 0,-1-2 2 0,1 3-5 0,-3 0-18 16,2 2 14-16,3 3-12 0,-2 3 26 0,0 0-1 15,1 1-10-15,-7 1-11 0,2 2 19 0,2 2-18 0,1 4 13 0,6 2-4 16,-4 2-9-16,-1 1-1 0,1 1 8 0,-5 1-1 0,4 1 12 16,3 2-1-16,1 1-5 0,1 3-12 0,-1 1 5 0,1 1-7 0,-1 0 10 15,1 3 2-15,2 1 0 0,-1 5-7 0,3 2 3 0,2 2-4 16,4 2 8-16,1 2 2 0,-2 2-3 0,-3 2-5 0,0 2 5 16,1-1-4-16,-1 1 8 0,4 1-6 0,-1 1-7 0,2 5 3 15,3 3 6-15,-1 3 2 0,-1 2 16 0,0 1-1 0,-1-2-6 0,-1 2-11 16,0 2 18-16,1-1-15 0,1 1 12 15,2 2-3-15,-35 64-23 0,78-127 45 0,-70 128-67 16,34-63 49-16,4-8-2 0,0 5-13 0,0 4-4 0,7-1 2 0,0 2 1 0,-1-3 3 0,4-4 1 16,-6 0-11-16,1 3-9 0,5 5 21 0,0 0-14 0,3 3 21 15,2-2-2-15,0 1-14 0,2 3-4 0,-1 3 9 0,1 6-8 16,0 3 10-16,0-2-2 0,-1 0-2 0,-15 94 5 16,30-180 11-16,-32 192-23 0,13-99 5 0,0-6 1 0,-2 6-6 0,1 2 17 15,0-1-13-15,4-1 14 0,-1-9-1 16,1-4-9-16,1 4-3 0,-4-1 3 0,1 3-2 0,3-4 8 0,3-7-2 15,2-1 0-15,-1 2-15 0,5 3 15 0,0 2-12 0,0 1 16 16,3-5 6-16,-1-2-7 0,2 4-18 0,0 6 17 0,0 3-19 0,1-1 20 16,-2-2-2-16,0 79-15 0,2-162 39 0,-2 180-58 15,1-91 40-15,1-7-8 0,0-2-8 0,-1 4-1 0,2 4 7 0,0 2-1 16,0-3 20-16,0-7-5 0,1-2-7 0,-1 4-17 0,3-1 14 16,0 1-10-16,3-2 18 0,-1-9-1 0,1-5-9 0,1 5-6 0,2 0 2 15,0 2-4-15,2 1 6 0,0-7-1 0,2-5 2 0,2 2-9 16,3 0 7-16,-2 3-5 0,3 3 7 15,-3 1-3-15,2-3-5 0,1 0 3 0,0-4 1 0,-2 0 0 0,-4 3 9 0,-2 4-2 0,0 3-1 16,0 2-9-16,6-7 3 0,1-5-3 0,0-4 5 0,-1 3-2 16,-1 3 0-16,0 5-1 0,-2-2 2 0,2-6 0 0,1-5 0 15,-1-8 0-15,3-1-6 0,3 3 4 0,0 1 2 16,1-1-1-16,3 2 0 0,1-4 3 0,2-4 1 16,6 0-15-16,2-3 12 0,0-5-11 0,-2 0 20 0,-1 1-2 15,-1 0-4-15,2 8-22 0,3 0 19 0,-3 4-16 0,0-2 28 0,-2-3-3 16,2-3-11-16,2 2-6 0,2-4 9 0,6 0-5 0,1 1 17 15,-7-1-6-15,3 4-7 0,-1 3-13 0,-3 1 11 0,4 0-8 0,-4-1 22 16,-2-9-8-16,0 0-10 0,3-2 5 0,3-5 1 0,4 1 3 16,3-1-4-16,1 0 2 0,-1 3-3 0,2 0-12 0,-3 0 14 15,-3 0-10-15,1-6 18 0,-4-2-2 0,3-1-6 0,7-3-13 0,6-2 13 0,-2-1-9 16,6-4 17-16,-6-2-1 0,-4 0-10 0,4-1-3 0,-3 3 8 0,1-2-5 16,4 1 6-16,1 2 0 0,4-5-6 0,0 2-7 0,-4-1 6 15,-3 0-4-15,-3-1 17 0,-1-1-2 0,-1 1-3 0,10 0-14 16,2 0 10-16,-1 0-8 0,2 0 13 0,-9-3-2 0,-4-2-4 0,4-3-4 15,-3-3 5-15,2-2-2 16,4-3 5-16,2-1 2 0,0-4-6 0,3-3-4 0,-7-2 10 0,-5 1-7 0,1-3 18 0,-6 1-8 0,-1 1-9 16,7-4-5-16,3-1 8 0,-4-3-3 0,7-2 17 0,-5 0-6 15,-3 1-8-15,3-4-3 0,-7-1 3 0,-2-4-1 0,0 1 11 16,-2 0-9-16,3 2-6 16,3-2-1-16,-4-1 6 0,2 0-1 0,-4-1 14 0,-2 2-4 15,0 3-6-15,-3 0-10 0,-3 0 11 0,0-3-9 0,0-1 14 0,-1-3-6 16,2-4-8-16,3-6 2 0,4-6 6 0,2-3-2 0,-4-3 6 0,2 8-5 0,-2-1-5 0,4 1-10 0,4-1 10 15,-2-2-6-15,0-9 14 16,0 0 1-16,5-4-9 0,8 1-9 0,-2 5 8 16,2 2-8-16,-1 6 7 0,-5 0-1 0,1-7-6 0,-4-6-8 0,1-5 12 15,2 1-11-15,3 7 14 0,0 6 2 0,-6 2 0 0,0-3-8 0,-6-8 3 16,-4-4-4-16,-2-4 17 0,-5 5-5 0,-4 4-1 0,-1 1-2 0,-2 2-2 16,-1-6 2-16,-4-7 0 0,-2-2 6 0,-1 0-2 0,-2-1-11 0,-2 6 13 15,-3 0-13-15,-1-7 12 16,-1-3 0-16,0-2-6 0,-2-1-10 0,-3 6 15 0,-2 3-11 15,-1-4 22-15,0-4-5 0,0-4-9 0,0-2-5 0,-1 5 2 16,0 2-1-16,-1-8 11 0,-1-1 0 0,2-1 3 0,1-1-11 16,-1 7 4-16,0-3-4 0,-2-4 9 0,0 2 2 0,-2 3 0 0,0 3-12 15,0 2 11-15,-1-8-10 0,0-5 16 0,0 1-2 0,-2 1-9 16,-2 5-14-16,1-5 18 0,1-5-14 0,0 0 25 0,1 3-6 16,-1 8-12-16,0-8-4 0,1-2 5 0,-2-2-4 0,0 0 7 0,0 10-1 15,-1-2-3-15,-1-9-10 0,0-1 8 0,-1 0-6 0,1 5 14 16,-1 1-3-16,2-4-6 0,-1-6-10 0,1 1 13 0,0 4-8 15,0 1 16-15,1 3-2 0,0 0-8 0,0 2-13 0,0 8 18 16,-1 4-13-16,0-3 16 0,-3 4 2 0,-4-1-7 0,2 3-13 0,-6 8 14 16,2 0-11-16,1 0 20 0,4-4-4 0,-1 2-11 0,-4-1-14 15,-1 8 19-15,-7 5-12 0,0 4 25 0,1-1-3 0,0 1-13 0,1-7-12 16,0 2 16-16,0 5-10 0,0 1 23 0,2 8-8 0,-2 3-11 16,-2-2-7-16,0-1 5 0,-4-2-2 0,-2-3 8 0,2 1 3 15,3 2-3-15,2-1-10 0,-3 5 5 0,1 1-7 0,-6 3 13 16,4 4-2-16,4-1-2 0,1 0-23 0,0-4 17 0,4 2-16 15,0 0 16-15,1 4-5 0,2 3-11 0,-3-3-17 0,2 5-1 0,0 1-2 16,2 3-8-16,4 5-2 0,-1 3-5 0,3 1-22 0,-1 3-2 16,1 2-5-16,0 1-42 0,4 2-34 0,0 1-29 0,1 1-200 15,3 3 231-15</inkml:trace>
  <inkml:trace contextRef="#ctx0" brushRef="#br0" timeOffset="46283.17">21661 6529 970 0,'-2'-12'259'0,"2"3"-149"0,0 2-106 0,2 1-4 0,4 2 4 0,3-1-1 0,2 0-1 0,7 0-9 0,2 1 21 15,4-1-14-15,3 2 29 0,2-1-6 0,3 2-11 0,6 0-2 16,3 0 4-16,7 2-1 0,4 0 2 0,1 0-1 0,-4 0-9 0,8 1-14 16,-2-1 21-16,1-2-17 15,7 0 26-15,-2 0-10 0,6 0-11 0,5 0 1 0,-2 1-2 0,0-1 4 0,-3 1-1 0,0 0 4 0,4-1-3 16,7 2-4 0,-2-1 6-16,1 1-8 0,-3-1 6 0,-9 0-3 0,2-1 0 0,7 2-7 15,0-1 7-15,-1 1-3 0,-6 0 17 0,-7 0-3 0,-6 1-5 0,-1 2-15 16,-1-1 9-16,-5 1-9 0,-4 2 13 0,-5 0 3 0,-2 0-4 0,-4 2-19 0,-5-2 23 0,-5 1-20 15,-8-2 25-15,-7 0-1 0,-3 0-14 0,-3-2 0 0,-1 2 14 16,-3-1-10-16,-3 2 17 16,-3-1-2-16,-3 2-7 0,-7-1-18 0,-3 0 16 0,-3 2-14 0,-3-1 18 15,0 1 0-15,-1-4-11 0,-3 3-16 0,0 0 26 0,-3-1-22 0,-3 0 27 0,-3-4-2 0,-4 2-10 16,-6-2-6-16,-1-1 2 0,-4 4-4 16,-5-1 11-16,2 1-2 0,-4-1-1 0,-7 4-14 0,0-2 10 0,-5 1-9 0,-8-2 17 15,6 1 0-15,-3 0-2 0,-3 3-8 0,2-2 6 16,0 1-4-16,-4-3 9 0,6-2-3 0,5 2-5 0,-1-1-8 15,3 1 11-15,5-2-7 0,-1-1 13 0,6-1 0 0,5 0-7 0,1 0 4 16,4-1 1-16,9 0 3 0,3 0 17 0,8-3-5 0,1 2 1 0,3-3-8 16,2 1 11-16,6 1-7 0,5-3 21 0,6 5 2 0,4-1-1 0,3 0-21 15,2 2 19-15,0-1-21 0,2 0 6 0,5 0-3 16,4-3-18-16,7-1 2 16,6-1 7-16,4 0-6 0,2-2 5 0,5 3 2 0,2 0-2 0,8-1-20 15,6 2 19-15,7-3-17 0,2 7 23 0,-4-1-2 0,4-1-14 0,1 0-6 0,2-1 14 0,6-4-11 16,5 5 14-16,0-2-4 15,0 0-6-15,6 1-3 0,-5-4 4 0,1 2-2 0,5-1 2 16,-2 0 1-16,1 2-3 0,1-2-5 0,-6-1 7 0,-6 0-6 0,0 0 11 16,0 0-4-16,1 1-3 0,1 3-13 0,-7 1 12 0,-7 1-8 15,-6 1 23-15,-5 1-4 0,-4 1-10 0,-4 0-12 0,-5 3 15 0,-3-2-10 0,-6 2 19 0,-5-1-3 0,-5 1-9 0,-5-2-17 32,-3-1 15-32,-4 1-14 0,-1-2 27 0,-2 1-3 0,-3 1-6 15,-2 3 1-15,-6 1 2 0,-2 2-1 0,-4 1 0 0,-3 2 1 16,-5-2 0-16,-5 0-16 0,-1-1 11 0,-5 0-10 0,-6 1 24 0,-3 3-4 15,-4-1-9-15,-6 2-11 0,-5-3 10 0,-4-1-6 0,-2 1 19 16,-2 0-5-16,-2-1-6 0,-3-1-17 0,-7-1 19 0,-4-2-14 16,0 0 22-16,2-1 1 0,-2 2-12 0,-3-2-10 0,-1-1 16 15,-1-1-15-15,6-1 19 0,5 2-5 0,0-1-9 0,1-1 1 0,0 0 4 16,3-2-1-16,6-2 6 0,10 0 0 0,6 1-4 0,8-3 4 16,8-1 20-16,9-1-11 0,7 0 35 0,10-2 0 0,4 3-5 0,7 0-12 15,3-3-4-15,7 0-5 0,9-1-23 0,6-6-3 16,8 1 0-16,8 0-4 0,10 1 5 0,9 3-1 0,10 3 3 15,4-1 1-15,0 4-3 0,3-2-14 0,0 4 18 0,6 1-15 0,6 1 28 16,-2 1-10-16,2-1-5 0,0 2-6 0,1 0 2 0,5 1-6 16,2 1 19-16,-5-2-2 0,-3 1-10 0,-2-1-10 0,3 1 13 0,0 2-8 15,-5-2 10-15,-5-1 4 0,-10-2-8 0,-5 0-14 0,-4 0 15 16,-6 0-11-16,-3 0 21 0,-7-1-3 0,-5-2-8 0,-8-2-9 0,-13-1 12 16,-10 1-6-16,-7-2 25 0,-4 3-5 0,1-2-10 0,-6 0-13 15,0-5 6-15,-12 4-6 0,-9-2 12 0,-9 2-2 0,-15 1-5 0,-4-1-12 16,-5 4 14-16,-9 0-8 0,-5 3 16 0,-5 3-1 0,-8-2-8 15,-5 4-6-15,-5-1 6 0,-1 2-3 0,-4 1 9 0,-1-1-2 16,2-1-4-16,-113 5 0 0,216-11-12 0,-211 20 16 16,117-6-36-16,2 3-1 0,3 1-26 0,4 1 5 0,0-1-9 0,8 0-27 15,10-1-17-15,5 1-24 0,9 2-138 16,6 2-69-16,6 0-8 0,10 0 61 0</inkml:trace>
  <inkml:trace contextRef="#ctx0" brushRef="#br0" timeOffset="59158.29">14654 10225 339 0,'1'-1'49'0,"3"0"27"0,-5 1 29 16,4-1-41-16,-3 1 33 0,0 0-14 0,0 0-17 0,0 0-16 0,0 0 12 0,0 0-18 0,0 0 11 0,0-4-5 16,2 2-17-16,-2-1 0 0,-1 1 30 0,1 0-29 0,0-2 39 15,7 1-14-15,1 1-20 0,3-1-9 0,-1 1 1 0,2 0-5 16,2 2-9-16,1 0-4 0,-1 0-8 0,1 2-18 15,-4-1 19-15,-1 0-19 0,0 2 27 0,-2-2-6 0,1 0-10 0,0 1 2 16,-1 0 0-16,-1-1 2 0,-1-1 6 16,1 0-4-16,-1 0-2 0,0 0-7 0,1-2 6 0,-1-1-7 15,1-2 7-15,-2 0-7 0,2-3-8 0,0 1-28 0,0-1-15 0,1-1 2 16,0 1-67-16,0-1-18 0,1 2-26 0,2-3-201 0,1 4 235 16</inkml:trace>
  <inkml:trace contextRef="#ctx0" brushRef="#br1" timeOffset="63237.76">15180 9739 256 0,'-7'0'11'0,"4"0"196"0,1-1-75 0,-2 1 11 0,1 0-100 0,1 0 26 0,-1 0-27 0,2 0 52 0,0 0-15 0,1 1-17 0,0-1-31 16,0 0 12-16,0 1-19 0,0 2 24 0,1-2 0 0,-1 0-11 0,1 1-9 15,2 1 17-15,-2 1-18 0,0 0 12 0,0 3-7 0,0-2-7 0,1 1-5 16,-1 3-4-16,2 0 3 0,-1 2 1 0,-1 1-5 0,1 0-2 16,-1 0-12-16,0 2 10 0,1 1-9 0,0-1 7 0,-1-2-2 15,1 2-7-15,0-1-7 0,0 3 7 0,0-5-4 0,-1 3 14 16,1-2-3-16,0-2-7 0,1-4-13 0,-2 1 12 0,1-3-12 0,-1-2-6 15,1 3-15-15,0-2-15 0,-1-1-48 0,0-2 1 0,1 0-11 16,-1-1-41-16,1-1-37 0,1-5-36 0</inkml:trace>
  <inkml:trace contextRef="#ctx0" brushRef="#br1" timeOffset="63534.93">15164 9740 470 0,'-5'-1'211'0,"-1"0"-105"0,3-1 125 0,-2 0-96 0,6-1 12 0,1 1-34 15,2-1 7-15,1 1-26 0,-5-1-26 0,3 0-41 16,0-2 15-16,-3 1-24 0,-1 1 17 0,1-1-1 0,1 1-5 0,6-1-8 16,1 1 14-16,1 0-10 0,1-1 11 0,1 0 0 0,0 2-12 0,3-3-14 15,-1 1 18-15,-1-1-17 0,0 0 20 0,-2-1-10 0,1 4-11 16,-2-5-10-16,1 4 7 0,-2-3-6 0,0 3 7 0,0-2-2 15,-2 2-5-15,0 0-12 0,-1 0 10 0,-1 1-8 0,-1 0 9 16,1 0-3-16,-2 0-11 0,0 1-28 0,1 1 16 0,-1-2-17 0,0 1 7 16,-1 1-5-16,1-1-15 0,0 1-24 0,-1 0-6 0,0 0-8 15,1 1-63-15,-1-1-13 0,-1 1-16 0,1-1-69 0,0 2-55 16,0-2-1-16</inkml:trace>
  <inkml:trace contextRef="#ctx0" brushRef="#br1" timeOffset="63787.74">15192 9857 1137 0,'-1'2'-168'0,"2"-2"339"0,1-1-30 15,3-2-48-15,-1 1-42 0,1-2 34 0,-1 0-46 0,2-2 23 0,0 2-13 0,0-2-28 16,0 0-22-16,0 1 18 0,-2-1-21 0,2 2 19 0,0-2-1 15,-1 2-9-15,1-1-1 0,-2 1 3 0,-1-1-4 0,3 1-4 0,-1 0 1 16,0 1 0-16,1 0-4 0,1-2 8 0,-2 2-6 0,0-1 3 0,-1 2-13 16,-1-1-14-16,2 0-24 0,-1 2-2 0,0 0-1 0,-1 0-29 15,-1 1-18-15,1 0-23 0,-1-2-79 0,0 1 14 0,0 1-23 16,1 0 7-16,-2 0 117 16,2 0-9-16</inkml:trace>
  <inkml:trace contextRef="#ctx0" brushRef="#br1" timeOffset="64183.96">15330 9811 1 0,'-3'9'0'0,"2"-6"11"0,0 0-1 0,0 0 5 0,1-1-6 0,0 1 24 0,-2-1-16 0,2-1 58 16,0 5 6-16,0-4-15 0,0 1 12 15,0 1 16-15,2-2-27 0,-1 1-10 0,-1 2-3 0,1-1-12 0,0 1 0 16,0-1 19-16,-1 2-12 0,1-1 13 0,1 2-16 0,0-2-24 0,-1 1-22 15,0 0 12-15,0 2-12 0,-1 0 9 0,1 0-3 0,-1-1-8 0,0 2 4 16,0-1 6 0,0 1 2-16,0-2 21 0,0 1 4 0,0-1-1 0,1-4 10 0,-1 3 36 0,1-6-20 0,0 0 56 0,2 0-19 0,-1-3-22 15,0 3-37 1,2-1 14-16,0-1-16 0,-1 2 15 0,1 0-13 0,-1 0-15 0,2-2-9 0,-2-5 4 0,2 0-3 0,-1-1 6 16,0 0 2-16,1-1-3 0,-1 2-15 0,1-2 15 0,-1 0-14 0,2 1 20 31,0-1-6-31,-1 0-9 0,1 0-13 0,0 2 16 0,-1-2-13 0,0 0 22 15,-1 1-8-15,1 0-14 0,-2 1-2 0,0-1 7 0,0 2-5 0,-1-2 14 0,-2 3-5 0,0 0-7 0,0 1-5 0,-2 1 6 16,0 1-4-16,-1 0 7 0,1 2-2 0,-3 0-5 0,1 0-6 31,-1 0 7-31,-1 0-5 0,-1 3 4 0,1-1 1 0,0 1-6 0,0 0-15 16,0 0 13-16,1 0-13 0,0 0-3 0,1-1-19 0,0-1-20 16,1 2-48-16,1-3-42 0,2 0 5 0,0-1-213 0,2-4-49 15,4 1-65-15</inkml:trace>
  <inkml:trace contextRef="#ctx0" brushRef="#br1" timeOffset="64547.79">15669 9777 833 0,'-3'0'150'0,"0"0"-24"0,0 0-14 0,1-1-51 0,0 1-29 0,1 0-8 0,-1 1-12 0,-3 2 6 0,5-1 4 0,0 2-1 0,-2 1 17 0,1 1-4 0,-7 0-4 0,0 3-4 15,-1 0 17-15,-1 2-14 0,1 2 15 0,1-1 0 0,0 1-5 0,3 1-4 16,0 0 4-16,1-2-5 0,-1 4-2 0,2-3-9 0,-1 2-9 16,1 0-24-16,1-1 18 0,-2-5-15 0,2 2 15 0,1-2-3 15,0-3-12-15,0 2-46 0,1-1 1 0,1-2-14 0,0 1-29 16,1-4-6-16,1-1-16 0,0-1-36 0,1 0-14 0,1-3-5 0,2-3-76 16,-2-1 141-16,5-1-7 0</inkml:trace>
  <inkml:trace contextRef="#ctx0" brushRef="#br1" timeOffset="65006.95">16107 9566 900 0,'-10'5'114'0,"0"2"-10"0,1-2 26 16,1 2-57-16,-2 1 61 0,0 0-18 0,1-1-34 0,1 4-41 0,2-1 24 15,-1 0-38-15,1 0 25 0,1 1-11 0,0 1-19 16,1 3-16-16,-1-4 12 0,2 4-14 0,-2-2 7 0,1 0-4 0,0-1-6 0,0 2-1 16,1-2 8-16,-1-1-4 0,2 1 4 0,0-1 0 15,-1 0-8-15,1-2-6 0,1 0 10 0,0-1-7 16,0 0 14-16,1-3-7 0,-1 0-6 0,1-1-6 0,0 1 7 0,0-3-3 16,0 1 16-16,0-1-4 0,1 0-6 0,-1-1-14 0,0-1 15 0,0 0-11 0,0-1 15 15,-1-2 3-15,1 1-9 0,-1-1-2 0,-2-2 5 16,2 1-5-16,-2-2 4 0,1-1 0 0,-2 1-4 0,1-3-4 15,-2 0 12-15,1-1-7 0,-3-1 17 0,2 2-7 0,-3 3-6 0,1 0 1 0,0 2-2 16,0 0 4-16,2 1 0 0,-1 3-5 0,1 0-4 0,-2 0-4 16,0 4 6-16,0 0-5 0,0 1 6 0,0 2 4 0,0 2-2 0,1 0-4 15,0 0 2-15,1 1-2 16,1 0 9-16,0 2-3 0,0-2-5 0,-1 1-3 0,2 0 4 0,-2 0-2 16,3 1 8-16,0-2-6 0,1-1-7 0,0 1-3 0,0 0 13 15,1-1-5-15,1 0 13 0,1 0 2 0,1-2-12 0,2-4-10 0,-1 1 22 16,1 0-18-16,0-1 30 0,1 2-4 0,1-1-11 15,1-1-17-15,1 1 11 0,1-2-11 0,-1 1 15 0,1-1-11 0,-1-1-12 16,1-1-23-16,3 0-18 0,2-4 2 0,2-1-81 0,1-1-46 16,1-5-29-16,2 2-193 0,5 0 226 0</inkml:trace>
  <inkml:trace contextRef="#ctx0" brushRef="#br1" timeOffset="69142">7888 11401 256 0,'-2'0'-1'0,"1"-2"7"0,0 1 2 0,1 0 6 0,0-2-11 0,0 2 9 0,0-2-6 0,1 2 19 0,0-1-2 0,2-2-10 0,-1 1-4 0,1-1 31 16,1 1-19-16,0-1 44 0,1 0-9 0,-1 1-14 0,2-2-25 15,-1 3 13-15,2-1-13 0,0-1 15 0,2 3-5 0,0 0-13 0,2 1-3 16,0 1 19-16,2 0-15 0,0 0 27 0,2 2 0 16,1 0-1-16,5-2-24 0,1 1 9 0,4 0-10 0,4-1 24 15,4-1-9-15,-1 0-11 0,-2 0-31 0,-1-1 23 0,1-3-21 0,0 1 29 16,3-4-4-16,-1 2-11 0,0-3-4 0,1 1-1 0,-1 1 1 15,2 0 3-15,1 0 4 0,2 3-3 0,6-2 6 0,0-3 26 16,-7 1-18-16,1 0 23 0,-4-1-10 0,0-1-15 0,4 1-13 0,-3-1 1 16,-1 1-1-16,-1 1 9 0,-3 2-6 0,2-1-3 0,0 0-9 15,2 3 1-15,0-1-3 0,-1 0 1 0,-4 1-19 0,-8 3-7 0,-1-1-97 16,-5 1-21-16,-1 1-13 0,4 3 40 0</inkml:trace>
  <inkml:trace contextRef="#ctx0" brushRef="#br1" timeOffset="70900.24">14558 11364 903 0,'-2'-17'-46'0,"0"11"92"0,0 0-4 0,2 4-3 0,0 1-37 0,0-1 12 0,0 2-15 0,4-1 14 0,-1 0 3 0,2 1-9 0,4-2-13 0,0 1 27 15,4 0-24-15,3 0 22 0,0-2-4 0,3 0-14 0,1 2-17 0,-1-3 17 16,-6 0-12-16,1 2 29 0,-1-2-4 0,2 2-14 0,7-1-15 15,-3-2 24-15,0 1-17 0,-2-1 25 0,-2 2-7 16,-1-2-11-16,0 1-4 0,-1-1 11 0,0 1-3 16,-1-1 29-16,-1 1-7 0,0-2-10 0,2 3-27 0,-3 0 25 0,0-1-23 15,0 3 28-15,-2-1-6 0,0 0-12 0,-1 0-10 0,-1 1 8 16,0 0-5-16,-3 0 16 0,1 1-2 0,-2 0-7 0,-2 0-8 0,1 0 11 16,-1 0-7-16,0 0 4 0,-1 0-2 0,0 0-7 0,-4 2 8 15,0-1-1-15,-3 3 3 0,-2-1 4 0,-1-1-1 0,-2 3-3 0,0-2-23 16,-2 2 30-16,-1-1-25 0,0 1 34 0,-4-1-9 15,-1 1-15-15,-2 0 8 0,-8 0-9 0,-1-1 11 0,-3 3-2 0,3-4 2 0,0 3 1 16,-4-1-6-16,-2 0 9 0,-4 1-8 0,4-1 4 0,5 0 0 0,3 1-1 16,1 0-11-16,2 2 14 0,3-3-7 0,2 1 26 0,3-1 1 15,3-1-12-15,1 0-14 0,5-1 22 0,4-1-22 16,0-1 12-16,5 1-4 0,1-2-7 0,0 1 2 0,4-1-2 0,1 1 3 0,2 0 1 16,0-1 4-16,2 0-3 0,4 0-22 15,-2 0 26-15,3-2-24 0,-1-1 33 16,-1 1-5-16,2-2-10 0,2-1-7 0,2 1 4 0,1-2-1 0,1 0 17 0,1 1 0 0,-1-1-3 0,5 1-10 0,1-2 12 15,4 4-11 1,3-3 17-16,-3 4-7 0,0-2-3 0,-6 0-17 0,0 2 7 0,-1-2-5 0,1 3 18 0,2 1-1 0,-4-2-7 0,-4 2-24 16,-2 0 19-1,-3 2-21-15,-3 0-9 0,-2 1-33 0,-2 0-32 0,-3 1-110 0,-2 1-41 0,-1 1-12 0</inkml:trace>
  <inkml:trace contextRef="#ctx0" brushRef="#br1" timeOffset="85018.84">19791 9972 333 0,'-3'0'77'0,"2"0"67"0,-1-1-49 0,0-1 11 0,0 1-27 0,-1-1 23 0,1 2-12 0,0-3-19 0,0 0-32 16,-1 1 18-16,0 1-32 0,1-1-5 0,-2 1-6 0,2 0-9 0,0-1 1 16,-2 0 5-16,2 1-1 0,-1 1 21 0,-1 0 2 0,2 0-1 0,0 0-22 15,-1 0 21-15,-1 1-22 0,1 3 13 0,0 0-7 16,-3-1-11-16,0 3-6 0,-2 1 1 0,-1 1-1 0,3 1 7 0,-2-3 0 15,0 1-1-15,1 2-19 16,1-2 21-16,0 4-16 0,1-1 26 0,2 0-9 16,0-1-16-16,0 0 10 0,2-3 1 0,1-1 6 0,1-1 9 0,3-1 6 0,-1 1 1 0,2-2 6 0,-1 0 7 0,3-1-7 15,1 0-1 1,1-1-2-16,1-2-3 0,1 0-20 0,0-2 21 0,-1 1-19 0,2-1 18 16,-3-3-1-16,1 0-16 0,0-2-7 0,0 0 19 15,0 0-17-15,0-1 25 0,-1 2-8 0,-1 0-10 0,0-1-6 16,-1 3 5-16,-2-1-3 0,0 2 6 0,-2 3 0 0,-1 0-2 0,-2 1-11 0,0-3 11 15,0 0-10-15,-2 1 12 0,0 0-4 0,-3 1-6 16,1-1-5-16,-1 0-7 0,0 1 2 0,-1 1-25 0,-1-1-5 0,2 0-8 0,-1 0-33 0,2 0-6 16,-1 1-8-16,1-2-52 0,1 0 6 15,1 1-7-15,1-1-96 0,0-2-17 0,3 3-34 16</inkml:trace>
  <inkml:trace contextRef="#ctx0" brushRef="#br1" timeOffset="85383.15">19882 9950 1129 0,'-3'5'238'0,"3"-2"-196"0,0 1 35 0,1 0-23 0,1 1 1 0,0 0-12 0,1 2-3 0,2-3-10 0,0 1-9 0,2-2-24 0,0-2 16 0,0 2-15 0,-1-1 19 0,1 3-8 16,0 1-12-16,1-1-6 0,-1 0 10 0,1-1-4 0,1 0 19 15,0-1-5-15,-1 1-8 0,0-1-7 0,0 1 3 0,0-1-2 16,0 0-16-16,-1 1-11 0,0 0-22 0,0 1 27 0,-1-3-5 16,-2 2 7-16,2-1-82 0,-3-2-20 0,2 0-37 0,-3 1-82 15,0-4-13-15,0 0-24 0</inkml:trace>
  <inkml:trace contextRef="#ctx0" brushRef="#br1" timeOffset="85603.22">20137 9902 885 0,'-7'11'-218'0,"2"-5"458"0,2-2-46 16,0 1-66-16,-1 4-38 0,0 0 31 0,0 2-46 0,4 0 31 15,0 1-25-15,0-3-24 0,0 1-26 0,-4-1-4 0,-2 1-6 16,2 4-2-16,-2 1-4 0,0 0-1 0,1-1-8 0,0-3 2 16,0-1-4-16,0 2-1 0,0-2-2 0,1 0-1 0,0 2-7 15,0-1 0-15,2 0 0 0,0-4 11 0,0 0-20 0,1-2-10 0,-1 0-61 16,2-1-18-16,0-2-2 0,2 2-56 0,-1-2 18 0,0 0 5 15,1-2-52-15,0 0-14 0,1-1-14 0,2 0 76 0</inkml:trace>
  <inkml:trace contextRef="#ctx0" brushRef="#br1" timeOffset="85882.38">20297 9999 703 0,'-9'5'172'0,"1"-1"39"0,2 3-104 0,-2 1-22 0,2 0-10 0,2-1-16 16,0 2-13-16,2-2 4 0,2-2-16 0,0 0-12 0,2-1-2 15,2-1-8-15,0-1-5 0,2 1 19 0,-1-3-16 0,2 0 19 0,1-3-3 16,1 1-7-16,1-4-4 0,0 3 5 0,1-3-2 16,-1 0 18-16,-1 1 3 0,0-2-2 0,-1 2-20 15,0-1 27-15,0 0-25 0,-2 0 23 0,-2 1-2 0,-1 0-9 0,1 1-11 0,-3-1 6 16,-1 1-9-16,-1 1 2 0,-1 3-3 0,-3 0-10 0,1 0-5 0,-3 0 6 15,-1-2-6-15,-1 1-6 0,1 1-16 0,-2 0-11 0,0 1-36 16,-1-1-18-16,-1 2 4 0,2-2-72 0,1-2-22 0,1 0-22 0,4-1-70 16,1 1-28-16,4-4-8 0</inkml:trace>
  <inkml:trace contextRef="#ctx0" brushRef="#br1" timeOffset="86119.89">20561 9711 1351 0,'-6'4'-138'16,"2"-2"268"-16,1-1-23 0,-1 5-39 0,0-1-12 15,1 1 28-15,1-1-32 0,0 2 14 16,0 0-16-16,-1 1-32 0,0 1-18 0,1 0 15 0,0 1-19 0,-1 0 16 0,2 3-1 0,0 0-4 16,0 0-19-16,0 1 14 0,-1 0-11 0,0 3 23 15,1-2-6-15,0 2-8 0,0-3-11 0,1 0 5 0,0-1-6 0,1-3-7 16,1 0-8-16,0-1-11 0,0-3-29 0,-1 0-9 0,0-3 0 15,1 2-16 1,-1 1-2-16,1 0-3 0,-1-1-22 0,0 0-8 0,0-2-2 16,0-1-39-16,-1 0 3 0,1-2-4 0</inkml:trace>
  <inkml:trace contextRef="#ctx0" brushRef="#br1" timeOffset="86483.72">20485 10045 455 0,'7'-3'167'0,"7"-1"-16"0,-3-1-28 16,3 0-44-16,1-2-13 15,0-1-6-15,2 0-15 0,0 1 4 0,-7 1 15 0,0 1-20 16,0 0 4-16,-1 1-8 0,6-1-8 0,-1-2-3 0,1 1 15 16,-1 0-6-16,-1 0 25 0,-2 2-8 0,-1-1-16 0,-1 1-24 15,1 0 21-15,-1 1-22 0,-2 1 14 0,-2-1-2 0,0 1-8 0,-2 0-22 16,0 2 21-16,-2 0-18 0,0 0 20 0,-1 0 6 0,0 0-14 15,-1 0 4-15,-2 2 5 0,1 0-9 0,0 2-5 0,-1-3-1 16,-1 3-1-16,1 1-10 0,-2-2 9 0,1 1-6 0,1 0 13 16,0-3-1-16,1 0-9 0,1 2 0 0,0-3 8 0,1 2-6 0,0-2 11 15,1 2-3-15,0-2-3 0,1 1-4 0,1 0 10 0,0-1-4 16,0 0 24-16,1 1-12 0,-1-1-9 0,1 2-12 0,-1-1 3 16,0 0-1-16,0 1 7 0,0-2-1 0,0 1-2 0,-1 3 5 0,1-3 4 15,-1 1-4-15,-1 0-7 0,0 0 2 0,-1 1-5 0,1-2-1 16,-1 0 7-16,0-1-7 0,0 0-1 0,1 0-5 0,0 0-5 15,3 0-57-15,0 0-10 0,1 0-14 0,0 0-105 0,0-1-28 16,-1 0-43-16</inkml:trace>
  <inkml:trace contextRef="#ctx0" brushRef="#br1" timeOffset="88986.44">19140 13327 256 0,'-1'0'23'0,"5"-3"374"0,-4-3-185 0,-1 1 6 0,-1 2-237 0,2-3 13 0,-1 3-14 0,1 0 24 0,0 0 4 0,0 1-6 0,0 1-5 0,0 1 24 0,0 0-16 15,0 0 40-15,1-2-9 0,2 2-15 0,0-1-12 0,-3 0 9 16,0 1-11-16,0 0 1 0,2 0-2 0,7 0-4 0,3 0-13 15,1 0 12-15,5 0-8 0,1-2 25 0,0 1-1 0,2-1-9 16,1 0-21-16,-1-1 20 0,2-1-19 0,-1 1 21 0,1-2-3 0,0 1-8 16,2-1 2-16,1 1 0 0,1-2 1 0,0 2 1 0,-2-2 2 15,3 0-2-15,-1 1-19 0,0-1 25 0,-8-1-22 0,-2 1 30 16,-1-2-5-16,-1 1-14 0,7 0 3 0,1 1-4 0,-4 0 6 0,0-2 5 16,-5 1-3-16,0 1 2 0,-1-2-19 0,0-1 19 0,-1 3-14 15,0-2 24-15,0 1-4 0,-1-1-11 0,1-1-1 0,-1-1 1 16,1 0 1-16,0-2 5 0,-1 0 2 0,-1 0-2 0,0-2-16 15,-1-1 19-15,1-1-18 0,-1-3 17 0,2-1-6 0,-5-1-9 0,0-1-7 16,-2 0 2-16,-1 0 1 0,-2-1 19 0,-1 3 1 0,-2-2-1 16,-4-1-31-16,-1 1 33 0,-2-1-28 0,-2-2 45 0,1-2-11 15,-1 1-17-15,-3 1-3 0,1 0 4 0,-4 3 0 0,0-2 14 16,-1 2-3-16,-1-3-10 0,-1-3-1 0,-3 1 5 0,-1 1-6 0,-6 1 0 16,0 0 0-16,-3 1-2 0,-2 0-1 0,3 0 0 0,0 3 1 15,-4 2 1-15,2 2 2 0,-5 2-1 0,-2 3-6 0,2 0 12 16,-3 4-12-16,0-1 8 0,-6 2-3 0,-1 1-6 0,0 3-4 0,-5 1 11 15,3 0-6-15,0 4 18 0,-1 1-1 0,5 3-10 0,0 3-9 16,-1 2 11-16,-1 4-10 0,0 3 14 0,-2 5-5 0,3 3-6 0,2 5-12 16,1 5 13-16,4 3-7 0,1 4 26 0,6-4-2 0,2 3-12 15,1-1-9-15,2 4 20 0,3 3-16 0,1 2 28 0,1 5-10 16,3 9-9-16,0 1-14 0,7 1 14 0,6-5-7 0,6-13 40 16,5-9-3-16,7-6-8 0,9-2-13 0,6-3 7 0,3-3-8 15,4 0 10-15,-2-2-6 0,4-1-3 0,5 2-16 0,4 0 8 0,4 1-7 16,5-4 14-16,5-4-5 0,-1-2-10 0,3-2-17 0,-1-1 6 15,-3 2-11-15,0-1-31 0,-5-3-30 0,2 1-28 0,4 0-115 16,-1-2-69-16,-1 3-7 0</inkml:trace>
  <inkml:trace contextRef="#ctx0" brushRef="#br1" timeOffset="95533.75">24498 9976 367 0,'-6'0'77'0,"1"0"89"0,-1 0-94 0,1 0-19 0,-1 0-9 0,-1 0-17 16,2 1-5-16,-2 0-9 0,1 1-7 0,1-1 4 0,0-1-4 16,0 1 24-16,0-1-1 0,2 1-1 0,-1 1-19 0,1-2 18 0,0 0-17 15,-1 0 16-15,3 1-10 0,-1 4-13 0,1 0 0 0,0 2 1 16,1 2 4-16,0 0 11 0,0 0 1 0,2-2-2 15,-1 3-31 1,1-1 27-16,2 0-25 0,-1-1 34 0,0-2-7 0,1 1-14 0,0-1 0 0,1-1-4 0,-1 1 4 0,1-3 12 0,-1 1 3 0,1-1 4 16,-1-1-3-1,2 0 18-15,-3-1-13 0,2-1 25 0,-2 0-6 0,1-1-11 0,2-1-7 0,1-2 18 0,-2 3-12 0,2-4 28 16,-1 3-6-16,-2-5-13 16,2 2-10-16,1-1 7 0,-2-1-9 0,1 1 0 15,-1-2-6-15,0 0-2 0,-2-1-11 0,1 0 13 0,-2 1-7 0,-1-1 28 0,0 0-8 0,-1 0-10 0,0 1-14 0,-1 2 4 31,0 0-3-31,-1 4 9 0,-2 1-5 0,1-1-7 0,-3 2-3 16,1-4 2-16,-1 3-1 0,0 0-5 0,1 0 1 0,0-1-2 0,1 2-8 16,-1 0 14-16,1 0-10 0,-1 0 10 0,2 0-1 0,0 2-5 0,0-2-8 15,1 0-8-15,1 0-1 0,0 0-54 0,1 0-18 16,1-2-23-16,1 0-74 0,3-1-46 0,0-3-6 0,2-2 24 0</inkml:trace>
  <inkml:trace contextRef="#ctx0" brushRef="#br1" timeOffset="95860.46">24659 9813 1302 0,'-6'7'107'0,"3"-1"49"0,-2 2-24 0,3-2-22 0,0 2-32 0,2 1-36 0,0-2 24 0,2 2-36 0,1 2 19 0,3-2-14 0,-1 1-19 0,2 3-14 0,0-2 4 0,0 1-6 0,-2 3 12 16,1-1-7-16,0-2-1 0,-2-1-7 0,0 1 6 0,2 0-3 15,-1 3 14-15,-2 0-5 0,1-1-7 0,0 0-9 0,-1-2 5 16,1-3-8-16,-2 1-7 0,0-3-5 0,0 1-12 0,-1-4-19 15,2 1 3-15,-2-4-7 0,0 2-8 0,0 0-7 0,0-2-8 0,0 0-64 16,0-1-19-16,1-1-14 0,-1-2-166 0,1-1 206 0,2 1-33 16</inkml:trace>
  <inkml:trace contextRef="#ctx0" brushRef="#br1" timeOffset="96180.85">24891 9864 426 0,'-8'6'134'0,"-1"-3"229"16,-3 4-210-16,1-1-35 0,-2 1-45 0,0 2-38 16,0-1 5-16,1 1-20 0,0 2-4 0,0-1-4 0,1 1-3 0,0 2 1 15,2-3-8-15,-1-2 8 0,0-3 13 16,1 0 4-16,1-1 8 0,1 3-6 0,3 0 16 0,0 0-13 0,2-2 16 0,1 0-12 16,1-2-13-16,1 2-13 0,1-2 11 0,2 0-7 0,-1 0 22 0,3-1 0 15,-1-1-6-15,3-1-10 0,0 2 11 0,-1-1-13 0,1 0 9 16,-2-1-1-16,2 2-4 0,0-2-7 0,1 0 7 0,-1 0-7 15,2 0 3-15,0 0-2 0,0 1-9 0,2-1 0 0,0 1 5 0,-1-1-5 16,0 0 4-16,-1 0-4 16,1 0-3-16,-1 1-16 0,-1-1 20 0,0 0-14 0,-3 0 25 0,1 2-6 0,-1-2-13 0,-1 1-2 15,0-1 2-15,-1 1-1 0,0 2 6 0,-2-2-2 0,0 0-2 0,0 1-40 16,0 0 11-16,-1 1-20 0,0-2-24 16,-1 0-12-16,1 1-26 0,0-2-75 0,1 1-53 0,-1 1-6 0,2 1 9 15</inkml:trace>
  <inkml:trace contextRef="#ctx0" brushRef="#br1" timeOffset="96735.1">24619 9861 581 0,'-2'1'74'0,"-1"1"111"0,-1-2-98 0,2 3-21 0,-1 1-15 0,-1 0-36 0,2-2 24 0,-1 2-22 0,-1-1 24 0,1 3-11 0,1-1-16 0,-1 2 0 0,2 1-3 0,0 0 5 0,1 1-1 0,-1 3 2 0,1 0-2 0,1 5 19 15,1-2 9-15,1 1-3 0,1 0 11 0,0 2-5 0,0 4-5 16,2 0-25-16,-1-2 4 0,2 1-9 16,0-1 9-16,-2-2-9 0,2-1-2 0,0-3-14 15,0 0 6-15,0-2-5 0,1-3 9 0,-1-2 0 0,1 1-4 0,-2-2-19 0,-1-1-10 0,1 2-1 0,-2-3-38 31,1 0-9-31,0-2-13 0,1-1-55 0,1-1-28 0,-1-1-6 0,0-3-139 0,2 0 183 0,0-2-16 0</inkml:trace>
  <inkml:trace contextRef="#ctx0" brushRef="#br1" timeOffset="97836.46">25143 9940 290 0,'-6'0'221'0,"1"-1"69"0,0-1-150 16,-1 0-9-16,2-1-21 0,-2 1-33 0,2 0-19 0,-1 0 10 0,2-1-23 0,-2 2-7 0,1 0-12 0,-1-1-7 0,2 2-13 0,-2 0-2 0,1-1 4 0,-1 1 6 0,4 0 2 0,1 1-1 0,-2 1-17 16,0 0 20-16,-5 2-19 0,-1-3 16 0,0 3-2 0,2 1-8 15,-2-1-14-15,2 0 17 0,2-1-12 0,-1 0 20 0,3 1-1 16,0-1-14-16,1 1-13 0,-1 0 12 0,1-1-11 0,0 1 18 16,1 0-4-16,0 2-6 0,0-4 1 0,1 2 0 0,-1-2 2 15,3 1 0-15,-2 3 1 0,1-2-2 0,2 2-8 0,1 1 14 0,2-1-13 16,-1 1 15-16,1 0-5 15,-1 0-3-15,0-1-9 0,1 0 9 0,0 2-3 0,0-3 19 16,-2 2-5-16,-5-5-10 0,1 3-5 0,-1-1 7 0,0 0-6 16,5 0 8-16,-3 0-3 0,2 0-3 0,-1-3-2 0,-1 1 2 15,-1 2 2-15,0-3 9 0,-1 2 1 0,-2 0-6 0,-1 0-8 0,-1-1 13 0,-1 0-11 0,-1 1 10 16,2-2-2-16,1 0-6 0,1 2-8 0,-1-2 15 0,-1 2-9 0,-3-2 16 16,-2-1-1-16,1 1-14 0,-1-1-13 0,1 0 17 0,1-1-14 0,2 0 24 15,0-2-7-15,2 2-9 0,-3-2-26 0,3 1-10 0,-1-2-5 16,2 1-81-16,1 0-32 0,1-1-35 0,0-1-170 0,1 1 215 15</inkml:trace>
  <inkml:trace contextRef="#ctx0" brushRef="#br1" timeOffset="98283.92">25223 9954 754 0,'-4'6'145'0,"-1"0"40"0,2 1-83 0,0 0-8 0,0-4-23 0,2 1-26 0,1 0-18 15,0-1 6-15,0 4-10 0,3-2 2 16,-1 1-6-16,1-3-12 0,1 1-15 0,-1 0 16 0,0-1-13 16,1-2 22-16,-1 0-2 15,0-1-6-15,2 0 4 0,1-1 6 0,-1-2-2 0,1 1 3 0,0-2-4 16,1-1-9-16,1 1-2 0,0-2 9 0,1 2-6 0,-1-1 3 15,0 1-6-15,-1-1-7 0,0 3 4 0,0 1-2 0,-1 0 6 16,-1 1 1-16,1-1-2 0,-2-1-2 0,1 4-8 0,-2 0 9 0,1 1-8 16,-1-1 5-16,0 2 5 0,1-1-3 0,-1 2-6 0,0 0 3 15,2 3-5-15,-1-2 6 0,1-1 2 0,0 2-1 0,1-5-6 16,0 2 10-16,-1-2-9 0,2 1 10 0,-2-2 1 0,0 1-3 0,1-2 5 16,-1 0 23-16,-1-2-12 0,0 1 41 0,-2-2-3 0,2 2-11 15,-2-1-12-15,0-2 13 0,1 1-13 0,-1-2 7 0,1 1-11 16,-2-2-12-16,0 1-6 0,1-2 8 0,-2-2-5 0,0 2 7 15,-2 3-5-15,0-3-9 0,0 2-8 0,0 0 5 0,-1-4-4 0,2-1 6 16,0 1-3-16,0 1-5 0,0-1-8 0,0 3 7 0,1 0-6 16,0 1 10-16,0-2 0 0,1 2-3 0,0 0-24 0,0 2 5 15,3 1-15-15,-1-1-31 0,1 2-8 0,1 0-14 0,1 1-76 16,0-2-28-16,1 1-18 0,0 1-242 0,-2-1 270 0,2 0-47 0</inkml:trace>
  <inkml:trace contextRef="#ctx0" brushRef="#br1" timeOffset="99102.39">25636 9889 750 0,'-5'0'69'0,"-1"0"28"0,1 0-24 16,1 1-16-16,0 0-27 0,-1 1-30 0,1 0 19 0,-1 2-20 16,0-1 14-16,0 0-5 0,1 2-8 0,1-1-11 0,-1 1 14 0,3 1-6 15,-1-3 39-15,2 1-2 0,0 0-6 0,1-1 13 0,2-1 16 16,2-1-6-16,0 1 23 0,1-1-4 0,2-1-7 0,1 0-2 15,2-1 3-15,0-1-5 0,3 0-12 0,-2 1-13 0,-2-1-11 0,0 0-23 16,-2 1 8-16,-2-1-7 0,-1 2 11 0,-1 2 0 0,-2-1-5 16,-1 1-8-16,0 0 4 0,0 1-4 0,-1 1 7 0,0 0 0 15,-1 3-2-15,0-2-10 0,0 0 10 0,0 1-6 0,1-2 13 0,0 0-6 16,0-2-11-16,0-2-2 0,0 0 8 0,1-2-2 0,0-1-7 16,1 5 2-16,2-1-12 0,0-1-27 0,1 0 13 15,0-5-18-15,0-2 5 0,0 1-4 0,1 0-5 0,1-3 8 0,0 1 3 16,-1 2 5-16,2-1 13 0,-1 1 10 0,0 2-1 0,-2 0 0 0,1 1 13 15,-3 1-11-15,1-1 18 0,-1 2-1 0,-2 1 0 0,0 0-18 16,0 0 16-16,-1 1-10 0,0 1 31 0,0-1-5 0,0 1-10 0,0 2 0 16,-1 1 13-16,0 1-8 15,0 0 11-15,0 3-9 0,0 0-10 0,1 0-15 0,0 1 20 16,3-1-9-16,2-3 54 0,1 1-1 0,6-5-5 0,3 4-11 0,4 0 14 0,4 2-15 0,0-2 1 16,4 0-7-16,1 3-12 0,5 2-18 0,0-1-6 0,-4-2 1 0,-7-3 6 15,-6-1 3-15,-5-2 5 0,-3 1-27 0,-1-1 27 0,-5 2-21 16,-4-1 44-16,-7 0-12 0,-1 3-14 0,-4 0-15 0,-3 0 14 15,3 2-9-15,-5 0 20 0,-2-1-1 0,-1 0-12 0,-5-1-12 16,1 1 18-16,-1 0-15 0,3-2 21 0,-1 1-8 16,1 0-10-16,3-1 8 0,2 0 9 0,3-1 1 0,3 0 23 0,1-2-4 15,3-2-6-15,3 3-14 0,1-3 16 16,3 0-13-16,2 0 20 0,2-3-14 0,3 1-15 0,1-3-6 16,5-2 2-16,1 0 1 0,1-1 8 0,2-2-3 0,4-1-3 0,5-1-15 15,1-1 13-15,4-2-10 0,0-3 16 0,0-2 1 0,2 2-8 0,3-5-14 0,-5 0 17 0,-2 4-14 16,-3-1 15-16,-3 0 3 0,2 4-10 0,-4-3-6 15,-4 3 14-15,-4 3-11 0,-4 2 13 0,-2 5-4 0,-2 0-6 0,-2 4 15 16,-1 1 2-16,0 1 3 0,-3 0 1 16,0 1-7-16,-3 1-9 0,-1 5-16 0,-1-1 14 0,-1 3-11 0,-1 1 24 15,-1 1-3-15,0 0-8 0,0-1-12 0,2-1 18 16,1 2-14-16,1-5 29 0,4-1-7 0,0-1-10 0,3-1-23 0,3-2 14 0,0 0-13 16,3-1 27-16,2-1-6 0,2-3-8 0,2-2-29 15,3-3 5-15,0-2-11 0,1 2-12 0,-1-1-2 0,0-1-10 16,1 0-19-16,0 0 12 0,1 2-10 0,1 0 26 0,0 0-1 0,-3 0-2 0,2 0-7 0,-1 1 23 15,0 1-10-15,-2 0 47 0,1 0 1 16,-2 2-8-16,1-1-10 0,-1 3 22 0,2-1-16 0,-3 2 22 16,-2 1 5-16,-1 1-6 0,-2 1-24 0,-3 2 12 0,0 1-17 15,-3 0 22-15,-1 2 2 0,-1 0-3 0,0 2-13 0,-3-1 18 0,1 2-16 16,0-3 25-16,-2 0 0 0,1 1-4 0,-2 0 25 16,3 0 9-16,-1-3 3 0,4 1 13 0,0-1-6 0,4-3-15 0,2 1-25 0,1 1 14 15,3 0-18-15,1-3 3 0,5 0 2 0,1 0-6 0,1 0-23 0,-6-2 15 16,1-2-17-16,0 1-16 0,1-2-41 15,7-2-40-15,0-1-313 0,1-2 281 0</inkml:trace>
  <inkml:trace contextRef="#ctx0" brushRef="#br1" timeOffset="101294.46">23853 15148 216 0,'3'0'500'0,"-3"-3"-283"0,-1 1 324 0,1 1-408 0,1 1-134 0,1 0-5 0,2 0 9 0,2 0-2 0,1 1 2 0,3-1-20 0,0 0 20 16,0 0-14-16,2-1 31 0,0-2-5 0,0 0-12 15,3 1-10-15,-1-3 7 0,2 0-5 0,1-2 21 0,2-2-4 0,1 0-4 0,4-1-22 32,0-5 23-32,-3 1-19 0,2-4 28 0,5-2-1 0,3 1-12 0,9-4-23 0,0-2 18 0,1-5-17 0,-1-2 32 15,1 0-5-15,0-1-6 16,3-2-14-16,1-1 10 0,-4-1-10 0,-9-1 18 0,-6 1 1 0,-5 1-4 0,0-2-20 0,2-1 17 0,-6-1-15 0,-6-4 20 15,-5-2 0-15,-5-1-10 0,-4-2-10 0,-2 0 16 0,-6 0-11 16,-4 1 17-16,-4 3-1 0,-2 4-8 0,-4 0 1 0,1 2 2 16,-3 1 0-16,-6 0 4 0,-2 2 1 0,-7 5-1 0,0 4-8 0,-3 5 11 15,-1 3-10 1,-3 3 9-16,-5 1 0 0,-3 5-6 0,-5 4-2 16,-3 1-1-16,0 5 1 0,-2 5 3 0,-1 3-2 0,-1 6 0 0,-8 4-18 15,-2 5 17-15,-3 6-13 0,1 0 29 0,7 7-6 0,1 1-10 16,-4 7-1-16,2 5 0 0,2 2 2 0,4 4 17 0,12 2-5 15,8 4-2-15,4 3-12 0,9 0 5 0,6-2-5 0,4-3 3 16,8-5 0-16,8-1-3 0,8-4-1 0,7 3 1 0,11-5-2 16,4-3-2-16,7-6 4 0,6-2-4 0,6 0-9 0,11-2 16 0,9 1-13 15,5-6 21-15,5-3-17 0,-1-3-2 0,4-3-6 0,5-2 3 16,11 0-4-16,5-2-19 0,-1-1-14 0,0 0-24 0,-2-2-90 16,3 0-53-16,3-2-18 0,3 0-20 0</inkml:trace>
  <inkml:trace contextRef="#ctx0" brushRef="#br1" timeOffset="110751.56">14411 11470 216 0,'-1'-1'504'0,"-3"-5"-279"0,1-3 327 0,-1 4-412 0,4 4-134 0,0 1-8 0,4 0-2 0,4 1-2 0,4 2 2 0,5-1 5 0,4 1 0 0,4 1 6 0,4-2 11 0,3 1-2 15,7-2 2-15,4-1-31 0,-2-2 22 0,6-5-18 0,0-4 31 0,2-2-11 16,5-2-16-16,4-5 5 0,4-1-9 16,6-4 12-16,3 0-1 0,-6 2 0 0,1 0 3 0,-1-2-41 0,1 1 13 0,2 0-23 0,-1 2-11 15,-1 1-1-15,-9 2-12 0,-1-1-13 0,-5-2 11 0,-7-1-5 0,-1-1 47 0,-10-1 9 16,-7 0 3-16,-5-1 9 16,-5 6 16-16,-6-5-10 0,-8 3 22 0,-3 1 5 0,-7-4-1 0,-7 2 20 0,-3 2-3 15,-3-4 5-15,-4 3-9 16,-3 1-6-16,-8-1-7 0,-6 1-22 0,-4 4 15 0,0-1-16 0,-4 1 18 15,1 2-1-15,-5 1-3 0,-2 2 1 0,0-1 9 0,-3 3-4 16,-1 1 20-16,-6 1-9 0,-1 3-7 0,-4 1-19 0,2 4 11 16,-1 2-11-16,0 5 8 0,0 4 1 0,-3 1-5 0,-5 8-9 15,1-1-4-15,2 6 1 0,0 5 6 0,4 4 1 0,-1 5 0 0,-2 6-16 16,-3 6 20-16,5 3-18 0,2 2 22 0,8-1-4 0,8-1-8 16,-1 0-10-16,4-1 13 0,5-4-8 0,9-3 16 0,9-8 1 15,6-2-9-15,6-2-3 0,3-5 7 0,8-9-7 0,6-2 5 0,8-1-3 16,8-4-2-16,7 3 1 0,6-4 13 0,2-2-4 0,7-5 23 15,3-2-9-15,7-3-11 0,10-3-6 0,8-2 0 0,11-2-2 16,7-4-2-16,2-1 2 0,-1 0 2 0,6-2-20 0,7 2-19 16,8 1-8-16,2 3-173 0,-5 3-145 0,-6-1-104 0</inkml:trace>
  <inkml:trace contextRef="#ctx0" brushRef="#br1" timeOffset="164987.04">24998 16656 514 0,'-4'-11'143'0,"-1"2"197"0,0-3-285 0,1 3-37 0,0 1-28 0,2-1 26 0,0 4 0 0,2 1-9 0,-1-2 27 0,1 2 0 0,-1-1 7 0,0 3 3 0,-1-4-3 15,1 3-6-15,-1-3-29 0,0 1 27 0,-2 0-26 0,1 1 27 16,-3-1-12-16,2 1-15 0,-1-2-7 0,0 2 7 0,0-1-1 16,-1 1 16-16,0-1-2 0,-2 3-10 0,-1-2-10 0,-2-1 8 15,1 2-9-15,-3-2 6 0,0 1 0 0,-1 0-2 0,0 0 3 16,-1-2 4-16,1 2 0 0,-3-2 9 0,-1 1 0 0,-2 0-4 0,-6-2-14 16,-2 2 18-16,0-1-16 0,-4-1 19 0,8 1-7 0,-5-1-11 15,-3 1 1-15,-2 1 5 0,-4-2 0 0,3 4 8 0,2-1 1 16,-1 0-5-16,-3 0-18 0,-5 2 23 0,-2-1-21 0,-3-1 23 15,0 2-10-15,0-4-13 0,-2 3-6 0,0-4 9 0,3 2-2 0,0-1 15 16,6 1-3-16,0-1-10 0,1 1-13 0,-4-1 16 0,-1 0-13 16,-2-3 17-16,4 2-2 0,-3 1-7 0,0-2 0 0,-1 0-2 15,-1-3 3-15,3-1 4 0,1 2 3 0,1 0-1 0,-8 1-13 16,-2-1 9-16,-5-1-10 0,1 4 12 0,-1 0 0 0,0 3-2 0,0-2-5 16,-3 2 3-16,0 0-1 0,-6 1 3 0,0 1 3 0,-3 0-5 0,-1-2-12 15,1 3 19-15,5-3-15 0,-1 0 23 0,0 0-7 0,0-2-10 16,-7-1-3-16,-1 1 4 0,2-3-2 15,3 0 6-15,3 1 1 0,-1-1-5 0,-3 0-7 0,-4 0 12 0,-1-1-8 0,3 1 11 16,6 2-4-16,1-2-6 0,-5 1-11 0,0 0 14 0,-4-1-7 16,-5 2 24-16,5-1-5 0,1 1-12 0,-3 1-4 0,0 2 6 0,-4-2-4 15,-3 2 7-15,2-2 0 0,3 2-4 0,-1-1-8 16,-1 2 10-16,-2-1-6 0,-2 0 27 0,1-2-5 0,3 1-5 16,2 0-15-16,-1 0 12 0,2-1-11 0,-1 0 20 0,-2 0 2 0,4-3-7 0,1 1-28 15,2 0 26-15,2-1-25 0,1 0 23 0,0 2 4 0,-3-1-15 16,0 0-6-16,3 2 14 0,1 0-13 0,3 2 15 0,1-1 3 15,-4 2-2-15,-4 1-22 0,1-2 13 0,3 0-14 0,4-3 24 16,3 1 1-16,-4 1-5 0,-4 0-14 0,-1 0 11 0,-5 0-12 16,6-2 13-16,5 3-5 0,1 0-3 0,-1 1-2 15,0 3 5-15,-1-3-1 0,-5 2 10 0,4-1-2 0,1 0-5 0,0 1-18 16,5-1 15-16,-1 2-12 0,0 0 27 0,1 0 0 16,-3 2-7-16,2-1-13 0,-1 0 6 0,1 2-8 0,5-1 13 0,2 0-2 15,-1 1 0-15,-4 3-12 0,-1-3 8 0,-2 3-9 0,5 1 11 16,4-3 6-16,-1 2-1 0,0 1-17 0,-2-1 16 0,0 2-18 0,2-3 15 15,-2-2 2-15,1 2-8 0,-3-1-8 0,-2 5 18 16,5 0-15-16,3-1 17 0,2 1-3 0,-1 2-8 0,-4 0-3 16,3-2 6-16,-1 0-2 0,0-1 8 0,1-1-4 0,3 2-3 0,2 0-12 15,0 0 10-15,-3 2-6 0,0-2 19 0,-2-2-2 0,3 2-7 16,-3-1-10-16,0 1 9 0,3 1-7 0,1-1 13 0,5 3 1 0,1-3-9 0,-1 1-12 0,-2 0 16 16,1 2-12-16,0-1 20 0,5 1-1 0,-2-1-7 0,-1 4-18 15,1-2 15-15,1 1-12 0,1 2 21 0,5-3 2 0,0 2-10 0,-1 0-12 16,-2 2 15-16,-1 2-15 0,-1 0 18 0,5 2-5 0,-1-5-7 15,-4 4 4-15,1-4-2 0,-5 2 5 0,4 3 6 0,4-2-4 16,1 0-3-16,3-1-13 0,0 0 14 16,0-1-11-16,0-3 19 0,-2 1-3 0,-1-2-8 0,0 2-13 0,6 1 19 0,-3 1-13 15,0 1 23-15,1 0-5 0,-5 2-12 0,4-3-8 0,4 1 8 16,2 2-6-16,2-1 17 0,3-1-3 0,1 1-3 0,1 1-14 0,2 0 13 16,2-1-9-16,2-3 14 0,1 1 0 0,2-3-11 0,-1 4-15 15,1 3 19-15,3-2-15 0,2 0 28 0,1-4-3 0,1 2-7 0,1 0-19 16,1-3 16-16,1 1-12 0,2 0 19 0,0 1-1 0,0 0-10 15,1 1-9-15,3 2 16 0,0-1-11 16,2-1 18-16,0-2-4 0,0 1-6 0,3-1-16 16,-1 2 15-16,2 1-10 0,3-2 25 0,0 2-6 0,2-1-10 0,1 1-7 0,1-2 10 15,1-2-6-15,2 0 9 0,3 1 0 0,1-3-4 0,4 4-5 0,2 0 6 0,-6-2-3 16,1-1 8-16,-3-1 1 0,1-1-4 0,8 0-12 16,-2-1 14-16,-2-1-11 0,-1 0 21 15,-1-2-7-15,0 1-8 0,3 1 1 0,2 0-1 0,1 1 7 0,4-1 6 0,-1 1-5 0,2 2-3 0,-5-2-12 16,0 0 13-1,0 2-8-15,1-2 19 0,5 0-5 0,-1-2-12 0,1 1-2 0,1 0 2 16,3-1 0-16,4-1 9 0,1 0-1 0,3-3-1 0,-2 1-10 16,0-1 8-16,-3-1-5 0,-1 1 20 0,1-1-12 0,-1-1-8 0,3 1 8 0,2-2-8 0,5 1 12 0,-1 0-8 15,-4 1 2-15,-1 0-3 0,-1 1-12 0,-1 1 18 0,1-1-15 0,1 1 21 16,-3-1-5-16,6 1-10 0,4-1-4 0,-5 1 10 0,2-1-7 16,-2 0 6-16,-3-1 2 0,3-1-7 0,2 1-3 0,2-2 14 15,6-1-10-15,4 0 19 0,-5-1-8 0,3-2-9 0,-2 1-8 0,1-4 9 16,5 3-5-16,1 0 11 0,4-1-2 0,79-3-18 31,-147 5 36-31,135-5-47 0,-68 1 34 0,0 4 0 0,4-2-7 0,2 1-12 16,-2 0 12-16,-4-1-12 0,-2 3 11 0,-2-2-2 0,4-1-6 0,3 2 2 0,-2 0 1 0,-2 0 1 0,-8-1 5 0,-5 1-8 31,3 2-6-31,3-3 9 0,7 2-1 0,-2-2 9 0,1 2 5 0,-6 0-7 16,-6-1-3-16,6 1-5 0,3 0 6 0,5-2-1 0,3-1 18 15,-3 2-8-15,1-2-9 0,-3-1-6 0,3 0 3 0,4 0-2 16,4 0 11-16,-3 1-1 0,-1-1-1 0,-2 2-19 0,-4 0 15 15,0 1-13-15,6 1 23 0,-1 1-3 0,-2 0-9 0,3 1-13 16,-6 1 11-16,-2 1-8 0,4 0 22 0,1-2-6 0,1 3-7 0,3-2-4 16,-2 0 7-16,-6 1-5 0,-1 0 2 0,1-1-1 0,3 2-8 0,4 0-6 15,-2-3 16-15,-1 3-10 0,-7 0 23 0,-2-1-4 16,4-1-10-16,5 2-13 0,1-3 12 0,-1 3-10 0,-2-1 18 0,-8 1 0 16,-1-2-5-16,4 1-13 0,5-1 10 0,1 0-8 0,1 1 11 15,-4 0 3-15,-5 0-7 0,1-1-10 0,2 1 16 0,2 0-14 16,3 1 21-16,-5 0-3 0,0-1-8 0,-1 1-12 0,-5-1 14 15,4 1-10-15,-4 0 19 0,4 0-5 0,-2 1-6 0,1-1-16 0,-1 4 13 16,-5-2-11-16,-2 0 24 0,-3 2-1 0,3-2-5 0,7 3-6 16,1-1 2-16,1-1-3 0,0 0 8 0,-7 0-3 0,-3 0-3 0,5-2 0 15,3 1 1-15,5 0 1 0,3-1-2 0,-6 1 1 0,-1-2-2 16,-2 1-10-16,-2-2 10 0,2 2-7 0,1-2 17 0,1 2-1 16,1-1-4-16,0 1-9 0,-3-1 6 0,-4-3-4 0,-3 0 7 15,-4 2 0-15,5-2-5 0,3 0-5 0,3 1 8 0,-3-2-4 16,-1 0 12-16,-6 0-6 0,-4 0-5 0,5-4 0 0,-3-1 0 15,0 1 0-15,4-3 3 0,-2 0-1 0,-4-1-2 0,3-2-10 0,-5-1 12 16,-4 1-8-16,2-3 17 0,-8 1-3 0,-3 0-8 0,0-5-4 0,-1 2 5 16,-1 0-3-16,0-3 8 0,1 2 3 0,-2 0-5 0,3-2-14 15,-9 1 14-15,-2-1-14 0,0 0 18 0,-1 2 1 16,6-2-6-16,0 0-3 0,-3 0 2 0,-4 0-3 0,0 1 3 0,-5-1 3 16,0 2 1-16,2-3-16 0,-1-1 12 0,0-1-11 0,0-2 17 15,-4 0-1-15,-1 0-6 0,0 0-10 0,-2 3 12 16,-1 0-8-16,-3 1 16 0,0 1 0 0,-1-2-7 0,-3 0-9 0,-1 1 9 15,-2 0-7-15,-3-1 15 0,0 1-5 0,-3-1-5 0,-2-2-10 16,-2-1 8-16,-1 2-4 0,-4-2 10 0,-2 2 0 0,-1-1-8 0,-1-2-14 16,-2-3 18-16,0-4-12 0,-4 0 25 0,-4 2-3 0,-5 1-9 0,-2-1-7 15,-4 1 5-15,2 0-4 0,-1 2 10 0,-3 2-3 0,0 2-3 16,-5-1-4-16,1 2 3 0,0 1 0 0,-2 1 3 16,-3 4 1-16,-2 2-4 0,-5-1-11 0,0 0 16 0,4 0-12 15,-1 1 15-15,3 0 0 0,2 2-8 0,-5 0-7 0,-1 2 5 0,-1 0-4 16,-2 0 9-16,3 3-3 0,3 0-2 0,0 1-19 0,1 2 5 0,5 3-7 0,1 1-7 15,1 3-7-15,-1 3-9 0,-3 0-59 0,3 1-13 0,1 2-17 16,4 2-182-16,3 3-113 0,0 3-104 0</inkml:trace>
  <inkml:trace contextRef="#ctx0" brushRef="#br1" timeOffset="176792.89">10572 7571 514 0,'-16'-2'137'0,"2"-2"198"0,4 4-269 0,3 0-50 0,3 1-15 0,2 2 3 0,0-1-2 0,1 1-6 0,1 1-2 0,0 1 7 0,0 3-1 0,0 2 17 0,1 1-2 0,-1 4-5 16,0 1-4-16,0 1 13 0,-1-1-11 0,-1 2 14 0,-1 2 1 16,-1-1-1-16,0 3-9 0,-1 2 5 0,0 3-5 0,-2 0 16 0,1 1-2 15,-1 0-4-15,-2 0-11 0,0 2 12 0,0-2-12 0,-3 4 6 16,2-2-4-16,0 2-8 0,-2 3-3 0,2 2 5 0,-2 3-3 16,1 0 7-16,0 2 2 0,1 0-7 0,0 3-14 0,0 0 30 0,3-2-25 15,0-2 31-15,3-5-13 0,0 0-15 0,2-2-4 0,2 0 5 16,1-1 2-16,4-1 19 0,-1-3-7 0,3 2-11 0,3 1-22 15,0-2 19-15,1-1-16 0,2-1 31 0,-3-2-5 0,1-2-9 0,0 2-7 16,-1-1 2-16,0-2-1 0,-2-2 16 0,0-3-1 0,-1-2-4 16,-1 2-24-16,-1 2 23 0,0-4-21 0,-1 0 29 0,1-4-6 15,-2-1-12-15,0 0 3 0,1-1 5 0,-1-1 0 0,0-1-4 16,1-2 4-16,0 0-7 0,1-1-2 0,-1 0 16 0,2-3-12 0,1 3 19 16,-1-1-6-16,2 0-6 0,2 0-8 0,1 0 18 0,0 1-12 15,2-2 21-15,3 2-5 0,1-1-15 0,4-2-12 16,0 2 21-16,2-2-17 0,-6 1 25 0,-3-2-3 0,3 2-10 0,1-2-2 15,7 0-1-15,1-1 1 0,1 0 6 0,-3 0 2 0,1 0 1 0,1 0-6 16,-1-2 9-16,2 1-9 0,-1-2 6 16,0 2-6-16,2-1-2 0,4 1-10 0,3-1 11 0,4-1-8 0,0 1 12 0,-4 0-1 15,3 0-13-15,3-2 0 0,5 0 8 0,4 0-6 0,3 0 7 0,-1-1 0 16,3 1-1-16,6 0-11 0,-3 1 10 0,2-1-8 0,-1-1 16 16,-3 0-4-16,5-1-9 0,0 1-3 0,4 1 0 0,3-1 1 15,-2 2 9-15,-4 0-5 0,-3-1-2 0,-1 0-12 0,0 0 14 16,2 1-10-16,0 1 14 0,3 1 2 0,-2 0-13 0,-2-1-12 0,0 0 24 15,-4-1-18-15,0 0 28 0,2-1-7 0,2 2-12 0,8 0-11 16,-1 1 10-16,0-1-6 0,0-2 20 0,-4 2-3 0,2-1-6 0,5-1-14 16,1 4 9-16,3-1-7 0,-5 0 22 0,-2 0-4 0,-2-2-9 15,-1 1-6-15,5 2 4 16,0-2-3-16,3 1 14 0,-6 1-5 0,-2-1-3 0,1-1-13 0,-6 1 11 16,2 0-7-16,-1 0 13 0,-3 1 5 0,4 1-5 0,-1 0-12 0,-6 2 4 0,0-2-7 15,-6 2 12-15,-7-2 0 0,4 0 0 0,-6 2-6 16,-3-2 3-16,-1 0 0 0,-3 0 6 0,-2-1-3 0,1 2-4 0,-3-1-15 15,1 0 20-15,-1-1-14 0,0 0 27 0,-3 0-5 16,-5-1-12-16,3 1-1 0,1-1 3 0,2 1-2 0,5 0 14 0,1-2-2 16,-4 2-2-16,1 0-11 0,-1-1 12 0,0 0-11 0,0 0 13 0,-2-3 0 0,1 3-8 15,0-3-10-15,-2 1 15 0,-2-1-11 0,-2 0 21 16,-2 1-6-16,-3-4-11 0,-1 2-9 0,-2 0 15 0,-2 0-10 16,-2 0 17-16,-2 1-4 0,-6-1-10 0,0 2-18 0,0-2 23 15,-1 3-18-15,2-2 33 0,0-1-3 0,1 2-13 0,1-2-14 0,-3 0 14 0,1 0-11 16,-1 1 21-16,0-1-6 0,-1-3-9 0,-2-1-4 0,0-3 3 15,0-3-3-15,0 2 10 0,3-2 2 16,2 0-2-16,-2-1-13 0,1 0 9 0,-3-1-8 0,-1 0 12 0,1 1 3 0,0-4-8 0,1 0-11 16,-1-1 15-16,2 0-13 0,-1 0 17 0,1 1 0 0,0 1-6 15,0-6-4-15,0 1 4 16,0-3-4-16,0-2 10 0,0-1-5 0,0 1-4 0,-3-1-11 0,2-2 12 0,-2 0-8 0,1-2 19 0,-1 3-1 16,1-2-9-16,0 1-4 0,-2 0 2 0,3 0-3 0,0 1 6 15,1 3-2-15,1-2-2 16,3-2-3-16,-2-1 3 0,1-2 0 0,2 3 3 0,-1 2 1 15,0 0-3-15,1-3-13 0,0 1 14 0,-2-3-11 0,0 2 21 0,0 2-3 16,-2 3-9-16,0-1-6 0,0-1 3 0,-1 1-2 0,0-1 12 16,-1 0-3-16,-1-1-2 0,-3 2-7 0,1 2 6 0,-4 4-4 0,-1-2 7 15,-1 2 2-15,-5 0-4 0,1-1-10 0,-6 3 9 0,0 0-8 0,0 0 14 16,0 3-2-16,0 2-4 0,-3-1-4 0,1 2 3 0,-2-1-1 0,1 3 3 0,0 2 2 16,0-1-4-16,-4 2-5 0,-5-1 7 0,-4 0-6 15,-2 0 5-15,1-1 1 0,1 1-4 0,-6-1-4 0,-2 1 5 16,-5-2-4-16,-4 3 10 0,3 3-5 0,-3 3-2 0,-6 1-11 15,-8 0 13-15,-1 2-8 0,-7 1 17 0,3 2-3 0,-2 2-9 0,-8 1-9 0,2 3 12 16,-4-2-7-16,-7 1 20 0,5-1-6 0,0 1-7 0,-7 0-6 16,3-2 4-16,-3-2-1 0,-2 0 7 0,7 0 2 0,-2 1-3 0,-3 0-8 15,-1 0 5 1,-1-2-5-16,1 0 9 0,6 2 0 0,1-1 0 0,-7 0-7 0,0 0-2 0,-3-1-3 0,3 1 15 0,4 2-7 16,2-1-2-16,-7-1-6 15,0 1-5-15,2-1 15 0,0 2 15 0,6 0 0 0,-94 1-20 0,180-4 4 0,-182 5-6 0,90-3 5 16,6 1 0-16,0-1 0 0,-3 1-5 0,5-1 5 0,0 3-3 15,4-1 10-15,8-1-1 16,-68 5-17-16,140-10 27 0,-123 7-33 0,70-2 26 16,11-3 1-16,4 2-7 0,6 0-10 0,2-3 7 0,6 2-7 0,6 0 12 0,4-2-2 0,6 0-3 0,4 0-7 15,3-1-1-15,2 2-3 0,0-1-34 16,1 4-6-16,3 0-16 0,2 4-33 16,7 3 4-16,5 0-16 0,5 1-84 0,5 3-56 0,6-1-61 15</inkml:trace>
  <inkml:trace contextRef="#ctx0" brushRef="#br1" timeOffset="178679.53">21620 7570 256 0,'0'-16'33'0,"-1"12"447"0,1 2-54 0,0 5-370 0,1 0-66 0,1 4-15 0,2 3 43 16,-1 3-3-16,-3 3-8 0,1 2-18 0,-1-1 20 0,1 1-17 0,4 0 25 0,0 2-3 0,0-3-11 0,-1 7-8 15,2-1 9-15,-1 5-4 0,2 4 28 0,0 1 3 0,1 2-4 16,1 3-14-16,0 2 17 0,1 1-18 0,0-3 12 0,-1-1-2 16,-1-1-4-16,2 1-21 0,1 0 7 0,-1 2-8 0,1 0 19 15,0-2-2-15,-1 2-3 0,0 2-24 0,-1-4 17 0,0-1-15 16,-2-2 28-16,-1-5-5 0,0 0-10 0,-2-1-2 0,0-1 1 0,-2 3 1 16,0-5 8-16,-1-2 3 0,-1 0 0 0,1 0-7 0,-1 2 13 15,-1 0-11-15,0 0 12 0,1-2-11 0,0 1-8 0,2-2 4 16,1 1-6-16,-1-2 9 0,0 1-2 0,0-1 0 0,2-2-4 0,0-2-5 15,1-2 10-15,0 0-9 0,1-3 10 0,0 3-3 0,0-2-3 16,3 0-3-16,0 0 2 0,0-4 0 0,3-1 9 0,-2 1 1 16,2 0-3-16,1 0-7 0,3 0 15 0,1 0-12 0,1-1 20 0,1-2-9 15,0 1-11-15,4 0-4 0,-3-1 3 0,1 0-1 0,-6-1 10 16,1-1-2-16,3 1-6 0,1-2-13 0,8-1 16 0,0-1-13 16,-3-1 22-16,-2 0-6 0,1-2-9 0,2 1-1 0,1-3 7 15,2 0 0-15,5 0 21 0,-1 0-10 0,8 0-9 0,4-2-12 16,-7 2 6-16,4-2-2 0,0 1 7 0,-1 0 0 0,7-2-7 0,-2 2-2 15,-1-1 9-15,3 3-7 0,5-1 3 0,3 0 2 0,1 2-9 0,0-3-10 16,0 0 19-16,-4-2-14 0,0 1 26 0,3 1-11 16,3 0-12-16,8 1 8 0,4-1-3 0,-2-3 7 0,0 1-10 0,-6 0 3 15,0 0-2-15,6 2 2 0,5 1 7 0,2 3-6 0,0 0 4 16,-5 1-2-16,-4 0-2 0,4 1 0 0,2 2-2 0,4 2 2 16,1 0-2-16,-5 0 2 0,-1 0 2 0,-4 2-2 0,2-4 2 15,3 3-2-15,3-4 7 0,1 2-5 0,-1-1-4 0,0-3 2 0,-5 1 0 16,0 0 3-16,2 0-1 0,0 1 1 0,-2-1-2 0,3 0-2 15,-6-1 3-15,0-1-1 0,0 1 13 0,-1 0-4 0,5 0-4 0,2 2 6 16,-1-2-4-16,-4 0 6 0,-5 2-3 0,-6-2-3 0,5 2 2 16,6 1-21-16,-2-1 17 0,-2 0-11 0,-2-1 29 0,-8-1-9 15,-4 0-12-15,2 0-3 0,-4 0 6 0,1 0-2 0,2 0 12 16,-4-1-2-16,-2-1-3 0,-8-1-18 0,-2-1 11 0,-5-1-10 0,-2 0 19 16,-1-2-4-16,-3-1-7 0,-3-1 0 15,-3-1 1-15,-1-1 0 0,-1 0 8 0,-3-1-4 0,-1-2-2 0,2 1-5 16,-2-1 2-16,-2 0-1 0,2 0 4 0,-1-3 0 0,0-4 1 0,2 2-14 15,0-3 9-15,2 2-7 0,0-1 17 0,1 4-4 0,1-4-7 0,0-1-12 16,1 1 13-16,-1 1-7 0,-1 0 21 0,-8 1-9 16,2-1-9-16,0-1-8 0,0 0 9 0,6-3-3 0,0-2 18 0,-2 2-5 15,-4-2-8-15,-1 2-3 0,-2 0 3 0,-2-3 0 0,-1 0 4 16,-1-1-2-16,-1 0-4 0,-3 1-13 0,0-1 14 0,-3-1-10 0,0 2 27 16,-3 3-5-16,1 0-7 0,-4 0-14 0,-3-3 10 15,-3-2-8-15,-2-1 13 0,-2-1 0 0,1-2-5 0,6 1-13 0,-2 1 19 0,1 2-15 16,-3 0 17-16,-8 0 2 0,1 1-11 0,-2-2-5 15,2 3 10-15,2 3-8 0,1 1 12 0,3 3-6 16,0 2-7-16,2 1 0 0,0 0 4 0,1 3 0 0,0-1 9 16,1 3-3-16,-1-2-4 0,-1 2-16 0,0-3 16 0,-1 3-12 0,-3-4 25 15,-1 3-3-15,-3 2-11 0,-4-2-6 0,-1 3 4 0,-2-2-5 16,5 0 11-16,-1-1-2 0,-2-1 0 0,-4 0-7 0,-9-2 2 16,4 1-1-16,0 0 9 0,4 0-1 0,-1 3-4 0,-4-2-4 0,-1 1 3 0,-3 3-2 15,-2-2 6-15,7 0-3 0,-5 2-3 0,-2 0-8 16,-4 0 12-16,-4-1-7 0,1 3 17 0,6 1-6 0,-1 1-7 0,-7-1 1 0,-2 2-2 15,0 0 3-15,-7 0 3 0,3 1 0 0,-4-1 0 0,-3 2-17 16,0 0 14-16,-5 1-11 0,-2 1 22 0,-4 0-2 16,-3-1-7-16,-2 2-4 0,-4 0 2 0,-2 3 0 0,-6 0 0 0,2-2 5 0,-2 1-6 15,-1 0-13-15,-4 0 1 0,-2 2 13 0,-4-1 17 16,4-1 1-16,1 2-12 0,-105 4-6 0,205-8 19 0,-211 6-31 16,113-2 29-16,0-1 0 0,-3 0-10 0,-3 0 11 15,2 0-9-15,3-3 14 0,6 1-4 0,2 0-4 0,-7 0-12 0,2 1 10 0,4-1-13 16,0 0 31-16,7 0-7 0,-4 1-16 0,-2-2-5 0,5 1 6 15,-2 0-5-15,3 1 4 0,2-1 0 0,-1-1-4 0,-3 0-20 0,6 0 24 16,0 0-20-16,3 0 30 0,5 0-6 0,-1 0-11 0,-2 0-10 16,7 0 10-16,3 0-4 0,3 1 7 0,6 0 2 0,1 1-10 0,1 2-4 15,5-1 10 1,-1 1-9-16,3 3-27 0,3 0-14 0,2 2-25 0,5 2-66 16,7 1-39-16,3 2-11 0,1 6-291 0,5-2 291 0,4-3-55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7:43:49.51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3215 10885 485 0,'-21'-7'121'0,"3"1"172"0,0 0-238 0,3 0-44 0,3 4-11 0,4-1 14 0,1 2 0 0,2-2-6 0,0 2-6 0,1-1 11 0,-1-2-7 0,2 0 23 16,-2-1-1-16,1 0-10 0,-1 0-25 0,0-2 28 0,-1 1-26 15,-1 1 30-15,1-3-7 0,-3 0-11 0,0 1 10 0,-2 0 1 0,1 0 4 16,0-1-3-16,0 3 2 0,-1 0-9 0,-1-1-8 0,-2 3 10 15,1 0-13-15,-1 1 4 0,-2 2 0 0,1 0-2 0,-4 0-15 16,-4 2 13-16,1 1-10 0,-4 3 27 0,1-1-3 0,-1 3-8 0,-2 1-26 16,-4 1 25-16,-3 2-21 0,-1-2 34 0,1 0-6 0,0 2-13 15,0 0-6-15,3 2 7 0,0 1-2 0,2-1 10 0,3 4-1 16,0-1-8-16,-1 3-12 0,2-2 18 0,2 0-15 0,1-2 17 16,5 0-8-16,0 4-9 0,1 0-4 0,4 1 7 0,1-1 0 0,0 2 14 15,2-3 0-15,0 1-8 0,0-1-8 0,0 3 10 0,1 1-11 16,1 2 11-16,0 2-1 0,0 0-5 0,2 4-9 0,-2 3 14 15,0 1-8-15,0 2 20 0,0-2 1 0,-1 0-9 0,1 4-10 0,-1 1 10 16,2-1-11-16,0 0 15 0,0-1-5 0,1 0-4 0,2 1 3 16,-1 3-6-16,3-1 7 0,1 3-6 0,0-5 5 15,2 4 1-15,1 0-10 0,3-1 16 0,-1 4-16 0,3-1 11 0,1-3 0 16,2 5-5-16,0 0-2 0,1 5 9 0,1 1-6 0,-2-1 9 0,-1 1 0 16,-1-2-7-16,0 0-7 0,0 2 7 0,0-2-7 15,-1 0 7-15,-3-1-2 0,-1 0 0 0,-1 3-10 16,-2 2 10-16,-2 0-5 0,-3-4 29 0,0 0-3 0,-3-1-8 0,0 4-3 0,-2 2 4 15,0 3-5-15,0 1-2 0,-2-4 4 0,1 0-1 0,1-10 1 0,0-3 4 16,3-6-3-16,2-9 12 0,0-3-3 16,4-7-4-16,1 0-17 0,0-3 5 0,2 2-8 0,3-2 0 0,-1-1 1 15,2 1 1-15,2 3-7 0,-1-1 9 0,1 0-6 0,2-1 9 16,1-4 1-16,-1-1-8 0,1 0-5 0,1-1 6 0,1 3-6 16,2-2 7-16,2-3 0 0,1-1 0 0,6-1-4 0,0-4 1 15,2-1 0-15,5-1 5 0,1-3 2 0,1-5-1 0,3-2-16 0,-2-3 22 0,2-2-19 0,1-1 21 16,0 1-2-16,3 1-9 0,4-2-17 15,0 0 17-15,3 0-13 0,-1-2 26 0,-2 4-10 0,-1 2-14 0,-1 1-47 16,-2 4-9-16,-1 1-13 0,2 5-86 0,0 1-40 0,7 4-36 16</inkml:trace>
  <inkml:trace contextRef="#ctx0" brushRef="#br1" timeOffset="9351.48">9469 12111 164 0,'-4'-1'-35'0,"1"0"-71"0,0-2 85 0,0 2 23 0,1 0 2 0,0 1 17 0,0-3-7 0,-1 2-3 0,2-2-13 0,1 1 7 0,0-1-8 16,0-1-1-16,1 0 1 0,2-1-2 0,-1 0-8 0,1 0 6 0,-1 0-2 0,2-2 24 0,-2 2-2 16,0 0-9-16,0-1-13 15,0 2 20-15,-1-1-16 0,0 1 37 0,-1 0 10 0,1 2 8 0,-1-1 9 0,0 0 18 0,-1 1-8 0,1-1 34 16,-1 1-15-16,0-2-15 0,-1 1-21 0,1 2 14 0,0-1-14 0,0 0 11 31,-1 1-9-31,1-2-9 0,0 2-14 0,-2 0 6 0,2-2-5 16,-1 2 13-16,1 0-4 0,0-1-3 0,0 1-15 0,0 0 13 15,1 1-13-15,0-1-1 0,-2 1-5 0,2-2-9 0,0 2-22 0,0 0 15 16,0 0-12-16,0 0 21 0,0 0 1 0,3 0-10 0,0 0-6 16,0 2 9-16,2-1-10 0,2 1 6 0,-1-2-2 0,2 3-1 15,1-2 3-15,1 2-2 0,2-2 3 0,-1 0 4 0,0-1 1 16,0 0-6-16,2 2-18 0,0-2 27 0,1-2-22 0,1 1 35 0,0 0-3 15,1-2-10-15,2 1-5 0,-1 0 2 0,1 1-1 0,-1-3 9 16,-7 2-4-16,1 1-2 0,1-1-9 0,1 1 6 0,8-2-7 16,0 1 3-16,0 1 1 0,-1-2-2 0,1 0-8 0,-3 2 5 15,1-1-4-15,1 2 19 0,0-2-1 0,1 1-6 0,2 0-15 0,-1-1 14 16,1 1-12-16,-1 1 16 0,3 0-3 0,-3-1-7 0,7 0-4 16,0-1 7-16,-1 0-2 0,-5-1 12 0,-4 2 1 0,2-2-5 0,1 2-9 15,6-1 16-15,-1-1-14 0,-1 2 21 0,-5-1-5 16,2 1-6-16,-2-1-2 0,0 0-2 0,1 0 2 0,-2 2 4 15,0 0-3-15,0 1-4 0,2 0-5 0,-1-2 10 0,2-2-8 0,-1 2 9 16,2-1-7-16,0-1-5 0,1 0-1 0,0 0 1 0,-7 0 3 16,1 1 7-16,0-2-1 0,0 1-8 0,8 1-8 0,-1 0 12 0,-2 0-9 15,0 0 18-15,-3 1-9 0,1 0-6 0,0 1-7 0,-1 1 7 16,1 0-1-16,0 1 9 0,-1 0 3 0,-1 0-8 0,2 1-4 0,2 0 9 16,2 0-10-16,2-2 3 0,-4 0 1 0,1 2-1 0,-6-2-1 15,0 0 2-15,1-1-1 0,3 1 3 0,3-1 3 0,-2-1-2 16,1 1-11-16,0-1 15 0,-3 0-13 0,1 1 12 0,-2-2-2 0,2 1-7 15,-1 1-8-15,2 0 11 0,-2 1-8 0,2 1 20 0,-1-2-3 16,2 0-8-16,2 0-12 0,0 0 14 0,-1 0-10 0,-7 0 15 16,-5-2 0-16,2 0-10 0,0 1 0 0,6-1 2 15,0 1-2-15,-3-2 12 0,-2 2-6 0,-3 1 3 0,2 0-24 0,-2 0 14 0,1 1-12 16,0 2 28-16,-2 0-1 0,1 0-8 0,-1 2-8 0,1-1 0 16,-1 1-1-16,2 1 9 0,-2-4 1 0,3 1-2 0,2-1-20 15,-1 1 22-15,1 1-19 0,0 1 26 0,-2-1-7 0,1-2-11 0,0-1 7 16,0 1-1-16,1-2 6 0,-2 0-2 15,-3 0 1-15,-6-3-6 0,-2 2-10 0,1 0 16 0,-1-2-12 16,2 2 18-16,0-2-7 0,0 2-8 0,0 0-7 0,-4-1 8 0,1 2-3 0,-1 0 18 16,-1-1-3-16,0 1-9 0,0 0-4 0,0 0 11 0,0 0-10 0,0 0 8 15,-1-1 0-15,-1 1-4 0,1 0 1 0,0-1-5 16,1 1 4-16,-1 0 2 0,-1 0-2 0,0 0 4 0,1 0-13 0,-1-2 10 16,0 2-9-16,0 0 10 0,0 0-1 0,0 0-6 0,1 0 2 15,-1 0-9-15,1 0 6 0,2 0-29 0,1 2-11 0,1-1-11 0,2 1-52 16,0 0-20-16,1 1-8 0,1 1-128 15,1 0 155-15,2 1-19 0</inkml:trace>
  <inkml:trace contextRef="#ctx0" brushRef="#br1" timeOffset="22767.41">15520 12027 256 0,'0'-9'5'0,"-2"4"87"0,-1-3-34 0,0 4 7 0,0-1-14 0,1 2-2 0,-2 0 8 0,1-1-3 0,0 1-3 0,-2 1-4 0,2-1-22 0,-2 1 12 0,1 0-17 0,0 0 6 0,0 0-6 16,0 0-5-16,1 2-11 0,1-1 11 0,1 1-6 0,1 0 19 15,-1 0-8-15,1 0-15 0,1 0-21 0,1 0 16 0,1 0-15 0,3 0 20 16,2 1-2-16,1-1-5 0,2 1-16 0,3 2 11 0,1-1-7 15,3 0 28-15,0 1-6 0,2 1-8 0,3-1-16 0,-1 1 0 16,2-1-7-16,-7 0-19 0,0 1-4 0,1-2-7 0,2 1-19 16,6 1-15-16,-1-2 5 0,1 0-45 0,-2-1 73 0,-2 0-2 0</inkml:trace>
  <inkml:trace contextRef="#ctx0" brushRef="#br1" timeOffset="24463.54">16480 11993 239 0,'-7'-3'7'0,"3"-1"-12"0,0 2 0 0,-1 1 9 0,3 1-9 0,0 0 5 0,0 0 4 0,1 0-3 0,1 1-21 0,1-1 30 16,1 0-27-16,-1 0 28 0,1 2-3 0,0 0-12 16,0 0-5-16,0 0 5 0,0-1-1 0,-1 1 16 0,0-1-2 0,0 2-8 15,-1-1-11-15,1-1 16 0,-1 1-15 0,0-1 16 0,0 0-5 0,0 1-4 16,0-2-9-16,0 1 7 0,0 0-2 0,0-1 24 0,0 0 0 15,0 0-5-15,0 0-34 0,0 1 41 0,0-1-32 0,0 0 73 16,0 0-10-16,0 0-14 0,0 0-8 0,0 0 9 0,4 2-2 0,-3-2 15 16,2 0-4-16,0 0-16 0,2 0-14 0,1 0 16 0,0 0-18 15,2 0 7-15,0 0-7 0,2 0-7 0,2 0 1 0,2 0-9 16,1 0 9-16,0 0-10 0,2 0 1 0,0 0 0 0,2 0 0 0,-2 0 4 16,-7 0-4-16,0 0-3 0,-2 0-2 0,2 0 0 0,6 0-8 15,0 0-9-15,-2 0 4 0,1-2-20 0,-4 2-16 0,-1 0-16 0,0 0-109 16,0 0 115-1</inkml:trace>
  <inkml:trace contextRef="#ctx0" brushRef="#br1" timeOffset="42632.82">4912 14175 256 0,'-17'0'94'0,"12"-1"274"0,4 1 0 0,1-2-303 0,0 1-69 0,4-1-20 0,0-5 40 0,2 2 1 0,0-1-8 0,2-3-1 0,0 1 13 0,1-1-8 0,1 0 15 0,-2 0-6 15,1 0-11-15,-1 1-17 0,0-1 22 0,-1 1-18 0,0-4 39 0,0 0-1 16,1-3-5-16,2-4-9 0,4-5 22 16,1-8-17-16,3-4 16 0,3 0-6 0,2-3-21 0,6-4-14 0,3 1 11 0,1-2-13 15,-3-1 7-15,0 3 0 0,0 0-2 0,5-5-4 16,3-3 5-16,-1-5-5 0,2 1-1 0,-1 5 1 0,1 4-1 0,1 1-8 0,1-3 13 16,-1 3-11-16,0 0 14 0,-7 2-5 0,-6-2-8 15,-2-6-8-15,0 0 11 0,-3 2-5 0,2 2 25 0,-4 3-5 0,-4 4-8 16,-1-2-15-16,-1 2 15 0,-3 1-11 0,-1 0 20 15,-4 0-6-15,-2-1-7 0,-4-3-16 0,-1 1 20 0,-5-3-12 0,-1 3 28 16,-3 1-3-16,-3-1-18 0,-1-1-4 0,-2 1 14 0,-2 0-11 0,-2-1 12 16,-2-3 3-16,0-3-9 0,-3-4-5 0,0 1 8 0,4 2-7 0,-2 2 19 15,-2 4-2-15,-1 0-2 0,-3 2-4 0,-3-2 5 0,2 3-5 16,0-5 0-16,1-1-1 0,-1 1-3 0,0-5 0 0,0 3 4 16,-3 0-4-16,-1 1-3 0,1 5 2 0,0-2-4 0,1 4-2 15,-3-4 5-15,-4 0-6 0,-4-1 3 0,-2 1 0 0,-1 3-2 0,-1 2-7 16,1-1 8-16,-3 6-6 0,1-4 9 0,2 5 3 0,-1 1-7 15,-6 1-19-15,-2-1 26 0,-4 0-20 0,-1 0 29 0,6 1-7 16,0-2-14-16,-2 0-12 0,1 2 17 16,-2 3-10-16,-2 4 26 0,2 0-6 0,-2 0-8 0,-3 3-10 15,1 0 3-15,1 5-3 0,1 2 11 0,1 4 0 0,-1 2-1 0,-5 0-8 16,-4 2 5-16,2 3-4 0,-3 2 4 0,4 3 0 0,-69 12-15 16,136-15 10-16,-152 25-2 0,74-8 6 0,4 5 1 0,3 1-1 15,-1 7-12-15,-6 1 13 0,-2 0-10 0,-1 3 20 0,5 1-1 16,3 2-9-16,2 5-17 0,1 0 17 0,-1 3-14 0,0 3 22 15,3 0 2-15,3 1-8 0,5 3-11 0,3 4 6 0,2 0-8 0,2 0 15 0,2 1 2 0,1 1-3 16,-4 5-10-16,0 2 9 0,2 2-8 0,3 1 10 0,4 2-5 16,3 1-7-16,1 4 1 0,4 5 4 0,-1-1 1 15,2 5 12-15,2-2-4 0,1 2-4 0,0 3-7 16,1 1 7-16,5 2-5 0,2-1 7 0,5-2 1 16,2 2-4-16,5 2-12 0,2 2 14 0,4 0-12 0,0 1 12 0,3-3 0 15,2-4-9-15,2 4-8 0,3 0 17 0,1-3-12 0,3-1 19 0,1-8-4 0,4 0-7 0,2 0-11 16,3 2 6-16,2-2-2 0,3-1 19 0,-1-6-3 0,3-3-6 0,3 0-14 31,2 1 17-31,1-2-14 0,1 1 18 0,-2-7-5 0,1-5-8 0,3-2-4 16,4-7 5-16,4-2-2 0,6-3 12 0,-1-2 1 0,4-1-5 0,2-4-24 15,2 0 26-15,-1-5-24 0,-4-1 32 0,0-2-1 16,-2-5-10-16,5 1-6 0,4-5 2 0,-1 0-3 0,-2-2 5 0,-4-3 4 16,-1 0-2-16,0-1-13 0,0 1 14 0,-2 0-13 0,0-1 21 15,-2-3-6-15,2-3-6 0,0 1 3 0,-2-1-6 0,-1-2 7 16,-1 0-3-16,-5-1-1 0,-1-1 0 0,-2 3-16 0,-1-3 17 0,1 3-15 15,0-3 14-15,0-1-6 0,1-2-9 0,2-4-32 0,0-3 6 16,1 0-12-16,-2-2-15 0,-9-1-9 0,0-3-18 0,0-1-62 16,3-3-21-16,3-2-11 0,-3 0 44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7:44:48.51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4061 3817 628 0,'0'0'151'0,"-2"0"3"0,1 0-26 0,1 0-32 0,0 0-30 0,0 0-19 0,1 0-21 0,3 1-1 0,-1 0 6 0,2 2-3 0,0 0 19 0,0-1-5 0,1 0-13 0,1 1 1 15,0-1 15-15,1 1-19 0,0 0 13 0,1-1-4 16,0-1-5-16,1 2-13 0,0 0 22 0,-1 0-21 0,3 0 28 16,-2 1-9-16,2 0-21 0,1 2-13 0,-3 0 13 0,-1 2-15 15,-4 0 17-15,-3-1-4 0,0-1-7 0,-1-1-13 16,5 1 6-16,-1-1-8 0,1 2 20 0,-1-1-3 0,0-2-1 0,2 2-14 15,-1-1 9-15,-1 1-9 0,0-3 16 0,0 1-20 16,-1-3-16-16,0 2-49 0,1-2-25 0,-2-1 0 0,1 2-153 0,0-2-72 16,-1-3-72-16</inkml:trace>
  <inkml:trace contextRef="#ctx0" brushRef="#br0" timeOffset="306.13">4452 3646 1106 0,'-5'3'294'16,"1"-3"-184"-16,1-1 92 0,0 1-83 0,-1 1 15 0,2 1-57 16,0 1-31-16,0 3-17 0,-1-1-19 0,2 4-6 0,0 3 11 15,0 1-7-15,0 3 24 0,1 2-7 0,-1-1-12 0,0 3 0 16,0 0 3-16,-1-1-4 0,1 6 4 0,0 0-2 15,-2-1-4-15,1 3-13 0,-1-4 15 0,2-1-15 0,1 2 24 16,-1-3 0-16,1 0-9 0,-2 2-10 0,1-2 15 0,-2-2-16 16,2 0 14-16,0-3-8 0,0-2-9 0,0 0 3 0,0-1 0 15,0-1 5-15,0 4 4 0,-1-2-4 0,2 0-3 0,-1-3-6 16,0 0-14-16,1-2 4 0,-1-2-51 0,1 0-11 0,0-2-11 16,0 1-113-16,0-3-119 0,1 1 1 0,5 1-83 0</inkml:trace>
  <inkml:trace contextRef="#ctx0" brushRef="#br0" timeOffset="2536.37">4853 3957 216 0,'-4'2'214'0,"2"-1"-73"0,0-1 132 0,-1 1-109 0,2-1-17 0,-1 1-54 0,1-1-22 0,-1 0-11 0,2 0-25 0,0 0-15 0,-1 0 24 0,1 0-26 0,1 0 42 0,1 0-9 16,-2-1-11-16,0 0-13 0,0-2 11 0,0 0-14 0,1 0 31 15,-1-1-13-15,0 0-9 0,1 0-11 0,0 1 10 0,0-1-10 16,0-1 21-16,0 1-9 0,-1 0-10 0,1-1-11 0,-1 0 20 16,2 1-19-16,0-3 22 0,0 2-5 0,0 0-16 0,2-2 1 15,0-1 9-15,1 1-12 0,1 0 4 0,1-1-2 16,-1 0-6-16,1 1-10 0,-2 0 11 0,2 2-10 0,-2-1 14 0,0 2-1 15,1-1-8-15,-2 4-18 0,-1-3 16 0,2 2-13 0,-1 0 27 16,1 1-8-16,-1 1-10 0,1 0-4 0,-1 0 5 0,2 0 0 16,0 2 11-16,-1 2-5 0,1 1-6 0,-1 2-5 0,1 1 5 0,0 1-2 15,-1 0 10-15,1 0-2 0,0 2-5 0,0-2-7 0,2-2 7 16,1 1-4-16,-1 0 11 0,1-3 9 0,1 2-3 0,1-1 14 16,1-3 7-16,-1 1-7 0,1 0-13 0,0-1-1 0,1-1-7 0,-2 1-18 15,1-1 19-15,0 0-16 0,-1-2 27 0,-1 0-5 0,-1 0-9 16,0 0-7-16,-3 0 5 0,0-2-3 0,-1 0 11 0,-2-1 0 15,2 1-4-15,-5-2-6 0,-1-1 7 0,1 0-7 0,-2-1 9 16,6-1-4-16,0 0-4 0,1 0-4 0,-1-2 4 0,2-2-2 16,-2 1 10-16,2-1-4 0,0-1-5 0,0 1-9 15,1-1 8-15,1 2-6 0,-1 2 3 0,-1 3-12 0,0-1-14 0,1 2-45 16,-2 1-5-16,1 1-10 0,-2 0-56 0,1 2-31 0,-2 0-30 0,2 0-361 16,3 3 364-16</inkml:trace>
  <inkml:trace contextRef="#ctx0" brushRef="#br0" timeOffset="3208.99">6101 3680 962 0,'-3'0'134'0,"-1"-3"48"0,2 0 17 0,0 2-59 0,-1 0-14 0,3 0-27 0,0 1-35 0,0 0-29 0,0 0 8 0,0 0-20 0,-1 1-3 0,1 3-2 0,-1 0-8 0,-1 2-6 0,-1 2 21 16,-1 1-19-16,0 5 29 0,-2 0-9 15,-2 1-13-15,-1 2-21 0,0-4 20 0,1-1-19 0,-1 1 32 0,0 0-7 0,0-2-11 16,-1 4-6-16,0-4 12 0,0 1-10 16,0 0 17-16,1 0-6 0,0-1-11 0,-1 1-9 15,2 0 9-15,2-5-7 0,2 3 15 0,0-2-3 0,1-1-9 0,-1 1-13 0,2 0 18 16,-1-3-14-16,1-1 27 0,1-1-5 0,0-1-13 0,0 1-33 16,0-2-3-1,-1-1-11-15,1 1-39 0,0-1-6 0,0-1-13 0,0 0-98 0,-1-3-35 0,-1 0-21 0,1-2 42 0</inkml:trace>
  <inkml:trace contextRef="#ctx0" brushRef="#br0" timeOffset="3455.58">5819 3736 995 0,'-4'-3'138'0,"-1"-2"55"0,3 3 23 16,0-1-34-16,2 1-50 0,-2 0-64 0,2 1 16 15,2 1-42-15,0 0 11 0,1 0-3 0,2 0-14 0,1 4-1 16,2 0 21-16,-1 1-23 0,1 1 27 0,0 1-7 0,1-1-13 16,3 2-9-16,-1-2 12 0,1 0-17 0,0 5 7 0,0-1-11 15,-1 0-13-15,2 0-13 0,-2-1 12 0,0-2-12 0,1 0 19 16,-1 0-2-16,-1-1-8 0,0 3-9 0,-2-2 10 16,0 0-11-16,-2 1 19 0,-1-2-7 0,1 2-5 0,-3 0-6 15,0-1-10-15,1 0 6 0,-2 1-38 0,0-3-27 0,-1 1-8 16,1-2-134-16,2-2-55 0,0 0-17 0,0-1-21 0</inkml:trace>
  <inkml:trace contextRef="#ctx0" brushRef="#br0" timeOffset="3997.92">6322 3843 1476 0,'-4'-1'-234'0,"0"-1"508"0,2 2-48 0,0-2-64 0,1 2-64 0,1 0 3 0,0 0-39 0,0 3-37 0,0-1-9 0,2 2-9 0,0 1-2 0,0 2 0 0,1-2 0 0,-1 3 6 15,0-2-2-15,2 0-5 0,-2 1-4 0,1 0 0 0,-1 1-1 16,2-1 6-16,-2 0-1 0,1 0-2 0,1 2-4 0,-2-2 5 15,0 1-4-15,-1 1-4 0,2-1-39 0,-2-1-17 0,2 2-145 16,-1-2-166-16,4-1 5 0</inkml:trace>
  <inkml:trace contextRef="#ctx0" brushRef="#br0" timeOffset="5603.13">6967 3677 356 0,'-3'0'102'0,"0"0"89"0,0 0-41 0,-1 0 22 0,1 0-38 0,1 0 3 0,1 0-29 0,-1 0-40 0,2 0-49 0,0 0 21 0,0 0-32 0,0 1 22 0,2 1-6 0,0-1-14 0,0 3 18 15,0-1 16-15,2 4-8 0,-1 1 25 0,0 1-9 16,1 0-13-16,0 2-14 0,0 1 3 0,0-3-11 0,1 2-6 16,-1 1-1-16,1-3-6 0,-1 2-7 0,1-2 5 0,-1 0-6 15,-1 0 17-15,1-1-1 0,-2-2-6 0,1 3-6 16,0-1 6-16,-1-1-10 0,0 1-22 0,-2-3-21 0,0 2-15 0,-1 0-55 15,-1-2-53-15,0 2 31 0,-2-1-229 0,2-2 219 16,-1 1-9-16</inkml:trace>
  <inkml:trace contextRef="#ctx0" brushRef="#br0" timeOffset="5775.64">6906 3846 918 0,'-1'-3'343'0,"1"0"133"15,0-3-294-15,0 4 3 0,2-3-56 0,2 2-53 16,0-3-55-16,3 2-8 0,1-1-5 0,2 1-7 0,0 0 3 0,1 2 2 0,1-1-24 16,1-1-14-16,-1 2-2 0,4-1-90 0,-2-1-51 15,1 3-20-15,2 0-339 16,-4 2 304-16</inkml:trace>
  <inkml:trace contextRef="#ctx0" brushRef="#br0" timeOffset="6464.7">7724 3633 1173 0,'-4'-6'-181'0,"2"3"423"0,1 1-33 0,0-2-43 0,-2 2-62 0,2 0 19 0,0 1-51 0,1-2 2 0,0 2-8 0,0 0-13 0,0 1-17 0,0 0 11 0,0-1-19 0,0 1 15 16,0 0-7-16,0 0-11 0,0 0-13 0,0 0 9 0,0 0-13 15,0 0 11-15,0 1-5 0,2 3-8 0,1 3-8 0,-3 4 4 16,-6-2-5-16,-3 3 8 0,0-1-1 0,0 0-4 0,-2 10-2 16,0-1 0-16,-1 2 0 0,-2 3 4 0,-2 0 4 0,2-3 0 15,-3-1-19-15,3-3 15 0,2-1-16 0,2 0 26 16,1-2-2-16,2-1-9 0,0-1-6 0,2-2 8 0,1 0-7 16,1-2 10-16,0-1-3 0,0 1-3 0,1-1-23 0,0-1-6 0,1-2-4 15,-2 0-40-15,2-1-18 0,0-1-16 0,0 0-89 16,0-2-47-16,0 1-10 0,1-2 18 0</inkml:trace>
  <inkml:trace contextRef="#ctx0" brushRef="#br0" timeOffset="6661.4">7484 3641 780 0,'-4'1'255'0,"1"1"-123"15,-1-2 113-15,2 1-72 0,0 0 25 0,1 1-67 0,-1 1-38 16,2 1-25-16,2 3-35 0,-1 2-14 0,2 3 15 0,0 1-16 0,2 3 19 15,2-2-3-15,-2 0-11 0,3 0-16 0,-1-1 17 16,1-1-20-16,2 4 21 0,-1-3-6 0,0-1-11 0,1 1-13 16,0-3 9-16,2-1-10 0,3 2 18 0,-2-4-6 0,1 2-3 15,-1 0-47-15,-1-2-3 0,-1-2-11 0,1 2-59 16,-1-1-47-16,-2-1-19 0,0 1-286 0,-3-3 263 0</inkml:trace>
  <inkml:trace contextRef="#ctx0" brushRef="#br0" timeOffset="7058.01">7825 3864 709 0,'-5'-3'267'0,"6"2"-154"0,0 0 145 15,2-2-150-15,0 1 17 0,0 0-42 0,3 0-20 0,0-2-19 0,-1 1-26 16,3 2-3-16,-1-1 7 0,0-1-5 0,-2 0 27 0,0 3-3 16,0-1-2-16,1 0-11 0,-3 1 4 0,2 0-12 0,-2 0-2 15,-1 1-3-15,1 0-4 0,-1 2 1 0,-1 2-2 0,-1-2 0 16,-2 4-2-16,-1-2 1 0,0 2-1 0,-3 1-8 16,1 1 9-16,-1-1-9 0,0 1 16 15,-1 0-7-15,0-1-11 0,0 2-5 0,1-2 10 0,0 1-7 0,3 0 15 0,0-3-1 16,2 1-6-16,0 0-8 0,1 0 7 0,0-1-7 0,0 1 15 15,2-4-2-15,1 1-5 0,-1-1 3 0,2 1 6 0,0-2-2 0,1 1 18 16,1-2-4-16,0 2 0 0,0-3-11 0,1 0 7 0,0 0-5 16,1 0 11-16,-1-2-8 0,2 0-11 0,0 1-15 0,0 1 14 15,2 0-11-15,0-2 14 0,-1 2 0 0,-1-1-10 16,1 0-1-16,0-1 3 0,1 1-8 0,1 0-44 0,-2 0-31 0,1 1-32 0,0-2-220 16,-1 1-190-16,-1-3-17 0</inkml:trace>
  <inkml:trace contextRef="#ctx0" brushRef="#br0" timeOffset="8452.08">8809 3651 1178 0,'-4'0'-213'0,"1"-2"455"0,0 1-35 0,2 1-55 0,-1 0-66 0,2 0 13 0,0 0-47 0,1 3-18 0,0 0 4 0,1 3-15 0,3 2 4 16,-2 2 15-16,2 0-19 0,-1 7 7 0,1-3-16 15,-1 2-14-15,2 2 2 0,-2-4 0 0,2-2 4 0,0 4 9 16,-1-3-6-16,0-1-1 0,-2 2-14 0,-1-2 2 0,-1-1-5 16,1 0-27-16,-1-4-32 15,0 0-19-15,-1 0-33 0,-2 2-54 0,-2-2 48 0,-1-1-256 0,1 1 236 0,2-1-28 0</inkml:trace>
  <inkml:trace contextRef="#ctx0" brushRef="#br0" timeOffset="8632.12">8738 3814 1534 0,'-8'-8'-440'0,"4"6"827"15,3-1-107-15,0 2-152 0,1 0-72 16,1-1 7-16,3 0-32 0,2-2-14 15,3 1-4-15,4 0-12 0,5-3-7 0,0 4 10 16,1-3-10-16,2 2 1 0,-3-1-28 0,1 2-20 0,1-1-103 16,-2 1-120-16,1 0 56 0,2 2-155 0</inkml:trace>
  <inkml:trace contextRef="#ctx0" brushRef="#br0" timeOffset="8992.29">9535 3715 1118 0,'-9'7'289'15,"-3"-1"-191"-15,0 1 85 0,-2 3-76 0,0-1 10 0,2 2-45 0,0 3-37 16,1-2-4-16,1 1-15 0,1 0-12 0,1-3-3 16,3 1-4-16,-2 1 4 0,3-2 0 0,-1 0 3 0,0 1-14 15,1-3 13-15,0 1-12 0,-1-1 19 0,1-1-9 0,0-2-6 16,0 1-22-16,0-2 8 0,-1 1-8 0,-1-1 5 0,1-2-29 15,-1 2-14-15,0-2-125 0,1-1-77 0,-1 0 33 16,-1-2-41-16</inkml:trace>
  <inkml:trace contextRef="#ctx0" brushRef="#br0" timeOffset="9182.45">9231 3712 985 0,'-5'-2'297'16,"3"0"70"-16,0 0-147 0,0 2-10 0,2 0-48 0,0 0-46 0,0 3-50 15,2 0 5-15,1 0-24 0,0 5-8 0,2 1-10 0,0 1-13 16,3 2-11-16,1 1 2 0,0-1-5 0,4 1 3 0,-1 0 1 16,0-3-4-16,3 2-5 15,-3-2 9-15,-1 0-9 0,2 0 12 0,-1-2-5 0,-1-1-5 0,4 2-45 0,0-3-1 16,-1 0-10-16,2 1-41 0,-1 0-33 0,-2-3-10 0,4 1-220 16,-3-2-211-16,0 0-10 0</inkml:trace>
  <inkml:trace contextRef="#ctx0" brushRef="#br0" timeOffset="9727.42">9658 3836 440 0,'-6'-3'250'0,"-1"2"-115"16,1 0 170-16,1-1-152 0,1 1 12 15,1 0-44-15,2 1-8 0,1-2-27 0,0 2-31 0,1-1-22 0,2 0 12 0,2 0-17 16,3-2 24-16,0 1 1 0,-1-1-4 0,3 0-7 0,-1 1 4 15,2 1-12-15,-1-2 20 0,-1 2-5 0,-5-2-3 0,1 2-19 16,-2 0 5-16,-1 1-14 0,7 0 2 0,-1 0-5 16,-1 0-5-16,1 1-16 15,-2 0 12-15,0 3-12 0,0-1 21 0,-2 0-4 16,0 1-7-16,-1 0-6 0,-1 1 5 0,-2-1-5 0,0 1 16 16,-2 0-5-16,-3 0-4 0,0 2-11 0,-3-1 12 0,0 1-9 15,0-1 17-15,-1-1-4 0,0 2-10 0,1-4-2 0,1 2 4 0,1-1-2 16,1 0 3-16,2-3 1 0,0 3-2 0,2-2-6 0,1-1 6 15,0 1-6-15,1-2 6 0,1 2 0 0,1 0-2 16,3 1-16-16,0-1 19 0,1 0-14 0,1 2 25 0,1 1-4 16,0-2-11-16,2 4-7 0,1 2 13 0,-2 0-7 0,0 2 17 0,-2 0-6 15,-3-2-10-15,2-1 1 0,-2 0 0 0,-2 0 1 0,0 1 4 16,0-2 0-16,-2 1-2 0,-1 0 4 0,0-2 1 0,-3 2 0 16,1 0 2-16,-1-5 0 0,1 3 2 0,-4-1 3 0,0-1 2 15,0 1-1-15,-3-2-1 0,1 4-4 0,-1-2-4 0,1 0-5 0,0-2 3 16,1-1-3-16,-1 1 0 0,3-2 1 0,1 0-3 0,0-1-23 15,1 0-10-15,0 0-7 0,1 0-90 0,2-2-45 0,1-2-39 0,5-2-548 16,5-6 505-16</inkml:trace>
  <inkml:trace contextRef="#ctx0" brushRef="#br0" timeOffset="19894.09">6808 4638 260 0,'-3'-5'19'0,"0"1"4"0,2 1-2 0,-2-1 3 0,2 3-3 0,0 1 12 0,1 0 3 0,0 0 0 0,0 1-21 0,1-2 24 0,0 1-26 16,0-2 5-16,1 1 1 0,-2 1-8 0,0-1-8 0,0 1-2 16,0 0 1-16,0 0 17 0,0 1 3 0,0-1 4 0,0 0-17 0,0 0 20 15,0 0-21-15,0 0 9 0,0 0-7 0,0 0-9 0,0 0-3 16,0 0 1-16,0 0 1 0,0 0 10 0,0 0-1 0,0 1-6 0,0 1-4 16,0 0 13-16,0-2-12 0,0 0 16 0,1 3 0 15,-1-1-3-15,1 3-9 0,0 2 10 0,-1 0-8 0,1 0 14 0,-1 0 1 16,1 2-9-16,0 0-7 0,0 2 9 0,0-1-14 0,1-1 3 15,0-1-2-15,0-1 1 0,1 0 4 0,1 0-6 0,0 1 4 16,1-2-2-16,-2 1 0 0,1-1 0 0,-1 1-18 0,0-1 21 16,1 0-18-16,-1 1 28 0,0-2-8 0,1 0-8 0,-1 0 2 0,1 0-2 15,-1-1 6-15,1 1-2 0,-1-1 1 0,0 1-4 0,-1-1-21 16,0 2 27-16,1 0-20 0,-2-1 36 0,-1 0-8 0,0-1-12 0,0 2-19 16,-1-2 16-16,1 1-11 0,-1-2 30 0,-1 0-1 15,1 0-11-15,0 0-7 0,1-3 5 0,0 1-5 0,-1 0 2 0,1 0-2 16,0-1-3-16,0 2-12 0,0-2 9 0,0 0-3 0,0 0 26 0,1 1-5 15,-1 0-9-15,2 0-18 0,1 1 22 0,-2-1-17 0,1 0 27 16,0-1-5-16,-1 2-11 0,2-1-14 0,0 0 10 0,0 0-7 16,1-1 23-16,1 0 0 0,0 0-8 0,1 0-11 0,-1 2 14 15,2-2-14-15,1 0 16 0,-2 0-5 0,2 0-5 0,0-2 1 0,-2 2 0 16,1 0 1-16,-2-1 3 0,2-1-2 0,0 0-2 0,-1 1-3 16,1 1 6-16,-1-1-4 0,0 1 5 0,0-2-2 0,1 2-2 0,1 0-15 15,0 0 14-15,1 0-9 0,0 0 30 16,0 0-5-16,-1 0-12 0,4 0-11 0,0 2 14 0,2-2-12 15,-1 1 21-15,2-1-4 0,-1 0-4 0,2 0-17 0,1 0 11 0,-1 0-8 0,-3 0 26 16,-5 0-5-16,-1 0-10 0,0-1-8 0,2 1 12 0,4 0-11 16,1-2 10-16,0 2 0 0,-1 0-4 0,2-1 0 15,-3 1-2-15,1 0 4 0,-2 0 3 0,-1 0 0 0,0 0-3 16,0 1-5-16,-1-1 10 0,0 3-10 0,0-2 2 0,0 1 0 16,0-1-2-16,0-1-19 0,1 1 19 0,1-1-14 0,1 0 37 0,-1 0-5 15,1 0-11-15,1 0-19 0,0-1 21 0,2 1-18 0,-1-1 25 0,1-1-9 16,-1 2-10-16,1-1 0 0,0 1-4 0,-1 0 8 0,1 1 9 15,-2 1-3-15,1-1-4 0,0 0-11 0,0 0 14 0,-2-1-11 0,-2 2 14 16,2 0-4-16,-9 0-7 0,3-1-9 0,-1 0 11 0,1 0-6 16,5-1 16-16,0 2 2 0,2-2-8 0,0 1-20 0,2 0 21 0,-3 1-20 15,1-1 26-15,-2 0-2 16,0 0-8-16,1-1-9 0,1 3 6 0,-2-2-4 0,0 0 18 0,0 1-2 0,2-1-6 0,-1 0-11 16,1 1 10-16,1-2-9 0,-1 1 15 0,0 0-1 0,0-1-2 0,1 1-10 15,0-1 12-15,0 2-7 0,-1-2 28 0,1 0-2 0,0 0-10 0,2-2-28 16,0 2 34-16,2-1-30 15,0 1 38-15,0-1-11 0,1 0-15 0,-2 1-3 16,-6-3 1-16,0 2 2 0,0-1 3 0,0 2 2 0,9-1-7 0,-1 1-15 0,0 0 21 0,-1 0-19 16,-1 0 21-16,-3 1-4 0,1 1-10 0,0-1 3 0,0 2-5 0,0-3 7 15,-2 1 4-15,1 1-3 16,-1 0-3-16,2 0-2 0,-1 0 5 0,2-1-3 0,0 0 2 0,-2 0-1 16,2 1 0-16,0-1 1 0,1-1-5 0,1 1 5 0,0-1 3 0,-1 0-1 15,0 0-1-15,0 0-22 0,0 0 30 0,-2-1-25 0,-5 0 30 16,-2 1-5-16,-1-2-13 0,2 1-11 0,7 0 10 0,1 1-6 0,1-1 25 15,-1 1-1-15,-1-2-8 0,1 1-7 0,-2 0 4 0,1-1-6 0,0 1 2 16,-2 0-1-16,0 1 2 0,0 0-10 16,1-1 3-16,1 1-2 0,0 0 17 0,0 0-3 0,1 0 0 0,0-2-9 0,-1 2 4 0,-1 0-3 15,0-1 4-15,1 1-2 0,-2 0-1 0,3 0-9 0,0 1 10 16,0 1-5-16,0-2 18 16,-2 0-5-16,-1 0-10 0,-1 0-13 0,-4 1 19 0,-1 0-13 0,2-1 21 0,1 1-6 0,6 1-11 0,2-1 5 15,-1-1-1-15,1 1 3 0,-1-1 3 16,0 2 0-16,0-2-5 0,1 1-20 0,2-1 26 15,-2 1-20-15,2-1 33 0,1 0-8 0,0 0-11 0,1 0-13 0,1-1 14 0,0 0-7 0,1 1 23 0,1-2-3 0,1 1-14 16,-2-2-2-16,-3 2 5 0,-5 0-4 0,-3 1 4 0,0 0-3 16,2 0-6-16,6 0 2 0,-1 0 2 0,-2 0 1 0,-1 1 10 15,-4 0-1 1,1 2-3-16,-1-2-19 0,1 1 18 0,0 0-15 0,0 1 27 0,1-1-2 16,-1 0-10-16,-1 1-19 0,2 1 15 0,0-1-12 0,1 1 31 15,-2-2-4-15,1-1-12 0,1 2-5 0,-1 0 8 0,0-2-6 0,2 0 4 0,0 0 2 0,-1-1-3 0,1 0-12 16,-3 0 12-1,-7 0-9-15,0 0 21 0,-2 0-3 0,1 0-9 0,5 0-18 0,2 0 23 0,0 2-19 16,1-2 23-16,-2 1-1 0,-1 0-11 0,0 1-10 0,-1-2 6 0,1 1-4 16,-1 0 19-16,0-1-2 0,-1 1-4 0,0-1-14 0,1 0 14 15,0 0-13-15,-1 0 16 0,0 0 0 16,0-1-4-16,1 0-17 0,0 0 10 0,1-2-9 0,-1 0 25 0,0 2-1 0,0-1-6 0,0-1-18 16,1 0 22-16,-1 2-19 0,-1-1 23 0,0 0-7 0,-1 1-11 0,1 0-5 0,0-1 9 15,0 2-5-15,-1-1 15 0,-1 1-4 0,0-1-7 0,0 1-3 16,0 0 6-1,0-1-4-15,-2 1 6 0,0-2 0 0,-1 1-1 0,-2 0-7 16,0 0 3-16,0 1-2 0,-1 0 9 0,-1 0 1 0,-1 0-3 16,1-2-6-16,-1 2 11 0,0-1-9 0,0 1 12 0,0-1-4 0,0-1-5 15,1 1 1-15,0 0-5 0,-1 0 6 0,1-2 2 0,-1 0-5 16,2 1 0-16,-2 1-2 0,1-2 0 0,-1 0 1 0,0 1 2 16,1-1 0-16,-1 3-2 0,0-3 5 0,0 0-6 0,0 0 3 15,0 1-5-15,0-2 2 0,0 1 3 0,0 0-19 0,0-1 23 0,0 1-19 16,-1 1 24-16,1-1-3 0,-1 1-13 0,-1-1 1 0,1 0 8 15,0 1-5-15,0 1 0 0,1-1 5 0,-1 1-8 0,2 0-9 16,-1-1 14-16,-1 2-12 0,1-1 12 0,0 1-3 0,0 0-9 0,0 0-15 16,0 0 1-16,0 0-8 0,0 0-36 0,0 0-11 0,-1 0-18 15,3 1-55-15,1 3-20 0,3-1-14 0,0 3 27 0</inkml:trace>
  <inkml:trace contextRef="#ctx0" brushRef="#br0" timeOffset="41935.76">3024 9142 216 0,'0'-15'159'0,"-4"5"-98"0,-2-1 85 0,1 3-114 0,2-1-22 0,0 2-9 0,0-1 35 0,1 2-5 0,0 0-4 0,1-1-17 0,-1 1 22 0,1-1-20 0,-2 0 20 0,1 2-4 15,0-2-9-15,0 1-18 0,-2 2 8 0,1-2-9 0,-1 4 22 16,1 0-4-16,-1-1-4 0,-1 2-23 0,-1-3 19 0,2 0-18 16,-3 2 25-16,0 0-8 0,0 2-12 0,-1 0-1 0,-2 3-5 15,-2 1 8-15,0 0 7 0,-1 2-2 0,-3-2-4 0,-2 2-20 0,-2 1 26 16,-1 2-20-16,-1 2 28 0,1 1-3 0,-3 3-12 0,-2-1-4 15,0 2 5-15,1 0-3 0,-1-2 16 0,1 0-4 0,2 0-6 0,0 2-7 16,2-1 9-16,-1 0-8 0,1 1 5 0,3 1 1 0,0-2-3 16,0 2-9-16,2 0 8 0,1 0-6 0,0 0 15 15,2-1-1-15,-1 2-8 0,1-1-2 0,-1 0 8 0,3 0-5 0,2 3 4 16,1 0-5-16,1 1-6 0,2-1 0 0,-1 3 6 16,2 0 1-16,0 2 26 0,0-1-5 0,0-1-9 0,1 1-19 0,0-1 23 15,-1 0-18-15,1 0 25 0,1 0-11 0,1 0-14 0,-2 2 0 16,2 0 2-16,0 0 3 0,-1-1 8 0,0 0 2 0,-1 1-5 0,1 0-21 15,-1 2 20-15,-1-1-20 0,0 2 22 0,-1-2-1 0,1 0-7 0,-1 4 4 16,0-1 0-16,0-2 2 0,1 1 5 0,2-1 5 0,-1 3 1 16,3 2-10-16,4 1 10 0,-2 3-12 0,5-2 1 0,-2 2 1 15,1 0-5-15,2-1-15 0,-1 1 18 0,-1-1-13 0,1-1 25 16,-1-1-2-16,0-1-14 0,2-1-14 0,-2 1 16 0,2-2-15 0,-2 1 22 16,1-1-9-16,0-2-5 0,0 0-12 0,-1 1 8 0,0 5-2 15,0-1 24-15,-3 0-2 0,0-1-8 0,-2 3-7 0,-1-1 7 16,-1 1-8-16,-2-6-1 0,0 0 2 0,-3-3-2 0,0 1-9 0,2-1 14 15,-1-2-8-15,1 1 21 0,-1-4 0 0,3 2-14 0,-1 4-21 16,1 1 32-16,-1 1-28 0,2-4 33 16,0 0-4-16,1-2-15 0,0 3-5 0,0 3 9 0,0-1-4 0,2 1 15 0,1-2 0 0,0 1-8 15,1 2-10-15,1-2 7 0,0-3-7 0,1 2 13 0,-1-2-4 16,0 2-3-16,1 3-15 0,-2 4 12 0,2 0-9 0,0 2 22 16,-1-5-1-16,-1-2-8 0,-1 2-14 15,-2-4 20-15,0-3-17 0,-1 0 19 0,0-2 1 0,-1 0-9 0,1 0-5 0,0 2 1 16,1-1-3-16,0 1 10 0,0-1 0 0,-2 1 0 0,-1-1-12 15,-1 0 13-15,0 2-12 0,1 1 12 0,1-4-4 0,0-2-4 16,-1 4-14-16,-2-3 14 0,1 4-7 0,-2-3 28 0,1-1-2 0,-1-2-10 0,1-1-24 16,-2 1 24-16,1 2-21 0,-1 0 26 0,2 1 0 0,-1-1-10 15,2 2-6-15,-2-5 7 0,1-1-7 0,-1 3 10 0,2-4-1 16,0 2-3-16,0 0-19 0,1 0 25 0,1 0-20 0,-1 1 27 16,2-3-7-16,0-2-13 0,1 0-1 0,1 1 4 0,-1 3 0 0,1 0 12 15,0-1-4-15,0-2-7 0,1 2-8 0,-1-1 10 0,0 0-6 16,0-1 2-16,-2 0-1 0,2-1-10 0,-1 4 2 0,1 0 6 15,2 3-1-15,-1 0 10 0,1 0 1 0,0-1-7 0,-2 1-9 0,2-3 19 16,-2 1-14-16,-1 0 21 0,1 0-9 0,-1 1-9 0,0 1-6 16,-1-1 6-16,2 0 0 0,-2 1 16 0,0-1-3 0,2 4-7 0,-1 2-8 15,1-5 13-15,-1-4-11 0,0 3 12 0,2-6-5 0,-2 0-6 16,2 2-2 0,2-1 4-16,0 0 1 0,2 2 8 0,1-3-1 0,1 0-6 0,0 0-6 15,1-1 7-15,0-2-8 0,0 4 1 0,3 0-3 0,-2 0-4 0,0 2 3 16,-1-6 2-16,0 2 3 0,0-2 10 0,0 0 1 0,1 1-2 15,0 3-13-15,-1-4 9 0,0 3-15 0,0-4-14 0,-2 1 7 0,1-2-1 16,-1-2 13-16,0 2 9 0,-2-1-3 0,0 1 12 0,0-3 2 16,-1 1-10-16,2 2-3 0,-1-4 10 0,-2 0-9 0,2 0 5 0,-1-2-3 0,0-1-2 0,0 1-13 15,1-2 12-15,1 2-6 0,0-3 25 0,0 1-7 0,2 0-10 16,0-1-11-16,0 0 14 0,1 1-9 0,2-1 13 0,0-1-6 16,0 0-11-16,3 0-34 0,0 1-11 0,-1 0-2 0,1 0-54 0,2 0-18 15,1 0-22-15</inkml:trace>
  <inkml:trace contextRef="#ctx0" brushRef="#br0" timeOffset="57301.9">7753 10706 217 0,'-5'0'98'0,"3"0"-18"0,1 1 49 0,-1 0 4 0,1 2 15 0,-1-2-42 0,2 1-11 0,-1-2-15 0,1 3-23 0,-1 0-4 0,0-1 19 16,1-1-18-16,0 3 44 0,-1-1-12 0,1-2-18 0,0 0-13 16,0-1 20-16,0 0-25 0,0 0 21 0,0 0-1 0,2 0-17 15,0-1-11-15,2-1 32 0,-1-2-37 0,1 0 33 16,0-3-12-16,-1 4-24 0,4-4-24 0,-1 1 19 0,0-1-24 16,2-2 29-16,0 0-9 0,-1 2-12 0,2-6-4 0,-2 1 4 15,1-3-6-15,2-5 8 0,0 0-2 0,1-5-3 0,1-5-12 16,2 2 9-16,0-4-7 0,3 0 21 0,2-1-1 0,2-2-4 15,3 0-6-15,3-3 8 0,1 4-7 0,1 1 1 0,2-2-3 16,0 2-9-16,3-6-5 0,-5-2 8 0,-1-4-5 0,0 2 11 16,-2-2-3-16,3 3-6 0,0-2-10 0,-3 5 13 0,1 3-7 0,1 1 15 15,-1 5-5-15,1 0-9 0,0-1-28 0,-2 4 13 0,-1-1-14 16,-5 0 8-16,-2 3-8 0,0-2-16 0,-2 6-43 16,0 1-13-16,-4 1-12 0,-1 3-151 0,-3 2-67 0,0 4-72 0</inkml:trace>
  <inkml:trace contextRef="#ctx0" brushRef="#br0" timeOffset="58377.52">8871 9744 930 0,'-5'-3'93'0,"0"0"86"0,-1 0-59 0,3-1-28 0,0 0-23 0,-2-2-49 0,1 0 20 0,0-1-29 0,0-2 24 0,1 0-7 0,-1 0-15 0,0-2-3 0,1-1 15 16,-1 1-12-16,1-3 50 0,0 0-5 0,0 1-7 0,1-5 8 15,-1 1 15-15,1 1-16 16,0-2 27-16,1 1-12 0,-3 3-14 16,0-1-29-16,-1 2 23 0,0-1-29 0,-1 0 29 0,0 0-11 0,0-1-17 0,-1 1-6 0,2 0 2 0,-1 1-6 31,1-3 5-31,1 2-4 0,2-2-5 0,-2 0-10 0,3 0 17 15,1 1-16-15,0-3 24 0,2 1-4 0,1 2-10 0,1-2-15 0,1 3 14 16,-1-4-13-16,1 2 19 0,0-1-2 0,1-1-9 0,1 2-18 16,1-1 15-16,-2 2-12 0,2-1 24 0,-2 3-4 0,-1 1-8 15,0 0-4-15,-2 1 2 0,2 5-1 0,0 3 0 0,0-1 1 16,-1 1 0-16,0 1-7 0,0-2 6 0,-2 2-6 0,1 2 12 16,-2-1 0-16,0 1-5 0,-1 1-1 0,1 3 0 0,-1 0 0 0,1 1 2 15,-1 2 2-15,0-3 2 0,-1-1-20 0,0 3 18 0,0 0-15 16,0 3 22-16,1-1-2 0,0-1-11 0,1 0-6 0,0 0 9 15,1-2-5-15,0 1 10 0,2-1-4 0,1-1-6 0,2-2-8 16,1-1 9-16,1-1-6 0,2 0 19 0,0 2-3 0,3 0-4 0,-1 2-5 16,1 1 2-16,-1 0 0 0,0 2 4 0,-3 2 0 0,-1 0-1 15,-1 2-14-15,-2 2 17 0,-1-2-13 0,-1 4 19 0,-1-1 0 16,-3-3-9-16,0 2-5 0,-3-2 4 0,1 1-2 0,-2 1 19 0,-2-2 0 16,-1 0 0-16,-1 0-14 0,1-1 15 0,-1 1-15 0,-1-1 11 15,1 0-3-15,0-1-10 0,0 1-12 0,1-1 13 0,2-2-10 16,-1-1 19-16,4-1-9 0,0-4-9 0,1 1-22 0,1-1-2 0,0-1-2 15,1-3-11-15,0 1-6 0,2-5-8 0,0-3-43 0,3-1-1 16,1-3-11-16,0 2-50 0,-1-1-34 0,1 3-34 0,1 1-140 16,0 1-21-16,-1 3-28 0</inkml:trace>
  <inkml:trace contextRef="#ctx0" brushRef="#br0" timeOffset="58665.26">9103 9252 658 0,'0'6'100'0,"0"1"75"0,0 3-15 0,1 1-31 0,-1 0-36 0,2 1-41 0,-1-1 29 0,1 0-38 0,2-3 50 0,-1 0-12 0,1-1-16 0,2-1-5 16,0-3 9-16,0 0-16 0,3 0 17 16,0-3-8-16,0 0-10 0,2-1-1 0,-4-2 13 0,-4 1-17 0,-1-4 19 0,-1 1-2 15,-1 0-11-15,2 0 1 0,0-1 13 0,-2 1-20 16,0-2 11-16,-2-1-10 0,0 2-13 0,-1 0-7 15,-2-1-1-15,5 0-7 0,-1 1-9 0,-1 1-2 0,1 0-2 0,-4 3-9 16,1-1 2-16,1 2-4 0,1 0 3 0,0 1-17 0,0-2-7 16,1 1-68-16,-2 1-10 0,3 0-10 15,0-1-112-15,0 1-71 0,0-2-61 0,4 1-249 0,1-1 335 0</inkml:trace>
  <inkml:trace contextRef="#ctx0" brushRef="#br0" timeOffset="58946.24">9394 8859 1890 0,'-10'0'200'0,"-1"2"-69"16,2-1-19-16,1-1-52 0,2 1 10 0,2-1-26 16,3 0-24-16,0-1-22 15,0 1 6-15,1-1-6 0,0-1-1 0,2 2-21 16,-1-1-14-16,4-1-54 0,-1 2-43 0,1-2 23 0,1 2-220 16,-1 2-99-16,1-1-32 0</inkml:trace>
  <inkml:trace contextRef="#ctx0" brushRef="#br0" timeOffset="59079.11">9407 9046 1345 0,'-15'7'392'0,"6"0"-256"0,-2 2 152 0,1-2-164 15,3-1 17 1,2 1-56-16,0-1-32 0,3-3-19 0,1-1-27 0,0 1-14 0,1-2 7 0,0-1-8 0,0 0-9 16,2 0-30-1,-1-1-16-15,3-2-127 0,1 1-115 0,1-1 54 16,5 3-123-16</inkml:trace>
  <inkml:trace contextRef="#ctx0" brushRef="#br0" timeOffset="60278.19">9759 8894 790 0,'-4'-1'-245'0,"2"1"492"0,-2-2-53 0,2 2-77 0,1 0-78 0,1 0 25 15,0 0-50-15,1 2 17 0,-1-1-4 0,1 0-15 0,1 1 19 0,1 0 10 0,0 3-5 0,2 0 20 0,-2 3-9 0,1 0-13 16,2 3-25-16,-1-1 25 0,-1 1-28 0,-1 1 26 15,2 1-14-15,-2 1-19 0,1 0-6 0,-2-5 13 0,0 0-6 16,1 0 12-16,1-2 0 0,-2 2-14 0,0 0 2 0,1 0 9 16,-1-3-9-16,0 2 6 0,0-3-3 0,1 1 0 0,-2-3 9 15,1 1-9-15,-2-3 12 0,1 0 7 0,-1-1 1 0,0 0 4 16,-1 0-18-16,1-1 15 0,-2 0-17 0,1-1 11 0,-2 0 0 16,2-1-9-16,-1-1-17 0,1 1 19 0,0-1-19 0,0 0 20 15,-1 1 0-15,1-1-12 0,0 1-12 0,-1 0 22 0,1-1-17 16,0 0 36-16,0 1-6 0,-2-3-12 0,2 4-13 0,0-3 13 0,0 1-11 15,0-1 24-15,0 1-6 0,0-1-7 0,-2 0-17 16,3 2 13-16,-2 1-10 0,1-2 20 0,0 0-2 16,1-1-8-16,-1-2-11 0,1 2 14 0,0-1-11 0,0-1 17 0,0 1-3 0,0 1-7 0,0-1-16 15,0 2 16-15,0-1-12 0,1-1 18 0,0 1-1 0,0-1-10 16,1 0-2-16,1-1 2 0,-1-1-1 0,0 2 13 0,0 2-5 16,1-2 0-16,0 3-11 0,-1-2 1 0,2 3-2 0,-2-1 9 15,-1 0-5-15,1 1-1 0,0 1-7 0,0-1 8 0,0 1-3 0,0 0 11 16,-1 1 0-16,1-2-8 0,0 1-8 0,0 0 13 0,-1 0-9 15,1 1 21-15,0-2-6 0,1 2-10 16,-1 0-6-16,0 0 5 0,0 0-3 0,2 0 13 0,-1 2-1 0,5 1-8 16,-5 1 5-16,3-1-10 0,-2 1 16 0,2 0 1 15,1-1-4-15,-2 1-10 0,2-1 14 0,0 1-11 0,0-1 22 16,-2-1-6-16,0 0-11 0,-1 0-16 0,0 0 14 0,-1-1-12 16,0-1 20-16,0 0 3 0,-1 0-5 0,1 0-20 0,-1 0 16 15,1-1-15-15,-1-1 26 0,-1 0-8 0,1 0-9 0,1 0-6 16,-2-1 9-16,1-1-5 0,-1 0 10 0,0-1 1 0,0 2-6 0,0-2-8 15,1 3 7-15,-1-2-7 0,0 0 11 0,1 3-3 0,-1-2-3 0,1 1-9 16,1 0 7-16,-1 2-6 0,0 0 14 0,0 2-2 0,1 0-5 16,0 1-4-16,2 3 2 0,-1 0-2 0,2 2 7 0,-1 0-2 0,1-1-1 15,1 0-10-15,-1-1 12 0,1-1-8 0,1 1 18 0,-1-3-5 16,-1 0-9-16,1-1-8 0,1 0 14 0,0-2-8 16,0-2 19-16,1 1-5 0,-3 0-11 0,1-2-8 0,-1 0 9 15,-1-3-6-15,1 3 12 0,0-3 3 0,-2 3-4 0,2-3-5 16,-2 1 0-16,0 0-2 0,-1-2 4 0,-1 1-1 0,-1 1 4 0,0-1-14 0,-1 0 12 15,2 0-9-15,-2 0 14 0,0 1 0 0,-2-2-8 0,1 1-9 0,-1 1 12 16,0-1-10-16,0 0 17 0,0 1-2 0,1-1-6 0,0 1-12 0,0-2 11 16,-1 2-6-16,1 1 18 0,-2 2-4 0,2 1-11 15,0 1-11-15,-1 0 17 0,1 1-13 0,-2 1 17 0,0 4-2 0,0 0-11 0,-2 2-1 16,2-1 10-16,0 1-5 0,0 0 10 0,2-1 3 16,1 1-3-16,0-2-10 0,1 3 21 0,1-2-16 0,0 0 32 0,1 0-6 15,3 1-11-15,-1-2-12 0,2 0 6 0,1-1-6 0,-2 2 11 16,0-3-3-16,1 1-4 0,0-3-12 0,-4 4 8 0,-1-3-9 15,2-1 10-15,-1 0-2 0,4 1-6 16,2-2-6-16,0 0 9 0,0-1-5 0,1 0 13 0,0-2-7 16,2-1-7-16,1-2-30 0,-1-3-15 0,2 1-3 0,-2-4-68 0,0 3-26 0,3-3-22 0,-1 1-214 15,1 0-32-15,2 1-55 0</inkml:trace>
  <inkml:trace contextRef="#ctx0" brushRef="#br0" timeOffset="60846.94">10515 8713 1704 0,'-21'0'-409'0,"11"0"765"0,1 0-85 0,0 0-139 0,0 0-53 0,3 0 19 0,2 0-43 0,0 2-14 0,2-1-10 0,1 0-22 0,-1 2-16 0,-1-1 17 0,1 0-19 16,0 2 24-16,0-2 0 16,1 1-7-16,-2 2-2 0,1-1 17 15,1-2-15-15,-1 2 32 0,-1-1 3 0,2 0-4 0,0 3-13 0,0-4 23 0,0 2-27 0,0-2 40 0,1 1-14 16,-1 0-15-16,1-1-24 0,0-1 15 0,-1 1-19 0,1-1 25 15,0-1-9-15,0 1-10 0,0 1-11 0,0-2 7 16,0 1-7-16,1 0 13 0,-1-1-6 0,0 1-5 0,0-1-9 16,0 3 9-1,0-2-6-15,0 2 15 0,1-1-3 0,-1 0-7 0,0 0-2 0,0 1 3 0,0 1-2 16,0-3 3-16,0 3 0 0,0 0-3 0,1-3-6 16,1 3 6-16,-1 0-4 0,0-3 9 0,2 1-1 15,-1 1-4-15,0 0-1 0,0-2 2 0,1 0 0 0,-1 0 2 0,1-1 0 16,0 2-3-16,0-2-11 0,1 1 14 0,0-1-9 0,0 0 17 15,0 0-3-15,-1 0-9 0,2 0-11 0,-2 0 13 0,1 0-8 16,0 0 18-16,-2 0-2 0,1-1-7 0,-2 1-15 0,2-2 13 16,-1 1-11-16,-1 1 14 0,0-1-1 0,-1 0-8 0,1 1-4 15,-1-2 7-15,0 0-5 0,0-1 6 0,0 1-4 0,0-2-6 0,0 0-5 16,0 0 5-16,1-1-4 0,1 1 4 0,-1-1 0 0,0 0-4 16,0-2-6-16,0 2 15 0,0 0-10 0,0-1 24 0,0 2-2 15,1-2-6-15,-2 2-13 0,0-1 14 0,0-1-9 0,0 3 20 0,0-1 0 16,-3-1-9-16,2 2-18 0,-1 1 21 0,0-1-17 0,-1 2 25 15,1-1-1-15,1 2-12 0,0-1-14 0,0 1 15 0,1 0-11 16,-1 0 20-16,1 0-2 0,0 0-8 0,0 0-10 0,0 1 11 16,0 1-9-16,0 0 24 0,0 1 0 0,0-1-6 0,0 2-3 0,0 0 2 15,0 0-4-15,0 0 4 0,1 0-4 0,-1-2-1 0,1 2-11 16,0-1 7-16,0 0-5 0,0 2 13 0,0-2 0 0,2 1-8 0,-2-2-15 16,1 2 20-16,-1 0-16 0,1-3 18 0,1 3-10 0,0-1-17 15,0-1-49-15,1 0-8 0,0 0-10 0,1 0-61 0,-1-2-17 16,2 0-23-16,0 0-142 0,-1-2-10 0,1 1-35 0,0 0 150 15</inkml:trace>
  <inkml:trace contextRef="#ctx0" brushRef="#br0" timeOffset="61146.85">10614 8711 1482 0,'-2'4'-300'0,"0"0"615"15,0-1-70-15,1 0-91 0,0 2-87 0,1-1 17 0,2 0-48 0,1 0 3 0,-1-3-9 0,1 1-15 0,3 1-14 0,-2-2 21 0,1-1-19 0,-1 2 31 0,-1-2-11 16,-1 0-12-16,-1 0-9 0,0-2 11 0,0 2-8 0,-1-1 32 16,1 0-9-16,-1-1-8 0,1-1-13 0,1 1 21 0,-2-3-18 15,1 1 30-15,0-3-7 0,0 2-15 0,2-4 1 16,2 0 8-16,2-2-8 0,-1 1 15 0,-1 1-7 0,-2 0-9 0,3 0-8 16,-1 2 10-16,7 1-10 0,0 1 17 0,-2 2-4 15,1 3-4-15,1 0-13 0,-2 2 14 0,-1 2-14 0,0-2 19 16,-2 4-3-16,0 0-7 0,0 2-15 0,1 1 14 0,-1 0-13 15,-1-2 15-15,0 0-5 0,-1-1-9 0,1 2-12 0,0-1 14 0,-1 1-10 16,0-1 21-16,-1-2-2 0,0 2-10 0,-1-2-19 0,0 1-3 16,1 0-7-16,-1-1-37 0,1 1-19 0,-2 0-20 0,1-1-164 15,-1 1-115-15,1 1-9 0,6-1-28 0</inkml:trace>
  <inkml:trace contextRef="#ctx0" brushRef="#br0" timeOffset="63005.4">11488 8530 500 0,'-5'0'158'0,"1"2"193"0,-2-1-170 0,-1-1-38 0,1-1-13 0,-1 1-18 0,2 0-27 0,0 0-30 0,-1 0-11 0,2-2 8 16,-1 2-12-16,2 0 6 0,-2 0-6 0,2 0-16 0,-2 0-16 15,1 0 25-15,-2 0-28 0,1 0 28 0,-1 0-7 16,2 2-11-16,-3 1-2 0,1-3 7 0,-1 2-8 0,2 2 2 15,-2-3-1-15,3 5-11 0,-3 2-12 0,1-2 15 0,2 2-16 16,-2 1 23-16,2 1-9 0,-1-1-9 0,0 3 6 0,0-2 0 16,1-1 6-16,0 0 3 0,1 0-5 0,1 0-2 0,-1 0-19 15,2-3 24-15,0 1-19 0,1-1 50 0,0-1-7 0,1 0-15 16,2-1-17-16,0 1 13 0,0-2-12 0,2-1 17 0,-1 2 0 16,2-3-7-16,-1 2-14 0,1 0 12 0,0-2-10 0,0 1 16 15,1 0-6-15,0-1-8 0,0 0 0 0,0 1-1 0,0-1 1 0,0 0 7 16,0-1-3-16,-2 1 0 0,1-1-19 0,1 0 15 0,-2 0-10 15,1 0 20-15,-2-1-8 0,1 0-11 0,1-2-29 0,-2 1-4 16,2-1-6-16,-2 1-36 0,1-2-5 0,-1 1-12 0,2-1-73 0,-2 0-30 16,0 1-10-16,0-2-113 0,1 1 7 0,-1-1-1 0</inkml:trace>
  <inkml:trace contextRef="#ctx0" brushRef="#br0" timeOffset="63244.13">11548 8407 1147 0,'-3'-2'-585'0,"2"1"1095"0,-1 1-122 16,-2 0-195-16,2 0-72 0,1 1 28 0,-1 1-60 0,0 2 19 16,1 0-14-16,1 3-25 0,0-1-5 0,0 2 10 15,0 1-18-15,1 1 3 0,2 0-14 0,-1 0-14 16,1 2-26-16,2 1 11 0,-1-1-14 0,1 4 13 0,0-7-4 0,1 1-9 0,2 2-4 16,0-4 5-16,0 5-5 0,-2 1 8 0,0-2-7 15,-2-2-5-15,1 2-25 0,-3-5-9 0,2 2 4 0,-3 2-23 16,-1-4-4-16,-1 1 2 0,-3 0-36 0,2-1-11 0,0 0 9 15,-3-1-73-15,0 0-40 0,-2 1-14 0,-2-2-144 0,1 1-8 16,0-2-4-16</inkml:trace>
  <inkml:trace contextRef="#ctx0" brushRef="#br0" timeOffset="63427.75">11496 8574 1684 0,'0'-7'-257'0,"-2"6"564"0,1-3-54 0,1 3-69 0,1-1-99 16,1 2 19-16,1-3-59 0,1-1-8 0,2 2-13 15,0 0-18-15,1 1-6 0,0-2 4 0,1 1-3 0,1 1 7 16,0-1-3-16,0 2-4 0,2-1-6 0,-2 1 5 0,0 3-5 16,-1-2 0-16,-1 1-16 15,0 2-9-15,0-1-27 0,0 1-31 0,1 1 22 0,-2-1-113 16,0-1-45-16,0 1-8 0,-2-1-161 0,3 1 190 0</inkml:trace>
  <inkml:trace contextRef="#ctx0" brushRef="#br0" timeOffset="63642.14">11762 8498 1241 0,'0'0'205'0,"0"2"-33"15,-1-1-11-15,1 0-70 0,1 0-7 0,1 3-18 0,1-1-22 0,2-1-33 0,-2 1 17 0,2 0-23 16,-2 0 33-16,1 0-14 0,1 1-12 0,2 0-4 16,-1-4 4-16,2 1-1 0,-1 0 11 0,0-1-8 0,1 3-6 15,1 1 2-15,1-1 5 0,1 3-1 0,4 0-6 0,-2-2 0 16,2 2-8-16,1-3-8 0,-1-1 10 0,0 1-10 0,0-2 19 15,-1 0-8-15,-3-1-6 0,1 0-44 0,-1-1-18 16,-2-1 6-16,0-2-36 0,-2 1-27 0,-1 1 5 0,2-3-167 16,-5 2-54-16,1-1 24 15,-1 2 63-15</inkml:trace>
  <inkml:trace contextRef="#ctx0" brushRef="#br0" timeOffset="63812.49">12052 8423 1247 0,'-1'5'163'0,"0"0"108"0,-1 3-37 0,-1-1-51 0,-1 4-58 0,1 3-45 15,0-1 2 1,0 4-24-16,0 1-21 0,1-4-7 0,-1 2-14 0,0 2-21 0,1 0 17 0,-2 5-19 0,1 0 25 16,0-3-4-16,-2 1-11 0,1-2-12 0,-1-2 15 0,2-2-15 15,-2 2 21-15,3-5-13 0,-1 2-12 0,-1-1-36 16,2-1-7-16,0-2 2 0,1 0-57 0,1-3-54 0,-1-2-18 0,1 3-232 16,0-3 219-16</inkml:trace>
  <inkml:trace contextRef="#ctx0" brushRef="#br0" timeOffset="66278.49">12660 8291 273 0,'-1'-6'77'0,"0"2"29"0,3-1 21 0,1-1-16 0,1 3-39 0,-1-2-20 0,-3-1 47 0,-2 4-52 0,1-3 79 0,-3 2-17 0,2 1-23 0,-2-1-4 0,0 2 11 0,1-1-19 0,0 2 23 0,-1-1-4 0,0 0-14 0,0 1-31 15,0 0 15-15,-1-1-33 0,1 1-1 0,-1 0-1 0,2 0-7 16,0 0-12-16,0 0 3 0,0 1-10 0,-2 0 4 16,2 0 0-16,-3 2 0 0,1 1-13 0,-2-2 12 0,-1 4-11 15,0 0 22-15,1 0-5 0,-1 1-11 0,0 3-12 0,0 2 23 16,0-1-18-16,-1 4 30 0,1-1-3 0,2 1-13 16,-2 1-7-16,1 0 15 0,1-1-14 0,0 4 25 0,0 0-2 15,1 2-6-15,1 2-26 0,1 0 17 0,-1-3-17 0,2 1 24 0,0-2-1 0,2 2-13 16,0 2-13-16,1-2 19 0,1 0-15 0,0-4 24 15,2-2-9-15,0-2-11 0,2-1-1 0,-1-1 4 0,1-1-1 16,0-1 6-16,-1-1-5 0,1-1-4 0,-2 0-22 0,1-2-9 16,-2 0 1-16,2-1-33 0,-1 0-12 0,1-2-7 0,-1 1-78 0,2-2-39 0,-2 2-2 15,2-2-156-15,0-1-2 0,3 0-22 0</inkml:trace>
  <inkml:trace contextRef="#ctx0" brushRef="#br0" timeOffset="66629.03">12865 8319 265 0,'-5'-9'248'16,"3"1"-95"-16,-2 0 191 0,2-3-183 0,0 4 6 0,1-2-50 0,0 0-6 0,1 2-22 15,-2 2-30-15,1 0-16 16,0 2 14-16,0 2-21 0,-1 0 15 0,1 1-5 0,-2 0-7 0,1 0-6 16,-1 1 2-16,1 0-7 0,-3 5 17 0,2-1 4 0,-2 1-5 0,1 3-5 15,-1 0 30-15,1 3-34 0,-1 2 29 16,1 0-14-16,2 1-19 0,-2 2-21 0,1-2 13 0,1 0-17 16,-1 3 9-16,1 0-4 0,2-1-9 0,0 2-3 0,0-2 1 0,1-1-1 0,0 4 8 15,0-5-7-15,1-1-4 16,-1-2-15-16,1-2 6 0,-1-2-3 0,0 3 5 0,0 1-5 15,0-2-8-15,1 0-19 0,-1 0 9 0,-1-2-13 0,1 1-22 0,0-3-9 0,0 1-18 0,0 0-68 16,0-3-22-16,0 1-11 0,-1-2-114 0,0 1 9 0,-1-3-17 0</inkml:trace>
  <inkml:trace contextRef="#ctx0" brushRef="#br0" timeOffset="67363.46">12708 8588 924 0,'-6'-1'-225'0,"2"1"486"0,0 0-40 0,1 0-61 0,0 1-43 16,1 0 11-1,0 1-40-15,-1 0-9 0,2-1-16 0,1-1-15 0,-1 3-19 16,1-3-2-16,1 0-5 0,1 1 4 0,2-1-2 0,-1 0-2 0,3-2-9 16,1-1 13-16,0-1-14 0,5 0 21 15,0-1-9-15,1 1-9 0,3-2-15 0,-2 1 4 16,-1-1-6-16,-1-2 15 0,1 3-1 0,-1-2-4 0,2-2-9 16,-2 4 10-16,0 0-10 0,4-3 12 0,-1-1 1 0,0 1-3 0,3-4-9 15,-3 3 4-15,0 0-5 0,-1 0 10 0,-3 0-2 16,1 0-6-16,-1 0-2 0,-2 2 4 0,-1-1-3 0,0 3 5 15,-3 0-4-15,2 0-3 0,-3-1-4 0,1 4 6 0,-2-1-1 0,1 1 8 16,-1 0 1-16,-1 2-5 0,0-1-15 0,-2 1 18 0,0 0-15 0,0 0 26 0,0 0-1 0,-1 0-7 0,-1 0-4 16,-1 1-2-16,-1 1 2 0,1 2-3 0,-1-1 0 0,-1 1 0 0,1 1-7 15,-2 0 10-15,1 1-6 0,1 0 23 0,-1-1-3 0,2 2-3 16,0 1-10 0,-1 1 8-16,2 0-7 0,0-1 16 0,1 0-4 0,0 1-2 15,1 0-15-15,0 1 8 0,2-1-7 0,-1-1 8 0,1-1-3 0,2-3-5 0,-1-1-3 0,1-1 8 0,0-1-5 16,1 5 9-16,0-5-3 15,1 1-6-15,0 0-15 0,1-2 15 0,1 1-10 16,1-1 24-16,-1-1-4 0,1-2-9 0,0 1-4 0,0-2 6 0,2-3-4 16,0 5 4-16,1-3 0 0,-1 2-6 0,-1-3-4 0,-5-3 6 15,0 0-5-15,-1-1 10 0,1 1-1 0,3 1-5 0,2-1-7 16,-2 1 6-16,1 1-3 0,0-1 10 0,-3 2-2 16,1-1-5-16,0 2-3 0,-3-1 3 0,1 2-1 0,-2 0 7 0,-2 1-1 15,2 1-2-15,-2-1-9 0,0 2 8 0,0 0-6 0,-1-1 12 0,1 2-2 16,-1-1-5-16,0 1-15 0,2 0 15 0,-2-1-11 0,3 1 21 15,-2 0-1-15,0 0-10 0,1 0-7 0,0 0 13 0,0 0-10 16,1 1 13-16,-1 0 0 0,1 3-8 0,1 0-15 0,0 0 19 16,1 2-13-16,0-2 28 0,1 1-7 0,0-1-13 0,-1 1 0 0,0-1 2 15,0 1-2-15,0-2 2 0,0 2-1 0,0-3-2 0,0-2-11 16,2 2 15-16,-1-1-10 0,2-1 20 0,-2 0-1 0,2 0-10 16,0-3-9-16,1 1 12 0,-1-2-11 0,0 1 16 0,0-2-1 15,1 2-7-15,-1-4-12 0,-1 2 13 0,1 0-11 0,-1 0 18 16,-1 0-1-16,-1-2-8 0,0 2-4 0,-2-1 3 0,0 1-3 0,0-1 9 15,-1 1 0-15,-1 1-1 0,-1-2-13 0,0 2 10 0,0-1-7 16,0 3 15-16,-1-2-3 0,0 0-6 0,0 1-7 0,0 1 2 16,-1 0-2-16,1 0 6 0,1 2-4 0,0 0-2 0,-1-1-17 15,1 1 19-15,0 0-14 0,0 0 26 0,0 0 0 0,0 0-8 0,0 0-6 16,0 0 7-16,0 0-7 0,0 0 4 0,0 0-2 0,0 0-5 16,0 0-2-16,0 0 4 0,1 0-4 0,0 0-2 0,1 0-6 15,-1 0-7-15,0 0-7 0,1 0 4 0,-1 1-3 0,-1 0-1 16,1 2-9-16,0-2-6 0,1 2-39 0,-2-2-9 0,0 1-2 15,1 2-47-15,-1-2-27 0,0 1-25 0,0 1-80 0,-1 0-59 0,1 2 0 16</inkml:trace>
  <inkml:trace contextRef="#ctx0" brushRef="#br0" timeOffset="68753.59">12751 8363 397 0,'-7'0'93'0,"0"-2"56"0,2 2 15 0,0-1-40 0,1 0 19 0,1 0-24 0,0 1-30 0,1 0-29 0,2 0 26 0,-1 0-36 0,0 0 25 0,1 0-17 0,1 0-19 0,-1 1 7 16,1 1 22-16,0 2-15 15,-1 1 39-15,0 0-10 0,1 4-25 0,-1 0-34 0,1 4 24 0,-1 3-36 0,0 1 27 0,2 1-10 16,-1 0-14-1,0 4-21-15,0-5 19 0,0-1-19 0,0 4 33 0,0-6-8 0,1 4-12 0,1 0-14 0,0-4 13 16,-1-3-10-16,2 1 24 0,0-3-3 0,0-2-11 0,1 1-4 16,-1-2 5-16,-1-3-6 0,0-1 8 0,0 1-1 0,-1-2-3 0,0-1-6 15,-2 0 11-15,1-1-7 0,-1 0 28 0,1-2-10 0,0 1-8 16,1-6-1-16,-1-1-2 0,0-1 4 16,0-2-3-16,0-3-2 0,1 1-3 0,-1-3-16 0,2 0 14 15,0 1-11-15,0 2 22 0,1 2-3 0,1 1-9 0,0-2-4 0,0 0 5 0,1-2-4 0,0-1 8 16,-1 4 0-16,1-2-4 15,1 1-7-15,-1-1 11 0,1 2-9 0,0 1 19 0,1 0 1 0,-2 2-2 0,3-1-17 0,0 2 10 16,2-1-11-16,-1 2 13 0,0-1 0 0,1 0-5 0,-1 1 0 16,0 2 2-1,0 0-2-15,-2 3 0 0,0 1 0 0,0 1-1 0,0 3-8 16,0 0 11-16,-1 2-9 0,0 4 16 0,-1-1-2 0,-1 0-8 16,0 1-2-16,-2-2 7 0,1 2-6 0,-1 0 11 0,-1-1-8 0,-1 0-7 0,1-1-9 0,-1 1 12 0,-1-1-6 0,-1-1 25 15,1 0-8 1,-2-2-7-16,1-1-6 0,0-1-1 0,1 0 2 0,0-2 4 0,0 0 1 0,0 0 0 0,0 0-13 0,1-3 17 0,2-1-14 31,0-1 28-31,0-1-7 0,2-3-8 0,0 0-8 0,2 0 10 0,-1 1-6 16,-1-1 15-16,1 0-6 0,1 1-9 0,1 1-12 0,-1-1 9 15,2 0-6-15,0 3 16 0,-1 1-3 0,-1 1-8 0,0 1-4 16,-3 1 9-16,2 1-7 0,-6 0 13 0,0 3-3 0,0 0-10 0,0 4-6 16,5 1 12-16,1-1-8 0,1 2 15 0,0 0-1 0,-1 1-8 15,1-1-4-15,1 2 3 0,0-1-3 0,1 1 4 0,-1-2 2 16,-1 0-3-16,4-1-3 0,-2 0 4 0,-2 1-4 0,2-2 0 15,-3 0-3-15,1 0-2 0,-1-3-25 0,1 3 2 0,-1-2-7 0,-1-1-19 16,0-1-13-16,-1 1-16 0,0-2-41 0,0-2-32 0,2 0 0 16,-1 0-212-16,1-2-53 0,2-3-75 0</inkml:trace>
  <inkml:trace contextRef="#ctx0" brushRef="#br0" timeOffset="69245.46">13552 8219 979 0,'-10'-7'-175'0,"3"0"388"0,1 3-30 0,2 1-47 0,-2-3-47 0,2 5 28 0,-1-1-50 0,2 0 9 0,-1 1-20 0,1 0-24 0,-2-1 1 0,1 2-8 0,-2 2 4 0,0-1-12 0,-1 3 1 0,0-2-2 16,-2 5-16-16,1-2 22 0,0 3-22 0,-1 1 28 15,0 0 1-15,3 1-11 0,-3 1-7 0,3 0 11 0,1 0-13 0,-1 1 21 16,1-3-4-16,3 1-7 0,0 1-22 0,1-3 21 0,1-2-24 0,0 1 26 16,2-3-3-16,0-2-13 0,2 2 0 15,-2-1-4-15,0-3 2 0,2 0 1 0,-2 1 2 0,0-1 1 0,-1 0-12 0,0 0 17 16,0 0-15-16,2 0 20 0,-3 0-1 0,1 0-10 0,0 0-10 16,-1 0 7-16,0 0-7 0,0 0 10 15,0 0 1-15,0 0-3 0,0 0-4 0,0 0 3 0,0 0-2 0,0 0 4 0,0 0 1 0,0 0-2 16,0 0-13-16,0-1 11 0,0 1-11 0,0 0-9 0,0 0-18 15,0-2-23-15,0 1-98 0,-1-3-63 0,2 3-8 0,1 0-275 16,4 1 289-16,-1-4-25 0</inkml:trace>
  <inkml:trace contextRef="#ctx0" brushRef="#br0" timeOffset="69861.64">13338 8233 1067 0,'-4'3'249'0,"-1"-1"-18"0,2 4-40 0,1-3-54 0,1 5-22 0,1 0-30 0,0 1-33 0,2 4-40 0,2-1 18 0,2 2-25 0,2 2 22 0,1-2-8 0,0 1-12 0,3 1-4 15,-1-1 2-15,1 2-3 0,1 1 8 0,-2-3-5 16,-1 0 0 0,2 4-20-16,-2-4 16 0,-2 1-13 0,1-2 33 15,-3-5-3-15,0 0-14 0,1-1-16 0,-4 0 15 0,0 1-16 0,0 1 22 0,-2-1 2 0,-1 0-9 0,-1 0-7 16,-1 0 13-16,-1-3-14 0,0-2 22 0,-2 1-5 0,0-4-5 0,-1 1-11 15,2-2 13-15,-2-2-11 0,-1-3 20 0,2-3-5 16,-1-3-10 0,0-3-3-16,1-3 2 0,-1 1-1 0,3-1 5 0,-1 2-1 0,2-3-3 0,1 1 1 15,1-5 8-15,0 0-5 0,2 5 8 0,0-3-4 0,3 2-4 16,-1 0-3-16,2 1 5 0,1 0-3 0,0-1 10 16,-2 0-2-16,2 1-3 0,0 1-6 0,-1 0 11 0,1 1-7 15,0 1 20-15,0 0-6 0,-1 2-4 0,1 1-14 0,1-1 12 0,1 2-9 0,0 1 19 0,-1 3-4 0,1 1-10 0,0-2-11 31,0 3 10-31,0 2-11 0,-1 1 9 0,-1 1-1 0,1 2-5 0,1 1-15 16,0 2 15-16,0-1-11 0,-2 2 20 0,0 2 0 0,-2-1-10 16,-2 2-1-16,-1 2 6 0,-1 0-4 0,0-1 9 0,-1 1 1 15,-1-1 0-15,-2 1-12 0,-1 1 18 0,0-2-15 0,-2 2 23 0,-1-2-5 16,-1 1-11-16,-2 2-10 0,0-1 10 0,1-2-9 16,0-1 12-16,3-1-3 0,-2-2-7 0,1-1-9 0,1 0 6 15,1-2-4-15,1-1 13 0,2 0-1 0,1-2-5 0,0 0-28 0,1 0-4 16,1-2-11-16,1-1-43 0,3-4-16 0,1-2-18 0,3-4-114 15,2 1-68-15,0-3-7 0,2 3-266 0,4 1 323 0,2 2-15 0</inkml:trace>
  <inkml:trace contextRef="#ctx0" brushRef="#br0" timeOffset="70369.53">13947 8043 1155 0,'-9'-2'110'0,"-1"0"47"0,0 2-7 0,2 0-34 0,1 0-38 0,0 1-59 0,2 2 16 0,1-1-31 0,0 1 23 0,2 2-7 0,-2 0-12 0,2 1 0 0,0 2 8 16,0 0-7-16,-1 2 7 0,1 1 0 0,1 1-5 0,-1 2 1 15,-1-1 7-15,2 1-7 0,1-1 14 0,-1 0-8 16,1-1-9-16,0-1-11 0,0-2 13 0,1 0-13 16,2 0 14-16,-1-4 4 0,1 0-5 0,2 1-11 0,-1-3 17 0,2 2-19 15,0-3 37-15,0-2-1 0,1 0-6 0,1 0-11 16,0-1 18-16,-2-1-20 0,2-4 26 0,-1 1-10 0,-3 0-11 15,2-2-12-15,-3-2 9 0,1 0-9 0,-2 1 14 0,-1-1-3 16,-1-1-5-16,0-1-12 0,0-1 9 0,0-1-7 0,-1-1 12 16,0 0-6-16,-1 2-9 0,-1-1 2 0,2 3 1 0,-1 5 0 0,1 0-3 15,0 4 1-15,0 1-1 0,1-2-9 0,0 2 11 16,-1 0-8-16,1 2 15 0,0 0-4 0,0 3-6 0,0 0 1 0,0 2-1 0,2 3 2 16,1 0 4-16,2 1 0 0,0 1 0 0,3 0 1 0,3 2 12 15,2 1-6-15,2-1 26 0,1 3-6 0,2 0-3 0,1 2-21 16,3 1 8-16,-1 1-11 0,1-2 4 0,0 0-3 0,-7 0-7 0,2 1-2 15,-1-2 3-15,1 1-1 0,3 0 8 0,-3-2-6 0,-4 1-4 16,-1-1-7-16,-6 1 1 0,-2-1 1 0,-3 0 3 0,-2-5 0 16,-5 1-3-16,-3 0-17 0,-4 0 19 0,-4 2-16 0,-2 1 23 0,0-6 1 15,-2 1-8-15,1-3-9 0,4 0 9 0,0-2-8 0,-1-5 15 16,1-1-2-16,-3 0-2 0,2-5 0 0,1-1-2 0,4-3 3 16,2-3-1-16,2 0 0 0,1-4 3 0,3-2-7 0,3 0 4 15,1 0-4-15,3 3 10 0,3-2-2 16,3 2-4-16,2 0-7 0,2-4 6 0,4 2-4 0,1 0 13 0,2 1-3 0,1 3-3 15,0-3-5-15,-6 4 0 0,-1-2-6 0,-2 1-45 0,2-3-17 0,6 0-25 0,3-1-105 16,-3 0-43-16,-2 1-11 0,-4-1-98 0,-2-1 37 16,-1 0 47-16</inkml:trace>
  <inkml:trace contextRef="#ctx0" brushRef="#br0" timeOffset="70593.96">14170 7756 1165 0,'-2'-1'158'0,"0"-2"75"0,1 0 44 0,0 2-62 0,2 1-55 0,2 0-99 0,3 0 12 0,2 3-41 0,2 1 17 0,3 2 0 0,4 0-8 0,2 6-15 0,1-1 18 16,3 5-26-16,0 4 16 0,-1-1-12 0,-2 4-12 0,2 1-7 15,-3-5 2-15,2 0-3 0,-1 3 6 0,-4-2-1 0,-2 2-2 16,-1 4-5 0,-6-6 5-16,-1 1-5 0,-3 2 12 0,-3-3-1 0,-1 3-7 0,-5 1-7 0,-2-3-3 0,-5-1-4 15,-2 0-27-15,-2-2-11 0,-1-2-5 0,-1 2-43 0,2-5-13 16,1 0 8-16,2-2-91 0,3-2-89 0,2-2-28 0</inkml:trace>
  <inkml:trace contextRef="#ctx0" brushRef="#br0" timeOffset="72821">14963 7699 755 0,'-7'-3'-224'0,"4"0"463"0,-1 2-53 0,0 0-65 0,1 1-39 0,1-2 0 0,-1 1-19 0,2-2-14 0,1 2-2 0,-1 0-8 0,1 0-20 0,0-1 25 0,0 1-30 15,0 0 33-15,1-1-6 0,-1 1-16 0,0 1 22 16,-1 0 8-16,0 0-5 0,-1 3-3 0,-2-1-8 16,1 2-17-16,-3 3-24 0,1 0 20 0,-1 2-24 0,-1 1 27 0,1 2-8 15,0 1-13-15,-1 0-5 0,2 2 5 0,0-1-2 0,1 3 13 16,1-3 0-16,3-1-7 0,0-1-19 0,2-1 28 0,1-4-25 16,1 2 50-16,2-2-6 0,0-1-13 0,2-1 0 15,-1-1 6-15,1-1-9 0,1-2 2 0,1-1 1 0,0 0-6 0,2-1-14 16,0-2 15-16,1-2-14 0,1 0 19 0,-3 0-2 0,0-4-7 15,1 2-14-15,-3 0 12 0,0-1-12 0,-3 0 18 0,1 1 6 16,-2-2-4-16,-1 0-8 0,-2-3 21 0,-1 2-16 0,1-2 32 0,-2 1-10 16,-3 1-13-16,0-1-10 0,-2 1 8 0,0 0-6 0,-1 2 4 15,1 0-3-15,-1 3-5 0,-1 0-8 0,1 1-1 0,-2 1-1 16,0 3 4-16,0-2-1 0,0 1-1 0,0 1-2 16,1 0-1-16,1 0-3 0,1 0-26 0,1 0-2 15,0 1-10-15,3-1-27 0,0 0-1 0,1-1-10 0,0 0-62 0,2-2-42 16,3 1-39-16,1-4-191 0,2 3 237 0</inkml:trace>
  <inkml:trace contextRef="#ctx0" brushRef="#br0" timeOffset="73042.73">15203 7358 1314 0,'-7'0'109'0,"-2"0"86"15,0 4-56-15,2 1-28 0,2 1-27 0,1 4-54 0,3 1 27 0,1 3-38 16,1 2 29-16,2 1-10 0,0 0-18 0,2 3-6 0,1-2 1 15,0 0-5-15,3-1 2 0,0-2-5 0,-1 2-4 0,4 0-11 16,-3 1 13-16,0-1-11 0,-1-2 8 0,0-1-12 0,0-1-13 16,-1 3-30-16,-1-5-6 0,-2 2 2 0,-2-2-49 0,-1 1-21 15,-1-2-10-15,-2 2-78 0,-3-2-42 0,-2-1 37 0,-2 1-84 16,-1-1 170 0,1-1 24-16</inkml:trace>
  <inkml:trace contextRef="#ctx0" brushRef="#br0" timeOffset="73179.28">15153 7723 990 0,'1'-2'215'0,"1"1"8"16,-1 0-4-16,2 1-79 0,0-2-7 0,0 2-32 0,3-2-35 0,1-2-36 0,1 0 6 16,2-2-16-16,1 1 6 0,2 0-7 15,1-4-10-15,0-2-8 0,1 0 4 0,0-3-5 0,2-3-6 16,-2-1-31-16,2 0-12 0,1-4-110 0,-1 5-77 0,0 4 35 16,3-3-306-16,0 4 299 0,0-4-9 0</inkml:trace>
  <inkml:trace contextRef="#ctx0" brushRef="#br0" timeOffset="73707.59">15998 7059 857 0,'-4'-1'150'0,"0"-1"255"0,-2-1-227 0,1 2-37 0,3 1-37 0,-1 0-55 16,1 0 9-1,0 1-27-15,1 2-1 0,1-1 1 0,-1 1-7 0,0 2 0 16,1 0 13-16,0 3-14 0,0 2 25 16,0 1-3-16,1 3-7 0,1 6-2 0,1-4 4 0,0 3-8 15,-1 1 13-15,2-1-8 0,-1-1-7 0,2 2-21 0,-1-1 10 16,0 1-15-16,1 1 12 0,-2-1-6 0,1-2-7 0,-1 0 0 15,-1-4 3-15,2-3-3 0,0 1 5 0,-2-1-1 16,2-1-6-16,-2 2-2 0,0-4 4 0,-1-2-5 0,-1 2 6 16,0-2 0-16,0-2-1 0,0 2-3 0,-1-3 4 0,0-1-4 15,0 0 6-15,0-1-3 0,-1 0-6 0,1-1-8 0,-2-1 8 16,2-2-7-16,-2 0 10 0,-1-1-1 0,0-3-7 0,-2-2-14 0,1-2 14 16,-2-2-11-16,-1 2 17 0,1-4 1 0,0 3-6 0,-4 0-2 15,2-1 9-15,-1 1-5 0,0 3 10 0,0-2 0 0,0 2-5 16,0 3-7-16,1 2 7 0,0 2-7 0,2 0 11 0,0 2-2 0,2 0-1 15,-1 3-12-15,2-1 9 0,-2 1-7 0,2 2 17 0,-1-1-3 16,0 2-5-16,0 1-14 0,1 0 15 0,-1 2-10 0,2 0 19 16,-1 2-3-16,1-1-8 0,1 0-3 0,1 2 2 0,1-1 0 0,0 2 6 15,0-3 2-15,1 0-4 0,2 1-10 0,0-2 10 0,3 1-9 16,0-2 8-16,0 0 1 0,2 0-6 0,1-1 0 0,0-1 5 16,1 0-3-16,3-3 2 0,1-3 1 0,4 0-2 0,1-3-57 15,2 0 1-15,0-5-21 0,2 0-38 0,2-2-28 0,2-2-22 0,2 0-159 16,1-1-6-16,-7-1-29 0,0 1 174 0</inkml:trace>
  <inkml:trace contextRef="#ctx0" brushRef="#br0" timeOffset="73929.33">16280 7262 540 0,'-6'0'105'15,"-2"0"132"-15,1 3-81 0,0 3-21 0,-1-1-32 0,-2 4-33 16,2 2 15-16,1-1-34 0,0 5 4 0,3-4-8 0,3-1-10 16,1-1 1-16,1-4 17 0,4 1-15 0,3-3 24 15,0 1-8-15,2-3-17 0,1 2-8 0,0-3 19 16,0 0-22-16,2-3 29 0,-2 2-6 0,0-4-11 0,-1 1-13 15,-2-2 13-15,-1 2-18 0,-3-2 42 0,-2 2-6 0,-1-1-2 0,-1-2-11 16,-3 1-2-16,0-2-8 0,-2 0-13 0,-1-1-6 16,-2 2-4-16,-2-2-14 0,0 2 5 0,-1 1-6 0,-1-2 8 15,2 5-15-15,1-1-11 0,-1 1-43 0,2 1-13 0,0-1 0 0,1 2-66 16,1 1-38-16,1 0-26 0,2 0-201 0,2 0-77 0,8 1-32 16</inkml:trace>
  <inkml:trace contextRef="#ctx0" brushRef="#br0" timeOffset="74355.94">16524 6894 1826 0,'-2'-1'-144'0,"0"1"306"0,2-1-46 0,-2 2-42 15,2 2-61-15,3 3 6 0,-1 0-17 0,2 5 19 0,2-1-9 16,0 1-9-16,1 2-14 0,0 0 12 0,-1-2-10 0,1 6 23 16,-2-3-3-16,1 2-6 0,2 1-6 0,-2-5 13 0,2 1-11 15,0 0 28-15,-1-2-4 0,-2 3-9 0,3 2-11 0,-3-2 3 16,-1-4-7-16,0 0 7 0,-3-3-2 0,-2-1-3 0,-2-1-13 16,0 0 12-16,-1-1-10 0,4-1 30 0,-2-1-6 0,1-1-9 15,-1 1-7-15,3-1 5 0,0 0-5 0,0-1 15 0,-1-1-9 16,-4-2 0-16,-4 0-4 0,-1-3-2 0,0 1 4 0,-1 0-1 15,1-1 1-15,0 2-2 0,0 0-7 0,1 2 6 0,-1 0-5 16,2 1 9-16,1 1-1 0,1 1-4 16,2 1-4-16,0 0 4 0,0 1-4 0,0 1 5 0,1-1 0 0,-1 4-3 0,1 0-4 0,1 2 8 15,-1 2-4-15,1 0 4 0,0-2 2 0,-1 1-5 0,2-1-14 16,0 2 16-16,3-4-10 16,0 1 22-16,0 0 0 0,3-1-10 0,1 0-19 0,1-2 16 15,1 0-14-15,2-1 30 0,-1-2-8 0,2 1-5 0,2-3-6 0,2 0 0 0,1-3 0 0,-5-1-9 0,0 1-16 16,2-2-14-16,1-4-55 15,9 1-29-15,1 0-4 0,-2 1-163 0,0 0-20 0,-4-1-43 0</inkml:trace>
  <inkml:trace contextRef="#ctx0" brushRef="#br0" timeOffset="74922.75">16910 6994 460 0,'-6'-1'99'15,"-2"0"218"-15,-1 2-228 0,0 3-13 0,0-1-17 0,-2 5-11 0,-1 2-3 16,2 2-6-16,0 2-4 0,1-1-7 0,1 0-9 0,0 2-24 15,4 0 23-15,-2 3-24 0,2 0 30 0,0-2 0 16,2-6-12-16,1 0 8 16,1-2 13-16,2-1-11 0,3 1 33 0,-1-4-3 15,1-2-8-15,2 1-10 0,-1-2 6 0,3-1-15 0,1 0 3 0,-1-4 2 0,1 1-4 0,3-2-14 0,-3-2 16 16,0 1-20-16,0-2 24 16,-2 2-1-16,-1-1-10 0,-1-2-11 0,0-1 18 0,-1 1-20 0,0 1 19 0,-1 1-8 15,-1 4-10-15,1-2 3 0,0 4 4 16,-1-1-2-16,2 2 15 0,-1 0-4 0,2 2-3 0,-1 2-23 0,3 2 15 15,0 3-13-15,1 4 34 0,0 0-4 16,1-2-4-16,2 3-15 0,1-1 17 0,-1 1-15 0,1-1 9 0,-6-2-5 0,2 2-11 16,-2-3-11-16,0-1 8 0,0-1-6 0,-2 1 15 0,-1 1-2 0,-3 0-6 0,-1 1-6 15,-5 0 8-15,-3 1-7 0,-1-1 11 0,0 0-4 0,-2-2-6 0,-1 1-1 16,-2 0 2-16,0 0 0 0,-1 0 7 0,2-2-1 0,-1 0-3 16,2 0-9-1,1-2-3-15,-1-2-1 0,3 0 4 0,2-3-1 0,2-1 5 0,3-3-9 0,0-1 8 0,2-1-7 0,0-2 9 0,3-2 0 16,1-3-1-16,2-1-6 15,2-1 5-15,1-1-4 0,0 0 7 16,1-3-1-16,1 1-3 0,0 0-11 0,2 1 14 0,1-1-7 0,2 0 19 16,-1 1-3-16,0-2-9 0,1-1-15 0,-1-3 16 0,-1-2-12 0,0 1 19 0,-3-1-2 0,-8 3-6 0,0 2-12 0,-3 1 11 31,0 0-8-31,2 2 22 0,-1 0-6 0,-1 3-7 0,0-1-7 16,-1 2 7-16,-1 3-4 0,-2 2 13 0,1 0-2 0,-2 5-6 0,5 2-5 15,-1 0 3-15,0 4-3 0,-1 1 6 0,-6 0 0 0,0 1-2 16,-1 2-13-16,0 1 12 0,2 0-10 0,2 1 28 0,2-1-4 15,1 0-5-15,2 1-7 0,0-1 19 0,3 0-13 0,1 1 19 16,3 1-5-16,1-6-14 0,1 1-18 0,0-2 17 0,1-2-14 16,0 4 23-16,-3-3-3 0,-2 0-12 0,4-3-16 0,0 0 8 0,6-1-12 15,2-3-28-15,0 1-15 0,0-4-24 0,3 0-100 0,-4 2-52 16,0-1-11-16,0 2-230 0,1-3 272 0,1-3-15 0</inkml:trace>
  <inkml:trace contextRef="#ctx0" brushRef="#br0" timeOffset="75589.6">17779 6664 918 0,'-4'-9'217'0,"1"0"71"0,-1 2-153 0,1 0 10 0,0 4-35 0,0-1-35 0,1 1-46 0,0 3 10 0,0 0-23 0,-2 0 13 0,1 2-5 0,-1 2-7 0,-1 2-3 15,-2 2 8-15,0 2-7 0,1 2 24 0,-1-1 0 16,3 0-5-16,0 3-12 0,2-3 26 0,-1-1-28 0,1 3 32 16,2-1-11-16,0-2-18 0,0 1-13 0,0-2 11 0,2 3-14 0,1-2 12 15,0-1-4-15,-1-1-10 0,4 0-13 0,-2-1 14 0,1 0-14 16,2-1 26-16,-1-1-9 0,2-1-8 0,0 1-7 16,-1-4 9-16,1 1-5 0,2-2 12 0,-1-2-2 15,2 1-9-15,0-4-16 0,2 1 7 0,1-4-11 0,3 2-9 0,0-2-3 16,1-1-9-16,0-1-27 0,0-1-12 0,-1-1-3 0,0-1-44 0,-2 2-7 15,0-1-8-15,-2-2 2 0,0 1 28 0,-3-2-5 0,-1 1 96 0,-1 0 9 16,-4 2 6-16,-1-2 17 0,0 3 26 0,-3 0-8 0,-3 5 72 16,0 4-10-16,-1-2-4 0,-2 4-37 0,-1 0 9 0,1 4-16 15,-1-1 12-15,-1 4-1 0,0 2-4 0,-1 1-20 0,0 1 7 16,1 1-12-16,2-2 8 0,-1-1-9 0,2 0-6 0,1-1-17 0,2-2 10 16,0-1-8-16,2-1 21 0,2-1-7 15,0-1-5-15,1 0-4 0,3-1 8 0,1-1-4 0,-1 0 5 0,2-1 1 16,1 1-8-16,0-3 4 0,-1 1 13 0,0-2-9 0,1 1 13 0,-1 1 0 0,-1-1-5 15,0 0-13-15,-2 2 13 0,-2 0-14 0,-1 0 16 0,-1-1-4 16,1 2-6-16,-2 0-4 0,0 0 6 0,0 0-4 0,0 2 3 0,0-1-3 16,0 1-5-16,0 0-6 0,0 0 10 0,0 0-8 0,0 0 12 15,0-1-5-15,1 1-6 0,2 0-7 0,-1 0 0 0,2-1 0 16,-1 0 6-16,2 0 0 0,0 1-3 0,1-2-3 16,1 0 2-16,-2-2-3 0,1 1 3 0,-1 1-3 0,-1-1-2 0,0 0-32 0,0-1-1 15,-1 2-6-15,0-1-13 0,2 0 0 0,-2-1-5 0,2 2-43 16,-5-1-16-16,0-1-12 0,0-1-155 0,0 0-44 0,5 3-60 0</inkml:trace>
  <inkml:trace contextRef="#ctx0" brushRef="#br0" timeOffset="75874.89">18396 6445 1320 0,'-7'-4'213'0,"2"3"70"0,-1-1-148 0,-1 2 18 0,3 0-33 0,-1 2-36 0,1 2-40 0,0-1 9 0,1 3-22 0,0 0 5 0,-2 2-5 0,2 1-11 0,-1 2-15 0,0 2 17 16,1 0-18-1,-1 2 20-15,1-1-4 0,1 2-11 0,-1-5-16 0,1 1 13 0,1-3-14 0,0-1 17 0,1 1-2 0,0 0-7 0,2 0-16 16,0-2-3-16,1 0-3 0,1-3-28 15,-1 1-23-15,2-2-9 0,1 0-84 0,-2-3-72 0,3 1 41 0,0-1-283 16,3 0 282-16,2 2-4 0</inkml:trace>
  <inkml:trace contextRef="#ctx0" brushRef="#br0" timeOffset="76129.23">18709 6310 797 0,'-22'-2'353'0,"7"2"-191"0,-1 2 219 16,1 1-253-16,0 2 8 0,7 0-52 0,-2 2-41 0,5-2-11 15,0 0-21-15,-3 3-11 0,4-2 5 0,0 0-6 0,2 2 1 16,2-2 2-16,0 3-1 0,5 0-4 0,0-1 8 16,3 1-8-16,2 1 25 0,0 0 6 0,-4-1 3 0,1 3-8 15,-1 0 16-15,1-1-19 0,7 3 18 0,-3-1-10 0,0 0-15 16,-1 3-19-16,-3-3 16 0,-3 3-17 0,-1-6 31 0,-3-1-7 15,-4-2-7-15,-4 0-20 0,1 3 9 0,-4-1-13 0,-1 1-21 16,0-3-36-16,2-1-22 0,-3 0-207 0,7 0-72 0,0 1-13 16,3 2 56-16</inkml:trace>
  <inkml:trace contextRef="#ctx0" brushRef="#br0" timeOffset="77392.78">10165 9226 1220 0,'7'-12'-195'0,"0"6"350"0,-3-3-32 0,0 1-63 0,8-4-6 0,0 2 12 0,8-4-19 0,6-1 15 0,0-1-4 0,2 0-15 0,3-3-7 0,2 1 31 16,2-2-31-16,6 0 51 0,0 5-8 0,-1-2-16 0,4-1-25 15,-6 4 18-15,-2-3-28 0,-2 1 16 0,-6 4-14 0,0 1-19 16,-1-1-10-16,-1 4 9 0,-5 2-9 0,-3 0 10 15,-6 0-2-15,-4 3-5 0,-1-1-10 16,-5 1 6-16,-2 2-9 0,-1 0 17 0,-5-1-2 16,-2 2-5-16,-4 2 1 0,-1 0 0 0,-3 3-1 0,-5 3 2 0,-1 0-2 0,-1 2-1 0,-3 3-8 15,1 0 11-15,3-1-7 0,-2 5 14 0,-1 0-2 0,-2 1-5 0,-4 2-14 16,-3-3 11 0,1-1-8-16,-2 4 24 0,1-3-4 0,3 3-8 0,0 0-9 0,2-2 5 0,1-1-5 0,0-2 10 0,1-2-1 15,3-2 1-15,2 1-13 16,3-3 9-16,7-1-7 0,3-2 16 0,2-2 0 0,2 0-4 0,-1-3-11 15,2-1 16-15,4 0-12 0,1-3 16 0,5 0-2 0,3-4-11 0,1-1 0 0,-1-2 4 16,2-1-3-16,3-1 2 16,3-1-2-16,7 1-3 0,4-6-8 0,0 2 10 0,2 0-6 0,-1-1 11 0,2 0-3 15,3 1-7-15,3 0-9 0,2 4 13 0,2 1-7 0,-2 1 19 0,-1 0-3 16,-3 0-9-16,-3-5-14 0,-1 4 16 16,-3 1-12-16,-1-1 22 0,0 5-4 0,-3-2-12 0,-4 2 3 15,-2 2 1-15,-5 0 0 0,-4 2 1 0,-3 0 2 0,-5 2 1 0,-1 0-2 16,-3 0 6-16,-3 4-5 0,-2 0 8 0,-2 1-1 0,-4 2-3 15,-1 0-17-15,-2 4 14 0,-2 0-13 0,-4 2 18 0,0 1-3 0,-3 3-8 0,-2-3-10 16,1 1 13-16,-1 2-8 0,-4-1 18 0,1 6-4 16,-7 0-8-16,-3 0-5 0,0-1 0 0,-1 2-3 0,4-3-3 0,3-2-1 0,3 0-2 0,0-2 6 15,3-2 0 1,2 2 2-16,6-5 7 0,3-1-2 0,7-1 1 0,2-1-5 0,2-2 1 0,2 1-1 16,0-5 5-16,4 0-4 0,1-2-3 0,4 0-13 0,4-3 10 0,2-3-6 0,-2-2 17 15,3-1 3-15,4-4-5 0,5-3-4 16,7-1 6-16,4-3-5 0,2 0 9 0,-1-1-2 0,2-1-3 15,4-3-7-15,3 0 9 0,1-1-5 0,2 1 7 0,-3 2-1 16,-1 1-4-16,-5 3-4 0,-3-1 3 0,0 4-1 0,-5 2 10 16,0 0-5-16,-4 1-2 0,-6 1-3 0,-4 3 6 0,-6 4-2 0,-2 0 22 15,-5 3 3-15,-2 2 3 0,-6 0-9 0,-3 0 3 16,-3 2-5-16,-5 3 0 0,-3 3-5 0,-3 2-7 0,-3 2-12 0,-2 3 7 16,0 2-6-16,-2 2 16 0,-2 1-5 0,-2-3-4 0,-7 3-5 0,0 2 2 15,0 0-2-15,3 5-3 0,2-3 3 0,3-1-5 0,0 0-15 16,1-1 18-16,4-3-17 0,4 0 18 0,8-1-1 0,1-1-8 0,3-3-8 15,2 0 11-15,0-4-9 0,4-1 19 16,5-3-2-16,3-3-2 0,1-3-24 0,4 0 17 0,3 0-14 0,6-5 32 16,1-1-3-16,5-3-7 0,-4-3-7 0,4-2 9 0,2-2-7 15,3-1 16-15,5-1-2 0,1-1-6 0,1 0 0 0,-1-1 0 0,2-1 0 16,2-1-1-16,-2 1 1 0,1 0-1 0,0-1 4 16,-3 1 11-16,-2 2-7 0,-2 5 7 0,-4 3-2 0,-9 3-2 0,-5 2-17 15,-3 0 14-15,-6 3-10 0,0 3 40 0,-2 0 0 0,-6 3 0 0,-2 5-25 16,-6 1 4-16,-4 0-9 0,-4 3 2 0,-5-1-3 15,-1 4-4-15,-4 5-12 0,-1-2 12 0,-1 1-9 0,2-1 22 16,1 0-9-16,2-3-6 0,-3 2-37 0,-1-2 15 0,2 0-16 0,2-1 11 16,5 1-4-16,7-4-15 0,2 3-28 0,3-2-26 0,4-1-2 15,-2-1-151-15,7-1-47 0,0 0-51 0</inkml:trace>
  <inkml:trace contextRef="#ctx0" brushRef="#br0" timeOffset="105839.72">13824 11247 243 0,'-19'-5'7'0,"-1"0"-8"0,-1 2-5 0,0 1 27 0,1-1-20 0,5 3 22 0,3-1 1 0,3 1-19 0,3-1-10 0,0 1 35 0,3 0-29 0,2-3 46 0,1 2-10 15,0-1-12-15,1 0-23 0,1 1 1 0,1-3-3 0,1 1 6 0,0 1 0 16,2-2-6-16,-2 0-12 0,2 1 25 0,-2 1-18 0,2-1 32 16,-3 1-2-16,2 0-14 0,-2 1 2 0,1 0-1 0,-3 0 2 15,0 1 11-15,0-2 4 0,-1 2 2 0,0 0-8 0,0 0 18 16,0 0-17-16,0 0 6 0,0 0-10 0,0 0-10 0,2 0-7 15,1 2-8-15,0-1 7 0,1 0 6 0,3 0 0 0,1 2 1 0,2 0-4 16,0-1 12-16,1-1-11 0,3 3 6 0,-2-1-4 0,2-1-5 0,0 0-8 16,2 0 10-16,1 1-5 0,1-1 32 0,1 0-8 15,1-2-12-15,1 2-13 0,2-1 8 0,-1 1-8 0,2-1 11 0,0 0-3 16,-2 1-3-16,5 0 11 0,1 1-9 0,-1-1 12 0,-7 0 2 16,-3-1 2-16,1 1 1 0,4 1-24 0,8-1 20 0,0 1-20 0,-1 1 18 15,-3-2-4-15,1 2-9 0,1-1 6 0,1-1-9 0,0 1 9 16,2 1-4-16,-2-2-1 0,0 1 1 0,4 1-14 15,-1 0 18-15,2-3-15 0,-6 3 16 0,1-2-2 0,3 0-9 0,1 0 7 0,8 1-1 16,-2-1 3-16,-1 0 5 0,0-2-5 0,2 1-6 0,2-1-15 16,3 0 17-16,1 0-14 0,0 0 24 0,-3-1-11 0,1-3-9 0,4-1-5 15,-2-1 7-15,4-1 0 0,-3-1 17 0,-3-1-1 0,2 0-9 16,2-2-20-16,-1-1 24 0,-5 1-21 0,-1 0 27 0,-2 0-6 16,1-1-11-16,4 2 5 0,-6 0-10 0,-1 0 10 15,-2 2-1-15,-3 0 4 0,1 2 5 0,-1-1-3 16,2 0 18-16,1-1-13 0,1 2 29 0,-6 1-7 0,3-3-4 0,4 1-13 15,1 2 1-15,8-2-2 0,-1 2 6 0,-2-1-7 0,-2 3-8 0,5 0-10 16,0 0 7-16,2 0-7 0,3-1 6 0,-5 0-1 0,2-1-2 0,-1-2-2 16,1 1-2-16,0-2 2 0,-3 1 9 0,-3-2 0 0,1 1-4 15,1-2-11-15,0 0 8 0,1-3-9 0,-7 1 5 16,0-1-4-16,-1-2-1 0,0-2-17 0,0-3 17 0,-3 1-10 0,-5-1 26 0,-3 3-2 16,-1 0-14-16,-3-2-7 0,-3 1 22 0,-2 0-16 0,-2 0 25 15,-4 4-6-15,-1 0-9 0,-2 2 23 0,-1 1-9 0,-3 0 15 16,-1 3-12-16,-3-1 2 0,0 2 1 0,0-1-19 15,-3 0 16-15,-1 1-17 0,-2 1 9 0,0 1-4 0,-2-3-5 0,1 2-13 0,-4-1 6 16,-1-1-6-16,-1 3 9 0,-3 0 1 0,-1-1-7 0,-3-2-16 16,-4 2 15-16,-2-2-14 0,-3 0 14 0,-2-1-9 0,-8-1-10 0,-3 0-12 15,-4-2-5-15,0 1 5 0,0 1 6 0,-2-2 8 0,-3 4 2 16,-7-1-10-16,-3 2 23 0,-5-2-19 0,-2-3 32 0,3 1-1 16,-1-2-4-16,-1 1-5 0,-2 0 8 0,-5 0-4 0,-3 2 23 15,0 2 2-15,2 1-4 0,-4-1-14 0,4 1 25 16,-1 0-21-16,-4 2 36 0,4 0-8 0,2-2-9 0,-3 1-3 15,4-1 1-15,1 1 0 0,2 2-4 0,-5 0 0 0,2 3-5 16,-2 1-13-16,-1 0 14 0,4 1-15 0,-1 4 4 0,1 0 1 16,-3 3-3-16,-3 1-11 0,2 0 11 0,-1 0-9 0,5 3 18 15,4 0-3-15,0 0-7 0,-4 3-15 0,1-1 15 0,3 2-12 0,0 2 19 0,10-4-7 16,1 1-10-16,-1 0 5 0,3 1-8 0,0-1 10 0,1 2-2 0,3 2-1 16,3-1-1-16,0 1-22 0,5-1 23 0,0 0-20 0,1 1 26 15,5-1-8-15,1 0-9 0,-1 2-8 0,0 1 9 0,-2-1 0 16,-1 5 23-16,4-3 1 0,0 1-9 0,8 0-15 0,1-2 25 0,2 2-21 15,1-1 21-15,2-1-4 0,4-1-10 0,1-1-9 0,6-2 11 16,2-4-5-16,3 2 25 0,4-3-6 0,2 4-10 0,2 0-10 0,4-1 15 16,2 0-12-16,3 0 17 0,4-1-3 0,2-2-8 0,6 2 5 15,3-2-3-15,3 0 5 0,-2-1-2 0,4-2 3 0,5-1-2 0,5-1-14 16,6 1 22-16,1-2-20 0,-2 0 18 0,1-1-5 16,3 1-9-16,8-1-7 15,1 0 5-15,0-1-4 0,4 1-2 0,-6-3-9 0,5 0-11 0,5 2-54 16,3-1 19-16,3 0-30 0,-1 1-37 0,1-1-16 0,-2-1-35 15</inkml:trace>
  <inkml:trace contextRef="#ctx0" brushRef="#br0" timeOffset="128274">16235 11315 426 0,'-2'-3'74'0,"1"2"-62"0,1 0 10 0,1 1-40 0,1 0 35 0,2 1-1 0,0-1-10 0,2 0-8 0,0 0 31 0,0 0-23 0,0 0 34 16,1-1-13-16,-2 1-22 0,3-2-9 0,0 2 13 0,0 0-8 15,-3 0 26-15,1 0-5 0,0 0-13 0,-1 0-20 0,1 0 29 16,-1 0-23-16,0 0 39 0,-1 0-2 0,1 0-12 0,1 0-6 16,-1 2 20-16,2-2-13 0,1 1 39 0,1 0-5 0,0 1-11 0,2-2-28 15,2 1 22-15,1-1-23 0,1 1 21 0,-1-1-10 0,1 1-13 16,3-1 5-16,1 2-9 0,2-2 10 0,2 1-4 0,-1-1-2 15,3 0 0-15,-2 1-23 0,-5-1 19 0,0 0-17 0,0-1 25 0,0 0-10 16,7-1-9-16,0 1-8 0,-2-1 10 0,-1-1-4 0,-2 0 16 16,-1 2 0-16,-1 0-10 0,2-2-14 0,-1 2 20 0,1 0-17 15,-1 0 20-15,-1 1-3 0,-2-2-8 0,0 1-1 16,-3 0-4-16,1-2 5 0,-2 1 2 0,-1 2 2 0,-1-3 0 0,-1 0-8 16,0 2 10-16,-2-1-11 0,-1 0 8 0,-2 1 1 0,1-2-4 0,-1 2-10 15,1 0 10-15,-2 1-7 0,0-1 17 0,0 1 1 0,-3 0-8 0,1 0-14 16,-1 0 18-16,0 0-18 0,1 0 18 0,-1 1 0 15,0 1-2-15,0 1 7 0,0 0-6 0,-1 0 5 0,0 3 1 0,0-3-4 16,-2 3 1-16,1 2-16 0,0 0 15 0,0 1-11 0,0 1 27 16,0 1 0-16,0-1-5 0,1 3-15 0,0-2 1 0,-1 1-2 15,0 2 13-15,1-1-5 0,1-1-1 0,0 0-26 0,0-1 24 0,0 0-19 16,0 1 31-16,0 3-6 0,1 1-13 0,1 1-6 0,-2-1 11 16,1 1-7-16,1 0 9 0,-1 1 0 0,1 0-10 0,3 0-13 15,-2-1 21-15,2 1-16 0,-1 3 23 0,1-1-3 0,-1 3-8 0,1 0-5 16,-2 1 3-16,1 0-1 15,-1 0 2-15,0 0 4 0,-1 2-8 0,1 0-16 0,-1-3 26 16,0 1-20-16,0 2 29 0,-1-2-5 0,1 4-11 0,-1-1-16 16,0-1 15-16,0-2-10 0,-1-1 29 0,1 0-3 0,-1 0-10 0,0 3-14 15,-1 1 10-15,0 3-9 0,0 4 11 0,1 1-3 0,0 1-7 16,-1 1 12-16,1-2-7 0,-2-2 9 0,2 1-7 0,0-2 0 0,0 1 1 0,2 0-7 0,0 0 7 16,0 3-7-16,-1 0 7 0,2 0-3 0,1 0-3 0,-4 3-18 0,1 2 13 15,0-2-7-15,1 2 26 0,4-4-7 0,0-2-9 16,0 0-12-16,-1-3 12 0,0-1-8 0,0 0 15 0,-1-2-4 0,1 1-7 15,1 0-4-15,-1 0 12 16,-1-1-5-16,-1 0 24 0,-1 0-4 0,0 0-10 0,-1-2-4 16,-1 0 8-16,0-3-6 0,0 1 5 0,0-2-3 0,0-3-2 0,0 0-15 15,-2-3 16-15,1-1-10 0,-1 0 28 0,0-3-3 0,1 0-11 16,-2-1-3-16,2 2 7 0,-2-2-7 0,1 0 3 0,0 0-3 0,1-2-3 0,-1-1-1 0,1 0 2 16,0 0 1-16,-1-3 11 0,0-1-3 0,-1-1-3 0,1 0-7 15,0-2 6-15,-3 2-5 0,1-1 7 0,0-1 0 0,0 0-2 0,-1 0-8 16,1 0 5-1,-2-2-4-15,-1 0 8 0,2 0 3 0,3-3-4 0,-3 2-22 0,2-2 27 16,-2-1-23-16,-6 0 32 0,0 1-6 0,-2-3-13 0,0 3-10 16,-2-1 13-16,0 0-8 0,-2-1 22 0,0 2-3 0,-1-1-13 0,0 1-16 15,-2 0 21-15,-2-1-17 0,0 2 28 0,-3 0-9 16,2 1-10-16,-2 0-10 0,-2 0 8 0,1-1-3 0,-4 1 17 0,-2 1 2 0,0-1-6 0,-2 1-17 0,7 0 18 0,-1 0-18 16,0 0 18-1,1 0-3-15,-2 0-4 0,0 1-14 0,1 0 12 0,0 1-10 0,-1-1 18 0,5 0-2 0,-1 0-7 0,3 1-14 16,-1-2 15-16,2 1-13 0,-1 1 10 0,0 0 0 0,2-1-6 0,0 0-7 15,2 1 7-15,2-2-4 0,2 2 13 16,3-1-7-16,7 2-9 0,-1 0-29 0,2-3 18 16,1 2-18-16,-4-1 9 0,3 1-9 0,-1-2-14 15,3 1-28-15,0-1-20 0,1 0-1 0,2 0-101 0,3 0 5 0,4-1-15 0</inkml:trace>
  <inkml:trace contextRef="#ctx0" brushRef="#br0" timeOffset="135406.89">2263 11872 283 0,'-7'-3'30'0,"1"1"22"0,3 0-9 0,0 1 0 0,0 1-5 0,1-1-8 0,1 1-4 0,0 0-8 0,1 0-3 0,0 0 8 0,0 0-5 0,0 0-3 0,0 0-1 0,0 0-14 0,0 2-19 15,0-2 28-15,0 3-23 0,0 2 29 0,0-2-4 0,1 2-9 0,-1 1-14 16,1 1 9-16,0 2-5 0,0-1 18 0,1 1 1 0,-1 0-12 0,1-1-18 0,0 0 28 16,-1 1-24-16,0 0 28 0,0 2-4 0,2 2-10 15,-1 0 0-15,-1 0-8 0,1-4 9 0,-1 0 2 0,1-2 3 0,0-2 0 16,0 0-22-16,1 1 25 0,0-3-22 0,0 1 33 15,-1 0-11-15,2-3-10 0,-1 3-9 0,2-1 5 0,-2-1-1 0,1 1 18 0,1-1 2 16,-2 1-7-16,3 0-11 0,-2-1 12 0,2 2-12 0,0-1 12 0,0-1-4 16,1 1-5-16,1 1-5 0,-1-3 7 0,-1 1-1 0,1 1 12 15,-1-1-1-15,2 1-10 0,-2 1-2 0,2-2 11 0,0 0-9 16,1 2 4-16,-1-3-2 0,1 1-4 0,1-2 2 0,0 2 1 0,1-2 4 16,1 0 8-16,0-2-1 0,1 1-3 0,1-1-21 0,-1-1 29 15,0 0-24-15,1 0 28 0,0 0-9 0,-1 0-14 0,1 2-12 16,0-1 9-16,0-1-3 0,-2 1 28 0,2 0-2 0,-2 0-9 0,0-1-14 15,1 1 13-15,-2 0-14 0,0 0 9 16,2-1-1-16,-2 1-3 0,1 0-13 0,-1 1 17 16,-1 0-9-16,1-1 31 0,-2 2-4 0,-1 0-8 0,4 0-33 0,-1 3 29 0,1 0-25 0,2-2 40 0,-2 3-7 15,0 0-17-15,1-1 3 0,0 3-7 0,1-5 6 0,2 3 0 16,-1-3-2 0,3 0 3-16,1-1-21 0,2-1 28 0,1-3-20 0,0 2 44 0,0-2-4 0,0 0-11 15,1 0-7-15,-1-1-5 0,-1 2 1 0,0-1-2 0,-2 1 0 0,-1 1-1 0,-1-1-6 16,-1 0 6-16,-7 0-6 0,0 1 4 0,-1-1-3 0,-1 1-3 0,5 0-8 15,0 1 6-15,0 0-1 0,3 1 19 0,-3-1-4 0,0 1-7 0,-1 0-16 16,0 1 22-16,0 0-18 0,-1 0 22 16,0 2-6-16,0 1-13 0,1-2 3 0,1 1 3 0,1 0 2 15,2-1 9-15,-1 1-2 0,2-2-7 0,2 1-5 0,0 1 9 0,1-3-10 0,1 0 5 16,-2 0 0-16,0-1 1 0,0-2-19 0,0 1 18 0,-2-2-14 16,-2-1 35-16,-1 1-3 0,-2-1-14 0,-1 1-22 0,0-1 26 15,-3 2-23 1,-1-1 33-16,-4 2-7 0,0 1-11 0,-1 1-6 0,-1-2 5 0,0 2-1 15,1 0 23-15,-1-1-1 0,0 1-4 0,0 0-7 0,0 0 4 0,0-1-6 16,0 1-1-16,0-2-3 0,0 2-2 0,0 0-2 16,0 0-3-16,0 0 2 0,0 0-11 0,0 0 0 0,0 0-7 0,0 0-46 15,0 0 28-15,0 0-34 0,0 0-10 0,-2-2-8 0,4 2-27 0,2 0-66 16,2-1 109-16</inkml:trace>
  <inkml:trace contextRef="#ctx0" brushRef="#br0" timeOffset="138957.82">14672 2690 216 0,'-4'2'395'0,"0"-2"-183"0,2 2 258 0,1-2-264 0,0 1-90 0,1 0-30 0,-1 1-29 0,1-1-4 0,0 0-8 0,2 0 8 0,0 1 7 0,1 0-9 0,-1 2 16 16,1-3-2-16,1 2-8 0,0 1-15 0,1 0 33 0,0-1-35 15,3 1 50-15,0 0-13 0,2 1-22 0,0 2-28 16,1-1 14-16,1 0-24 0,-1 3 17 0,0-1-9 0,0-1-12 16,0 0-7-16,1 0 9 0,-1 2-9 0,2 0 4 0,1-1-1 15,-1 1-7-15,2 2-3 0,0-4 8 0,-2 0-7 0,3-2 6 16,-2 3 1-16,2-3-6 0,1 0-3 0,-1 1 1 0,-2-1-6 16,0 0-15-16,-1 2-11 0,1-2-13 0,1 1-97 0,0 0 37 15,2-1-48-15,-1-2-26 0,-1 0-57 0,0 0-74 0,-2-3-209 16,3 0 298-16</inkml:trace>
  <inkml:trace contextRef="#ctx0" brushRef="#br0" timeOffset="139243.5">15309 2503 1173 0,'-18'-3'343'0,"7"0"-225"15,2-1 129-15,-1 1-119 0,2 1 13 16,1 0-46-16,2 2-12 0,2 0-18 0,1 0-26 0,1 4-35 0,0 0 16 0,0 4-23 15,0 3 32-15,-1 5 4 0,2 2-5 0,-1 7 3 16,0-1 19-16,0 6-19 0,0 4 23 0,0-2-4 16,-1 4-14-16,-1 7-12 0,0-2 6 0,-2 5-13 0,0 1 0 0,0-3-1 15,3-2-5-15,1 5-12 0,1-3 13 0,-1 2-13 0,-1 4 20 16,-3-4-3-16,2-3-10 0,-3-2-7 0,2-6 6 0,0-2-7 16,1 2 8-16,0-5 2 0,0 0-5 0,0 1-13 15,2-6 10-15,-1 0-11 0,0-4 2 0,1-3-8 0,1 0-15 16,0-3-35-16,0 0 9 0,1-4-16 0,2-1-16 0,-1-6-16 0,0 0-20 15,3-1-156-15,-3-3-51 0,3 0-37 16,7 2 35-16</inkml:trace>
  <inkml:trace contextRef="#ctx0" brushRef="#br0" timeOffset="139676.47">15599 3139 1062 0,'-24'4'-585'0,"15"1"1092"0,2-2-133 0,1-1-199 0,1 1-45 0,3-2-2 0,1 0-26 0,1-1-35 0,1 0-8 0,1 2-15 0,5-2-3 0,0 0 9 0,1-2-13 0,1 1 16 0,1-1-6 16,1-3-10-16,3 2-12 0,0-2 16 0,-1 2-19 0,-2-2 18 15,-3 1-13 1,1-2-14-16,4 1-16 0,5 0 14 0,1 0-14 0,1-1 19 0,0-1-4 0,-1 2-12 0,0-3-3 15,-1 2 8 1,-1-1-7-16,1 1 9 0,-4 1 0 0,-1 1-7 0,3-1-17 16,-3 1 2-16,1-1-9 0,-1 2-15 0,-4-1-21 0,-2 2-8 15,0 0-99-15,-4 2-41 0,-1 0 8 0,0-1-150 0,-1 0-47 16,2 1-33-16</inkml:trace>
  <inkml:trace contextRef="#ctx0" brushRef="#br0" timeOffset="139857.35">15646 3388 942 0,'-7'2'448'0,"4"5"-247"0,4-7 290 0,-2 1-344 0,1-1 14 0,1-1-59 0,3-2-12 16,4-2-23-16,-2 0-25 0,3-3-33 0,2 0 10 0,3-1-15 16,8 3 17-1,-1 0-10-15,2-1-9 0,2 0-9 0,-3 0 4 0,0 1-5 0,4-1-10 0,0 1-24 0,0 0-15 0,5-1-88 16,-1-1-72-16,-2 2 34 0,4-2-416 0,-1 7 369 15,-1 1-45-15</inkml:trace>
  <inkml:trace contextRef="#ctx0" brushRef="#br0" timeOffset="141457.92">16687 3810 932 0,'-4'-1'113'0,"2"1"175"0,1-1-166 0,0 1-31 0,1 0-30 0,-1-3-31 0,0 2 20 0,1-1-24 0,-1 0 24 0,-1 1-7 16,1-2-15-16,0-1 18 0,1 0 8 0,-1-1-6 0,0-1 4 0,0-1 0 16,0 1-11-16,-1-2-1 0,0 1 13 15,0-4-19-15,1 0 12 0,-1-1-6 0,1 1-8 0,-2-1-16 0,0 1 17 0,3 1-20 0,-2 1 28 16,1 0-9-16,1-2-11 0,-1 0-10 0,1-4 12 0,-2-1-12 16,2-2 15-16,0 2-6 0,0-2-11 0,0-4-6 15,0 3 10-15,0-1-10 16,0-3 13-16,0 2-5 0,2 0-7 0,0-2-15 0,-1 1 15 0,0 1-11 0,1-2 20 0,1-2-3 0,-1 0-8 15,-1-7-3 1,2 1 4-16,0-4-3 0,0 3 2 0,0 2 4 0,1 1-6 0,1 0-6 0,0 0 8 0,-1 0-6 0,2 1 8 16,3 4 0-16,1 0-1 0,2 4-1 0,0 2 0 15,-2 3 0-15,-3 1-1 0,0 0 0 16,1 2-1-16,1 0-6 0,-1-1 6 0,-1 3-4 0,-1 1 8 0,0 1 0 0,2 2-6 16,-1 0-8-16,-1 0 10 0,1 3-8 0,1 3 11 0,-2 0-3 0,1 3-6 0,0 2-8 15,-1 2 11-15,-1 0-7 0,0 2 18 0,-3 0-2 0,0 1-5 0,-1 3-3 16,-1-3 7-1,0 2-6-15,-2 1 3 0,-2-2 2 0,0 0-6 0,-1 0 1 0,-2 1 5 0,1-2-4 0,0 0 3 0,0-1 3 16,2 0-5-16,-1 0-6 16,3-1 8-16,0-2-8 0,0 0 9 0,2 0-1 0,0-3-4 15,2 4-9-15,1-3 10 0,0-1-7 0,3 0 15 0,0 0-2 0,1-1-6 0,5-1-8 0,-1 2 12 0,2 0-10 32,2-2 18-32,0 1-1 0,0 1-6 0,1-1-5 0,0 2 8 0,-3 1-7 15,1 1 8-15,-2-1-2 0,-1 2-7 0,-2 4-1 0,0-2 3 16,-2-2-1-16,-1 2 2 0,-2 0 1 0,-1 0-3 0,0 1 8 15,-3 2 10-15,0 1-5 0,-3 1 13 0,-1 1-5 0,-4-5-5 0,-1 4-4 16,-2 1 4-16,-2 0-4 0,-1 5 0 0,-2 0 0 0,-1-2-3 16,-1-2-3-16,0 0 9 0,-1-2-8 0,1-2 14 0,0-1-3 15,2-1-6-15,-1-1-12 0,2-1 12 0,3-2-12 0,1 2 12 0,0-6-1 16,4 2-8-16,-1-3-7 0,1-1 7 0,2-1-6 0,2-3 7 16,1-1-11-16,1-3-10 0,1-1-45 0,1-2-3 0,2-3-8 15,4 0-33-15,2-2-13 0,1-2-16 0,4 2-83 0,-2-2-47 16,1 0 2-16,5-1-215 0,3 5 276 0,0 2-16 0</inkml:trace>
  <inkml:trace contextRef="#ctx0" brushRef="#br0" timeOffset="141742.74">17107 3190 823 0,'-10'15'177'0,"2"4"-7"0,1 0 25 0,2 0-93 15,1 4 27-15,3-5-30 0,1-1-39 0,1 1-13 0,3-4 11 0,1 0-15 0,3-1 17 0,2-2-1 0,1-2-10 0,3-1-1 16,-6-2 24-16,2-3-26 0,2-2 38 0,0-1-9 0,8 0-13 16,3-1-42-16,0-2 25 0,-1-2-35 0,-1-1 46 0,-4-3-14 15,0 0-17-15,-3-3-8 0,-3 3 11 0,-3 0-11 0,-2-1 24 16,-2 0 3-16,-3 0-7 0,-2-2-10 0,-3-1 20 0,-1 0-26 0,-4-2 14 16,0 4-9-16,-2-2-16 0,-3 0-6 0,-1 3 2 15,2 2-5-15,-2 4-2 0,1 2-4 0,-2 0-2 0,0 1-22 16,0 1-10-16,2 0-3 0,2 0-51 0,2 0-16 0,2 0-17 0,1 0-143 15,3-2-58-15,1-1-21 0,4-5-275 0,9 2 355 16,7 1-24-16</inkml:trace>
  <inkml:trace contextRef="#ctx0" brushRef="#br0" timeOffset="142136.76">17994 2778 1470 0,'-19'-1'-788'0,"9"5"1421"0,3-3-188 0,1 2-283 0,3 2-73 0,1-1 2 0,2 3-29 0,2 2-25 0,1 1-8 0,3 2-11 16,1 3-19-16,1-1 11 0,-1 1-13 15,1 2 25-15,1-1-6 0,-1-1-8 0,1 4-17 16,-1 1 15-16,0-1-14 0,1 3 24 0,-4-5-2 0,1 1-7 0,-1 0-7 0,-1-5 2 15,-1 1-4-15,1-1-14 0,-3 0-8 0,-1-2-7 0,0 1-66 16,0-2-27-16,-1 0 5 0,-1 1-148 0,-1-8-38 16,1 1-13-16</inkml:trace>
  <inkml:trace contextRef="#ctx0" brushRef="#br0" timeOffset="142310.68">17766 3064 1500 0,'-38'4'-948'0,"24"-3"1695"15,5-2-209-15,1 1-342 0,4-3-54 0,3 0 11 0,1 0-42 16,3-5-28 0,5 0-18-16,3-1-24 0,5-2-24 0,2 1 8 0,2-2-16 0,5-1 3 15,2 0-5-15,3 3-7 0,7-3-6 0,4 3 8 16,0 0-7-16,9 1-3 0,-5 3-28 0,-1-1-17 0,3-1-87 0,-6 1-57 0,2 0 26 0,4-2-292 16,5 3 280-16,-4 5-26 0</inkml:trace>
  <inkml:trace contextRef="#ctx0" brushRef="#br0" timeOffset="143832.72">18742 3658 1000 0,'-2'0'197'0,"-2"0"-18"0,3-2 3 0,0 0-84 0,0-1 3 0,1 0-22 0,1-1-29 0,0 0-35 0,-1-1 23 0,1 0-29 0,0-1 47 0,0 0-3 15,-1 1-6-15,2-3-6 0,-2 1 25 0,0-1-24 0,-2-2 44 16,1-1-14-16,-1 0-20 0,0-4-25 0,-2-1 18 16,1 1-23-16,0-4 27 0,-2-1-13 0,2 2-16 0,1-3-14 15,2 2 7-15,0-1-9 0,2-1 15 0,-1 1-5 0,-1 2-8 31,1-3-1-31,-1 1 2 0,1-3 0 0,0-3 7 0,2 0-3 0,-1 0-1 0,0-2-12 0,-1 3 10 0,0-5-8 0,0 1 22 16,2-1-7-16,-1 1-8 0,2-2-15 16,1-1 14-16,3 1-12 0,0 2 18 0,2 2-2 0,1 0-10 0,1 1-8 15,3 0 9-15,1 3-6 0,1 0 21 0,0-1-2 0,1 4-4 0,3 2-4 32,0 3 4-32,0-1-3 0,1 4 2 0,-1-3-3 0,0 6-4 0,1 1-15 15,-1 0 12-15,-2 5-9 0,-1 1 22 0,-3 2-4 0,-3 4-8 16,-1-1-8-16,-3 3 8 0,-5 2-7 0,-1 1 12 0,-2 0 0 15,0 6-4-15,1 0-1 0,0 0 5 0,-2 2-4 0,-2 0 6 0,-1 0 0 16,-1 4-5-16,3-2-1 0,0 0 5 0,0-3-5 0,-2-2 5 16,-3-1 0-16,-1-2-2 0,1-2-13 0,1-1 12 0,2-2-11 15,0 1 16-15,4-5-3 0,2 2-7 0,0-1-3 0,2-3 5 0,2 0-3 16,3 1 3-16,0-1 2 0,2 0-3 0,-4 0-11 0,1 0 15 16,0 1-10-16,1 0 19 0,3 3-4 0,1-3-9 0,1 5-3 15,-1-1 3-15,0 1-2 0,-3 2 7 0,-3-1-1 0,-2 1-2 0,-3 1-11 16,2 0 15-16,-1 1-11 0,1 2 18 0,-2-2-1 15,0 0-8-15,-2 1-7 0,-3 1 14 0,-2 0-10 0,-2-1 18 0,0 2 1 16,-4-1-7-16,-1 1 0 0,-4 1 4 0,1-2-5 0,-1 1 8 16,0 0-4-16,2-1-3 0,1 0-12 0,-1 0 12 0,-2-4-9 15,0-5 20-15,-5 1-6 0,1-1-9 0,1-1-3 0,-2 1-1 16,3-2 1-16,2-1-1 0,1-2-1 0,1 0 0 0,2-3-5 16,2 0 0-16,2 1-5 0,1 0-12 0,3-2-5 0,2 1-6 0,1-7-24 15,2 2-15-15,2 0 1 0,4 1-52 0,1 1-13 0,2 2-11 16,2-1-106-16,0 0-41 0,2 0-11 0,3 0-291 0,-3 2 353 15,-2-4-44-15</inkml:trace>
  <inkml:trace contextRef="#ctx0" brushRef="#br0" timeOffset="144069.96">19487 3166 1678 0,'0'1'155'0,"0"3"-20"0,0-1-1 0,2-1-50 0,0 2-15 0,1 1-22 0,1 3-24 0,-1 4-19 0,-1-2 3 0,0 3-6 0,1 1 9 0,-2-3-3 0,0 1-3 0,0 1-13 0,1-5 14 16,-1 3-12-16,2-1 7 0,-1-1-18 0,-1 0-15 0,2 1-41 15,-1-2-21-15,0 1 11 0,-1-2-135 16,0 1-62-16,1-4-28 0</inkml:trace>
  <inkml:trace contextRef="#ctx0" brushRef="#br0" timeOffset="158751.07">20060 2654 317 0,'1'-5'48'0,"4"1"49"0,0-1-67 0,2 1 7 0,0 0-20 0,0-1 32 0,0-1 15 0,-2 1-2 0,2-2 36 0,-3 0 26 0,1 1-25 0,-2 0 48 0,0-2-12 15,0 2-25-15,-6-2-24 0,1 2 41 0,-1-2-53 0,-2-1 49 16,5 2-15-16,0-1-29 0,0 0-24 0,-1 3 5 16,3-1-21-16,1 2 0 0,-1-1-4 0,-1 2-7 0,-4-2-11 15,-2 1 8-15,0 0-13 0,-2 1 11 0,-1 1-9 0,-2 0-6 0,-1-3-16 16,-1 3 11-1,1 1-9-15,-1-2 27 0,-1 3-8 0,1 0-9 16,-2 0-18-16,1 2 16 0,0 0-13 0,0 0 31 0,3 4-6 16,-1-2-11-16,1 3 4 0,0 0 2 0,-1 1-1 0,-1 1-2 0,2 1-2 0,1 3-2 0,1 2-12 0,2 2 16 0,-1 2-11 15,0 1 19-15,3 1-3 0,-1 2-11 0,2-1 0 0,-1-2 1 16,2 3 0-16,1-1 9 0,1 1-6 0,0-1-2 0,1-1-9 16,1-1 4-16,1-2-2 0,0-3 15 0,0 0-1 0,2-1-5 0,-1 0-7 15,2-2 2-15,0 2-4 0,-1-2-4 0,0 0-8 0,0 0-7 16,2-1-16-16,0 0-6 0,0-2 1 0,-2 1-21 0,0-2-3 15,-2 0-6 1,0 1-30-16,0 0-22 0,-2 0 4 0,0 0-91 0,-1-1-34 0,0 0-32 0</inkml:trace>
  <inkml:trace contextRef="#ctx0" brushRef="#br0" timeOffset="159147.18">19795 3004 527 0,'-8'-4'225'0,"3"-1"-112"0,0-3 126 0,2 2-89 0,1-2-1 16,0 0-29-16,2-1-36 0,4 0-20 0,-2 0-25 0,4-1-18 16,-2 4 13-16,2-3-15 0,2 1 15 0,-2 2-4 15,3 0-10-15,0-1-18 0,1 3 21 0,-1 0-22 0,2 2 27 16,-1-2-4-16,0 2-13 0,1 0-5 0,-1 1 16 0,1 1-16 16,2-2 14-16,-2 1-4 0,1 1-5 0,4-1-4 15,1 1 4-15,3 0-4 0,2 2 12 0,0 0-6 0,1 3-5 0,2 0-19 16,-2 3 16-16,-10-1-15 0,-1 3 29 0,-5-1-9 15,-1 2-10-15,4-2-1 0,-3 1-1 0,-1-1 4 0,0 0 5 16,-2-2 2-16,1 0 1 0,-2-3-6 0,2 1 20 0,-2-3-14 16,3 1 23-16,-1-1 1 0,1 0-8 0,1-2-17 0,-1 0 22 0,0-3-20 15,0-1 23-15,-2 2-9 0,2-5-12 0,-1 2-9 0,2-2 7 16,-1 0-3-16,1-2 10 0,-2 2-3 0,1-2-9 0,-1 0-6 0,0 1 4 16,-2 0-4-16,-2 1 13 0,-1-1-4 0,-2 0 0 0,-1 1-6 15,-3-2 7-15,0 0-2 0,0 1 25 0,-3-1-7 0,0 1-6 16,-2 2-20-16,-1-1 12 0,0 2-11 0,-1 0 16 15,-2 3-7-15,0-1-9 0,1 3-7 0,0 1 6 0,1 2-3 0,-1 0 9 16,8 0-4-16,-1 2-5 0,-1-1-28 0,2 0 5 0,-6-1-12 0,1 1-23 16,3-1-9-16,1-1-13 0,4-1-77 0,2 2-25 0,1-3-16 15,3 1-179-15,5-1-42 0,3 0-54 0</inkml:trace>
  <inkml:trace contextRef="#ctx0" brushRef="#br0" timeOffset="159368.19">20497 2812 897 0,'-5'0'271'0,"2"0"-153"0,1 0 106 0,0 0-80 0,1 0 0 0,1 0-43 0,-2 1-55 0,2 3-1 0,-2-1-11 0,0 1 3 0,-1 3 16 0,-1 0-16 16,0 2 24-16,-1 2-10 0,0-1-13 0,-1 1-17 0,1 1 9 15,1-2-15-15,-1 0 8 0,2 1-8 0,2-2-9 0,0 1-6 16,1-2 2-16,2-2-2 0,3-1-13 0,-1-1-23 15,2-2-17-15,0 1-77 0,2-2-57 0,1-2 25 0,4-3-342 16,0-1 309-16,-2 0-35 0</inkml:trace>
  <inkml:trace contextRef="#ctx0" brushRef="#br0" timeOffset="159824.15">20870 2494 1611 0,'-6'6'164'0,"1"1"19"0,0 2-64 0,2 4-31 15,0 3-25-15,3 0-20 0,2 3-19 0,-1-3-1 0,1 0-3 16,0 3 4-16,2-1 2 0,-1-1-3 0,1-1-6 0,0-4 13 16,1-1-15-16,1 2 9 0,1 0 1 0,-2 0-9 0,2-1-7 15,-2-1 17-15,-1-2-19 0,1 0 17 0,-2-2-3 0,0 1-12 16,0 2-15-16,-2 0 10 0,-1-1-13 15,0-1 13-15,-1-3 1 0,-2 0-4 0,0 0-2 0,0 1 3 0,-2-4-3 16,1 1 9-16,-1 1-1 0,2-4 0 0,-3 1-10 0,2-1 10 16,-1 0-10-16,0-1 24 0,0-3-8 0,1-1-5 0,-2-2-9 15,1 1 3-15,0-2-2 0,-1 0 5 0,1 1 1 0,-2 0-5 16,1 2-14-16,0-2 17 0,0 3-14 0,-1-1 23 0,2 2-3 0,-1 0-10 16,0 2-4-16,0 0 2 0,1 1-3 0,-2 0 5 0,2 1-1 15,-1 0 0-15,0 3-11 0,0 0 11 16,0 1-8-16,2 2 18 0,-2-1-1 0,2 0-8 0,-2 3-7 0,0-1 8 0,1 1-7 15,0-1 11-15,2-1-1 0,1-1-4 0,2 0-5 0,0-1 12 0,4 0-7 16,3-1 24 0,0 0-4-16,0 0-7 0,2 0 2 0,3-2 1 0,2-1-1 0,2 2 0 0,-1-3-6 0,0 1-5 0,1-1-23 15,0 0 6-15,-1-1-11 16,2 1-22-16,-2-1-19 0,-2 1-23 0,1-2-86 0,-3 2-32 16,1 0-17-16,2 0-269 0,-1 0 297 0,-3 0-56 0</inkml:trace>
  <inkml:trace contextRef="#ctx0" brushRef="#br0" timeOffset="161455.24">21716 2531 971 0,'-6'-1'194'0,"0"1"39"0,2 0-78 0,-2 1-20 0,3 2-30 0,0 1-37 0,1 5-8 0,2-1 7 0,0 5-13 0,0 3 4 0,1 0-3 0,2 1-10 0,0 3-17 0,1 0 21 31,1-2-26-31,-1 1 27 0,2-3-16 0,0 4-19 0,-1 0-23 16,1-2 17-16,1-3-17 0,0 2 25 0,1-5-10 0,-1 0-12 15,1 0-47-15,-2-3-1 0,-1-2-9 0,1 1-46 16,-1-1-39-16,0-2-15 0,-2-1-180 0,1-1-49 0,-1 0-31 0</inkml:trace>
  <inkml:trace contextRef="#ctx0" brushRef="#br0" timeOffset="161628.99">21502 2865 1557 0,'-13'2'-170'0,"8"-1"377"0,3-1-24 0,1 0-40 0,1 0-58 16,3-1 22-16,3-2-51 0,4-2 11 0,2 1-18 0,5-4-20 15,5 2-22-15,1 0 2 0,2-1-7 0,-3-1-1 16,-1 1-3-16,3 0-6 0,4 1-39 0,2 0-1 16,0 2-10-16,-1-1-68 0,-1 3-62 0,-1 0-21 0,4-1-214 15,1 3 210-15</inkml:trace>
  <inkml:trace contextRef="#ctx0" brushRef="#br0" timeOffset="162325.62">22304 3505 249 0,'-5'2'172'15,"1"0"-53"-15,0 0 127 0,1-2-95 16,1 1 24-16,0-1-53 0,0-1-1 0,2-1-27 0,-1 0-31 0,0-1-17 16,0-2 5-16,1 1-12 0,-1-4 10 0,0 2 6 0,1-3-7 0,-1 0-11 15,1-1 30-15,-1 0-34 0,1-1 47 0,0 2-18 16,-2 1-21-16,2-4-14 0,0 2 17 0,0-2-18 16,-1 1 23-16,0 0-5 0,-1-1-13 0,1-2-9 0,0 2 15 0,-2-2-17 15,1-1 28-15,0-1-9 0,-1-2-10 0,0-2-4 16,2-1 5-16,-1 0-8 0,1-6 1 0,0 5-1 0,0-1-7 15,-2-3-8-15,2 5 9 0,1-5-12 0,-1 0 3 0,1 5 2 16,0-4-5-16,1 2-9 0,2 1 9 0,0 2-7 0,-1 1 14 16,1 2-1-16,1 0-6 0,-1 1-17 0,2-1 14 0,-2 1-10 0,0-1 21 15,1 3 0-15,-1 0-9 0,2 0-11 0,-2 0 11 0,-1 3-9 16,2 0 13-16,-2 3 0 0,0 0-6 0,2 1-14 0,-2 2 16 0,1 0-12 16,1 3 21-16,-1 0-1 0,0 0-12 0,1 1-2 0,-1-1 3 15,1-1-3-15,0-1 4 0,0 2 2 0,2 0-3 0,1 0-13 16,2 0 14-16,1 1-10 0,2 1 18 15,0 1-1-15,1 2-8 0,0 0-7 0,2 2 7 0,2-1-5 16,2 2 11-16,0-2-3 0,0 2-3 0,-1 2-11 0,-1 0 11 0,-4 6-8 0,0-2 11 0,-5 3-1 16,-3 1-5-16,-4 0-3 0,-2-2 5 0,-6 1-3 15,-3-1 9-15,-2 0-2 0,-3-2-2 0,-1 0-11 16,-1 0 11-16,0 0-7 0,0-4 23 0,1 1-5 0,3 0-10 0,0 0-9 16,4-2 8-16,4-1-5 0,0 1 14 0,3-5-3 0,1 1-5 0,1-1-6 0,1 0 12 15,2-2-6-15,2-2 26 0,3-2-5 16,1 1-5-16,3-3-20 0,2 3 8 0,0-1-9 0,1 1 14 0,-3 2 0 0,1 0-4 0,-4 1-18 15,-1 2 11-15,-1 1-10 0,-1-1 14 0,-3 2 0 0,-1 3-6 0,-3 0 1 16,-3 2 1-16,-2 1-1 0,-2 1 6 0,1 0-3 16,-2 1 1-16,-3 1-6 0,-2-1 3 0,0 2-1 0,-2-2 6 0,4 2-1 15,0-2-4-15,2-3-9 0,1-1 4 0,1-1-6 0,1-2-11 16,1-2-5-16,2 0-10 0,1-3-36 16,2 0-6-16,1 0-11 0,2-1-75 0,3-4-37 15,3-3-35-15,6-4-296 0,0-1 330 0</inkml:trace>
  <inkml:trace contextRef="#ctx0" brushRef="#br0" timeOffset="162691.48">22750 2965 821 0,'-7'0'269'0,"6"0"-156"0,0 0 121 0,1 0-148 0,0 0 31 0,0 0-65 0,2 0 24 0,2 0-14 0,1 0-26 0,0 0-8 0,2 0 14 0,-1 0-19 0,1 1 15 15,-2-1-6-15,1 3-11 0,-1 0-8 0,-1 0 18 16,-1 0-18-16,0 2 26 16,0-1-5-16,-2 2-11 0,0-1-8 0,-1 2 12 0,-1 1-14 0,-1 0 20 0,-3 3-7 0,1-1-10 0,-2 4-8 31,-1-2 8-31,1 0-10 0,-1 2 9 0,1-2-4 0,2 0-5 0,-1 0-9 15,3-1 8-15,1-2-8 0,1-1 21 0,1-2 0 16,2-3-5-16,2-3 16 0,0 0 9 0,2-1-5 0,2-3 13 16,0 4-7-16,2 0-7 0,3 0-23 0,0 0 7 0,1-2-9 15,0 0 6-15,-2 1-5 0,-1 0-8 0,0 1-17 0,-2 0 7 0,-2 0-11 16,1 0-12-16,-1-1-8 0,-1-1-16 0,2 2-51 0,-1-1-4 16,0 0-16-16,1 0-84 0,0-1-34 0,0 0-42 0,2-3-161 15,-1 2 257-15</inkml:trace>
  <inkml:trace contextRef="#ctx0" brushRef="#br0" timeOffset="164476.57">23338 2669 1212 0,'-6'0'-134'0,"3"-3"316"0,0 0-16 0,-1 0-27 0,3 1-47 0,0 1 26 0,1 1-50 0,-1 0 9 0,1 0-20 0,0 0-23 0,0 0-17 0,1 3 11 0,1 3-13 16,1 3 38-16,0 0-12 0,-1-1-6 15,3 4-20-15,-2 1 13 0,0 3-16 0,1 2 22 16,0-1-5-16,0 0-11 0,0 1-17 0,2-3 13 0,-2-1-14 0,3 1 13 16,0-2-4-16,1 0-12 0,-1-1 2 0,1-4 1 0,-1 1 0 15,0 2-11-15,-2-2-12 0,0 0-10 0,-1 0-26 16,0-2-16-16,-1 0 12 0,-1-1-54 0,-1 0-30 15,1-2 4-15,-2 0-171 0,0-1-32 0,0 1-14 0</inkml:trace>
  <inkml:trace contextRef="#ctx0" brushRef="#br0" timeOffset="164874.74">23202 2877 1024 0,'-11'-3'276'16,"3"-2"-176"-16,2 3 86 0,1-2-60 0,4 0-1 0,1 3-38 0,4-5-56 15,2 1-9-15,2 2-16 0,1-3-10 0,-1 3 8 16,0-1-9-16,1 1 14 0,3-1 0 0,-2 2-9 0,3-1 3 16,-1 1 2-16,1-1-3 0,4 1-5 0,-1-2 1 0,0 1 2 15,6-2-11-15,-1 1 8 0,2 2-8 0,2-5 29 0,0 3-9 16,0 1-6-16,3-3-15 0,-2 5 13 0,2-3-10 0,-2 3 23 16,-11 0-8-16,-2 1-8 0,-2 4-17 0,-3-1 7 15,3 1-7-15,-1 3 13 0,-3 0 3 0,-2 2-3 16,-1 2-1-16,-3-1 7 0,-1 0-5 0,0 0 10 0,-2-1 1 15,1 0-5-15,-2-1-7 0,3 0 11 0,0-3-8 0,0 0 18 0,3-1 4 0,-1-1-2 16,3 1-1-16,1 0 10 0,1-3-9 0,2 2 14 0,-1-2-5 16,-1-1-3-16,1 0-5 0,0 0 1 0,0 0-1 0,0-2-2 15,0 0-3-15,-2 1-4 0,0-1-15 0,0-1 17 0,-2 0-11 0,0 0 39 16,-1 0-3-16,-1-1-4 0,-1 0-11 0,0 1 12 0,-1-4-10 16,0 2 19-16,-3-1-7 0,0-3-9 0,-2 1-17 0,0-1 6 15,-2-1-8-15,-1 1 5 0,0 2-4 0,0 1-7 0,-1 0-9 0,0 2 6 16,-1 0-6-16,-1 1 8 0,-1 1-5 0,-1 1-7 0,1 1-42 15,1 0 9-15,1 0-18 0,-1-2-20 16,5 2-19-16,-1 0-21 0,4 0-93 0,-1 0-56 16,4 0 0-16,1 0 41 0</inkml:trace>
  <inkml:trace contextRef="#ctx0" brushRef="#br0" timeOffset="165112.67">23867 2728 1296 0,'0'2'164'0,"1"3"14"0,1-1 2 0,3 3-57 0,-1 1-13 0,3-2-26 0,0 2-33 0,1 0-18 0,1-1 9 0,0-2-15 0,2 3 14 0,0 0-5 0,0 0-7 16,5-1-13-16,-1 0 10 0,-1-2-15 0,4 2 13 16,0-1-4-16,1-3-7 0,3 4-13 0,-11-3 9 0,1-2-12 15,-1 2 8-15,-3-1-3 0,6-2-5 0,0 1-32 16,-1 0-2-16,-1-1-6 0,-1-1-34 0,-3 0-25 0,-1 0-9 0,0-1-80 31,-3-2-69-31,-1 1 52 0,4-4-205 0,0 1 236 0,1 3 18 16</inkml:trace>
  <inkml:trace contextRef="#ctx0" brushRef="#br0" timeOffset="165308.39">24312 2692 1305 0,'-9'8'149'15,"-1"0"106"-15,-2 5-54 0,2-2-33 0,0 5-45 0,0 0-62 0,0 1 16 0,-1 1-41 16,-1 1 19-16,1 0-7 0,0-1-11 0,-4 1-24 0,3-2 18 16,-3 0-22-16,4 6 17 0,1-4-6 0,2 1-18 0,0 1-9 15,4-7 8-15,0 1-10 0,2-1 7 0,0-2-8 16,2-1-7-16,0 0-37 0,0-2-10 0,1-2 2 0,1-2-67 16,2 0-51-16,1-3-16 0,4-2-190 0,6-2 198 0</inkml:trace>
  <inkml:trace contextRef="#ctx0" brushRef="#br0" timeOffset="165569.48">24559 2758 1410 0,'-28'10'-154'0,"13"-4"358"0,0 2-33 16,2 0-36-16,1 3-47 0,3 0-4 0,1-1-22 0,2 3-13 15,2-3-9-15,1 0-5 0,3 2-24 0,0-5 15 0,4 0-18 0,0-1 23 16,3-1-5-16,0-1-12 0,3 1-14 15,1-4 21-15,0 2-20 0,3-2 28 0,-2-1-7 0,3 0-12 0,0-2-1 16,-3 0 8-16,-1-1-9 0,-1-3 12 0,-3 4-1 16,-7-3-4-16,0-2-9 0,-1 2 13 0,-4-2-13 0,3-1 23 15,3 0-8-15,-1 1-8 0,-2-5-9 0,-2 2 0 0,-7 0-2 0,-1-2 1 16,-1 2-2-16,2 0-1 0,0-1-23 16,3 2-6-16,1 0-6 0,2 0-40 0,0 0-15 0,2 2-14 0,2-1-107 0,1-1-69 15,5-1 0-15,3 2 25 0</inkml:trace>
  <inkml:trace contextRef="#ctx0" brushRef="#br0" timeOffset="165792.67">24791 2509 1704 0,'-11'4'187'0,"1"3"24"0,1-2-66 0,1 4-27 15,2 1-31-15,3 1-28 0,-2 5-34 16,4 0 2-16,0 2-12 0,2 3 3 0,2-1-7 0,0 0-4 0,1-2-8 0,1-2 2 15,-1 0-1-15,2-1 11 0,0 2-4 0,-2-2-3 0,3-1-11 16,-2-1 4-16,0 0-7 0,1-3 1 0,-2 0-8 0,1-1-5 16,-1 0-20-16,-1-1-6 0,0 1 5 0,-1-2-35 15,0 0-9-15,-1-1-3 0,0 1-46 0,-1-1-58 16,0-1 42-16,0 0-196 0,-1-2-32 0,1 1 6 16</inkml:trace>
  <inkml:trace contextRef="#ctx0" brushRef="#br0" timeOffset="166185.93">24717 2826 819 0,'-6'-3'188'0,"3"0"-4"0,2 2-28 0,1 0-46 0,0-3-28 16,2 2-28-16,1-2-27 0,2-1-17 0,1 2 5 16,-1-1-5-16,3 2 7 0,1-2 2 0,-1 0-2 0,2 0 5 15,-1-1 20-15,2 1-15 0,4-2 33 0,-1 1-8 0,3-1-15 0,5-1-12 16,-2 2 6-16,0 0-13 0,2-3 2 15,-1 3-3-15,-1 0-6 0,3-2-14 0,1 2 12 0,1-1-13 0,1 1 17 0,-4-1-2 16,-7 3-10-16,-2-2-5 0,-4 3 4 16,-2 1-5-16,3 1 10 0,-3 3-3 0,-5-3-4 0,0 0-5 0,-3 1 7 0,-1-1-4 15,-4 0 13-15,-3 1-3 16,0 3-5-16,-3 5-12 0,0 1 11 0,3 2-8 0,-2 0 22 16,0 3-2-16,-1-4-4 0,-5 3-5 0,1-4 7 0,3 2-5 0,2-1 15 0,0-3 1 0,5 0-4 0,1-2 6 15,3-2 3-15,2 0-2 16,1-2-1-16,3 1 2 0,2 0 1 0,3-2 5 0,1 0 5 15,3-1-4-15,2-1 0 0,2-2-4 0,2 1-7 0,0-1-21 16,-5-1 16-16,-1 0-16 0,0 2 14 0,-1-1-5 0,4 2-8 0,0 0-1 16,-2 1 3-16,-2 0-3 0,-1 2-1 0,-4 1-1 0,0-1-3 15,-1 1 2-15,-2 0 3 0,2 0 0 0,-2 1 4 0,1 0-1 16,-2-1-3-16,1 0-17 0,-3 0 19 0,1 0-17 0,-1-3-4 0,0 1-11 16,1-1-23-16,1 0-47 0,0 0-14 0,2 0-13 0,0-1-159 15,2-1-70-15,3 0-73 0</inkml:trace>
  <inkml:trace contextRef="#ctx0" brushRef="#br0" timeOffset="166696.01">25819 2515 1919 0,'-8'0'-174'0,"4"1"401"0,1 0-41 0,1 2-44 0,1 0-66 0,-1 3 13 0,2 3-41 0,0 1-1 0,2 4-1 0,-1 0-12 0,1 3-25 0,0 1 16 0,0-1-25 15,2 3 15-15,-2-2-5 0,1-3-7 0,1-1-9 16,0-2 7-16,1-1-7 0,-1 3 7 0,3 0-40 0,-2-1-14 0,-1-1 15 16,-2-5-45-16,2-2 57 0,-2 3-105 0,1-3-18 15,-1 2 0-15,0-2-149 0,0 0-98 0,0 1-17 0</inkml:trace>
  <inkml:trace contextRef="#ctx0" brushRef="#br0" timeOffset="166874.73">25588 2783 1702 0,'-3'0'155'0,"1"-1"31"0,2-1 32 0,3-1-46 0,3 0-56 0,6-2-53 15,4-2 23-15,5-1-39 0,6-2 19 0,2-1-19 0,0 2-23 0,4-1-24 16,-5 3 7-16,2 0-10 0,6 1 12 0,-3 2-9 15,4-1-5-15,2 4-51 0,-1-1-5 0,2 2-6 0,-4-1-75 16,-4-2-59-16,1 1-23 0,4 1-321 0,2-1 299 0</inkml:trace>
  <inkml:trace contextRef="#ctx0" brushRef="#br0" timeOffset="167644.67">26470 3377 762 0,'-7'-5'225'0,"2"1"72"0,0-1-146 0,3 0 7 0,1-1-30 0,1 1-38 0,0-3-40 0,1 2 26 0,0-2-38 0,2 0 32 0,1 2-13 16,-1-1-20-16,0-2-18 0,1 0 23 0,-2 1-25 0,0-3 38 16,-1 1-5-16,0-3-16 0,-1 0-1 0,0-1 11 15,-1 2-16-15,-1-1 14 0,0 0-6 0,-1 3-6 0,-2-2-6 16,1-2 6-16,0 1-9 0,1-5 4 0,1 2-5 0,-1-1-5 16,1-2-13-1,1 1 12-15,-1 0-13 0,2-1 18 0,0 3-4 0,1 0-8 0,1-2-5 0,0 3 6 0,3 0-7 16,0 1 10-1,1 5-5-15,1-2-4 0,1-1-7 0,-1 1 10 0,1 1-5 0,1-2 16 0,0 1-2 0,3-4-10 0,0 3-6 16,0-2 10-16,1-2-8 0,-1 0 16 0,-5-1-4 16,1 2-5-16,-1-3-9 0,4 5 9 15,5-1-7-15,3 6 12 0,2 2-1 0,-2 1-8 0,2 1-14 0,-3-1 15 0,-1-2-12 16,-1 2 18-16,-3 3-1 0,1 0-8 0,-3 2-5 0,0 3 3 0,-2-1-4 0,0 4 4 0,-2-1-2 16,-3 1-2-16,-2 0-13 0,0 3 16 0,-2-1-13 0,-6 0 23 15,-1 2-3-15,-2 0-6 16,-2 6 1-16,-1 0-4 0,-1 0 4 0,0-2 0 0,-1-2 0 15,1-1 0-15,1-1-1 0,0-1 1 0,4-1-1 0,2-2 4 0,2 0-2 0,2 0-1 0,2-3-12 0,0 2 11 16,2-1-9-16,3-1 21 0,3 1-2 0,2 0-7 0,2-1-3 16,3 3 2-1,0-1-1-15,1 2 6 0,2 1-2 0,-1 2-2 0,3 3-11 0,-2-1 11 16,-2 3-8-16,-1 0 17 0,-7-1-2 0,-2 0-5 0,-1 1-10 16,-3 0 8-16,-1-2-5 0,-1 1 12 0,0-1 4 0,-3-1-3 0,-2 1-9 0,-3-1 18 15,-2 1-14-15,-3 1 23 0,-3-3-5 16,-2 2-8-16,-1-3-18 0,0-3 17 0,1-2-15 0,0 0 16 0,0-3-2 15,1 4-12-15,0-3-5 0,-1 0 5 0,4-2-4 0,-1-1 5 16,3 0-5-16,3-1-8 0,1 0-16 0,3-1-3 0,1-1-2 16,3-3-25-16,1 3-11 0,3-4-15 0,6 1-51 0,3-3-2 15,6-1-17-15,3 1-112 0,2-4-46 0,3 1-61 0</inkml:trace>
  <inkml:trace contextRef="#ctx0" brushRef="#br0" timeOffset="168403.44">27065 2957 677 0,'1'0'-180'0,"-5"0"390"0,0 0-31 0,2 0-43 0,0 0-49 0,0 0 17 0,2 0-39 0,-2-1 13 0,2 1-8 0,0 0-21 0,0 0-21 0,0 0 32 0,0 0-38 0,0 0 39 0,0 0-4 0,0 0-16 15,0 0-1-15,0 0 20 0,0 0-23 0,0 0 29 16,0 0-7-16,0 0-19 0,0 0-2 0,0-1 9 0,0 1-15 0,0 0-1 15,0 0-4-15,0-1-10 0,0 1-11 16,0 0 10-16,0 0-12 0,0-3 17 0,3 2-2 0,0 0-8 0,2 1-9 16,0-3 19-16,1 2-18 0,-5-2 29 15,0 2-8-15,0 0-10 0,-1 1-17 0,6-3 19 16,-1 2-17-16,1-1 24 0,1 1-3 0,1 1-11 0,-1-1-9 0,2 0 5 16,0 1-5-16,2 0 9 0,0 0-2 0,0 0-5 0,-1 0-11 15,0 0 11-15,-3 0-9 0,1 1 18 0,-4 1-5 0,1 1-5 0,-1 0-4 16,0-1 0-16,-2 2 0 0,-1 0 2 0,-1 1 1 0,-1-1-1 0,-1 2-5 15,-2-1 6-15,0 0-3 0,-3 3 7 0,1-3 0 0,-1 2-3 0,-5 0-7 16,1 0 5-16,-2-1-5 0,0 0 6 0,3 2 1 0,0-1-2 0,1-1-2 16,2 0-2-16,2 1 0 15,1-3 2-15,4-1 2 0,0 3 1 0,5-3 1 0,0 3 3 16,4 0-2-16,3-1 8 0,0 1 1 0,4 3 1 0,-1 0-11 0,0 3 13 0,0 3-11 0,-3-2 11 16,-2-1-5-16,-2-1-9 0,-1-1-2 0,-4 1 10 0,-1 3-5 0,-1-2 21 15,1 0-3-15,-2 0-4 16,-2-1-8-16,0-1 20 0,-1-1-13 0,-2 0 34 0,-1-1-8 0,-1 1-10 0,-2-1-13 15,0-1 7-15,0 0-8 0,-1 0 1 0,-1-2-4 16,-1 1-9-16,-1 0-5 0,1-1-1 0,-1 0 1 0,3-1 2 16,1 1-3-16,2-4-2 0,2 2-44 0,1-2 6 0,1-1-17 15,2 0-30-15,0-4-24 0,2 2-28 0,4-5-232 0,7-1-99 0,7 0-48 0</inkml:trace>
  <inkml:trace contextRef="#ctx0" brushRef="#br0" timeOffset="169382.68">27548 2685 1104 0,'-5'-1'297'0,"2"1"-189"0,1-2 97 0,1 2-64 0,1 0 17 0,0 0-46 0,1-1-21 0,1 1-18 0,1 0-27 0,2 3-19 0,2-1 21 0,-1 1-22 0,4 0 45 16,-5 4-15-16,1-1-14 0,0 6-21 0,1-1 10 0,7 1-12 15,2 3 18-15,1-3-7 0,0 2-12 0,2-1-10 16,-2-1 10-16,-1 1-12 0,1-1 13 0,-3-3-2 0,1 1-7 0,0 1-11 16,-1-3 13-16,-1 1-14 0,1 0 16 0,-1-1-1 15,0-1-10-15,-1 1-13 0,-2-3 20 0,-1 2-19 0,0-2 30 16,-2-1-4-16,-1-1-13 0,-1 1 0 0,-3-2 11 0,1-1-9 16,-2 0 10-16,0-1-2 0,-1 1-6 0,1-1 3 15,-1 0 3-15,0 0-2 0,0-1 4 0,0-1-5 0,0-1-4 0,0-2-12 16,0-2 10-16,0 1-7 0,0-2 13 15,1 1-3-15,0-1-8 0,1 0-10 0,1-1 9 0,-1 2-10 0,1-1-1 16,0 2-5-16,0-2-13 0,1 2-23 0,0-1 5 0,-1-1-10 16,2 3-12-16,-2 1-10 0,0-1-16 0,1 2-86 0,0-1-26 0,2 0-16 0,2 1-163 0,1 1-74 15,-1 3-60-15</inkml:trace>
  <inkml:trace contextRef="#ctx0" brushRef="#br0" timeOffset="169671.61">28243 2804 1063 0,'-25'4'281'0,"8"2"-182"15,-1 0 99-15,3 2-89 0,4 0 37 0,2-2-55 0,3 2 2 16,5 0-20-16,1-3-33 0,5 0-4 0,4 0 9 0,2-1-12 0,2 1 12 0,0-2-10 16,2 0-11-16,3 0-13 0,-2-2 12 0,1 0-13 0,-1-1 23 15,1-1-10-15,-1 0-11 0,1-3-12 0,-4 2 13 16,-1-1-11-16,-3-1 27 0,-5 0 4 0,-2 0-6 15,-1-1 4-15,-2 0 18 0,-1 0-19 16,-2-3 26-16,-3 1-12 0,-1-1-13 0,-3-1-14 0,-2 1 1 0,0 1-8 0,-3-1-6 16,2 2-1-16,0 2-4 0,-2-3-12 0,3 5 7 0,-1-1-9 0,2 1-6 15,1 0-8-15,1 0-12 0,1-1-31 0,1 1-14 0,2 0 0 16,2 0-67-16,3-1-36 0,2 1-27 0,4-3-229 0,7 1 266 16</inkml:trace>
  <inkml:trace contextRef="#ctx0" brushRef="#br0" timeOffset="169943.86">28519 2489 1079 0,'-4'2'141'0,"2"4"60"0,-1-1 19 15,2 2-32-15,1 1-45 0,4 4-37 0,0-2 14 0,2 3-38 0,1 2 19 0,1 0-19 16,1 1-19-16,0 0-37 16,-6 2 14-16,1 2-24 0,1 0 12 0,-3-3-8 0,6-1-12 0,1 2-12 0,-2-1 14 0,1 2-14 15,1-1 11-15,-1-3 0 0,-2-2-10 0,1 1-7 16,-2-4 2-16,0-1-5 0,-1 0-29 0,1-2-19 0,-2-2-11 0,3 1-71 31,-2-1-51-31,2-1 28 0,0-1-245 0,2 2 246 0,5-1-15 0</inkml:trace>
  <inkml:trace contextRef="#ctx0" brushRef="#br0" timeOffset="170585.65">28833 2520 865 0,'-5'-2'180'0,"2"0"318"0,-1-1-288 0,2 2-29 0,2 1-43 0,-1-1-62 0,1 1 9 0,1 1-41 0,0 2-10 0,3 2-1 0,-1 0-4 0,3 5-2 0,-1 2 9 0,1 3-13 0,-1 3 6 0,1 1-7 16,1 1-9-16,-1 5-11 0,1-3 14 0,0-3-14 0,0 1 18 15,-1-2-5-15,-1-1-12 0,1 2-5 0,-1-4 8 16,0 1-8-16,-1-3 10 0,1-2-6 16,-2-1-4-16,0 2-38 0,0-4 11 0,-1-1-14 0,0 0 34 0,0-2-18 0,1-1-2 15,0 1-31-15,-1-3-12 0,-1 0 11 0,2-2-50 0,0 0-18 16,0 0-5-16,2 0-117 0,0-4-14 0,4-1-7 0,4 1 92 15</inkml:trace>
  <inkml:trace contextRef="#ctx0" brushRef="#br0" timeOffset="170823.64">29101 2721 442 0,'-9'0'173'0,"-2"2"48"0,2 2 25 0,0-1-88 0,-2 2 16 16,6-1-37-16,1 2-47 0,-3 2-54 0,2-2 23 0,-5 0-38 15,0 2 26-15,1-1-5 0,2-4-14 0,1 5-12 0,2-4 23 16,2 2-24-16,1-1 38 15,0 1-6-15,1-3-16 0,0 2-21 0,0-2 31 0,0 1-32 0,1-2 45 16,0 4-6-16,0-4-17 0,3 2-7 0,-2 0 9 16,1-2-13-16,2 0 19 0,-1 0-5 0,2-1-7 0,0 1-10 15,1-1 15-15,0-1-18 0,3 0 14 0,-1 0-7 16,-3 0-9-16,1-1-12 0,1-1 3 0,2 0-6 0,7-1 5 16,2 2-6-16,3-1-6 0,-1-1-40 0,0 0 0 0,0 2-12 15,-2-1-48-15,-2-1-21 0,-2 2-25 0,1-1-172 0,0 0-46 0,1 1-41 0</inkml:trace>
  <inkml:trace contextRef="#ctx0" brushRef="#br0" timeOffset="171218.86">29525 2598 1302 0,'-9'-5'154'0,"-2"-2"18"16,-5 3 20-16,2 1-70 0,-4 0-10 15,4 2-28-15,1 1-37 0,-3-2-30 0,5 2 16 0,-1 2-23 0,-2-1 19 0,4 2-7 0,0-1-12 0,0 1-14 16,1 0 15-16,2 1-14 0,-1 0 23 0,3 1-2 0,1-1-11 16,2 3-7-16,2-4 14 0,0 2-13 0,1 1 28 0,3 0-4 15,1 0-11-15,3 5-8 0,0-2 9 0,0 0-12 0,3 1 16 31,-1-2-5-31,1-1-6 0,3 2-8 0,-1 0 5 0,1 3-6 16,0 0 9-16,0 1-1 0,-2-1-4 0,3 2-11 0,-4-4 8 0,1-1-7 16,-2 0 19-16,-2 0-4 0,0-1-6 0,-2-1-34 0,-4 1 25 0,0-2-22 0,-2 1 46 0,0-2-4 15,-2 0-8-15,-2 0-1 0,-4 0 4 0,-2-1-1 0,-3 1 11 0,0-2-6 16,-1-1-1-16,1 2-6 0,-1-2-5 0,2-2 5 0,0 1-2 16,1-1-2-1,1 0 1-15,1 0-14 0,2-1 0 0,-1-1-5 0,1-2-18 0,2 1-9 0,3 0-12 0,1-3-82 0,2 0-25 16,3 0-22-16,3-2-203 0,6 1-77 0,-1 3-71 0</inkml:trace>
  <inkml:trace contextRef="#ctx0" brushRef="#br0" timeOffset="171945.07">29731 2657 959 0,'-7'-4'264'0,"3"1"-173"0,0 1 82 0,1 0-28 0,1 2-9 0,-1 0-18 0,2 0-31 0,1 2-18 0,-1 3-16 0,1 1-35 0,0 3 22 0,0 1-28 0,0 4 24 16,0-1-7-16,0 3-16 0,1 4-1 0,0-1 8 16,2 1-8-16,1-1 10 0,0-5-1 0,1 0-7 0,2-3-3 0,1 0 15 15,1-1-14-15,1-1 19 0,0-1-7 0,0-2-12 0,4 0-11 16,-2-1 10-16,0-3-11 0,2 0 15 0,-4-2 1 15,-1 0-8-15,0-2-4 0,-2-1 15 0,-1-1-14 0,1 1 24 16,-1-4-4-16,-1 1-8 0,2-1-11 0,-1 0 10 16,0-1-11-16,1 0 8 0,1-1-5 0,1-1-5 0,1 0-5 15,1 1 2-15,-1 1-1 0,-1 2 2 0,-1 3-1 0,0 2-3 0,-2 1-4 0,-2 1 2 16,-2 3-1-16,0 0 3 0,-2 4 3 0,-3 1-2 0,0-2-7 16,0 2 10-16,0-1-7 0,2-2 13 0,1 1-1 0,0-2-5 15,1-1-3-15,3 1 3 0,-1-1-2 0,3 1 5 16,-2-1 2-16,2-3-2 0,0 1-5 0,0 1 6 0,1-3-4 15,-2 1 22-15,0 1 0 0,-5-2-1 0,-1 0-4 0,1 0 5 0,-1-2-4 0,4 0 10 16,2-1-2-16,-2 1 0 0,-1 0-13 0,2-2 11 16,-2 1-9-16,1-1 17 0,-1-1-3 0,1-2-9 0,-2-2-13 0,0-1 3 15,0-2-6-15,1 0 1 0,-1-2-2 0,3-3-1 0,-2-2-15 16,1 0 12-16,1-4-10 0,1-2 15 0,1 6-9 0,0 1-10 0,1 3-35 16,-1 4 8-16,0 1-11 0,-2 4-4 0,0 3-8 0,0 2-15 15,-1 0-43-15,3 1-7 0,1 1-7 0,-1 2-72 0,2-2-46 0,0 0-41 16,3 2-178-16,2-1 264 0</inkml:trace>
  <inkml:trace contextRef="#ctx0" brushRef="#br0" timeOffset="172261.17">30293 2673 783 0,'-20'11'-365'0,"10"-6"687"0,1 0-82 0,-1 2-122 0,0 4-43 0,0 0 24 0,1 2-39 0,-1-1 28 0,2-1-11 0,1-2-17 0,2 0 0 0,2-3 5 0,2 1-11 16,1-1 5-16,0-1-9 0,2-1-11 0,3 1-16 15,-1-3 14-15,3 0-18 0,1-1 23 0,0-1-7 0,0-1-13 16,2-1-17-16,-1-4 17 0,1 3-20 0,-1-3 27 0,-1 1-6 16,-1-1-6-16,-1-2-4 0,0 1 8 0,-2-1-7 0,-1-1 24 15,-1 1-1-15,-2 2-8 0,0 1-3 0,0 0 11 16,-1 5-15-16,-2-2 11 0,2 2-5 16,-1 2-8-16,-1 0-7 0,0 3 13 0,0-1-11 0,0 3 17 0,1-1-2 0,-1 0-6 15,2-1-23-15,0 3 19 0,1-3-18 0,1 0 19 0,3-1-1 16,-1 1-12-16,4-1-8 0,-1 3 8 0,4-4-8 0,2 3 2 0,-1-4-8 15,1 1-9-15,1-2-47 0,0 0-2 0,2-1-13 0,2 0-69 16,1 0-26-16,1-1-34 0,3-2-147 16,4 1-53-16,2 1-29 0</inkml:trace>
  <inkml:trace contextRef="#ctx0" brushRef="#br0" timeOffset="172704.28">30737 2700 1124 0,'-21'-9'-392'15,"7"5"803"-15,3 3-85 0,-2 0-119 0,-4 2-101 0,0 2 26 0,-1 0-66 16,-2 5 3-16,4-1-14 0,0 0-24 0,2 2-12 0,1 1 14 15,3 1-16-15,6 0 18 0,4-2-2 0,1-1-11 0,3-2 6 16,0 1 8-16,-3-1-9 0,4 0 7 0,4 1-6 16,3 1-7-16,10 0-21 0,4 1 16 0,0 2-19 0,2 1 21 15,-6 3-4-15,-3-1-11 16,0 4-4-16,-4 0-1 0,-3 2 0 0,0 2 9 0,-3 1-3 0,-3 0-3 0,0 4-5 0,-3-2 6 16,0-2-4-16,-3 2 2 0,0-2 5 0,-5-4-5 0,-2-2-4 15,-2-6 19-15,-2-1-15 0,-2-3 33 0,-1 0-5 0,1 0-9 0,-2 1-12 16,0-3 10-16,2 0-8 0,-3-1 7 15,2-1-5-15,-2-3-6 0,0 0-5 0,2-1 2 0,2-1-1 0,3-4 9 0,3 3-2 16,1-2 0-16,4-2-7 0,1 2 4 0,2-1-4 0,5-5 4 16,2 0-2-1,3 1-3-15,6-3-7 0,1 0 7 0,1-1-5 0,0-1 5 0,-2-1 2 16,3 1-5-16,2-3-13 0,0 1 8 0,1 2-9 16,-1 0 11-16,-1-1 3 0,-3 2 0 0,-2-3-5 0,-1 2 8 0,-3 0-5 0,0-2 11 15,-2 2-1-15,0 1-3 0,-2 0-5 0,-5-2 6 0,-1 3-3 0,0-1 6 0,-3 1 2 0,0 5-6 0,-4-1-6 16,0 2 16-16,-2 5-12 0,-2-2 21 0,2 2-6 0,-3 4-11 15,1 0-7-15,-1 1 4 0,1 3-2 16,0-1 15-16,1 1-4 0,3 0-2 0,-1-1-1 0,3 0 1 0,0-2 2 16,1 2 8-16,1-3-4 15,1 2-3-15,1 1-7 0,1-1 3 0,1 1-2 0,1-2 2 16,2 1-3-16,1-2-1 0,1 0-5 0,1 0-5 0,1-1 1 0,3 1-17 0,-2-2-9 16,1 0-6-16,2-2-45 0,3 1-5 15,0 0-10-15,-5 0-57 0,-2-2-22 0,-1 0-29 0,2 1-125 0,6 1-8 0,2-2-35 0,4 2 124 0</inkml:trace>
  <inkml:trace contextRef="#ctx0" brushRef="#br0" timeOffset="172880.7">31190 2828 367 0,'-7'0'338'0,"3"0"87"0,1-1-172 0,0 0-1 0,2 1-45 0,-2 0-55 0,2-2-52 0,1 2 34 16,-1 0-53-16,1-1 39 0,2 1-26 0,2-1-31 0,1 1-41 16,4-2 14-16,3 2-25 0,-1-1 15 0,1 1-7 0,-1 0-8 15,4 0-11-15,-3 0 8 0,1 0-8 0,-1 1 19 16,-1-1-9-16,0 3-5 0,0 0-11 0,-4 0 6 0,-1 0-5 0,1 2 11 15,-3 0-2-15,1 0-4 0,-1 2-15 0,-1-2 15 16,-1 1-14-16,0 1 14 0,-1-2-22 0,0 0-13 0,0 0-75 16,2 1-36-16,-1-2 14 0,2 1-218 0,1 1-59 0,0 0-75 15</inkml:trace>
  <inkml:trace contextRef="#ctx0" brushRef="#br0" timeOffset="173871.64">31913 2500 1590 0,'-2'-3'96'0,"0"-3"5"0,1 4 55 0,0 1-23 0,1 1-10 0,0 0-60 0,0 3 13 0,0 5-32 0,0 2 11 0,0 6-11 0,-1 3-14 0,0 4-29 0,1 0 14 0,0 0-18 15,0 1 23-15,0-2-5 0,2-3-9 0,0 2-10 0,1-6 4 0,0 2-6 16,3 2 1-16,-1-4-6 0,2 3-8 15,0-2-31-15,-3-3-12 0,2-2 3 0,-2 2-76 0,2-4-28 0,-2-3-10 0,3 2-136 0,-1 0-95 16,-2-2-2-16</inkml:trace>
  <inkml:trace contextRef="#ctx0" brushRef="#br0" timeOffset="174057.8">31758 2765 1693 0,'-6'-5'124'0,"2"1"38"16,1-1-10-16,3 2-1 0,2 0-39 0,2-3-39 0,4 0-17 16,1 1-27-16,3-2-25 0,3 2 10 0,-1-1-14 0,4 0 6 15,-1 2-6-15,-1 2-7 0,3-4-44 0,-1 4-28 16,2-2 8-16,5 0-133 0,2 0-77 0,2 2-13 0,10 2-286 16,4-1 285-16</inkml:trace>
  <inkml:trace contextRef="#ctx0" brushRef="#br0" timeOffset="174430.3">32747 2439 1574 0,'-4'-8'341'0,"1"2"-259"0,1-1 57 0,0 4-32 0,0-2 17 0,-1 2-41 16,0 2-20-16,0-1-13 0,-3 2-24 0,-3 0-24 0,-4 4 20 15,-4 1-24-15,-7 2 29 0,-1 0-4 0,0 2-6 16,-2 3-6-16,4-1 14 0,6 1-14 0,2 0 25 0,2-4-7 15,3 1-10-15,2 0-14 0,3 0 12 0,2-1-14 0,3 0 15 16,3-2 0-16,2 2-6 0,5 1-5 0,4-2 8 0,2 2-11 16,7-1 16-16,4-2-8 0,2 1-4 0,5 1-12 0,-4-3 3 15,-2 0-4-15,-1 1 14 0,-8-3-3 0,-3 2-4 0,-1-3-6 16,-5 1 4-16,0 1-5 0,-2 0 7 0,-3 2 0 0,0-1-1 16,-2 2-10-16,-2 2 8 0,-1 1-7 0,0 1 14 0,-2 3-3 15,-2 3-4-15,-2 2 0 0,-4 2-1 0,0-1 2 0,-1-1 1 0,-3-3 0 16,3 0 0-16,-3-1-13 0,0-3 15 0,2 0-12 0,-1-2 20 15,3 0-3-15,1-2-5 0,2 1-4 0,3-3 0 0,2 3-1 16,2-1 5-16,4-2 3 0,4 2-3 0,2 0-2 0,2-1 8 16,3 1-7-16,1 0 4 0,1-2 1 0,1-1-2 0,2 3-14 15,0-2 15-15,0 1-11 0,-1 1 20 0,-2-5-2 0,-1 2-9 0,1-1-22 16,-2 0 20-16,-1-1-17 0,0-1 15 16,-1 1-10-16,-1-1-20 0,1-2-30 0,-4 2-17 0,1-1-4 0,0-1-114 15,1 1-85-15,6-1-58 0</inkml:trace>
  <inkml:trace contextRef="#ctx0" brushRef="#br0" timeOffset="182193.92">18765 3704 217 0,'-9'-7'171'0,"3"2"-88"0,0 1 97 0,-1 1-55 0,2 0-34 0,0 1-2 0,-2 2-12 0,2 0-10 0,0-2-11 0,-1 2-32 0,1 0 24 0,0 0-32 0,1 2 31 0,1-2 4 0,2 0-12 16,0 0-16-16,-1 0 23 16,2 0-31-16,2 0 40 0,0 0-13 0,2 0-15 0,5-4-16 0,3 0 11 0,0 0-13 0,4-2 15 31,0 0-7-31,1 4-9 0,3-1-8 0,2 2 0 16,1 0 0-16,4-4 16 0,0 3-4 0,1 0-5 0,6-1-12 15,0 1 16-15,1 0-14 0,5 0 19 0,-2 1-3 0,-4-1-8 16,5 1-4-16,-3-2 5 0,0 3-4 0,6-1 12 0,-3 1 5 15,0 0-2-15,5 0-3 0,0 1 7 0,-3-1-11 0,-1 2-3 16,-7 0-3-16,-2 0-3 0,-9-1-6 0,-5 0 6 0,-2 0-2 16,-3-1 15-16,2 0-4 0,0-1-5 0,-3 1-20 0,-3 0 23 15,-3 0-18-15,-3 0 29 0,-2 1-5 0,-1-1-9 0,-5 0 4 0,-2 0-1 16,-4 0 3-16,-4 2-6 0,-3 0 2 0,-3 2-4 0,-1-3-12 16,-3 3 24-16,-4 0-17 0,-4-1 34 0,-3-3-10 0,-3 1-13 0,-3 1 2 15,0 0 0-15,0 2 2 0,-5 1-2 0,0-1-4 0,0-1-3 16,1 3-18-16,-2-3 17 0,0 2-11 0,0 2 23 0,-1-1-8 15,3 2-10-15,0-2 1 0,1 3 2 0,1-1 1 0,0-2 10 0,5 0-7 16,5 0-4-16,3-2-16 0,2 1 17 0,4-3-10 0,3 1 24 16,5-2 4-16,8 1-7 0,3-2 11 0,5 0 6 0,2-2-5 15,3 1-11-15,4-2 0 0,2 2-10 0,5-4-1 0,5 1 5 0,5-2-4 16,3 1 6-16,1-2-1 0,-2 0-4 0,3-4-10 0,4 2 12 16,1 0-10-16,9 2 19 0,-3-2-4 0,1 0-6 0,3 1-4 15,2 0 5-15,1 3-3 0,1 2 2 0,-3-1 1 0,-8 1-3 0,2-3-11 16,-2 1 12-16,-2-1-9 0,2 0 19 0,-7 2-6 0,-7 0-7 15,-3 1-1-15,-5 1 2 0,-5 0 0 0,-5 0 7 0,-4 2 2 16,-4-1-1-16,-4 1-10 0,-5 0 4 0,-6 1-5 0,-4 3 10 16,-5 0-3-16,-7 3-2 0,-3-1-19 0,-3 0 17 15,2 1-14-15,-1 0 26 0,2-1-2 0,0-1-10 0,-4-3 1 0,3-1-3 0,3 2 3 16,3-2-3-16,7 2 0 0,2 1-1 0,5-3-3 16,5 2 9-16,2-3-6 0,6 0 4 0,2 0-2 0,3 0-4 0,1 0-17 0,3 0 0 15,4-2-6-15,2 0-38 0,4-2-24 0,1 0-24 0,7-1-147 16,0 1-29-16,3 0-34 0,4-2 71 0</inkml:trace>
  <inkml:trace contextRef="#ctx0" brushRef="#br0" timeOffset="184335.8">18966 4056 427 0,'-4'-5'116'0,"-1"0"136"0,-1 0-132 0,0-1-19 0,-1 3-18 0,1-3 2 0,-1 1-18 0,0 2-19 0,0-3-7 0,1 3 6 0,-1 0-8 0,0 0 15 0,0 2-17 0,1 0-11 15,-2 0-16-15,-1 1 11 0,0 1-9 0,-1 3 10 0,2 0-6 16,-1 1-10-16,-1 1-6 0,1 3 13 0,-1 3-9 0,1 0 16 16,1 4-5-16,-1 2-14 0,0 1-17 0,0-1 24 0,1 1-17 15,2 1 34-15,2 2-9 0,1 3-17 0,0 1-3 0,2 0 16 0,1-2-9 16,1-1 18-16,2-3-2 0,-1 0-10 0,2 1-7 0,3-2 16 16,1-3-13-16,2 1 20 0,0-4 3 0,2-2-3 0,1 0-25 15,0-2 25-15,3-2-23 0,-1-2 26 0,-1 1-4 0,1-1-17 0,-1-3-4 16,0-2 11-16,-1-1-9 0,2-2 13 0,-3 0 3 0,1-1-2 15,-4-3-1-15,-3 0 27 0,0-4-19 0,-3 1 35 0,0-3-6 16,-1 1-16-16,-1-4-16 0,0 1 12 0,-1-2-15 0,0 1 11 0,0-1-3 16,0 0-6-16,0-2-6 0,0-1 0 0,0 0-1 0,1-1 0 15,-1-2-7-15,0 1-4 0,1-3-7 0,1 5 3 0,-1 2-1 16,0 3 10-16,-1 3-3 0,0 2-6 0,0 0-15 0,0 2 18 16,0 2-13-16,-2 0 21 0,-1 3-14 0,1-1-15 0,-1 0-31 0,0 1-13 15,0 3 1-15,0 0-60 0,0-1 6 0,1-1-13 0,1 0-57 16,1 1-78-16,0 1 9 0,0 4 0 0</inkml:trace>
  <inkml:trace contextRef="#ctx0" brushRef="#br0" timeOffset="184875.01">19268 4326 717 0,'-3'-5'165'0,"-3"2"364"0,2 1-368 0,0-1-22 0,0 1-34 0,1 0-31 0,1 1 15 0,0 0-33 0,1 0 2 0,0-1-11 0,1 1-16 0,0 1-24 0,0-1 6 0,0 1-13 0,0 0-1 0,0 0 4 0,0 0-2 15,0 0 0-15,0 0 7 0,0-2-8 16,2 2 0-16,1 0-4 0,0-1-2 0,2 0-55 15,0 0-7-15,1-1-15 0,0 1-87 0,1-2-48 0,0 3-43 0,1 0-174 0,3 0 244 0</inkml:trace>
  <inkml:trace contextRef="#ctx0" brushRef="#br0" timeOffset="185911.99">19755 3841 838 0,'-3'-7'-334'0,"1"5"634"0,0-1-66 0,-1 1-106 0,-1 0-48 0,1 0 8 0,1-1-32 0,-2 1-2 0,1 1-19 0,-2-1-16 0,0 1-19 0,-1 0 7 0,-1-1-7 0,1 1 10 0,-1 0-2 0,-1 1 1 16,1-1-5-16,-1 1 5 0,2 0-1 0,-2 0 21 0,1 0 1 15,0 0-1-15,1 0-28 0,0 1 29 0,-1 0-26 0,2 0 28 0,4 2-11 16,-2 0-17-16,0-1 2 0,0 1-3 0,-6 0 4 0,-4 1 1 15,3 0-2-15,-2 0 0 0,2 2-10 0,0-2 6 0,1 1-5 16,-1 2 8-16,1-3-4 0,1 1-4 0,1 0-7 0,1 0 8 0,2-1-3 16,0 2 16-16,3-2-4 15,0 2-7-15,1 0-7 0,0 0 13 0,2 0-7 0,2 1 22 0,-1-1-7 0,3 1-5 0,-1-1 9 16,4 2 5-16,0-2 2 0,3 2 24 16,-2-1-13-16,1 0-8 0,1 1-24 0,3-2 7 0,0 0-7 0,-2 1 15 0,-5-1-4 0,-1 1-6 15,-1 0-10-15,1 0 5 0,5 0-4 0,0 0 13 0,-1 0-4 16,-1 2-8-16,2-1-13 0,1 0 16 0,-3-1-12 0,1 2 22 15,-3 0-5-15,0 0-8 0,0 1 1 16,-1-1-2-16,-1 0 1 0,-1 2-14 0,-3-1 1 0,-2-1-9 0,0 2 11 0,0 0 11 0,-1-2-4 16,-2 0 8-16,0 1-1 0,-3-1-3 0,-1 0-5 0,-2 0 8 15,-2-2-5-15,0 2 3 0,-2-2 1 0,-2-1-6 0,-2-1-10 16,2-1 17-16,0 1-13 0,0-2 24 16,2 1-12-16,6-3-10 0,0-1-1 0,1-3 6 0,1-1 1 0,-4 1 21 0,3-2-8 0,1-3-7 15,2-1 0-15,0-1 7 0,3-1 1 0,3-3 28 16,0 0-6-16,0-2-4 0,3-4-16 0,2 1 16 0,0 1-14 0,1-1 14 0,1 1-8 15,-5 0-11-15,1-4-8 16,1 3-1-16,0 3 1 0,5 0 6 0,-1 3-7 0,1 2-3 16,1 1-7-16,-1-1 6 0,-1 2-2 0,0 2 7 0,-4 0-7 15,-1 2-9-15,-2-1-26 0,1 3-11 0,-1-1-3 0,0 2-69 16,-1 1-24-16,1-2-23 0,-1 2-178 0,0 0-47 0,4 1-38 16</inkml:trace>
  <inkml:trace contextRef="#ctx0" brushRef="#br0" timeOffset="186490.27">20138 3786 1243 0,'-8'-10'-153'0,"3"4"324"0,0 1-32 0,0 1-43 0,5 1-41 0,0-1 12 0,0 3-27 0,0-2 10 0,-4 0-9 0,-1 2-14 0,1 1-22 0,-2 0 17 0,0 0-20 0,0 3 22 0,-1-1-3 0,-1 2-6 15,0 1-8-15,0 2 5 0,2 2-5 0,-2 1 8 0,1 0-3 16,-1 2-5-16,-1 2-15 0,1 1 21 0,-1 0-17 0,3 3 27 16,0-1-8-16,-1 2-13 0,2 3-6 0,-2 4 11 0,2-3-7 15,1 0 11-15,2 0 2 0,1-2-13 0,1-1-22 0,3 0 32 0,1-2-27 16,2-1 33-16,2-5 2 0,1-1-12 0,1-2-14 0,1 0 14 15,2 1-16-15,-1-2 17 0,3-1 2 0,-1 0-8 0,3-4-4 16,0 3 10-16,1-4-9 0,-6 2 12 0,-1-1-2 0,1-1-7 0,0-1-16 16,6-1 22-16,2-3-16 0,-1-1 26 0,0-1-1 0,-2-4-16 15,-1 1-5-15,0-1 13 0,-2-1-11 0,0 0 14 0,-2-2-2 16,-2 3-6-16,-1-3-2 0,-2 0 5 0,-3 0-5 0,-1-3 5 16,-2 2 1-16,-1-1-2 0,-4 0-2 0,-1-2 6 0,-2 5-3 0,-2-1 14 15,-1 3-1-15,-2 3-2 0,-2 1-23 0,-2 2 13 16,0 3-14-16,-1 2 20 0,-4 3-7 0,-1 0-6 0,-2 3-13 0,1 1 7 15,2 1-7-15,4 0-9 0,3 2-8 0,-2 0-14 0,1 0-41 16,-4 3-19-16,1-2-4 0,2 2-126 0,2-2-35 0,1 0-49 0</inkml:trace>
  <inkml:trace contextRef="#ctx0" brushRef="#br0" timeOffset="-202274.78">23530 13446 86 0,'-1'0'-50'0,"0"0"26"0,1 0 56 0,0 0-23 0,0 0 49 0,0 0-5 0,0 0-20 0,0 0-18 0,0-1 36 0,0 0-39 0,-1-3 39 0,2 3-9 0,-1 0-17 0,1 1-12 0,0-2 12 16,-1 1-7-16,1 0 31 0,0-1 0 0,-1 2-6 16,1-1-14-16,1 0 27 0,-1 1-23 15,0-1 38-15,-1 1-10 0,0 0-9 0,1 0 6 16,-1 0-6-16,0 0 8 0,0 0-5 0,0 0-2 0,0 0-6 0,0-2-19 16,0 2 32-16,0-1-28 0,0 1 19 0,0-1-12 0,0-1-20 0,0 2-9 0,0 0 1 0,-2-3 0 15,-1 3 8-15,2 0-4 0,0 0-3 0,0 0-17 0,0 0 15 0,-1 0-14 0,1 0 19 16,-2 0 1-16,1 1-5 0,0-1-10 0,0 1 18 15,-2-1-12-15,1 1 24 16,1 1-4-16,-2-2-15 0,2 1-11 0,-1 0 16 0,-1-1-15 0,1 2 13 0,-1-2-7 0,1 1-8 0,0 0-2 16,-1 2 2-16,1-2 0 0,0 0 10 0,-1 2 0 0,1-1-6 0,-2 2-14 31,1-1 15-31,-2-1-15 0,2 3 20 0,-1-2-4 0,1 1-4 0,-1-2-2 16,1 4-1-16,-1-3 2 0,0 3 3 0,-1-1 2 0,1-2-5 15,-1 1-15-15,0-1 18 0,1 2-14 0,-1-2 25 0,0 0-7 0,2 1-10 0,-1 0-7 0,2 0 7 0,0-2-2 0,0 1 16 31,1-2-7-31,1 2-5 0,0-1-7 0,0-2 7 0,1 3-6 0,-1-3 11 16,1 1-3-16,0-1-3 0,0 0-3 0,1 0-2 0,-1 0 4 16,0 0 4-16,0 0 1 0,1 0 0 0,1-1-19 0,-1 1 23 15,2-1-19-15,-2 1 26 0,1-2-3 0,0 2-13 0,0 0-5 16,1 0 5-16,-1 0-4 0,1 2 10 0,0-1 4 0,0-1-3 0,-1 1-22 16,2 2 26-16,-2-2-24 0,0 0 31 0,1 1-9 0,0-1-9 15,-1 0 4-15,1 1-2 0,0-2 7 0,-1 1-10 0,1 0 5 16,-1 0-5-16,1 1-14 0,0-1 24 0,-1 0-21 0,-1 0 26 15,2 1-2-15,-2 0-7 0,0 1-6 0,-1-1 0 0,0 2 0 0,0-1 16 16,-1 1-6-16,0 0 1 0,-2-1-24 0,1 1 17 0,0 0-12 16,-2 0 25-16,0 0-4 0,0 1-10 0,-3-1 0 0,0 2 0 15,0-2 1-15,-1 2 1 0,2-1 0 0,0 1-3 0,0-1-5 16,1-1 6-16,-1 1-4 0,2-2 7 0,0 0 0 0,2 1-3 0,0-2-10 16,1-2 10-16,1 3-9 0,0-3 21 0,0 0-3 0,0 1-7 15,0-1-7-15,1 2 5 0,0-1-5 0,0-1 6 0,-1 0 0 16,1 0-2-16,0 0-1 0,0 0-2 0,-1-1 2 0,2 1 5 15,-2-2 0-15,0 2 4 0,1 0-20 0,0 0 17 0,1-4-13 16,-1 3 26-16,1-1-5 0,1-1-8 0,-1 0-7 0,0 0 9 0,2-1-6 16,-1 0 17-16,1 0-3 0,2 2-10 0,0-2-11 0,0 0 17 15,0 1-13-15,0-1 22 0,-1 2-7 0,0-1-11 0,0 1-5 0,-1 1 5 16,-1-2-1-16,0 2 11 0,-1 1-4 0,0-2-5 0,-1 2-12 16,-1 0 17-16,1 0-11 0,-1 0 22 0,0 2-2 0,-1-1-12 0,0 2-9 15,0-1 4-15,0 1-4 0,-2 0 13 0,0 1 1 0,0 0 0 16,-1 1-29-16,0 0 28 0,-2 1-24 0,2 0 33 0,-1-1-5 15,2 1-15-15,-2 2-1 0,2 0 4 0,-2-2-1 16,3 1 6-16,0-1 1 0,1-1-5 0,0 2-8 0,1-2 9 16,-1 1-7-16,1 0 13 0,1 3-6 0,0-3-4 0,1 0-6 15,1 0 7-15,1-2-2 0,0 3 16 0,1-4-3 0,0 3-6 0,1-4-15 0,0 2 17 16,0-3-12-16,0 1 23 0,0-1 2 0,-1-1-12 0,1 1-22 16,-1-1 22-16,1 0-22 0,1 0 22 0,-2 0 1 15,1 0-10-15,-1-1-14 0,-1 1 17 0,0-1-17 0,1 1-4 0,1 0-7 16,-1 0-17-16,0-2-49 0,0 2-4 0,0 0-14 0,-1 0-79 15,0 0-48-15,0 0-49 0</inkml:trace>
  <inkml:trace contextRef="#ctx0" brushRef="#br0" timeOffset="-198663.22">22517 13624 468 0,'-4'0'143'0,"1"-1"168"0,0 0-205 0,0 0-2 0,0 1-49 0,0-2 61 0,2 1-24 0,0 0-27 0,0-1-37 0,1 1 21 0,0-1-34 0,0 0 31 16,0 1-8-16,1 0-12 0,-1 0-12 0,1-1 6 15,0 1-12-15,0 0 17 0,0-1-5 0,-1 2-7 0,1 0-14 16,1 0 18-16,-1 0-19 0,-1 0 20 0,0 0-7 16,0 0-11-16,0 0 0 0,0 0 1 0,1 0 0 0,-1 2 0 15,1-2-5-15,-1 1-8 0,1 0-38 0,0 1-22 16,0-2 9-16,2 2-157 0,-1-2-75 0,0 1-17 0</inkml:trace>
  <inkml:trace contextRef="#ctx0" brushRef="#br0" timeOffset="-197825.33">22737 13342 677 0,'-5'0'80'0,"-3"0"45"0,1 0-1 0,0 0-21 0,2 0-29 0,-1 0-33 16,0 0 31-16,1-2-45 0,-2 2 40 0,1-2-13 0,0 0-21 0,-3 2 14 0,2-1-2 0,0-1-2 0,1-1-12 15,1 2 0-15,1-1-7 0,-1 0 1 16,2 1 10-16,-1-1-14 0,1 1 9 0,1 0-12 0,-2 1-9 0,1 0-4 16,-2 2-2-16,2 1 2 0,-1-1 10 0,0 1-6 0,1 0 0 15,1 0-16-15,-2 0 7 0,2 0-8 0,1 0 15 16,0 1 1-16,0 1-4 0,0 0-12 0,-1 1 7 0,2 1-10 15,0 0 22-15,0-1-5 0,4 0-4 0,-4 2-18 0,1-1 17 16,0-5-14-16,-4 1 24 0,4-2 0 0,0 0-7 0,1 3-14 16,0-1 16-16,0 0-14 0,1 1 20 0,0-1-4 0,1 1-11 0,1 0 1 15,1 1 3-15,-1 0-1 0,2 1 5 0,1-1 2 0,0 0 1 16,1 2-17-16,1-2 17 16,0 3-15-16,2-3 19 0,0-1-3 0,-1 1-11 0,0-1-13 15,0 2 17-15,1-1-12 0,-2 1 21 0,-1 0-2 0,-1-3-10 0,-2 5 1 16,2-3-2-16,-2 2 2 0,-1-1-1 0,0-1-1 0,-1 2-2 0,-1 0-12 15,-2 0 1-15,0-1-4 0,-1 0 0 0,0 2-3 16,-2-3-1-16,-1 2-4 0,0-1 14 0,0 0-5 0,-1 0 31 0,0 0-2 0,-1-2-8 16,0 2-13-16,-1-2 13 0,-1 0-12 0,2-2 17 0,-2 0-1 0,-1-1-7 15,0-2-1-15,0-1 5 0,2-1-2 0,0-3 12 0,2 1 2 0,-1-1-4 0,1-2-9 16,1-1 26-16,1-1-20 0,1 0 26 16,1-2-8-16,1 1-16 0,0 1-10 0,1-3 10 0,1 0-6 0,-1 1 35 15,1 0-6-15,1-1 0 0,0 1 4 0,0-2 1 0,0 1 3 16,1-2 4-16,-2 4-9 0,2-2-5 0,0 0-20 0,-1 3 17 0,1-1-15 15,-1 2 12-15,0 1-5 0,-1-4-13 0,1 0-19 0,-1 5 15 16,0-1-12-16,0 0 22 0,-2 5-3 0,1-3-9 0,-1 3-16 0,-1-1 1 16,1 3-8-16,-1-2-21 0,0 2-9 0,0-1-12 0,0 1-33 15,0 1-12 1,0 0-3-16,0 0-64 0,1 3-35 0,2 1-29 0,0 1-135 16,3 0 205-16</inkml:trace>
  <inkml:trace contextRef="#ctx0" brushRef="#br0" timeOffset="-197271.79">23011 13272 832 0,'-12'-6'-236'0,"4"3"479"0,1 1-61 0,1 1-75 0,0 1-70 0,0 0 37 0,2 0-58 0,-3 1 36 0,1 1-16 0,2 0-23 0,-2 3-9 0,1-1 3 0,0 0-5 0,1 1 20 15,-1-2-2-15,3 3-3 0,-2 1-17 0,1 0 25 16,1 0-25-16,-1 2 41 0,0 0-12 0,1 3-17 0,0 2-9 16,0 0 2-16,1 1-5 0,-1 2 14 0,1-3-7 0,1-1-1 15,1 6-21-15,2-1 16 0,-1 2-14 0,1 4 27 16,2-8-8-16,-2 0-9 0,3 0-8 0,1-2 16 0,-2-2-10 16,4 1 22-16,0-4-4 0,-1-1-17 0,1 0-15 0,0-1 25 15,-1-2-21-15,1-1 29 0,-1-1 2 0,-1 0-11 0,0-1-5 16,0 0-1-16,1 0-3 0,-1-2 5 0,0 0 0 0,0 0 3 0,0-1-10 15,-1-2 7-15,-1 2-4 0,0-3 10 0,-1 1-6 0,-1-3-5 16,1 3 1-16,-2-4-1 0,-1 2 4 0,0-1 12 0,-1 1-7 16,-1-1 2-16,0-1-4 0,-1 2-2 0,1-2 5 0,-4 1 12 0,2 1-2 15,-2 0 3-15,1-3 0 0,-2 3 18 0,1 0-9 0,-2 0 21 16,-1 1-4-16,1 1-20 0,-2-1-13 0,0 4 20 0,0 0-20 16,-1 2 12-16,0 1-5 0,0 1-10 0,-2 3-17 15,2-1 12-15,-2 2-9 0,1 1 18 0,2 1-6 0,1 0-10 0,0 0-27 16,1-1 6-16,-1 2-12 0,2-1-14 0,2-1-5 0,-1 1-13 15,3-2-38-15,1 1-4 0,1-2-10 0,0 0-69 0,2-2-34 0,0 1-41 16</inkml:trace>
  <inkml:trace contextRef="#ctx0" brushRef="#br0" timeOffset="-187269.28">14091 11960 256 0,'0'0'6'0,"0"-1"321"0,-2 0-155 0,4 1 3 0,0 1-181 0,3 1 10 0,6 2-10 0,2 0 22 0,3 1 3 0,2-1 1 0,3 2-6 15,-4-2 9-15,3 1-7 0,5 2 17 0,1-5-8 0,6 2-9 16,2-1-25-16,-2-3 20 0,3 0-16 0,0-1 34 0,0-1-10 15,1 0-13-15,3-1-15 0,4 1 15 0,0-2-10 0,-5 1 23 16,1 1-4-16,-3-2-13 0,3 2-7 0,3 0 13 0,-4-1-11 16,-2 1 19-16,0 1-2 0,-1-1-6 0,3 2-7 0,2-1 10 0,3 0-8 15,0-1 11-15,-6 1 3 0,3-1-9 0,2-1-21 16,0 0 28-16,4 0-27 0,-5 1 24 0,-2-2-1 0,0 1-11 0,6 0 0 16,2-2-5-16,2 0 5 0,-1-3 6 0,-3 2-2 0,0-2 0 0,3-1-10 15,-2-2 11-15,4-5-9 0,-3 2 11 0,-1-1-6 0,2 1-4 16,4-2-8-16,-2 0 5 0,-4 0 1 0,-1 1 19 0,-4 0-3 15,-4-3-10-15,3-2-4 0,-5 3 10 0,-4 0-9 0,-3 2 1 16,-4 0 2-16,-4 1 0 0,-2-1-11 0,-3 0 12 0,-4-1-8 0,-2 1 33 16,-3 0 3-16,-3 0-4 0,-3 1-3 0,-2-2 11 0,-5 0-14 15,-2 1-6-15,-3-2-5 0,-4 2-5 0,-5 3-8 16,-5-2-7-16,-3 2 5 0,-5-2 3 0,-3-2 0 0,-7 1 2 0,-5 1-24 0,-4 0 23 16,2-2-20-16,1 2 29 0,2 1-1 0,-1 1-6 0,-1-1-13 15,0 0 12-15,1 1-9 0,-5 1 24 0,1 2-4 0,3 0-10 0,-5 3-3 16,1-2 6-16,-1 4-5 0,-4 0 4 0,7 3-4 0,-3 1-7 15,-7 1-1-15,-4 3 10 0,-2-1-2 16,0 3 16-16,5-1-3 0,1 2-10 0,-4-2-18 0,-3-1 23 16,-1 2-19-16,-2 0 23 0,-2 3-4 0,4 3-10 0,-2 1 5 15,1 5-6-15,2-1 6 0,-3 7-1 0,6-1 0 0,-1 5-1 0,6 1-15 0,4 1 19 0,5 0-13 16,8-2 19-16,8 1 4 0,3 0-9 0,7-2-15 0,5-1 18 16,4-3-13-16,9-2 38 0,7 2-5 0,7 2-9 0,7 2-11 15,6 0 15-15,4 2-13 0,3-1 7 0,3 3-6 0,4 0-9 0,6-2-9 16,8-1 7-16,6 0-8 0,6-2 5 0,3-2-8 0,2-2-13 15,3-1-37-15,3-2-10 0,4-4-11 0,9 0-108 0,5 0-67 16,7-1-52-16</inkml:trace>
  <inkml:trace contextRef="#ctx0" brushRef="#br0" timeOffset="-154034.33">22096 3770 665 0,'1'-2'180'0,"1"-3"42"0,-3 2 35 0,0-2-118 0,-1 3 27 0,2-5-36 0,0 3-43 0,1-2-39 0,1 2 28 0,2 0-43 0,-2 2 33 0,-2 0-17 0,-1 1-20 0,1 0-19 16,0 0 14-16,3-1-18 0,4 2 33 0,-2 0-5 16,2 0-9-16,2 0-9 0,1 0 17 0,-1-1-19 0,4 0 34 15,-1-1-7-15,0 2-11 0,2-1-21 0,-2 1 12 16,-1-1-20-16,3 0 14 0,-3 1-2 0,0-2-7 0,3 2-10 16,-3 2 7-16,0-1-8 0,-1 1 19 0,-3-2-5 15,0 0-5-15,0 0-22 0,-3 0 5 0,1 0-9 0,-1 0-25 16,1-1-16-16,-1-1-18 0,1 0-61 0,-1 1-38 0,1-2-2 15,-2 0-182-15,1-3-83 0,2 4-54 0</inkml:trace>
  <inkml:trace contextRef="#ctx0" brushRef="#br0" timeOffset="-153580.36">22089 3746 1157 0,'-5'7'199'0,"-2"-2"3"16,-2 0-9-16,-1 2-80 0,1 2-14 0,3-1-31 0,1 0-36 0,1 1-26 15,1-2 10-15,1 1-16 0,-1 1 18 0,1-1-2 16,1-2-7-16,0 1-21 0,1-4 25 0,0 2-26 0,1 1 43 16,0-5-5-16,0 1-11 0,2 2-9 0,-1-2 20 15,-1 0-20-15,1 1 40 0,0-2-13 0,0 0-11 0,1 1-17 16,0-1 12-16,2 0-13 0,0 0 24 15,1 1-2-15,0-1-8 0,1 0-8 0,1 0 18 16,0-1-20-16,1 0 21 0,-5 0-8 0,-2 0-16 0,3 0-6 16,0 0 9-16,5 2-9 0,2 0 15 0,0 1-1 0,0 1-9 0,3 3-6 15,-1 2 6-15,0 0-7 0,-2-1 8 0,-3 1-1 0,0 0-1 16,0 1-8-16,-2 2 8 0,-3-1-5 0,1 1 13 0,-3-1-1 0,0 0-6 16,-1 1-3-16,-1 2 15 0,0-3-10 0,-2 0 18 15,0-1-3-15,-3 2-5 0,1-1 3 0,-2 0-2 0,-1 0 2 0,1 1-1 0,-2-3-3 16,0-4-3-16,0 1-11 0,0-3 5 15,-2 2-5-15,0 0 10 0,2 0-1 0,-1-1-4 0,0 0-5 0,1-2 11 0,0-2-10 16,-1 0 7-16,3-1 0 0,-1-3-7 0,1 2-1 16,2-1 2-16,-1 1-2 0,1-4-7 0,1 4-3 0,3-1-7 0,1 1-17 0,1 1 9 15,0-2-10-15,-2 0-3 0,-1 2-8 0,0-1-13 0,0 0-63 16,1 0-30-16,1 2-8 0,0-3-152 0,2 1-27 0,3-6-31 0</inkml:trace>
  <inkml:trace contextRef="#ctx0" brushRef="#br0" timeOffset="-153370.99">22336 4023 1098 0,'-1'3'266'0,"0"0"92"0,0 1-218 0,1-2-37 0,2 1-39 0,2 1-38 0,0-2-24 0,2 2 11 0,0 0-11 16,2-1 9-16,1-1-11 0,0 1-12 0,1-2-55 0,-1-1-21 15,-1 0 5-15,1-4-157 0,-1 0-95 0,4-3-25 16</inkml:trace>
  <inkml:trace contextRef="#ctx0" brushRef="#br0" timeOffset="-152428.36">22597 3768 391 0,'-4'0'104'0,"1"0"101"0,0-1 5 16,-1 1-43-16,1-2-33 0,4 1-43 0,1 0 13 0,2-1-33 0,-1 1 19 0,-4 0-10 0,1 0-21 0,-1-1-16 0,0 1 26 0,0 1-36 0,0-1 39 15,1 0-8-15,0 1-17 0,0 0-19 0,0 0 12 16,0 0-23-16,0 0 16 0,0 0-8 0,0 0-7 0,0 0-26 15,0 0 11-15,0 0-14 0,0 0 22 0,1-2 1 16,1 2-7-16,1-1-20 0,-3-2 16 0,-1 1-18 0,2 1 34 16,1-3-5-16,5 0-9 0,2 1-8 0,1-1 9 15,0 1-9-15,5 0 14 0,1-1-2 0,-1 0-7 0,1 3-18 16,-1-1 22-16,-1-1-17 0,0 0 29 0,-2 2-6 0,-2 1-11 0,0-1-3 16,-1 1 5-16,-2 0-2 0,0 1 4 0,-3 0 2 15,1 1-1-15,-2 2-8 0,-1-1 8 0,0 1-6 0,-2 1 11 16,-3 3 2-16,0 0-5 0,-3 1-8 0,0 0 9 0,-2 1-8 0,0 0 6 15,-1 2 1-15,0-3-4 0,-1 2-1 0,-1 1 4 0,1-2-3 16,-2 0-1-16,2-1 1 0,0 0-3 0,1-1-4 0,0-2 5 16,2 1-2-16,2-4 8 0,1 2-6 0,2-2-3 0,1 1 3 15,0-2-5-15,1 1 6 0,1 0-1 0,1-1-1 0,3-1-1 0,-1 1-10 16,1-1 12-16,1 0-7 0,1 1 26 0,1-1-5 0,0 1-4 16,0 0-12-16,0 0 7 0,0 1-5 0,0-1 12 0,0 0-1 0,1 1-7 15,-1 3-9-15,1-1 8 0,1 1-7 0,-1 2 11 0,1-1 0 16,-1 0-4-16,1-1-10 0,-1 2 10 0,-1 0-6 15,-1-2 58-15,-2-1-4 0,-3 0 12 0,0 0-55 0,-2 2 17 0,0 0-18 16,0 2 39-16,-2 0-9 0,-2 0-9 0,0 2-21 0,-3-1 8 0,0 1-9 16,-2 0 7-16,2-1 0 0,-2 0-7 0,-1-1-8 15,1-1 7-15,0-1-6 0,0-1 11 0,1-1-5 0,1-4-5 0,0-1-13 0,0 0 1 16,0-3-4-16,1 2-19 0,2-1-13 0,0 2-11 0,1-4-68 16,2-1-24-16,1-2-10 0,0-6-150 0,2 1-47 0,6-3-54 15</inkml:trace>
  <inkml:trace contextRef="#ctx0" brushRef="#br0" timeOffset="-152027">23157 3685 666 0,'-10'-2'186'0,"2"1"374"0,-3 0-363 0,2 1-39 0,-1 2-54 0,0 3-55 0,1-1 12 0,-1 3-39 0,3 3-4 0,1 2-4 0,1 0-14 0,-4 2 1 16,-4 0 11-16,1 1-12 0,1-1 13 0,2 0 2 15,0-1-4-15,1-2 12 0,4-1 13 0,-1-2-10 0,2 1 20 16,2-1-10-16,1-3-10 0,1 0-18 0,1-1 12 16,2-2-15-16,3 0 33 0,1-2-5 0,1 0-9 15,3-2-3-15,2-3 8 0,0 0-12 0,4-4 10 0,-8 0-8 16,1 0-7-16,-1-4-15 0,-1 3 11 0,3-1-11 0,0-1 31 15,-3 2-6-15,0 1-12 0,-2 2-11 0,-2 4 21 0,-2-1-16 16,-2 2 36-16,-1 2-6 0,1 0-13 0,-1 0-10 0,0 2 5 16,0 2-6-16,0 1 3 0,0 2 0 0,1 5 0 0,-1 1-10 0,0 0 15 15,1 1-12-15,1 0 21 0,-2-2-6 0,1 3-7 0,-1-3-6 16,1 1 5-16,0 0-5 0,1 1 3 0,0-2 0 0,3 2-5 0,-1-2-10 16,1 4 9-16,-2-2-9 0,2 1 9 0,-2-3-5 15,2-2-7-15,0 2-43 0,3-2 10 16,-1 1-16-16,0 0-16 0,0 0-20 0,1 1-26 0,1 0-144 15,1 2-54-15,2-2-31 0,4 0 29 0</inkml:trace>
  <inkml:trace contextRef="#ctx0" brushRef="#br0" timeOffset="-104897.98">26382 12779 598 0,'-2'0'152'0,"-1"0"21"0,0 0 35 0,1 0-109 0,0-1 14 0,1 1-21 0,0-2-37 0,0 0-19 0,1 1 20 16,0 0-31-16,0 1 20 0,0-1-3 0,0 1-4 0,0 0-1 0,0 0 11 15,0 0-10-15,0 0 12 0,0 0-8 0,0 0-9 0,0 0-21 16,1 0 25-16,0 0-19 0,1 1 36 0,-1-1-5 0,0 1-13 0,2-1-12 15,-2 0 16-15,1-1-14 0,1 0 14 0,0-1-3 0,0 0-11 16,0-2-9-16,1 1 4 0,-1-1-6 0,2 1 3 0,-1-4-1 16,0 3-4-16,2-2-12 0,0 2 7 0,-1-2-8 15,2 2 5-15,-1-1-3 0,0 1-3 0,1-2-3 0,0 0 7 0,0 1-4 16,-2-2 7-16,1 1-1 0,-1 1-4 0,0-1-11 0,-1 1 11 0,-1 0-8 16,0 2 17-16,-1-1-6 0,2 2-9 0,0 0-33 0,0 1 10 15,-1-1-14-15,-1 0 3 0,0 1-12 0,0 0-11 0,0 0-24 16,-1 1-7-16,1 0-1 0,0 0-55 0,0 0-15 0,0 0-24 0,0 0-131 15,-1 0-26-15,3 0-34 0</inkml:trace>
  <inkml:trace contextRef="#ctx0" brushRef="#br0" timeOffset="-104423.61">26447 12721 1024 0,'-7'2'171'0,"-5"3"-20"0,3 2-15 0,0 0-64 15,0 2-11-15,4-1-8 0,-1 0-17 0,2-1-20 16,0 2 7-16,3 0-16 0,0 0 15 0,1 0-6 0,0 0-2 0,1 1-5 16,1-2 9-16,1 1-5 0,-1 0 20 0,1-1-1 15,2-1-3-15,-2 1-18 0,1-2 15 0,0 0-12 0,0-1 23 0,1-1-6 16,-2-2-8-16,2 1-21 0,-2-5 13 0,2 0-13 0,-2 1 18 0,0-5-3 15,1 8-5-15,-1-1-21 0,1 0 19 0,-1 1-15 0,-1-6 34 16,2 0-6-16,-1 1-11 0,1-1-9 0,1 1 6 0,-1 0-5 16,2-1 11-16,-2 0-5 0,1 3-6 0,1-3-4 0,-2 2 13 0,2 0-8 15,0 0 20-15,0 1-7 0,2-2-7 0,-1 2-7 0,1-1 4 16,-2 2-3-16,-1 0 3 0,0 2 0 0,-4 0-3 0,1 3-9 16,0-1 7-16,-1 1-7 0,5 2 9 0,-1-1-1 0,1 1-3 0,-1 0-9 15,2-4 11-15,0 2-7 16,0 0 19-16,-2 1-2 0,0 5-7 0,-2-2-17 0,-1-2 13 0,1 1-11 0,-3 0 22 0,0 1-3 15,-2 2-6-15,-1-1-7 0,-1-1 10 0,-2 2-6 0,2-1 12 16,-2-1-4-16,-1 1-7 0,2-1-5 16,-2 0 5-16,1-3-3 0,1 2 12 0,-2-3-6 0,0 2-2 0,0-2-18 15,5-1 16-15,-1-2-11 0,-1 1 30 0,1-2-7 0,-5 0-12 0,0-1-11 16,2 0 12-16,0 0-8 0,1-1 17 0,2 0-3 0,1-1-8 16,1 1-23-16,0 0 3 0,1 0-10 0,0-3-26 0,0 0-7 15,1 0-13-15,1-1-75 0,1 1-23 0,2-1-16 0,0 1-171 0,2 2-6 16,1-1-42-16</inkml:trace>
  <inkml:trace contextRef="#ctx0" brushRef="#br0" timeOffset="-104138.36">26816 12846 1293 0,'-7'5'221'0,"0"2"-13"0,2-1-17 0,-1 0-85 0,3 0-41 0,0-3-23 0,1 0-26 0,2 1-20 0,-1-2 12 0,1 1-13 0,0-1 16 0,0 1-2 0,0-2-13 0,0 1-35 0,0-2 10 16,1 0-19-16,0 0-2 0,2 0-9 15,-1 0-10-15,1-3-32 0,2-2-29 0,-1 1 1 0,1-1-153 0,-1 1-20 16,2-4-43-16</inkml:trace>
  <inkml:trace contextRef="#ctx0" brushRef="#br0" timeOffset="-103662.85">26900 12491 1194 0,'-7'12'153'16,"-1"-2"54"-16,2 2-111 0,0 1 2 0,3-3-25 15,2 0-31-15,-1-1-38 0,2-4 24 0,3 1-31 0,0 0 34 16,2-3-3-16,-2 3-8 0,1-4-5 0,1-1 20 0,-1 2-13 16,1-2 34-16,0 1-3 0,1-1-8 0,1-1-11 0,0 0 6 15,0 0-9-15,0 0-1 0,0-1-6 0,1 1-7 0,-2-2-15 0,2 1 18 16,0 1-14-16,-2-3 25 0,-1 3-9 0,1-1-13 0,0-1-11 16,0-1 11-16,1 0-9 0,1 2 17 0,-1-3-2 0,-1 0-7 0,1 2-5 15,0-2 8-15,-6 0-4 0,0 0 15 0,1 1-3 0,1-3-4 16,3 1-9-16,1-1 6 0,0 1-7 0,0-2 3 0,-2 1-2 15,2 1-5-15,-1-2-9 0,-1 1 13 0,0 0-9 0,-1 1 17 16,0-3-3-16,-2 3-10 0,0 0 3 0,-1-2 2 0,0 3-1 16,-1 1-5-16,0 0 2 0,-1 0-2 0,0 2-23 0,1 0 17 15,-1 0-18-15,1-1 22 0,-1 2-6 0,1 0-9 0,0 0-34 0,0 0 7 16,0 0-12-16,0 0 4 0,0 0-1 0,0 0-6 0,2-1-8 16,0-2-21-16,1 2 5 0,0-4-101 0,-1 3-23 0,2-2-30 15,-1 0-79-15,-1 0 14 0,0 0-22 0</inkml:trace>
  <inkml:trace contextRef="#ctx0" brushRef="#br0" timeOffset="-103496.56">27101 12265 753 0,'-1'0'213'15,"0"0"24"-15,0 1 0 0,1 0-98 0,0 2 25 16,0 2-29-16,1 0-34 0,0 4-33 0,1 3 22 0,1 0-40 16,1 1 9-16,-1 1-11 0,2 2-18 0,-1 2-17 0,0 0 18 15,0 2-17-15,-1-5 22 0,2 1-7 0,-2 0-10 0,1 1-23 0,0 2 9 16,0-1-9-16,-2-2 19 0,1-4-5 0,-1-1-8 0,1-1-36 15,0 0-5-15,0-2-17 0,1-1-69 0,-1 0 39 0,0-3 7 0,0 0-64 16,0-2-8-16,3 5-370 0,-4-4 173 0,1 0-37 16</inkml:trace>
  <inkml:trace contextRef="#ctx0" brushRef="#br0" timeOffset="-103095.66">26808 12442 956 0,'-11'5'-463'0,"6"-3"866"0,1 2-103 0,-1 2-152 0,1 0-54 0,1 0 6 0,1 2-41 0,1 1-12 0,1 0 1 0,1 0-3 0,1-1-24 0,2 0 25 15,0-1-30-15,1 0 31 0,-1 0-14 0,1 0-17 0,0 0-14 0,1-2 4 0,0 1-4 0,0-1 9 0,0 0-3 16,1 1-4-16,-1-1-19 0,0 0 12 0,1-1-10 0,0 1 28 16,-2-3-11-16,1 2-6 0,-1-1-68 0,0 1-19 0,-1-3-13 15,1 1-113-15,-2 1-35 0,1 0-34 0</inkml:trace>
  <inkml:trace contextRef="#ctx0" brushRef="#br0" timeOffset="-102616.71">27044 12307 216 0,'0'-1'65'0,"0"0"100"16,-1 1 2-16,-1-2-14 0,2 1-5 0,0 1-21 15,0 0-28-15,0 0-32 0,0 0 23 0,0 1-43 0,0-1 29 16,-2 2-11-16,2-1-10 0,0 1-14 0,0 1 10 0,0-1-8 16,0 0 14-16,1 2-4 0,0-1-5 0,2 0-8 0,-1 2 17 0,0-1-14 15,0 1 10-15,2 0-20 0,-1 2-18 0,1-2-15 0,1 1 12 16,0 2-4-16,0 1 28 0,0 2-7 0,0 1-12 0,0 1-11 16,0-4 9-16,1 0-8 0,-1 0 8 0,0 1-3 0,1 3-7 0,-1-1-9 15,1 2 14-15,0-1-11 0,0-1 7 0,0-1 1 0,1 1-11 16,-2-1 4-16,1 0 3 0,-2-1-3 0,1 0-11 0,1-1-1 15,-2-1-2-15,2 1-45 0,-2 0 1 0,1 0-9 0,-2 0 38 16,0-2 1-16,0-2 15 0,-1 2-69 0,0 0 0 0,2 0-18 0,-3-1-31 16,1 2-38-16,0 0-28 0,-1-1-122 0,3 1 170 0</inkml:trace>
  <inkml:trace contextRef="#ctx0" brushRef="#br0" timeOffset="-99041.28">13646 12808 399 0,'-15'-5'90'0,"2"1"110"0,-3 2-110 0,2 1-29 0,0 1 0 0,1 1-1 0,0-1-15 0,2 2-11 0,0-2 3 0,1 0-1 0,1-2 7 0,1 0-3 0,2 1-1 16,2-2-7-16,-1 0-27 0,1 2 29 0,1-1-28 0,1-1 27 15,1 0-7-15,1 1-15 0,0-2-7 0,0 2 5 16,1-1-4-16,3 0 6 0,-1 1-1 0,1 1-5 0,2-2-17 0,1 2 16 15,1-1-13-15,1 1 29 0,1 1-4 0,2-1-5 0,2 1 3 0,1 0-4 16,1 1 5-16,2-1-4 0,0 1 5 0,1 1-2 0,1-1-7 0,-6 2 15 16,0-3-15-16,3 2 13 0,1-1-3 0,8-1-2 0,3 0-9 15,-1 0 7-15,-1-1-4 0,1-1 8 0,1-1-1 0,3-3-11 16,3 0-16-16,2 1 24 0,1-1-19 0,5 0 26 0,-2 0-9 0,-3 3-16 16,4-3 3-16,-1 3 2 0,1-2 0 0,5 2 6 0,-3-2-2 15,-1 1-4-15,0-1 0 0,3 1 5 0,1-1-3 16,1 2 2-16,-2 1 0 0,-1-1 1 0,3 2-11 0,-1 0 5 0,2-1-5 15,-1 2 21-15,-1 0-1 0,0 2 0 0,5 0-16 0,3 2 9 0,0 0-7 16,1 1 17-16,-2-2-9 0,0 2-8 0,1-1-2 0,1 3-5 16,-1 1 7-16,1 0 9 0,-1-3-3 0,-3-1 3 0,5-3-19 15,-1-1 14-15,-2-1-11 0,6-1 18 0,-6 1 0 0,-3 0-7 0,6-1-9 16,-2 4 5-16,1 0-5 16,-4 0 10-16,-1-2 0 0,-3-4-5 0,5-3-13 0,-1-2 18 0,-4-2-14 0,1-3 19 0,0-2-3 15,-2 2-6-15,5 0-13 0,-2 0 16 0,-1 1-11 0,-3-1 21 16,-6 1 1-16,-1-1-14 0,0 2-15 0,-3-1 22 0,0 1-20 0,-3-1 21 15,-4 4 0-15,0 1-8 0,1-4-5 0,-3 0 7 0,-3 1-6 16,-8-1 9-16,-5 2 2 0,-2-1-4 16,-1-1-4-16,2 2 8 0,0 1-6 0,-2-1 19 0,-1-1-6 15,-3 2-3-15,0-6-12 0,-1 0 9 0,-4-2-6 0,-3-1 27 0,-1 0-12 16,-3 0-9-16,-2-1-15 0,-3 0 6 0,1 0-4 0,-4 1 16 16,4 0-3-16,-5-1-7 0,-3 1-24 0,-5 0 21 0,-7-1-18 0,-2 1 20 15,-1 0 2-15,-2 1-15 0,-3 1-6 0,-5-2 17 0,-7 2-16 16,-4 1 14-16,-5-2-3 0,2 2-3 0,-1 1 5 0,2 0 0 0,-1 6 3 15,0 0 6-15,-2 2 0 0,-4 1-1 0,-5-4-14 0,2 2 11 16,2 1-10-16,1 0 14 0,6 1-2 0,-1-1-2 0,-7 3-1 16,0-1-3-16,0 1 3 0,1-1 4 0,6 0-1 15,1 2-1-15,-1-2-10 0,-1 0 10 0,-4 0-7 0,0 1 10 0,1 0 0 0,1 0-7 0,0 1-10 16,2 1 12-16,1-2-9 0,-2 0 23 0,1 0-6 0,1-4-5 0,-4 1-4 16,-2 2-2-16,3 4 1 0,0 4 2 0,2 2 1 0,3 1 1 15,-6 3-10-15,0 0 10 0,1 0-9 0,2 1 7 0,7-4 6 16,3 1-9-16,-2 3-4 0,2 4 14 15,2 2-14-15,-1-1 8 0,3-3-1 0,1 2 0 16,4-1-1-16,3 3 0 0,5-1 1 0,1 1 0 0,4-3 3 16,4 0-3-16,3 0-9 0,1 2 14 0,2-1-13 0,3 0 13 15,0 1 1-15,2 0-2 0,0 2-7 0,1 1 1 0,2-1-4 0,0 2 6 16,3 1-1-16,1 0-3 0,1 1-10 0,1 3 12 0,1-2-9 0,1 2 20 0,3 1-9 0,2-5-6 0,1 2-10 16,1 0 16-16,3 0-8 15,2 3 27-15,3-3-8 0,2-1-13 0,4-1-8 0,3 0 8 0,3-2-6 16,3 1 11-16,0 1 9 0,3-1-1 0,4 2-32 0,4-4 22 15,2-3-24-15,-4-3 37 0,2-3-4 0,-1-1-5 0,2-2-17 0,4-3 12 16,-1 0-10-16,-2-3 18 0,0 0 1 0,0-2-9 0,3-1-16 16,2-1 22-16,-3-1-17 0,-5 2 24 0,-1-1 0 0,-2 0-14 0,0 0-11 15,3 0 16-15,-5 2-12 0,-2-2 16 0,-5 2-2 0,0 0-8 16,1-2-13-16,-2 3 13 0,-3 0-10 16,-2-1 19-16,-2 1-9 0,1 0-10 0,-1 1-57 0,-2 0 3 0,1 0-16 0,-1 1-29 0,-2 2-15 0,2-1-21 15,-3 3-64-15,-2-1-19 0,-1 2-3 0,1 1 86 0</inkml:trace>
  <inkml:trace contextRef="#ctx0" brushRef="#br0" timeOffset="-90533.36">24139 13496 353 0,'-3'-3'75'0,"1"1"80"0,1-2-99 0,1 2 1 0,-1 1-24 0,1 1 18 0,0 0-10 0,0 0-14 0,1 0-18 0,0-2 12 0,0 2-12 0,0 0 10 0,1-1-6 0,0 1-7 16,-1 0-3-16,-1-1 9 0,1 1-3 0,0 0 26 0,-1 0 2 15,0-1-5-15,1 1-9 0,0 0 4 0,1 0-9 0,-1 0-10 16,-1 1-3-16,0-1-3 0,1 2-2 16,0 0 16-16,0 1-7 0,0 3 27 0,1-3-4 0,-2 3-14 15,3 1-14-15,-2 1 18 0,0 0-19 0,1-1 15 0,-1 2-1 0,1 0-4 0,2 0-19 16,0 1 22-16,0-1-16 0,0 2 27 0,0-1-2 16,5 12-3-16,-5-7-10 0,1-1-2 0,-1 1 2 15,1-2-2-15,-1 1 1 0,-1-1-2 0,2 1 2 0,-1 2 0 0,1-1 3 0,-2 2-4 0,1-3-5 0,-3 1-15 16,0 2 19-16,-1 1-16 0,-1-1 22 0,-2 0-5 0,-1-4-8 15,1 0-12-15,-1-2 7 0,0 0-4 16,-1 4 23-16,1-2-1 0,-1-1-7 0,-1 3-19 0,-3 0 18 0,-3-1-16 0,0 1 23 16,2-3-6-16,0-2-10 15,0-1-3-15,0 1 2 0,-1-1 1 0,1 2 11 0,0-4-2 0,0 2 0 0,3-1-14 0,-2 0 7 0,0 1-7 16,-3-3 14 0,-5 0-6-16,-1-1-5 0,-2 2-12 0,0-3 15 0,-3 1-9 0,1-1 30 15,-1-2-6-15,-1 1-10 0,-4-1-4 0,-2 0 2 0,0-2-2 0,-1 1 2 0,-4 0-3 0,-3-1-4 0,-2 1-8 16,6-1 7-16,-1 0-3 0,0-1 22 0,1 1 1 0,-4-1-7 15,0 1-19-15,1 0 20 16,0 0-19-16,1 1 18 0,2 0-2 0,1 1-6 0,-7-1-8 16,2 0 8-16,1 1-6 0,0-2 19 0,9 0-3 15,0 0-6-15,-3 0-14 0,0 0 13 0,-2-3-11 0,2 2 21 0,2 1-5 0,2-2-7 0,-1 1 0 0,-1 0-2 0,-1 0 2 16,-1-1 5-16,0 1 1 0,-2-2-4 0,0 1-1 0,2 1 13 0,8-3-10 16,3 0 17-16,0 1-3 0,2 1-3 0,-7-2-14 0,4 1 11 15,2 0-7-15,0-1 23 0,4 0-10 0,2 0-8 16,0 0-10-16,2 0 5 0,0 1-3 0,-2-3 9 0,0 3-4 0,2-1-2 0,-1 0-3 31,1 0-1-31,2 0 3 0,-1 0 12 0,1 2-3 0,2-1 3 0,-2 1-8 0,1 0 5 0,0 0-4 0,0 1 5 0,0-2-3 16,1 2-2-16,1-1-6 0,-1 2 4 0,2 0-4 0,0 0 6 15,-1-1-2 1,1 1-3-16,-2 0-15 0,1-1 12 0,1 1-10 0,-1 0 14 16,1 0 3-16,2-1-5 0,1 1-25 0,-1 0 12 0,1-2-16 15,0 2 11-15,1-1-5 0,1 1-13 0,0 0-24 0,0 0-14 0,0 0-4 0,0 0-67 0,0 0 6 0,3 0-2 0,1 1-66 16,1-1-31-16,8 0-18 15</inkml:trace>
  <inkml:trace contextRef="#ctx0" brushRef="#br0" timeOffset="-89940.59">22272 13951 627 0,'-22'-12'485'0,"10"10"-470"0,-1-1-12 0,2 2 4 0,2 2-3 0,0 2-1 0,1-1-15 0,0 2 9 0,2 0-6 0,-2 0 22 0,2 0-1 0,-1 0-9 0,2 1-19 0,-2-1 22 0,0-1-19 16,0 3 27-16,2-3-7 0,-3 2-11 0,6 1-12 0,0-1 12 16,-3 1-7-16,3-1 22 0,-6 0 2 0,0-1-9 0,-1 3-22 15,0-4 26-15,0 3-24 0,0-1 27 0,1-1-1 0,2 1-9 0,-2 0 1 16,0 0-2-16,0 0 3 0,0 0 3 0,0-1 4 0,3 1 1 16,-1-2 13-16,4 0 22 0,-1 1-12 0,2-1 35 15,1-1-6-15,3 2-4 0,0-1-21 0,1 1 8 0,4 0-9 0,1-1 2 0,1 3-7 16,3-3-11-16,1 2-19 0,3-1 14 15,1 1-15-15,0 2 11 0,0-1-6 0,-7 1-8 0,3 0-21 0,0 0 12 0,2-1-10 16,7 1 29-16,-2-1-4 0,-1-1-6 0,-2 1-12 0,-2 2 12 16,-2 0-8-16,0-1 13 0,-4 1-4 0,-1 1-8 0,0-1 11 0,-2 1-2 15,-2 0 5-15,0 0-5 0,-1 0 4 0,0 0-2 0,-1 1-17 16,0-1 19-16,0 2-17 0,0 1 21 0,2-1-11 0,0 0-13 0,2-2-86 16,1 0-30-16,0-2-6 0,1 1-127 0,1-2-61 0,0 10-52 15</inkml:trace>
  <inkml:trace contextRef="#ctx0" brushRef="#br0" timeOffset="-88163.93">28378 12124 384 0,'0'-3'89'0,"0"2"103"0,0 0-135 0,1 1-11 0,0 0-21 0,1 0 17 0,2 1-8 0,0 0-8 0,2 1 0 0,0 0 17 0,2 1-9 0,1-1 20 0,-1 4-9 0,2-3-7 0,0 2-22 0,2 1 2 0,-2 1-3 16,1 0 9-16,-1-1-7 0,2 3-9 0,2 0-16 0,-3 3 16 16,0-1-12-16,-1 1 25 0,1 2 2 0,-2 0-3 0,-3 2 21 15,1 2-5-15,1 2 9 0,2-1-7 0,6 4-3 0,3 1-7 0,0 4-19 16,0 0 12-16,-1 2-15 0,-1-1 7 0,-2-1 1 0,2-1-1 15,-2 2-18-15,-2-3 7 0,1 3-6 0,-2 4 17 0,2-1 0 16,-2 4-6-16,2 3-23 0,-4 2 25 0,0 5-23 16,0 1 28-16,-1-3 2 0,-1 2-8 0,1 1-22 0,-1 2 17 0,1 4-16 0,-2 3 20 15,1 4 3-15,-1 3-10 0,-3 2-3 0,0-1 10 0,-3-6-9 16,-1-4 5-16,-1-4-2 0,-3-2-1 0,0 1-11 0,-3 2 17 16,-1-2-11-16,-1-3 18 0,0-1-4 0,-2-3-14 15,0-2-13-15,-3 1 23 0,1-5-16 0,-3-1 31 0,2 0-11 0,-3 0-15 0,1 0-10 16,-1 3 3-16,0-3-1 0,-4 4 3 0,-5-5 1 0,-4 0-5 15,-5-1-6-15,-1-1 12 0,5-1-9 16,-3-4 25-16,-1-4-8 0,2-3-5 0,-8-1 0 0,3 1 1 0,0 0 4 0,-2 0 1 16,1 0 3-16,-3-1-3 0,-7-1-18 0,-2-2 17 0,2-1-16 0,1 0 21 15,2-1-2-15,2 0-2 0,-3-2-20 0,1 0 13 0,1 0-11 16,-1-2 15-16,-5 0-3 0,-2-1-14 16,-5 0-15-16,-1-1 25 0,2-2-20 0,-1 0 25 0,3-4-2 0,1 2-9 15,-9-2-4-15,-5 1 13 0,-2 2-6 0,-4-4 31 0,6 3-4 16,3-1-9-16,-3-1 5 0,0 1 15 0,-5 1-8 0,-1-2 30 15,-3 1-3-15,5 1-1 0,2 0-28 0,-1-1 15 0,-2 3-14 16,-2-1 36-16,1-1-28 0,-2-3 1 0,1 3-12 0,4-2 3 16,1 1-5-16,-2 1 1 0,2-2-6 0,-2-1-8 0,-1-1 1 15,6 0-4-15,2-2 5 0,2-1 11 0,2 1-4 0,-4-2 0 0,-3 0-21 16,1-1 16-16,4-3-12 0,6 1 24 0,4-2-10 0,2 2-11 16,-2 1-1-16,-2-2 2 0,-1 0 6 0,1 5 22 0,1-2-8 15,1 1-5-15,0-1-12 0,-2-4 5 0,2 0-3 0,3-2 15 16,-2 2-2-16,-3 0-2 0,-2 3-14 0,0-2 8 0,1 1-4 0,3 0 28 15,5 0-7-15,-3-4-5 0,3 4-13 0,-3-2 11 0,-3 1-8 16,0 0 16-16,6 2-2 0,1-2-9 0,1 1-18 0,3-2 15 16,-4 0-12-16,6-2 43 0,7 2-9 0,0-3 0 0,3 0-32 15,0 1 6-15,-1 0-8 0,0 2 13 0,3 2-1 0,2 2-6 0,3-2-11 16,3 1 12-16,10 1-9 0,2 1 17 0,2 1-10 0,3 1-11 16,-4 0-30-16,2 1-4 0,3 0-6 0,1 1-45 0,2 0-22 15,0 0-23-15,0 1-74 0,0-1-5 0,2 0-4 0,6 0-18 16,4 1 136-16,1 2 4 0</inkml:trace>
  <inkml:trace contextRef="#ctx0" brushRef="#br0" timeOffset="-87712.22">23618 14503 1707 0,'-6'-4'81'0,"-2"-1"-47"0,6 1 29 0,1 3-61 0,1 1 15 0,0-2 0 0,-4 2-9 0,0 0-19 0,-1 0 14 0,2 0-12 0,-3 0 30 0,1 0-5 0,-1-1-8 0,-4 0-7 0,0-1 1 16,0 1-2-16,-1 0-3 0,-2 0-5 0,0-1 0 15,-2 1 3-15,0-1 6 0,-1 0 0 0,-2 1 6 0,0 0 0 0,-1 1-11 0,1 0-12 0,0 1 17 16,2 0-12-16,0 1 23 0,1 1-3 0,-1 0-8 0,1 2-13 16,1-1 10-16,-1 1-8 0,1-1 27 0,0 1-8 15,-1 0-5-15,0 2-23 0,-1 0 17 16,-1 1-13-16,1 1 32 0,3-1-2 0,0 0-9 0,0 1-16 0,2 0 15 16,6 2-14-16,2-2 15 0,2 1 0 0,1 0-8 0,-5 2-8 0,2-3 12 15,1 2-10-15,2-1 14 0,3 1 0 0,2 0-4 0,1-1-4 0,3 1 10 16,-4 0-7-16,1 1 13 0,1-1 0 15,4-1-7-15,6 2-10 0,4 1 15 0,1-2-12 0,2-1 30 0,-1 1-11 16,0 0-12-16,3-1-17 0,-2 2 15 0,0-2-9 0,1-3 22 16,0-2-7-16,0 2-12 0,1 0-29 0,2 3 11 0,-3 2-14 0,2 2-14 15,-1-2-6-15,-1 5-22 0,1-3 18 0,-6-1-21 16,-1-1 8-16,4 0-114 0,-1-1-32 0,6 0-30 0</inkml:trace>
  <inkml:trace contextRef="#ctx0" brushRef="#br0" timeOffset="-65817.87">26291 4094 330 0,'-8'2'87'0,"3"-1"68"0,0-1-69 0,2 1 28 0,1-1-51 0,1 0 41 0,1 0-17 0,0-1-22 0,2 0-33 0,1-2 28 0,2 0-41 0,1 1 29 0,1-2-11 15,2 0-18-15,2-3 0 0,0 0 0 0,0 1-3 0,3-2-1 16,0 0-2-16,3 3-6 0,1 0-4 0,-2 0 7 16,1 1-9-16,4-1 5 0,-5 1 0 0,2 0 0 0,1 1-21 15,-2-1 15-15,0 0-17 0,-1 1 38 0,-4 1-5 16,-6-1-10-16,-3 2-8 0,-1 0 3 0,-2 1-4 16,6 1 9-16,-4 0-5 0,2 3-2 0,-3 1 4 0,0 2 0 15,-1 0 4-15,-1 2 17 0,-3 1 1 0,1 5 5 0,-3-1 3 16,1 2 8-16,-1 2-6 0,4 0 6 0,0 0-11 0,-1 3-8 0,0-4-17 15,-5 4 6-15,-1-1-4 0,1-2 16 0,1 0-7 0,0-2-7 0,1 0-17 16,1-2 14-16,0-1-12 0,2 0 20 0,0-2-3 0,1 1-10 16,0-2-13-16,2-1 19 0,-1-1-15 0,1 0 18 0,1-1 2 15,0 1-12-15,0 0-14 0,0-1 15 0,2-2-18 0,-1 1-4 16,0-3-18-16,3 2-22 0,-1-2-57 0,3 0-43 0,1-1 4 16,0-1-201-16,1-2 210 0,-3-1-22 0</inkml:trace>
  <inkml:trace contextRef="#ctx0" brushRef="#br0" timeOffset="-65406.28">26828 4274 655 0,'-3'1'207'0,"2"0"-106"0,-2-1 66 0,2 1-68 0,0 1 36 0,0-1-81 0,1-1 17 0,-1 0-23 0,1 1-26 0,0-1-5 0,0 0-3 0,0 0-1 0,1 2-2 0,1-2-6 0,-1 0-2 16,0 0-11-16,2 0 8 15,0 0-5-15,0 0 15 0,1 0-28 0,-1 1-12 0,1 1-83 0,-1 1-58 0,1-1 38 16,1 2-264-16,-1 0 243 0,1 1-15 15</inkml:trace>
  <inkml:trace contextRef="#ctx0" brushRef="#br0" timeOffset="-64439.25">27390 3824 542 0,'-11'-4'-151'0,"4"1"351"0,-2 1-33 0,0 0-40 0,-3-1-45 0,2 1 31 0,0 2-55 0,-3-2 24 0,1 1-12 0,0 0-19 0,-1-1-27 0,1 1 22 16,2 1-30-16,-1-1 38 0,2 1-14 0,1 1-21 0,-3 2-20 15,2 1 22-15,-1-2-25 0,-1 5 29 16,1-2-3-16,-1 0-11 0,-2 2-13 0,1 0 8 0,-1-1-11 0,1 3 22 16,3-2-3-16,0 2-5 0,-1 1-16 15,3 0 19-15,0 2-20 0,1 0 20 0,0 1 1 0,2 0-7 0,4 0-8 16,1 0 3-16,2-1-6 0,2 0 23 16,-4-3 1-16,1-1-4 0,-2 1-2 0,0-3 14 0,2-1-14 0,0 0 16 0,7-2-2 15,3-1-3-15,0 0 0 0,5-2 12 0,1 0-8 16,1 0 14-16,0-2-10 0,0 1-14 0,1 0-17 0,0-1 14 0,2 2-14 15,1-2 15-15,2 1-8 0,1 1-10 0,1 0-8 0,1 0 9 16,-1 2-3-16,0-1 22 0,-4 3-3 0,2 1-7 0,-1 6-28 0,-2 0 22 16,-3 1-18-16,-8-1 30 0,-3-1-2 0,-3-1-11 15,-2 4 1-15,2-1 1 0,-3 1 0 0,-2 1 1 0,-1-2-3 0,-4 3 0 0,-3 0-7 16,-2 0 7-16,3 1-4 0,-5-2 14 0,0-2-5 0,-3 0-8 16,-5 0-12-16,0-4 15 0,0 0-9 0,-1 0 21 0,4-4-3 15,1 1-10-15,-1-3-11 0,2 2 14 0,1-3-10 0,0-1 21 16,3-1-2-16,2-1-10 0,1-2-17 0,1-3 22 0,3-2-18 0,1-3 28 15,0-2 0-15,3-6-12 0,1-1-7 16,3-6 17-16,1-4-14 0,2-1 26 0,2 4 0 0,1 1-8 0,4 0-16 0,-1 3 21 16,2 1-18-16,-1 2 26 0,-1 3-9 0,-2 3-12 0,-1 1-21 0,-2 2 14 15,-2 2-11-15,-3 2 24 16,-1-1-3-16,-1 3-9 0,-1 1-11 0,0 0 13 0,-2 1-9 0,0-1 12 16,-2 2-11-16,-1 1-18 0,-1-1-59 0,0 2-9 0,-1 1-16 15,0 0-132-15,0 0-110 0,-1 2-86 0</inkml:trace>
  <inkml:trace contextRef="#ctx0" brushRef="#br0" timeOffset="-61414.64">29624 12289 535 0,'-8'-5'150'0,"4"-1"211"0,-1 3-264 0,3 1-76 0,2-1 6 0,0 2-21 0,0-1-1 0,2 2-5 0,2-2-1 0,0-1 6 0,0 2-6 0,1-2 6 0,0 1-4 0,0-1-1 0,1 1 7 16,0 0 11-16,-2-1 3 0,-1-1 29 0,2 1-6 0,-1 1-12 0,1-2-11 15,-1 3 14-15,2-3-16 0,1 0-1 0,-2 3-2 0,1-2-7 0,1 0-13 0,-2 1 10 0,0 1-6 16,2-1 29-16,-3 1-8 16,2-1-8-16,-2 0 3 0,1 1 4 0,-1 0 0 0,-1-1 10 0,1 1-3 15,-1 0-1-15,-1 1-3 0,2-1-5 0,-2 1 3 0,1 0-11 0,0 0 1 16,0 0-2-16,-1 1-10 0,2 1 9 0,0 0-10 0,0 2 7 0,0 1-3 0,1-2-4 0,-1 3-11 16,2 1 16-16,-2 0-9 0,1 0 22 15,-1 4-1-15,1-2-12 0,-2 1-18 0,-1 0 21 16,0 0-19-16,1 1 25 0,-3 0 2 0,0 1-7 0,0 0-10 15,-1 1 4-15,-2 1-5 0,2 2 13 16,-1-2-5-16,0 1-3 0,-2-3-8 0,2-1 8 0,-1 1-4 0,0-1 10 16,0 2-5-16,1 1-7 0,0-2 4 0,1-1-3 0,-2-1 4 15,1 1 6-15,1-2-1 0,0 1-2 0,0 1-15 0,0-2 14 16,1-1-13-16,-2-3 14 0,2-1-3 0,0-2-5 0,0 1-28 16,2 0-2-16,-2-2-5 0,2 0-18 0,0 0-9 0,0 1-12 0,2-1-85 15,0 2-15-15,-1-1-20 0,3-1-113 0,-1 1 180 0,-2 0-15 0</inkml:trace>
  <inkml:trace contextRef="#ctx0" brushRef="#br0" timeOffset="-61115.76">30124 12453 1066 0,'0'3'-91'0,"0"-3"166"0,-1-2-4 0,1 2-22 0,0 0-9 0,0 0 19 0,1 0-26 0,-1 0-6 0,0 0-6 0,1 0-11 0,1 2-17 0,-1-1 8 0,2-1-7 16,-1 1 14-16,-1 0 3 0,0-1-6 0,0 3-20 0,0-3 23 15,1 3-22-15,-1-3 27 0,0 2-5 0,0-1-9 0,0-1-48 16,1 2-16-16,-1-2-6 0,3 0-100 0,-2-2-45 0,1 1-46 0</inkml:trace>
  <inkml:trace contextRef="#ctx0" brushRef="#br0" timeOffset="-60561.99">30408 12002 654 0,'-7'-5'161'0,"-2"0"-79"0,-1 1-38 0,0 0-32 0,-2 4 35 15,1 0-12-15,-2 0-12 0,0 0-1 0,-1 0-11 0,1 3 10 0,-1 1-13 16,2-2 2-16,0 4-3 0,-1-1-22 0,2 1 32 0,0-1-29 0,0 2 26 16,0-2-3-16,1 1-13 0,-1 1-3 0,1 1 5 0,0-1-2 15,0 1 12-15,0-1 4 0,-2 0-3 0,1 0-7 0,2 1 14 0,1-2-14 16,2 2 8-16,1-2-6 0,2 0-5 0,0-1 9 0,1 1-7 16,2-2 8-16,0 1-7 0,2-1 7 0,1-2 1 0,0 2-1 15,2-2 18-15,1 0-18 0,1-1 12 0,1 1 0 0,1-1-2 0,1 0-15 16,0 1 19-16,-1-2-14 0,0 0 28 0,0 1-6 15,1 0-14-15,1 2-22 0,1-1 23 0,0 0-19 0,0 1 34 0,2 2-9 16,-1-1-15-16,2 1-18 0,1 2 11 16,-1 1-8-16,-1-1 18 0,-1 0-1 0,-1 2-7 0,-3 3-8 0,-1 2 12 15,-2 1-11-15,0-1 7 0,-2-5-5 0,0 0-3 0,-2 0 2 0,-1 1 1 0,-1 0 3 16,-2 2 5-16,-1-1 1 16,-1 1-3-16,-1 0-19 0,-1 2 20 0,-1-1-18 0,0 0 21 0,-1-5 0 0,2-2-7 0,-3 1-19 0,1-5 15 15,-1 5-14-15,1-4 29 0,0-1 2 0,2-1-9 0,0-4-13 16,0-2 20-16,2-2-18 0,-1-4 18 0,2-1 4 0,1-3-7 0,-1-4-12 15,3-4 15-15,0-2-14 16,0-1 15-16,1 0-1 0,2 1-12 0,-1-1 2 0,2 3 6 0,1-1-7 16,1 2-2-16,-2 2 2 0,2 2-3 0,-2 0-16 0,2 4 22 0,-1 0-17 15,0 2 22-15,-2 3-1 0,-1 1-12 0,1 2 1 0,-1 0 3 0,-1 0-3 16,0 3-1-16,-1-1 1 0,1 0-1 16,-1 1-31-16,0 1 4 0,0 1-15 0,0-1-31 0,1 2-38 0,-1 0-31 0,2 0-125 0,-1 2-44 15,0-1-16-15</inkml:trace>
  <inkml:trace contextRef="#ctx0" brushRef="#br0" timeOffset="-51082.49">13652 13359 256 0,'-3'-12'101'0,"3"9"402"0,0 3 1 0,1 1-426 0,2 4-82 0,1 2-16 0,2 3 23 0,-4 3 5 0,0-2-7 0,2 2-8 0,1 3 13 0,5-1-14 0,2 5 10 0,1-2 3 0,2 2-2 0,3-1-15 0,0-1 14 0,2 1-13 16,1-1 22-16,0-2-3 0,4 4-7 0,4 1-12 0,6 2 10 0,4-1-10 15,4 0 15-15,0-3-1 0,2 0-2 0,0 1-8 0,-4 0-1 0,1-1 2 16,-1 2 18-16,2-1-3 0,8-1-2 0,2 2-22 16,4-2 17-16,1 2-15 15,0 0 25-15,-5-1-9 0,-3 1-9 0,0 0-5 0,1-4 9 16,4-2-1-16,8-2 19 0,1-2-5 0,2-2-10 0,1-1-13 16,-6-3 19-16,1-1-16 0,-1-3 15 0,4-1-2 0,8 0-9 0,5-2-7 0,-2-2 10 0,-6 0-6 0,-3-3 22 0,-5 0 1 15,4-3-7-15,8-1-10 16,2 0 9-16,-1-2-12 0,-11 0 3 0,-5 0-2 15,-2 1-1-15,0-3 5 0,8 1 0 0,-2 0 3 0,0 2 4 16,-3-4-2-16,-3 2-2 0,-6 0-13 0,0-1 15 0,-6-2-11 16,1 2 17-16,1-5-6 0,2 1-11 0,2-1 3 0,-1-3 0 0,-1 2 3 15,-5-2 7-15,-9 1-2 0,-3 1-4 0,0-4-8 0,-2 0 12 16,4 3-9-16,-2-1 13 0,-8 1-4 0,-2-2-9 0,-3-1 4 16,-2-1 8-16,-4 0-2 0,-2-1 2 0,-5 4 4 0,-5 1-9 0,-2-2-13 15,-5 1 25-15,-3-3-22 0,-4 1 28 0,-3 3-4 0,-2-2-12 16,-4-2-7-16,-1 0 3 0,-5 1-1 0,-3 0 12 0,-2 2 1 15,-3 0-5-15,3-1-16 0,-6-2 16 0,-1-2-15 0,-5-1 19 16,-4 1 0-16,-1 0-2 0,-1-1-6 0,-4 0 3 0,-3-1-3 0,1 1 0 16,-1 3 2-16,-3 2-4 0,-75-26 12 0,136 49-18 15,-146-40 11-15,75 26-5 0,-2 0-2 0,-7 1-4 0,-3 5-1 16,-4 3 1-16,-3 3 19 0,4 3-6 0,-3 0-2 0,-8 6-30 16,1-1 23-16,-4 4-14 0,0 2 29 0,3 2-5 0,-1 2-13 0,-5 5-10 15,0 1 5-15,1 2 2 0,-1 3 10 0,2-3 0 0,3 1-7 16,-4 2-15-16,3 3 14 0,0 1-13 0,-1-2 17 0,8 1-4 15,2 1-3-15,0 3 3 0,4 2-3 0,-1-1 5 0,4 0 3 0,8 0 2 16,4 3-2-16,2 0-15 0,7 3 14 0,5 0-14 0,6-1 14 16,7-1-1-16,7-3-7 0,3 4-12 0,5-3 2 0,8-2-3 15,7 0-5-15,7-6-14 0,6-1-12 0,7 1-37 0,10 0-6 0,7-2-5 16,7-2-37-16,5-1-7 0,7-3-9 0</inkml:trace>
  <inkml:trace contextRef="#ctx0" brushRef="#br0" timeOffset="-45688.74">29104 11786 269 0,'-8'-3'16'0,"1"1"28"0,1-1 27 0,3 2-17 0,-1 0 16 0,3 1-11 0,1-1-22 0,0 1-13 0,0 0 1 0,0 0-1 0,1 0 7 16,3-3-1-16,0 0-6 0,3 1-24 0,1 1 19 0,0-3-22 0,1 0 13 15,-2 1-1-15,1-1-3 0,1 1-18 0,0-1 10 0,-1-1-9 16,-1 1 28-16,-3 0-2 0,1 1-5 0,-3-2-7 0,0 1 14 16,1 1-11-16,0-3 15 0,-1 1-1 0,2 2-5 0,0-4-10 15,2 1 18-15,-1-1-12 0,2 0 30 0,0-1-1 0,1 0-13 0,-1-2-24 16,2-1 32-16,2 0-30 0,-1-3 36 0,1 0-13 0,0-1-14 16,1-1 1-16,3 0-2 0,0-1 7 0,1-1 2 0,4-1-7 15,-2 0-8-15,3-2-25 0,1 2 25 0,1 4-20 0,1 1 30 16,1 0-7-16,-1 1-15 0,-2 0 2 0,-7-1 3 0,-3 2 0 0,1 1 5 15,-1-1-1-15,7 2-6 0,2-1 1 0,2 0 6 0,-2 0-5 16,0-3 3-16,-1 2-1 0,-1-1-1 0,-1 1-1 0,-2 0-4 16,0 2 2-16,0 0 2 0,-3 2 3 0,2 0 2 0,-2 1-7 0,-1-1 2 15,-1 1-3-15,-2 2 6 0,-1-1-6 0,0 2-3 0,1-2-6 16,0 1 9-16,2-1-3 0,0 0 11 0,1 0-5 16,1-1-12-16,0 0-53 0,2-1 2 0,1 1-20 0,-1 1-39 0,0-2-15 15,-1 2-12-15,-2 1-70 0,-6 0 118 0</inkml:trace>
  <inkml:trace contextRef="#ctx0" brushRef="#br0" timeOffset="-45341.32">29601 10971 1063 0,'-6'-13'9'0,"3"2"-13"0,3 8 22 0,0 0-9 0,0 1 21 0,3 2-10 0,3-6-14 0,1 3-21 0,5-3 15 0,1 4-12 0,2-3 25 0,1 2-7 0,0-1-7 0,1 2-3 0,1-1-3 0,0 1 7 0,0-2 6 0,-2 3-1 0,-2 1-1 0,2 0-6 16,0 1 4-16,-2 4-4 0,1 0 4 0,-1 3-2 0,-3 1 0 0,0-2 0 16,0 2-5-16,-1-2 6 0,0 0 4 0,1 2-1 0,-2 3-3 15,1-1-11-15,-3 4 13 0,0-1-10 16,-2-2 21-16,-2 1-7 0,-1-1-7 0,-1-1-9 0,1 2 12 15,-2-1-4-15,-2-3 22 0,0 1-4 0,0-1-11 0,0 0-14 0,-2-2 19 16,1 4-16-16,0-2 17 0,-2-2-2 0,1 4-10 0,-1-3-10 16,0 3 12-16,0 0-7 0,1 1 13 0,0-1 2 0,1 1-11 0,1 2-31 0,-1-1-10 15,1-1-14-15,1 1-105 0,0 0-33 0,0 0-33 0</inkml:trace>
  <inkml:trace contextRef="#ctx0" brushRef="#br0" timeOffset="-44817.43">29224 11591 717 0,'-4'-3'30'0,"-1"-1"-44"0,1 2 45 0,-1 2-7 0,2 0-12 0,-1 2-25 0,0 2 20 0,0-1-21 0,-1 1 27 0,0 1-3 0,-1 2-4 0,-2-2-18 0,-1 3 9 0,-1-2-8 0,-1 0 20 0,0 1 4 0,-1 0-8 16,1 1-5-16,0-1 14 0,1-1-16 0,2 2 9 0,1-1 0 16,0 0-3-16,7-2-10 0,0 3 8 15,3-3-6-15,-1-2 18 0,-2 4-6 16,0-5-9-16,-1 4 1 0,1-3 6 0,1 3-1 0,-1-3 13 0,2 0-3 15,-1 1 1-15,0 0-2 0,-2-3 11 0,-1 1-3 0,0 0 19 0,1 0-7 0,4 0-10 0,4-2-22 0,-2 1 17 16,3 0-18-16,1 0 13 0,1 1-4 0,3-1-10 0,2-1-1 31,2 0 1-31,2 1 0 0,3-1 5 0,-2 0-2 0,2 0-3 0,2 0-9 16,-2 0 9-16,4 0-6 0,1 2 12 0,1-2-5 0,2 0-5 16,3 1-6-16,2 0-28 0,2 0 13 0,-2 2-90 0,-9-2-23 15,-3 1-21-15</inkml:trace>
  <inkml:trace contextRef="#ctx0" brushRef="#br0" timeOffset="-15199.38">9894 16422 256 0,'-11'6'-1'0,"8"-2"-36"0,1-1 22 0,1-2 3 0,0 0 69 0,0-1 1 0,1 0 10 0,0-1-29 0,1 0-7 0,3-5-23 0,1 0-22 0,4-2 28 16,1-1-24-16,3-1 33 0,-2-1-6 0,0-1-12 0,0 1-7 16,-2 0 12-16,-1 2-7 0,0 2 22 0,-3 0 1 0,-1 3-10 0,-1 2-4 15,1-1 19-15,-2 2-17 0,-1 1 27 0,0 0-8 0,0 0-4 16,-1 0-15-16,0 0 14 0,0 0-7 0,0 0 25 0,0 0-7 15,0 0-16-15,0 0-21 0,0 0 30 0,0 0-27 0,0 0 35 16,0 0-3-16,-2 0-8 0,0 0-12 0,-1-2 7 0,-1 2-5 16,0-3 20-16,-3 3-5 0,0 0-8 0,-2-1-8 15,-1-1 5-15,0-1-7 0,-2-3-6 0,-1 3-1 0,1-4-2 16,0 2-7-16,-1-1-4 0,1-1 2 0,-2 0 2 0,-1 0 2 0,-2-2 2 0,-4 0-9 16,-2-1 5-16,-1-1-5 0,1-1 6 0,0 2 2 0,5-1-1 0,-2 1-8 15,-2 0 3-15,-1 0-4 0,-5 0 7 0,4-1 3 0,-2 2-4 16,-1 2-10-16,-1 2 10 0,-1-2-11 0,-2 3 6 0,2 2 3 15,-1-1-2-15,-5 1-1 0,-1 2 5 0,-2 0-1 0,1 0 9 0,5 0-1 16,0 0-7-16,-3 0 0 0,0 1 2 0,-4 0-3 0,-1 2 1 16,5-1-3-16,0 0 2 0,-2 0-9 0,0 3 7 0,-3-2-2 15,0 3 15-15,2-1 3 0,5 0-9 0,-2 4-24 16,-1-1 27-16,0 0-26 0,-4-1 29 0,3 1-3 16,1 1-10-16,-1 1-17 0,1 2 12 0,0 1-9 0,0 1 30 0,-1 0-7 0,2 2-7 0,-2 2-13 15,4 2 9-15,0-2-6 0,-1-2 15 0,3 1-3 0,-2 1-2 0,1 3-3 16,3-1 1-16,-1 0 2 0,3-2 8 0,3 0-1 0,0 0-2 15,2-1-22-15,-1-2 19 16,2-1-17-16,-3 1 24 0,3 1-4 0,2-1-9 0,0 2-4 0,3-1-1 16,3-1 3-16,1-1 6 0,2 2 0 0,6 0-1 0,0 2-11 0,1 1 11 15,1 0-11-15,-4 1 11 0,1 0-2 0,1-2-3 0,1 1 7 16,-1-4-7-16,3-2 8 0,2 0-1 0,2-2 1 0,1 2 1 0,1 0-20 16,-1 0 24-16,3-3-22 0,0 0 33 0,0 2-5 15,-2-3-11-15,2 1-7 0,1 0 3 0,1 0-2 0,7 1 15 0,2-2 2 16,3 2-7-16,0 1-14 0,0-1 18 0,2 1-17 0,-2 0 14 0,1 1-3 0,3 0-6 0,3 2 2 15,4-2-6 1,1 0 7-16,3-3 5 0,3-2-3 0,2-2-2 0,4-1-15 16,-1-3 17-16,2-2-13 0,-1-2 21 0,0-1-3 0,4-3-7 0,4-2-20 0,3-1 17 0,2 0-11 0,1-2 36 15,-6 0-8-15,2 1-12 16,1 1-17-16,0 1 16 0,2 2-13 0,0 0 21 0,-3 3-2 0,0 3-6 0,1 0-12 0,-5 0 11 0,1 2-8 16,-3 1 19-16,-3-1 0 0,4 0-11 0,-3 1 0 0,1 1 8 15,-1 0-8-15,3 1 5 0,-3-1-1 0,-4 0-2 16,7-2-5-16,0 0 9 0,-3-1-5 0,8-1 19 0,-7 0-3 0,2-3-10 0,2 0-10 15,1-4 10 1,0 0-10-16,-6-2 9 0,2-3-2 0,0 0-5 0,-1-2-9 0,1 0 19 0,-4-1-11 0,-2-2 19 0,-5-1 1 16,-1 0-16-16,0-1-4 0,0-4 11 0,-2 1-11 0,-7-2 5 0,-2 5 0 15,-3 0-3-15,0-2-7 0,3 2 12 0,-2-3-6 0,-4 2 19 16,-6 3-4-16,-1 2-13 0,-3-1-20 0,-5 2 27 0,-1 2-23 16,-3 0 33-16,-2-1-4 0,-5 0-13 0,-3-2-3 0,-4-2 2 0,-1 1-2 15,-6-1 6-15,-2 2-1 0,-4-1-5 0,-5 2 0 16,4-4 8-1,-3 3-6-15,-4 0-1 0,0 1 2 0,-7 0-1 0,-3-1-10 16,1 5 11-16,-3 1-8 0,-3 2 18 0,-2-1 1 0,-2 4-5 0,-5 1-19 16,1 1 21-16,5 2-20 0,-1 0 24 0,5 1-2 0,0 0-13 15,1-1-7-15,2 0 7 0,0-1-7 0,4-1-9 0,1-1-7 16,10-2-16-16,5 1-51 0,5-2-28 0,7-1-11 0,-1 0-168 0,4-1 174 16,0-5-20-16</inkml:trace>
  <inkml:trace contextRef="#ctx0" brushRef="#br0" timeOffset="11568.18">2591 17062 542 0,'-6'-6'155'0,"0"2"217"0,2 1-288 0,3 1-73 0,0 2-3 0,0 0-10 0,1 0 2 0,0 0 1 0,0 0-9 0,0 0 13 16,0 0-13-16,0 0 15 0,0 0-1 0,0 0-2 0,0 0-4 0,0 0-6 16,0 0 3-16,2 1 5 0,-1-1-1 0,1 1 3 0,3-1-6 15,1-1 13-15,2 0-8 0,1 1 31 0,1-3-6 0,0 2-5 0,2-2-22 16,2 2 15-16,1 0-12 0,-1 1 19 0,3-2 3 0,0 1-11 16,1 0-3-1,1-2 14-15,-1 2-13 0,-1 0 17 0,-1-1-6 0,2 0-1 0,2-1 2 0,2 1 5 0,1-1-1 16,3-2-2-16,-3 2-3 0,1-3-8 15,3 1-22-15,1-2 15 0,3 2-16 0,5-1 15 0,4 0-3 16,2 0-5-16,6 1-5 0,-1-1 3 0,-7 2-1 0,0-4 7 0,-4 3 1 0,-1 1-4 0,3-1-13 0,-4 1 22 0,-1 2-19 16,0 1 20-16,0-1-4 0,3 2-9 0,3 2-1 0,1-1 3 31,0 1 2-31,-7 0 34 0,-1 0-13 0,-2 1-1 0,3-1-7 0,4 1-7 0,-2 1 6 0,-4-2-10 0,-3 1 5 0,-1 0 1 0,1-1-21 31,1 1 21-31,1-3-17 0,-1 1 24 0,2-1-3 0,1 0-12 0,-1 0-3 0,-1-1 5 0,-7-1-4 0,-1 0 13 0,1-1 1 16,-2-1-2-16,6 3-8 0,-3-1 9 0,-5-1-9 0,-1 0 16 15,-4 2-4-15,1 0-6 0,-2 0-11 0,0 1 15 0,-1-2-11 0,-1 2 23 32,-1 0-2-32,1 0-9 0,-1 2-17 0,0-1 8 0,-1-1-11 15,0 1 13-15,0 0-1 0,-1-1-3 0,-1 2-10 0,1-1 6 16,-2 0-5-16,0 2 11 0,-2-1-3 0,-1 0-5 0,1 0-18 16,-2 1 21-16,1-1-15 0,1 1 16 0,-2 1-26 0,1 0-25 0,-2 2-112 15,1 2-72-15,-2 1-16 0,-8 3-52 0</inkml:trace>
  <inkml:trace contextRef="#ctx0" brushRef="#br0" timeOffset="62093.93">18259 16774 577 0,'-6'-5'83'0,"3"-3"156"0,1 3-246 0,1 2 13 0,1 3-11 0,0 0 15 0,0 0 0 0,0 0-10 0,0-1-12 0,1 1 15 0,1 1-13 0,1-1 15 0,0 0-1 0,0 2-4 0,0-1-2 0,1 1-2 15,-1 2 2-15,0-2 4 0,1 3 1 0,-1 0-3 0,-1 1-22 16,2 1 32-16,-2-2-25 0,1 1 38 0,0 1-10 0,-1 0-14 0,0 5-15 16,0 1 15-16,1 1-6 0,-1 0 26 0,0 0-2 0,0-1-14 15,2-1-11-15,-2 3 17 0,1-4-15 0,1 3 12 0,-1-2-3 16,0-2-10-16,1 3 4 0,-2-2-2 0,1 1 5 0,1 2 5 15,-1-3 3-15,1 1-2 0,-1 2-22 0,0 0 25 0,0-1-24 0,1 0 26 16,1-3-5-16,0-1-7 0,1 0-6 16,0 0 2-16,2 0 2 0,0 0 16 0,2 0-1 0,0-3-5 0,3 0-14 0,0 1 17 0,2-1-15 15,1-1 17-15,-1 0-1 0,4-2-9 0,3 0-15 0,2-2 15 16,3-1-11-16,1 0 32 0,-5-1-5 0,-2-2-10 0,4 0-2 16,1-2 8-16,7 2-7 0,0-3 8 0,-2 3-2 0,1 0-4 0,0-2-19 15,3 2 21-15,3-2-15 0,3 3 27 0,2-3-2 0,0-1-15 16,2 5-17-16,-5-1 18 0,0 0-16 0,-1 1 27 0,1 0-7 15,2-1-7-15,2 1-1 0,1 0 2 0,3 0 1 0,3-1 3 16,0 2-1-16,0 2-5 0,-4-2-20 0,0 0 27 0,-2-3-23 0,0 2 34 16,1-1-7-16,-1 0-11 0,5 2-7 0,0 0-1 0,5 0 2 15,-1 1 11-15,-8 0 1 0,0-1-4 0,-3 0-18 0,1 2 20 16,2-1-18-16,-5 3 22 0,-2-2-5 0,1 1-8 0,1-2-6 16,1 1 6-16,-3-2 0 0,-2-4 16 0,-10 2-3 0,-3-3-10 0,0 1-13 15,0-2 23-15,4 1-16 0,-1 0 35 0,-6 0-7 0,-2 0-9 16,1-3-1-16,-6 2 3 0,1-2 2 0,-4 0 16 0,-1-1-1 15,-1 2-3-15,-1-2-1 0,0 0 6 0,-3 0-8 0,1 0-1 0,-3 0-2 16,0-2-2-16,-2 1-14 0,-1-3 6 0,-4-1-6 0,1 0 11 16,-3-1-3-16,0-2-7 0,-1-1-22 15,0-2 24-15,0-1-21 0,1 0 27 0,-1 1-4 0,0 2-13 0,2 1 1 0,-2-1 3 16,1-2-3-16,1 1 1 0,1 3 3 0,1 0-4 0,1 2-20 16,-1 0 24-16,1 1-21 0,1 2 29 0,1 0-5 0,0 3-12 0,1 0-24 15,1-1 1-15,2-1-12 0,0-2-66 0,3 1-29 0,2 2-40 0,2-2-185 16,2 2 221-16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7:58:24.47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15689 14513 825 0,'-14'-5'204'0,"-1"0"-118"0,5 2-66 0,5 3-22 0,1 0 26 0,1 1 2 0,2 2-6 0,-5 0-16 0,3-1 15 0,0-1-13 0,1 2 20 0,1 0-7 0,1-1-13 16,3 2-3-16,1 1 11 0,2 1-7 0,0 0 21 0,-2-3-1 16,0 3 0-16,3-3 5 0,3 0 8 0,8-2-1 0,5-1 20 15,1-2-11-15,4-1-13 0,6-2-24 0,0-3 11 0,6 1-15 0,3-4 6 16,2 0-2-16,4-1-4 0,2-2-11 0,-2 0 8 0,-4-1-5 16,1 1 13-16,-1-2-2 0,1 2-9 0,9 1-10 0,-1 3 18 15,0 1-15-15,-1 3 15 0,-5 2-3 0,-3 0-7 0,-5 2-8 16,-1-5 5-16,0 2-2 0,-3 0 21 0,3 2-2 0,-2-2-4 0,1 1-17 15,3 2 14-15,-2-1-14 0,0-1 16 0,-2 3 2 0,-2-3-5 16,0 1-26-16,-1 1 25 0,-9 0-21 0,0 0 40 0,-1 2-8 16,-2 0-15-16,5 2-21 0,-3-1 26 0,-5 2-18 0,-1 2 33 0,-5 1-7 15,0 0-15-15,-3 3 2 0,-1 2 1 0,-3-2 3 0,1 1 14 16,-2 0-3-16,-2 4 3 0,-1 5-17 0,-1 4 13 0,0 3-10 16,-1 2 18-16,0 0-7 0,-1 2-9 0,-1 1-6 15,2 6 2-15,0 4 0 0,0 3 24 0,2 4-11 0,2 3-3 0,0 4-24 0,1 3 16 16,0 1-11-16,2-1 26 0,1 3-6 0,1 4-12 15,1 7-2-15,2 1 3 0,1 0-1 0,-1-3 0 0,-1-6 4 16,2-3-6-16,-2 1-5 0,0 2 14 0,1-1-10 0,0-6 16 0,-1-4-6 16,0-6-7-16,-1-3-4 0,1-3 3 0,0-4-1 0,-1-1 13 15,1-1-7-15,-1 1 0 0,1 6-6 0,-1 1-3 0,-5 0 4 0,-1 1 17 16,1-5-3-16,-3-3-3 0,6-1-19 0,-1-2 24 0,-2-3-19 16,0-5 29-16,0 0-5 0,0-2-13 0,0 1-17 0,1-4 18 0,-1 0-14 15,-3-4 25-15,0-3 3 0,-2-1-11 0,0-3-14 0,0-2 21 16,-2 0-19-16,-3-1 34 0,-1-2-8 0,-2 0-11 0,-2 0-22 15,-3-3 19-15,-2-1-14 0,-1-1 23 16,-3-2-10-16,-6-3-16 0,-8 0-13 0,-9-1 20 0,-3-1-11 16,-5 0 23-16,2-1-6 0,-7 1-15 0,-7-1-6 0,-3 3 6 0,-2 1-4 15,0 3 12-15,3 2-2 0,-2 4-5 0,-2 3-3 0,-4 4 12 16,1 0-6-16,1 4 14 0,1 2-1 0,3 1-8 0,0 4-10 0,-2 3 9 16,2 1-7-16,2 0 10 0,3-2-6 0,6-1-10 0,1-1-43 15,5 1-6-15,4-5-13 0,1-4-68 0,11-4-16 0,6-4-22 0,6-4-137 0,9 0 185 16</inkml:trace>
  <inkml:trace contextRef="#ctx0" brushRef="#br0" timeOffset="11893.3">17510 15332 212 0,'-19'-14'313'0,"-5"-2"-187"0,1 0 185 0,-1 3-221 0,4 4-77 0,-1 0-1 0,0 3 17 0,3-2-5 0,0 2 0 0,-1 0-24 0,0-1 6 0,0 1-5 0,-1-1 22 0,2 2-6 16,-1 0-10-16,1-1-30 0,2 1 37 0,2-2-32 0,5 0 37 16,0-2-8-16,-1 0-17 0,-1-2-7 0,-8 0 13 0,-1-2-6 15,-2 2 22-15,1 0 0 0,0 0-9 0,0 1-32 0,1-2 29 16,-3 0-26 0,1 4 41-16,-2-3-7 0,2 1-12 0,-2 2-9 0,0 1 2 0,-1 2-2 15,-3 2 17-15,-3 0 0 0,-2 3-1 0,-3-1-16 0,1 0 14 16,-2 0-14-16,-4 1 21 0,1-2-1 0,-5 2-5 0,0 0-5 15,1 2 7-15,-1 0-5 0,0-1 2 0,2 2 4 0,0-2-9 0,-1 1 0 0,1 0 9 0,-1-1-9 0,-2 3 0 0,1 0 0 16,-3 0-3 0,2 2-10-16,1-1 18 0,1 1-10 0,-1 0 22 0,1-2 3 15,1-2-17-15,-2 0-8 0,1-4 25 0,-2-1-21 0,-3-1 27 0,1-1-11 0,1 3-10 0,-4 0-13 16,-1-1 9-16,0-1-2 16,-3-1 15-16,2 3-1 0,0-2-10 0,-5 1-21 0,-1 3 24 15,1 2-20-15,2 3 28 0,1 2-5 0,0 1-11 0,-3 1-13 0,1 2 17 16,1 0-10-16,-1 2 17 0,2-2 4 0,1 1-14 0,2-2-1 15,-1 0 14-15,4 2-14 0,1-1 2 0,3 1 0 0,0 0-3 0,-2 1 3 0,-1-1-3 0,1 1 3 0,4-2 0 0,4 1 3 32,2-1 3-32,1 2-20 0,2-2 19 0,-2 5-17 0,0-2 22 0,2 1-6 15,3-3-5-15,-1 2-2 0,-2-1-3 0,2 3 5 0,-3 4 1 16,1-1 4-16,3 1-4 0,1 1-10 0,0-1 17 0,5 1-16 16,0-1 16-16,1 1-5 0,1-2-5 0,-3 1-10 0,1 1 7 0,2 1-2 15,3-1 26-15,5-1-8 0,0 0-5 0,5 0-17 0,0 4 11 16,-1-3-9-16,0 2 18 0,-3 2-2 0,4-4-7 0,0 2-21 15,3 1 19-15,1-3-14 0,1 4 31 0,1-1-2 0,3 0-12 0,1 1-21 16,1 1 24-16,5 3-21 0,0-1 32 0,3 1-3 0,2 2-10 16,2 0-6-16,4-1 2 0,0 1-1 0,-2-1 10 0,-3 3 0 15,3 0-3-15,0 9-17 0,9 1 21 0,1 0-17 0,3 2 19 16,-1-3-3-16,1-2-10 0,7 3-13 0,4 4 16 0,5-1-11 0,4-2 28 16,2 1-4-16,3-1-12 0,-2 1-7 0,0-3 11 0,1 1-9 15,0-6 10-15,5-1-1 0,5-2-4 0,7-4-9 0,4-3 0 16,-4-4 22-16,2-2 18 0,-7-3 5 0,3-2-19 0,9 0-22 15,4-2 27-15,2-1-24 0,-3-3 32 0,-5-3-5 0,-2 0-10 0,6-3-4 16,4-2 1-16,2-2 2 0,-2 0 13 0,-5-2-2 0,-2-2-5 16,5-3 5-16,5-1-1 0,2-4-1 0,-3-1 3 0,-4-1 3 15,-5-5 9-15,6-4-17 0,5-3 18 0,3-4-14 0,-4-4 22 16,-4 0-12-16,0-2-17 0,2-1-24 0,9 0 19 0,-2-3-15 16,-1-1 22-16,-9 0-5 0,-2 1-12 0,3 1-11 0,1 0 9 15,-1 3-7-15,-10-3 19 0,-3 3-3 0,-6 0-4 0,-2 0-11 0,4 0 10 0,-4 0-8 16,-1-2 11-16,-3 1-4 0,-4-3-6 0,-7-2-5 0,-6 4 4 15,-2-3-2-15,-3 1 19 0,1 1-7 0,-1 1-3 0,-3-2-10 16,-1 1 5-16,-3 0-3 0,-2-3 11 0,-5 0 1 16,-3-3-3-16,-2-2-12 0,-5 1 10 0,-5-1-9 0,-4 1 10 0,-4 2 4 15,-6-1-8-15,-4-5-15 0,-4 0 28 0,-5-3-24 0,-1 0 30 16,-6 5-5-16,-4 3-16 0,-5 1-20 0,-6 1 21 0,-1 4-16 0,-4 2 33 16,1 5-7-16,-3 1-11 0,-7 1-11 0,-3 2 11 0,0 1-8 0,2 0 12 15,0 4 3-15,2 0-5 0,-1-1-31 0,-1 6 15 0,4 3-18 16,1-1 23-16,4 6-10 0,5-3-11 0,3 2-44 0,5 2-1 15,5 2-13-15,1 2-49 0,3 2-22 0,4 3-27 0,2 5-93 0,3 4 155 16</inkml:trace>
  <inkml:trace contextRef="#ctx0" brushRef="#br0" timeOffset="16429.55">5785 14768 779 0,'-7'9'196'0,"-1"-2"-84"0,1 0-38 0,1-1-53 0,1-2 55 0,1 0-4 0,2-2-14 0,-1 0-17 0,2-1 47 0,-1 0-51 0,1-1 74 0,1 0-34 0,0-1-29 0,1 0-36 0,-1-1 11 15,2 2-8-15,-1-2 48 0,-1 1-4 0,0-3-2 0,0 2-38 16,0-1 21-16,0-1-23 0,-1 0 31 0,-1-1-12 0,1-2-10 16,-1 1-10-16,1-3 2 0,-1 0-2 0,-1-1 2 0,2-2-4 0,0 1-7 15,-1-1-11-15,1-1 11 0,0-1-8 0,-2 0 19 0,0-1-7 16,1 0-11-16,2-3 1 0,1 1 10 0,-1 0-5 0,1-1 10 15,-5 1-4-15,-1-5-5 0,1-3-10 16,0-1 6-16,1-5-4 0,1 1 8 0,2 0 1 0,0 3-8 16,2 0-7-16,1 0 11 0,1 1-8 0,1 2 11 0,1 2-2 0,-1 3-5 0,2 1 0 0,-6 0 3 15,2 2-1-15,-2-1 7 0,1 3-2 16,5 1-5-16,1 2-10 0,-1 0 11 0,1 4-8 0,0-2 15 0,-1 5-2 16,-2-1-7-16,1 3-17 0,-1 2 21 0,-2 0-16 0,0 0 26 15,1 0-1-15,-2 3-12 0,0 2-15 0,0 0 17 0,0 3-14 0,-2 1 23 16,0 2 0-16,-3 2-9 0,1 3-12 0,-1-1 12 0,-1 2-10 0,1-2 16 15,0-1-4-15,-1 0-7 0,0 1-15 0,1 0 21 0,2 0-15 16,0-4 24-16,2-2-4 0,3-1-11 0,1-4-14 0,2-2 15 0,3 0-11 16,0-2 21-16,-1-2-1 0,1-1-9 0,1-3-1 0,-3 1 5 15,1 0-4-15,0 1 3 0,-3 1 2 0,-1 1-4 0,-2 2-12 0,-1 0 12 16,0 2-10-16,-2 0 22 0,0 2 0 16,-1 2-6-16,-1 1-9 0,0 2 5 0,-2 0-5 0,0 1 9 0,-1 0-1 0,-1 2-5 0,-1-1-3 15,-2 2 8-15,1-4-6 0,1-3 7 0,-2 1 1 0,0-1-6 16,-1 3-17-16,0 0 17 0,0-1-15 0,2-1 26 0,2 0-5 15,0-2-9-15,3-1-15 16,-1 0-4-16,2-2-5 0,2 0-35 0,-1-2-3 0,1 0-10 0,1 0-39 16,0 0 5-16,2-3-16 0,3-1-41 0,0 0-37 15,0-2-35-15,4-1-227 0,3 1 275 0</inkml:trace>
  <inkml:trace contextRef="#ctx0" brushRef="#br0" timeOffset="16746.8">6058 14309 865 0,'-11'20'81'0,"0"-1"133"0,-3 1-161 0,3-2-10 0,0-1-21 0,1 2 19 0,2-1 49 0,2-4-38 0,3 1 83 0,2-7-22 0,1-3-36 0,2 2-32 16,1-6 11-16,2-1-28 0,1 0 30 0,0-1-9 0,2-5-2 0,1 1-7 31,0-4 10-31,0-1-7 0,0-4 15 0,0 0 0 0,-1-1-4 16,-1 1-32-16,-1-1 23 0,-1 3-24 0,-1 1 21 0,-3 1-10 16,-1 1-16-16,0 0-25 0,-2-1 21 0,-1 2-18 0,-3 3 29 0,1 1-7 15,-2 1-13-15,-2 1-41 0,-2 1 5 0,-2 1-19 0,1 0-48 16,0 0-18-16,-1 3-31 0,2-1-132 0,2 2-115 0,1-1-13 15</inkml:trace>
  <inkml:trace contextRef="#ctx0" brushRef="#br0" timeOffset="17599.91">5862 15585 1365 0,'-4'0'116'0,"0"-2"58"0,-1 0-153 0,-2-3 0 0,-2-1-7 0,0 0-10 0,-3-3-15 0,2 0 24 0,1 0-21 0,-1-1 48 15,2 1-9-15,0-3-11 0,1 1-1 0,-1-1 21 0,0-2-12 0,1 1 33 0,1-1-8 0,0 0-15 16,3-4-8-16,1 2 7 0,0-2-6 0,1 1 8 0,-7 1-10 16,1 1-6-16,-1-2-9 0,2 0 13 0,-1 2-7 0,1-5 16 15,1 2-5-15,1-1-11 0,1 0-15 0,2-1 14 0,1 0-11 16,0-1 22-16,3 0-7 0,2 1-11 0,1 0-13 16,2-1 8-16,1-1-7 0,1 3 16 0,-1-1-2 0,0 1-6 0,0-1-12 0,-4 1 11 15,-1-1-9-15,1 4 18 0,-2 2-2 0,6 1-7 0,1 1-9 16,0 6 9-16,0-1-8 0,-1 4 10 15,-2-1-2-15,1 1-5 0,-1 2-10 0,-2 0 7 0,1 1-6 0,-3 4 18 0,1-2-5 0,-3 4-4 16,0 0-12-16,0 0 14 16,-1 3-10-16,0 2 16 0,-1 5-1 0,-2 2-9 0,-2 0-13 15,0 0 12-15,-2-2-12 0,1-3 16 0,1-1-1 0,1-2-6 0,3-2-11 16,0-2 18-16,1 0-11 0,0-2 18 0,2-1-4 0,3-2-12 0,0 0-5 16,3-1 12-16,-1 2-7 0,0-2 15 0,-1 0-1 0,2 0-8 15,0 0-12-15,0 0 13 0,1 0-9 0,-2 1 19 0,-1 3-5 16,-1 0-6-16,-2-1-5 0,1 2 5 0,-2 1-2 15,-1 0 12-15,-1 2-3 0,-1-1-5 0,-2 4-8 0,-2-2 10 0,-1 0-7 16,1-1 14-16,-2 1-5 0,-1 0-8 0,1 2 0 0,0-2 0 16,0 0 2-16,-1 0 2 0,0-3-2 0,-1-1-1 0,1 0-15 0,0-2 10 0,2-1-11 0,0 0-5 15,2-2-6-15,0-4-12 0,1 0-34 0,1-2-2 0,1-3-9 0,1 0-46 16,1 0-16-16,2-2-21 0,3 1-144 0,0-1-67 16,6-1-28-16</inkml:trace>
  <inkml:trace contextRef="#ctx0" brushRef="#br0" timeOffset="17778.79">6084 15014 1182 0,'-2'14'171'0,"-3"-2"82"0,1 2-215 0,-2 2-9 0,1-2-8 0,-1 1-9 0,0 1-21 0,0-2 20 0,0 1-22 0,0-2 25 0,0 1-8 0,-1-2-9 0,1-2-36 16,1 0-4-16,0 0-7 0,2-2-56 0,1 0-32 15,-1 1-35-15,2-3-211 0,1-1 237 0</inkml:trace>
  <inkml:trace contextRef="#ctx0" brushRef="#br0" timeOffset="18529.16">5726 16106 977 0,'-5'0'87'0,"5"0"154"0,0-3-196 0,0-1-7 0,0 0-15 0,-3-1 16 0,0 0 12 0,-1 0-10 0,0 0 21 0,-1-2-2 0,1 2-16 0,-1-1 1 0,1 0 17 15,-2-2-23-15,2-1 12 0,0 1-13 0,1-1-15 0,0-2-2 0,0 0 4 16,1-1 1-16,0-2 14 0,0-1-10 0,0-1-3 0,1-2-16 15,0-3 10-15,1 1-7 0,0-1 13 0,0 4-6 0,0 0-10 0,1-4-2 16,2 4 1-16,-1-5-1 0,0-1-1 0,1 3 0 0,1 0-3 16,3 0-11-16,-2 0 10 0,3 0-9 0,1 1 13 0,0-2-2 15,1-2-5-15,1 0-16 0,-5-3 20 0,2 3-15 0,0 0 21 16,0 4-2-16,5 0-11 0,0 0-1 0,2 2 3 16,0 2-4-16,-3 5 4 0,-1 4 1 0,-2 3-1 0,-1 3-20 0,-1 3 12 0,1 5-12 15,-3 2 21-15,-1 4-1 0,-1 6-5 0,-2-2-12 0,0 1 14 16,-1 0-10-16,0 0 23 0,-1-1-4 0,-2-3-6 0,-1 3-16 15,-1-2 16-15,0-2-10 0,1 0 27 0,2-3-5 0,-1 0-9 0,2-1-16 16,1-2 11-16,2-2-8 0,1-2 23 0,1 1-9 0,2-3-8 16,1 1-2-16,-2 0 12 0,2-2-5 0,0 0 18 0,-1-1-5 15,0 1-10-15,0-1-18 0,-2 0 16 0,1-1-13 16,-2 1 27-16,-1-1 0 0,-1 1-9 0,0-1-10 0,1 1 6 0,-2-2-6 16,0 2 19-16,0 0-3 0,0 0 0 0,0 0-9 0,-3 0 5 0,0 0-5 15,-2 2 7-15,1-2-4 0,-3 1-5 0,1 0-17 0,-2-1 17 16,0 1-13-16,-1-1 22 0,0 2-3 0,1-1-9 0,-1 2-39 0,1-1 13 15,0-1-20-15,-1 3-6 0,1-1-10 16,-1 1-19-16,3 1-98 0,-1 0-47 0,2 3-18 0,2 1 7 0</inkml:trace>
  <inkml:trace contextRef="#ctx0" brushRef="#br0" timeOffset="19117.25">6057 15677 807 0,'0'6'299'0,"-3"-3"-202"0,-1-3 127 0,0 1-180 0,1 0 20 0,-1-1-48 0,2 1 52 0,0-1-6 0,1 0-12 0,-1 0-13 0,1 0 11 0,1 0-10 0,0 0 20 0,0 0-11 16,0 0-11-16,0 0-15 0,0 0 3 0,0-1-6 0,1-1-5 0,2 2 1 0,-1-2-4 16,0 2-24-16,2 0 22 0,-2 2-19 0,1-2 35 0,-1 1-6 0,2 0-10 0,-2 3-18 31,1-1 13-31,0 0-10 0,-1 3 19 0,0 0-1 0,-1 0-6 15,-1 3-20-15,0 2 12 0,-1 0-13 0,0 1 19 0,-2 0-1 16,0 1-3-16,0 0-9 0,1 1 6 0,-2-1-5 0,2-4 15 16,0-1-4-16,0-2-3 0,2-3-14 0,0 3 17 0,0-2-10 0,2 0 25 15,0-2-7-15,3-1-10 0,-1-1-19 0,1-1 18 0,1-1-14 16,1-4 31-16,1 4-5 0,1-4-11 0,1-1-19 0,1 3 16 16,2-2-15-16,-2-1-9 0,1 2-18 0,-1-5-30 0,2-1-53 15,-1 0-10-15,-1 0-13 0,2 2-115 0,-2 1-56 0,0 0-57 0</inkml:trace>
  <inkml:trace contextRef="#ctx0" brushRef="#br0" timeOffset="19914.13">5867 16866 1468 0,'-13'10'-283'0,"5"-5"493"0,-2-5-85 0,0 0-109 0,-3-5-14 0,2 1 8 0,0-2-4 0,1 1 21 0,1-2 7 0,2 2-7 0,-1-2-2 0,3 2 16 0,-1-3-21 0,0 0 24 15,3 4-6-15,0-2-6 0,-1 2 13 16,2-4-2-16,-1-1 7 0,2-2 5 0,-2-2-5 0,7 2-4 16,-1-1-19-16,0-1 5 0,2 1-8 0,-5-4 0 0,-1 1-5 0,0-2-7 0,0 1-17 0,1-2 9 15,0 0-8-15,0-2 15 0,1 1-3 0,-4-1-7 0,3-1-6 16,-1 1 10-16,1 1-6 15,6-3 16-15,1 0-5 0,-1-1-10 0,2-1-15 0,0-1 20 0,0 4-13 0,1-2 31 0,1 6-8 0,-1 2-11 16,1-1-17-16,0 2 18 0,-1-1-13 0,-1 3 24 0,-1 2-4 16,-1 2-11-16,0 1-1 0,0 2 5 0,-1 1-2 0,0 2 5 15,-1 2-3-15,0 0-3 0,-2 2-4 0,0 3 3 0,-2-1-1 0,1 3 10 16,-1 1-4-16,0 2-5 0,0 2-4 0,-1 3 3 0,-1 0-2 16,-1 1 5-16,-1-5-4 0,0 2-6 0,-1-3-1 0,1 2-1 15,-1 3 3-15,2-3 5 16,1 1 3-16,1-4 1 0,1 0-19 0,2-3 19 0,0-1-18 0,3 0 22 0,-1 0-3 0,3-2-7 0,0 1 1 15,-1 0 1-15,2-4 1 0,0 2 1 0,0-1 1 0,1 1-1 16,1-1-9-16,0 0 8 0,0-1-6 0,0 0 14 0,-1 0-3 16,-1 0-5-16,-1-1-12 0,-1 1 13 0,-2 0-8 0,-2 3 22 15,-1-3-3-15,-1 2-5 0,0 2-13 0,-2-2 12 0,-1 5-10 0,-1-1 15 16,-1 1-2-16,-1 0-9 0,-1 1-4 16,-2-2 5-16,0 1-4 0,0 1 8 0,0-2 2 0,0 0-3 0,1-1-18 0,-1 3 14 15,1-3-14-15,0 2 20 0,0-2-2 0,0 0-7 0,1 0-20 0,1-1 14 16,0 1-14-16,3-2 17 0,0 0-7 0,1 0-11 0,1-1-41 15,0-2 9-15,0 2-17 0,1-2-15 0,0 0-17 0,0 0-20 0,1-2-93 16,1 1-36-16,0-4-11 0,1 0 59 0</inkml:trace>
  <inkml:trace contextRef="#ctx0" brushRef="#br0" timeOffset="20396.37">5979 16491 1051 0,'-4'2'135'0,"1"0"52"0,1-1-143 0,-2-1-28 0,3 0 2 0,0 0-7 0,0 0 7 0,1 0 20 0,0 0-18 0,0-1 31 0,1-1-4 16,0 0-10-16,1 1 2 0,2-1 22 0,-1-1-15 16,0 0 30-16,2 0-2 0,1 2-11 0,-1-1-25 0,2-1 15 0,0 2-18 0,-1-1 13 0,1 1-7 0,1-1-8 0,-1 0-20 0,-1 1 6 31,1 0-8-31,-2 1 3 0,-1 0-4 0,-2 0-6 0,2 1-4 16,-3 0 8-16,0 1-6 0,0 0 7 0,-1-1-4 0,0 3-3 0,-1 1-12 15,1-1 11-15,-2 3-6 0,1-2 17 0,-2 0-3 0,1 1-10 16,0-1-6-16,0 1 10 0,-1-1-6 0,1-2 11 0,1 1-3 15,0 0-7-15,1-1-14 0,0-1 15 0,0 1-12 0,1-2 23 16,1 0-4-16,2-1-6 0,-1 0-15 0,1 0 15 0,3 2-11 0,-1-2 21 16,1 0 0-16,-1 0-6 0,1 1-8 0,0 2 5 0,-3-2-4 15,1 1 7-15,-3 0 0 0,0 1-2 0,-1 1-10 0,-1 0 13 16,-2 3-10-16,0 0 17 0,-1 0-2 0,-2 0-7 0,-1 1-10 0,1 0 8 16,-2-1-6-16,0 2 12 0,2-1-1 0,0-2-3 0,1 2-14 15,-1-1 15-15,2 0-10 0,1-3 21 0,1 1-6 0,-1-1-11 0,1-1-8 16,1-1 6-16,-1-1-4 0,1-1-2 0,0 0-23 0,-1 0-21 15,1-1-81-15,0-1-38 0,0-4-11 0,0 0-305 16,0-3 298-16,-1-1-57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7:56:06.37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9448 15713 212 0,'-14'0'212'0,"-1"-6"-131"0,3 3 115 0,3-3-136 0,3 3-36 0,3 3-10 0,1-3 14 0,2 2-1 0,-1-1-11 0,1 1-23 0,0 1 8 0,0-2-10 15,1 2 16-15,0-3 3 0,0 1-5 0,0-1-5 0,0 0 10 16,0 2-10-16,0-1 5 0,2-1-3 0,-2 0-2 0,2 2-7 0,-1-1 7 15,3-1 0-15,2 0 23 0,0 2 2 0,4-3-5 0,1 1-25 16,4 0 29-16,3-1-27 16,2 2 31-16,2-2-10 0,1 1-14 0,5 1-10 0,4-2 14 0,3-1-6 0,0 1 28 0,-6-1-3 15,0 0-12-15,3-1-24 0,2-1 30 16,3 0-25-16,0 1 33 0,-2 0-6 0,1 0-15 0,3 1-4 0,-1 1 6 0,2 1-2 0,3-1 10 31,-3 0-4-31,-7 1-9 0,3 2-20 0,-3 0 23 0,2 0-19 0,3-1 30 0,-5 2-7 0,0-1-11 0,1 1-3 16,-2 0-3-16,1 1 4 0,0 1 1 0,-2-1 3 0,1 1-4 0,2 0-33 0,-8 0 42 15,-2 1-38-15,0 1 15 0,1-2-43 0,4 3-44 0,2-1-141 16,0 1 143-16</inkml:trace>
  <inkml:trace contextRef="#ctx0" brushRef="#br0" timeOffset="1271.83">19664 15788 256 0,'-22'-31'10'0,"16"16"459"0,5 7-230 0,-3 2-3 0,3 3-247 0,1 1 6 0,2 2-7 0,2 1 9 0,2 0 3 0,-2 2 0 0,3-1-20 0,2 0 27 0,3 2-24 0,9-1 32 16,1 3-7-1,0-3-13-15,2 4-18 0,-1-3 17 0,1 2-11 0,3-3 31 0,1 0-1 16,2 0-12-16,6-3-29 0,7-3 32 0,4 0-29 0,6-1 40 0,-5-1-6 0,1 1-9 0,2-3-3 0,-2 5-5 16,4-2 6-16,-2 1 9 15,-1 3 3-15,4 0-1 0,6 0-12 0,-3 3 18 0,1-2-16 0,1 3 22 0,-8-3-5 0,4 3-5 0,-1-1-16 16,-2 1 14-16,3-1-9 0,2 3 26 0,-3-1-10 0,-5 0-15 15,1 1-12 1,-3-1 12-16,-2 0-9 0,4-2 14 0,-5 1-6 0,0-2-7 0,6 0-89 0,7-2-60 0,1 0-9 16,3 0-36-16</inkml:trace>
  <inkml:trace contextRef="#ctx0" brushRef="#br0" timeOffset="17216.54">2419 15660 360 0,'0'-6'69'0,"-2"-2"81"0,2 2-100 0,0-2-19 0,0 3-8 0,0 0 1 0,0 1 1 0,1 1-3 0,0-1 0 0,-1 3 17 0,0-1-16 16,0 0 10-16,0 1-6 0,0 0-5 0,0 1-22 0,-1 0 6 15,0 0-5-15,-2 0 15 0,-1 4-4 0,-1-1-12 0,-1 1-20 16,-2 3 25-16,1-1-21 0,-2 0 34 0,-1 1-5 0,-1 1-11 0,-3 0-21 16,2 1 18-16,-2 0-12 0,1 3 35 0,1-2-6 0,-2 3-12 15,1-2-21-15,-2 4 28 0,-1-1-24 0,-1 1 26 0,2-1-3 16,-2 3-13-16,0 1-18 0,-2-2 19 0,2 0-13 0,-1 0 35 16,1 2-3-16,0 1-14 0,1 1-13 0,0-2 17 0,2-3-16 15,2 0 20-15,2-3-6 0,2-1-7 0,2 0-16 0,2-2 14 16,1-2-7-16,1 1 25 0,1 0 1 0,1-1-15 0,0 0-14 0,3 0 21 15,-2 0-19-15,1 0 21 0,0 1-5 0,0 1-7 0,1 0-11 16,-1 0 11-16,-1 0-5 0,1 1 25 0,1 0-1 0,-2 1-11 0,0 0-30 16,-1 2 35-16,0-3-29 0,0 3 46 0,0 1-11 0,0-1-16 15,-1 4 4-15,1 1-10 0,0-3 11 0,0-1 4 0,0-1-4 16,0-3 2-16,1-6-31 0,1-2 30 0,-1 1-24 0,1 0 40 16,1-1-7-16,-1 3-15 0,1-1-4 0,1 2 5 0,-1 0-1 0,-1-1 16 15,1 2-3-15,-1 0-11 0,0 2-28 0,-1 0 36 0,0 1-30 16,0 1 46-16,-1-2-13 0,0 2-18 0,2 0 10 0,-2 1-12 15,1-1 16-15,0-1-8 0,1-1 2 0,0 0-1 0,2-1-22 16,0-2 28-16,2 0-25 0,0 0 28 0,1-2 3 0,1 0-5 0,1 0-3 16,0-3 8-16,1 1-7 0,0 0 10 0,0-1 0 0,2-1-7 0,0 1-14 15,1-1 12-15,0 0-13 0,0 0 15 0,0 0-10 16,-1 0-4-16,1 0-5 0,1 1 2 0,-3 1 5 16,1 0 12-16,-1 1 3 0,-2-1-11 0,1 2-17 0,-1 1 29 0,1-2-26 0,1 2 25 15,1-1-4-15,1 1-11 0,0-2 3 0,2 2-5 0,-2-1 5 16,1-2 0-16,0 1 4 0,2-1 2 0,1 0-18 0,1 0 19 0,1 1-18 15,1-1 20-15,0-1-6 0,2 1-5 0,0 0-3 0,1 1 3 16,0-1 1-16,1 1 16 0,-1 1-4 0,1-2-7 0,1 1-21 16,-2 1 18-16,1-2-15 0,-2 2 28 0,1 0-2 0,-1-1-7 0,0 0-21 15,0 3 17-15,-3-4-12 0,0 3 34 0,-1-2 0 0,2 1-11 16,1 0-13-16,1-1 11 0,2 1-13 0,-1-1 12 16,1 1-7-16,2-1-2 0,2 0-10 0,1 0 12 0,2-1-4 0,1 1 19 0,-3 1 1 15,-4-1-17-15,-1 1-2 0,2 1 19 0,0-1-17 0,3 3 11 16,-2-4-3-16,-1 3-9 0,1-1 2 0,2-2-1 0,3 1 2 15,0-1 8-15,2-1 3 0,1 0-2 0,4-1-28 0,0-1 32 16,-5 1-30-16,0-1 31 0,-2 0 0 0,-2-1-14 0,8-2-7 0,-4 3 6 16,0-2-6-16,2-2 10 0,0 1 1 0,1 0-4 15,6-1-13-15,2 0 16 0,1-1-14 0,-4 0 13 16,-4 0-2-16,2-1-6 0,-2 3-12 0,3-1 11 0,-2 0-7 0,-2 1 24 0,-1 1 0 0,1-1-6 16,2 1-11-16,0 0 9 0,2 1-10 0,0 0 3 0,-4 0 2 15,-5 1-1-15,-3 0-9 0,-1 0 9 0,-1 0-6 0,2 1 19 16,-3 0-3-16,-1 0-5 0,2 1-17 0,-1 0 21 0,0 1-18 0,3-1 26 15,-3-2-6-15,1 3-9 0,4 0-7 0,-1-2 14 0,2 1-7 16,-1 0 26-16,-6-2 0 16,-2 0-14-16,2 0-16 0,1 0 21 0,5 0-21 0,0 0 19 0,-5 0-2 0,1 0-10 0,2 0-5 15,1 0 6-15,4 0-6 16,1 0 8-16,1 0-2 0,3 0-3 0,3 0-16 0,0 0 17 16,-5 1-11-16,0 0 24 0,-3 2-8 0,-2-1-16 0,5 0-8 0,-2 0 11 15,0 2-6-15,-1-1 24 0,0-1 0 0,1 3-7 0,3-2-14 16,2 1 16-16,0-1-15 0,-1 3 14 0,-8-3-3 0,-1 3-5 0,1-1-4 15,0 1-2-15,4-1 3 0,-2-1 9 0,-1-1 0 16,1-2-1-16,6 0-16 0,0-1 16 0,4 1-15 0,1-1 16 0,0-1 3 16,-4-1-8-16,0 2-4 0,-1-3 4 0,-1 3-4 0,4 0 9 15,-3 0-2-15,-1 3-7 0,3-2-11 0,2 4 15 0,0-2-11 0,2 2 23 16,-1-1-3-16,-5 2-6 0,1-1-6 0,-3-1-3 16,0-2 2-16,2 2 15 0,-3-1-8 0,-1 2 0 0,2 0-20 0,2-1 16 15,3 2-11-15,0-2 22 0,3 1 2 0,0-3-11 0,-1 0-19 0,2 1 18 0,-3-3-16 16,-1 0 27-16,1 0 1 0,-1-2-10 0,1 1-22 0,4-1 26 0,0 2-24 0,5-2 34 15,-2 0-5-15,-4-1-9 0,0 1-15 0,-6 0 10 0,0-2-8 16,1 2 20-16,-4-1 1 0,1 3-9 0,2 0-23 0,0-1 29 0,4 1-26 16,0 0 36-16,-2 0-4 0,-4 1-10 0,1-1-10 15,-1 0 2-15,0 2-3 0,3-1 15 0,-4-1 0 0,0 0-1 0,5 0-31 16,2 0 32-16,4-1-28 0,5-1 39 0,-6-1-2 0,2-3-14 0,-1 1-21 16,-2 0 20-16,3 1-16 0,-1 0 33 0,-2 3-6 0,1-3-12 15,3-1-9-15,4 0 13 0,1 3-11 0,-2-2 11 0,-4 2 0 16,-5 1-5-16,0 1-12 0,2 0 10 0,-1 3-8 0,1-2 24 15,0 2-2-15,2-1-6 0,4 2-17 16,-5-1 15-16,1-2-13 0,-3 1 20 16,-2 0-5-16,2-1-8 0,0 0-2 0,-1 0 3 0,2-1 1 0,2 0 11 0,3 0-3 15,-1 0-5-15,1 0-14 0,-1-1 11 16,-2 0-10-16,2-2 17 0,-1 0 3 0,1-1-3 0,4-1-18 0,3-1 7 16,2 0-8-16,1-2 26 0,-2 1-6 0,-3 0-2 0,4 1-21 0,1-1 15 0,-1-1-12 0,1 0 21 0,2 0-3 0,-4 0-10 15,5 2-5-15,-2-2 9 0,-6 3-4 0,3-1 16 0,-5-1-2 16,2 0-7-1,5 2-19-15,1 0 18 0,-3-1-15 0,-1 3 28 0,-5-1-1 16,-4 1-10-16,7 1-23 0,-2-1 21 0,1 1-17 0,4 0 33 0,2 1-2 0,-7 0-14 0,7 1-10 16,-4-2 11-16,-2 2-11 15,4 0 13-15,-3 0 4 0,4 0 0 0,7 0-24 0,-3 0 13 16,4 0-14-16,0-1 28 0,-7 0-2 0,4 0-6 0,0-2-7 0,6 0 6 16,1 1-5-16,-3-2 2 0,-3 1 2 0,-5-2-3 0,3 1-8 15,-2 2 9-15,1-2-7 0,6 2 14 0,-3-2 3 0,-2 0-9 0,2 3-6 16,-7-3 13-16,1 0-12 0,0 0 9 0,-3 1-3 0,6 0-5 15,3 1-4-15,0 0 6 0,1-2-1 0,-5 1 10 0,-4-2 0 16,3 1-6-16,3 1-22 0,5-1 28 0,2 0-23 0,-2-1 36 16,-1 2-9-16,-8-2-16 0,3 3-2 0,-1-1 1 0,1 0 2 0,6 2 7 15,-3 1 2-15,-1 0-2 0,2-1-16 0,-6 1 18 0,-2 0-16 16,2 0 20-16,-3 1-5 0,7 2-8 0,1-2-3 0,0 2 4 16,-3-3 1-16,-5 1 16 0,-2 0-7 0,-1 2-8 0,5-2-13 15,6 2 15-15,0-3-11 0,2 1 20 0,-4 0 1 0,-7 0-9 0,4-1-21 16,-2 0 22-16,-1 0-20 0,7 2 31 0,-2-1-3 0,-2 0-14 15,3-1-12-15,-6 1 19 0,-2-1-14 0,2 2 23 0,-4-1 2 0,3 0-7 16,8 2-29-16,0-2 23 0,-1 0-21 0,-5-1 31 16,-7 0-1-16,-2 2-13 0,3-2-9 0,0 1 19 0,4-1-17 0,3 1 15 15,0-1 3-15,-3 0-6 0,0 2-14 0,-6-2 16 0,-1 0-15 16,0-2 19-16,-4 1 2 0,2-2-10 0,8 3 7 16,0-2 9-16,-4-1-7 0,3-1 8 0,-7 3-4 0,-3-1-5 0,4-1-15 0,-4 1 15 15,0 0-13-15,2 0 17 0,2-1 0 0,2 1-9 0,2 2-10 16,-3-3 9-16,1 2-7 0,-4-1 13 0,-5 0-4 0,2 2-6 15,0-1-1-15,-3 1-2 0,3 0 3 0,3 2 3 0,2-1 0 0,-1 2 2 16,-2 0-12-16,1-2 10 0,-4 3-9 0,-2-2 14 0,1 0-8 16,-4 1-8-16,1 1-8 0,0-1 14 0,1 1-6 0,3-1 31 0,3 1-10 15,-2 1-9-15,-4-2-23 0,0 2 15 0,-3-2-11 16,0 0 33-16,1 0-7 0,-3 0-11 0,-3-1-7 0,1 1 10 0,0-2-5 16,0 2 16-16,0-3-4 0,1 1-9 0,3-1-3 0,1 1 2 15,-3-1-1-15,-4 0 3 0,-4 1 0 0,2-1-4 0,2 0-8 0,5 0 11 16,-5 0-6-16,-1-1 15 0,-4 0 0 0,0 0-8 0,-1 1-10 15,1-3 14-15,1 0-11 0,0 0 16 0,-1 0-5 0,-1-1-10 0,4 0-12 16,-2 2 12-16,-1-2-7 0,-4 0 30 0,-7-1-8 0,-3 1-5 16,0-2-18-16,0 2 13 0,6-2-9 0,-1 0 16 0,-1 1-2 15,-2-1-9-15,-1-2-11 16,-2 2 15-16,-2-3-10 0,1-1 28 0,-1 1-5 0,-1-3-6 0,1 1-22 0,-4-3 18 0,2-2-15 0,-1-1 32 16,0 0-5-16,1-3-9 0,-2 1 16 0,1-1-2 0,-1 3 7 15,1 0 1-15,-1-1-7 0,2 2-5 16,-2-3-18-16,2-1 8 0,-2 4-8 0,1 0 16 0,-1 2-4 0,0-1-7 15,-1 0-4-15,-2 1 1 0,0-2-1 0,-1 3-1 16,0 1 4-16,-1-1 0 0,-1 1-2 0,-2-1 6 0,1 1-6 0,-2 0 0 16,0 1-1-16,-1-1 0 0,1 1-6 0,-2 2 8 0,-1-2-5 15,-1 1 16-15,0 0-6 0,0 1-8 0,-1-1-14 0,-1 1 14 16,-1-2-10-16,-1 0 18 0,2 1 1 0,-3-1-6 0,-1 1-21 16,-2 0 21-16,-1 0-18 0,1 1 25 0,0 2-1 0,5 1-11 0,-4 0-17 15,-3-1 21-15,-1-3-15 0,-7 1 30 0,1 0-6 0,1 1-10 0,-2 1-18 16,3 0 19-16,-2 1-13 0,0 1 26 0,3 1-7 15,-2-1-8-15,-1 1-6 0,-4-1 7 0,-2 2-4 0,-3-1 12 16,2 2-2-16,-1 1-3 0,3-2-7 0,-2 2 4 0,-1-2-1 16,1 1 4-16,-3 2 1 0,3-2-8 0,1 1-10 0,1 0 21 0,0 1-16 0,1-2 20 0,-2 2-3 0,-3 2-9 15,-4-1-9-15,-3 2 11 0,4-3-8 0,-4 2 18 0,0-1-3 16,-1 1-4-16,-4-2-11 0,5 0 5 0,1 0-5 0,2-2 14 16,-1 1-4-16,-2-1-3 0,-6 2 0 0,-3-3 0 0,0-1 2 0,-1 2-1 15,2 0 0-15,3-2-2 0,-2 2-2 0,3 1 5 0,0-2-4 16,-3 1 5-16,0-1 0 0,-2 0 1 0,-1 3-11 0,-1 0 7 15,0-1-6-15,1 1 12 0,3 0-3 0,2 0-5 0,-1 0-4 0,-5 0 6 16,-5 1-3-16,1-1 7 0,-5 0 2 16,5 0-1-16,-2 2-19 0,-1-2 14 0,4 0-12 0,-4-2 18 0,1 2 0 0,-3-2-7 0,-6-1-8 15,-1-1 15-15,2 2-11 16,1-3 14-16,7 2-7 0,-3-1-12 0,-4 1-6 0,-3 0 17 16,-4-2-7-16,3 2 24 0,4-2-2 0,3 3-13 0,-1-1-11 0,-1-1 12 0,-2 2-10 15,-2-1 16-15,5-1-6 16,0 2-7-16,0 0 5 0,4 0 7 0,-4-1 1 0,1-1 0 0,-1 3 2 0,-3-3-8 0,2 0 1 0,0 2 6 0,1-1-7 15,5 0 4-15,-2 0 1 0,-1 0-1 0,-4 0-9 0,-3 1 11 32,4 0-10-32,2-1 15 0,5 1-4 0,4 2-8 0,-6-3-5 0,1 2 1 0,-1-2-1 0,-2 1 5 0,6 0-3 0,0-2-4 0,0 1-6 31,5-1 14-31,-1 0-8 0,-3 1 13 0,-3-2-2 0,-1 1-7 0,-4 1-18 16,1-3 18-16,3 3-13 0,-1-1 29 0,4 3-8 0,-3-2-9 15,-7 2-8-15,-2-1 9 0,-4 1-3 0,6 0 15 0,2 1-4 16,3 0-7-16,-1 2-9 0,-3 2 8 0,-1-2-6 0,-4-1 13 15,5 0 2-15,3 0-6 0,3 1-9 0,1 0 5 0,0-1-7 16,-2 1 12-16,-2-2-2 0,0 0-1 0,-3 0-20 0,3-2 22 16,3 2-19-16,3-1 29 0,4 1 0 0,-3-1-11 0,-6-2-8 0,1 1 4 15,-4 1-6-15,4-2 13 0,4 0 2 0,0 1-4 0,1 2-20 16,-4-1 19-16,1 1-17 0,-5 0 31 0,0 0-5 0,0-2-10 0,-1 1-17 16,6 0 19-16,1-1-14 0,-1 2 26 0,0 0-2 0,-3 0-12 15,-5 0-15-15,0 0 15 0,3-1-11 0,2 1 23 0,5 1-2 16,1 2-10-16,-7 0-9 0,-4-1 8 0,-1 1-7 0,-2-1 14 15,8 0-2-15,-57 6-7 0,116-8 6 0,-120 9-9 16,56-3 6-16,3-3 3 0,-1 1-1 0,2 1-10 0,2-2 12 0,0 2-10 16,1-2 10-16,-2 2 0 0,-2-1-7 0,-3-2-5 0,-2 2 4 15,4-1-2-15,3 0 14 0,3 1-6 0,1 0-5 0,-5 1-9 16,-1-1 11-16,1 1-5 0,-1-2 14 0,5 1-1 0,3-1-8 0,-1-1-19 16,2 0 22-16,-1 0-16 0,-1-1 34 0,-2 0-8 0,-3-1-13 15,2 0-5-15,-2 0 5 0,3 0-2 0,0 0 8 0,0 0-1 16,-2 0-5-16,-6 0-10 0,-1 1 9 0,-1 1-7 0,1-1 26 15,6 0-17-15,1 2 1 0,-7 1-8 0,3-2 6 0,-2 3-7 0,-2-1 17 16,5 1-4-16,0-1-7 0,1 2-11 0,5 0 11 0,-3 0-7 16,1 0 18-16,3 1-8 0,-6-2-8 0,0 3-9 0,2-3 17 15,0-1-9-15,6 1 18 0,2-1 0 0,-1-3-13 0,-7 0-19 16,1 0 23-16,-2 1-18 0,3-2 32 0,2-2-4 0,3 1-10 0,-2 0-20 16,0 0 25-16,-4 1-20 0,-1 0 26 0,0 0-1 0,0 0-14 15,1 0-10-15,1 0 12 0,0 1-9 0,2 0 16 0,0 2-1 16,-1-1-7-16,-3-1-8 0,-4 3 9 0,4 1-4 0,-1-2 12 0,5 1-1 15,4-2-6-15,-2 2-17 0,1 0 21 0,-3-3-16 0,1 3 28 16,-2 0-4-16,1-1-12 0,0 0-15 0,0 1 16 0,6-1-13 16,3 2 22-16,-1 0-3 0,-1 0-8 0,-4 0-12 0,-1 0 13 15,0-2-8-15,2 1 16 0,5-3-1 0,0 2-7 0,2-1-12 0,2 1 8 16,-1-1-9-16,-1-2 24 0,-2 0-5 0,1 0 0 0,-4 0-20 16,0-1 9-16,1-1-7 0,-1-2 22 0,6 2-4 0,1 2-7 0,0-1-15 15,-4 1 15-15,-1 0-11 0,-3 0 30 0,-3 1-6 0,2-1-10 16,-3 0-15-16,1 2 12 0,6-2-7 0,4 1 21 15,3 0-8-15,0 1-11 0,-4 0-3 0,-1-1 8 0,2 1-3 16,-1-1 11-16,4-1-1 0,1 1-7 0,-1-1-5 0,1 0 2 0,3-1-2 0,1 1 8 16,3 0-1-16,-1-1 0 0,-7-1-10 0,2 2 7 0,-2-1-6 15,0 0 11-15,2 1 1 0,-2 0-5 0,-1 1-13 16,-1 0 17-16,3-1-14 0,1 2 23 0,6-1-1 0,0-1-8 0,-3 1-9 0,0-1 6 16,-2 2-6-16,0-2 3 0,5 0 2 15,1 0-6-15,-3-2-11 0,1 1 20 0,1-2-14 0,-1 2 27 16,5-3-3-16,1 3-12 0,0-2-14 0,1 2 15 0,1-1-12 15,-1-1 11-15,0 2 0 0,-1 1-7 0,-4-2 4 0,0 2 4 0,-1 0-2 0,1 0 6 0,-1 0-4 16,2 0-4-16,-2 0-7 0,2 2 10 0,3-1-7 16,0-1 17-16,4 0-5 0,0 0-2 0,1 1-18 0,0 1 14 0,1-1-11 15,2 0 26-15,-2 0-7 0,0-1-11 0,-1 3-6 16,0-2 9-16,2 2-3 0,-1-1 14 0,1 0-5 0,0 0-5 0,-3 2-13 0,0-1-8 16,2-2 0-16,-1 0-27 0,2 2-4 0,1-1-5 0,0 3-19 15,-2 2-21-15,2 1 7 0,1 0-82 0,1 0-32 0,0 1-28 0</inkml:trace>
  <inkml:trace contextRef="#ctx0" brushRef="#br0" timeOffset="30191.3">9850 16534 542 0,'-3'2'167'0,"0"-1"222"0,-1 0-296 0,1-1-39 0,2 2-33 0,0 0 37 0,1-1 9 0,0 3-14 0,1 1 15 0,0 0 25 0,0 1-35 0,1 0 19 0,2 0-29 16,-2 3-18-16,1 2-17 0,0 0 19 0,-1-1-9 0,1 2 29 15,2 1-7-15,-1 1-16 0,1 2-29 0,1 5 16 0,0 2-17 16,1 1 20-16,1 3-1 15,-1-1-10-15,2-1-18 0,0 2 14 0,0-1-13 0,0-1 22 0,0 2-4 0,-1-4-8 0,1-1-11 0,0-1 10 16,-1-2-6-16,0-3 12 0,1 0-7 0,0 1-15 0,0-1-28 16,0 1 19-1,0-4-17-15,-1-2 3 0,0-3-5 0,-2-2-21 0,2-3-69 0,-1-2-3 16,2-1-28-16,0-3-113 0,-1 0-37 0,0-2-44 0</inkml:trace>
  <inkml:trace contextRef="#ctx0" brushRef="#br0" timeOffset="30539.81">9755 16611 727 0,'-2'2'155'0,"-2"-2"-29"0,1-3 3 16,1 0-76-16,-2 2 37 0,2-3-5 0,-1 2-16 0,-1-1-9 15,1-2 43-15,1 1-49 0,0-3 61 0,0 0-24 16,1-1-32-16,0-1-12 0,1 1 10 0,0-1-20 0,1-2 26 16,2 2-11-16,-1 0-8 0,2 0-28 15,0 0 24-15,0-1-28 0,2 0 38 0,0 1-13 0,0 0-19 0,2 1-26 32,0 1 24-32,0 2-26 0,1-2 43 0,-1 5-13 0,-1 0-14 15,1 2-16-15,1 3 15 0,1 3-13 0,0 5 29 16,-1-1-5-16,0 4-13 0,0 4-10 0,-1-3 10 0,0 2-11 15,0-1 10-15,0-3 3 0,0 3-4 0,1-2-8 0,1 0 13 16,-1-1-11-16,1-1 10 0,-1-1-11 0,1-2-11 0,0 2-28 0,0 2 10 16,0-2-8-16,0 2 6 0,0 1-14 0,1-1-17 0,-2 0-52 15,0-2-30-15,-2 2-4 0,0 0-214 0,-1 0 223 0,-3 0-41 0</inkml:trace>
  <inkml:trace contextRef="#ctx0" brushRef="#br0" timeOffset="31075.29">10333 17103 1036 0,'-1'1'127'0,"0"-1"-32"0,1 0 34 0,0 0-98 0,-1 0 26 0,1 0-4 0,0 0-20 0,0 0-1 0,0 0 24 0,0 0-28 0,0 0 20 0,-1 3-14 0,1-1-14 15,0 0-10-15,0 1 2 0,2 1-1 0,0 1 11 0,1 0-1 16,0 4-2-16,0 2-7 0,1 0 5 0,-1 3-6 15,3 3 5-15,-2 0-3 0,2 2-5 0,-1 3-16 0,0 3 11 0,0-4-8 16,1 2 22-16,-1-2-8 0,-1 1-8 0,2 3-6 16,-2-2 4-16,1-3-2 0,-1-1 6 0,1-2 6 0,-2-2-1 0,0 1-28 0,1-2 24 15,-1-1-24-15,-1-1 20 0,2-1-6 0,-2-1-22 0,-1-4-26 16,1 1-6-16,-1-6-11 0,1 1-85 0,-1-2-40 0,-1 0-34 0,1-3-135 16,-1-3 198-16</inkml:trace>
  <inkml:trace contextRef="#ctx0" brushRef="#br0" timeOffset="31264.98">10510 17126 558 0,'-4'6'202'0,"1"-1"-131"16,-1 1 76-16,2 0-91 0,0 2 11 0,2-2-39 0,0 4 42 15,1 1-14-15,1 0-16 0,3 3-21 0,0-1 3 16,1 2-12-16,0 2-2 0,2 2-5 0,-2-1-3 0,3-3-4 0,-1 1 3 0,-1-1 1 0,1 1 5 0,0-1 1 15,-1-1-5-15,1-3-20 0,1 0 27 16,-2-4-24-16,-2 2 28 0,-1-2-13 0,-2-2-16 0,0 0-35 0,1-2-19 0,-2 0 3 16,-1 0-68-16,0 0-24 0,-2-3-23 0</inkml:trace>
  <inkml:trace contextRef="#ctx0" brushRef="#br0" timeOffset="31534.34">10361 17309 1290 0,'5'5'103'0,"-2"0"95"0,2-1-131 0,0-3-20 0,1 1-36 16,2-2-15-1,0 0 26-15,0-3-26 0,2 1 39 0,1-2-10 0,1-1-15 0,1-2-23 0,0 2 25 0,0 1-21 0,1 2 33 16,-2-1-6-16,1-1-18 0,-1-1-18 0,-1-1 15 0,0 1-15 15,-2-1 14-15,0 3-11 0,-1-1-11 0,0 1-42 16,-2 1-22-16,-2-2 1 0,0 3-103 16,-2-2-41-16,-1-1-42 0</inkml:trace>
  <inkml:trace contextRef="#ctx0" brushRef="#br0" timeOffset="33477.97">10307 17152 346 0,'-1'-3'60'0,"1"0"63"0,0 2-45 0,0 0-2 0,1 1-24 0,-1-1 12 0,2 1 34 0,-2 0-39 0,0 0 48 0,0 0-20 0,1 2-21 0,0-1-11 0,0 2 2 0,-1 0-10 16,1 2 11-16,0-3-7 0,1 2-6 0,1-1-17 0,-1 2 9 0,1-1-10 16,2 3 2-16,-1 2-7 0,2 1-13 0,-1 3-20 0,2 4 18 15,1 1-14-15,1 5 21 0,0-1 0 0,2 1-14 0,1 4-6 16,1-1 11-16,-1 5-12 0,3-1 5 0,-2-6-8 0,1 0-4 0,0 1-1 16,-1-4-1-16,0 1 6 0,0-4 15 0,-3-1-7 0,0-2-3 15,-2 0-11-15,0-2-5 0,-3 0 1 0,0-1-37 0,-2-5-19 16,-2 1-21-16,-1-2-123 0,-1-1-68 0,-2 1-18 0</inkml:trace>
  <inkml:trace contextRef="#ctx0" brushRef="#br0" timeOffset="33859.03">10220 17305 1168 0,'-1'5'-281'0,"-4"-5"553"0,2-2-88 0,1-1-96 16,-1 3-64-16,1 0 25 0,1-1-37 0,1 2 57 0,0-2-15 15,1 0-20-15,1 3-6 0,2-2 13 0,1 0-15 0,3 1 17 16,2-3-7-16,3-2-6 0,0-2-3 0,2-2 7 0,-1 0-4 0,3-1 13 16,-2-1-14-16,2 0-11 0,1 0-23 0,0 1 10 0,1 0-9 15,0 0 18-15,0 2-3 0,2 1-8 0,1-1-15 0,0 1 12 16,-1 2-9-16,1-1 26 0,-2 1-6 0,1-1-9 0,1 1-11 0,0-1 10 16,-1 0-5-16,1 0 17 0,-9 0-6 0,-1 1-11 0,0 0-31 15,-1 0-6-15,5 0-8 0,-1 2-63 0,0 1-16 0,-3-2-23 0,-2 2-123 16,-2 0-49-16,-3 1-27 0</inkml:trace>
  <inkml:trace contextRef="#ctx0" brushRef="#br0" timeOffset="34840.58">11096 17135 1342 0,'6'11'-483'0,"-7"-9"912"0,-3-2-160 0,-2 0-170 0,0 0-85 0,-1-2-6 0,0 2-7 0,-2 0 10 0,1 0-1 0,0 0-2 0,-2 0-20 0,1 0 23 0,1 0-19 0,-2 0 28 16,1 2-4-16,0 0-16 0,-2 1-11 0,0-1 9 0,0 0-8 15,2 0 21-15,1 2-3 0,1-1-3 0,1-1-17 0,2 1 16 0,1 1-11 16,-1-4 19-16,2 2-9 0,2 1-13 0,0-1-3 0,1 1 7 16,2 2 0-16,1-1 10 0,-1 2 2 0,2-1-6 0,0 0-10 15,2 2 26-15,1-2-19 0,1 3 35 0,1-1 0 0,-1 0-7 0,1 2-8 16,0 0 13-16,1 0-11 0,2 1 18 0,-1-1-3 0,0 0-10 16,4-3-13-16,0 2 10 0,0 0-13 0,2 0-2 0,-2 5 2 15,0 1-5-15,1-1-2 0,-2 0 7 0,-8-2-6 0,-1 2 4 16,-3-2 3-16,-1-1-7 0,2-3-11 0,-2 0 22 0,-2-1-19 0,0-2 28 15,-3 2 2-15,-2-2-11 0,-1 1-17 0,-2-1 13 0,2 1-14 16,-1-2 18-16,-1 0-2 0,-5-1-6 0,-4-2-17 0,-2 0 19 16,1-1-16-16,0-2 17 0,1-1 0 0,2 2-10 0,0-3-28 15,1 1 15-15,1-3-17 0,1 4 18 0,1-2 5 0,0-3-3 16,2 1-25-16,2 0 14 0,0-1-21 0,0-2-12 0,3-2-19 0,-1 0-20 16,2-4-42-16,-2 0-35 0,2-2 8 0,0 0-181 0,0 2 206 15,2-2-27-15</inkml:trace>
  <inkml:trace contextRef="#ctx0" brushRef="#br0" timeOffset="35309.71">11191 16878 1165 0,'8'6'-233'0,"-7"-2"468"0,0-2-81 0,3 0-83 15,-2 3-36-15,2-1 21 0,1 5-23 0,1 3 42 16,0 2 1-16,2 4-11 0,1 0-37 0,0-1 20 0,2 1-37 15,-1-2 25-15,-1 1-9 0,2 1-10 0,-1 1-19 0,0-1 8 0,0 0-9 16,0 0 12-16,0-1-2 0,-1 1-6 0,0 0-3 0,1-1 6 16,0 1-5-16,-1-1 2 0,-1-4 4 0,0 0-7 0,-1-2-18 0,-1-3 28 15,0-2-22-15,-1 1 22 0,-1-5-13 0,-1 1-22 0,2-2-25 16,-2 0 12-16,2-1-9 0,-2-1 16 0,0 0-4 0,1-4-10 0,-2 2-4 16,1-5 14-16,0 3-8 0,-1-1 26 0,0-1-1 0,2-2-1 15,-2 2 5-15,1-2 7 0,1 1-1 0,0 2 10 0,-1 1-1 16,1 2-12-16,0-1-13 15,1 2 25-15,-2 0-19 0,0 2 35 0,1 0-9 0,-3 0-8 0,1 6-2 0,-1-1 0 16,0 4 4-16,-1 3 14 0,0 2 1 0,0 1-2 0,0 1 16 16,2-2 10-16,0 0-4 0,-1 0 18 0,2 1-8 0,1 1-4 0,0 0 5 0,1-2-6 15,0-4 6-15,2-1-14 0,1-3-3 0,1 1-3 0,1-2-8 16,0-1 10-16,0-4-9 0,0 0 9 16,2 0 2-16,-1 0-6 0,0-4-22 0,-2-1 32 0,-1 0-27 15,-1-2 42-15,-1 1-7 0,0-1-13 0,-6 0-9 0,1-4 12 0,-1-1-10 16,0-1 11-16,5-3-5 0,-2 4-10 0,-1-5-16 15,0 4 13-15,0 0-13 0,-1-1 11 0,0 4 0 0,-1-3-10 0,0 3-17 16,0 1 20-16,-1 1-19 0,0 2 24 0,-2 1-3 0,2-2-10 0,-1 2-26 16,0 0 7-16,-1-1-13 0,1 1-15 0,0 1 0 15,0 1-10-15,-1 1-24 0,2-2 9 0,0 3-15 0,-1-2-20 16,1 0-15-16,1 1-15 0,0-2-96 0,0 0-70 0,2 0-5 16</inkml:trace>
  <inkml:trace contextRef="#ctx0" brushRef="#br0" timeOffset="35806.5">11886 17178 680 0,'-3'13'248'0,"1"-3"-154"0,-2-1 99 0,2 2-156 0,0 4 28 0,1 0-68 0,0 7 65 0,1-4 0 16,0 3-9-16,2 0-34 0,0 1 14 0,1 1-28 0,1 1 20 0,-1-3-6 0,2-1-8 0,-1 0-15 15,1-2 23-15,0-1-17 0,1 1 27 0,1-1-12 16,-1 0-19-16,1-1-2 0,0-2 4 0,1 0 0 0,-3-2 5 0,2 0 3 0,-2-1-2 0,-1-1-24 16,1-1 27-16,-1-1-24 0,-2-2 32 0,0-1-4 0,0-3-14 0,-1-1-7 15,-1-1 6-15,-1-1-3 0,-2-2 13 0,0-2 1 0,0 0-6 0,-2-1 1 16,1-3 18-16,-2 0-12 0,-1-2 29 0,1-1-3 0,-2-1-6 16,1-1 17-16,0 0-2 15,0-3 4-15,2 0-4 0,0 1-6 0,0-2-2 0,1-1-19 0,2-1 13 16,0-1-11-16,0 0 13 0,2-2-14 0,0-1-14 0,2-1-13 0,1 2 14 0,2 4-7 0,0 3 20 15,2 1-3-15,0 0-11 0,2-2-5 0,1 5 10 0,1 0-7 16,0 3 15-16,3 1-5 0,-1 2-9 0,2 1-5 0,2 1 11 16,0 2-6-1,1 0 18-15,0 2-7 0,-2-1-10 0,4 1-13 0,-3 3 12 0,1-2-9 0,2 4 16 0,-4 0 0 0,-4 1-8 0,-2 1-13 16,-1 2 13-16,0 2-11 16,5 1 17-16,0 4 2 0,-1 2-9 0,-2 2-14 15,-2-4 21-15,-1 3-19 0,-3-1 22 0,-4-1-2 0,-1 2-10 0,-1-1-11 16,-4-4 10-16,-1 0-7 0,-3-2 17 0,-3-2-5 0,1 0-7 0,-2-1-14 0,-1-1 14 0,2-2-11 0,-2 1 16 15,3-3 1 1,6-1-7-16,-1-1-18 0,0-2 3 0,2-2-8 0,-5 0-13 0,1-3-4 0,0-2-11 0,1-2-16 0,1-3-5 0,0-2-1 16,1-4-12-16,3-2 13 0,1 1 7 0,0-5-43 0,1 0-4 15,1-1-15-15,0 3-53 0,1 3-14 0,3 0-19 0</inkml:trace>
  <inkml:trace contextRef="#ctx0" brushRef="#br0" timeOffset="36118.66">12215 17180 69 0,'9'-2'76'0,"5"2"1"0,0-1 59 0,2 1-47 0,-2 0 12 0,-1 0-46 16,-1 0 0-16,1 1-4 0,-2-1-5 0,1 2-15 0,1-1 5 15,-2-1-4-15,1 0 22 0,-2 1 5 0,2-1 2 0,-1 2-9 16,1-2 41-16,-1 0-32 0,1 1 39 0,-2-1-11 0,0-1-17 0,0 1-9 16,-1-3-1-16,1-1-4 0,-1 2-19 0,0-1 5 0,0-1-8 0,1 0-3 31,0-1 19-31,1 0-19 0,1 0 5 0,-1 1-7 0,0-1-9 16,-2 2-26-16,-1-2 22 0,-1 1-19 0,-2 2 32 0,0-2-4 15,-2 2-12-15,-2-1-11 0,0 0 15 0,-1 2-11 0,-3-1 24 16,0 2-6-16,-2 0-10 0,0-2-22 0,-1 2 17 0,-1 2-15 0,-1-2 26 15,-1 2-6-15,0 2-11 0,0 0-24 0,0 2 19 0,3-1-15 16,1 2 30-16,1 0-5 0,1 2-11 0,2 0-8 0,1 2 9 16,0 0-5-16,4 2 9 0,-1-2 0 0,2 2-7 0,1 1-5 15,3-1 12-15,1 2-9 0,3 0 10 0,-1-3 0 0,3-1-6 0,0-2-15 16,2-3 14-16,0 0-11 0,-1-1 18 0,-7 2 0 0,-2-2-5 0,0 0-37 16,0-4 11-16,6 2-19 0,-1 0 1 0,-1-3-4 15,1 0-10-15,-1-4-11 0,-1 1-10 0,-2-2 2 0,-1-1-40 0,-1-1-5 16,0-2-8-16,0-2-65 0,1 0 2 0,-1 0-19 0,0-4-50 15,0 0 152-15,0-4-15 0</inkml:trace>
  <inkml:trace contextRef="#ctx0" brushRef="#br0" timeOffset="36338.44">12969 17077 502 0,'9'-4'-178'0,"-6"1"371"16,-1 1-39-16,0 1-57 0,-2 0-4 0,-2 1 50 0,-2 0-58 16,-2 2 50-16,-3 1-32 0,-2 1-40 0,-2 2-25 15,-1 1 28-15,0-1-30 0,-1 2 33 0,1 1-2 0,2-3-19 0,0 3-6 16,1-1 13-16,-1 1-13 0,1 0 7 0,1 1-10 0,2-1-9 15,1 1-11-15,4-1 18 0,2 1-10 0,1 0 32 0,3-1-11 0,3 2-12 16,2 1-19-16,1 2 12 0,1 1-11 0,1-1 11 0,-2 1-6 16,2-5-6-16,-1 1-29 0,0-3 20 0,-1 3-18 0,0 2 30 15,-2-2-5-15,-1-2-13 0,-3 0-10 0,-2-4 10 0,-2 0-9 16,-3-2-10-16,-3 1-7 0,-3-1-17 0,-1 1-35 0,-3 1 9 16,1-3-16-16,-5-1-38 0,0-2-30 0,-4-6-39 0,-5-4-159 0,0-6 208 15</inkml:trace>
  <inkml:trace contextRef="#ctx0" brushRef="#br0" timeOffset="36782.53">11664 17153 704 0,'-7'-4'67'0,"2"1"15"0,-3 0-55 0,0-1-27 0,1 1 0 0,0 1 1 0,1 0-2 0,0 2-12 0,2 2 7 0,-1 0-47 0,2-1-15 16,-2 2-20-16,1 1-102 0,-1-2 119 0</inkml:trace>
  <inkml:trace contextRef="#ctx0" brushRef="#br0" timeOffset="37133.43">11407 17145 593 0,'3'8'176'0,"-2"-3"-147"0,2 3 48 0,-2-2-71 16,1 2-2-16,-1-1-7 0,1 5 27 0,1-2-9 0,-1 0-8 15,-1 4-21-15,1-1 14 0,-1 0-19 0,2 2-28 0,-2 0-22 16,1-1-26-16,-1 1-67 0,1 0-22 0,-1 5-6 0</inkml:trace>
  <inkml:trace contextRef="#ctx0" brushRef="#br0" timeOffset="45633.34">13546 16589 355 0,'-2'-12'53'0,"-2"0"73"0,3 1-85 0,1 0-30 0,0 4 7 0,0-1-18 0,1 2 4 0,1-1-1 0,0 1 6 0,0-1 4 0,-1 0-2 0,1-1 14 0,-1-2-3 0,2 0-3 0,0-3-26 0,-1 1 37 15,1-2-29-15,-1 1 56 16,-1-2-9-16,1 1-15 0,-1-3-11 0,2-1 6 0,-2 3-3 0,-1-2 26 15,1 3-6-15,-1-1-6 0,1-2-32 0,0 1 25 0,0-5-25 16,-1 1 20-16,0 2-1 0,0 0-9 0,0 1-14 0,-1-2 9 0,-1 0-9 16,-2 0 14-16,0 2-1 0,-2 2-7 0,0-2-17 0,-2 2 23 0,0-1-22 0,-2 2 23 15,-1-1-8-15,-2 1-12 0,0 0 8 0,-3-3-11 0,-2 3 13 0,-1-2-4 16,-1 1 2-16,1 0 3 0,-2-2-14 0,0 0 12 16,1 1-12-16,-1 3 9 0,-2-1-2 0,-2-1-3 0,-2-1-5 15,-1-3 3-15,0 0-1 0,6 0 12 0,-2 1-1 0,0 2-4 0,-6-2-8 16,-7 4 9-16,-1 2-7 0,-3 0 6 0,-2 3-1 0,1 1-8 0,-1 3-1 15,-2 1 9-15,0 4-5 0,-1 0 11 0,1 0 1 0,-2 2-7 0,-5 3-8 16,-3 1 13-16,-3 4-11 0,1 2 10 0,5 1-1 16,0 3-3-1,-2 4-18-15,2-1 10 0,-2 3-6 0,1 1 35 0,0 1-6 0,-2-2-9 0,2 2-16 0,2-2 11 0,2 3-10 0,2-3 13 16,2 2-2-16,3-2-5 16,2-1-5-16,0 0 4 0,3-1-1 0,-2 0 10 0,6-1 1 0,2 1-5 0,3 0-25 0,5 1 28 0,4-2-24 31,2-1 36-31,4 0-2 0,4-4-14 0,2 0 0 0,3 0-5 0,2 0 2 0,2 1-4 0,2 2 7 0,4 1 1 0,3 2-10 15,3 0 16 1,5 0-17-16,2 4 11 0,2-2-1 0,5 4-2 0,3 2-1 0,3-1 2 16,2 0 1-16,1 0 4 0,3-2 5 0,-3 1-5 0,-1 1-29 0,0 0 35 0,0-3-32 15,0 0 43-15,5-2-9 0,-2 1-15 0,2-1 4 0,1 0-4 0,3-2 7 0,1 0 6 32,0-7 0-32,-1 0 0 0,1-1-20 0,-5-2 24 0,3 1-19 0,0-2 31 15,-1-2-7-15,9-3-11 0,5-3-6 0,4-2-1 0,6-5 1 16,0-3 11-16,-6-2-5 0,-1-4-2 0,1-5-12 0,3 2 14 15,7-3-11-15,2-2 11 0,0 2-5 0,-8-4-8 0,5 2-13 16,-5 0 16-16,0 2-11 0,4 2-6 0,-5 2-32 0,1 1-40 0,-1 4-141 16,-9 0-17-16,2 6-38 0</inkml:trace>
  <inkml:trace contextRef="#ctx0" brushRef="#br0" timeOffset="71489.41">20371 16794 295 0,'0'-4'20'0,"-1"-2"19"0,-1 5-41 0,1 1 27 0,1 0-20 0,-1 2 43 0,1-2-7 0,-2 0-21 0,1 0-27 16,0 2 35-16,0-2-32 0,-1 0 30 0,0-2-2 0,0 1-17 0,1 0-20 16,1 1 21-16,-1 1-17 0,1 0 31 0,0-1-5 0,0 0-17 15,0 0-5-15,1 0 12 0,0 2-9 0,4 0 9 0,1-1 0 16,1 3-5-16,5 1-13 0,1-2 18 0,4 3-13 0,4-2 27 16,2 0-1-16,4-1-14 0,2 0-26 0,4 0 31 0,1-2-29 15,-6 1 37-15,-1-2-6 0,1 0-11 0,3-3 1 0,6-1-5 0,-2 0 6 16,-2 1 4-16,-2-3 4 0,-1 1-2 0,0-1 0 0,1-1 19 15,0 0-15-15,0 2 19 0,2 0-3 0,-2-2-5 0,2 2-19 16,-4-5 6-16,-6 1-6 0,-2 0 18 0,-1 1-3 0,2 1-1 0,6-2-23 16,0 0 21-16,-1-2-19 0,-3 2 23 0,1 0-9 15,0 0-12-15,1 1-10 0,1-1 12 0,-2 0-6 0,3-2 20 0,1 2 1 16,0 0-13-16,3-1-13 0,0-1 16 0,-8-3-17 0,-1 2 9 16,-3-1 3-16,1 0-3 0,9 2-6 0,-2-2 7 0,-2 2-5 15,-4 0 14-15,-2 0 1 0,-2-2-7 0,0 2-12 0,-1-2 15 16,-1 0-14-16,-3 1 18 0,0 1-6 0,-2-1-5 0,-1 1-11 0,0-1 11 15,-2-1-3-15,-1 1 27 0,-3 0-5 0,1 1-10 0,-4-1 0 0,0 1 14 16,-1 2-9-16,-1-3 15 0,-3 1-2 0,-1-2-4 0,-2-1-14 16,-2-3 8-16,-2 2-6 0,-2 1 20 0,1 0-4 15,-3 2-7-15,0-2-17 0,-3 0 16 0,-2 0-16 0,-2 1 14 0,1-1-5 16,-3 1-9-16,-4 0-13 0,-1 2 15 0,0 1-8 0,-1-1 28 0,5 1-3 16,-3-1-14-16,-5-1-21 0,1 0 30 0,-7 1-26 0,3-1 37 15,3 2-12-15,-2 0-16 0,-2 0-2 0,-2 1 2 0,-3-2 4 16,-2 3 10-16,2-4-3 0,0 0-10 0,-5 0-5 0,-1 1 13 15,-3 0-11-15,-2 1 8 0,4 2-3 0,-1 0-7 0,-6-1-12 0,0 0 18 16,-3 2-9-16,0 0 24 0,2 1-2 0,-2-2-14 0,-2-5-6 16,-1 1 9-16,0 0-9 0,1-2 11 0,2 0 1 0,2-1 0 0,-6-3-7 15,1 1 3-15,2-1-3 0,-1 3 10 0,9-2 1 16,-3 0-4-16,-1 1-18 0,2 2 21 0,-5 0-19 16,0 0 26-16,1 2-9 0,-3 2-10 0,3 1-1 0,-3 2 3 0,1 1 0 0,-3 0 12 15,1-1-8-15,1 1-4 0,-4-1-9 0,1 1 9 0,1 2-6 16,0-1 13-16,4 0 2 0,-2-1-5 0,0-2-21 0,-1 1 17 0,2 1-17 15,1 0 32-15,4 1 0 0,2-1-8 0,-4 3-26 0,1-3 26 16,2-1-23-16,-6 0 32 0,5 1-5 0,-1 1-11 0,-2 0-5 16,4 1 1-16,3 3 1 0,-3-3 9 0,4 2-1 0,0-1-3 15,-7 0-12-15,1-1 16 0,-1 2-15 0,-4 0 17 0,8 2 2 0,2 0-6 16,-6 0-12-16,1 0 5 0,0 0-7 0,-3 2 21 0,1-2-6 16,0 1 2-16,-6 3-27 0,3 0 19 0,-1 1-14 0,2-1 30 15,0-2-7-15,1 1-14 0,-3-2 8 0,0 2-7 0,2-2 10 0,0 3-5 16,4 0 3-16,-1-2 0 0,-2 2-20 0,1-2 27 0,-2 1-24 15,1 2 23-15,-2 0 2 0,2 0-7 0,0 3-13 0,-1 0 9 16,1-1-9-16,3 1 23 0,-1 1-6 0,0-3-5 0,-4 3-13 16,0 2 7-16,4-1-6 0,1 0 14 0,1 0-4 0,2-1-3 0,0 2-7 15,2-1 11-15,2-1-4 0,-1 1 14 0,2 0-1 0,4 1-11 16,0 0-9-16,4 3 11 0,-2-2-11 0,3 2 12 0,2-3-2 16,2 1-6-16,3 2-3 0,1 0 8 0,0 0-3 0,-1 1 14 0,1-1-3 15,4 2-9-15,3 0-25 0,2 0 32 0,1 1-24 0,3-1 39 16,3-4-11-16,1 0-16 0,2 3-5 15,4-1 10-15,1 2-3 0,2 2 6 0,1-1 3 0,1-1-11 0,2 1-11 0,1-2 25 0,0 3-20 16,2-1 24-16,-1 1 0 0,1 1-9 0,2 0-18 0,-1 2 11 16,2-1-12-16,0 2 23 15,2 1-2-15,0-2-5 0,2 2-9 0,0-2 12 0,0 3-10 0,1-1 10 0,0 2 1 0,1-4-3 0,-1 0-3 16,2 2-1-16,-1-1 1 0,0 3 3 0,1-1 1 0,1-1-4 16,1 1-4-16,4-2 7 0,0 2-6 0,4-1 5 0,0 0 0 15,-1 3-2-15,3-2-8 0,-6-1 13 0,2 2-9 0,5-4 8 16,1 1 5-16,5-1-11 0,3-1-10 0,-1 1 24 0,2-2-21 0,3-2 19 15,2-3 2-15,1-2-6 0,5 2-27 0,2 3 25 0,-4-2-22 16,-2 0 37-16,-3-3-2 16,2 0-15-16,4-1-14 0,2 0 19 0,2-1-17 0,3 0 27 0,-2 0-12 15,5 1-6-15,-2-1-9 0,-5 0 4 0,0 0 3 0,-2-1 19 0,-1 2-1 0,6-2-10 0,4-1-20 16,1 3 27-16,6 0-22 16,-2 0 27-16,-10 0-7 0,2-1-13 0,1 1 0 0,-1-3 2 0,9 0 2 0,0 0 7 0,-1 0 0 0,3-2-4 15,0 0-14-15,-2 1 17 0,-3 0-15 0,-3 1 23 0,0-3-10 31,5 2-6-31,3-4-1 0,3 1-1 0,-2-2 5 0,-7-1 5 0,-3 0 3 0,-2-1-7 0,2 0-16 16,5-2 26-16,0 2-25 0,2-3 29 0,0 0-5 0,-4 2-9 0,-3-1-11 0,-5 0 7 0,-1 1-4 16,0 1 22-16,4-1-4 0,-1 1-10 0,7 0-17 15,2-2 24-15,1 1-19 0,-3-1 32 0,-2-1-4 0,-1-1-10 0,6-1-16 16,6-1 10-16,2 1-8 0,4-1 19 0,-4 1 1 0,0 0-9 0,-2-1-6 16,0-1 9-16,3 2-10 0,3-2 6 0,0 0 1 0,-3 2-4 15,-3-3-15 1,-2-1 16-16,-4 3-10 0,2-2 23 0,-1 3 1 0,0-1-10 0,3 2-21 0,-4 0 22 0,-7 2-21 15,-2-2 27-15,-7 0 1 0,0 0-3 0,4 0-13 0,-3 0 5 0,1 2-4 0,1-1 21 16,-1-1 2-16,-1 2-3 0,0-2-7 0,-7 1 7 0,-1 0-8 16,-1-2 9-1,-1 2 2-15,2-2 0 0,1 0-21 0,-2 0 13 0,0 1-14 16,0-1 10-16,-1 2 5 0,-3-1-9 0,3 0-12 0,-3 2 17 16,-7-2-18-16,-3 1 14 0,-4 0 6 0,-1-1-5 0,8 1-29 0,-2 1 29 15,1-3-27-15,-3 2 29 0,-2-1 0 0,-1 0-16 0,0 0-53 16,-1 2 10-16,0 1-33 0,0-2-73 0,-1 0-44 0,0 2-41 15</inkml:trace>
  <inkml:trace contextRef="#ctx0" brushRef="#br0" timeOffset="77023.37">3244 7058 294 0,'-4'-4'36'0,"0"2"30"0,-2 0-34 0,0 2-7 0,3 0-6 0,-2 4-10 0,3-1-7 0,0 1-1 0,-2 2-4 0,1 0-3 0,-1 5 6 0,0-1 5 0,2 1 2 0,-2 4-7 0,1 0-5 15,-1 2 18-15,-1 0-17 0,-1 1 11 0,2 2 0 0,-2-2-4 0,0 6-13 16,0 0 19 0,-1 4-13-16,2 3 38 0,-1-1-10 0,0 0-15 0,1 2-15 0,-1-2 20 15,-1 0-15-15,1 1 22 0,-1-5-7 0,-1 2-13 0,-1 1-4 0,-1 2 8 0,-2 2-2 0,-2 4 23 0,1-1-1 16,-2 4-11-16,-1 6-13 0,1 0 17 0,0 0-15 0,-1-1 25 31,3-3-6-31,-1-3-4 0,1 3 1 0,-1-4-3 0,2 0 5 0,0-3-6 16,2-4-2-16,0 2-5 0,2 1-5 0,2-4 10 0,3-1-10 0,2-3 0 0,1-5-4 0,4-2-6 0,1-2-15 0,1-1 19 31,1-3-12-31,0 0 34 0,-1-1-2 0,3-2-10 0,0 0-25 16,0-4 25-16,-1 2-23 0,1-1 33 0,0-4-8 0,0 6-10 0,0-1 2 15,0 0-3-15,1-1 6 0,0 1 2 0,2 0 1 0,-2-1-3 16,0 1-30-16,2-3 34 0,1 0-28 0,0-1 41 0,1 1-6 16,0-2-16-16,2 1 1 0,1 0 3 0,1-1 2 0,1 1 2 0,0-1 3 15,1 1-4-15,2-2-16 0,0-1 28 0,-1 1-25 0,-4-1 26 16,-2 0-7-16,1-1-12 0,5 0 8 0,4 0-9 0,1 0 9 15,0-1 3-15,-3 0-1 0,1-1 2 0,2 1-11 0,3-1 7 16,2 0-8-16,0 1 9 0,1 1-4 0,-1 0-2 0,3 0 1 0,-1 0-8 16,1 0 8-16,-7 0-1 0,-1 0 0 0,2 0-3 0,2 0-8 15,5-1 23-15,1 0-18 0,0-2 14 0,0 0-6 0,3 1-13 0,5 1-9 16,2-2 15-16,1 0-7 0,-1 1 30 0,-5 1-1 0,0-2-10 16,1 0-27-16,-2 1 25 0,5 1-25 0,0-2 25 0,1 2-1 15,2 1-11-15,4 1 4 0,2 2 0 0,-4 0 3 16,-5 3 0-16,-4-4 2 0,-3 2-2 0,0-1 4 0,5 0 14 0,-1 0-9 15,3 0 20-15,1-2-8 0,0 3-5 0,5-1-11 0,-4 1 12 16,-6 0-7-16,-1-1 14 0,-3-1-6 0,0 1-13 0,7-2-3 0,-1 0 5 16,3-1-4-16,3 2 4 0,2 0-6 0,1 0-3 0,1-1-12 15,-5-1 11-15,0-1-7 0,-4-2 23 0,1 0 0 0,6-2-9 0,2 1-5 16,4 1 10-16,2-1-11 0,1 2 5 0,-5 0-3 16,-7 1-1-16,1-1-2 0,-6 1 5 0,2 0-2 0,5 1 8 15,-2 0 0-15,3 1-9 0,4 2-2 0,0-1 10 0,-3 1-8 0,-3 1 4 16,-6-2-1-16,0 1-4 0,3-1-2 0,5 2 1 0,-1-1-1 15,2 1 7-15,-3 1 1 0,4 0-5 0,-1 0-16 0,-4-1 26 0,1 0-22 16,-1-2 20-16,-1-1-3 0,7 2-9 0,3-3 2 0,2 1 1 16,5 1 1-16,-2-1 5 0,-6 0-4 0,0-1-8 15,1 0 1-15,0 0 8 0,6 0-4 0,-1 0 11 0,2 1-10 16,-2 1-4-16,-3 0-11 0,-2-1 9 0,-4-1-2 0,-1 2 22 0,1-2-4 0,1 1-10 0,5 2-20 16,-1-2 25-16,-2 1-21 0,-6 1 33 0,-3 0-4 0,-2-1-10 15,3-1-7-15,6-1-1 0,-1 0 0 0,1 0 9 0,1 0 2 16,2 0 0-16,0-1-20 0,-2 0 17 0,0-2-16 0,-3 1 21 15,0 0-1-15,4-1-8 0,2 0-5 0,5 2 3 16,0-1-3-16,-7 2 18 0,-1 0-8 0,-3-1-2 0,-1 0-7 0,5 1 3 16,-1-1-1-16,2 1 3 0,-3 1-1 0,1 0-6 0,-3 0-1 0,-1 2 5 15,-3-2 0-15,-2 2 13 0,0-2-1 0,3 0-6 0,2-1-20 16,4 3 21-16,1 0-18 0,2-1 27 0,-8-1-9 0,1-1-10 0,4 0 10 16,0 0-8-16,6 0 11 0,0-2-8 0,-1 1 0 0,1 1 0 15,2-2-14-15,-3 1 22 0,-2 1-16 0,-1-3 23 0,-3 3-7 16,5-1-12-16,0 1-15 0,2 0 19 0,0 0-11 15,-8 0 32-15,-1 0-10 0,-2 0-11 0,0 0-8 0,5 0 8 16,-3 0-4-16,-1 0 9 0,2 0-4 0,1 0-5 0,1 0 5 0,-5 0-2 16,0 0 5-16,-3-2 5 0,-1-2 9 0,6 1 3 0,1-2-19 15,2 1 34-15,4-1-31 0,3 3 28 0,-8-4-3 0,2 3-13 0,1-4-21 16,-2 1 14-16,8-1-14 0,0 4 28 0,0-1 1 0,2 2-9 0,1 0-16 16,-2 1 15-16,-2-2-15 0,-1 0 11 15,-3 3 0-15,3 0-6 0,3 0-8 0,0 2 4 0,-4-1-3 16,-2 2 12-16,-8-3 0 0,-3 0-1 0,4 0-22 0,-2 0 20 0,0-2-17 0,1 1 28 0,0 1-1 15,-1-1-10-15,-1-1-4 0,-5 2 3 0,0 0-2 0,-3-1 15 16,0 0-9-16,5 0-2 0,0-1-6 0,0 1 0 0,4 1 0 16,0 1 2-16,-1 1 1 0,-2-1-1 0,-4 0-3 0,-1 0-3 15,-2-1 1-15,0 0 5 0,0 0-2 0,-3 0 3 0,-1 0-10 0,1 0 5 16,-3 0-4-16,1 0 8 0,-2 2-4 0,-2-1-2 0,1-1-8 16,-3 1 13-16,-2-1-6 0,-6 0 21 0,-3 0-6 0,0 0-12 15,3-1-8-15,3-2 8 0,0 3-6 16,-1-3 16-16,-4 0-8 0,-1 1-5 0,-1 0-8 0,-1 0 10 15,0-2-3-15,-1 0 16 0,0-1 0 0,1 1-12 0,2-2-17 0,0-3 24 16,1-2-21-16,-1 2 32 0,-1-2-1 0,0-2-9 0,5 0-15 0,-3-1 9 0,1 1-9 0,-1-1 16 16,0 0 1-16,-1-1-6 0,-3-6-20 15,0 2 24-15,-8-3-21 0,0 1 29 0,0 0-3 0,0-2-9 0,4-1-15 0,3-2 17 16,-1 1-12-16,0-2 18 0,1 2-2 0,-3 2-13 0,1-3 3 16,-2-4 8-16,1-2-4 0,1 0 2 0,1-3-5 0,-2 6-8 15,2-3-11-15,-1 1 17 16,2-1-9-16,-3 0 29 0,-1 2-7 0,-1-2-8 0,1 3-12 0,1 1 11 15,0 1-9-15,-1 2 15 0,0 2 5 0,-1 0-5 0,0-2-29 16,-3 0 27-16,1-1-24 0,-2-1 33 0,1 7-2 0,-2-2-15 0,1 1-11 16,-2 2 19-16,-1-4-14 0,0 1 20 0,-1 3-5 0,0 0-12 0,0 0-7 0,-1 0 10 0,-1 1-5 15,-2 0 21-15,2 2-3 0,-1 1-5 0,-1 1-22 16,0 0 18-16,-2 2-15 0,1 1 29 16,-1-1-6-16,-2 2-11 0,0 1-22 0,-3-1 22 0,-1 0-15 15,-1-1 36-15,0 2-6 0,-3 1-11 0,-3-3-8 0,-6 2 2 16,-2-1-3-16,-2 0 10 0,-2 0-6 0,-2 1-3 0,-1-2-5 0,-3 2 14 15,-5 0-7-15,-3 0 13 0,-5 2-3 0,2 0-11 0,-2 5-4 16,-4-2 6-16,-2 1-4 0,-3 3 11 0,4-3-4 0,-2 1-7 0,-4 1-12 16,-2 1 17-16,-2 3-11 0,-1 0 35 0,2 1-11 15,-2 1-9-15,-6-3-10 0,1 0-1 0,0 1 2 0,1-1 9 0,0 5 2 0,-1-2-1 0,-2 0-21 16,-3-2 18-16,1 0-15 0,-3 1 33 0,4 0-15 0,-1 1-3 16,-2-2-7-16,-1-1 2 0,-3-2-5 0,0 0 14 0,3 2-2 0,-4-2-3 15,-3 0-7-15,-1-3 2 16,-3 0-7-16,2 2 27 0,1 0-6 0,0 1-9 0,-5-3-8 0,0 1 4 0,-3 1-2 15,1-3 11-15,4 2-3 0,0 1-3 0,-3-1-8 0,-4 0 9 0,4 0-5 0,-2 0 13 16,5 0-1-16,-1 1-6 0,-5-5-9 0,0 1 10 0,-3 2-9 16,0-3 8-16,4 5 5 0,-2-3-4 0,-1 0-25 0,-2 1 25 0,-2-4-22 15,2 1 39-15,1 1-5 0,2-2-11 0,-4 2-10 0,-2 1 9 16,3 0-9 0,1 1 10-16,4 0-1 0,2 1-3 0,-7-1-4 0,2 2 4 0,0-1-3 0,-2 2 7 0,6 0 1 15,-2 0-5-15,0 2-9 0,-2 0 12 0,-1-2-9 0,1 2 9 0,1-1 0 0,4 0-7 0,-7 2 1 31,-1-3 1-31,2 1 1 0,-3 1 6 0,7 1 0 0,0 0 0 0,-7 0-19 0,1 1 18 0,-1 0-14 0,2 1 23 0,8-2-1 16,-3 1-12-16,-96 2-6 0,187-6 9 0,-179 5-10 16,93-4 9-1,2-1 1-15,-93-1 1 0,179-1-11 0,-172 0 10 0,86 0-8 0,1 0-1 16,-3-1 4-16,-2 1-1 0,4 0 3 16,-3 2 8-16,0-1-2 0,-1 1-1 0,-3 0-12 0,4 1 9 15,2 3-6-15,-3-2 13 0,4 1-4 0,1 1-7 0,-3-1 1 16,5 4-7-16,5-5 8 0,-6 1 2 0,9 0-2 0,0 0 5 0,-1 2-10 15,6 2 6-15,-2 1-4 0,-2-5 7 0,2 1 1 0,0 0-5 16,2 1-4-16,3 0 8 0,2 0-6 0,1-2 13 0,3-2-1 16,-1-1-5-16,3-4-8 0,0-1 14 0,4 1-12 0,3-1 15 15,3 4-2-15,-2 1-8 0,-2 1-14 0,-1 3 14 0,-2 0-12 0,-3 2 23 16,2 1-5-16,1 1-10 0,4-1-15 0,3 1 16 0,4 0-13 16,3-2 25-16,2-2-4 0,6 2-6 0,-1-2-6 0,0 1 1 15,2-2 0-15,-1 2 8 0,4 0-2 0,3 1-2 0,3 0-17 0,0 0 14 16,4 2-12-16,-1 1 25 0,4 0-8 0,1-1-12 0,2 3 4 15,1 2-23-15,0-1 15 0,1 2-45 0,2 0-8 0,1 3-2 0,2 0-42 16,1 2 3-16,4-1-13 0,1 1-33 0,4 0-15 0,2 1-20 16,3 0-96-16,4 2 159 0</inkml:trace>
  <inkml:trace contextRef="#ctx0" brushRef="#br0" timeOffset="83394.91">5788 8624 204 0,'-2'-1'-6'0,"2"1"-38"0,2-2 12 0,2 1 42 0,2 0-30 0,0-2 40 0,2 1-2 0,0-1-12 0,1-1-5 0,1 2 12 0,2-1-10 0,0-2 11 16,0 2-7-16,2-2-6 0,0 1 7 0,2-2-8 0,1 3 11 15,0-2 4-15,-2 1 1 0,2 2 2 0,-1-2-18 0,1 2 11 16,-1-1-12-16,-1 2 6 0,0-1-6 0,-2 2-3 0,3-1 5 0,-2 1-10 15,1 1 14-15,2 1 3 0,-1-2-3 0,1 1-3 0,2 0-21 16,1 1 21-16,-4-1-18 0,1 0 15 0,0 2-50 0,4-2-30 16</inkml:trace>
  <inkml:trace contextRef="#ctx0" brushRef="#br0" timeOffset="87841.72">6377 8506 256 0,'0'-11'-1'0,"-3"0"16"0,-2 4 16 0,2 1 20 0,-2 3-28 0,0-1 16 0,-2 1-21 0,0 3 16 0,-1 0-8 0,2 2-13 0,-3 1-13 0,1 1 5 0,-1 3-3 0,1-1 18 16,1 0-4-16,2 2-7 0,1-2-30 0,1 2 23 0,2-1-22 0,0-4 27 16,1 3-3-16,0-3-11 0,1 2-8 0,1 4 11 0,4 0-10 15,-1 2-16-15,3 0-4 0,1-1-24 0,1 2-68 0,0-1 88 16</inkml:trace>
  <inkml:trace contextRef="#ctx0" brushRef="#br0" timeOffset="89531.54">9561 8516 109 0,'0'-1'28'0,"-3"-2"1"0,2 2-18 0,0-3 6 0,0 2-9 0,1 2 8 0,0-2 4 0,0 2-23 0,0 0 29 0,0 0-29 0,0 0 22 0,0 0-12 0,0 0-15 0,0 0 2 16,0 0-2-16,1 0 8 16,1 0 0-16,2 2 5 0,1-2-4 0,2 1-17 0,2 0-36 0,2-1-4 0</inkml:trace>
  <inkml:trace contextRef="#ctx0" brushRef="#br0" timeOffset="90686.94">13061 8658 489 0,'-19'-18'136'0,"5"6"178"0,2 0-252 0,2 4-40 0,2 3-20 0,1 2 16 0,3 0-4 0,0 2-8 0,2-1-15 0,1 2 11 0,1 0-12 15,0 0 0-15,1 0-3 0,1 0-8 0,4 3 10 0,2 1-12 16,2 0 3-16,2-1-79 0,3 4-10 0,2 3-23 0</inkml:trace>
  <inkml:trace contextRef="#ctx0" brushRef="#br0" timeOffset="118255.2">23788 7018 667 0,'-20'-19'214'0,"2"3"312"0,5 3-405 0,1 4-99 0,6 4-4 0,2 1-1 0,2 3-3 0,2 1 0 0,0 0-17 0,0 0 9 0,0 0-8 16,0 2 8-16,2 3 0 0,1 3-6 16,0 3 7-16,0 2 0 0,1 5 1 0,-2 5 7 15,0 0-2-15,-1 7 1 0,0 0-15 0,-1 4 18 0,0 3-14 0,0 0 27 0,-1 1-10 16,0 2-12-16,0 9-18 0,0 2 21 0,1 3-14 0,0 2 21 0,2-2-3 15,2 0-17-15,0 1-12 0,1 0 18 0,0 5-13 0,1 3 24 0,-1-1-7 16,2 4-8-16,0-4-14 0,-2 0 15 0,1-3-7 0,-3 0 26 16,-1-1-6-16,-2 3-10 0,-3 6-6 0,-1-1 2 0,-3-2-3 0,-2-1 7 15,-3-6 4-15,-2 1-2 0,-4 4-18 0,-1 2 12 0,-2 2-13 16,0-4 30-16,-1-3-4 0,1-6-1 0,5-2-28 0,-1-4 16 16,2 1-13-16,-2 0 26 0,-5-1-3 0,1-1-6 0,2 1-14 0,2-1 8 15,0-6-6-15,4-1 29 0,-1-7-7 16,3-3-6-16,0 0-15 0,2-1 7 0,2-2-5 0,4-1 13 0,3-4 1 0,2-1-5 0,5 0-4 31,1-1 0-31,3-1 0 0,0-2 12 0,1-2-7 0,3-1-1 0,4-1-11 0,2 1 8 0,5-4-3 0,3 1 18 0,0-2-5 16,-2 0-10-16,4-2-4 0,2-3 5 0,2 3-2 0,7-3 5 15,-2-1 0-15,2-1-5 0,4 0 0 0,2 1 4 0,4-2-3 16,2-2 0 0,-4 0 3-16,4 0-1 0,5 0-15 0,2-1 15 0,8 2-11 0,1 0 35 0,3-1 0 0,0 2-5 0,6 0-30 0,0 3 25 15,3 2-24-15,3-1 33 0,1-1-6 16,3-5-13-16,5-3-1 0,3-3 7 0,3-1-2 0,4 2 13 0,-1-1-7 15,0 0-7-15,7 2-19 0,2 1 21 0,4 4-16 0,0-1 30 16,-4 1-12-16,2-1-16 0,5 0 2 0,0 2 4 0,-2 3 2 0,-2 1 9 0,-4 2-5 16,-1-1-4-16,0 5-25 0,-1 1 21 0,-2 1-16 0,-3 1 34 15,-4 0 2-15,0-4-10 16,0-3-15-16,-2 1 14 0,0-1-14 0,-6-2 12 0,-4 0-2 0,-3-2-10 0,-2 5-14 0,-2-1 19 16,-3 3-13-16,-4-1 31 0,-8 0-7 0,-1 1-12 0,-8-1-24 0,-3 1 21 31,-6-2-17-31,-4-2 30 0,-7-1-6 0,-5-2-10 0,-2 2-28 15,-5-1 2-15,-3-1-8 0,-5 0-18 0,-6 1-19 0,-2-1-17 0,-5 0-111 16,0 0-4-16,-3-2-28 0,-1 1 87 0</inkml:trace>
  <inkml:trace contextRef="#ctx0" brushRef="#br0" timeOffset="119365.84">21970 7630 498 0,'1'-3'63'0,"3"3"135"0,0 0-223 0,2 3 32 0,1 2-32 0,2 1 48 0,1 0-5 0,1 2-17 0,0 2-4 0,0-1 24 0,1 0-16 0,1 1 47 0,1 0-7 0,-2 1-5 0,0 1 3 0,-5-1-9 0,-1 3 9 15,0 0-9-15,0 2-2 0,6 4-2 0,3-1-15 0,3 3 10 0,0-2-13 0,0-1 3 16,0-1-3-16,0 0-2 16,-1 1-11-16,1 1 1 0,-2 1-2 0,1-1 9 0,-2-5 3 0,-1-2-4 15,2-2-22-15,0-1 19 0,0 1-22 0,-2 1 1 0,-1 3-27 0,-1-3-20 0,0 2-9 16,1-1-5-16,0-3 13 0,-2-3-17 0,2-3-25 0,-2-2-35 0</inkml:trace>
  <inkml:trace contextRef="#ctx0" brushRef="#br0" timeOffset="119647.08">22810 7483 1014 0,'-12'10'189'15,"4"-8"-183"-15,2-2-9 0,3 1-12 0,2 3 26 0,1 3-21 16,2 5 18-16,3 2 0 0,0-2-7 0,3 4 5 0,0 1 5 0,1 2-2 16,0 3 4-16,-1 2-1 0,-3 0-12 0,0 5-2 0,-3 1 13 15,-1 8-11-15,-2 4 12 0,-2 4-5 0,-2 2-3 0,-3 6-25 16,1-1 23-16,-5-1-15 0,0 1 34 0,-1-5-1 0,-2 4-18 0,-1-1-16 15,-1 3 19-15,3 1-19 0,1 0 23 0,1-5 0 0,1-4-6 16,-2-2-3-16,3 1-8 0,0-5 2 0,1 4-31 0,3-5-4 16,-1 3-12-16,1-1-29 0,3 2 1 0,-1-4-16 0,0-2-78 15,1-1-35-15,0-4-40 0</inkml:trace>
  <inkml:trace contextRef="#ctx0" brushRef="#br0" timeOffset="120654.32">22357 8117 278 0,'-3'-1'37'0,"0"-2"21"0,2 0-33 0,1 3 12 0,1 0-23 0,1 3 3 0,3-2-5 0,1 2-12 0,3-1-9 0,3 0 31 0,-1 0-21 0,0 1 46 0,1-1-9 0,1 0-17 0,1 1-21 0,3 0 15 0,2 0-13 15,2 0 24 1,-2 0-8-16,2 0-16 0,0 2-30 0,1-1 27 0,-6-1-27 16,0 3 4-16,-2 0-27 0,0 0-30 0,8 2-72 0,-1 1 26 15,0 1-18-15</inkml:trace>
  <inkml:trace contextRef="#ctx0" brushRef="#br0" timeOffset="121367.72">23639 8454 193 0,'-8'-6'58'0,"1"0"23"0,5 2 8 0,0 0-19 0,1 2 27 0,1-1-25 0,1-1-23 0,2 1-30 0,3-4 8 0,2 2-4 0,1-3 34 0,2-1-2 0,1 0-8 0,3 0-26 0,1 0 30 15,0 1-28-15,0-1 33 0,0 0-7 0,1 1-17 0,2 2-10 16,1 0 1-16,1 1-3 0,4 1 1 0,-1 3 2 15,0 0-2-15,2 1-7 0,0 0 13 0,1 0-13 0,2 2 10 16,-1-2 1-16,1 4 0 0,-2-1 3 0,3-1 2 0,1 1 1 0,6 0 11 0,7-1-3 16,4-1-3-16,4 3-36 0,4-1 33 0,3-1-30 0,1 1 40 15,-3 1-8-15,2-2-14 0,2 0-7 0,7-2 11 0,4 0-7 16,5 0 12-16,-1 0 3 0,-4 0-9 0,8 0 0 16,4-3 13-16,5 0-12 0,8 2 14 0,-6 0-4 0,-4 1-7 15,5 0-16-15,4 0 9 0,5 2-11 0,0 1 10 0,-4 1-3 16,0 0-5-16,8 0-12 0,3 1 8 0,1 0-7 0,0 1 15 0,-3-2 0 15,1 1-6-15,7 0 1 0,-1 0 5 0,1 2-3 16,2-1 11-16,-2 1-9 0,1-2-1 0,4 0-16 0,-3 0 11 0,1 0-2 16,-1 1 12-16,-6-2 5 0,-2 1-15 0,2-1-20 0,-1 1 22 15,-5-2-20-15,-6 1 30 0,-11-2-6 0,-3 0-11 0,-4 0-2 16,-4 1 5-16,-9 1-3 0,-10-2 6 0,-7 1 1 0,-3-1-5 0,-1 0-12 0,-3-1 16 0,-10 0-13 16,-6 0 19-16,-7-1-4 0,-4 2-11 0,-4-2-4 15,-5 0 3-15,-3 0 0 0,-3 0 13 0,-1 0 2 0,0 0-4 0,1-2-35 0,-1 2 18 16,0-2-27-16,0 1-19 0,1-2-28 0,2-1-33 0,2 2-165 15,4-4-56-15,3 3-33 0</inkml:trace>
  <inkml:trace contextRef="#ctx0" brushRef="#br0" timeOffset="125821.51">25497 7932 256 0,'0'-7'4'0,"-3"-1"227"0,0 0-96 0,0 3 11 0,3 1-116 0,0 3 9 0,0 0-12 0,0 1-2 0,0-1-2 0,0 1-8 0,3-2-15 0,-1 1 13 15,1 0-13-15,3 0 8 0,-2 1 1 0,2-2-1 0,1 0 1 16,2 0 17-16,1 0-9 0,2-1 32 0,-1 2-12 0,2-3-13 0,1 2-19 16,-4-1 6-16,4 0-8 0,4 0-2 0,3 1-3 0,8-1-4 15,4 0-12-15,0 0 10 0,-3 3-7 0,4-1-5 0,-1 0-10 16,2 1-25-16,3-1-41 0,-1-1-21 0,0 1-6 0,2 0-110 0,-4-1 133 16,-1 2-9-16</inkml:trace>
  <inkml:trace contextRef="#ctx0" brushRef="#br0" timeOffset="126629.53">27374 7218 510 0,'1'-8'43'0,"1"1"16"0,2 0 7 0,-2 2-29 0,2 3-10 0,2 0-18 0,1 0 1 0,-1-2 3 0,3 1 4 0,0 2 4 0,1-1-11 0,2-1-13 0,0 0 14 15,2 1-16-15,-1-2 16 0,0 2-5 0,2-2-4 0,1 0-22 0,2 0 21 0,0 0-14 16,-5 0 33-16,1-2-4 0,3 1-16 0,6-2-19 0,7 0 25 15,3 2-20-15,1-1 22 0,-4 3-21 0,0-1-24 0,2 2-106 16,-1 2-39-16,3 0-18 0</inkml:trace>
  <inkml:trace contextRef="#ctx0" brushRef="#br0" timeOffset="127291.91">28673 7240 1203 0,'11'-23'-49'0,"-3"15"95"0,2 4-15 0,3 2-18 0,2 2-19 0,3 0 11 0,1 0-12 0,3 1 12 0,0-1-3 0,2 1-2 0,2 1-7 0,-1-2 4 16,1 1-1-16,1 0 12 0,1 0-4 0,-1-1-5 0,1 2-29 16,0-2 17-16,-5 0-20 0,2 0-5 0,0 0-13 0,6-2-20 0,6 1-52 15,-1 1-43-15,-1-1 6 0,-2 1 20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7:59:47.56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5636 7032 301 0,'-15'-6'37'0,"2"4"34"0,2 0-27 0,-2 1-7 0,2 1-2 0,-1 1-3 0,1 1 2 0,0-2 2 0,1 1-16 0,0 0 10 0,1 2-11 0,0-1 23 0,0 1-4 0,1 1-9 0,-1-1-36 15,2 4 26-15,-1-3-27 0,0-2 27 0,0 2-3 0,1-1-8 16,-1 3-12-16,2 2 8 0,0-1-4 0,0 1 23 0,2 1 0 16,-1 1-10-16,1 2-28 0,1-1 37 0,-1 1-32 0,2 2 41 15,0-1-8-15,1 3-16 0,-1 2-3 0,1 0 3 0,1 1 0 0,-1 2 15 16,0 1 1-16,0 1-5 0,1 2-27 0,0 0 23 15,-1-1-23-15,1 2 28 0,0-3-10 0,0-2-9 0,0 2-11 0,0-1 10 16,0-3-2-16,0-1 17 0,0-2 3 0,0-3-12 0,0 2-12 16,0 0 21-16,0 1-19 0,1-1 25 0,0-2-5 0,0 0-7 15,0-1 5-15,2 0-4 0,-1 1 6 0,1-2-3 0,2-1 0 0,-1-1-2 16,1 2-7-16,0-2 6 0,2 0-6 0,-1-2 9 0,2 0 0 16,-1-1 2-16,3 0 3 0,2 0-1 0,0-1 1 0,0 1-1 15,1-2-1-15,1 1-3 0,2-1-7 0,1 0 3 0,0 0-3 0,0-1 7 16,-1 1-7-16,2-2-5 0,0 1-11 0,1 0 14 15,1 0-6-15,-1-1 26 0,-2 1-11 0,0-1-10 0,-4-1 0 0,-2 1 1 16,1 0 3-16,3 0 3 0,6-2 0 0,2 0-2 0,2 0-8 16,-2-2 12-16,1 0-8 0,4 0 23 0,0 0-2 0,3-1-11 0,6 1-20 15,3-1 24-15,0 1-22 0,3-1 23 0,-3 1-10 16,-1 2-10-16,-6-3-3 0,1 0 7 0,-3 1-1 0,2 1 9 0,4-2-1 16,-2 2-10-16,5-1-3 0,3 4 12 0,2 2-9 0,0 3 7 15,-1-2-1-15,-1 1-7 0,-6-4-3 0,1 1 11 0,-2 0-6 16,2-1 7-16,5 0-1 0,2 1-10 0,4-2 7 0,3 0-2 15,3-1 2-15,2 4-2 0,-4 1-3 0,-3 1 1 0,3-3 1 0,-2 0 0 0,4-3 2 16,7-1 1-16,1-1-2 0,2 2-2 0,2 0 2 0,-4 5 1 16,0 2 0-16,-4 1-4 0,1-2-2 0,4-2 1 15,3-4-7-15,3 0 11 0,-4 0-4 0,-6 0 23 0,-7 1-9 16,-3 3-11-16,4-2-4 0,4 0 1 0,2-2 0 0,1-4 8 0,-2-2 1 16,-5-1-1-16,-2-1-15 0,-2 1 6 0,-3-1-6 15,3 0 21-15,0 2 0 0,3 0-6 0,3 0-21 0,3-1 24 0,-3 2-22 16,-8 0 30-16,-2-1-5 0,-2 1-10 0,2 0-5 0,6 1 1 0,-2 1 1 15,2-1 4-15,-2 1 3 0,3 1-7 0,-1-2-6 0,-5 1 19 16,0 1-15-16,-3-2 12 0,-3 0-4 0,5-1-6 0,0 1-15 16,0-2 17-16,3 2-12 0,-2-1 27 0,0 2-5 0,-2-2-11 0,-3 2-5 0,0-2 11 15,-2 3-7-15,-1-1 7 0,1 1-7 16,0-2-7-16,-1 0 5 0,0 0 3 0,-2 0 3 0,0 0 10 0,-4 0-3 16,-3 2-7-16,2-2-14 0,-7 2 17 0,-1-1-14 0,-9-1 21 0,-4 2-7 15,-3 0-9-15,0 0-1 0,2 0 5 0,0 1 0 0,0-1 6 0,-1 2 3 16,-1-2-8-16,1 0-10 0,-1-1 16 0,1 1-14 0,0 0 13 0,2 0 1 15,0-3-6-15,2 1-6 16,3-1 5-16,0-2-6 0,1 2 6 0,0-2 3 0,-1-2-1 0,1 0-10 0,1-2 17 0,-1 1-15 16,0 1 12-16,-1 1-3 0,-3 0-8 15,1-1-8-15,-1 1 12 0,-1 3-7 0,1-2 25 0,-2 1-2 16,-2-2-9-16,1-2-6 0,-2-2 3 0,-2 1-4 0,-1-2 2 16,1 0 5-16,-1 1 1 0,1-4-20 0,0 1 19 0,-3-1-15 15,0 1 33-15,2-2-7 0,-3 1-9 0,-1-2-14 0,0-1 7 0,-1 1-5 16,0-1 14-16,-2 2 2 0,1 0-2 0,1-1-15 15,-1 0 7-15,1-1-8 0,1-1 9 0,0 1 3 0,0-4-4 0,3-1-21 0,-1 0 27 0,0 2-24 16,2 2 32-16,-1-1-6 0,0 1-10 0,-1-4-7 16,0 1 5-16,2-4-1 0,-3 1 13 0,0 0-2 0,-4 2-8 0,3-1-21 15,-4 0 31-15,-2 3-25 0,10 1 37 0,-6 0-12 0,2-1-17 16,-1 2 7-16,-5-3-2 0,-2-1 7 0,-2 1 0 16,-1 1 2-16,-4 0-3 0,1 3-19 0,-3 1 21 0,-2 1-19 15,2 1 29-15,-2-2-8 0,0 2-12 0,1 0 1 0,-1 2 0 16,-1-2 1-16,0 1 0 0,-1 1 2 0,0-2-2 0,-3 2-22 0,0 2 29 15,-3-3-23-15,0 3 32 0,-2 0 0 0,-2 1-13 0,-2-1-18 16,-1 1 14-16,1 2-14 0,-2 0 17 0,-4 1-2 0,-2 2-10 16,-7-1-1-16,0 2 0 0,-1 2-1 0,0 1 0 0,0-1 1 15,-2 2 3-15,-2-2-5 0,0 3 9 0,-1-1-4 0,-1 0 18 16,3 1 1-16,-2 0-9 0,-1 2-11 0,0 1 12 0,-1 1-11 0,0-2 15 16,1 1-1-16,-2 1-4 0,-5-2-5 0,1 4-1 0,-2-1 1 15,1 1 14-15,-1-1-5 0,2 2-1 0,-6-4-11 0,-2 3 10 0,0-3-4 0,-1 1 11 0,2 0-3 0,-1 1-6 0,1 0-16 16,-1 0 14-16,-3 1-7 15,1-1 30-15,2 1-11 0,-2 0-9 0,2 0-17 0,1 0-3 0,0-2 17 16,1 0 18-16,1 0 0 0,-1-2-18 0,2 1-13 0,3-1 15 16,-1 1-9-16,2-1 32 0,5 0-8 15,1-1-7-15,-2 0-26 0,-1-1 18 0,0 0-15 0,0 0 31 0,4-2-2 0,0-2-10 0,1 1-18 16,1-3 12-16,1-1-10 16,3 0 33-16,1-1-8 0,1 0-7 0,0-1-23 0,3 0 19 0,1 0-13 15,3 1 25-15,1-1-3 0,0 0-11 0,-2 0-13 0,0 0 13 16,3 0-9-16,0 0 25 0,1 0-6 0,-1-1-7 0,-3 2-5 15,1 0 2-15,5 2-3 0,0-1 0 0,4 5 2 0,2-1-1 0,0 1-11 16,-1 0 14-16,-1 2-9 0,-2 0 23 0,0 0-4 0,6 3-9 16,-4 0-6-16,-4-2 6 0,1 0-6 0,-5-1 5 0,4 1-2 15,1 3-4-15,-1 3 4 0,1 2-3 0,0 0 5 0,3-1 2 16,2 1 2-16,2 2-2 0,-2-1-14 0,1 1 13 0,2 0-13 0,1 0 16 16,6-1-1-16,3 2-3 0,5 3-8 0,3-2 0 0,1 3-2 15,4 1 7-15,-4 1 2 0,2 2-5 0,0 0-13 0,3 1 21 16,2 2-17-16,1-2 22 0,1 2-5 0,2 2-4 0,1-2-19 0,-1 1 15 15,1 0-8-15,-3-1 31 0,-3 3-5 0,1-2-11 0,0-1-23 16,4 0 24-16,-1 1-20 0,-1 1 34 0,-1-1-3 0,-1 2-13 0,0 3-5 16,-2 2 0-16,-2-1 0 0,0 0 14 15,-1 0-4-15,-4 1-1 0,-1-3-28 0,0 6 1 0,3-2-9 0,0 2-33 0,1 0-15 16,-1-3-20-16,-3 2-75 0,2 0-12 0,2 1-12 0,3 0 75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8:00:52.02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4073 4122 256 0,'-8'-8'-1'0,"-4"-1"-21"0,-2 1 27 0,2-1 10 0,1 3 20 0,-1-2-2 0,2 3-3 0,1-2-9 0,0 1 3 0,0 2 0 0,-1-2-18 0,1-1 26 16,0 1-25-16,-1-1 22 0,1-1-11 0,-1 0-11 0,0 0-16 15,-1-1 12-15,-2 0-4 0,1 0 37 0,0 0-8 0,-3 2-14 0,-2-1-26 16,-1 2 22-16,-2-1-19 0,-1 2 27 0,-1 1-8 0,1 3-10 15,-7 0-8-15,-3 1 6 0,-7 2-2 0,-6 3 18 0,-2 0 0 16,-1 2-7-16,0 3-16 0,1 0 19 0,0 2-18 0,1-1 22 16,2 0-8-16,-6 1-6 0,-5 1 0 0,-5 1 4 0,-4 2 4 0,1 2 12 15,5 1-1-15,2 1-12 0,-2 1-7 0,-3 1 16 0,-2 1-17 16,-3 2 3-16,2 3 3 0,3 0-1 0,0 4 2 0,3-2-1 16,5 3 0-16,3 1-1 0,4-1 5 0,2 1-5 0,-1 3-15 0,3-2 22 15,2 0-21-15,3 2 17 0,5-3-1 0,6 3-8 0,2 2 6 16,3 1-4-16,3 2 4 0,2 4-8 0,3 1 4 0,1 2 3 15,2 2-18-15,1-1 23 0,0-4-22 0,1 1 24 0,3-2-2 16,-1-1-5-16,3 3-3 0,1 1-2 0,0 0 2 0,2 3 3 16,2-1 3-16,3-1 0 0,1 2-21 0,1-2 22 0,-2 3-21 0,0 1 21 15,0 2-3-15,-3 4-10 0,1 9 0 0,1 1 6 0,1 2-1 16,-2-3 12-16,-1-1-1 0,0 1-7 0,0 6-14 16,2 2 14-16,-1 0-12 0,2-5 21 0,0-7-6 0,1-2-8 0,1 0-12 15,0 1 9-15,2-1-4 0,1 0 25 0,1-7-2 0,3-6-6 0,0-3-24 16,0-2 22-16,2-4-20 0,2-3 23 0,-1-3-3 0,3-4-9 15,0 1 6-15,0-2 10 0,3 0 0 0,-1-4 39 0,1-6-4 16,1 1 0-16,-2-2-44 0,2-3 27 0,2 0-26 0,1-1 39 0,0-1-13 16,1 0-16-16,0-2-15 0,4-2 10 15,2 0-6-15,2 0 20 0,2-1-5 0,2-4-13 0,2 1-3 0,2-5 9 0,-1 0-8 16,2 0 4-16,-2 0-4 0,-3 0-3 0,3 0-4 0,0 0-2 0,3 1 3 16,3 1 5-16,0-2 5 0,1 1-3 0,-1 0-8 0,-6 0 8 15,-1-1-10-15,-4 0 9 0,-3 2-4 0,2-2-4 0,1 0-13 16,2 0 8-16,2 1-4 0,0 0 4 0,-2 1-11 0,0 0-18 0,-1-1-14 15,-6 2 13-15,-1-2-11 0,-2-1 0 0,-3 0-8 0,5 0-15 16,0 2-34-16,-1-2-9 0,3-2-2 0,1 1 48 0</inkml:trace>
  <inkml:trace contextRef="#ctx0" brushRef="#br0" timeOffset="6093.55">4187 6947 256 0,'-29'-5'3'0,"5"-4"150"0,3 0-59 0,2 2 10 0,1 3-88 0,0 1 14 0,1-1-17 0,3 2 10 0,0 2-6 0,2-2-6 0,1 1-5 0,1-1 4 16,2 1 1-16,1 0 17 0,4 1-10 0,0-1-11 0,2 1-26 0,0 0 22 16,1 0-20-16,0 0 21 0,1 0-2 0,2 0-11 0,1 0 12 15,2 0-9-15,2 0 10 0,1-2-4 0,1 2 5 0,1 0 3 0,1 0-12 16,2 0 10-16,1 0-13 16,1 2 9-16,1-1-3 0,1 1-2 0,1 1 4 0,0 1-3 0,1 0 5 15,3 1 1-15,-3 0 6 0,0-1-2 0,-3 2-17 0,-1 0 31 0,0 0-27 0,3 0 30 16,5-1-7-16,3 2-14 0,2-1-10 0,2-1 15 0,2 1-9 15,6 1 27-15,3-2-1 0,4 0-15 0,8 0-27 0,2-1 35 16,-4-1-30-16,2-3 44 0,-5 0-1 0,4 0-13 0,13-3-15 0,3 0 16 16,6 1-14-16,-1 1 26 0,-6-2-6 0,-2 1-8 0,1-1-16 15,6 0 11-15,7 3-11 0,3-1 10 16,-5 1-5-16,-5 0-5 0,0 0-9 0,0 1 10 0,5 2-3 0,9 1 27 0,-3 0-6 0,-6 1-9 16,-1 0-9-1,-2 3 11-15,5-2-7 0,6 0 8 0,0 1 4 0,-3 0-7 0,1-1-17 0,1-5 25 0,5 0-20 0,8-1 42 0,-4 0-11 16,-1 1-15-16,7-1-11 0,1-1 7 0,7 0-4 0,0-3 10 15,-4 3-5 1,2-1-6-16,10-3-6 0,0 1 0 0,0-1 1 0,-4-1 5 16,-4 0 3-16,2-1-2 0,2 1-26 0,0 1 29 0,-2 1-25 0,2 0 34 15,-4 0-8-15,-3 0-16 0,4 0-6 0,-1 1 10 0,4-3-5 0,0 4 21 0,-9-2-2 0,1 2-5 0,6-1-10 16,1-1 12 0,0 2-11-16,-4-1 14 0,-3-1-6 0,3 2-8 0,5-2-13 15,-2-1 16-15,-1-2-8 0,-1 2 30 0,-1-3-7 0,0 3-10 16,3-1-16-16,2 0 17 0,5-2-12 0,0 3 22 0,-8 0-8 15,1-2-10-15,5 2 0 0,1 0-2 0,1 1 4 0,-3 0 13 0,-4 0-8 16,3 2-3-16,1-1-13 0,-1 1 10 0,-2-1-5 0,1 1 11 16,-5-2-5-16,-1 2-8 0,6 0 11 0,-5-2-12 0,6 3 13 15,-4 0-5-15,-7 1 0 0,-2 0 5 0,8 0-9 0,-1 0 12 16,-1 0-10-16,-2 1 11 0,-7 1 1 0,4 1-3 0,4-1-16 0,-1 2 13 16,-3 0-11-16,-3-1 25 0,0 1-5 0,-1-1-11 0,5 0-6 15,-4 1 8-15,-3-2-7 0,6-2 7 0,-6 3-2 0,-3 1-5 0,3-3-6 16,-3 2 10-16,3-2-5 0,1 3 8 0,-7-2 2 0,-5 0-8 15,-1-1-3-15,-3 0 12 0,1 0-9 0,2 2 11 0,-9-2-10 16,-2 1-2-16,-2-2 6 0,-6 0 17 0,1 0-4 0,-1-2 5 16,-4 2-2-16,2 0-11 0,-4-1-2 0,-6 1 9 0,-4-1-8 15,-3-1 6-15,-4 1-6 0,3 0-2 0,-3 0-8 0,-3 1 8 0,0-2-7 16,1 2 3-16,-1 0 6 0,-1 0-9 0,0 0-10 0,-7 0 18 16,-6 0-18-16,-5 2 18 0,-2-2-4 0,1 2-7 0,5 2-6 15,-2-1 13-15,-4 2-8 0,-3-1 10 0,-3 2-14 0,-3-1-16 0,-1 3-69 16,-2 1 8-16,-1 1-23 0,-3 4-32 0,-1 0-32 0,-6 4-32 15</inkml:trace>
  <inkml:trace contextRef="#ctx0" brushRef="#br0" timeOffset="10152.28">19088 8930 256 0,'-10'-17'3'0,"6"9"177"0,4 3-76 0,-1 2 13 0,1 1-82 0,1 0-2 0,-1-1 2 0,2 1-2 0,1 0-10 0,-1 0-8 0,1-1-1 0,1 1-4 16,-1 2 6-16,0-3-1 0,0 2 7 0,0-1 2 0,2 1-34 15,-2 1 36-15,3-1-35 0,-2 1 35 0,0-1-7 0,3 1-17 0,1 0-2 16,1 1 4-16,1 0 0 0,-4 0 10 0,1 2-2 0,3 0-6 15,3-2-19-15,10 0 30 0,-1 2-23 0,4-2 36 0,-3 0-6 16,2 1-16-16,1-2-12 16,0 1 14-16,2-1-10 0,2 1 31 0,2 0-5 0,4 1-12 0,3-1-8 15,2 2 12-15,1-3-13 0,-7 1 4 0,-3 0-1 0,2 0-3 0,3 1 3 16,8-1 0-16,-1 0 2 0,0 0 0 0,3-1 1 0,4 0-6 16,7 3-4-16,1-2 15 0,-2 1-13 0,0-2 16 0,-3 1-4 0,1-1-6 15,9 0-5-15,5 0 0 0,3 0 2 0,3 1 11 0,-5-1-3 0,-2 0-3 0,4 0-11 16,5 0 9-16,7 0-9 0,0 0 8 0,-3 0-8 15,-1 0-5-15,-2-1 1 0,5 0 2 0,7-2 4 0,-1 2 12 16,-4-1-4-16,-1 1-8 0,1-1 0 0,3 0 7 0,7 1-6 0,-2 1 3 16,-4-1 0-16,-5 0-2 0,2 1-5 0,5 0 5 0,1 0-3 0,-1 1 12 15,-3-1 5-15,-5 1-6 0,8 0-10 0,6 2 10 0,-3-1-13 16,0 2 8-16,-6 1-1 0,-1-2-1 0,13 3-7 0,0 0 2 16,0-3 0-16,-2 2 8 0,-7 1 2 0,7-4-4 0,4 3-11 0,0-1 10 15,0-1-9-15,-4 1 8 0,3-2-1 0,-1 3-3 0,3-2 1 16,-1 1 3-1,-4-1 1-15,4-1 7 0,-3-1 0 0,0 2-1 0,1-2-2 16,-1-1 1-16,2 0-2 0,1 1 3 0,-4-1-2 0,-5-1 2 0,1 1 3 16,6-3 4-16,-1 3 0 0,0 0 2 0,-6-1-5 0,-6 1-7 0,13 0-12 15,0 0 17-15,-1 1-11 0,0 1 30 0,-10-1-14 0,6 0-14 0,6 0-5 0,1-1 8 0,-2 2-1 16,-4-1 26-16,1-1-10 0,1 1-8 16,4 2-15-16,-1-3 12 0,-6 0-10 0,5 0 24 0,-5 0-5 15,1 0-6-15,4 0-8 0,-8-1 7 0,1 1-5 0,94-2 23 16,-97 2-25-16,-1-2-11 0,-6 0 5 0,0 1-9 0,0 0 31 15,-6-2-7-15,0 2-14 0,-2-2-7 0,-3 2 5 0,-1 0-4 0,-4 0 13 16,-2-1-3-16,-5 2-2 0,-3 0-6 0,-9-1-3 0,-4 0-6 16,-4-1-55-16,-7 2-9 0,-5 0-22 0,-4 0-55 0,-7 2-46 0,-6-2 2 15,-5 0-234-15,-10-2 254 0,-5-8-30 0</inkml:trace>
  <inkml:trace contextRef="#ctx0" brushRef="#br0" timeOffset="10930.04">3511 10257 212 0,'20'-11'244'0,"-1"-6"-149"0,5 2 137 0,11 3-184 0,6 3-45 0,6 2-11 0,4 0 36 0,-3 2 2 0,0 0-6 0,-1 0-8 0,2-1 8 0,8 0-11 0,4 3 1 16,10 0-5-16,5 2-2 0,3 1-4 0,-4 0-3 0,-5-2 4 16,2 1 9-16,7 0 2 0,8 0 1 15,2 1-12-15,-3-4 20 0,-6 0-17 0,0 0 24 0,8-1-2 0,4 2-8 0,4 1 5 16,-4-1-5-16,-5-1 5 0,9 4-2 0,0-1-4 0,3 0-3 0,0 0-18 16,-3 1 22-16,7-2-19 0,4 2 27 0,-4 0-8 0,-2-2-12 15,-1 1-1-15,7-2-3 0,3 0 6 0,-3 1 9 0,-3 1-2 0,-5-1-1 16,6 2-8-16,3 2 7 0,-4-1-7 0,-4 1 10 0,-7 1-6 15,4 1-3-15,2 1-12 0,-3 0 7 0,-5 0-2 0,-2 2 24 16,0-1-5-16,2 2-10 0,1 1-23 0,-3-2 26 0,-6 1-22 16,3 0 27-16,3-2-5 0,0 2-15 0,3-1 0 0,-5 0 1 0,-1-3 2 15,6 1 6-15,-4-1-2 0,0-2-6 0,1 1-6 0,-5-2 8 16,0-1-7-16,7 0 8 0,-4-1-10 0,-3-2-9 0,0 1-145 16,-4-4-18-1,1 1-41-15,2 2 38 0</inkml:trace>
  <inkml:trace contextRef="#ctx0" brushRef="#br0" timeOffset="14544.8">3531 10343 597 0,'-31'-9'125'0,"2"2"-34"0,8 1-53 0,0 1 4 0,2 1-9 0,3 2-9 0,-4-2-9 0,0 2 1 0,0 2-3 0,1-3 4 0,1 2-14 0,0-1 6 0,3 2-6 0,-4 0-21 0,-3 0 29 16,-5 2-27-16,-9 0 32 0,0 1-6 0,-1 1-10 0,-1-1-18 15,1 1 16-15,-1 1-9 16,0-1 28-16,0 4-2 0,0 1-13 0,-2 5-9 0,-2 3 27 0,1 2-21 0,-1 3 35 0,1-1-1 16,1 1-8-16,1 1-21 0,2 3 10 15,2-1-10-15,4 6 25 0,0-1-8 0,2-2-8 0,-3 2-13 0,1 4 10 16,3 2-9-16,2 2 9 0,5-1-4 0,1 2-6 0,-3 3-4 15,3 0 1-15,0 2 1 0,1 2 8 0,4-2 0 0,1 5-2 0,1 7-9 16,4 5 13-16,1 0-11 0,3 6 24 16,0-8-2-16,1 2-2 0,-1 4-8 0,1 2 4 0,-1 5-2 0,0-2 9 0,0 0-1 0,0-3-6 15,-1-1-28-15,0 2 28 0,0-2-25 0,-1 3 35 0,0 0-12 0,2 3-12 16,-2 2 7-16,1-1-11 0,-1-1 14 0,0 2-5 0,1-3-1 16,0 0 0-16,1 2-8 15,1-9 11-15,0-1-8 0,2-5 16 0,-1-8 1 16,2 0 2-16,1-2-10 0,1-3 10 0,4-2-7 0,0-5 20 15,2-3-6-15,0-3-12 0,3 1-5 0,0-5 8 0,3 2-4 0,1-2 8 16,3 0-5-16,1 2-9 0,3 0-24 0,6-3 25 0,1-2-18 16,6-4 38-16,2-1-5 0,3-5-14 0,7-1-7 0,4 0 6 15,2-5-5-15,6-2 7 0,2-4-5 0,11-3-6 0,11-5-4 0,9-8 7 16,3-5-7-16,9-6-22 0,5-3-3 0,8-2-11 0,9-4-69 16,11-8-10-16,3-4-19 0,8-3-102 0,7 0-31 0,6 0-39 0</inkml:trace>
  <inkml:trace contextRef="#ctx0" brushRef="#br0" timeOffset="15413.81">30258 10435 256 0,'42'-11'14'0,"-14"-3"644"0,4 7-318 0,5 7 3 0,9 3-363 0,7 6 23 0,4 6-21 0,0 2 36 0,2-3-5 0,0 3-13 0,6-2-15 0,5 4 23 0,3 2-17 0,0 0 28 0,-5-1-1 0,-3-5-11 16,-4 2-6-16,-6-1 12 0,-1 1-9 0,-3 1 30 0,-1 1-2 16,3 0-4-16,1 0-15 0,-4 3 14 0,-4 1-14 0,-3-1 16 0,-5 1 0 15,-4-1-6-15,-2 1-11 0,-5 1 9 0,-2 1-11 0,-5 1 5 16,-2-3-3-16,-3 2-5 0,-1 3-9 0,-3 4 7 0,-4 4-5 15,-2 1 16-15,-3 3-8 0,-1 4-6 0,-1 9-2 0,-3 5-4 16,-3 2 4-16,0 1 10 0,-2 1-4 0,1-2 2 0,1 3-14 16,1 3 7-16,1 2-5 0,1 4 10 0,2-3 2 0,1-1-3 15,0-2-11-15,4-1 9 0,1 5-8 0,0-1 9 0,2 2-1 0,0 2-6 16,1 0-3-16,-1-2 7 0,3-1-5 0,-1-1 5 0,0-2 5 16,0 1 1-16,-4 2-12 0,-3-5 4 0,-2-2-7 0,-3-6 9 15,-4-9 2-15,-4 1-3 0,-3-3 0 0,-4-4 8 0,-5-3-7 0,-4-6 13 16,-2-4 6-16,-5-2 1 0,-8-2 21 0,-9-8 17 0,-8 1-8 15,-13-6 11-15,-5-1-3 0,-1-4-17 16,-9-5 3-16,-4-3 4 0,-9-4-5 0,-12-5-10 0,-7-4-3 0,-7-2-8 16,-16 1-35-16,-4-3 25 0,-6-1-26 0,-5 2 19 0,9-2-18 0,-4 4-24 0,-4-2-77 15,1 4-22-15,2 3-14 0,2 4-198 0,5 3-124 0,10 2-107 16</inkml:trace>
  <inkml:trace contextRef="#ctx0" brushRef="#br0" timeOffset="79988.28">17868 15464 1968 0,'-14'-8'-988'0,"6"2"1805"0,2 4-645 0,5 0-167 0,1 2-17 0,4-1 14 0,4-2-2 0,7 0-7 0,6-3 0 0,5 0 16 0,8-2-7 15,5-1 27-15,6 0-4 0,7-1-10 0,-1-4-15 0,5 1 24 16,2-2-17-16,2 1 36 0,10 2-6 0,4 0-14 0,9 0-15 15,3 2 21-15,1-4-17 0,2 3 29 0,0 1-6 0,8 1-10 0,7 2-9 16,-1-2 8-16,0 2-6 0,3 2 11 0,-2 0-7 0,4 1-10 16,3-1-15-16,1 1 14 0,4 0-12 0,2 0 16 15,-6 2-3-15,-1-2-8 0,6 0-3 0,-2-1 1 0,0 1 0 0,0-2 4 16,-7 1 1-16,2-2-1 0,2-2-7 0,-2 2 14 0,-2-2-11 0,-1 0 29 16,-2-1-5-16,-1 1-7 0,1-2 2 0,-3 0 3 15,4-1 0-15,-3 1 6 0,-3 1-6 0,-6-2-7 0,0 0-9 0,1 2 9 16,-2 0-6-16,0 0 14 0,-5 0-4 0,-7 1-5 0,2-2-14 0,2 2 10 15,-4 0-9-15,-4 2 12 0,-7 0-2 0,-9-2-7 0,-4 2-8 16,-1-2 7-16,-5 2-7 0,-5 1 9 0,-5 1-1 0,-3 0-5 0,-6 0-4 16,-6-1 5-16,-6 4-3 0,-7-2 8 0,-8 3-2 15,-2-1-3-15,-3 2-8 0,2 0 14 0,-2-1-9 16,-3-1 15-16,-1-2-3 0,-3 0-11 0,-3-1-6 0,-5 2 6 0,-3 2-3 0,1 0 3 16,-3 1-1-16,0-3-4 0,2 2-7 0,-1 1 13 0,2 0-9 15,0 2 13-15,1 1-6 0,0 0-12 0,0 0-15 0,3-1 2 16,3 1-4-16,1 0-8 0,2 1-7 0,0 4-8 0,0-1-28 0,2 1-5 15,-1 2-5-15,2 0-51 0,1 2-31 0,1-1-27 0,0 2-207 16,0 3 243-16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8:09:06.17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19774 3455 256 0,'0'-12'0'0,"4"5"15"0,2 3-1 0,1-1 3 0,1 3-32 16,0 0 22-16,1 2-19 0,2 0 41 0,-2 0-4 0,0 2-9 16,-2-1-29-16,1-1 33 0,-2 1-29 0,-2 1 42 0,1 0-4 0,-3-1-13 0,0-1-7 15,1 3 7-15,-3 0-4 0,0-1 16 16,0 2-5-16,-2 2-10 0,1 1 2 0,-1 2 12 0,0 1-8 16,0 1 15-16,0 4-5 0,0 0-5 0,0 3 6 0,0 0-3 0,0 1 5 15,-1-1 3-15,2 2-7 0,0-2-4 0,0 3-28 0,1-5 29 0,0 1-24 16,0 1 38-16,1-1-12 0,0 2-19 0,1 1-19 15,1-2 18-15,-1-1-11 0,1 1 34 0,-1-2-9 0,2 2-14 0,-2 2-30 16,1-1 30-16,2 4-23 0,-2-1 41 0,2-3-7 0,0 1-14 16,0 1-4-16,-1-2 5 0,1-1-1 0,-1 0 13 0,1-2 0 15,-1-1-6-15,1 1-22 0,-1-3 30 0,0 2-25 0,0-2 35 16,1-4-6-16,-1-1-16 0,3 0-14 0,0-1 17 0,2 2-12 16,0-1 29-16,1 1-3 0,0-2-12 0,2 0-10 0,2-1 16 0,0 1-15 15,0-2 19-15,2-1-4 0,-2-1-3 0,4 0-23 16,0 0 13-16,-4-1-10 0,-2-1 35 0,2 1-6 0,2-1-9 0,8-1-26 15,0 0 21-15,0-1-18 0,1-1 24 0,-1 2-7 0,1 0-11 16,3 0-3-16,0 0 11 0,3 0-4 0,0 0 23 0,2 0-1 16,-1 0-12-16,4-1-21 0,0-1 24 0,-7 0-22 0,4 0 25 0,-2 0-5 15,5 0-13-15,8-2-3 0,0 2 11 0,0-2-6 0,-2 0 14 0,2 3-2 16,1-2-11-16,2 3-4 0,0-1 6 0,-6 1-6 0,-1 0 3 16,-1 1-2-16,2 2-7 0,7-2 8 0,-1 1 5 0,0-2 2 0,1-2-3 15,-2 1 1-15,-1 1-9 0,3 0-11 0,-5 0 22 0,3 0-19 16,1-2 28-16,-3 1-7 0,6-3-7 0,2 2-5 0,-1-1 2 0,2-1 0 15,1 2 15-15,-1 2-4 0,-6 0-4 0,4 3-15 0,2 0 11 0,0 0-9 0,9-3 12 16,-6 1 1-16,0 0-5 0,6 2-9 16,-6 1 9-16,-1-2-8 0,0 2 19 0,-3-3-5 0,3 1-6 0,6 1-9 15,-3 2 10-15,0 2-7 16,1-1 8-16,-2-1 2 0,-1-1-6 0,4-1 1 0,-1-2-3 0,3 0 2 0,3-1 10 16,0 2-3-16,0-1 5 0,6 0-27 0,-1-1 23 0,-2 0-19 0,3 1 26 15,-5 2 3-15,5 0-10 0,3-2-16 16,-3-1 9-16,3 0-11 0,0-1 15 0,-3-3 2 0,4 1-7 0,0 2-13 15,1 1 6-15,-8 0 1 0,5 0 22 0,-7-1-4 0,3 1 5 0,7 0-8 0,-2 0-1 0,1 0 2 0,0 3 9 16,-1 0-7 0,1 0-1-16,6 2-20 0,2-1 14 0,2-4-11 0,-2 0 21 15,2 0 3-15,-2-6-7 0,2 3-12 0,5-3 3 0,-1 3-8 0,-2 0 11 0,-3-2-1 0,-2 2 3 0,3 2-12 0,0 0 9 16,0 1-9-16,1 0 10 16,-3-1-1-16,1-3-2 0,3 1-12 15,1 1 11-15,-1-1-6 0,-3 0 25 0,-6 1-9 0,0-3-9 0,0 2-7 16,2 1 1-16,-2-1 2 0,-4 1 4 0,-1-4 4 0,-5 3-5 15,4-4 2-15,2 5-3 0,-2 0 1 0,0 0 10 0,-2 2-1 16,0-3 6-16,6 1-17 0,-5 0 10 0,4 2-9 0,-2 0 17 16,-5 0-7-16,-1-2-10 0,4-1 1 0,-5-1 2 0,0 1 1 0,-4-1 8 15,-4 0-1-15,-2 0-1 0,2-1-9 0,-5-1 15 0,1 2-9 16,0-3 30-16,-5 1-12 0,3-3-10 0,-3-3 0 0,-4 0 8 16,0-1-1-16,1 1 10 0,-2-1-4 0,-2-1-6 0,-7 0-9 0,1 0 11 15,1-2-8-15,2 2 16 0,0-2-5 0,-4 1-6 0,0-1-21 16,-5 2 16-16,-3 0-15 0,-2 1 26 0,-5 4-9 0,-1 1-12 15,-1-1-10-15,-1 0 9 0,-3 1-6 0,-3-1 15 0,0 1-2 0,-1 2-9 16,0-2-11-16,0-1 10 0,-3 2-8 0,-3-2 16 0,-2-2-9 16,-2 1-8-16,1-1-27 0,-2-1 10 0,-2-1-11 0,-4-1 7 15,-1-2-9-15,-2-1-11 0,-2-4-47 0,-4 2-25 0,-1-1-2 0,-3-2-121 16,-1 1-58-16,-4-4-50 0</inkml:trace>
  <inkml:trace contextRef="#ctx0" brushRef="#br1" timeOffset="4124.7">24252 1209 256 0,'-2'-5'6'0,"1"3"292"16,1 4-144-16,0-2 4 16,0 3-178-16,1 3 32 0,1 0-22 0,0 2 63 0,2-2-10 15,-1 2-15-15,2-2-9 0,0-1 10 0,2 2-6 0,0 0 16 16,1 1-3-16,0 2-11 0,4 0-25 0,0 1 29 0,2 0-26 0,0 2 38 16,2-1-1-16,0 0-9 0,3 0-10 0,1 2 4 0,1 0-7 15,3-1-2-15,-2 1 0 0,3-3-7 0,1 2-20 0,-3 1 27 16,-5 0-25-16,-1 0 28 0,-1 1-7 0,1-3-14 0,9 1-6 15,-2 0 6-15,0-2-2 0,-3 0 19 0,-3 0-4 0,0 1-7 0,0 1-15 16,-1 2 14-16,-1-1-12 0,-2 1 16 0,1-3 0 0,-1 1-7 16,0-3-13-16,-2 1-2 0,1 0-3 0,-2-2-16 0,-1 0-6 15,0 0-9-15,0-2-43 0,-1 0 13 0,1 0-22 0,0-2-27 16,2-2-10-16,-1-2-25 0,5-1-32 0,0-1 107 0</inkml:trace>
  <inkml:trace contextRef="#ctx0" brushRef="#br1" timeOffset="4596.78">25368 1058 815 0,'-18'-13'-38'0,"8"6"83"0,3 7-11 0,2 0-10 0,-1 2-24 0,1 3 9 0,-1 0-13 0,0 3 6 0,3 1 5 15,0-3 0-15,-1 2-7 0,2-1 17 0,0 2-10 16,0 0 29-16,0 1-4 0,1 3-11 0,1-1-25 15,0 4 32-15,0 1-28 0,1 1 35 0,1 3-7 0,-2-1-16 0,1 4-3 16,-1 1-5-16,0-1 5 0,0 2 1 0,-1-3 1 0,-2 0 0 16,0 1-18-16,-2 0 14 0,-1 2-14 0,0 2 17 0,-2-1-6 0,0 1-4 15,-2 3-7-15,0 0-1 0,-2-2 3 0,-1 6 17 0,-1-5 0 0,-3 2-5 0,-2 3-20 16,-1-3 24-16,4 2-21 0,1 2 27 0,3-2-4 0,9 0-12 16,-2 5 2-16,2 0 11 0,1-2-5 15,-6 1 13-15,2-4-3 0,0-1-12 0,1 1-16 0,0-1 25 0,1-4-20 0,1 1 29 16,1-1-5-16,-2-1-15 0,2-1-9 0,-4-1 5 0,3 0-4 0,2 0 4 15,-2 0-2-15,2 1-10 0,0 4-14 0,1-4 8 0,0 1-11 16,2-1-14-16,3-4-10 0,2-2-12 0,-1 2-64 0,4-3-36 16,0-1 0-16,4 3 26 0</inkml:trace>
  <inkml:trace contextRef="#ctx0" brushRef="#br1" timeOffset="9532.91">8769 1073 256 0,'-7'3'10'0,"7"-5"434"0,-2-2-180 15,2 2 8-15,0-1-219 0,2 1 31 16,1-2-45-16,1 1 9 0,-1 1-13 0,0-1-23 0,1 1-2 0,-3 0 21 0,-1 1-18 0,1 1 38 16,-1-1 7-16,0 1-14 0,0 0 4 0,0 1 28 0,-1 0-36 15,0 2 42-15,-2 1-11 0,-1 0-20 0,-1 3-10 16,-2 1 19-16,0 0-27 0,-1 3 20 0,1 2-16 0,0 2-15 16,-1 5-12-1,-2 1 6-15,-1 4-8 0,1 2 9 0,-1-4-1 0,-2 0-7 0,-2 3-17 16,-4-1 22-16,-1 0-23 0,-1 4 36 15,1-5-8-15,0 3-14 0,-1 2-10 0,2 1 6 0,0 0-5 0,1 2 16 0,2-2-4 0,3-3-6 0,0-4-9 16,2 0 12-16,1-1-7 16,0-1 15-16,2-1-6 0,1-3-11 0,1 0-15 0,0-2 21 0,1 2-14 0,2-4 16 0,1 0-9 0,0 0-22 15,-1-3-32-15,2-1 6 16,1 1-14-16,0-1-28 0,0-1-14 0,0-2-19 0,0-3-82 0,0 0-7 16,1-1-18-16,-1-1-93 0,2-2 191 0,1-2-22 0</inkml:trace>
  <inkml:trace contextRef="#ctx0" brushRef="#br1" timeOffset="9795.1">8339 1160 1584 0,'-9'-4'108'0,"1"-2"23"0,2 3 38 0,3 1-66 0,0 0 43 16,3 1-50-16,0 1-42 0,0 4-55 0,2-2 16 0,2 6-23 15,2 2 50-15,3 1 1 0,0 3-10 0,3 2-12 16,0 1 21-16,1 1-28 0,4 2 29 0,1 2-9 0,1 0-10 16,2 4-19-16,2-6 8 0,-1-1-13 0,3 0 19 15,-1-2-7-15,-1 1-8 0,4 4-17 0,-3 0 22 0,-1-1-19 16,2 2 36-16,-10-3-8 0,-1-3-15 0,1 1-16 16,-4 2 6-16,5-2-9 0,2 1 11 0,-4-3-23 0,0-2-5 15,-1 3-59-15,-4-3-40 0,-1-1 31 0,1 2-188 0,-1-4-25 16,1-2-47-16</inkml:trace>
  <inkml:trace contextRef="#ctx0" brushRef="#br1" timeOffset="10534.57">9081 1549 811 0,'-3'0'144'0,"1"0"200"0,-2-1-159 0,3 1-33 15,0 0-43-15,0 0-69 0,1 1 9 0,0 0-39 16,0 2 20-16,2 2-9 0,-1 0-6 0,3 3-17 0,-2 0 13 0,0 2-14 0,0 0 27 0,-2 0-7 16,1 1-11-16,1 0-3 15,-2-1 16-15,0 2-12 0,0-2 19 0,-2 2-5 0,2-2-12 16,-1 3-24-16,1 0 24 0,0-2-25 0,0 1 40 0,0-1-13 16,1 2-12-16,1 0-50 0,0 1-10 0,-1-1-3 15,2 3-143-15,1-4-79 0,1 1-34 0</inkml:trace>
  <inkml:trace contextRef="#ctx0" brushRef="#br1" timeOffset="12112">14033 1164 983 0,'-8'-1'275'0,"-3"-2"-38"0,3 0-52 0,-1 3-73 16,2 0 23-16,0 0-32 0,2 0-31 0,1 0-36 0,0 2 21 15,1 0-32-15,0 2 25 0,-1 0-7 0,1 1-15 0,-3 4-14 16,1 1 22-16,-1 2-26 0,-2 4 31 0,-1 5-9 16,-1 3-16-16,-4 4-11 0,-1 3 9 0,-1-1-12 0,-1-2 14 15,3-3-4-15,-1 0-7 0,-2 7-15 0,3-2 16 16,-3 0-16-16,-1 4 34 0,2-5-10 0,-1-1-10 0,2 0-4 15,2-6 1-15,3-1-1 0,0 1 4 0,2-3 0 16,0-1-2-16,5 2-8 0,2-5 0 0,1-1-4 0,0-1-21 16,-3-4-4-16,-1 0-12 0,2-2-46 0,0 2-14 0,1-2-7 15,-1-2-75-15,2 1-35 0,0-3-26 0,0 1-73 0,0-3 166 0</inkml:trace>
  <inkml:trace contextRef="#ctx0" brushRef="#br1" timeOffset="12375.06">13526 1358 814 0,'-6'-6'235'0,"2"2"66"16,0 0-129-16,1 2 14 0,2 1-35 0,0-1-37 0,1 2-53 0,0-1 11 16,1 1-37-16,1 3 8 0,1-2 0 0,1 6-9 0,4 1-6 15,1 2 35-15,2 1-35 0,5 4 62 0,2 0-19 16,4 3-27-16,3 7-36 0,-6 0 18 0,2 2-28 0,3 3 28 15,2-5-10-15,4-1-12 0,6 5-8 0,-5-4 7 16,1 0-6-16,3 1 19 0,-5-4-6 0,1 0-5 0,3 0-5 16,-6-3 0-16,-1 0 0 0,2 0-1 0,-5-3-16 15,-3-2-5-15,0-1-68 0,-5-2-22 0,-7-3 9 0,-2 0-137 16,-3-2-29-16,2-4-43 0</inkml:trace>
  <inkml:trace contextRef="#ctx0" brushRef="#br1" timeOffset="13012.71">14350 1807 1401 0,'-17'-6'-728'0,"13"5"1316"0,0-1-174 0,1-1-257 0,1-1-63 0,1 2 33 0,1-2-64 0,0-1 20 0,3 2-22 16,0-3-29-16,4 1-17 0,0-2 11 0,2 1-16 0,2 1 14 15,1 0-6-15,2-1-7 0,3 1-9 0,0-1 6 16,-1 2-8-16,3 0 13 0,-3 2-3 0,0 0-7 0,0 1-14 15,-2 0 18-15,0 1-18 0,0 0 27 16,-2 0-4-16,-1 1-10 0,-1 0-6 0,-3 3 4 0,-3 0-4 0,1 0 14 16,-2 0 0-16,-1 1-6 0,-1 3-2 0,-1 2 109 15,-3 1-87-15,-3 5-32 16,0 0 22-16,-3 0-96 0,-4 2 74 0,1-4 15 0,-2 1-12 0,-1-1 19 0,0 1-5 0,-1 0-9 0,1-1-13 16,-1 1 15-16,-1-1-11 0,1 0 23 0,3-2-2 0,1 0-10 15,4 1-8 1,1-2 9-16,1 0-7 0,4-1 13 0,1-2 0 0,1-2-4 0,1 1-1 0,2-2 5 0,1 0-3 0,1-1 15 0,2 1-2 15,1-1-2 1,1 0-13-16,2 0 15 0,3-4-11 0,-1 1 26 0,2 0-6 0,1-1-9 0,0 1-17 0,1-1 9 0,1-1-9 16,1-1 12-16,1 0-4 0,2-2-4 0,-2 3-12 0,-2-1 6 15,-2 2-6-15,-8 0 10 0,-2 0-9 0,-1 0-11 0,2 0-49 0,4 0-6 16,-1 0-13-16,3 0-104 16,2 0-76-16,1-2-66 0</inkml:trace>
  <inkml:trace contextRef="#ctx0" brushRef="#br1" timeOffset="38772.33">10516 6607 256 0,'-12'-2'-2'0,"5"2"-44"0,3 0 28 0,-1 0 5 16,0 1 12-16,0 0 29 0,1 1-21 0,0-1 46 0,1-1-7 0,1 1-12 0,-1-1 2 16,3 2-6-16,-1-2 5 0,1 0-15 15,0 0-6-15,1 0-9 0,1 0-20 0,1 0 26 0,1 1-20 0,2 1 30 16,2 0-9-16,0 0-12 0,2 0 8 0,1-2-11 0,1 1 13 0,2 0-4 16,-2 0-2-16,2-1 0 0,0 0-16 0,1 0 16 0,1-1-12 0,0 0 22 15,0 0-6-15,1-2-8 0,0-1-23 0,-6 0 24 0,-1-1-15 16,3 0 37-16,0-1-5 0,6 1-17 0,1-2-20 0,1-1 28 15,-1 3-22-15,0 0 29 0,-1-2-7 0,2 0-14 0,1-3-14 16,-1 0 16-16,3-1-9 0,-2 0 35 0,1 1 0 0,-1-1-14 0,2 0-20 16,-2 1 35-16,2-3-29 0,-2 0 35 0,-1 1-6 0,2 1-17 15,-3-3 4-15,-4 0-2 0,-2 0 4 0,1 1-5 16,1 0 1-16,4 2-3 0,2-3-6 0,0 1 11 0,-2 1-12 0,-1-1 2 16,-2 1-3-16,-1-1-2 0,-1-1-9 0,1 0 10 0,-2 0-3 0,-1-3 24 15,-3 2 0-15,0-1-11 0,-1-2-11 0,0 0 14 0,-1 0-15 16,-1 0 6-16,-2 6 3 0,1-2-4 0,-3-2-10 0,-1 3 11 15,-1-5-7-15,-1 1 16 0,-1 1 1 0,-3 0-11 0,1-1-18 0,-3 0 28 16,-1 1-25-16,1-2 30 0,-2 2-5 0,0 1-10 0,0 0-15 16,-1-2 12-16,0 3-9 0,0 0 31 0,-2 2-3 0,0-1-6 15,-2 1-27-15,0 1 23 0,-2 0-18 0,1-1 36 0,-1 2-9 16,-1 0-12-16,-2-2 3 0,-1 3-3 0,0-1 7 0,-1 0 3 0,3 1 1 16,0-3-5-16,4 2-21 0,-2 0 32 0,0 1-27 0,-2 0 32 15,-5 1-4-15,2 2-16 0,-2-3-1 0,-1 3 4 0,1 0-4 16,-3 0 7-16,1 2-2 0,-1-1-5 0,-3 0-20 0,0 2 21 15,-1 1-17-15,1-1 33 0,1 2-8 16,0 0-12-16,1 1-8 0,-1-2 4 0,3 2-2 0,5 0 13 16,0 0 2-16,1 4-5 0,-4 1-21 0,-2 1 23 0,0-1-23 0,1 2 21 15,1 0 2-15,1-1-7 0,0 1-19 0,0-1 19 0,1-1-16 0,0 3 29 16,2 2 0-16,1 0-12 0,-1 4-26 0,2-2 35 0,0 1-30 16,-1-1 40-16,1 1-7 0,-1 0-16 0,0 0-7 0,-1 2 5 0,0-2-2 0,2 2 13 15,1-1 1-15,-1 2-7 0,6 0-8 0,-1 2 10 0,0 2-10 16,-2-1 7-16,-2 0-3 0,1-1-2 0,1 2 1 15,1-2-1-15,2 2 3 0,1-3 6 0,3-1 3 0,0 0-3 0,2 1-8 0,-1 0 10 16,2-1-10-16,0-1 7 0,2-4-2 0,0 2-4 0,0 1 5 16,1 4-2-16,1-2 4 0,0 2-4 0,2-2 2 0,0-2-2 0,0 1-2 15,1-1 11-15,0 0-9 0,1 0 6 0,0-1-4 0,2-1-1 16,0 2-14-16,2-3 10 0,1 2-5 0,-1 0 27 0,2-1-2 16,1-1-11-16,1 1-20 0,0-1 25 0,0-1-23 0,-4 1 21 15,0-2-1-15,0-3-10 0,3 0 2 0,7-1-4 0,2-2 5 0,0 1 2 16,1-3 5-16,-2-1-1 0,0 1-14 15,2-1 15-15,-2 0-16 0,1 0 14 0,-1-1-2 0,1 0-3 0,0 0-7 0,-1-1 5 16,-1 2-2-16,0-1 12 0,-2 1-2 16,-1 0-3-16,0-1-14 0,-1 1 12 0,-1 0-11 0,-1-2 2 15,0 2 0-15,0 0-8 0,2 0-5 0,-3-1-16 0,2-1 7 0,-5 0-50 0,-2-2-1 0,4 2-10 16,2-2-58-16,8 0 94 16</inkml:trace>
  <inkml:trace contextRef="#ctx0" brushRef="#br1" timeOffset="51216.24">10311 17481 256 0,'-1'-3'5'0,"-2"0"235"0,1 1-116 0,0-1-2 16,0 1-147-16,-2-1 24 0,1 2-20 0,0-2 39 0,-1 1-3 0,1 0-11 0,-1 1-1 16,1-1 23-16,0-1-15 0,-1 1 24 0,1-1-6 0,0 0-10 0,-1 0-18 15,1 0 8-15,0 0-6 0,-1 1 22 0,1 1 17 16,-1-2 0-16,-1 2-52 16,-1-2 35-16,1 2-47 0,-2 0 28 0,0-1 0 0,-2 2-2 0,0 0-3 0,4 0-2 0,-2 2 1 0,-1 0-4 0,0 1 7 15,-8-1 0-15,1 0-13 0,0 1 19 0,-1 1-17 0,4-1 17 16,0 1-5-16,-1 0-7 0,1-1-19 0,1 1 23 0,-2-1-13 0,1-1 35 15,1 2-4-15,1-1-15 0,1 1-22 0,0-1 27 0,0 1-22 16,1 0 37-16,1-1-9 0,0-1-10 0,1 2 4 0,0-1-5 16,0-1 9-16,2 2-1 0,-2-1-1 0,3-1-6 0,-2 2-17 0,2-1 24 15,1 0-21 1,0 1 22-16,0-1-1 0,2 1-12 0,0-1-4 16,4 0 9-16,-1 1-5 0,4 0 22 0,0 1 2 0,2-1-6 0,1 0 7 15,1-1 3-15,1 0-5 0,1 1-11 0,0-2-3 0,2 1-2 16,0 1-8-16,2-2 3 0,-1 1-2 0,1 1 11 0,1-2-3 15,0 1-3-15,3 1-9 0,2-1 5 0,-1 0-5 0,-7 1 10 16,-2-2-3-16,-2 1-4 0,2 1-1 0,5 0-1 0,-1 0 3 16,-2-1 3-16,-2 1 3 0,-3 1-1 0,-2-2-13 0,-4 2 15 0,-1-1-14 15,0 0 23-15,-3 0 7 0,-1-2 5 0,-3 2 9 0,-1 0-3 16,-3 2 1-16,-2-1-10 0,-3 0-3 0,-1 3-3 0,-3-3-24 16,0 2 16-16,1-4-15 0,-1 3 19 0,7-4-5 0,-1 2-9 0,0 0 0 15,-2 0-6-15,-3 0 7 0,0-2 2 0,2 2 3 0,3-2 2 16,-1 1-12-16,1 0 9 0,1-1-10 0,-1-1 5 0,1 2-1 15,1 1-3-15,-1-3-7 0,-1 0 7 0,2-1-5 0,0 0 3 16,1 0-5-16,0 0-10 0,2-1-42 0,-1-1 23 0,1-1-27 16,2 0 7-16,1 1-12 0,1-1-21 0,2 1-33 0,0-2-38 0,0 0 9 15,2-2 24-15</inkml:trace>
  <inkml:trace contextRef="#ctx0" brushRef="#br1" timeOffset="51936.19">10448 17441 1050 0,'-5'0'242'0,"1"-1"-190"0,2 1-60 15,0 1 2-15,4 4 19 16,-1 1-22-16,-5-12 97 31,38 75-88-31,-29-60 9 16,-1-3 6-16,0 2 0 0,1-1-24 0,-1-1 20 0,1 2-20 0,-1-3 20 0,0-1-3 0,0 1-8 15,0 0-17-15,-2 0 15 0,0 0-10 0,-1 1 25 0,0-2-1 16,-1 1-10-16,0 2-9 0,0-2 8 0,0 1-8 0,-1 2 6 0,0-3-6 16,-1 3-5-16,0 0-9 0,-1-2-4 0,1 2 2 0,-1-2-9 15,1 0-3-15,-1 2-6 0,2-4-25 0,-1 1-6 0,1-1-7 0,1 1-42 16,0-2-6-1,1 2-6-15,1-1-14 0,0-1-35 0,3 0 11 0</inkml:trace>
  <inkml:trace contextRef="#ctx0" brushRef="#br1" timeOffset="53087.33">10373 17429 256 0,'-8'-2'370'0,"4"-1"-316"0,1 1-47 0,-2 0 2 0,3 1 2 16,1-1-4-16,-1 0 0 0,1 2-8 0,-2-1 8 0,2 1-5 16,0-1 21-16,1-1-2 0,-1 1 0 0,1 0 3 0,0 0-4 15,0-2 5-15,1 0 5 0,0 3 1 0,-1-3 2 0,1 0 3 0,1 0 19 0,-1 2-12 16,0-1 14-16,0-1-12 0,-1 2-14 0,1 0-17 0,1-2 13 16,-1 0-8-16,2 1 21 0,-1 1-9 0,1-2-14 15,0 0-15-15,0 0 11 0,1 0-11 0,1-1 12 0,-1 2-4 0,1-1-4 16,1 1 8-16,-1-2-12 0,2 1 10 0,0-1-10 0,-1 2 2 0,2-1 3 15,1-1-8-15,-1 0 8 0,1 3-9 0,0-3 9 0,0 1-2 16,1 1-2-16,-1-2-12 0,1 2 15 0,-1 1-10 0,0-1 16 0,0 1 4 16,0 0-15-16,0-1-18 0,0 2 28 0,0 0-25 0,-1 0 32 15,1 2-13-15,0-2-11 0,0 1 6 0,-1 2-7 0,0-3 12 16,-1 2 3-16,1 1-1 0,0-1-4 0,1 1-16 16,0 1 17-16,0-1-15 0,-1 1 21 0,-1 0-1 0,-2 0-6 0,1 1-14 0,0-1 11 15,-5 2-9-15,-1 1 20 0,0-2 0 0,0 0-10 0,2 0-3 16,1 0 8-16,1 0-7 0,-1 0 3 0,-2 2 3 0,0-3-4 15,-1 3-1-15,0-1 0 0,0-1-1 16,-1 1 1-16,0-2-1 0,-2 2 2 0,-1-1-10 0,1 2 3 0,0-1-1 0,-2-1 18 0,0 0-8 16,5-1-6-16,0 1-15 0,-2 2 20 15,1-3-11-15,-7 1 20 0,-1-1 0 0,2 1-15 0,-4-1 0 16,1-1 9-16,0 1-8 0,0-1 4 0,1 1-1 0,1-2-3 0,0 1-7 16,-1-1 6-16,0 1-2 0,2-1 24 0,0-2-6 0,1 3-4 0,1-2-24 15,0 1 18-15,0-1-14 0,0 0 24 0,2 0-5 0,-1-1-7 0,2 0-12 16,0 0 12-16,1 0-4 0,0 0 30 0,1 0-6 0,0 0-13 0,1 0 1 15,1 0 3-15,0 0-2 0,0 0-2 0,2 0-1 0,0-1 0 16,0 1-9-16,0 0 3 0,2 0-1 0,-2-1 19 0,2 1-6 16,-1 0-2-16,3-1-20 0,0 1 12 0,1 0-11 0,-1 0 15 0,0 0 1 15,0 1-5-15,2 0-10 0,0 0 5 0,1 1-5 16,2 0 16-16,-4 1-1 0,0-1-5 16,0 0-11-16,-1 0 17 0,-4 1-13 0,-1-1 15 0,-1 1-5 0,1 1-12 0,6 0-15 0,-1 1 26 15,-1-1-16-15,1 2 29 16,-1-2-1-16,-1 2-18 0,-1-1-15 0,0 2 21 0,-3-1-18 15,1 1 27-15,-3-1-3 0,1 2-10 0,-1-1-10 0,-1 1 8 0,-1 1-5 16,-1 2 18-16,-1-2-2 0,1 4-6 0,-1 1-5 0,-1-1 10 16,-1 2-8-16,1 1-2 0,-3-2-3 0,1 3-7 0,-1-3 4 15,3-2 9-15,-1 0-1 0,-1-1 14 0,2 0 1 0,4-4-10 0,0 1-6 16,-1-2 7-16,-1 0-9 0,-6-1 5 0,1-1 1 0,-2-1 1 16,0 0-3-16,-1 1 0 0,1-2 1 0,-2 0 3 0,3-1-2 15,-2-1-2-15,0 0-17 0,0-3 12 0,-1 3-12 0,2-2 13 0,0-2-1 0,0 1-8 16,0 0-18-16,1-1 6 0,1 1-9 0,0-2-4 0,0 1 0 0,3-2-8 0,-1 2-36 15,1-2 12-15,1 2-22 0,1-1-30 0,2 1-21 16,0-1-25-16,1 0-62 0,0-1 119 0</inkml:trace>
  <inkml:trace contextRef="#ctx0" brushRef="#br1" timeOffset="53544.57">10978 17308 1418 0,'-4'4'70'0,"-1"3"21"0,-1-2-67 0,3 2-14 0,-1 0-16 0,4 5-28 15,0 1 17-15,3 1-11 0,1 1 43 0,1-2-4 0,0 1-6 0,2-1-11 16,0 0 9-16,1-1-6 0,0 0 10 15,-2-2-7-15,2 2-6 16,-1-1-25-16,2 1 13 0,-1 1-10 0,0-1 28 0,-1 0-1 16,0 1-8-16,1 0-23 0,-1 2 2 0,-2-1-11 0,0 1-14 0,-3 2 20 15,0-3 11-15,1 1 17 0,-2-2 9 0,0 0-4 0,-1-1 11 16,0-3 0-16,-2 0-11 0,-2-1 0 0,1 1 4 0,-2-1-3 16,0 0 3-16,0-3-4 0,1 1-1 0,-1-2-34 0,2 0-8 0,1-1-5 15,-2-1-53-15,1-1-16 0,1-1-22 0,-2 0-86 0,3 0 134 16</inkml:trace>
  <inkml:trace contextRef="#ctx0" brushRef="#br1" timeOffset="53882.25">10932 17454 626 0,'-4'-8'57'0,"3"0"45"0,0-1-35 15,1 0-20-15,0 0-21 0,1 0-30 0,2 0 22 0,0-1-20 0,0 1 26 16,2-1-8-16,-1 1-12 0,3-1 6 0,1 0 2 15,0 1 3-15,1-2 1 0,-1 4 1 0,-1-1-7 0,2 0-1 0,-1 3 14 0,1 1-11 16,1-1 24-16,0 1-7 0,1-5-1 0,1 3-13 0,1 0 8 16,0 1-6-16,0-2 12 0,0 3-2 0,0-1-7 0,1 3-25 15,1 0 20-15,-1 2-20 0,-2 0 23 0,-2 2-8 0,-4-1-7 0,-2 3-3 16,0 0 0-16,-2 3 3 0,5 0 11 0,-2-1 0 0,1 0-5 16,-3 3 0-16,1-1 6 0,-3 0-7 0,0-1 0 0,-1-1-5 15,-2 3-3-15,-2-2 0 0,0 5 1 0,-2 1 2 0,-1 1 14 0,1-4-2 16,-1 0-4-16,-1 0-14 0,5 1 21 0,-2-1-18 0,0 0 28 15,-1-1-8-15,-7-1-11 0,-1-1-10 0,1 1 2 0,0-2-1 16,1 2 15-16,3-4-3 0,-1 2-8 0,0-2-20 0,2 0 27 0,1-1-22 16,0-1 27-16,2 1-7 0,-1-2-12 0,2 2-20 15,-1-3 6-15,3 1-9 0,-2 0-9 0,3-1-11 0,-1 1-19 0,0 2-47 16,0-2-7-16,-1 1-13 0,1 0-83 0,1 1-27 16,0-1-30-16</inkml:trace>
  <inkml:trace contextRef="#ctx0" brushRef="#br1" timeOffset="66561.73">14092 17335 221 0,'0'-6'13'0,"0"0"-19"0,0 1 13 16,0-1 51-16,0 0-38 0,0 1 50 0,1 1-9 0,-1 1-16 0,1-1-24 16,-1 1 32-16,0-1-27 0,0 3 28 0,0-1-11 0,1 2-19 15,-1 0-2-15,0 1 9 0,0 0-2 0,1-2 21 16,-1 0-5-16,1 1-12 0,-1-2-7 0,1 2 3 0,-1 0-7 0,0-1-5 15,0 1-9-15,0 0-2 0,0 0-6 0,3 0-6 0,-3 1 6 16,2 2 4-16,0-1 2 0,-1 0-1 0,2 3-21 0,-1 1 26 0,-1 3-23 16,1 7 29-16,-2-2-5 0,0 1-12 0,0 2-14 15,-1-1 14-15,-1 1-10 0,0 0 22 0,0-2 2 0,0 2-11 0,1-1-12 16,-1 1 20-16,0-1-18 0,-1 2 14 0,2-2-1 0,-1 0-7 0,0-2-9 16,-1 1 5-16,2-1-3 0,-1-2 15 0,0 1 1 0,0 0-5 15,1-3-28-15,-1 1 26 0,1-1-26 0,0 0 17 0,1-1-8 16,0 0-18-16,0-1-45 0,1 1 9 0,2-3-17 0,0 0-15 15,1 0-15-15,0-1-23 0</inkml:trace>
  <inkml:trace contextRef="#ctx0" brushRef="#br1" timeOffset="66974.7">14070 17377 813 0,'-5'-10'23'0,"-1"-3"-26"16,3 1 6-16,1 2-5 0,0 1 16 0,2 3-3 0,0 1-7 0,0-1-16 0,2 3 19 15,-1-1-14-15,2 0 23 0,2 1-7 0,0 1-12 16,3 1-6-16,1-1 5 0,0 2-2 0,1 0 20 0,1 2 1 0,3-1-4 16,2 0-24-16,-1 2 25 0,1-2-22 0,-3 3 31 0,1 0-5 15,-5-1-11-15,1 3-11 0,0-3 6 0,1 3-2 0,6 0 27 0,-1 0-3 16,0 1-5-16,-2 2-9 0,1 0 19 0,-1 0-13 0,0 0 24 15,-3-3-7-15,0 2-10 0,-1 1-15 0,-1-2 5 0,0 1-5 0,-1-2 8 16,-1 2-3-16,0-2-6 0,-2 1-9 0,1 1 14 0,-4-2-11 0,2 2 11 16,-3-1-4-16,-1 1-6 0,0 2-8 0,-1 0 8 0,-3 1-2 15,0 2 18-15,-1-3 2 0,-1 3-9 0,-2 1-15 0,0-3 18 16,-1 2-17-16,-1 0 17 0,0 0-3 0,-3-2-7 0,0 1-6 16,-3-2 2-16,0 0-1 0,-3-1 15 0,1 0-4 0,-1-1-1 0,-2-1-9 15,2 1 3-15,0-3-2 0,5 0 3 0,2-2-4 0,-2 1-4 16,0 0 7-16,-6-3-3 0,2 3 6 0,0-3-1 0,3 0-1 15,0-1-2-15,3 0-20 0,2-1 22 0,0 0-18 16,2-2 21-16,1 1-8 0,2 0-16 0,-1-2-14 16,3 2-13-16,0-1 5 0,2-1-38 0,1 1-10 0,0 0-13 0,5-1-75 0,0-1-12 0,2-1-22 15</inkml:trace>
  <inkml:trace contextRef="#ctx0" brushRef="#br1" timeOffset="67597.85">14844 17296 583 0,'-6'-2'85'0,"-1"-3"-43"0,1 1-16 16,-2 2-24-16,3 1 4 0,-1 1-5 0,3 0-5 0,-1 1-4 0,1 2 1 0,1 0 2 0,-1-1 10 0,1 1 3 16,1-3-5-16,0 2-23 0,1 1 27 0,0-2-26 0,-1 2 29 15,1-2-8-15,0 3-7 0,0 0 1 0,0 1-1 0,0 0 6 16,1 2 1-16,-1 0 6 0,0 1-6 0,1-1-9 0,-1 0 19 16,0 0-18-16,0 0 14 0,0-2-3 0,0 3-5 0,0-2 1 0,-1 2-1 15,0-2 1-15,0 0-1 0,-1 2 2 0,1-3-4 0,0 3-12 16,-1 0 23-16,0 1-18 0,1 2 21 0,-3 2 0 0,2 0-10 0,-2 2-18 15,-1-1 16-15,1 1-13 0,-1 2 28 0,1-2-3 0,0 0-11 16,0 0-28-16,1-2 21 0,2 1-25 0,-1-1-8 0,0-2-10 16,2 1-23-16,0-1-26 0,0-1 8 0,0 1-9 0,1-2 53 15</inkml:trace>
  <inkml:trace contextRef="#ctx0" brushRef="#br1" timeOffset="68346.87">14632 17265 719 0,'-3'-5'45'0,"-1"-2"-25"0,0 0 23 0,0 1-13 0,1 2-19 0,2 0-30 15,0 2 35-15,1 0-30 0,0 0 44 0,0 0-7 16,2 1-17-16,0-1-23 0,3-1 11 0,-1 1-10 0,3-2 26 0,1 2 0 16,0 0-5-16,3-2-24 0,0 1 24 0,0 2-20 15,1-1 35-15,-6-1-9 0,1 0-12 0,2 2-11 0,1 0 11 0,5-2-5 16,2 2 25-16,-3 0-3 0,0 0-7 0,-1 1-9 0,-1 0 21 0,0 0-16 15,-2 0 25-15,0 0-8 0,-2 0-11 0,0 0 0 16,-2 0 6-16,2 1 0 0,-1 0 14 0,0 0-5 0,1 2-10 0,-3-2-20 0,2 2 30 16,-3-1-26-16,1 2 26 0,-1-1-9 0,0 1-17 0,-2-1-2 15,0 4 5-15,0-1-1 0,0 2 10 0,-2 2 1 0,1-1-9 16,-1 3-7-16,0-2 7 0,0-2-10 16,-1-2 6-16,-2 2-3 0,1 1-1 0,0 1-4 0,-3 1 2 0,1 2 3 0,-1-1 13 0,-1-2-1 15,-1-1-7-15,-1 0-20 16,-1-1 24-16,-1-3-21 0,0 1 28 0,1 0-2 0,-1-2-11 0,-1 1-12 0,2-3 9 0,-2 0-6 0,5 0 33 15,0-1-2-15,3 0-7 0,-1-1-24 0,3 1 30 0,0-1-26 16,1 0 36-16,0 0-12 0,0 0-15 0,0 0-9 0,0 0 3 16,1 0 1-16,1 0 10 0,1 0-1 0,0 0-8 0,3 2-6 15,-1-2 8-15,3 0-6 0,0 1 7 0,1-1-2 16,-1 0-4-16,1 0-11 0,1 0 15 0,0 0-8 16,1 1 22-16,-1 0-4 0,-1 2-11 0,1 0-5 0,-1-2 8 15,2 4-5-15,-1-1 3 0,1 1 0 0,-1-1-2 0,0 2-13 0,1-1 14 0,-1 0-11 0,-1 2 26 0,0-2-1 16,-1 1-9-16,1 1-7 0,-1-1 6 0,1 1-8 0,1-2 6 15,-1 0 3-15,1 1 1 0,-2-1-13 16,0 0 18-16,0-1-13 0,0 1 28 0,-3-2-4 0,0 1-14 0,-1-2-13 0,-1 1 15 16,-2-2-15-16,-1 2 19 0,0-2 1 0,-3 0-5 0,0 1-14 15,-3 0 13-15,0 1-10 0,-2-1 23 0,-1 1-5 0,-1-1-10 0,-3 2-19 16,-1 0 19-16,-2 1-14 0,-1-1 29 16,0 2-8-16,-1-2-12 0,-1 1-5 0,0-1 2 0,2 1 0 0,1-1 7 0,0 1-2 0,0-1-4 15,0 0-20-15,2 0 21 0,-1 0-16 0,2 0 26 16,0-2-4-16,2 2-10 0,-1-1-12 0,1-1-3 0,-1 2-1 0,1-2-18 15,3 2 1-15,2-1-7 0,1-1-20 0,1 0-1 0,1-1-10 0,1 0-30 16,2-1-2-16,0 0-5 0,1-1-37 0,3-2-9 0,-1 2-5 16,5-4 64-16</inkml:trace>
  <inkml:trace contextRef="#ctx0" brushRef="#br1" timeOffset="68686.67">15287 17269 945 0,'-5'-4'125'0,"1"-1"-59"0,-1 1-42 0,1 4-17 0,0 0-12 0,2 0-4 0,1 6 0 0,0 1 8 16,0 0-8-16,-1 2 9 0,2 2 1 0,0 1 1 0,0 4 5 0,-1 1-29 15,1 0 23-15,-1-1-20 0,0 1 32 0,1 0-9 0,0-1-9 0,0 3 11 16,1 1-14-16,0-1 16 0,-1 0-12 0,1 0 3 0,-1-1 3 16,0 0-16-16,2-1 24 0,-1-2-21 0,-1 0 21 0,0-2-4 15,-3 0-12-15,2-1-12 0,0-3-6 0,0-1 3 0,1-1-10 16,-1-2-6-16,1 0-8 0,2-2-39 0,0-1 0 0,1-2-11 15,1 2-41-15,0-2-26 0,-1-2-22 0</inkml:trace>
  <inkml:trace contextRef="#ctx0" brushRef="#br1" timeOffset="69034.58">15142 17219 494 0,'18'2'242'0,"-12"-7"-161"0,-2-3 158 16,1 0-239-16,0 2 13 0,-1 2-20 0,3 0 10 0,-6 2-1 0,1 2-3 15,4 0-9-15,1 0 8 0,7 0-5 0,3 1 16 0,0 0-1 16,0 2-9-16,1 0-14 0,0 0 21 0,-1 2-16 0,1-1 26 16,-1 2-9-16,-2 3-10 0,1 2 0 0,0-1 2 0,-1 4 2 15,2-1 11-15,-1-3 0 0,1-1-4 0,0 1-25 0,-2-1 26 0,1 4-23 0,0-2 30 16,0 1-6-16,-2-2-11 0,1 0-9 0,-2-1 8 15,1-1-3-15,-2-1 24 0,-1 0-7 0,-2 0-6 0,-3-2-24 0,-2 0 23 0,-1-3-18 16,-1 1 34-16,-2-2-5 0,-1 1-14 16,-1-1 4-16,-4 0-1 0,-1-1 3 0,-3 1 4 0,-2-1-1 0,-1 0 1 0,-2-1-9 15,-1 0 8-15,-1 0-8 0,-2-2 2 0,1 0-5 16,0 2-3-16,-2-3-11 0,-2 0 13 0,2 3-7 16,-1-1 16-16,1 0-6 0,0 1-14 0,-5 0-36 0,0 1 10 0,-3 0-18 0,-2 1-8 0,2 0-10 15,0 1-12-15,6-1-45 0,4 1-2 0,0 0-8 0,1-1 64 16</inkml:trace>
  <inkml:trace contextRef="#ctx0" brushRef="#br1" timeOffset="71048.14">18297 17336 345 0,'-5'-7'55'0,"0"0"67"0,-1 2-107 16,2 0 0-16,-1 1-20 0,0 0 22 0,-1 3-6 0,1-2-11 0,-2 2-1 16,0-1-1-16,0 1 2 0,2 1 4 0,-2-1 2 15,1 0-5-15,1 1-11 0,-2 0 16 0,3 0-15 0,-2-2 18 0,0 2-8 16,1-1-2-16,-2 1 1 0,0 0-6 0,7 0 9 0,-1 0 3 15,-1 0 3-15,1 0-5 0,-9 0 5 0,1 0 16 0,-1 1-12 0,-2-1 23 16,0 2-4-16,0-2-1 0,-2 2-8 0,1 1 2 16,-1-2-2-16,0 2-1 0,0 0-2 0,1 3-11 0,-2-3-21 15,-1 3 28-15,2 1-24 0,-1 2 29 0,2 1-7 0,-1 1-14 0,1-1-10 16,-1 1 6-16,0 0-4 0,0 0 14 0,2-1 3 0,1-1-6 16,-1 2-19-16,2-2 29 0,-1 1-26 0,1-1 29 0,1 1-2 0,1-1-12 15,1 0 3-15,2 1-1 0,-1-1 3 0,0 0 10 0,2-1-5 16,1 1-5-16,0 0-24 0,2-2 27 0,1 2-21 15,0-1 27-15,1-2 0 0,2 1-14 0,0 1-10 0,1-1 8 0,1 0-7 16,-1-1 9-16,1 0 5 0,1 1-4 0,3-1-10 0,0 1 17 16,1-2-14-16,1 0 21 0,-1-1-6 0,0 0-8 0,1-2-10 15,1 1 8-15,0-1-2 0,-1-1 14 0,0 1-2 0,1 0-11 0,-2 0-13 16,1-1 19-16,-1-1-14 0,1 1 20 0,2-1-8 0,-1 0-9 16,3 0-12-16,-2 0 15 0,3 0-8 0,-2 0 19 0,1 0 0 15,1 0-11-15,-1 0-30 0,2 0 12 0,0 0-22 0,0-1-35 0,-2 0-10 16,-2-1-19-16,-4 1-34 0,0 1-10 0,-1-1-3 0</inkml:trace>
  <inkml:trace contextRef="#ctx0" brushRef="#br1" timeOffset="71532.7">18521 17255 783 0,'-2'-4'224'0,"-3"-1"-88"0,1-1-103 0,1 5-7 0,0-1-23 16,-1 2-3-16,2 2 0 0,1 4-3 0,-1 3 4 15,2 1-1-15,-1 2 1 0,1-2-2 0,0 0-2 0,1 3-10 0,0-1 9 0,0 3-4 16,0-1 24-16,1 1-5 0,0-2-11 0,0 1-16 0,0 0 16 15,0 0-13-15,0 3 22 0,1-3-7 0,-2 1-4 0,0 3-3 16,0-2-1-16,-1-1 5 0,0 0 10 0,-1 0-3 16,0-1-3-16,0-3-15 0,-2 2 16 0,1-2-13 0,0-2 18 0,0 0-1 0,1 0-7 15,-2 0-4-15,2-2 0 0,0-1-2 0,1 1 5 0,-1-4 2 16,1 2-2-16,0-1-25 0,0 1 21 0,0-2-24 0,0 0 11 16,0-2-9-16,1 1-16 0,0-2-31 0,0 2 2 0,1-1-7 15,-1-1-5-15,0 0-8 0,1-1-13 0,0-1-70 0,-1 0 105 0</inkml:trace>
  <inkml:trace contextRef="#ctx0" brushRef="#br1" timeOffset="71755.81">18510 17487 814 0,'4'-4'60'0,"-1"0"48"15,3 0-49-15,1 2-20 0,0-1-17 0,2 1-25 0,2 0 12 0,1 2-13 0,4 0 11 0,2 0-3 16,1 2-4-16,1-1-10 0,-2 0 5 0,-4 1-4 15,2 0 13-15,0-1 1 0,3-1-4 0,5 2-20 0,-1 0 19 0,-2 0-20 16,-1 0 23-16,-2-1-6 0,-3-1-9 0,2 2-14 16,0-1 11-16,-1 2-5 0,-2-2 24 0,-1 0 2 0,-1 0-10 0,0-1-46 15,0 2 29-15,-2-2-37 0,-2 0-10 0,-3 0-9 0,0 1-22 0,-2-1-40 16,-1 1-12-16,0-1-9 0</inkml:trace>
  <inkml:trace contextRef="#ctx0" brushRef="#br1" timeOffset="72030.59">19000 17090 1103 0,'-8'-9'38'0,"-3"-2"-42"16,2 3 24-16,0 0-30 15,0 3 23-15,1 3-1 0,3 2-11 0,-1 0-8 0,3 5 7 16,-1 0-6-16,2 4 8 0,0 1 4 0,2 3-7 0,-1 0-20 0,1 5 28 0,0-1-23 0,2 8 34 0,-1-1-6 15,1 6-11-15,0 2 2 0,2-3-8 0,-1 2 6 0,1-2 3 16,0-3-3-16,1-1 4 0,0 0-15 0,1-5 11 0,-1 1-9 16,1-3 8-16,0-2-1 0,-1 0-4 0,2-1-18 0,-1-4 12 15,-1 2-10-15,2-2 12 0,-3-3-3 0,1 0-17 0,1 0-37 16,-1-2 32-16,1-1-31 0,-1 0 28 0,1-1-14 0,0-1-16 0,-1-1-22 16,1 0-7-1,-1-1 0-15,4 0-49 0,0-1 87 0,3 0-15 0</inkml:trace>
  <inkml:trace contextRef="#ctx0" brushRef="#br1" timeOffset="72356.5">19321 17314 595 0,'-8'14'-390'15,"4"-9"680"-15,-1 0-97 0,0 2-138 0,-2 2-51 0,0 1 23 0,2 2-29 0,0-1 12 0,2 2-3 0,2 0-8 0,0-1-4 16,1 0 2-16,1-3 1 0,2-1 15 0,0-2-3 0,4 0-5 15,1 0-25 1,1-3 25-16,-1 1-19 0,2 0 36 0,-1-3-7 0,0 2-12 0,1-3-5 0,0 1 7 0,1-1-3 0,2 0 25 0,0-1-6 16,2-2-7-16,1 2-11 0,-1-1 24 0,2-1-17 0,0 0 29 15,-1 2-10 1,1-1-12-16,1-2-15 0,-2 1 7 0,1-1-4 0,-2 0 20 16,-1 1-7-16,-1-2-5 0,-2 1-11 0,-3-1 4 0,-3-1-4 15,0 1 6-15,-3-1-1 0,-2 0-3 0,0-2-4 0,-2-2 7 0,-3 1-3 0,0-3 21 0,-4 1-2 16,-1-3-6-16,-3-2-22 0,0 0 17 15,-2 0-18-15,0 3 16 0,0 2-8 0,-1 4-6 0,-1 2 3 16,2 1-6-16,0 1 8 0,-1-3-1 0,3 3-6 0,-1-1-7 0,2 3-35 0,1-2 11 0,0 3-18 0,2 0-20 0,0 1-12 31,2 1-18-31,0 3-52 0,2-2-25 0,1 4-6 0</inkml:trace>
  <inkml:trace contextRef="#ctx0" brushRef="#br1" timeOffset="72766.21">19836 17217 1083 0,'-4'-3'44'0,"0"1"-24"0,-1 2-6 0,0 1-7 0,0 4-15 0,-1 4-13 16,2 3 24-16,-2 2-18 0,1 1 26 0,-1-1-3 0,1-1-8 16,0 4-5-16,2-1-2 0,-1 3 2 0,1 1 5 15,1-4 0-15,-1 0-3 0,2-2-7 0,0 1 11 0,1-3-8 16,0 0 7-16,0-1-3 0,1-1-5 0,2 0 7 0,-2 0 0 0,1-2 2 15,0 0 6-15,0-2 0 0,2 1-5 0,0-2-20 0,2-2 26 0,1 3-20 16,1-3 40-16,0 0-2 0,3-2-11 0,1 1-4 0,1-1 2 16,3-1-4-16,1 0 3 0,1 0-1 0,1 1-4 15,1-1-10-15,4 1 8 0,2-1-8 0,3 0 11 0,3 0-3 0,2 0-3 0,0 0-14 16,-1 2 10-16,-7-1-7 0,0 0 16 0,-1 1-4 16,-2-1-13-16,6 1-39 0,-4 0-3 0,-1-2-15 0,-2 2-63 0,-1-1-12 15,-2 2-20-15</inkml:trace>
  <inkml:trace contextRef="#ctx0" brushRef="#br1" timeOffset="78412.47">22597 7927 256 0,'-2'-1'1'0,"-4"-4"100"0,0 0-46 15,-5 0 6-15,-1 2-57 0,1 1-3 16,-1-1-1-16,1 2 2 0,0 1 2 0,0-2 3 0,-2 2-22 0,2 0 20 0,0 0-15 0,1 0 34 16,0 0-1-16,1 2-15 0,0-1-25 0,1 0 32 0,0 2-28 15,-1-1 38-15,0-2-12 0,-1 3-13 0,1 1 0 0,0-2-5 16,2 1 7-16,0 1 10 0,2 0-2 0,-1 1-4 0,2 1-7 15,-2 2 6-15,0 1-6 0,1 0 4 0,-1 1-3 16,1 0-5-16,-1 3-13 0,0-1 18 0,1-3-10 16,0 1 26-16,1-3-4 0,0 2-15 0,2 2-9 0,1-1 18 0,1 0-14 0,0-2 16 0,1 0-4 15,3-1-6-15,1 0 2 0,1-2-3 16,1 0 6-16,0-1 9 0,1 1-1 0,0-3 0 0,1 3-23 0,0-1 31 16,1 0-27-16,3 3 35 0,-2-4-10 0,1 3-17 0,0-1-13 15,0-1 17-15,-3 2-9 0,0 0 28 0,0 1-2 0,0 0-16 0,1 0-7 16,-1 0 10-16,-1 2-10 0,-3-1 2 0,0 0 7 0,-2 1-1 0,-2 0-18 15,-2 1 27-15,-1 0-19 0,-4 3 48 0,-2 0-3 0,-2 1-11 0,-3 1-12 16,-1 1 14-16,-1-2-17 0,-3 0 4 0,-1 1-3 0,-2-1-6 16,0 2-12-16,0 0 11 0,0 0-8 0,-1-2 18 0,1 1-2 15,-4-2-15-15,-1 1-10 0,0-4 15 0,3-1-14 0,0 0 12 0,7-3-3 16,3 3-8-16,-4-2-11 0,1 1-3 0,-3-2-4 0,1-1-48 16,4 0-13-16,1-2-24 0,3-2-72 0,2 0 111 0</inkml:trace>
  <inkml:trace contextRef="#ctx0" brushRef="#br1" timeOffset="78807.84">22855 7991 906 0,'-10'-9'36'0,"2"4"-46"0,0 1 28 16,4 4-7-16,-2 2-11 0,2 3-18 16,0 1 14-16,1 3-11 0,1 3 33 0,1-1-5 0,-1-2-11 0,4 1-23 15,0 1 25-15,1 3-21 0,2 1 36 0,-1 1-7 0,2 1-12 0,-1 0-16 0,2 0 13 0,0-1-8 16,1 1 26-16,-1 0-2 0,-1 1-10 0,1 0-24 0,1-1 31 0,-3 0-26 0,1 1 34 16,0-1-7-16,-2-2-13 15,1 0-14-15,-1 1 12 0,1-3-8 0,-1-1 16 0,0-1-15 16,-1 0-17-16,0-2-56 0,1 1 14 0,-1-1-21 15,-1 0-4-15,0-1-15 0,-2 0-20 0</inkml:trace>
  <inkml:trace contextRef="#ctx0" brushRef="#br1" timeOffset="79313.77">22817 8025 577 0,'-3'-3'121'0,"0"1"-113"0,1-4-1 15,2 4 0-15,1 1-3 0,1-2-3 0,2 0 5 0,-1 1 2 16,3 1 0-16,1-1-20 0,0 1 29 0,1 0-23 0,1 1 30 16,1 1-8-16,2-1-16 0,0 1 0 0,0 1 9 0,1-2-4 0,0 1 13 15,1 1 1-15,0 0-9 0,3-1-10 0,1 2 13 0,-1-2-13 16,0 1 14-16,0 1-10 0,-1 0-7 0,0-1 0 0,-1 2 0 15,-3-3 5-15,-5 1 11 0,-3-2-3 0,0 1-4 0,0 3-20 16,5-1 21-16,0 3-18 0,0-3 24 0,-2 1-5 0,2 0-9 0,-1-1-13 16,0 1 14-16,-1-1-9 0,1 1 25 0,-1 0-2 0,0-1-12 15,-3 0-5-15,0 1 3 0,-1 0-3 0,-1 1 7 16,0-1-2-16,0 2 2 0,-1 1 0 0,-1 1 0 0,-1-2 3 0,-2 2 2 16,1 1-2-16,-1 0-6 0,-1-2-20 0,0 2 27 0,1-2-22 0,-1-1 38 15,2-1-14-15,1 0-15 0,1-1 7 0,2 0-11 0,1-1 14 16,3 0-1-16,0-1 3 0,1 0 2 0,4 2-5 0,1-1 14 15,1-2-13-15,3 0 10 0,0 2-3 0,1-2-5 0,1 0-12 0,0 1 2 16,-2-1-1-16,1 1 17 0,0 0-4 0,0 0-4 0,-2 1-15 16,-5 1 15-16,-2-1-13 0,-3 1 15 0,0 1-3 0,-2-1-5 15,-1 1-12-15,-2 2 17 0,0-2-8 0,-2 3 26 0,-1 1-1 16,-2 0-14-16,-2 1-25 0,1 1 29 0,-4 1-26 0,-3-1 36 0,0 0-8 16,-2-2-12-16,3 1-8 0,-1 1 0 0,2 0 3 0,0-1 12 15,1-1 0-15,-1 0-1 0,1 0-30 0,-1-2 29 0,1 2-25 16,0-1 32-16,0-2-12 0,0 2-14 0,-2 0-41 0,-1 2 5 0,-1 2-8 15,-3-2-13-15,-1-3-7 0,-1 2-23 0,-1 0-81 0,-1 0 119 16</inkml:trace>
  <inkml:trace contextRef="#ctx0" brushRef="#br1" timeOffset="79897.55">23721 7925 845 0,'-3'-1'179'0,"0"-5"-171"0,2 4 3 0,0 1-31 0,1 2 18 0,0 1-16 0,0 5 37 0,1 0-4 0,0 5-11 0,0 1-4 15,3 3 4-15,-2 2-5 16,1 4 0-16,1-4 1 0,0 3-2 0,1 0-11 0,0 0 13 0,1 3-9 0,0-2 20 0,-1-2 2 0,2 0-11 0,-1-1-26 31,-1 0 31-31,1 0-28 0,1 0 40 0,-2 1-6 0,1 0-13 0,-2-1-3 16,2 0-8-16,-2-3 3 0,0 0-34 0,-1-3-3 0,0 0-13 0,0-1-19 0,-2-1 2 0,1-1-10 0,-1-2-25 16,0-2-11-1,-1 0-8-15</inkml:trace>
  <inkml:trace contextRef="#ctx0" brushRef="#br1" timeOffset="80175.41">23613 7845 669 0,'28'-28'-25'0,"-17"15"25"16,4 3 9-16,0 0-6 0,-4 6-3 0,3-1 3 0,1 2-10 0,0 0 17 15,-3 0-15-15,0 1 11 0,1 2-4 0,-2 0-7 0,0 2 2 16,2 2 3-16,-1-2 1 0,0 4 15 0,-1 0-4 0,1 0-5 0,-1 3-21 16,-1 0 32-16,1 2-24 0,-1-2 44 0,-1-1-7 0,-1 1-15 15,0 2-9-15,-2-1 14 0,-2 0-7 0,-2 2 28 0,1-2-1 16,-3 0-12-16,-1 0-28 0,-4 1 31 0,-1 0-30 0,-1 2 33 16,-2 0-4-16,-3 2-14 0,-2 1-10 0,-2-1 1 0,-2 2-2 0,-2 0-2 15,0 1 0-15,-1 4-5 0,-1 1-21 0,2-1 19 0,0 0-27 16,-1-3-57-16,4-2-32 0,3-1-43 0</inkml:trace>
  <inkml:trace contextRef="#ctx0" brushRef="#br1" timeOffset="83147.3">22547 11225 756 0,'-18'-9'32'0,"1"0"-41"0,0 2 27 0,3 3-6 0,2-1-12 0,-1 1-8 0,3-1 12 0,1 2-7 0,3-2 36 0,0 1-4 0,2 0-8 0,-1 1-10 0,2-3 11 0,-1 3-9 0,2 0 10 0,0 0-7 16,1 2-5-16,0 0-5 0,1 1-4 0,0 0 5 16,1 0-3-16,0 4-1 0,1 0-4 0,0 3-16 15,-1 1 27-15,2 3-20 0,-1 0 30 0,-1 3-4 0,1-1-12 0,-1 3 19 16,2 1-6-16,-2 0 11 0,0-1-4 0,-1 0-4 0,0 0-4 0,0 2-1 15,-1 0 3-15,0 3-4 0,-2-1-7 0,1 2 0 0,-1-2-3 16,-1 1-17-16,1 3 16 0,0-2-12 0,0 3 23 0,0-2 0 16,1 1-11-16,0-4-6 0,0 0 13 0,2 0-12 0,0-4 2 0,2 0 0 15,1 0-5-15,0 0-14 0,3 0 16 16,0 0-12-16,1-1 23 0,1-3-8 0,4-3-17 0,2 0-55 0,3-1 23 0,1-1-32 0,1-5-14 16,1 1-17-16,2-3-31 0,0-3-88 0,-1 0 134 0</inkml:trace>
  <inkml:trace contextRef="#ctx0" brushRef="#br1" timeOffset="83528.36">22722 11142 1248 0,'-12'-10'24'0,"2"-2"-36"0,2 3 26 0,2 2-19 0,2 0 27 0,2 2-5 0,1 1-13 0,1-1-4 0,2 3 0 0,-1-2 2 15,3-1 12 1,-2 2-6-16,2-1-4 0,3 0-12 0,0 1 8 0,0-1-7 0,2 1 15 0,-1 1-5 0,3-1-4 0,2 0-9 0,2 3 8 16,2-2-3-16,-1 2 17 0,2 0 1 15,0 1-8-15,4 0-26 0,0 3 32 16,2 0-28-16,2 0 39 0,2 2-5 0,3 3-12 0,6 0 7 16,0 2-9-16,-1 0 9 0,-8 2-5 0,-3-2-2 0,0 2 0 15,-3 1-11-15,3 3 6 0,-4 1-6 0,-5 2 9 0,-4 1-2 16,-3 3-1-16,-3 2-5 0,-3 2 1 0,-2 0 0 0,-3 2 16 15,-4-2-1-15,-3 1 0 0,-5 2-13 0,-4 0 9 0,-6-3-9 0,-4 2 8 16,-2 0-5-16,-4-3-3 0,-1-3-9 0,-1-1 12 16,-4-4-3-16,-2 1 18 0,1-2-1 0,3-2-16 0,0 1 0 0,2-3 8 15,-3 0-8-15,1-2 0 0,1-4-3 0,1 1-1 0,3 0-7 16,9-1-9-16,6-3 4 0,2 2-23 0,6-5-3 0,-1 1-5 0,3-1-47 16,6-2-23-16,4 0-4 0,6 0-74 0,4 0 17 0,4-1 9 15</inkml:trace>
  <inkml:trace contextRef="#ctx0" brushRef="#br1" timeOffset="84446.56">23590 11018 1078 0,'2'-5'-194'0,"-4"0"327"0,-4 2-42 0,1 1-65 0,2 0-15 0,0 4 0 0,0 1-5 0,1 2-4 0,0 4 2 0,0 3 0 0,1 2-6 0,-1 3 8 0,1-1-8 0,1 2 4 0,0-4 1 0,1 0-3 0,-1 2-6 15,0-3 6-15,2 2-3 0,0-1 8 0,-1 1 2 0,1-1-7 0,2 2-18 16,-1 0 22-16,0 0-19 0,1-2 27 0,-1-1-5 0,-1 0-7 0,2-5-9 0,-1 3 0 16,-1-2 0-16,1-2 9 0,-2-1 4 15,0-1-3-15,-1-4-7 0,0 1 6 0,0-2-8 0,0 0 10 16,0 0-2-16,0 0-1 0,1-1-20 0,-1-1 5 0,0-2-5 0,0-1 5 0,0 0-13 0,0-1-14 15,0-3-32-15,1 2 18 0,-1-1-15 0,0-1 32 0,0 1 2 16,0-2-4-16,0-3 22 0,-2 1-13 0,0-2 19 0,-2-2 3 16,-1 3 3-16,-1-2 3 0,-1 0-19 15,-2 1 29-15,-1-2-23 0,-1 2 34 0,1-1-8 0,1-1-10 0,-1-2-10 16,0 2 16-16,-2-2-6 0,2 0 22 0,0 0 4 0,1 1-13 0,1-1-20 0,0 1 34 16,2 4-30-16,1 0 47 0,2 1-4 0,-1 1-8 0,3-3-11 15,1 2 4-15,0 1-3 0,1 2 18 0,3 0 1 0,-1 1-5 0,3-1-23 16,1 2 30-16,0-2-29 0,4 2 24 0,0 1-9 0,2 1-16 15,1 2-13-15,1 1 13 0,1 0-9 0,2 2 23 16,0 0-2-16,-1 2-13 0,0 0-12 0,-6 1 16 0,-1-1-14 0,0 2 12 0,1 0-6 16,5 1-9-16,2 0 11 0,-1 2-8 0,-4 1 9 0,1 0-11 15,-6 1 4-15,1 1 2 0,-1 1-9 0,-2 0 15 0,-1 2-14 16,-2 1 6-16,-2 1-1 0,0-2-6 0,-1 3-9 16,-2-2 13-16,-1 1-6 0,-3 4 25 0,1-1 0 0,-3-1-10 0,0-1-29 0,0 0 30 15,0-2-27-15,1 0 34 0,0-3-5 0,1-2-9 0,4 0-6 16,2-1-3-16,6-3 3 0,5 2 8 0,1-5 0 0,5 2 2 0,2-1-7 15,4-2 6 1,4 0-5-16,1-1 3 0,3 0-2 0,0 1-2 0,5 1-14 0,2-1 10 0,4 2-7 0,-2 3 24 0,-5 0-3 16,-8 3-6-16,-4 3-24 0,-2 1 28 0,-3-2-23 0,0 3 34 15,-6-1-9-15,-5 0-12 0,-5 0-1 0,-2-1 6 0,-4 2-1 16,-5 1 10-16,-5 0 2 0,-4 3-10 0,-3 1-22 0,-4 3 31 16,3 0-27-16,-4-4 36 0,-1-1-9 15,-3 0-13-15,-6 0-13 0,2 2 9 0,4-1-5 0,2-2 13 0,3-1 0 0,1-3-9 16,3 1-20-16,2-3 9 0,3 1-15 0,4-4-16 0,2-2-10 0,3-1-10 0,1-2-66 15,4-1 4 1,2-2-20-16,3-2 64 0</inkml:trace>
  <inkml:trace contextRef="#ctx0" brushRef="#br1" timeOffset="84963.98">24624 10906 1209 0,'2'13'17'0,"0"4"-42"0,-3 1 34 0,0 5-24 0,0 1 29 0,-1 3-2 0,3 1-13 0,2 2-14 0,-1-5 12 0,1-2-8 0,-3-1 23 0,-1-3-6 0,-1 1-11 0,0-1-7 0,1 1 6 15,0-1-8-15,0 1-13 0,0-1 8 0,-2-3-1 0,3-1 20 16,0-3-2-16,2-3 5 0,0-1 1 15,1-2 1-15,-1 0-3 0,1-1-16 16,-1-1 19-16,-1-1-21 0,0 0 6 0,0-2-1 16,-1-1-10-16,0-1 7 0,-1-4 6 0,0-2-2 0,-2-3 10 0,-2-1 1 15,2-5-6-15,-3 1-25 0,6-2 34 0,-1-2-27 0,-2-1 40 16,-3-1-7-16,-6 1-16 0,-5-1 2 0,-3-1 2 0,-1 2 2 16,1-1 12-16,1 1-3 0,3-3-4 0,1-1-6 0,0-3 6 0,4 1-5 15,1 0 9-15,2 3-4 0,2 5-3 0,3-1 0 0,2 3 4 16,1-1 1-16,1 0 15 0,2 2-3 0,2 1-7 0,0-1-14 15,2 2 11-15,2 0-12 0,1 1 6 0,3 0-1 0,1-1-4 0,5 0-11 16,3 0 14-16,0 0-7 0,4 3 24 0,-3 0-3 0,0 0-11 16,-4 1-3-16,1 0 14 0,3 1-11 0,-1 0 11 0,4 2-6 15,-2 1-7-15,-4 1-11 0,0 1 12 0,-3 3-8 0,1 0 20 0,-1 3-2 16,-2 2-12-16,2 2-2 0,-3 0 7 0,-2 1-7 0,-2 0 15 16,-3 1-1-16,-2 0 2 0,-1 2 4 0,-3 2-3 0,0 0 7 15,-2 3 4-15,-2 0-3 0,-3-2-6 0,-1 4-16 0,-4-2 23 16,-2 2-18-16,-3 0 27 0,-1-1-12 0,-1 1-11 0,-1 1-14 0,-2-1 7 15,-1-4-4-15,-1 1 15 0,-3-1-10 0,-2 0-10 0,-1 6-40 16,-2-2-16-16,7-2-6 0,-1 0-98 0,-1-2-46 0,1 1-37 0</inkml:trace>
  <inkml:trace contextRef="#ctx0" brushRef="#br1" timeOffset="85712.75">22908 14476 1005 0,'-21'-5'264'0,"-2"0"-143"0,3 2-110 0,2 2-12 0,0 1 3 0,2 1-2 0,1 2-2 0,-2 0 1 0,2 1-2 0,-2 1 4 0,0-1-1 0,2 3 0 0,-1-2-3 0,1 1-8 0,1 1 21 15,0 2-16-15,2-1 18 0,5 1-8 0,3 2-12 0,-2 1 4 16,2 3 2-16,-4 1 2 0,0 3 5 0,3 3 1 0,2 2-5 0,1 3-13 16,2 2 13-16,0-1-11 0,3 5 19 0,1-1-5 15,1 0-6-15,1-3-13 0,0 0 15 16,2-5-8-16,0 0 26 0,-4-1-4 0,-1-2-10 0,3-1-7 0,0-2 7 0,7-2-6 0,1-1 4 16,2-4-3-16,2 1-6 0,1-1 0 0,0-2-2 0,0-2 5 15,0 1 10-15,2-5-6 0,-2 2 0 0,2-2-25 0,1-2 16 16,1 1-12-16,0-2 24 0,2-3-15 0,0 0-18 0,4-2-23 0,5-1-20 15,-1 0 9-15,1-2-40 0,-8 0-6 0,-1-1-4 0,2-1-38 16,-2 0 7-16,7-2-11 0,-4-1 79 0</inkml:trace>
  <inkml:trace contextRef="#ctx0" brushRef="#br1" timeOffset="86029.92">23419 14265 1155 0,'-27'17'42'32,"26"-13"-70"-32,-23 33 50 0,16-19-33 0,3 7 22 0,0 3 1 0,1 1-6 0,-2 2-17 0,2 4 21 0,-1-5-19 0,2 1 24 0,1-3-8 31,0 0-9-31,2 1 6 0,0-3-4 0,3 3 9 0,1-4 0 15,1 1-1-15,0-1-5 0,1 4-22 0,1-1 24 0,0-6-19 0,1-3 34 16,0-5-8-16,1-1-11 0,2-1-19 0,1 1 15 0,0-3-11 16,-2-1 30-16,-2-2-3 0,0-2-11 0,-1 0-16 0,-1-2 17 15,0-2-16-15,1-1 10 0,-3-1-13 0,1 1-15 0,-1-4-16 0,1-3-8 16,-1 2 4-16,2-5-30 0,-3 0-21 0,0-3-21 0,1-2-74 16,-3-2 111-16</inkml:trace>
  <inkml:trace contextRef="#ctx0" brushRef="#br1" timeOffset="86411.06">23384 14640 640 0,'0'1'187'0,"-2"-1"-118"0,1-1 48 0,0-1-62 16,-1 1 11-16,2 0-46 0,2 0 0 0,0-1-11 0,3-2-12 15,3 1-12-15,4-3 10 0,1 1-4 0,0-1 24 0,3 1-1 16,1-2-10-16,4 2-11 0,4 0 9 0,3-1-10 0,1 1 10 16,-1 0-6-16,-5 1-5 0,-1-1-2 0,3 1-18 0,-1-1 13 0,5 1-27 15,-4-1-4-15,-4 1 1 0,-1-3-15 0,-3 1-3 0,-1 0-1 16,-2-1-12-16,-1 1 6 0,-3 1 4 0,-2-2 17 0,-2 0 5 15,-1-2 5-15,-2 2 26 0,-2 0 7 0,-1 0 0 0,0-2 5 16,-1 0 11-16,-2-1-9 0,-2 0 15 0,1 0-4 16,-2 1 2-16,1 0 7 0,0 0 21 0,-1 0-6 0,1 4 49 15,-1-3-10-15,2 1-12 0,-2 1-22 0,3-5 14 0,-1 0-13 0,1 1 13 0,1 1-11 16,1 1-12-16,0 3-26 0,-1 0 14 0,2 3-13 0,0 0 14 0,0 1-6 16,3 1-12-16,-2 0 6 0,0 3 10 0,1-1-3 0,0 3 14 15,2 2-2-15,-2 2-4 0,1 3-14 0,1 1 16 0,-2 3-12 16,1-6 29-16,0 3-7 0,0-1-8 0,-1 5-23 0,2 4 12 15,0-2-13-15,-1 0 15 0,2 0-8 0,-1-1-7 0,2 1-2 16,1-2-2-16,0 0 4 0,0-1 8 0,1-3-3 0,2 1-3 0,2 0-17 16,0 2 14-16,3-4-11 0,-1 2 17 0,2-3-6 0,1 0-8 0,2-1-8 15,2-2 7-15,-1 0-2 0,2-2 14 0,-3-2-11 0,-2 1-14 16,-5-4-28-16,0 1 3 0,2-2-8 0,0-2-13 0,5 0-3 16,1-2-9-16,-2-1-32 0,1-3-1 0,-4 1-6 0,2-4-26 0,-1 0 0 15,0-2-12-15</inkml:trace>
  <inkml:trace contextRef="#ctx0" brushRef="#br1" timeOffset="86645.96">24453 14386 319 0,'6'-11'-208'16,"-5"7"409"-16,-1 3-59 0,0 1-57 0,0 0-37 0,-2 2-5 0,-2 5 0 0,1 1 18 15,-3 1-4-15,1 6 3 0,-2-1-40 0,0 2 24 0,0 0-27 0,2-2 24 16,1 0-12-16,1-1-12 0,2-2-13 16,1 1 8-16,0-3-3 0,3 0 28 0,2-3-1 0,0 2-5 0,4-5-7 15,3 3 18-15,0-4-14 0,3 1 17 0,0-2-10 0,2-1-11 0,4 0-13 0,1-3 1 16,0 1-1-16,0-2 8 0,-3-1 3 15,-7 0-3-15,2-3-7 0,-2 0 16 0,1-1-14 0,5-1 12 0,-1 0-7 0,-2 0-9 0,-3-2-3 16,-3-1-3-16,-1 3 3 0,-1-3 1 0,-3 1-3 16,0-3 2-16,-2 0-7 0,-2 0 0 0,0-1-2 0,-2 4 2 0,-2-1-5 15,-1-3-3-15,-1 5-22 0,0-4 0 0,1 4-5 16,-2 1-9-16,-2 2-1 0,0 3-8 0,-2 0-29 0,0 0-2 0,-1 2-11 16,1 1-44-16,1 1-6 0,-1 1-7 0,1 0-63 0,3 1 117 0</inkml:trace>
  <inkml:trace contextRef="#ctx0" brushRef="#br1" timeOffset="86980.93">24832 14151 987 0,'3'-7'60'16,"1"2"9"-1,1 0-27-15,-1 2-17 0,1 2-20 0,2 1-6 0,2 0-5 0,0 1 4 16,2 1 7-16,-1 3 0 0,1-1-1 0,0 3-4 0,2 0 7 0,-1-1-7 0,-1 2 3 0,2 0 2 0,-3 0-1 16,1 1-5-16,-2 3 6 0,-1 2-3 0,-3 0 18 0,0 1-2 15,-1 3-7-15,2 2-11 16,-1-1 13-16,-1 0-13 0,2 2 17 0,-2-7-3 0,2 0-2 0,-1-2 0 0,2 1-1 0,2 3 5 0,1-1 19 16,1-3 5-16,1-1 2 0,-5-1-11 0,5-1 25 0,1-1-23 15,5 0 15 1,7-2-15-16,1-1-20 0,1-1-12 0,-2-1 8 0,2 0-5 15,0 0 10-15,0-2-2 0,1-1-11 0,4 0-10 0,2 0 8 0,3-1-13 0,4-2-12 0,2 1-10 0,-5-2-14 0,6-1-81 16,-3 0-18-16,1 0-19 0,1 1-168 0,-8 2 203 0,-1 1-36 0</inkml:trace>
  <inkml:trace contextRef="#ctx0" brushRef="#br1" timeOffset="94010.38">13205 10965 256 0,'-21'-16'0'0,"10"6"137"0,1 1-59 0,-1 1 61 0,-4-2-136 0,1 2 5 0,1 2-4 0,2-2 7 0,0 4 7 0,1-2 5 0,-2 0 6 0,2 1 1 0,1-1-1 0,0 0-3 16,0 0-4-16,2 0-7 0,0 1-9 0,0-1 7 0,0 0-8 15,3 0 5-15,-2 0-2 0,3 0 1 0,-2 0 4 0,1-2-4 16,1-1 7-16,-1 0 4 0,1-1 2 0,-1 0-2 16,0-2-14-16,-1 0 15 0,-1 1-17 0,-1 0 13 0,-1-1-3 0,-1 0-2 0,0 0 7 15,-2-2-9-15,1 1 10 0,-1-2-8 0,-2-1 2 0,0 0-2 0,-3-2-1 16,-2-4 12-16,-3-1-12 0,-5-3 4 0,-1 2-1 0,-3 2 1 15,3-2 3-15,-5 1 4 0,-1 0 0 0,-3-1 9 0,-3 2 0 16,1 1-7-16,-1 1-13 0,0-3 12 0,-1 1-15 16,1-2 4-16,-4 1-7 0,-2 0-5 0,1-2-10 0,-6 0 13 0,1-2-4 15,-1-3 23-15,0 1-1 0,1 0-16 0,1-1-20 0,-1 2 28 0,-6 1-26 16,-5 0 28-16,4 2-4 0,-5 0-10 0,2 0 0 0,-1 0-1 16,1 0 0-16,-1 2-1 0,0 2 2 0,-3-1-2 0,-1 3-15 15,-2-3 26-15,3 1-21 0,1 1 27 0,2 1-6 0,2 1-8 0,-8-1-4 16,-2 0-6-16,0-2 11 0,-1 2 1 0,5 4 3 0,3 0-10 0,-4 6-6 15,-1 0 14-15,-3 2-12 16,-3 3 11-16,2-1-3 0,4 3-6 0,1 0-8 0,2 2 13 0,1 2-7 16,-1 2 18-16,1 1 2 0,1 1-13 0,-4 2-16 0,3-3 24 0,2 4-22 0,1 1 28 15,5 4-5-15,-1 5-10 0,-6 2-14 0,-4 2 15 0,-1 0-10 16,2 1 20-16,2 3 2 0,4 0-12 0,-5 5-11 0,-2 4 17 16,0 4-16-16,-3 0 22 0,3 7-9 0,3-1-6 0,0 7-6 0,0 2 4 15,5 1 2-15,-2-1 16 16,5-2-5-16,0 2-7 0,0 6-12 0,5 1 13 0,1 1-10 15,4 5 16-15,3-5 0 0,7-2-7 0,0 3-8 0,4 0-3 0,2 3 10 0,1 2 8 16,0-1 1-16,-29 74-26 0,53-142 28 0,-44 148-26 0,30-70 19 0,4 3-1 16,-3 4-3-16,-1 2 0 0,-4 0-7 0,0 4 6 0,0-1 5 15,3 0 0-15,-2 1 1 0,0 1-7 0,1-2 4 0,1 1-5 16,0 1 5-16,0-5 1 16,0 2-2-16,0 0-12 0,2-2 0 0,1 4-6 0,-1-3 31 0,0-2-3 15,2 0-7-15,0-3-19 0,1 3 15 0,-1 2-13 0,0-1 22 16,-1-1-3-16,3-6-6 0,0 5-10 0,2 1 10 0,0 2-6 15,-1 0 17-15,2-3-4 0,3-4-8 0,1 3-9 0,1 3 14 16,-1 0-9-16,-5-1 11 0,0-4 0 0,-2-4-7 0,3 4-9 0,1 2 9 16,1-2-7-16,2 2 19 0,1-10-2 0,0-2-9 0,2 2-17 15,1 0 18-15,1 2-15 0,-1-2 25 0,1-4-2 0,-1-3-7 0,1-1-5 16,0-2-1-16,1 4 0 0,0-1 4 0,0-3 2 0,1-3 0 16,2-1-6-16,0-3 7 0,4-5-8 0,2-2 3 0,2-2 2 15,3-1 1-15,1 2-18 0,-4-1 16 0,2-3-13 0,1-3 28 16,3-5-1-16,8-2-11 0,0 0-11 0,2-5 14 0,0-2-13 15,0 1 14-15,0-2-2 0,1-2-7 0,3 3-5 0,3 0 3 16,2 3-1-16,3-4 21 0,1 0-6 0,-1 0-3 0,-2 1-6 16,0 1 0-16,2-2-1 0,-1-2 1 0,0-4-3 0,1 0-1 0,1-1 6 15,3 2-1-15,3-1 5 0,5-2-3 0,-1-1 2 0,-2-3-5 16,1 0-19-16,-2 2 27 0,1-2-23 0,2 2 30 0,0-2-3 16,1 1-12-16,7-1-9 0,4 1 9 0,-3-1-6 0,4 0 19 15,-6-1 0-15,-1-3-10 0,8 1-9 0,0 0 12 0,6-1-12 0,3 6 10 16,-3-4 1-16,0 0-3 0,0-2-18 0,2-1 14 0,3 1-12 15,6-1 30-15,-2-1-4 0,0 0-9 0,2-1-7 0,-1 1 5 16,3-1-4-16,4 0 10 0,-3 0-6 0,1 0-5 0,1-2-10 16,-1 2 13-16,7-1-7 0,-1 1 20 0,-1-2-1 0,-1 1-10 0,0 2-18 15,3 0 23-15,1-2-20 0,3 4 28 0,-4-2-7 0,-2-2-10 0,4 4 8 0,3-3-5 0,0 4 8 16,-2 0-8-16,-6-1 1 0,-1 1-1 0,6 0-9 0,4 1 13 0,-1 0-11 16,-2 1 12-1,-7-1-3-15,3 2-2 0,8 1-5 0,0-1 2 0,-1 2 0 0,-4-2 5 0,-3 0 5 0,4 2-4 0,5 2-16 16,-1-1 22-1,-2 0-21-15,-1 0 21 0,-1-1-4 0,0-1-8 0,3-2-10 0,-3 0-1 16,-2-2 17-16,4 1 12 0,-4-2 5 0,0 1-15 0,2 1-7 16,-3-1 13-16,3-1-13 0,1 0 7 0,-5-2 0 0,-5 1-3 0,-2-1-10 15,-4 0 10-15,4-2-7 0,-2-1 22 0,-2-3-3 16,-3 0-10-16,-5 0-24 0,1 0 27 0,-1-3-22 0,1 0 38 16,-4 0-9-16,-3 0-14 0,-3-2 17 0,-4 0-10 0,1-3 13 0,-1 1-3 15,0-3-5-15,0 0 0 0,-3-1-24 0,-1-2 18 0,-3 1-14 0,-3-1 31 16,-1 1-11-16,-6-3-12 0,-1-1-10 0,0 0 9 15,-1 1-5-15,2-2 23 0,-1 2-7 0,-6-3-6 0,6-1-13 0,-5-2 11 16,-1-2-7-16,3-1 15 0,-5-2-3 0,1 0-7 0,0-4 0 0,2 1-1 0,-1-3 2 0,3 1-2 0,0 0 1 0,3 1-4 16,-1 0-1-1,-5-1 10-15,0 1-8 0,-2-2 4 0,-3-1-2 0,2 0-1 0,-4-4 6 0,-1-4-4 0,-1-4 6 0,0-4-5 0,-2-2 0 32,1 1 0-32,3 1-9 0,-1 2 14 0,2 1-12 0,-1 1 16 15,-2 1-4-15,-1 0-6 0,-3-6-3 0,-9-2-2 0,0-1 4 16,-3-4 8-16,-3 5-1 0,2 4-3 0,-2 1-5 0,-4 0 5 15,0 4-4-15,-2-2 2 0,-4 0 3 0,-4-8 0 0,-3-6-8 0,-5-3 7 16,1-1-5-16,-3 4 8 0,1 5 0 0,1 1-8 0,-3-3 3 16,-2-5 3-16,-4-5-1 0,-7-3 3 0,1-1-8 0,0 3-4 0,0 4 3 15,-2 1-3-15,0 3 7 0,-2-3 7 0,-1-3-5 16,-6-2-3-16,-6-2-8 0,-4 3 4 0,-1 5-3 0,-2 3 8 0,5 5-1 16,1-5-2-16,-6-3-1 0,4-4-1 0,-4-2 3 0,-5 3 8 15,-1 4-2-15,-3 3-3 0,-3 2-12 0,4-3 14 0,1-3-10 16,2-4 22-16,0 0 3 0,-4 1-8 0,-6 3-26 0,-3 3 21 0,1 1-20 15,2 2 31-15,5-2-2 0,1-5-8 0,-7-4-22 0,-3-2 3 16,-78-57 24-16,150 121 20 0,-136-104-35 0,-6-14 4 16,147 123-8-16,-159-140 9 0,79 74-8 0,4 3 0 15,2 0-1-15,1 1 9 0,-1-5-5 0,-1-2 7 0,1-4-4 16,0 0-4-16,1-3-12 0,5 4 13 0,4 0-5 0,0-2 27 16,2-3-13-16,-3-4-1 0,-4-3-15 0,0 2 6 0,2 6-11 15,3 1 32-15,3-2-4 0,1-3-12 0,-7-2-17 0,-2-1 13 0,-4 9-10 16,-4 5 32-16,7 1-6 0,0-3-8 0,-1-6-20 0,-3 0 4 15,-4 3 8-15,-4 3 15 0,1 10 1 0,6-2-13 0,-1-4-15 16,3-1 12-16,-2 0-10 0,-3 0 27 0,2 8-3 0,-2 3-8 0,0 1-11 16,6 3 2-16,3 0 1 0,5-1 7 0,2 0 0 0,2 1-9 15,2-4-17-15,2 4 3 0,4 6-7 0,7-1-18 0,3 7-12 16,8 0-18-16,5-3-83 0,6 3-18 0,5-2-24 0,3-2 36 16</inkml:trace>
  <inkml:trace contextRef="#ctx0" brushRef="#br1" timeOffset="103760.6">6126 11900 256 0,'-9'-13'6'0,"-4"-3"289"0,1-1-141 0,3 2 3 0,1 3-146 0,2 2 6 0,1 1-1 0,0 2 11 0,3 2-1 0,0 1-6 0,0 1-21 0,1-1 28 0,1 2-26 16,0 0 25-16,0 1-10 0,0-1-16 0,1 1-1 16,2 1-5-16,1-1 6 15,3 1 3-15,3 0 1 0,3 1-1 0,5 2-10 0,4-2 13 0,5-1-10 0,3 0 24 0,1 0-1 0,-3-3 2 0,4 0-8 16,4-1-4-16,2-1 3 0,8-3-1 0,-1 1 4 0,3 1-3 15,7-3-14-15,4 0 15 0,3 0-16 0,-6 0 9 0,-1 2-5 0,-3-2-2 16,0-2 1-16,4 2-2 0,-6-1 3 0,-1 1 4 0,-3 0-4 16,3 2-2-16,-2-2-16 0,-6 0 3 0,-1 1-9 0,-5-2-28 15,-5 1-8-15,2 0-14 16,-1 0-17-16,-8-1 1 0,0 1-2 0,-4 0 1 16,-3 0-4-16,-2 1-8 0</inkml:trace>
  <inkml:trace contextRef="#ctx0" brushRef="#br1" timeOffset="104060.92">7228 11257 576 0,'22'9'178'47,"-23"-10"30"-47,32 18-229 0,-20-12 54 0,5-1-4 15,4 1 5-15,4-1 4 0,-1 1-9 0,2 0 9 0,2 0-5 16,0 0-3-16,0 1-3 0,2 0-26 0,4 1 21 0,-1 2-21 0,1 1 19 16,0 2-6-16,-1-1-9 0,-4 5-7 0,-2-1 3 0,-10 1-1 15,-4-1 6-15,-4 0 3 0,-2 3-5 0,2 3-12 0,-2 0 19 16,-4 0-17-16,-3 2 16 0,-5-3 0 0,-4 1-7 0,-2 2-11 0,-6-1 17 16,1 3-10-16,-5 5 31 0,-4-2-8 0,-4 3-14 0,-11-1-21 15,3-1 20-15,-1-3-17 0,-1 3 24 0,1-5-5 0,-2-1-10 0,-7 1-11 16,0-2 10-16,2 2-7 0,-3-1 5 0,4-3-21 0,1-1-24 15,-2 0-108-15,8-1-17 0,6 1-27 0,5 0 39 0</inkml:trace>
  <inkml:trace contextRef="#ctx0" brushRef="#br1" timeOffset="112826.82">9688 13278 278 0,'2'-12'32'0,"0"0"20"0,3 1-31 0,-1-1 0 0,2 2-11 0,-5 0 1 0,1 1-4 0,1-1 1 0,3-1-33 0,6-1 33 0,4-1-26 0,1 1 39 0,2 0-8 0,1-1-18 0,2 0-2 0,-1-1 3 0,-1-1 1 16,3-2 8-1,0-1 5-15,2 0-5 0,2-2-25 0,2-2 29 0,-1 0-26 0,1-4 33 0,0 6-7 0,3-4-10 0,2-2-19 16,-6-1 18-16,0-4-10 15,0 3 34-15,-1 0-4 0,6-1-15 0,2-3-30 0,-1 3 37 0,-1-1-32 16,-1 2 42-16,0 1-3 0,0 0-13 0,1-3-17 0,0 1 13 0,1-1-11 0,2 4 26 0,-2-3-2 16,-6 4-13-16,1-2-7 0,-1-3 16 0,1 2-13 0,6 0 10 15,-2 1-4-15,-1 0-4 0,2-1 2 0,2-1-3 16,1-3 4-16,-1-2 3 0,2 0-1 0,1-6 0 0,4-5-12 0,-5 2 13 0,1-2-11 16,0 2 16-16,-2 0-3 0,5 2-7 0,1 2-13 15,-1 0 11-15,-1 3-6 0,-2 2 25 0,0-1-2 0,-2-1-6 0,1 1-14 16,-1 0 11-16,-8 2-11 0,-1-1 11 0,-4 5 0 0,2-3-5 0,5 1-9 15,-1 0 10-15,1-1-7 0,-1 2 22 0,-1 0-2 0,0 1-8 16,2-1-19-16,2-3 18 0,2-1-17 0,2-2 20 0,1-1 1 16,-1 1-7-16,-1-3-21 0,-5 1 19 0,-1 2-14 0,-1-2 33 15,-1 3-6 1,5 3-15-16,-4-2-3 0,-2 2 8 0,-1 1-6 0,-1 1 8 16,-4 0-5-16,0-2-2 0,-2-2-17 0,-2 4 16 0,-1-1-9 0,-3 0 35 15,0 3-5-15,-2-1-15 0,0-1-24 0,-2 3 28 0,-3 0-24 0,-2 0 38 16,-2 4-14-16,1 0-14 0,-1 3-7 0,-1-3 12 15,-1 2-2-15,0-2 25 0,-2 0-4 0,-3-2-15 0,2-2-16 16,-4 1 25-16,-2 4-21 0,0 1 32 0,-2 0-6 0,0 3-9 0,-3-4-9 16,0 5 8-16,-3-1-5 0,-1 0 25 0,-2 5-6 0,-2-2-11 15,0 3-15-15,-2-1 9 0,0 3-11 0,-3 1 13 0,-3 1-2 16,-2 2-3-16,-3-2-2 0,-1 1-4 0,6 1 5 0,-4 1 8 16,0-1 2-16,-1 1-2 0,-7-2-19 0,5 4 16 0,2-3-16 15,0 4 18-15,4-2 1 0,-2 1-5 0,-4 1-27 0,-1 1 27 0,-1 1-21 16,-2 0 39-16,7 0-3 0,-2 1-19 0,-1 1-22 0,-1 4 36 15,-2-3-30-15,2 5 38 0,2 0-7 0,-1 1-16 0,-2 2-7 16,-4 2 4-16,-2 2-1 0,1 1 22 0,5 3-4 0,-3 0-1 0,-3 3-30 16,1 2 23-16,-7 2-21 0,5 2 28 0,2 2 0 0,-2-2-9 15,-3 6-20-15,-4 1 18 0,0-2-14 0,0 3 38 0,2-1-7 16,-1-1-13-16,-2 4-8 0,0 3 6 0,1 3-5 0,1 1 7 16,0 0-3-16,-1-3-1 0,-3 4-1 0,1-1-2 0,0-2 4 0,0 2 1 15,3-1 1-15,3 2-3 0,1 4-17 0,-2 0 26 0,3-1-20 16,-2 1 25-16,3-2-3 0,1-1-12 0,-2 2-17 0,3-2 19 15,0 2-13-15,5 1 32 0,2-2-4 0,4 0-13 0,-1 2-21 0,1-2 31 16,-1 0-27-16,1 0 28 0,2-3-6 0,1-1-16 0,3 3-4 16,0 3 8-16,-1-1-2 0,2 4 18 0,-2-1 0 0,2-1-7 0,0 3-8 15,0 1 9-15,1-2-9 0,0 2 4 0,2-3 3 0,2-1-2 16,-1 1-26-16,1 3 26 0,0-3-21 0,-1-2 44 0,0-3-7 16,2-2-16-16,1-2-18 0,3-2 24 0,4 2-21 0,2-5 25 15,7-1-5-15,3-2-11 0,0-5-9 0,2 1 12 0,-4-1-5 0,2-1 25 16,0-5-6-16,-1-1-13 0,1 0-16 0,-1-2 19 0,1 2-13 15,5-3 27-15,0 0-9 0,1-2-10 0,1-1-6 0,1-1 2 16,1-2 3-16,0 0 17 0,2-1-3 0,1 2-9 0,2-2-9 16,0 1 9-16,1-1-8 0,0-2 11 0,-1-2-3 0,2 0-2 0,1-2-4 15,-1 0-3-15,3-3 5 0,2 1 2 0,0-3 4 0,3-2-2 16,3 0-28-16,1 0 34 0,3-4-30 16,4-1 40-16,1-4-9 0,0 0-16 0,-4-2 4 0,2-3 2 0,0 0 2 0,-1-1 7 15,6 0-1-15,-2-1-3 0,1 0-9 0,2-1 7 0,1-1-8 0,0 0 9 16,3-1-4-16,1-2-2 0,-1-2 4 0,1-2-20 15,-2-2 14-15,-1 1-43 0,2 2 2 0,-3-2-4 0,2 2-44 0,2-3 9 16,2 1-13-16,2 2 69 0</inkml:trace>
  <inkml:trace contextRef="#ctx0" brushRef="#br1" timeOffset="126339.28">13746 16505 297 0,'0'1'36'0,"-2"1"32"0,1-2-73 0,1 5 6 0,0 1-19 0,0 3 30 0,0 5 1 0,0 1-4 0,2 5-20 0,0 0 19 0,2 1-17 15,1-2 20-15,1-1-4 0,1-2-7 0,1 0 14 16,2-3-6-16,1-3 13 0,0 0 11 0,2-1-3 0,2-1 0 15,1 1-14-15,0 0 29 0,3 0-23 0,3 0 19 0,0-2-13 16,2 1-18-16,3-4-2 0,0 2-2 0,3-2 5 0,4 1 5 16,-1 2-2-16,1-1-4 0,-5 2-13 0,2-1 27 0,0-2-21 0,2 1 40 0,4 0-6 15,-1-4-12-15,2 2-9 0,0 0 5 0,4-3-3 0,5-1 12 0,2 0-5 0,3-2-10 0,-1-5-17 16,4-1 23-16,-2-4-20 0,2-2 28 0,4 0-7 0,1 0-11 0,8 0-16 31,1 0 5-31,-1-2-4 0,0 0 20 0,-5 2-1 0,-2-2-7 0,7 2-22 16,0-1 22-16,1-1-19 0,-1 2 24 0,-9-2-3 0,-3 2-8 0,0-4-1 15,-2 0-2-15,2-2 1 0,-1 1 0 0,-3 3 5 16,2 0 1-16,-1 0-3 0,-7-2 9 0,0-1-10 0,-3-2 2 0,-4-2-2 16,2 0-1-16,-1-3 2 0,-2 1-5 0,-1-1 6 15,-1 3 0-15,-1 0-2 0,-2 1 1 0,4-2-13 0,-2 0 20 0,-3-1-16 16,-8-2 20-16,-3 1 1 0,-1-1-9 0,2-2-7 16,4 1 4-16,-1 0-4 0,-5-1 10 0,-4 1 1 0,-3-4-3 0,0-6-7 15,-2 0 17-15,-1-3-15 0,0 0 21 0,-1-2-6 0,-1 3-7 16,0-5-11-16,-2 2 2 0,1 2-2 0,-1 0 14 0,-2 2-5 15,0-3-5-15,-2-4-22 0,0 1 26 0,-2-2-20 0,0 2 30 16,-2 0-7-16,0 2-14 0,-2-4-10 0,-1 5 14 0,-2 1-8 0,-2 2 17 16,-1-1 0-16,-2-2-8 0,-3-1-11 0,-1-1 8 0,-1-1-10 15,-2 0 8-15,-2 0-1 0,-3 2-2 0,-1 2 5 0,-4 1-2 16,1 2 5-16,4-3 0 0,-3 0 2 0,-1-3-2 0,-4 2-20 0,-5 0 26 16,5 1-20-16,-2 2 33 0,2 3-8 0,1 3-12 0,-3 0 1 15,-1 3-5-15,-3 2 7 0,-2 3 3 0,1-2 0 0,2 0-3 16,-5-1-2-16,-3-3 5 0,-1 1-6 0,-5 5 4 0,5 0-1 15,3 6 1-15,-5-1 1 0,0-2-6 0,-2 4 5 0,-2 0 0 16,5 3 0-16,-4 1-1 0,0 2-2 0,-3 2 4 0,-2 4-4 0,2 0 2 16,0 3-5-16,-1 3-3 0,-5 0 0 0,0 0 5 0,-1 2 1 15,-1 3 7-15,3 0 0 0,0 3-8 0,0 4-26 0,-2 0 31 0,-1 3-24 16,2 0 39-16,-1 2-7 0,4-3-11 0,0 2-20 0,-1 1 15 16,7 2-11-16,0-2 34 0,1-1-6 0,-1 4-11 0,2 0-21 15,-3 4 24-15,1 2-19 0,1 0 31 0,-2-2-7 0,5 3-11 0,0 4-17 16,1 3 16-16,-2 5-10 0,-1 1 26 0,2 4-1 0,0 0-13 15,0 4-21-15,-1 0 28 0,-1-1-23 0,1 2 34 0,5-2-8 16,2 4-13-16,-42 67-8 0,83-118 27 16,-79 127-30-16,43-67 20 0,9-1-2 0,-1 3-11 0,1 4 7 0,4 3-8 0,-3 0 11 15,6-2-1-15,4-3-1 0,2-2-6 0,4 2 0 0,2-1 0 16,4 2 10-16,2-1 0 0,2 2-3 0,2-1-6 0,1-4 7 16,4 0-8-16,1-1 5 0,1-1 0 0,1 3-2 15,5 2-8-15,1 2 4 0,2-4-1 0,4 2 16 0,0-3 1 0,1-2-5 0,-1 5-12 16,-4-2 13-16,2-2-14 0,4 1 9 0,3-6-4 0,5-3-4 0,2-3-5 15,0-4 1-15,-1-4 2 0,3-3 9 0,4-3-13 16,3-1-12-16,11-1-76 0,2-3 21 0,1-3-31 0,3-4-1 0,-2-4-19 16,2-4-28-16</inkml:trace>
  <inkml:trace contextRef="#ctx0" brushRef="#br1" timeOffset="148955.62">14292 8859 164 0,'-3'-1'-35'0,"1"-1"-71"0,1-2 85 0,-1 1 20 0,1 1 1 0,0-1 0 0,-1 0 9 0,1 3 2 0,-1-2-7 0,0-1 26 0,1 1-23 0,0 1 30 0,-1-1-7 0,1 0-10 0,0 0-11 0,-1 1 16 0,1-1-9 15,-1 2 36-15,-1-2-11 0,2 2-14 0,0-1-17 0,1 1 7 16,-1 0-9 0,1 0 2-16,0 0-6 0,-1 0-4 0,1 0-6 0,0 1 0 0,1 1 2 15,1-1 10-15,-1 1-1 0,4 2-6 0,-1-1-20 0,2-1 26 0,1 2-21 16,-1-3 35-16,1 2-6 0,2 0-12 0,2-1-8 0,1 1-1 0,0 1 3 0,-1-1 11 0,0 0 0 15,2 2-3-15,-1-1-32 0,2 2 39 0,1-2-31 16,1 3 44-16,0-4-7 0,-1 1-18 0,2 1 7 0,1 0-8 0,1-1 11 16,4 1 7-16,-1-2 1 0,3 2 2 0,2-4-25 0,0 2 17 0,-4-2-18 15,0-1 17-15,-1 0-5 0,3 0-3 0,7-1-12 16,-2 0 8-16,0-1-2 0,-1 0 19 0,-2-1 0 0,1-1-13 0,2 2-18 16,-1-2 27-1,0 1-24-15,0 1 33 0,-2-2-9 0,-1 2-10 0,1-1-2 16,-2-1-1-16,-3 0 3 0,-6 0 3 0,-5 1 4 0,-1-3-3 0,0 3-14 0,4-1 18 0,-1 0-18 0,-2 1 14 0,-1 0 3 15,-2 0-5-15,-2 0 6 16,0 2 10-16,-5-1-3 0,0 0 39 0,-1 1-4 0,-1 0 0 0,-2-1-37 16,0 1 18-16,-1 0-22 0,-2-2 16 15,-1 1-7-15,1 1-10 0,-5 1-12 0,2-2 7 0,-2 2-5 16,0 0 13-16,0 2 2 0,-2-1-6 0,4 1-28 0,-2 1 30 0,-2-1-28 16,-3 1 39-16,-5 1-8 0,-2-2-12 0,-2 1-13 0,2 0 8 15,-3-1-4-15,0 1 24 0,0-2-2 0,-1 2-7 0,1-1-23 16,-3 1 28-16,-1-1-23 0,0 1 34 0,-3-1-8 0,-2 0-16 0,-1 0 2 15,3-1-7-15,-2 2 8 0,-2-2 6 0,-1 1-5 0,-5-2 2 16,2 0-17-16,0 1 18 0,4-1-13 0,0 1 24 0,2 0-4 16,-1-1-10-16,0 2-17 0,1-1 21 0,2 0-13 0,7 1 32 15,0 0 1-15,-1 1-14 0,0 0-21 0,-2 1 31 0,4 1-27 0,2-2 32 16,4 1-10-16,3-2-17 0,1 2 2 0,4 0-7 0,1-1 8 16,3 0-1-16,3 0-2 0,2 0 0 0,0-2-23 0,2 1 19 15,3 1-17-15,1 0 24 0,3 0-3 0,2 3-9 0,3-5-9 16,4 0 7-16,3-1-3 0,4-1 25 0,2-2-1 0,5-1-3 0,2 1-17 15,3-3 19-15,-7 3-15 0,2-4 28 0,-1 3-8 0,2-2-11 16,6 1-11-16,0-2 11 0,-1 1-6 0,1 2 19 0,-1-1-4 16,1 3-10-16,3 0-10 0,0 1 17 0,0 0-14 0,-1 1 19 0,-9 0-7 15,-2 1-8-15,1 2 3 0,-1-3-4 0,4 1 6 0,0 1 4 16,-4 1 1-16,-1-1 1 0,0 2-13 0,0 1 13 0,0-1-13 0,0 1 10 16,-3-1-2-16,2 0-5 0,-2 0-1 0,-1 0 1 0,1 0 0 15,-2-2 4-15,-2 1 4 0,-1 1-3 0,-7-3-11 0,-1 1 12 16,0 2-14-16,1-2 10 0,3-2 1 0,1 2-2 0,0-1-12 15,-3 1 11-15,1-1-10 0,-2 0 16 0,1 0 0 0,-2-1-10 16,2 0-49-16,0 0 0 0,-1 0-25 0,1-1-87 0,0-3-22 0,0 1-27 0</inkml:trace>
  <inkml:trace contextRef="#ctx0" brushRef="#br1" timeOffset="150375.75">14817 6515 164 0,'8'0'-35'0,"2"0"-71"0,1 2 84 0,2 1 22 0,1 0 0 0,2 1 2 0,-1 1-2 0,0 0 0 0,1-1 0 0,3 1 0 0,0-2 0 0,0-1 0 0,0-1 0 16,-1-1 0-16,3-1 0 0,-2-1-2 0,2 0 2 0,0-2 3 15,-2 1 0-15,2-1-1 0,-3-1-5 0,-5 2 12 0,-1-1-10 0,3 0 14 16,1 1-5-16,4-1-5 0,2 0-8 0,0-3 7 0,-3 2-2 16,1-1 14-16,-3-3 2 0,-1 0-9 0,-2-4-7 0,0 0 27 15,-2-1-23-15,-1-1 38 0,-2-2-15 0,1-1-11 0,-1-1 0 16,-1 0-2-16,-1-1 10 0,-3 2 5 0,0 1 0 0,-3 2-11 0,-1-1-7 15,-2 2 13-15,-3 0-14 0,0 3 7 0,-2-2-10 0,-1 1-5 16,-1-1-18-16,0 2 13 0,-1-3-7 0,1 1 24 0,-2-1-2 16,0 1-12-16,-2-1-20 0,-1 3 29 0,-2-2-23 0,-2 4 26 0,0 0-3 15,-3 0-15-15,-4 1-24 0,0-2 20 0,-2 2-17 0,6 1 42 16,0-1-6-16,-4 3-7 0,-4 0-30 0,-5-2 31 0,0 3-27 16,1 1 39-16,1 0-4 0,1 0-13 0,-2 3-22 0,2 0 22 15,-1 0-17-15,1 0 44 0,-2 0-7 0,0 0-14 0,-1 3-20 0,5 1 21 16,-2-2-17-16,2 2 26 0,-1 3-7 0,-5-4-10 0,2 4-16 15,2 1 16-15,3 0-8 0,2 1 32 0,4 2-6 0,1 2-12 0,3-2-20 16,3 1 24-16,2-1-19 0,3 4 21 0,2 2-4 16,4 2-12-16,1 0 0 0,3 5 2 0,0-1 0 0,2 2-6 15,1 3 2-15,3 6-10 0,1 7-44 0,0 2 6 0,2 4-14 0,1 3 50 16</inkml:trace>
  <inkml:trace contextRef="#ctx0" brushRef="#br1" timeOffset="151108.82">21162 8640 212 0,'-6'-12'119'0,"4"1"-72"0,-1 0 53 0,1 1-67 0,4 1-16 0,1 2-12 0,1 1 11 0,2 1-3 0,1 0-4 0,3 1-23 15,0 0 34-15,3 0-26 0,2 2 38 0,-2-2-9 0,3 1-22 16,-1 1-10-16,2-2 9 0,-2 0-7 0,2 3 19 0,-2-1 0 0,1 1-8 15,2-1-25-15,-1-1 29 0,1 0-25 0,2 2 37 0,-1-1-8 0,2-1-12 0,6 0-22 16,1 0 9-16,3-1-8 16,3 1-11-16,-2-2-31 0,-4-1-38 0,4-3-51 0,1-5 87 15</inkml:trace>
  <inkml:trace contextRef="#ctx0" brushRef="#br1" timeOffset="151336.78">21871 7456 200 0,'-35'-28'11'0,"-4"0"-29"0,-2 1 35 0,0 7-5 16,0-1-12-16,2 3-15 0,-5 0 25 0,0 2-20 0,-2 3 29 0,-2 0 2 0,4 3-10 0,-1 2 2 15,-2 3 12 1,-3 1-7-16,-1 2 18 0,0 2-2 0,2 1-7 0,-2 3-20 0,0 3 25 0,2 5-23 0,2 2 12 0,6 5-4 0,2 5-14 16,1 5 4-16,1 3-6 0,2 1 7 15,4 3 1-15,5 0-1 0,6-1-2 16,5 3-33-16,11-1 35 0,3 0-30 0,3-1 44 0,6 0-11 15,-6-2-16-15,5 5-3 0,5 1-3 0,6 4 7 0,9 2 0 0,3-2-10 16,2 0-13-16,-1 1-75 0,-1-1 13 0,0-1-26 0,-2 0 38 0,-4 3 39 16,-1-2 7-16</inkml:trace>
  <inkml:trace contextRef="#ctx0" brushRef="#br1" timeOffset="155258.97">18469 12388 540 0,'-7'-9'52'0,"3"-1"183"0,1 2-247 0,2 5 19 0,1 2-14 0,0 0 16 0,0 1-3 0,0 0-15 0,3 0-16 0,0 1 23 0,1 0-15 15,2 1 35-15,1 1-1 0,2 1-16 0,2-2-21 0,1 1 30 0,4 1-26 16,0-3 33-16,2 2-5 0,3 0-14 0,2-1-6 0,0-1 14 16,-5 1-5-16,1-2 26 0,3-2-3 0,-1 2-12 0,10-3-29 15,0 0 32-15,-2 0-27 0,1 0 37 0,-1-1-4 0,1 0-15 0,1 0-5 16,2 2 9-16,-1-1-6 0,1-1 16 0,-3 2-5 0,1 0-8 15,-2 0-27-15,-3-1 30 0,-5 2-26 0,-4-2 35 0,-1 3-5 16,2 0-14-16,5-1-14 0,-2 1 15 0,-1 0-10 0,-3 0 24 16,-1 0-5-16,-1 1-14 0,-1-1-8 0,0 2 14 0,-1-1-10 15,1 0 17-15,-1 0-7 0,0 2-7 0,3-2-2 0,1 1-22 0,1 0 11 16,2 1-69-16,4-2-12 0,2 0-16 0,5-1-71 0,3 0 111 16</inkml:trace>
  <inkml:trace contextRef="#ctx0" brushRef="#br1" timeOffset="167874.36">21161 15590 256 0,'-16'-23'16'0,"13"2"787"0,-3 1-390 0,1-2 2 0,3 1-426 0,-5 1 16 0,3 2-15 0,2-1 18 0,-1 3-6 0,5 0-13 0,-1-2 1 0,0 0 7 0,-1 3-2 0,0-5 19 0,-1 1-5 16,-2 0-6-16,-2-5-17 0,-1 1 14 0,-2 1-13 16,-2-1 14-16,-1 4 4 0,-1-2-8 0,-3-1-18 0,-3 2 20 0,1-1-18 15,-3-2 36-15,0 3-6 0,1-2-6 0,-3-2-16 0,1 1 7 16,-1-3-7-16,-2-3 11 0,-1-1 4 0,-2 2 0 0,-4-3-12 16,-3-2 9-16,-4 0-7 0,3-2 17 0,0 1 2 0,7 2-6 0,-1-2-14 15,-3 0 23-15,0-1-19 0,-4 2 23 0,5-2 1 0,-1-6-7 16,0-1-17-16,-3-3 19 0,-1-1-16 0,-7 1 23 0,1 1-1 15,-3 0-12-15,1 1-15 0,1 0 14 0,1 0-13 0,-2-2 17 16,0-2-2-16,1-5-4 0,1-1-7 0,-1-1 0 0,-3 1 0 16,-3 2 2-16,3 2-1 0,2 3-1 0,-2-5-7 0,0-4 9 0,1-4-5 15,-2-4 5-15,4 2 2 0,0 2-4 0,-2 2-19 0,-5 1 19 16,-5 0-17-16,2-1 27 0,-3-2-5 0,1-4-11 0,-2-4-5 0,-5 3 10 16,2 4-7-16,-3 1 15 0,-1 6 0 0,-3-5-4 0,-4-5-8 15,4-3 3-15,2-2-5 0,2 1 12 0,1 10-1 0,-4 0 2 16,-6 1-17-16,1-6 13 0,-2-3-11 0,5-3 19 0,5 3 1 15,-1 0-8-15,-3 5-12 0,-2-1 8 0,2-1-9 0,-4-2 16 16,5-4-1-16,2-1-2 0,-4-3-8 0,2 5 6 0,-4 5-4 16,-3-1 8-16,3 1 4 0,0-3-1 0,-2-5-22 0,3 1 13 0,-8 2-15 15,0 6 27-15,0 4-2 0,-1 0-6 0,0-4-16 0,3-5 18 16,-1-3-16-16,-2 2 22 0,4 4-7 0,0 5-8 0,0-3 3 16,2 3-4-16,2-3 8 0,-2-3 2 0,1 2 1 0,-1-4-6 0,-4 4-6 15,3-2 7-15,5 6-5 0,1-1 10 0,0 0-10 0,-5-4-2 16,-3-2 3-16,1-4 8 0,2 4-2 0,5 2 1 0,5 5-1 15,-3-1-4-15,-6-7-1 0,-2-1 1 0,1-2-1 0,-2 3 3 16,7 4-1-16,2 5 9 0,-8-1-12 0,-2-1 1 0,-3-2-4 16,-2-2 7-16,4 1 3 0,3 4 2 0,84 42 10 0,-422-236-20 15,335 194-5-15,-4-1 8 0,-6 1 2 0,0 0 2 0,2 4 5 16,1 4-3-16,6 4-5 0,-3-2-4 16,-4 0 3-16,-2-4-2 0,1 2 12 0,2 0-10 0,2 2-5 0,-1 0 5 15,-2 0-2-15,3 5 6 0,3 1 6 0,2 3-6 0,5-3-2 16,1-4-17-16,-2-1 14 0,1 0-9 0,-1 3 27 15,5 0-3-15,-2-1-9 0,1 3-11 0,0 2 7 0,-1 5-7 0,-2 3 9 0,0 1 1 0,-3-2-1 0,-1-5-9 0,4 0 6 16,3 1-6-16,-4 2 10 16,-2 3 3-16,-2 4-5 0,-2 0-8 0,-1 0 5 0,4 2-6 0,-1 2 14 0,-1 2-2 0,0 3 0 0,-5 1-11 15,1 3 7-15,1 1-5 0,2 3 13 0,6 4-2 0,-88-6-18 16,161 12 9-16,-161-7-4 0,86 5 12 0,4 2-2 16,2 2-2-1,-5 3-7-15,0-1 2 0,3 1-2 0,3 1 8 0,6 0 0 16,-56 14-6-16,116-20 22 0,-119 31-35 0,60-10 17 15,5 0 1-15,4 3-7 0,-1 4-12 0,2 1 19 0,1 2-14 16,5 3 25-16,4 1 0 0,3 1-10 0,-1 5-11 0,1-1 10 0,1-1-9 0,2 3 12 16,12-6-1-16,1 4-8 0,2 3-4 0,4 3 12 0,-2 1-8 0,4 3 8 15,8-5 1-15,1-1-5 0,3 1-10 0,4 0 14 16,2-3-10-16,4 1 7 0,5-2 6 0,1 2-10 0,6 5-3 16,-2 2 12-16,-5 4-10 0,4 0 7 0,1-3 6 0,3 2-1 0,6-3-17 0,0 0 12 15,1 2-13-15,1 3 17 0,1 2-2 0,3 5-4 0,2 1-6 0,5 1 6 16,3-2-3-16,2-2 9 0,0-2-5 0,-3 0-6 0,7 5 5 15,2 3-5-15,1-3 6 0,7 0 3 16,-2-5-3-16,6-4 1 0,6 2-7 0,2 2 9 16,2 0-7-16,0 4 9 0,1-4-1 0,3 1-4 0,6 1-1 0,2-4 2 15,1-2-2-15,1 1 1 0,-5 0 3 0,2 1-4 0,6 5 0 16,0 0 5-16,-1 1-5 0,-2-3 4 0,-2-5 0 0,1 2-1 0,4 3-20 16,-1 2 14-16,0 4-13 0,-2 1 30 0,-3-2-3 0,1-2-4 15,4-1-18-15,0 3 12 0,1-1-10 0,-3 2 16 0,-1 3-3 16,0 0-5-16,0 3-3 0,0-2 5 0,-5-4-1 0,1 3 3 15,-2-2 1-15,-1 4-7 0,6 7-11 0,-5-3 21 0,-2-5-16 16,1 0 21-16,-1-6-7 0,0 5-10 0,1 6-8 0,0 0 13 0,-3 0-7 16,1-3 16-16,-3-5 2 0,4 1-9 0,4 2-8 0,1 5 8 15,1-2-8-15,0 1 12 0,-6-5-6 0,4-5-7 0,4 4-6 16,-1-2 12-16,1 3-7 0,-4 5 18 0,-2-3-3 0,1-3-7 0,2-1-5 16,0-1 5-16,-2 0-5 0,-3 4 6 0,-2 2 1 0,1 1-4 15,-1 2-11-15,3-2 13 0,-5-3-8 0,-3 2 16 0,-1 0 0 16,-3 5-8-16,6 3-10 0,2-2 11 0,0-5-11 0,-1-3 12 15,-2-2-6-15,2 1-10 0,4 6-11 0,2 0 16 0,1-3-9 0,-1-6 15 16,-6-9 2-16,0 0-14 0,5 5 1 0,2 4 12 0,-2-1-9 16,-1 2 11-16,-6-5-3 0,-3-5-5 0,1 5 4 0,1-3-4 15,-2 4 8-15,1 4 11 0,-3 1-6 0,-7-4 0 0,1 2-15 16,-2-2 10-16,-2-5-6 0,3 2 13 0,-5 2-1 0,-1 3-8 0,3 5-4 16,-5 0 4-16,-3-3-2 0,1-5 15 0,-6-5-5 0,2 0-3 15,5 6-16-15,4 2 12 0,1 0-10 0,0-2 21 0,-2-7-6 16,-1-7-9-16,60 44-7 0,-115-91 24 0,129 88-24 15,-60-45 12-15,1 3-1 0,3-3-6 0,-3 2 12 0,-3-2-10 0,2-3 12 16,-1-4-5-16,3-2-6 0,4 3-10 0,-1-3 19 0,-5 0-11 16,-1 3 14-16,-7-3 5 0,0 6-15 0,64 50 6 15,-121-88 4-15,119 79-15 0,-69-46 9 0,1-3-1 0,-4 1-11 16,-1 1 16-16,-1 0-10 0,5-3 19 0,-2 1-6 0,0-2-11 0,3 4-1 16,-4 3 2-16,-1-5-1 0,0 0 2 0,-5-1-4 0,2-2-2 0,5-2 9 15,7-3 3-15,5-5 4 0,-1-5 4 0,-2-1-7 0,-3-1-7 16,2 0-16-16,-2-2 12 0,0 1-9 15,5-5 24-15,-1 0-3 0,0-1-6 0,2-5-21 0,-3 1 19 0,-4-4-17 0,-4 0 25 0,-5-5 0 16,-1-1-12-16,3-1-17 0,1-7 24 16,-3 0-19-16,2-4 31 0,-1-1-1 0,0-8-11 0,2-4-13 0,-3-7 13 15,-1-1-10-15,1-3 20 0,3 0-3 0,4 2-10 0,4-2-13 16,5 2 13-16,-1 0-13 0,-4 1-3 0,-3 0-11 0,-5-5-17 0,1-8-17 0,1-2 0 16,1-2-2-16,-6 3-4 0,-2 4 5 0,-1 3-2 0,-5 2 0 15,0-2 16-15,-10-2-10 0,-8-7 37 0,-8 0 4 0,-5-5 5 0,-5 4-1 16,-6 2 11-16,-6 7-5 0,-6 2 27 0,-7 3-6 15,-8 0-10-15,-10-6-21 0,-8-6 22 0,-1 0-19 16,-5-1 27-16,3 9-3 0,-2 4-10 0,-5 3-6 0,-4 3 5 0,-8 3-3 16,-7 1 13-16,1 2 0 0,-1-2-5 0,4-2-14 15,3 1 4-15,-6 4-9 0,0 1-24 0,1 6-27 0,-3 0-20 0,4 1-112 16,6 0 112-16</inkml:trace>
  <inkml:trace contextRef="#ctx0" brushRef="#br1" timeOffset="176502.46">17987 14912 256 0,'-14'-10'3'0,"4"6"156"0,3 0-69 0,1 2 10 0,2 2-108 0,-1 0 18 0,2 0-19 0,-1 1 36 0,1-1-6 0,0 1-6 0,-1 1-17 0,-1 0 9 15,0 0-6-15,-2 0 22 0,1 2-4 0,-1-1-12 0,-1 2 10 0,-1 0 20 16,-1 1-8-16,0-1 33 0,-1 0-10 0,1 3-9 0,0 0-8 16,-1 1 9-16,2 1-3 0,2 2 20 0,-1-2-4 15,0 1-10-15,0 2-10 0,1-1 10 0,2 2-14 0,-1-2-10 0,3 3-6 16,-1-1-6-16,2 1-20 0,0 2 10 0,1-1-6 15,1 2 22-15,0-1-2 0,1 0-12 0,0-3-11 0,2-2 17 0,0 1-16 0,0-3 17 16,1-2-5-16,2 0-7 0,1-2 5 0,-1-1 6 16,1 0 1-16,1-2 23 0,-1 1-5 0,1-3-4 0,2-1-22 0,1 0 23 15,1-1-21-15,5-4 25 0,0 0 0 0,2-4-12 0,1-3-15 0,3 1-1 16,-1-6-2-16,2 2 5 0,-2-3 2 0,-1 1 1 0,-1-1-26 16,-2 0 22-16,-3 2-21 0,-1 0 28 0,-4 3-2 0,-3-1-8 0,-2 0-14 15,-2-1 13-15,-2 1-9 0,-1 0 16 0,-5 0 3 0,0 0-10 16,-3-2-15-16,-3 5 26 0,0-2-22 0,-1 3 25 0,-3-1-2 15,1 4-10-15,-6-1 7 0,-2 2-2 0,-1 0 3 0,-2 4 2 16,1 2-1-16,0 1-4 0,-2 2-25 0,-1 1 21 0,2 2-18 16,-1 0 30-16,4 1-3 0,0 0-11 0,0 0-32 0,3-1 7 0,2-1-15 15,5 3-17-15,4-3-29 0,2 2-28 0,5-1-133 0,2 0-32 16,8 2-26-16</inkml:trace>
  <inkml:trace contextRef="#ctx0" brushRef="#br1" timeOffset="177390.89">18926 16187 256 0,'-13'-8'3'0,"5"2"182"0,2 3-69 0,2 0 18 0,-1 0-88 0,1 2 7 0,0 1-9 0,0 0 4 0,0-1-8 0,1 1-8 0,1 0-22 0,-2 1 6 0,2 0-6 0,0 1 6 0,0 0-1 16,-1 0-9-16,1 3-3 0,0-1 3 0,1-1-6 0,0 1-5 16,0-1 1-16,1 1 3 0,0-1 5 0,0 4-3 0,1-3 6 0,1 2 1 15,0-2 6 1,1 1-2-16,2-1 5 0,-1 1 23 0,2-2-17 0,1 3 19 0,0-1-8 16,-1 2-10-16,1 0-17 0,0 0 13 15,0 0-9-15,0 0 23 0,1 0-1 0,2 0-12 0,0-2-6 16,2 0 25-16,-1-2-21 0,1 0 20 0,2 1-4 0,0 1-8 0,4 2 5 15,1-1-1-15,4 1 1 0,-1-1-7 0,2 0-1 0,-5 2-4 16,2-2-16-16,4 2 10 0,2-1-12 0,7 0 10 0,-3-2-4 16,-3 0-4-16,2 2-11 0,0-2 7 0,0 1-4 0,1 0 18 0,0-1-3 0,0 1-4 15,3-2-8-15,0 0 5 0,-1-3-4 16,-5 0 7-16,-1 1-6 0,1-2-4 0,2 0 4 0,3-3 0 0,-1 0 4 0,-2 1 3 0,-3-1-6 0,1-1-2 0,0 1-11 16,-1-1 11-1,-1 0-6-15,0 1 18 0,-2 1-2 0,2-1-10 0,1 1-5 16,-2 0 12-16,0 0-8 0,-2-1 13 0,-7 1-1 0,-1 0-11 0,0 1-16 15,1-1 21-15,6-1-17 0,0 0 27 0,-2-2-3 0,-2 2-8 16,-1-3-14-16,0 3 12 0,-2-1-10 0,-1-1 14 0,-1 3 3 0,-1-2-10 16,-1 2-13-16,-1-1 23 0,-2 3-21 0,0 0 20 0,-2 0 2 0,1 0-9 0,-1 0-15 0,-2 0 12 0,1 0-14 31,-2 2 7-31,-1 0-11 0,2 1-14 0,-2-1-48 0,0 1-23 16,-1 2-7-16,1-2-120 0,0-1-59 0,3 5-38 0</inkml:trace>
  <inkml:trace contextRef="#ctx0" brushRef="#br1" timeOffset="178240.13">18952 16211 809 0,'-22'-6'-47'0,"12"3"101"0,1 0-10 0,0 3-10 0,2 3-27 0,-2 2 11 0,-2 1-16 0,2 1 5 0,0-1-2 0,1 2-3 0,0-1-6 0,1 1 4 0,1-2-4 0,0 2 9 0,1-2 2 0,1 2-5 0,-1-1-3 0,1 0 11 16,0 2-11-16,1-2 1 0,-1 2 3 0,1 1-3 16,-1 4-1-16,-1 5 9 0,0 2-7 0,-2 2 17 0,0-3 0 15,0 1-6-15,1 0-14 0,-1-1 15 0,-1-1-14 0,-2 0 17 16,1 0-1-16,2 0-5 0,2 1 1 0,2-3 2 0,2 1 3 0,1-2 16 16,0-3-2-16,2 2-7 0,3-1-23 0,1 1 29 0,2-1-27 15,1 1 34-15,2-4-7 0,1 1-9 0,1-1-3 0,2-1 2 16,1 1 2-16,2-4 13 0,0 0-4 0,2-2-8 0,2 1-9 15,3-5 8-15,1 2-9 0,2 0-3 0,0-1 2 0,1 2-1 0,3 2-12 16,0-2 10-16,1 1-9 0,-6 0 16 0,0 1 0 0,2 1-11 16,1-2-4-16,6 0 24 0,-3-5-19 0,-2 2 23 0,-2-2-8 0,3 0-9 15,1 1 8-15,3 0-2 0,3 1 6 0,2 0 7 16,1 1-6-16,-4 3-5 0,5-1-24 0,0 0 21 0,0-2-18 0,8-3 28 16,-7 0-8-16,0-1-9 0,3-2-2 0,2-2-7 0,0 0 6 0,2-3 6 0,-9 0-8 15,3 0 3-15,-1-1-11 0,-4 0 2 0,3 0-2 0,-6 1 4 16,-4 2-1-16,-1-5 0 0,0 5-1 15,-3-3 3-15,-1 0 0 0,-3 1 7 0,-3-3-6 0,-2 1-5 0,1 1-11 0,-5 0 1 0,0 1-2 16,-2-1-4-16,-9 0-6 0,1 0-5 0,-3 0-38 16,2 1-4-16,1 2-8 0,1 0-46 0,0 1-12 15,0 2-27-15,3 0-156 0,9 0 204 0</inkml:trace>
  <inkml:trace contextRef="#ctx0" brushRef="#br1" timeOffset="-128278.85">6907 17865 212 0,'-5'-7'165'0,"-1"6"-101"0,3 1 85 0,1-1-118 0,1 1-14 0,1 0-23 0,0 0 18 0,1 1 0 0,1-1-12 0,1 1-19 0,-1 0 19 0,3-1-17 0,-1 0 33 0,2 0-1 0,1 0-8 16,2-1-8-16,1-3 15 0,0 1-14 0,1-3 21 0,1 0-4 16,1-2-5-16,2-2-2 0,3-1 9 0,1-1-1 0,2 1 29 15,-2-1-8-15,3-2-8 0,1 0-9 0,1-2 9 0,2-1-9 16,-1 0 0-16,-6 0-3 0,-1 1-2 0,2-4-14 0,2 1 8 15,4 0-5-15,1-1 20 0,0 0-6 0,1 0-6 0,4-3-20 0,3 0 26 0,1-2-20 16,2 0 33-16,-1-1-7 0,0-2-15 0,2-3 0 16,-1-2 1-16,-3 1 2 0,2-1 19 0,-2 1-7 0,1-3-1 0,8-1-16 15,2 0 15-15,3-2-12 0,5 1 11 0,1 0-6 0,1-2-11 16,-5 0-8-16,1-6 8 0,-4-1-5 0,-1 0 16 0,5 0-1 16,0 2-9-16,7-1-4 0,0-2 6 0,2 2-9 0,-5 2 5 15,-6 0-3-15,-2-1 0 0,0-5-6 0,3-2 11 0,5 3-5 16,2 1 30-16,1 3-1 0,1 5-8 0,52-46 42 15,-108 83 11-15,96-80-92 0,-47 41 34 0,5-3-2 0,3-3-13 0,3 1 22 16,0 0-15-16,-9-2 22 0,-1 6-8 0,-4-3-15 0,2-1-12 16,9 1 15-16,0-1-12 0,2-4 17 0,-1 3 0 0,-4-3-8 0,-5-2-7 15,-1-1 6-15,-3-1-6 0,4 1 10 0,5 1-1 0,4 0-2 0,4-3-3 0,0-2 5 0,-8 2-4 16,-1-2 10-16,-4 3-10 16,2-1-8-16,12-1 8 0,3 3-2 0,1-1 6 0,-1 4-3 0,-11 1-1 0,56-53-7 15,-120 102 18-15,133-96-33 0,-65 49 25 16,-3 5-5-16,0 2-8 0,-3 0-5 0,-10 5 10 0,-2-4-4 0,-3 2 15 0,-5 0-3 0,5 4-9 0,0-1-4 15,-4 4 2-15,1 0-3 0,-2 1 5 0,-2 3 3 0,-2 2 0 16,-4 2-8 0,-1 3 6-16,-5 0-6 0,-3 2 4 0,-4 2 4 0,-7 2-3 0,-1 1-2 0,-2 3 5 0,-3 3-6 0,4-1 7 15,-2 4-5-15,-3 0 0 0,-1 1-10 0,-1 2 11 0,1-2-4 16,-1 2 26 0,0-1-4-16,0 1-6 0,1-3-22 0,-3 2 11 0,1-1-10 15,0 2 17-15,0 0 1 0,1-2-7 0,-1 1-22 0,1 1 19 0,0 0-18 0,0 0 1 0,0 0-17 0,0 0-27 0,1 1-36 0,1 1 8 31,1 0-13-31,2 2-23 0,2 1-36 0,2 1-29 0,2 2-223 16,6 2 247-16</inkml:trace>
  <inkml:trace contextRef="#ctx0" brushRef="#br1" timeOffset="-124943.93">12535 16459 212 0,'-16'-6'140'0,"-5"2"-77"0,2 0 68 0,1 3-89 0,4 1-19 0,2 0-20 0,1 1 19 0,1 1-1 0,2 1 1 0,1 0-22 0,2-1 21 0,0 1-19 0,3-2 27 16,0 0-13-16,1-1-11 0,1 1-21 0,0-1 15 0,0 2-10 15,0-1 35-15,1 0-2 0,1 1-11 0,0 0 0 16,2-1 15-16,-1-1-10 0,3 2 17 0,-2-1-3 0,3-1-6 0,1 0 6 16,1-1 9-16,1-1-2 0,2-1 19 0,2-3-8 0,1 3-9 0,3-4-21 15,2 0 22-15,0-1-18 0,3 0 24 0,1-1-10 0,3-1-14 0,2 0-16 0,-5-1 14 16,3 0-11-16,0-2 23 15,1-1-5-15,5 0-8 0,2 1-19 0,2-1 18 0,4 4-16 0,2 0 26 16,3-2-9-16,3 1-12 0,2-5 14 0,1 1-13 0,0-2 14 16,0 3-12-16,-1-3 0 0,4 0 4 0,9-3-26 0,4-1 28 15,7-4-24-15,-4-2 34 0,-3 2-6 0,-3-3-12 0,6-2 5 0,6-4-6 16,5-1 6-16,2-2-3 0,-5-1 4 0,-3 0-1 0,5-3 0 16,3 0 12-16,7-1-10 0,-2 1 13 0,-4 3-6 0,-1 1-5 15,5 0-9-15,6-1 6 0,0 3-2 0,-1-1 13 0,-5-1-2 16,-2 0-5-16,6 1-18 0,5 1 12 0,-4 1-13 0,-2 2 12 0,-9 0-3 15,0 0-8-15,8-1-1 0,1 3 1 0,-4-1 4 0,-5 2 3 16,-9-1 3-16,0-1-9 0,6-2-14 0,-2-1 21 0,-1-2-18 16,-8 1 22-16,-3 3 1 0,-7-2-10 0,4 0-9 0,2 1 7 0,-3 0-7 0,0 5 15 15,-6-1-3-15,-7 4-2 0,-2 2-6 16,-5 0 3-16,-3 1-2 0,-3-1 3 0,-1 2 1 0,-4 1-2 0,-1 1 1 16,-5 0-2-16,-2 2 2 0,-5 3 1 0,-4 4-2 0,-2 2-2 0,-2 3-14 0,-5 0-8 15,-1 3-1-15,-3-1-40 0,-1 0-22 0,-1 0-16 0,-1 0-139 0,-3 0-94 16,-3 0-13-16</inkml:trace>
  <inkml:trace contextRef="#ctx0" brushRef="#br1" timeOffset="207668.28">18952 12613 256 0,'-1'0'3'0,"1"1"158"0,4 1-79 0,3 1 2 0,3 3-103 0,2 0 26 0,3 0-18 0,1 0 60 0,1 0-9 0,1-2-9 16,3 1-4-16,0-1 5 0,-3 1 1 15,1-3 11-15,0 4-3 0,4-1-11 0,6-3-25 0,2 3 22 16,1-3-21-16,-2-2 35 0,2-2-2 0,0-3-1 0,6-2-18 0,1 0 9 0,-1-2-10 15,0 1 12-15,-1 0-4 0,-1-3-11 0,-2 0-11 0,2-2 15 16,-2 0-15-16,0-4 3 0,4 1-4 0,-2-2-4 0,2-4 0 16,2-2 1-16,0 0 1 0,-2-3 10 0,-1 2 1 0,1-2-4 0,1-1-19 15,-7-1 24-15,0-4-19 0,2-1 31 0,0 4-9 0,5-2-12 16,4-2-13-16,-1-2 11 0,1-5-6 0,4-5 16 0,-3-2 2 16,1-4-12-16,1-5-8 0,-7 1 11 0,1-1-11 0,2 2 10 0,-3 3-3 15,7-3-2-15,-1-7-13 0,-4-4 11 0,0-5-5 0,-2 2 12 16,-4 4 8-16,-3 5-11 0,0-4-9 0,-3-2 7 0,-3-5-12 15,-5-5 8-15,-8 3-3 0,-4 3-3 0,-2 6-8 0,-1 0-6 16,3 0 6-16,-3-6 8 0,-5-1 5 0,-3-1-1 0,-2 0-10 0,-3 5 25 16,0 3-21-16,-2 0 18 0,-5 0-8 0,2-4-13 0,-4-4 6 15,-4 2-3-15,-3 3 9 0,-7 2 14 0,0 5-2 16,-4-3-2-16,-1-6-19 0,-4-2 16 0,-1 1-14 0,-2 3 25 0,-1 10-7 0,1-2-6 16,-4-1-11-16,2-4 4 0,-1-4-1 0,-1-1 26 0,-4 5-2 15,-1 5-3-15,-59-58 29 0,109 116-1 0,-109-123-44 16,55 58 25-16,2 0 2 0,-3-5-15 0,-3 7 4 15,1 6-3-15,-4 1 20 0,4 1-10 0,-3-2-2 0,-3-6-21 0,0-2 9 16,-3 2-6-16,-2 6 17 0,2 6-5 0,-3 2-10 0,-5-3-9 16,0-1 2-16,-2 1-1 0,-4-4 11 0,1 7-2 0,-2 3-1 0,-8-2-17 15,2 6 15-15,-1 3-13 0,-4 3 12 0,3 4-5 0,-5-1-12 0,-4-3 16 16,-2 0-8-16,-1 3 8 0,-1 3-13 0,0 4 5 0,3 3 0 16,-6-3 5-16,-3 4 3 0,-2-2-5 0,1 2 5 0,6 3-3 15,2 1 1-15,-1-1-13 0,-4 3 13 0,3-1-7 0,4 1 21 0,4 3 0 16,4 0-11-16,-4 2-5 15,2 1 12-15,6-2-11 0,0 1 8 0,3 1-2 0,-1 1-6 0,-4 3-6 0,4 1 11 0,4 2-5 16,0 0 13-16,3 3 1 0,-1 1-10 0,-6 5-14 0,3 0 18 0,5 3-16 16,-4 1 22-16,4 2-3 0,-1 3-8 15,-8 4-17-15,4 3 14 0,2 2-12 0,0 1 29 16,4 4-3-16,0 4-8 0,1 4-14 0,0 3 10 0,5 4-12 16,5-1 10-16,3 1-5 0,2-2-5 0,-2 3-22 0,3 1 12 15,4 1-9-15,4 2 19 0,8-2-1 0,4 2-11 0,1 7-18 0,7 0 29 16,2 1-24-16,2 0 36 0,3-4-2 0,0 0-12 0,2 5-6 0,3 2 7 15,4 5-4-15,1 5 18 0,4-2 4 0,2-1-4 0,1 4-16 16,3 1 24-16,4 1-21 0,2 3 22 0,6 4-1 0,2-1-7 0,2 2-21 16,3 0 20-16,3-2-16 0,2 2 33 0,1 1-2 0,4-3-12 0,3 2-28 15,1-5 28-15,1-1-25 0,-2 1 32 0,1-2-5 0,2 0-12 16,5 2-2-16,4 1 9 0,5-3-3 16,4 0 15-16,6-1 3 0,5 3-9 0,5 4 1 0,-5-3 14 15,3-3-11-15,2-3 18 0,2-5-5 0,12 1-2 0,6 3-23 0,3-1 16 0,-2-3-13 0,-1-4 28 0,0-4-7 16,105 55-30-16,-187-113 52 0,195 124-76 0,-96-63 54 15,-1-1-8-15,3-3-10 0,2-1-14 16,-1 0 12-16,4-2-6 0,3-1 24 0,-1 1-2 0,-2 1-10 0,2 2-15 0,2 0 20 0,1-2-17 16,1-3 19-16,-8-5-6 15,2 1-12-15,5-1 7 0,-2 4-7 0,-4 3 8 0,-4 1-2 16,-5-1-1-16,2 0 3 0,0-1-8 0,-5-3 6 0,-5 0-5 16,-4 1 8-16,-2 0-5 0,0 2-5 0,0 10-6 0,-9-2-14 15,-4 0 8-15,-3-3-38 0,-3-5-3 0,0 1-7 0,3-1-83 0,-3 4-25 16,-5 5-16-16,4-1 44 0</inkml:trace>
  <inkml:trace contextRef="#ctx0" brushRef="#br1" timeOffset="-78555.33">14128 8987 570 0,'-5'-1'60'0,"0"1"197"0,2 0-274 0,3 3 22 0,4 2-16 0,2-1 30 0,2-1-8 0,1 0-14 0,3-2-1 0,-1 1 10 0,-3 4-2 0,2-2 26 0,1 4 2 0,1-3-7 0,8 2-13 16,2 2 30-16,0 0-26 0,1 2 31 15,-3 0-1-15,2-1-12 0,2 1 9 0,0 0-2 0,3 2 0 0,1-2-3 16,-1 1 0-16,2-1-1 0,2 2-29 0,2-3 28 0,2 2-26 15,-1-2 32-15,-6-1-11 0,3-1-17 0,2 0-9 0,3-5 7 0,7 1-3 16,0-4 20-16,-3-1-7 0,4-2-3 0,2 0-1 0,0-3 7 0,3 0-3 16,-3 0 8-1,-3-2-3-15,3-1-5 0,2 0-13 0,4-3-2 0,4 0-1 0,0-1 11 0,-2 1-8 16,1 0 3-16,0-3-13 0,-6 3 1 0,-1-4 0 0,0-2 8 0,-1-2-3 0,4-3-1 0,2-1-9 16,-1-1 6-16,1-3-2 0,0-1 16 0,-4-1-1 0,-4-2-6 15,-3-1-23-15,-2 2 21 0,2 0-17 0,-2 2 28 0,2 5-6 16,-3-1-11-16,-3-2-6 15,-1 3 4-15,-5-3-2 0,-3 0 15 0,-3-1-4 0,-2 1-1 16,-2-2-18-16,0-2 15 0,-5-2-11 0,-2 0 27 0,-4-1-8 0,-6 1-11 16,-3 1 0-16,-3 0-2 0,-5 3 5 0,-3 2 10 0,-3 1-6 15,-2-1 0-15,-4-2-12 0,-1-2 7 0,-4-4-4 0,0 0 4 0,-3-1 6 16,-1 0-3-16,-6-3-16 0,-4 1 15 0,-3 1-17 0,-2 1 7 16,-1 4 3-16,-3 3-9 0,1 0-3 0,-3 0 15 0,-5 1-11 0,-4-2 14 15,-1 5-6-15,-7 0-11 0,-2 1 2 0,-2 6 12 0,1 2-3 16,1 1 11-16,0 7-1 0,0-1-11 0,-10 5-11 0,2 4 17 0,1 2-13 15,0 3 22-15,4 4-5 0,1 4-9 0,-5 4 6 0,-3 1-3 0,4 1 6 0,1 1-7 16,2 2 1-16,6 3-5 0,-4 1-2 0,2 3 7 0,-1-3-5 0,5 3 9 16,4-1-1-16,6 3-3 0,3 6-14 0,3 1 13 0,3 2-11 15,1 5 24-15,7-2-2 0,6-1-9 16,0 3-11-16,6-3 16 0,1 1-13 0,2 0 16 0,4 2-1 0,3 4-9 0,5 4-5 16,5 5 6-16,4-4-3 0,2-2 16 0,4-4-5 0,3-5-5 0,3 1-9 31,4 0 6-31,0 3-5 0,4-3 12 0,2 2 3 0,3-2-1 0,4 0-8 15,4-4 6-15,3-2-6 0,3-4 5 0,1-4 6 0,3-3-6 16,1 2-2-16,-1-5 15 0,3-5-14 0,1-1 19 16,2-5 1-16,11-3-2 0,2-3 12 0,7-5 2 0,5-2 0 0,1-3-5 15,1-5-1-15,1-1-3 0,96-12 9 0,-172 20-5 16,174-15-39-16,-94 7 13 0,-1 0 0 0,2-2-9 0,2 2 12 16,-8 0-10-16,-6 0 3 0,-12 3 4 0,-6 1-6 0,-1-1-11 0,-2 2 14 15,-2-1-12-15,-2-3 9 0,-8 2-10 0,-4-1-15 0,1-1-45 16,-6 3-7-16,0-1-10 0,-3 0-84 0,-1 2-29 0,-2-1-36 0,0 1-209 15,-5 4 267-15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8:12:40.11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3745 7187 256 0,'-10'-6'15'0,"9"3"659"0,1 1-267 0,1-1 29 0,2 1-357 0,-3 0 19 0,0 2-53 0,0 0 15 0,0 0-16 0,0 0-22 0,0 0-14 16,4-1 15-16,-5 1-17 0,-1-1 29 0,1 1 4 0,0 0-5 15,6 0-4-15,-1 1 15 0,1 0-20 0,1 2 11 16,0 0-1-16,0 0-11 0,1 1-16 16,1 1 27-16,0 1-32 0,1-1 36 0,1 1-9 0,0 0-17 0,2 2-6 15,-2 0 10-15,-2-1-12 0,2 1 14 0,0 0-6 16,0-2-8-16,0 2-5 0,0 0 4 0,-1-1-4 0,2 2 11 16,-2-1-2-16,0 0-8 0,0-2-12 0,-1-1 20 15,-1-1-16-15,1 1 22 0,-3-1-2 0,2 0-12 0,-1-2-11 16,-1 0 14-16,0-1-12 0,-1 0 4 0,0-1-17 0,0 1-24 0,0-1-35 0,-1 0-4 15,0-1-9-15,1-1-61 0,-2 0-11 0,1-1-26 0,-1-3-198 0,-2 1-99 16,2 0-44-16</inkml:trace>
  <inkml:trace contextRef="#ctx0" brushRef="#br0" timeOffset="317.1">4151 6968 993 0,'0'0'98'0,"0"-1"84"16,-1 1-11-16,1 0-18 15,0 0-92-15,0 1-21 0,0-1-30 0,0 3-6 0,0 2 23 16,0 0-19-16,-2 4 59 0,1 0-3 0,-1 3-5 0,-2 1-12 16,0 1 21-16,-1-2-29 0,1 2 41 0,-1 1-9 0,1 0-19 15,-3 7-17-15,2 2 22 0,0 2-32 16,-3 3 27-16,1-2-17 0,0 1-17 0,-1 0-12 0,2-6 1 0,2 1-3 0,-1 1 0 0,2-2 1 15,-1-1-2-15,1 4-1 16,-1-4 2-16,0-1-3 0,0 1 2 0,1-6 1 0,2 0-1 0,-1 2-5 16,0-5 4-16,1-1-5 0,1 1 7 0,-1-5-1 0,1 4-1 0,0 0-16 15,1-1 16-15,-1 1-12 0,2-2 23 0,-1-3-13 0,0-1-12 0,1 0-103 16,1-1-12-16,-1-1-28 0,0-2-188 0,2 0-154 0,-1-1-123 16</inkml:trace>
  <inkml:trace contextRef="#ctx0" brushRef="#br0" timeOffset="1269.74">4456 7391 1049 0,'-6'0'152'0,"2"0"16"0,0 0-31 0,2-1-21 0,2-1-26 0,0 2-29 0,0-1-47 0,1-3 20 0,0 0-33 0,0-1 26 0,2 0-9 0,-1-1-13 0,1-1 6 16,0 2 17-16,-1-2-11 0,1-1 29 0,1 0-6 0,-1 1-14 16,0-2-12-16,1 1 18 0,0-1-23 0,2 0 29 15,-1 0-11-15,3 0-15 0,1-1-4 16,0 1 7-16,-1 1-9 0,2-1 8 0,0 3-3 0,-1 1-7 0,2 0-10 15,-2 2 13-15,0 0-12 0,0 3 14 0,0 0 0 0,2 4-7 16,-1 3-2-16,1 0 15 16,-1 2-13-16,1 2 35 0,-1-2-11 0,2-1-13 0,0 3-8 0,0-2 10 15,1-2-7-15,-1-2 20 0,-2 2 1 0,-5-5-2 0,-1 2-20 0,1 0 19 0,-1-3-18 16,5-1 23-16,-1 2-3 0,1-2-8 0,-1-2-9 16,-2 2 10-16,2-1-10 0,1-1 10 0,-1-1-3 0,0 0-8 0,0 0-8 15,-1-1 7-15,-3 1-6 0,1-2 13 0,-2 1-7 0,0-1-4 0,0 1-5 16,0-1 3-16,0 0-2 0,1 0 8 0,-1 1-2 0,0-1-5 15,1 1-34-15,-1-2-5 0,2 1-11 0,-1-3-55 16,1 0-25-16,1 1-22 0,1-2-189 0,2 0-153 0,2 5-14 0</inkml:trace>
  <inkml:trace contextRef="#ctx0" brushRef="#br0" timeOffset="1771.5">5445 6944 1458 0,'-7'4'-241'0,"5"-4"524"0,-1 1-57 0,1-1-65 0,-1 2-90 0,1 0 24 0,-1 2-62 15,-1 0 10-15,2 2-9 0,-2 2-19 0,-1 2-12 0,1 0 18 0,-2 2-20 0,-1 5 34 0,-1-5 2 0,1 2-7 0,-2 3-1 0,-2-3 19 0,2 5-22 0,-2 2 24 16,2-2-9-16,-1-1-16 0,0 2-17 0,0-3 6 16,0 0-14-16,2-3 10 0,1-3-3 0,2 0-4 0,0-1-10 15,1 1 7-15,-1 0-8 0,1-1 20 0,0 1-6 0,1 0-6 16,-2 1-27-16,1-3-12 15,1 0 3-15,-2 0-46 0,1-2-19 0,0-2-3 0,4 1-76 16,0-5-34-16,0 2 8 0,0-3-245 0,-4 0 269 0,-2-3-43 0</inkml:trace>
  <inkml:trace contextRef="#ctx0" brushRef="#br0" timeOffset="2009.58">5170 6945 1571 0,'-10'-2'177'0,"4"1"47"0,1-2-81 0,1 2 4 16,3 1-41-16,1 0-45 0,1 2-49 0,2 0 12 0,-1 1-25 15,3 3 23-15,2 3-4 0,2-2-8 0,3 3-4 16,1 2 15-16,0-1-14 0,1 4 27 0,-5-1-4 0,-2 0-14 0,3 1-18 16,-1-3 19-16,5-1-24 0,2 4 27 0,0 2-3 15,-2-1-10-15,2 1-14 0,-3-2 13 0,-1 0-14 16,0-1 23-16,-2 0-5 0,0-2-8 0,0 2-8 0,0-3 10 15,-1-1-7-15,2 3 7 0,-2-1-32 0,1-2-15 0,1 1-79 16,0-3-54-16,0 0 40 0,1-2-209 0,-2-1-11 0,2-1-29 16</inkml:trace>
  <inkml:trace contextRef="#ctx0" brushRef="#br0" timeOffset="2211.5">5721 7216 1450 0,'-2'5'298'0,"-1"-1"-47"16,1 1-59-16,0 0-76 0,2 4-40 15,0-2-25-15,3 4-32 0,0 4-18 0,0-1 9 0,0 0-10 16,1 0 13-16,-4-2-9 0,1-1-8 0,0 1-2 0,0-1-11 16,5 1 10-16,0-1-90 0,-1 0-85 0,2 0-24 0</inkml:trace>
  <inkml:trace contextRef="#ctx0" brushRef="#br0" timeOffset="3500.67">18276 7169 212 0,'-9'-1'435'0,"0"-1"-212"0,2-1 274 0,1 2-259 0,3 0-93 0,1 1-33 0,0 0-11 0,1-2-19 0,1 2-29 0,0-1-31 15,0 1 3-15,0 0-18 0,1 0 11 0,1 1-5 0,1 1-2 16,2-2-19-16,0 3 23 0,2 1-21 0,2 0 54 16,0 1-6-16,0 0-12 0,3 2-20 0,1 2 22 15,-1-2-27-15,3 2 24 0,-2-1-8 0,1 0-16 0,2 2-12 16,1-2 16-16,0 1-17 0,0 2 31 0,-1-2-7 0,-3 0-14 0,1 0-15 16,-3-1 20-16,0-2-17 15,3 2 28-15,-3-2-4 0,0-1-13 0,-2 2-12 0,-1-5 12 0,1 2-10 0,-1-1 22 16,2 0-4-16,0 0-9 0,0 0-57 0,1-3-8 0,-1 1-14 15,-5-1-54-15,-3 0-16 0,2-1-12 0,-2-1-103 0,5-2-63 16,-1 1-1-16,2-4 54 0</inkml:trace>
  <inkml:trace contextRef="#ctx0" brushRef="#br0" timeOffset="3723.55">18677 7109 1183 0,'-5'-4'136'15,"2"-1"40"-15,-1 1 56 0,1 3-43 0,1 0-48 16,1 1-66-16,-2 1 25 0,0 0-53 0,1 7 28 0,-3-1-11 15,1 4-22-15,-1 4-10 0,0 2 18 0,-1 2-25 0,-1 6 25 16,6-6-11 0,0 4-13-16,0 1-15 0,0 2 13 0,-6 2-17 0,-3 7 17 15,2-3-9-15,-1-3-11 0,0 0-4 0,4-4 3 0,1-2-3 0,2 2 6 0,2-5-2 16,0-2-4-16,0 2-4 0,1-2 4 0,0 2-3 0,3 0-5 16,-1-6-24-16,2 1-12 0,-1-2-51 0,0 1-27 0,1-4 23 15,1-1-135-15,-1-4-119 0,0 0-17 0</inkml:trace>
  <inkml:trace contextRef="#ctx0" brushRef="#br0" timeOffset="4457.72">19002 7474 1203 0,'-8'-2'82'0,"2"-1"36"0,0-1-12 0,2 0-25 0,0-1-17 0,2 1-43 0,1-1 13 0,1 1-26 0,0-2 29 0,1 0-6 0,0-1-13 0,1-2-19 0,2 0 24 0,-1 0-26 16,1-1 46-16,0 0-3 0,2 0-11 0,0-2-13 16,2 1 24-16,0-1-26 0,1-1 36 0,0 2-12 15,0 2-22-15,-1-1-3 0,0 4 7 0,-2 1-10 16,2 0 12-16,0 3-2 0,-1-1-6 0,0 2-1 0,-1 1 9 0,0-2-11 0,1 2 10 16,-1 3-5-16,1 0-6 0,-3 3-7 15,0-1 8-15,2 2-8 0,2 1 17 0,5 0-7 0,2-1-5 0,5-1-14 16,-2 0 17-16,2 0-12 0,-1-1 20 0,-2-3-3 0,1 1-12 15,0-1-10-15,0 0 11 0,-1-2-8 0,-2 0 18 0,0 0-4 16,-1 0-7-16,-4 0-1 0,0 0 13 0,-4 0-8 0,1 0 13 16,-1-2-3-16,-2 2-7 0,1-1 2 0,-2-2 1 0,-1 2-2 0,2-1 0 15,-2 2-2-15,0-3-3 0,2 1-11 0,-2-2 10 0,1 1-7 16,0-2 12-16,0 1-5 0,1-1-6 0,0-1-14 16,0-1-9-16,1 0-3 0,0-2-75 0,1 0-36 0,1-2-35 0,-1 0-299 15,1-1 300-15</inkml:trace>
  <inkml:trace contextRef="#ctx0" brushRef="#br0" timeOffset="5145.85">20055 6968 1131 0,'-5'-1'110'0,"1"0"44"0,-1 1 14 0,1 0-49 0,-2 0-7 0,1 1-34 0,0 0-33 0,0 3-39 0,1 1 21 0,-1 3-27 0,1 2 46 0,-1 2-8 15,0 2-12-15,-2 4 9 0,0-4 9 0,-1 3-9 0,1 2 5 16,-1 1-2-16,1 3-14 0,-2 3-18 0,0-4 23 16,-1 1-29-16,-1 0 30 0,-2-1-7 0,1-2-12 0,0 1-13 15,0-2 4-15,2-1-7 0,0 0 14 0,2-2-2 16,0-4-1-16,1 2-10 0,1-4 4 0,-1-1-6 0,2 0 12 15,1-1-28-15,0-3-8 0,2 1-84 0,-1-2-37 16,3-1 25-16,-1-1-156 0,1-2-25 0,-1 0-38 0</inkml:trace>
  <inkml:trace contextRef="#ctx0" brushRef="#br0" timeOffset="5374.68">19710 7047 1090 0,'-8'-3'128'0,"0"0"72"0,2 3 19 16,2 2-33-16,2 0-37 0,2 1-81 0,0-2 15 16,0-1-53-16,3 0 13 0,3 1-2 0,0 2-9 0,3 3-12 15,0 5 17-15,0-1-24 0,3 5 24 0,-3-1-11 16,1 2-11-16,2 2-19 0,0-2 13 0,1 0-15 0,1-1 28 16,2 2-6-16,-1-3-10 0,2 2-11 0,-2-2 12 15,1 0-12-15,2 1 17 0,-2-3-4 0,-1 2-10 0,3 2-8 16,-3-3-5-16,1-1 3 0,1 1-44 15,-3-3-33-15,0-1-12 0,0 0-94 0,-3 2-126 0,1-5 97 0,-4-2-169 16</inkml:trace>
  <inkml:trace contextRef="#ctx0" brushRef="#br0" timeOffset="5762.18">20089 7322 1630 0,'-3'-3'-91'0,"3"-1"209"0,0 3-24 0,3-1-21 0,3-2-36 16,3 0 1-16,0 0-18 0,-2 0 0 0,1-1 0 16,-1 3-4-16,5-2-9 0,3 0 22 0,3 3-23 0,3-1 39 15,-2 1-10-15,-1 1-14 0,-3 0-6 16,-1 3 5-16,-3-1-8 0,-1 3 1 0,-3-1 1 0,-3 2-5 0,-3 2-17 15,-1 1 20-15,-1 1-22 0,-3 4 36 0,-3 1-7 0,-1-1-12 16,-1 1-5-16,-1 2 5 0,0-2-7 0,0 2 10 16,1-3 0-16,0 0-4 0,1-1 11 15,1-2 7-15,2 2-5 0,1-2 16 0,4 0-4 0,3-1-5 0,2-2-14 0,1-3 13 16,2-1-15-16,0 1 17 0,-1 1 0 0,4 1-8 0,1-2-8 16,0-2 4-16,2 4-6 0,1-3-1 0,0 1 0 0,1-3-4 0,1 4-3 15,-1-4 4-15,0 1-4 0,0-3 5 0,1 0-4 0,-2 0-2 16,1 0-34-16,0 0-4 0,-3-2-13 0,1 0-74 0,-2 1-47 15,-1-2-43-15,0 2-439 0,-4 1 420 0</inkml:trace>
  <inkml:trace contextRef="#ctx0" brushRef="#br0" timeOffset="23298.56">4705 12643 388 0,'0'0'69'0,"-1"-2"29"0,-1 1 31 0,1 0-61 0,-2-1 17 0,3 1-9 0,-1 1-19 0,0-1-1 0,0 1 14 0,-1-1-22 0,1 1 27 0,0 0-7 16,-1-2-8-16,1 1-7 0,0 0 36 16,0-1-26-16,-1 0 49 0,1 1-16 0,0-3-20 0,-2-1-5 15,2 0-1-15,-1-1 0 0,1-3-12 0,0 2-9 0,0-2-7 0,-1-1-20 0,0-5 9 16,0 1-11-16,0-1 11 0,-3-2-4 0,2 1-3 0,-2-3-27 0,1 2 17 16,-1 2-16-16,0 2 24 0,0 2-4 0,2 1-12 15,0-1-10-15,-1-1 8 0,3 1-6 0,-1 0 11 0,1 2-1 16,1 0-6-16,-1-1-10 0,1 0 8 0,0 1-7 0,1-1 18 15,0 2-5-15,1-1-5 0,1-1-12 0,1 0 14 0,1 1-7 16,2-2 24-16,0 4-2 0,1-1-12 0,1 2-7 0,1-1 9 0,0 0-8 0,1 2 8 16,-1-1-4-16,-2 1-4 0,-1 1-7 0,0 1 7 0,-6 0-4 0,-1 0 13 15,0 3 1-15,0-1-6 0,1 1-16 0,0 0 14 0,0 0-13 16,0 1 24-16,-1 2-4 0,0 1-7 0,0 1-12 0,-1 3 16 16,0 1-11-16,-1 0 22 0,-2 1-3 0,1 1-9 0,3 2-18 15,0-1 14-15,-1 0-11 0,0 0 23 0,-4-2-4 0,1-1-9 0,0-1-9 16,1-2 10-16,2 1-6 15,-1-2 14-15,2-3-2 0,0 1-9 0,0-2-13 0,1 0 16 16,0-1-13-16,1 0 21 0,1 2-2 0,1-2-6 0,-1 0-7 0,2 1 3 16,-2-1-4-16,3 0 10 0,-6 0-2 0,1-1-1 0,0 1-1 15,0-2 1-15,5 1 1 0,-1 1 2 0,1-1 0 0,0 1-2 0,-1 0-15 16,0-1 19-16,-2 1-15 0,0 0 23 0,0 0-2 0,-2 1-9 0,0 0 0 16,0 0 5-16,-1 1-3 0,0-1 15 0,-2 3-2 0,-1 1-1 0,-1 3-3 15,0 1 2-15,-3 1-2 0,-1 1-6 16,0 1-1-16,-1 1-4 0,0-4-4 0,3 1 5 0,0 0-4 15,0-1 8-15,-1 3-1 0,-3 0-4 0,0 0-1 0,2-2-4 16,2-1 3-16,0-2-3 0,3-2-8 0,0-1-3 0,2-2-59 16,1-2-21-16,1 0-2 0,3 0-63 0,1-4-9 0,3-1-5 0,5-5-264 15,0-3 283-15</inkml:trace>
  <inkml:trace contextRef="#ctx0" brushRef="#br0" timeOffset="23694.25">4967 12284 827 0,'-10'8'-380'0,"3"-4"709"0,0 1-93 0,-1-1-131 0,2 2-18 0,-1 0 6 0,1 1-24 0,1 2-28 0,0-2-2 15,2 2-8 1,0-1-13-16,2-4 2 0,1 2-9 0,0-3 6 0,0 2-2 0,3-3-6 0,-1 1-2 0,1 0 30 0,2-2-16 0,0-1 54 16,2 0-14-16,0-3-13 15,1 1-8-15,1-1 5 0,0-2-2 0,0 3 15 0,0-4-8 0,-2 3-3 0,1-3-19 16,0 3 10-16,-1-3-9 0,-1 3 18 15,-3 0 0-15,0-1-3 0,-2 0-7 0,-1 3 18 16,-1-1-14-16,-1 0 20 0,-2 0-13 0,-1 2-13 0,-1 0-24 0,-1 0 4 0,-1 1-8 0,-2 2 2 0,1 0-3 0,-4 1-4 16,1 1-11-16,0-1 14 0,-1 1-10 0,2-2 8 0,2-2-9 15,1 0-15-15,0-1-59 0,2 0-4 0,0-1-17 0,0-1-84 0,2-2-64 32,2-3-53-32</inkml:trace>
  <inkml:trace contextRef="#ctx0" brushRef="#br0" timeOffset="25153.27">4574 12004 594 0,'-1'2'93'0,"-2"3"-11"0,0-1 11 0,-2 3-50 0,1-2 38 0,0-1-11 0,-1 1-16 0,1-1 14 0,1-3 12 0,1 1-15 0,1 0 23 0,0-2-20 0,1 1-13 0,0-1-30 15,0 0 18-15,0 0-17 0,0 0 27 0,0 0-7 16,2-1-7-16,0-2-12 0,1 1 9 0,-1-1-7 0,1-1 12 0,-1 0 0 15,2-3-11-15,-1-1-27 0,2-1 23 0,-2-1-23 0,1-1 22 16,2 1-6-16,-1 0-11 0,0-2-9 0,1 3 8 0,-1 1-6 16,1-3 8-16,0 1 1 0,-1-3-10 0,1-1-8 0,0 1 15 0,-1 1-12 15,3-1 21-15,-1 3-1 0,-1-2-6 0,1 0-21 0,-1 4 12 16,-1 0-12-16,2 1 21 0,0 1 2 0,1 2-4 0,-2 0-19 16,1 1 18-16,-2 1-17 0,0 1 23 0,-1 0-4 0,-1 1-8 0,0 0-5 15,2 0 5-15,-5 1-6 0,0 2 7 0,0 2 0 16,0-2-1-16,6 6-2 0,-1-1 4 0,1 2-3 0,1 1 1 15,-2 0 5-15,2 1-1 0,-2 0-18 0,2 1 15 0,0 1-14 0,0-1 21 16,-2 1-8-16,2-1-14 0,0 1-74 0,-2-4-20 0,2-1-21 16,-1 0-190-16,-2 2-111 0,3 6-88 0</inkml:trace>
  <inkml:trace contextRef="#ctx0" brushRef="#br0" timeOffset="36142.33">19486 12627 256 0,'-1'-1'2'0,"0"1"101"0,0-1-25 0,1 1 7 0,-1-2-54 0,1 1 36 0,0 1-43 0,0 0 39 0,0 0-7 0,0 0-25 0,-1-1 19 15,1 1 11-15,-1 0-10 0,1-2 22 0,-2 2-2 0,2 0-5 0,-1 0-14 16,1-1 14-16,-1 1-14 0,0 0 17 0,1 0-4 0,-1 0-5 15,0-1-14-15,0 0 13 0,0 1-11 16,-1 0 20-16,1-2-17 0,1 2-13 0,-1-1-25 0,-3-3 9 0,3 2-7 0,-2 0 14 16,1 1-6-16,0-1-4 0,0-1-2 0,-1-1-5 0,0-1 5 0,0 0 9 15,-1-2-7-15,0 4 2 0,-1-5-15 0,1 0 9 0,-1-2-7 16,1 0 14-16,0 1 0 0,0-3-5 0,-1 0-23 16,1 0 19-16,-1-1-17 0,2 0 21 0,0 3 2 0,-1-1-14 0,1-2-14 15,0 4 24-15,0-1-21 0,1-1 29 0,1 1-4 0,1-4-13 0,0 3-6 16,0-2 3-16,2 1-3 0,1 1 6 15,-1 0-1-15,1 1-1 0,2 0-6 0,-1 0 7 0,2-1-6 16,-2 3 8-16,2-1-1 0,-1 0-3 0,2 0-9 0,0 1 9 0,0 2-6 0,-1-1 13 0,1 2-2 16,-1-1-7-16,-1 2 1 0,1-1 0 0,-2 2 0 0,1 1 0 15,-2-1 1-15,0 3 2 0,-1 0-14 0,0 0 12 0,-1 1-10 16,1 1 18-16,0 1-3 0,-1 0-8 0,0 2-14 0,0 0 15 16,-1 2-10-16,0-1 27 0,0 0-2 0,0 2-9 0,-1-2-17 0,1 3 14 15,-1-1-13-15,1 0 18 0,-1-2-3 0,1 1-8 0,1-2-6 16,1-1 8-16,0-1-5 0,0 0 12 0,2-2-3 0,-1 1-6 0,2-1-1 15,0 0 3-15,1 2-2 0,2-2 3 0,-3 0 1 0,2 0-2 16,-1 1-3-16,-2 0 3 0,1 1 0 16,-1-1 8-16,2 2-4 0,-3 1-6 0,2 1-10 0,-2-1 13 0,-1 1-6 0,2-1 15 15,-3 2 1-15,0-2-8 0,-1 1-9 0,0 0 11 0,-1 3-10 16,-1-1 16-16,-1-1-4 0,1-2-7 0,-1 1-10 0,-1-1 15 0,1 0-11 16,0-1 19-16,-1 0-2 0,1-1-7 0,-1-3-14 0,1 0 16 15,0 0-13-15,0-2 19 0,1 2-1 0,1 0-11 0,0 0-8 16,1 0 4-16,-1 0-6 0,1-1 0 0,-1-2-18 0,1 0-10 15,0 3-81-15,0-4-10 0,0-3-17 0,2 1-107 0,0-4-84 0,2 1-65 0</inkml:trace>
  <inkml:trace contextRef="#ctx0" brushRef="#br0" timeOffset="36524.54">19665 12365 1293 0,'-8'-2'-121'0,"2"1"242"0,2 1-24 0,-1-1-37 0,2 1-23 0,-1 0 23 0,0 0-34 0,1 2 29 0,-1 1-18 0,1 0-16 0,1-1-8 0,1 2-1 16,1-2 0-16,0 4-4 0,0-3 1 0,0 4-7 0,1-2-10 15,1 1 25-15,1 1-18 0,1-1 38 0,0-1-3 0,0-1-9 0,0-3-12 16,1 1 8-16,-1-2-7 0,2 0 14 0,-2 1-5 0,2 0-5 16,-1 1-17-16,1-2 8 0,1 0-9 0,-3 0 10 0,1 0-1 15,-2 0-2-15,2-3-11 0,-3 0 17 0,1 1-13 0,0-1 31 0,-2 3-4 16,0 0-7-16,0-1-8 0,-1 0 5 0,0-4-5 0,-1 1 4 15,-1-3-5-15,-1 4-9 0,0-3-2 0,-2 0 8 0,0 1-5 16,0-2 2-16,1 0-2 0,-2 2-8 0,2-2-25 0,-2 1-12 0,-1-2-9 16,3 1-110-16,-2-2-43 0,2 1-41 0,0 1-267 0,2-1 307 15</inkml:trace>
  <inkml:trace contextRef="#ctx0" brushRef="#br0" timeOffset="36984.93">19281 12037 644 0,'-5'-1'206'0,"4"1"-125"0,-1-2 64 0,1 1-39 0,1 1 14 0,-1 0-42 0,1-1 18 0,0 1-17 0,0-1-24 0,1-3-3 0,-1-1 9 0,1-1-16 0,0 1 8 16,0-2-5-16,0 0-6 0,2-2-13 0,-1 2 1 0,0-1-4 0,1 0-5 15,1 2-2-15,-1-1-6 0,1 4-11 0,0-4 13 0,1 3-11 16,-1 1 18-16,1-1-3 0,-1 4-7 0,2 0-12 0,-1 0 9 16,2 1-8-16,0-2 18 0,-1-1-6 0,1 0-2 0,2 1-12 0,0-1 11 15,0 2-9-15,0 0 16 16,0 0-4-16,0 0-7 0,1 2-6 0,-1-1 5 0,0 0-5 0,1 0 6 0,-2 2 0 16,1 0-6-16,0-3-15 0,-1 0 20 0,0 1-15 15,-1 0 22-15,-2 2-2 0,2 3-9 0,0-1-17 0,-2 2-13 0,2 0-1 0,-1 2-52 0,-2 0-20 16,-1 1-13-16,1 1-204 0,-2 3-121 0,-1 4-31 0</inkml:trace>
  <inkml:trace contextRef="#ctx0" brushRef="#br0" timeOffset="39318.53">19374 11871 550 0,'-3'-2'165'0,"-1"2"227"0,2-1-275 0,0 0-37 0,0-1-28 0,-1 2 33 0,2-1-13 0,1 0-26 0,-1 0-20 0,1-1 27 16,-1 2-35-16,1-1 51 0,0 0-18 0,0 1-15 0,0 0-8 0,0 0 6 16,0 0-5-16,0 0 6 0,0 0-2 0,0 0-1 0,0 0-24 15,-2 2 10 1,1 1-13-16,-2-1 6 0,1 4 1 0,-1-3-7 0,-1 2-1 0,1 1 7 16,0 1-6-16,-2 0 6 0,1-2-1 0,0 2-7 0,0 2-16 0,-1-1 19 15,0 0-15-15,1-4 28 0,0-1-7 0,-1 3-10 0,2-1-6 16,-2 2 4-16,2 2-3 0,0 0 7 0,-1 0 0 0,2-1-4 0,-1 1-10 15,-2-1 18-15,2-2-13 0,1-1 15 0,-2-1 1 0,2-1-12 0,0 0-7 16,-2-1 16-16,2-1-12 0,1 0 19 0,-1-1-1 0,2 0-4 16,-1 0-16-16,0 0 13 0,1-1-12 15,-2 0 21-15,2-2-3 0,0 1-9 0,0 0-12 0,-1 0 12 0,1-1-10 0,0 1 16 0,0-2 1 16,0 0-5-16,1 0-15 0,1 0 9 0,-1-1-10 0,1 0 19 0,-1 0-2 16,2 0-3-16,1 0-14 0,-1 0 10 0,-1-1-7 0,2 1 20 15,-2-1-6-15,1 1-7 0,1 0-7 0,-1-2 7 0,-1 1-4 0,1 2 10 16,-1 0-2-16,1-1-3 0,1 0-16 0,-1-4 17 0,0 0-11 15,1 1 26-15,-1 1-3 0,-1-1-10 0,1 3-16 0,-1 0 13 0,0 2-12 16,0-1 21-16,-1 0-3 0,2 3-5 0,-2-1-11 0,0-1 9 16,0 2-6-1,0-1 14-15,0 2 1 0,-1 0-5 0,1 0-10 0,-1 0 6 16,0 0-7-16,0 0 16 0,0 0-4 0,2 0-1 0,0 0-11 0,-1 2 11 16,1 0-7-16,-1 1 14 0,3-1 0 0,-1 1-6 0,0 0-17 0,2-1 12 0,-1 1-11 0,2 1 22 0,-2-1 0 15,1 0-5 1,1 2-6-16,0 0 6 0,1 2-6 0,0 0 15 0,-1 0-4 0,1-1-2 0,0 2-8 0,1-1 4 0,0 2-4 0,1-5 5 31,-1 1 0-31,1-1-6 0,0 3 0 0,-1 2 4 0,0-3-4 0,-1 0 7 0,-1-1-1 0,-1 2-3 16,0-3-14-16,-1 1 16 0,0-1-13 15,-1 0 18-15,0 1-3 0,2-3-10 0,-3 2-7 0,2-1 6 0,-3-2-5 0,0 1-12 16,0 0-22-16,0-2-24 0,-1 1-130 16,0-1-98-16,0 1-13 0,-2 3-65 0</inkml:trace>
  <inkml:trace contextRef="#ctx0" brushRef="#br0" timeOffset="127907.21">4913 13333 483 0,'-5'0'136'0,"1"-2"177"0,-1 1-201 0,1 0-33 0,-1-1-18 0,0 2 31 0,1-1-4 0,1 0-16 0,-1-3-9 16,0 1 25-16,1-2-38 0,-1 2 21 0,1-4-20 0,1 2-18 16,0-1-11-16,0-1 12 0,1 1-8 0,-1-2 12 0,1 0-1 15,-1 1-11-15,1-1-5 0,-1 0 18 0,1-1-14 0,0-1 22 0,0 0-2 16,0 0-6-16,0-3-13 0,1 0 11 0,-1-1-14 0,0-1 5 16,-1 2-6-16,1-3-8 0,-1 2-3 0,0-4 2 0,0 1 0 0,-1-3 4 15,1 0-7-15,1-1-8 0,1-2-9 0,0 0 17 0,0 0-10 16,1 1 20-16,0 5-5 0,2-4-11 0,-1 2-19 0,0-3 18 15,0 2-13-15,0 3 26 0,2 2-2 0,-1 1-12 0,1-1-7 16,0 3 6-16,1 1-7 0,0 1 5 0,2 1 1 0,0-2-3 0,-1-1-9 16,2 2 10-16,0 1-7 0,1 3 16 0,0 0-4 0,1 4-6 0,0 1-3 15,2 1 2-15,-1 2-2 0,-2 2 5 0,-1 2-4 0,-3 5 1 16,0 1-12-16,-1 3 6 0,-2-1-3 0,0 0 13 0,-2 1 1 16,0 0-2-16,-3 1-13 0,-1 2 6 0,0 0-6 0,-1 0 17 15,-1-1-1-15,1 3-1 0,-2-2-21 16,0-3 19-16,2-4-16 0,-1 0 27 0,1-2 1 0,2 2-11 0,1-1-19 0,1-2 21 0,1-1-18 15,0-2 23-15,1-2-3 0,2 1-9 16,1-1-5-16,1-1 9 0,2-2-6 0,1-1 16 0,1 0-1 16,-1-2-6-16,2-1-10 0,0 2 10 0,0-3-7 0,1 2 16 0,0-2-1 15,-1 3-6-15,2-4 4 0,-2 3-1 0,-1 1 1 0,-2-2 0 16,-1 3-1-16,-1 0-1 0,-3 1-9 0,0 0 16 16,-2 0-11-16,0 2 34 0,0 0-9 0,-1 0-5 0,-1 2-9 0,-1 3-3 15,-1-1 4-15,0 2 0 0,-1-2-2 0,1 2-4 0,-2-1-10 0,2 1 9 16,-2-2-8-16,0 0 10 0,1 1-2 0,-1-2-7 0,-1 2-3 15,2-1 4-15,-2-2-1 0,1 1 4 0,2-2-8 0,-1 1-10 0,1-2-46 16,1-1-3-16,0 2-14 0,1-2-60 0,2 1-15 0,-1-2-27 16,1 0-179-16,0-2-75 0,2 0-41 0</inkml:trace>
  <inkml:trace contextRef="#ctx0" brushRef="#br0" timeOffset="128171.48">5214 12961 877 0,'1'12'326'0,"-2"-3"-217"0,-1-3 152 0,0 1-195 0,1-2 32 0,1 2-54 0,0 0 37 0,1 0-19 0,1 0-30 0,-1 1-19 0,0-1 6 0,0 0-12 16,0-1 3-16,-1-1 0 0,1 0-8 0,0 0-17 0,2 1 20 0,-1-1-16 16,-1-2 22-16,-2 3-21 15,-1-4-21-15,0 3-60 0,0-1-11 0,3 1-9 0,0-1-116 0,2 0-70 0,-1-2-67 0</inkml:trace>
  <inkml:trace contextRef="#ctx0" brushRef="#br0" timeOffset="128727.65">4721 12632 431 0,'0'2'298'0,"0"1"-146"0,-6 0 214 0,2-2-266 0,-1 1 8 0,2-2-52 16,1 1 6-16,0-1-4 0,2 0-12 0,-1 0-1 0,1 0 9 0,0-1-17 0,0 1-3 0,1-3-6 0,2-1-6 15,0 0-6-15,2-1 2 0,-2 0 0 0,3-1 15 0,-1 1-10 16,1-2-5-16,-4-1-14 0,1 1 8 0,1-1-6 0,1-1 10 16,4 1-1-16,3 1-7 0,-1-2-6 0,0 1 4 0,1 0-5 0,2-1 8 15,-3 3-3-15,0 0-2 0,-1-1-21 0,1 0 17 0,-1 3-14 16,-1 1 29-16,-1 3-1 0,-1 3-11 0,0 1-22 0,-1 1 24 16,0 0-21-16,0 2 32 0,-1 1-5 0,-1 0-11 0,-1 1-4 0,0 1 4 15,-1 2-3-15,0-2 5 0,-1 0 2 0,-1-1-1 0,1 1-36 16,-1-1-2-16,-1 0-15 0,0-1-62 0,-1 0-40 0,1 1-36 15,0-3-309-15,2 0 313 0</inkml:trace>
  <inkml:trace contextRef="#ctx0" brushRef="#br0" timeOffset="197987.81">24138 13071 443 0,'-16'-6'52'0,"5"3"103"0,2 0-150 0,3 1 8 0,1 1-10 0,2 1 5 0,2 0-4 0,-1 0-3 0,2 0-6 0,0 0 2 0,0 0 1 0,0 1 6 0,0 1 3 16,1-1-7-16,1 1-5 0,1 0 13 0,2 2-12 15,-2-2 16-15,2 1-1 0,-1-1-1 0,4 1 6 0,0 1-1 0,2-4 6 0,3 2 5 16,0-1 5-16,3-1-3 0,3 2-22 0,2-1 33 0,0-1-30 16,3 0 29-16,0 0-6 0,3-1-13 0,3 1 1 0,2 0-4 0,3 0 5 15,2 0 3-15,4 0-3 0,0 1 0 0,2-1-25 0,-6 0 25 16,0 1-22-16,0-1 22 0,-1 0-6 0,3 2-14 0,1-2-3 15,-1 0 5-15,-1 1-3 0,1 0 15 0,-1 2-5 0,-3-2-6 0,3 2-8 16,-3-3 6-16,-8 0-4 16,-2 1 8-16,-1-1-5 0,-1-1-4 0,8 1 2 0,-2-3-5 15,-3 0 6-15,-2 1 7 0,1-1-2 0,0 1 0 0,-1-1-22 0,1 1 22 0,-2-1-19 0,-2 1 26 0,-1 0-4 16,-2 1-8-16,1 1-1 0,-5-1-1 0,-3 1 2 0,-3 0 0 16,-4 1 2-16,-1-1-2 15,-2 1-7-15,-1-1 15 0,0 0-12 0,-3 2 10 0,-1-1-1 0,-2 1-5 0,-4 0 4 16,-2 0-5-16,-4 2 6 0,-2-1 2 0,-1 2-3 0,0-1 0 0,-2 2-8 0,-3-2 8 15,-1 3-7-15,-2-1 8 0,3 0-1 0,-3 0-5 16,-4 1-3-16,-1-2 4 0,-2 0-1 0,3-1 8 0,6 0-1 0,0 0-6 0,-4-4-3 16,-3 1 8-16,-7 0-6 0,0 0 4 0,2 1-1 0,1-1-2 15,-1 0-8-15,0 1 6 0,2-2-1 0,-2 1 18 0,1 0-4 16,2 0-7-16,1-1-16 0,9 2 17 0,-1-2-13 0,0-2 22 16,0 1-5-16,-3-1-7 0,3 0-23 15,3-2 21-15,4 1-13 0,1 0 37 0,5 0-3 0,1 0-15 16,2 1-14-16,2-2 13 0,0 3-13 0,1-1 13 0,3 0-3 0,1 1-4 0,1 1-3 0,1-1 0 15,0 1 1 1,0 0-7-16,0 0 6 0,3 0-4 0,1 0-2 0,3 1 17 0,2-1-14 0,2 1 16 0,3-1-1 0,3 0-6 0,5 0 2 16,6-1 7-16,5 0-3 0,3 0 18 0,-2-2-1 0,-3 2-6 15,1-1-20-15,2 1 18 0,3-1-18 0,5 0 19 0,-3 1-1 16,-1 0-7-16,3-1-6 16,-1 2 0-16,0 0-3 0,2 0 4 0,-4 0 1 0,-2-1 0 15,-8 0-20-15,-3-2 23 0,-2 1-20 0,2 0 29 0,3 1-5 0,-1-1-9 0,-3 0-14 0,-5 1 17 0,-1 0-10 16,-4 0 22-16,1 1-3 0,-2-2-16 0,-1 2-4 0,-2 0 13 0,-5 0-8 15,-1 0 8-15,-3 0-3 0,0 0-6 0,-1 0 29 0,0 0 8 32,-1 0 5-32,-1 0 6 0,-4-1-12 0,-2 0-16 0,-5-1-25 15,-3 1 13-15,-3 1-13 0,-2 0 15 0,-2 0-2 0,-5 0-7 0,-5 3-12 16,0-1 13-16,-4 0-7 0,5-1 27 0,1 0-1 0,-4 0-9 16,-2 2-12-16,-3-2 16 0,-1 0-14 0,3 3 16 0,4 0-6 0,2-1-9 15,0 2-3-15,0-3-2 0,0 2 2 0,3 0 7 0,3 0 1 0,4 0-1 0,8 0-27 16,3-1 2-16,0 0-17 0,0 0-84 15,-4-2-49-15,0 1-50 0</inkml:trace>
  <inkml:trace contextRef="#ctx0" brushRef="#br0" timeOffset="199953.75">9823 13208 212 0,'-12'-12'160'0,"3"-4"-96"0,0 0 80 0,0 1-82 0,5 5-32 0,0 3-4 0,2 0 8 0,-1 2 5 0,2 1 1 0,-2 0 4 0,1 2 10 0,2 1-9 0,-1 1-2 0,1 0-9 16,0-2-9-16,1 2-21 0,-1 0-5 0,0 0 0 0,0 0-2 0,0 0 3 16,1 2 0-16,1 0-18 0,3 2 27 0,-1 0-23 0,4 2 30 15,-1 1-6-15,1-1-12 0,1 2-12 0,0-1 15 0,1 1-7 16,2-2 28-16,1 2-6 0,0-2-11 0,1 3-1 0,0-1 1 16,3-1-1-16,2-1 1 0,0 2-3 0,0-2 0 0,2 2 4 0,-1-1-3 15,0 1 7-15,0-2 1 0,-1 3 0 0,-1-3-4 0,0 0-1 16,2 2 8-16,-1-3-8 0,2 1-3 0,-3 1 0 15,-5-4-1-15,1 4-12 0,-1-2 13 0,1-1-8 0,7 1 30 0,-2-1-8 0,1 0-10 16,2-1-3-16,-2 3-2 0,1-1 1 16,0-3-2-16,1 1-1 0,-1-1 5 0,2 0-4 0,0-2-6 0,2 0 5 0,0 0 3 15,-3-2 4-15,2 0 1 0,-2-3-17 0,1 1 16 0,-3-3-16 0,-1 4 15 16,-3-3-4-16,-4 3-4 0,-3 0-7 0,-7 0 8 0,1 2-2 16,-1 0 24-16,-6 1-1 0,4-1-5 0,-4 1-16 0,2-2 18 15,2 0-16-15,-3-1 21 0,-2-2-10 0,-10 3-12 0,-5-4-5 0,-3 3 5 16,-1 0-1-16,-3-1 9 0,-1 3-1 15,-3 0-8-15,-3 1 3 0,-2 0 2 0,0 0-1 0,-3 0-3 0,2 0-1 0,0 0 1 0,0-2-5 16,1 0 6-16,5-1-2 0,-1 1 15 0,2-1 0 0,1-1-6 16,-4 0-7-16,3 2 18 0,2-1-13 0,1 2 14 0,3 0-6 15,3 1-14-15,1 0-9 0,2 0 13 0,2 2-9 0,2 1 19 16,0-1 0-16,3 0-10 0,0 2-15 0,1-2 15 0,2-1-15 0,2 2 17 16,3 0-2-16,1-2-5 0,0-1-22 0,2 1 18 15,3 0-16-15,1 1 22 0,3 0 1 0,4 2-10 0,3 0-6 0,2 0 14 16,6-2-12-16,1 0 18 15,3-2-3-15,4 0-3 0,5 0 1 0,0-3-8 0,4 0 9 0,4 0 3 0,-1-3 0 0,-5 3 2 0,1-4-27 16,-1 3 28-16,-1-1-24 0,7 1 32 0,-5 1-3 0,0-3-12 0,1 5-15 16,0-1 16-1,2 0-12-15,-2 2 26 0,-1 2-3 0,-1 0-12 0,-4 2-7 16,-2 2 6-16,2 1-6 0,0 2 9 0,4 2-2 0,0 2-1 0,1 5-75 16,1 4-36-16,2 2-16 0,-1 6-29 0</inkml:trace>
  <inkml:trace contextRef="#ctx0" brushRef="#br0" timeOffset="206468.94">11452 13077 256 0,'-8'-8'-3'0,"2"4"-98"0,2 1 61 0,0 2 9 0,0-1 38 0,2 0 9 0,-2 1-9 0,3 0 19 0,-1-1-7 0,0 2-6 0,-1-2-22 0,1-1 16 0,0 1-15 0,0 1 18 16,1-2-6-16,-2 0-7 0,1 1 1 0,0-1-3 0,0 1 6 0,-1-1 8 16,0 1 2-16,0-1-3 0,-1 0-2 0,1 1 20 0,-2 1-16 15,1-1 13-15,-1 1-7 0,1 1-9 0,-3 0 5 0,2 1-7 16,-1 1 9-16,-1 0-6 0,0 2 5 0,1-1-2 15,-1-2-11-15,1 1 17 0,1 2-17 0,0-2 12 0,2 0 0 16,0 1-5-16,0 1-11 0,1-3 13 0,0 3-9 0,0-1 18 0,-1 0 1 0,3 2-14 16,1-1-5-16,3 2 12 0,-1 1-12 0,3-1 10 0,-1 1 1 15,1-1 2-15,2 0-16 0,2 1 17 0,1-1-11 0,2 1 29 0,0-2 0 16,2 1-15-16,1-2-31 0,2 1 33 0,3-1-32 16,1 1 36-16,1-2-6 0,1-1-12 0,3 1-21 0,0-1 16 0,2-2-12 15,4 0 42-15,-3 0-11 0,1 0-12 0,-6-2-30 16,1-1 26-16,2 1-19 0,3-2 41 0,1-1-10 0,1 1-16 0,-1-3-3 0,2 1 3 15,0 0 1-15,-1 0 14 0,1 0-2 0,-1 2-7 0,0-2-13 16,1 2 17-16,-3-2-15 0,-1 2 15 0,-9-1 0 0,0 0-7 0,3-1-21 16,-1 3 18-16,6-3-15 0,-4 1 33 0,-3 0-1 15,-2 0-10-15,1 1-28 0,1-1 27 0,0 3-24 16,0 0 38-16,0 1-9 0,-2 1-14 0,0 1-14 0,-1 1 9 0,0 1-5 0,1 3 17 16,-3-1-28-16,3 2-23 0,-1 2-77 15,-1 2-32-15,0 1-6 0</inkml:trace>
  <inkml:trace contextRef="#ctx0" brushRef="#br0" timeOffset="208501.79">26335 13085 480 0,'-11'-11'124'0,"0"1"170"0,2 3-222 0,2 2-42 0,2 3-13 0,3-1-1 0,1 3-3 0,0-1-12 0,2 1-2 0,-1 0-2 0,0 0-1 15,0 0-5-15,0 0 3 0,2 2-2 0,2 1-17 0,1-1 29 16,2 1-22-16,2 0 37 0,0 0-8 0,1 0-13 0,5 1-9 0,-1-2 12 16,5 2-5-16,3 0 19 0,2-1-3 0,5 0-14 0,5 1 4 15,2-2 5-15,-4 1-3 0,1 0-1 0,3 0 3 0,0-2-1 0,9 0-3 16,0 2 2-16,-1-2-2 0,1 0 6 0,1 1-1 0,3-2-3 16,3 0-8-16,0 0 11 15,-6 0-12-15,0-2 10 0,-5 0-4 0,0-1-1 0,6 1-15 0,-5 0 10 0,0 0-5 0,-3 0 28 0,-1 2-7 16,-2 0-11-16,1 2-7 0,-3 0 10 0,-6 1-9 0,-6 3-40 15,-7 2-55-15,2 3-50 0</inkml:trace>
  <inkml:trace contextRef="#ctx0" brushRef="#br0" timeOffset="-211582.95">8752 14848 212 0,'-3'-2'68'0,"-3"1"-27"0,1 1 20 0,0 0-12 0,3 0 3 0,0-2-22 0,0 0 12 0,0-1-6 0,1 1-1 15,-1-1-15-15,0-1 6 0,-1 2-9 0,1-4-3 0,-1 3-4 0,1-1-2 0,-1-1-17 16,0 2 9-16,1-1-4 0,-2 2 21 0,2 0-1 0,-1 0-11 16,3-1-27-16,2 1 35 0,-1 0-31 0,1 2 37 0,-3-1-5 15,-1 0-17-15,0 0 1 0,-2-1-7 0,1 1 7 0,0-1-2 0,-2 0 0 16,-1 0 2-16,1-2-1 0,-2 1 3 0,-1-2-4 0,0 0 2 15,1-1 0-15,-2 2 2 0,-2-3 0 0,0 2-7 0,0 0 7 16,-3 0 7-16,2 1-1 0,1-1 6 0,-3 1-30 0,1 0 23 16,-1 1-21-16,-1 1 34 0,0 0-5 0,1 0-11 0,-2 0-2 0,1 1 0 15,1-2 2-15,-1-1 8 0,2 2 0 0,-1-1-5 0,-1-1-5 16,2 0 17-16,0 1-13 0,-1-3 19 0,-1 3-13 16,1-1-9-16,-3 0 4 0,0 0-7 0,0 1 11 0,3 0 7 0,0-1-5 15,0 3-2-15,4-3-9 0,-3 0 12 0,0 3-11 0,-2-5 7 0,-5 4-2 16,0-1-6-16,-2 1 4 0,2-1-2 0,-1 1 4 0,1 2-5 15,-1-2 4-15,1 1-1 0,-2 1-13 0,-1 0 18 0,1 0-18 16,0 1 13-16,3 1-2 0,0-2-6 0,0 1 3 0,0 0 1 0,-2-1 3 16,2 1 14-16,0-1-1 0,1 0-4 0,2 0-5 0,1 0 13 15,2 2-11-15,3-2 7 0,1 0-5 0,-1 1-6 16,-2-1 0-16,-3 0 2 0,-2-1 2 0,1 1 7 0,2-2 0 0,-2 1-3 0,-1 0-34 16,1 0 33-16,1-1-30 0,-1 1 41 0,0-1-9 0,0 0-14 0,1 0-6 15,-1 0 0-15,0 2 3 16,2 0 11-16,-1 0 1 0,2 0-4 0,-2 3-23 0,-2 0 24 0,1 0-21 0,1 0 29 0,-2 2-7 15,-1 0-10-15,-1 2-7 0,-1-2 6 0,0 0-3 0,2 2 17 16,6 0 0-16,0-1-9 0,-4 1-19 16,-1 0 27-16,-4 2-24 0,0-2 31 0,0 0-4 0,1 1-12 0,-2-2-11 15,0 2 9-15,2-3-5 0,-1 3 22 0,2 0-3 16,0 1-9-16,-1 1-19 0,3 0 19 0,-1-2-16 0,2 1 29 0,2 0-7 16,0 0-7-16,0 0-14 0,2 0 9 0,-2 0-7 0,1 0 22 15,0-4 0-15,-1-2-7 0,2 5-20 0,-1-3 22 0,3 6-19 0,0-1 26 16,0 0-7-16,1 2-11 0,0-1-2 0,3-1-1 0,2 1 5 0,-2-1 10 0,2-1-1 15,-5 1-2-15,0-1-23 0,1 0 21 0,1-1-17 0,1 1 31 16,2-3-11-16,1 2-11 0,-1-1 1 0,2 0 1 0,1 0 3 16,0 2 2-16,1 0-1 0,0 0-3 0,1 2-20 0,1 0 27 0,-1 1-21 15,2-2 27-15,-1 1 2 0,0 1-12 0,2-1-15 0,-1 0 14 16,1 0-14-16,1 1 25 16,0-5-2-16,1 2-9 0,-1-1-3 0,0 1 11 0,0-1-11 0,1 1 4 0,1 0-3 0,0-2-7 0,-4 1 5 15,0 0-4-15,0-1 7 0,1 2 5 16,5-1 2-16,0 0 0 0,3 1-15 0,0 0 14 0,1-3-15 0,3-1 13 0,-1 1-4 0,-1-4-4 15,2 0 0-15,-1 0 0 0,0-1 4 0,2 3 8 0,1 0-2 16,2-1-2-16,3 1-27 0,0 1 26 0,1-1-21 0,1 1 39 16,-2-1-9-16,0 1-13 0,1-1 2 0,0 1-9 0,1-2 10 15,-1 1 4-15,0-1 2 16,-6-1 2-16,0 0-17 0,-1 0 12 0,1-1-14 0,5 0 10 0,0 0 0 0,-1-1-4 0,2 2 10 0,-2-2-10 16,2 2 9-1,-1 1-5-15,2 1 0 0,1 2 4 0,1 0-17 0,0 0 17 0,0-4-13 0,-1 1 22 0,-2-2-5 0,-1 0-9 0,0 1-12 16,1-1 12-16,-3 1-8 15,-4 2 22-15,-2 0-3 0,1 2-7 0,1 0-18 0,7-4 20 0,1-2-16 16,-1 0 29-16,-1-4-9 0,1 0-10 0,2-2-13 0,3 1 11 0,1 0-5 0,2 2 23 16,1 1 1-16,0-3-11 0,1-1-16 0,1-1 21 0,0-3-19 0,-7-2 25 15,-2 2-5 1,-3 1-9-16,3 0-17 0,4 1 15 0,0 4-10 0,-1 1 28 0,-2 3-1 16,1 3-12-16,2-1-18 0,1-2 18 0,-2-3-17 0,-1 1 20 0,-2-1 0 15,0 2-6-15,-1-1-15 0,1 2 13 16,0 0-10-16,-5 0 27 0,-4 0-5 0,-3-1-9 0,-1 0-18 0,2-2 19 15,3 2-14-15,2 0 23 0,-2 1-5 0,-2 0-12 0,1-3 5 0,-4-2-1 0,0 1 5 16,0-1 11-16,-3-1 0 0,0-1 1 16,-2-3 1-16,0-2 8 0,-3 1-6 0,0-1 6 0,-2 1-6 15,-1-3-3-15,1-2 0 0,-3 0-7 0,0-2 7 0,-1-3 1 16,-1 2-5-16,0-1-2 0,-1-1-13 0,-2 1 5 0,2 1-5 0,-3-1 8 16,1 4-2-16,-3-1-3 0,-2 0-19 0,0 0 18 0,-4-1-13 15,0 0 30-15,-2 0 0 0,-1 1-13 0,-3-2-23 0,-1 2 24 0,-2-1-22 0,-1 6 33 0,7-4-12 0,-5 2-10 0,-3-3-2 16,0-2 0-16,-6 3 5 0,2-1 8 0,3 5 0 0,0 1-3 0,2-1-16 15,0 3 14-15,4 2-13 0,2 0 8 0,2 0-16 0,3 2-17 32,2-1-17-32,2 0-23 0,2 2 6 0,1-1-105 0,4 2-21 0,1 0-31 0</inkml:trace>
  <inkml:trace contextRef="#ctx0" brushRef="#br0" timeOffset="-209766.43">21274 15368 205 0,'3'-11'-6'0,"1"0"-32"0,0 2 17 0,2 2 24 0,-2 4-9 0,3 1 30 0,-2-2-1 0,0 2-13 0,2-5 6 0,0 2 7 0,-2-2-3 0,2 0 6 16,1-1-2-16,0 2-8 0,1 0-27 0,1 0 35 0,-2 1-30 16,1 0 37-16,-1 2-7 0,-1-2-13 0,2 3-1 0,0-1 6 15,2 0 0-15,-3 1 21 0,0 2-4 0,0-1-8 0,1 1-12 0,0 0 19 16,0 0-16-16,1 0 18 0,0 0-8 0,0 1-7 0,1 0-6 15,1 0 2-15,0 1 0 0,3 0 10 0,-2 0-1 0,2-1-3 0,1 0-9 16,-7 2 11-16,1-2-11 0,-1 1 12 0,2-2-9 16,6 2-7-16,3-1 0 0,0 0-2 0,0 2 7 0,2-2 12 0,-4 0-6 15,2 3-5-15,1 0-9 0,1 0 9 0,-1 1-8 0,1 0 9 16,1 2-9-16,0-1-5 0,3 0-9 0,2 1 9 0,2 0-3 16,1-1 18-16,0-3 1 0,1-1-14 0,-5 0-22 0,1 2 30 15,2 0-28-15,2 0 34 0,3-2-4 0,-2 2-13 0,0-1-16 0,0 1 16 16,0-2-11-16,2 2 30 0,1 0-1 0,-1 0-12 0,6 0-13 15,-2 1 12-15,-6 0-13 0,1 1 10 0,-4-1-2 0,3 0-5 16,6 2 1-16,-2-2-1 0,-2 3 5 0,-3-3 11 0,0 1-2 16,-2 1-4-16,3 2-22 0,0-1 22 0,3 1-20 0,1 0 28 15,-2-3-2-15,-7-3-7 0,1 0-7 0,2-2 2 0,-2-1-3 0,7-4 12 16,-2 1 3-16,-3-3-2 0,0 0-3 0,2 0 24 0,0-2-17 16,-1 0 24-16,3-1-13 0,0 2-14 0,3-2-11 0,-2 0 4 15,-2-2 0-15,-6 1 19 0,-5 0-6 0,2-2-10 0,0 0-22 16,2 1 26-16,-4 0-21 0,-3 1 30 0,-2-1-5 0,-2 0-15 0,1-1 3 15,-4-4-4-15,0 0 5 0,-2 1 4 0,-3 0-1 0,-1-1 3 0,-3 0-17 16,-2-2 16-16,-1-2-13 0,-1 1 20 0,-1 1-6 16,-3 0-8-16,-1-2-3 0,-4 1 3 0,-1 0 0 0,-1-1 10 15,-3 2 0-15,0-1-9 0,-2-1-18 0,-3-1 29 0,-1-2-25 16,-4 0 29-16,-2 1-7 0,-2-2-16 0,-2 4 5 0,4-1-3 0,-1-1 4 16,-2 2 9-16,-3 1-5 0,-6-1-3 0,1 0-17 0,-1 2 19 15,2 1-15-15,0 2 28 0,0 2-8 0,0 0-11 0,-6 1 0 16,-2 1-5-16,-2 1 7 0,2 1 1 0,-2 1 2 0,-1 2 2 0,-2 2-12 15,-3-1 10-15,3 3-11 0,-1-1 9 0,-3 0 0 0,-2 1-2 16,-2 1-16-16,0-3 18 0,-2 2-12 0,2 2 21 16,2 3-1-16,0 1-14 0,-3 4-9 0,-3-1 17 0,0 2-13 15,1 0 12-15,4 1-4 0,1 1-10 0,-2-1 3 0,1 3 0 0,5-1 5 16,0 1 8-16,2 0 1 0,2-1-1 0,-3-1-6 0,2 2 4 16,3-2-5-16,-1 5 6 0,5-2-2 0,1 1-1 0,1 2-14 0,2 0 13 15,0 2-8-15,0-1 25 0,-1-3-3 0,1 3-11 0,3 2-1 16,4 3 3-16,3 1-4 0,1-3 3 0,0 0 0 0,-4-1 0 15,4 3-15-15,2-2 8 0,5 2-6 0,3-1 27 0,4 1-7 16,4-2-7-16,1 4-23 0,5-2 20 0,1 0-17 0,2-1 29 0,2-3-6 16,4 3-8-16,3-1-1 0,4-1-2 0,2-3 4 0,6 1 3 15,1-1 1-15,5-2-3 0,3 3-10 0,-1 0 16 0,-3-2-14 16,0-2 19-16,2-2-9 0,4-1-7 0,7-1-7 0,2-2 9 0,-2-1-2 16,3 1 22-16,-2-2-4 0,5 3-10 0,8-1-23 0,2 0 27 0,0-3-21 15,0-3 34-15,-6-2-7 0,3 2-17 0,4-1-1 0,1 3-22 16,3-2 10-16,2 3-56 0,-3 1-12 0,-1-5-9 0,0 1-95 15,-6 0 115-15</inkml:trace>
  <inkml:trace contextRef="#ctx0" brushRef="#br0" timeOffset="81734.17">7847 12924 212 0,'-8'-5'55'0,"1"2"-35"0,2 3 9 0,-1-1-10 0,3 1 13 0,0 1-20 0,-1 1 5 0,1-1 0 0,1 0-11 0,0 1-31 0,2-1 37 0,0 0-34 0,0 0 39 16,0-1-9-16,2 0-19 0,-1 3 16 15,1 0-10-15,1-2 13 0,0 1-7 0,0 0 4 0,-1 2 2 0,2-2-25 0,-1 2 33 16,0 0-27-16,2 0 37 0,-1 1-9 0,2 0-18 0,-1 3-12 16,1-2 18-16,0 0-9 0,-1 1 28 0,0 0 0 0,0-1-15 0,1-1-19 15,1 2 23-15,-1 0-23 0,1-2 22 0,-1 3-5 0,1-3-6 16,-1-1-6-16,1 2 6 0,1 0 0 15,-1-1 22-15,1 2 2 0,-1-1-8 0,3 1-9 0,1 0 15 0,0 2-17 0,1-2 8 0,2 0 0 16,0 1-3-16,2 0-7 16,0-1 10-16,2 4-6 0,0-4 16 0,1 1 0 0,0 0-9 0,1-1-18 0,-1 0 23 0,0 0-20 15,-8 0 27-15,0-1-7 0,-1-1-11 0,1 0-10 0,7-1 14 0,0-1-5 16,2-1 31-16,-1 1-4 0,0-2-13 0,0 1-26 0,1-1 30 16,2 1-27-16,0 0 28 0,2 0-11 0,1 0-16 0,3 1-8 15,0 1 8-15,0-1-1 0,2 3 15 0,-1-1-1 16,2 2-12-16,-1 0-9 0,-3 1 19 0,-6-2-17 15,-1 0 15-15,0 0-1 0,1-2-9 0,4 0-11 0,-1 0 14 16,-1-3-7-16,-1 3 25 0,0-3-1 0,-2 0-12 0,3-1 6 0,1 0 14 0,3-4-10 0,1 1 9 0,0-4-7 16,3-1-8-16,4 1-25 0,1-2 19 0,1-1-13 15,-8-2 32-15,1 1-4 0,-1-2-16 0,1-1-16 0,6-2 20 0,-1 1-17 16,-3-3 21-16,-1 1-3 0,-2-1-8 0,0 0-1 0,-2 2-1 0,-3-2 2 16,-2 0 9-16,-2-1-2 0,-2 1-3 0,3-3-6 0,-2-2 12 15,-2 2-11-15,-2-1 3 0,-2 0-1 0,-4 5-2 0,-6 1-2 16,-1-1 3-16,-2 0 0 0,0 0 10 0,1-1-1 0,0 0-7 0,1 0-16 15,-4 0 25-15,1-1-19 0,-1-1 27 0,0-3-5 0,1 2-13 16,-2-2-4-16,1 0 16 0,2 5-7 0,1-2 32 0,0 2-3 16,-1 1-12-16,-4-3-26 0,-3 4 25 0,0-2-23 0,0 2 28 15,-1 1-6-15,-2-2-10 0,-2 5-7 0,0-2 9 0,-1 1-6 16,-1 4 12-16,1 2-1 0,-2-2-10 16,-1 0-15-16,-2-1 15 0,-1 0-13 0,-3 0 13 0,-1 3-6 0,0-2-10 0,-4 3-1 0,0 0 7 15,-1 0-3-15,-1 0 9 0,-3 2 3 0,1 0-7 0,-3 1-22 0,4-1 29 16,-4-1-26-16,-1 1 34 0,-2-1-6 0,-6 1-12 0,2-3 5 15,-1-2-3-15,3 0 4 0,0-1 0 0,2 1 2 0,-1 2 0 0,-4-1-24 16,3 4 26-16,3 0-22 0,1 2 30 0,-2 2-4 0,-1 1-13 16,-7 4 2-16,0 1-1 0,3 3 3 15,1 3 3-15,3-1-3 0,1 6 1 0,-3-2-19 0,2 2 18 0,0 1-15 0,2 0 20 16,0 0-4-16,0 0-10 0,-1 1-2 0,-3-4 9 0,4-1-3 0,1 1 13 31,5-3-1-31,0 6-9 0,3-1-18 0,2-2 23 0,1 1-19 16,0-4 24-16,2-1-3 0,2 0-9 0,1-1 5 0,2 1-5 15,2-2 5-15,2 0-2 0,6 0 1 0,1-2 0 0,0 2-19 0,0 0 20 16,-5 0-16-16,1 0 25 0,2 1-8 0,0 1-11 0,1 1 7 16,2 0-8-16,-2 12 8 0,6-14 0 0,1-1 1 0,0 3-11 15,2 1 13-15,2-2-13 0,2 1 9 0,1 1 0 0,3-1-4 16,1 1-11-16,2 1 12 0,-2 0-8 0,2 0 27 0,-5 2-5 16,1-3-10-16,2-2-8 0,3 1 8 0,8-3-9 0,1 1 5 15,0 1-2-15,1 0 1 0,-1 0-19 0,3-1-15 0,3 1 3 0,3-4-46 16,3 1-3-16,1-2-7 0,5 5-49 0,3-2-6 0,-1 1-15 15,-2 3 50-15</inkml:trace>
  <inkml:trace contextRef="#ctx0" brushRef="#br0" timeOffset="86324.2">22324 13199 256 0,'-6'-9'7'0,"2"0"356"0,1 3-174 0,0 4 4 0,2-1-213 0,1 0 22 0,1 3-20 0,3 0 28 0,2-1-4 0,2 1-14 16,3 0-4-16,3 0 8 0,2 1-3 0,2-1 22 15,-2 2-1-15,4-1-5 0,-1 0-11 0,3 1 6 16,3 1-9-16,2 1 0 0,0-1-1 0,0 2 0 0,0-1 0 0,-6 1 4 0,-1-1 0 0,5 1 11 15,1-1 2-15,9 1-7 0,0-1-9 0,1-2 10 0,0 1-10 16,0-1 12-16,0 0-5 0,5-1-2 0,6 1-12 0,1 0 13 16,-1-1-6-16,-6-1 20 0,-4-1-3 0,-2-1-12 0,-1-1-4 0,2 0 10 15,-4-2-8-15,-3-2 7 0,-4 2 2 0,2-2-4 0,-2-2 1 16,1 1 12-16,1-1-7 0,-1 1 12 0,0-1-1 0,2 2-12 16,1-1-12-16,-2-1 17 0,-7 1-18 0,2-1 10 0,-2 2-1 0,2-2-4 15,9-1-12-15,-3-2 14 0,0-1-8 0,-2-1 20 0,-1-2 2 16,2-1-13-16,3-4 11 0,1 0 7 0,3-2-6 0,2-2-3 15,1 2-1-15,2-1-4 0,0 1-8 0,-6-1 4 0,-3 0-4 16,-2 1 9-16,-2 0 0 0,3 0-3 0,-4 2-21 0,-3-2 25 0,-4 0-20 16,-2 1 41-16,-4 3-2 15,-3 2-10-15,0 2-3 0,-4-2 20 0,-4 2-12 0,-2-3 22 0,-5 2-11 16,-2 1-18-16,-1-4-16 0,-5-2 9 0,-3 1-9 0,-5-1 6 0,-2-1-5 16,-6 3-6-16,-5-3 2 0,0-4-4 0,2 0 6 15,1-3 4-15,-2 2 1 0,-4 1 2 0,-5 3-17 0,1 1 16 0,0 2-13 0,3 3 19 16,1 2-3-16,1 1-8 0,-5 3-12 0,0 2 11 0,3 1-8 15,3 1 22-15,1 3-3 0,-3 0-10 0,-3 3-19 0,-8 1 25 0,2 1-21 0,1 5 30 16,-1 1-6-16,-1 2-11 0,-5 3-3 16,-3 2-1-16,2 1 2 0,-2 4 11 0,3 1-1 0,2 3 0 0,-1 2-11 0,2 3 7 15,1 3-7-15,-2 2 2 0,1-1 0 0,5 0-3 0,-1 3-8 0,1 1 13 16,1-3-9-16,3 4 14 0,5-3 3 0,5 0-10 0,7 3-8 16,0 0 14-16,5 0-14 0,3-1 11 0,3-4-6 0,3-1-4 0,1 1 4 15,2-4 1-15,2-2 5 0,2-1 5 0,2-2 1 0,2 1-6 16,2 0-7-16,1-4 10 0,1 0-8 0,2-1 11 15,0-3-4-15,1 1-4 0,1 1-9 0,1 1 9 0,0 2-6 0,1-2 16 16,4-1-4-16,3-2-3 0,2-2-17 0,2-2 17 0,4 0-13 16,3-5 25-16,6 0-5 15,2-1-9-15,3-1-13 0,-6-2 7 0,5-1-5 0,0 0 14 0,0-2 0 16,5-2-8-16,0-2-54 0,-4 2-5 0,3-3-21 0,2 2-78 16,3-1-24-16,3 2-25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8:16:42.98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21133 13088 256 0,'6'-10'1'0,"-5"6"49"0,-1 1-24 0,0 3 2 0,2-1-46 0,-1 1 20 0,0 0-14 0,1 0 34 0,1 0-5 0,1 1-14 0,1-1-5 0,2 0 16 0,1 2-14 16,1-1 18-16,1-1 1 0,1 1-7 0,2-1-5 0,0 0 5 15,-1 0-4-15,1 0 17 0,0 0-3 0,1-2 0 0,2 0-29 0,-1 1 31 16,2-1-25-16,1-1 43 0,0 0-14 0,2 3-17 0,0-1-19 16,2 0 13-16,0 0-7 0,3-1 30 0,-1 2-1 0,1 0-12 0,5-1-24 15,-2 0 24-15,-6-1-24 0,-1 2 30 0,2-2 1 0,0 1-4 16,10-2-15-16,0 1 15 0,0 0-13 0,1 0 31 0,-1-1-3 16,2 1-10-16,5 2-18 0,4 0 14 15,3 0-16-15,0 0 17 0,0 0-3 0,-3 1-1 0,3 1-19 0,4 0 12 0,1-1-7 0,4 2 41 16,3-2-8-16,4 4-9 0,3-1-28 15,-1 1 28-15,1-1-24 0,-3 0 30 0,-1-1-11 0,3 0-17 0,5 3-1 0,2-2 0 16,-2 3 4-16,-1-4 4 0,-6 3 1 0,-1-5-5 0,4 3-1 0,6-2 11 16,2 0-10-16,0 0 7 0,-6 1-7 0,0-2-3 0,-1-1-2 15,1 1-2-15,1-1 6 0,4 1 7 0,-3-1 1 0,-5 0-3 0,4 0-28 16,-5 0 32-16,2-1-30 0,3 1 37 0,0 0-4 0,0 0-13 16,2 3 0-16,-2 1-4 0,-5-1 4 0,-1 0 1 15,-4 2 2-15,3-2-2 0,4 1-4 0,-3-1 12 16,-8-1-11-16,1 1 2 0,-7-1 4 0,-1-1-1 0,8 0 8 0,-9-1 11 0,-1 2-3 15,2-2 28-15,-3 1-3 0,0 0-8 0,-1 2-35 0,-9-2 30 0,-3 0-28 16,0 1 38-16,0-1-12 0,4 1-16 0,-2 0-19 0,-5-1 13 16,-2 0-10-1,0 1 18-15,-2-2 0 0,-1 1-11 0,-1 0-12 0,-1 0 12 0,0 1-12 0,-3-1 14 0,-2 0-1 0,-2 0-5 0,2 1-22 16,-3 0 18-16,-2 1-15 0,-2-1 30 0,-2 1-6 0,-1 0-12 16,-1 0-9-16,0 0 7 0,-3 0-12 0,0 0-44 0,-2-1-20 15,-1-1-27 1,-1 1-66-16,-3 2-42 0,-5-1 1 0,-10 2 33 0</inkml:trace>
  <inkml:trace contextRef="#ctx0" brushRef="#br0" timeOffset="1380.37">9651 14281 236 0,'2'1'2'0,"0"1"-10"0,3-1 10 0,1 2-6 0,2-1 10 0,1 2 4 0,0 1-4 0,0 2-30 0,-4 2 35 15,0-2-31-15,2 2 46 0,0-2-10 0,7-1-18 0,2 2-16 16,3-5 18 0,-1 0-10-16,1-2 29 0,0 1-6 0,-1 1-14 0,0 3-9 0,1-4 20 0,3 1-13 0,0 1 21 0,2-3-4 0,1 1-9 15,2 3 2-15,1-2 4 0,3 0 3 0,-1 0 16 0,3 0-7 16,-1 1-9-16,-5-2-19 0,2 1 16 0,1 1-14 0,1-2 21 0,4 0-5 15,1 0-5-15,0-1-2 16,2 1 2-16,2-1 1 0,3 2 6 0,0-3 1 0,2 2-6 0,1 3-31 16,-6-3 40-16,0-1-35 0,0 0 44 0,-2 0-6 0,6-1-20 0,2 2-6 15,2-2 7-15,0 1-4 0,3 0 18 0,1-1-2 0,-4 2-8 0,-2-1-11 0,0 0 10 16,-1 0-10-16,1 1 12 0,3 0-1 0,1-1-3 0,2 1-2 16,2 2 1-16,2-1 1 0,-2 0 8 0,-6 0-2 0,-1 0-3 0,-1-3-19 15,2 2 28-15,6-1-23 0,1-1 36 0,0 0-4 0,3 0-12 16,3 0-8-16,-5-1 9 0,1-1-5 0,-2 1 17 15,-3-1 2-15,8-1-8 0,1 0-7 0,6 3 15 16,1-1-15-16,-2 0 12 0,-8 1-8 16,-2 0-8-16,-3-1-5 0,3 1 9 0,2-2-4 0,3 2 21 0,-1 0-6 0,-2 2-9 0,-4-1-30 0,-1 0 30 0,-2 0-26 31,0-1 38-31,1 0-6 0,0 0-13 0,2 0-16 0,2 2 15 16,-1-1-11-16,-2 2 24 0,-8-1-1 0,-3-1-9 0,-1 1-10 15,-1 0 9-15,5 1-10 0,-2-1 3 0,-2 0 5 0,2 1-1 0,1 1-15 16,0-1 16-16,-2 2-11 0,-2-2 30 0,-10 2-4 0,-2-1-13 15,1-2-10-15,2 3 21 0,3-2-17 0,-1-1 22 0,-4 2-11 16,0-3-14-16,3 2 9 0,-1-2-4 0,2 1 8 0,-2 0-6 0,-2-1 4 16,3-1-4-16,0 2-7 0,-2-2 15 0,-8 1-15 0,-2-1 8 15,-2 0-5-15,2-1-3 0,7-1-13 0,0 2 13 0,-2 0-7 16,-1-1 29-16,-3 0-5 0,0-2-13 0,2 1-14 0,-2 0 17 16,2 1-17-16,-2 0 20 0,0 0-5 0,-1-1-6 0,0 1-12 0,-4 1 9 15,1 0-5-15,-1 0 18 0,-1 1 3 0,-1 2-11 0,0-2-13 16,0 0 14-16,0 2-15 0,-3-2-11 0,-1 2-24 0,-5-1-26 0,0 0-83 15,1 0-16-15,0 2-11 0,7-1 64 0</inkml:trace>
  <inkml:trace contextRef="#ctx0" brushRef="#br0" timeOffset="7125.34">26319 10301 340 0,'2'-1'49'0,"2"-1"64"0,3 2-112 0,-1-1 4 0,3 1-19 0,3 0 31 0,-1 0 6 0,2 0-13 0,2 0 6 0,2-1 22 0,0 0-20 0,3-3 18 0,0-1-12 15,5-2-12-15,1-1 1 0,1-2-4 0,-4-1 7 0,1 0 9 0,2 0-2 16,1-1-1-16,6-2-32 0,2-1 57 0,0-4-40 0,4-4 81 15,0-4-19-15,5-6-33 0,5-5-34 0,0-1 16 0,1-3-16 16,-3 3 23-16,-4-1-9 0,-1 2-13 0,1-2-9 0,4 1 10 16,-1-1-9-16,-1 2 14 0,-2 0-3 0,-1-4-2 0,1-3-18 0,-4-2 14 15,-3 0-10-15,-9-6 24 0,-5 3 1 0,1-4-15 0,0-2-7 16,7-3 20-16,-2-2-18 0,-4-7 19 16,-3 0-6-16,-2-2-7 0,-1-2-5 0,-2 3 2 0,-1-2 1 15,-3-2 15-15,-4-3 2 0,-3-4-6 0,-3-7-6 0,-2 4 13 0,-3 4-11 16,-3-6 15-16,-2 2-7 0,-1-2-3 0,-2-6 3 0,-1 8-1 0,-2 3 6 0,0-4 5 15,-2 8-7-15,-3-5-7 0,-22-79 7 16,-9 11-2-16,23 76-15 0,0 0 1 0,1 0-1 0,-1 4-2 16,-5 7 4-16,-2 3 1 0,-7 6 2 15,1 1-3-15,0-3-7 0,-3 2 11 0,-1 2-11 0,-3 4 6 0,1 4-1 0,0 1-6 0,-1 0 5 16,0 3-10-16,-4 5 11 0,-2 2-2 0,-1 1-1 0,4 3 3 0,-4-1-1 16,-2 2 3-16,1 5-3 0,0 0 0 0,-1 6 1 0,-1 1 0 15,-3-3 0-15,-4 7-2 0,2 1 1 0,-2 3-5 16,2 3 3-16,3 3 1 0,-8 2-23 0,-1 6 23 0,-3 2-20 0,-2 6 35 0,4 2-5 15,-1 3-8-15,-3 0-18 16,-3 4 18-16,0 4-13 0,-1 4 29 0,4 6 1 0,-2 3-15 0,-1 8-7 0,6 4 10 0,-3 5-11 16,3 5 5-16,4 2-3 0,1-1-4 0,0 3-3 0,3 1 8 15,3 2-1-15,7 3 14 0,3 0 0 0,3 0-9 0,1 1-17 0,2 5 26 16,6-1-23-16,5 6 24 16,5 1-4-16,7 0-12 0,2 6 5 0,2 2-1 0,5 3 2 0,2 3-1 0,5-1 0 0,2-2-4 0,2 5-7 15,5-3 12-15,4 2-8 0,3-2 10 0,5-9-3 0,3 1-8 16,5-2 10-16,4 1-5 15,3-5 9-15,5-5-3 0,3-3 1 0,7-3-4 0,5 2-3 0,-2 0 12 16,2-2-10-16,0-4 11 0,4-5-2 0,10-4-4 0,8-2-11 16,7-6 14-16,-6-6-8 0,2-7 38 0,-11-7-3 0,-2-7-12 0,4-1-23 0,-1-6 32 0,3-1-22 15,61 13 35 1,-7 12-53-16,-56-20 10 0,4 4-5 0,4 1 16 0,0-5-2 0,-5 2-8 0,0-2-3 16,-5-4 6-16,-2 0-7 0,1 0 3 0,-2-1-1 0,0-2-3 15,-1-1-4-15,-8 0 0 16,-4-2 2-16,-5-3-12 0,-6-3-9 0,3-2-19 0,-2-2-66 0,-1 0 8 0,-2-2-31 0,1-4-91 0,-5 0-27 15,2-2-46-15</inkml:trace>
  <inkml:trace contextRef="#ctx0" brushRef="#br0" timeOffset="9024.24">24927 8605 212 0,'-1'-8'94'0,"-1"4"-60"0,0 0 36 0,2 0-54 0,0 4-7 0,3-1-13 0,0-1 6 0,2 2 5 0,1-2-4 0,2 1-17 15,1 1 42-15,1-1-34 0,3 1 47 16,-1 0-7-16,3 0-19 0,3 0-15 0,1 2 22 0,1 0-14 0,1 0 44 0,-4-1 0 15,2 2-11-15,6-2-10 0,3 1 24 0,7-2-22 16,1 1 19 0,1-1-7-16,0 1-12 0,5-1-4 0,2 1-3 0,2 1 2 0,3 0-6 15,-2 1-2-15,-6-1-7 0,4 0-15 0,-2-2 22 0,0 0-20 16,1 0 18-16,-2-3-5 0,0-1-9 0,0 0 8 0,4 2 2 16,-1-2 3-16,0 0 7 0,-5 0-5 0,-8 0-6 0,1-1-25 0,-2 1 27 15,-1 1-23-15,3-1 28 0,-6 3-5 0,0-2-15 0,-3 2-4 16,0-1 2-16,0 2-2 0,-4 0 3 0,-2 2 3 0,-1 0-2 0,-2 1-31 15,0 1-8-15,-2-1-15 0,1 1-107 0,-3 0-40 0,-2 1-37 16</inkml:trace>
  <inkml:trace contextRef="#ctx0" brushRef="#br0" timeOffset="10180.16">25200 9660 538 0,'-8'-12'95'0,"-2"0"-60"0,2 6-60 0,1 1 29 0,2 1 1 0,2 2-2 0,0 0-3 0,2 2-8 0,0-1 9 0,0 1-4 0,1 0 14 0,0-1-2 0,0 1-11 16,0 0-29-16,1 0 32 0,-1 0-27 0,0 1 39 0,1-1-6 16,-1 1-9-16,2 1-11 0,-1-2 11 0,0 0-6 0,1 1 20 15,0 0 1-15,0 0-11 0,1 1-25 0,0 0 34 0,0 0-28 16,0-2 38-16,0 1-4 0,-1 0-15 0,0 0-1 0,1-1 0 16,0 2 2-16,-1-1 15 0,0-1 1 0,0 1 1 0,0-1-5 15,-1 0 14-15,1 0-10 0,-1 0 24 0,2 0-7 0,1 1-6 0,0-1 4 16,2 0-4-16,2 0 5 0,1 0-4 0,1 2-2 0,1-2-2 15,3 1-13-15,1-1 9 0,4 1-9 0,3 1 7 0,0-1-9 0,2 0-4 16,2 0-10-16,2-1 13 0,2 0-5 0,5 2 22 0,0-2 0 16,-2 0-13-16,-5-2-17 0,2 1 24 0,0-1-23 0,2-2 20 15,6 1-7-15,-4-2-13 0,-1 3-7 0,-1-4 8 0,1 3-1 0,0 0 17 16,-1 0-1-16,0 0-9 0,0 0-25 0,1-1 29 0,-3 0-24 16,-3 1 31-16,-8-1-5 0,-4 1-13 0,0-1 2 0,1 0-1 15,5 2 6-15,0-2 12 0,-4 1 0 0,-2 1 0 0,-2-1-21 16,-1 1 20-16,-1 1-19 0,-2-1 16 0,-2 2-1 0,0-1-9 0,-1 1-25 15,-1-1 21-15,-1 1-20 0,1 0 36 0,-2 1-1 0,1 0-10 16,-2 1-25-16,0 0 23 0,0 1-22 0,-1-1 19 0,1 1-23 16,-2 2-24-16,-2 0-23 0,0 3-29 0,-1 1 13 0,-2 2-105 0,0 1-29 15,-1 0-32-15</inkml:trace>
  <inkml:trace contextRef="#ctx0" brushRef="#br0" timeOffset="47327.03">23642 14122 512 0,'-9'-7'133'0,"-1"-1"194"0,2 2-244 0,2 1-27 0,0-1-18 0,3 3 57 0,0-1-17 0,1 0-20 0,0 1-18 0,1-2-7 0,1 1 3 0,-1-1 2 0,1 1-3 15,0-1-2-15,0 1-25 0,1-1 11 0,0 2-16 0,0-3 3 0,0 3-3 0,0-1-5 0,2 1 2 16,-2 1 1-16,1 0 2 0,0 1-3 0,-1 1 1 0,2-1-3 16,-1 1-25-16,1 0 13 0,0 1-18 0,1 2-3 0,0-2-16 15,0 1-16-15,1 4-55 0,1-3-21 0,1 3 0 0,-2-4-77 16,2 2-24-16,5 0-28 0</inkml:trace>
  <inkml:trace contextRef="#ctx0" brushRef="#br0" timeOffset="47959.35">24074 13639 472 0,'-5'-4'239'0,"-1"-3"-164"0,2 1 162 0,-1-1-248 0,-2 4 20 0,1 1-19 0,1 0 32 0,2 1-4 0,1-1-9 0,0 1-3 0,-1 1-2 0,2-1 3 0,-1 1 0 16,1-2 3-16,-1 2-3 0,1 0-7 0,-2 0 13 0,2-1-13 16,0 1 6-16,1 0 3 0,-1 1-1 0,1-1-14 0,0 3 8 15,-1 0-7-15,1 0 20 0,0 4-5 0,0-2-8 0,1 3-5 16,0 1 9-16,1 1-6 0,1 3 6 0,0-2-3 0,0 1-4 0,1-2 1 15,-1 4 0-15,0 1 4 0,2 3 10 0,0 3 0 0,1 0-1 16,1 6-12-16,0 2 8 0,0-3-10 0,1 1 9 16,-4-4 1-16,1-2 3 0,2 1-13 0,1-4 14 0,8-4-11 0,0-2 28 15,4-3-6-15,0 0-15 0,1-2-14 0,0-2 17 0,0 0-14 0,0-2 19 16,-1-2-11-16,1-1-9 0,2 0 3 0,-2-1 1 0,-1-5 7 16,-2 1 22-16,-1-1-1 0,-2-2-1 0,0-1-23 0,-2 0 14 15,-2-1-16-15,0-1 9 0,0 0-3 0,-4-2-5 0,1-2-2 16,-1-2 3-16,-4 1-1 0,0-1 4 0,-3 3 1 0,0-1-9 0,-4-2-20 15,-1-2 28-15,-3-3-24 0,-2-1 36 0,-3 0-8 0,1-1-13 16,-4 3-14-16,-1 1 10 0,-2 1-5 0,0 2 26 0,-1 2-7 16,0 2-9-16,-2 4-12 0,2 2 4 0,1 7-7 0,1 0 8 0,1 2-3 15,0 1 0-15,0 3-4 0,-3-3 4 0,2 3-3 0,2-3-8 16,0 1-1-16,4 0-14 0,3 0-41 0,2-2 17 16,3-2-31-16,4 2-54 0,2-2-23 0,2-2-37 0</inkml:trace>
  <inkml:trace contextRef="#ctx0" brushRef="#br0" timeOffset="48519.28">24735 13452 616 0,'-10'-6'73'0,"2"1"-31"0,0 2-16 0,2 0 1 0,3-1 53 0,0 2-14 0,1 2-7 0,0-2-58 0,0 0 33 0,1 0-32 0,1 1 55 0,-1 0-3 0,1 0-6 0,0-3-36 0,0 0 17 0,0 0-18 0,1-1 24 15,1 2-7-15,-1-3-16 0,3 3-6 0,-1 1 14 16,0-2-12-16,3 1 6 0,0-3-4 0,0 0-8 0,1-1-2 0,1 0 0 16,1-2 1-16,-1 2 7 0,1 1-2 0,0-1-3 0,1 1-2 0,1 0 6 15,0-1-6-15,2 0 0 0,-2-1 4 0,0 1 1 0,2 2-11 16,-1-1 9-16,-1 2-8 16,2-1 17-16,-3 1-1 0,1 0-10 0,-1 0-17 0,-1 2 24 0,1-1-20 0,-1 2 25 0,0 0-9 0,0 0-14 15,-1 1-5-15,1 0-8 0,-2 0 5 0,-1 2-26 0,0-1-6 16,-2 2-8-16,1-1-40 0,-1 2 6 0,1 0-13 0,1-1-6 15,-3 1-9-15,0-1-11 0,1-1-10 16,-2 0-16-16,1 1 7 0</inkml:trace>
  <inkml:trace contextRef="#ctx0" brushRef="#br0" timeOffset="48899.08">24823 13365 820 0,'-22'5'-43'0,"12"-1"65"0,2-1-4 0,1 2-11 0,2 3 10 0,0-4-1 0,1 2 3 0,1-2-3 0,-2 1 3 16,3 3-6-16,-2-2-9 0,3 0 22 0,-1-1-20 0,2-1 22 0,-1-3 4 16,1 1-5-16,0 0-15 0,1-1 18 0,1 0-18 0,2 0 24 15,0 1-3-15,1 0-8 0,1 1-6 0,1-1 11 0,1 1-9 16,2 1 12-16,1-2-6 0,3 4-5 0,0-3-12 0,3 4 4 16,0-1-3-16,0 2 2 0,0 0-1 0,0-1-8 0,-1 0-16 0,4-2 21 15,-1 1-18-15,1-1 22 0,1 0 2 0,2-1-8 0,-2 1 11 31,-4-1-6-31,-4 1 5 0,-1-1-4 0,-2 1-4 0,3 2 0 0,-1-1-23 16,0 3 24-16,-3 0-17 0,-1 1 40 0,-3-1-10 0,-1 1-13 16,-1 3-9-16,-2 0 3 0,-1 1-1 0,-2-1 7 0,-2 1-1 15,-2-2-4-15,-2 2-13 0,-2 0 23 0,-3 1-16 0,1 0 32 16,-1 0-7-16,-2 0-14 0,0-1-7 0,4 0 3 0,-1-1-3 0,-2 1 13 16,2-3-5-16,-4 1 0 0,-1-6-24 0,4 1 15 0,-1-3-11 15,2-1 21-15,3 3-5 0,1-1-10 0,0-1 0 0,3-3 2 16,1 1-1-16,1 1-10 0,2-2-1 0,0-1-12 0,0 2-47 15,1-2 19-15,1 0-28 0,0 0 10 0,3 0-18 0,1 0-16 0,2-3-87 16,0-1-19-16,2 0-10 0,6-2 76 0</inkml:trace>
  <inkml:trace contextRef="#ctx0" brushRef="#br0" timeOffset="49480.31">25563 13185 179 0,'3'5'86'0,"0"2"-69"16,0-2 24-16,0 1-8 0,-3 5 9 0,0-2-1 0,2 0 4 0,-1 3-8 0,2 2 16 0,-5-1-9 0,2 3 17 0,0 2-18 0,0 2-26 0,7 6 5 0,-1-2 15 0,0-1-6 16,2-3 8-16,-1 1-13 0,1-1-15 0,0 2-22 0,0-1 11 15,1-2-8-15,0-1 28 0,0-3-5 0,0 1-12 0,0-4-21 16,0 2 23-16,-2-1-19 0,1 0 22 0,1-1-15 16,-1 0-20-16,-1 2-49 0,-2-2 5 0,0-2-12 0,-1-1-1 0,0-2 10 0,-1-1-4 15,2-1-63-15,-2-1 95 0</inkml:trace>
  <inkml:trace contextRef="#ctx0" brushRef="#br0" timeOffset="49672.78">25421 13599 765 0,'-7'-7'220'0,"-2"2"-181"0,1 0 65 0,3 0-72 0,1 3 19 0,4-2-10 16,0 1 20-16,5 1-17 0,-1-1-31 0,4-2-26 0,2 1 20 15,3-2-16-15,1-2 26 0,2 0-4 0,2 1-8 0,3-4-8 16,3 1 3-16,1-1 0 0,-4-1 15 0,-1 1-5 0,2-2-9 0,5 2-5 15,4 1 8-15,0 3-7 0,0-1 4 0,-4 3-11 0,-1-2-8 0,2 1-32 16,2 2 3 0,1-1-5-16,3 4-28 0,-1 1-45 0,-2 1-45 0</inkml:trace>
  <inkml:trace contextRef="#ctx0" brushRef="#br0" timeOffset="50003">26323 13751 1011 0,'-16'-9'160'0,"0"-4"659"0,-1 2-819 16,7 3 2-16,4 3-3 0,2 3-13 0,2 2 13 0,2 0-17 0,-1 0-27 15,1 0-5-15,0 0-23 0,0 0-15 0,0 2 16 0,1 1-11 16,0-1 17-16,0 1-1 0,0 2-12 0,2 0-34 0,-2 1 9 15,1 1-19-15,0-2-55 0,2 1-47 0,1-2-45 0</inkml:trace>
  <inkml:trace contextRef="#ctx0" brushRef="#br0" timeOffset="50435.81">26798 13144 1482 0,'-32'0'-13'16,"15"2"6"-16,1 3-1 0,-1 4-9 0,1 4 4 0,0 3 13 16,2 2-7-16,-1 0 16 0,1 3-5 0,1-2-6 0,1 4 8 0,2 0-6 0,2 2 9 15,0 2 4-15,5-2-2 0,-1-1 3 0,3 4-15 16,0-1 8-16,1 0-7 0,3-2 26 0,1-7-6 0,4 2-2 0,2-6-4 15,2 0 8-15,5-1-4 0,2-2 14 0,1-1 0 0,2 1-6 16,0-4-16-16,-1 0 26 0,3-2-24 0,1 0 27 0,-1-3-4 16,2-2-10-16,1 0-11 0,-1-2 11 0,1-2-9 0,-1 0 28 15,1-1-11-15,-1-1-5 0,-1-1-27 0,-1-2 11 0,-7 0-10 0,-1 0 15 16,-3 0-1-16,0 0-11 0,8-2-6 0,-2-1 8 0,-4 0-8 16,0-1 6-16,-4-1-2 0,-3 0-3 0,-1-3-4 15,-1-3 6-15,-4-4-2 0,-1-1 13 0,-1 1-5 0,-2-5-5 0,-3 0-3 16,1 0 2-16,-3 0-1 0,0 2 2 0,-2 6 2 0,-1-1-3 0,0 4-4 15,0 1 3-15,0 5-3 0,1 3 5 0,1 0-1 16,0 4-2-16,-1-1-21 0,1 4 0 0,1-1-9 0,0 3-19 0,0 0-2 0,-2 3-2 16,6-1-37-16,-2 4 14 0,1-1-18 0,-1 2-6 15,-5-2-21-15,1 1-24 0,1 0-20 0,1-3-24 0,3-1 14 16,1 1 59-16</inkml:trace>
  <inkml:trace contextRef="#ctx0" brushRef="#br0" timeOffset="50921.07">27341 13016 620 0,'-2'0'191'0,"0"0"-100"0,1 3-62 0,0 2-35 0,1 3 11 0,0-1 7 0,2 4 4 0,1 0 5 0,2 1-7 0,-1 0 4 0,1 3-16 0,-1 0 6 0,1 2-3 0,-2 0-20 0,1 1 31 0,2-1-27 16,0-2 41-16,0-1 1 0,1-1-6 0,2-2-6 0,0 0 22 0,2-1-12 0,2-1 48 0,0-1-13 15,3 0-14-15,2-3-22 16,1 0 11-16,1 0-15 0,0-1-6 0,1-2-3 0,-8 1-6 0,1-3-13 0,-1 0 6 0,2-3-4 16,6 0 19-16,-3-4-5 0,0 1-9 0,-2-3-9 15,-3 0 11-15,-1-3-8 0,0 0 8 0,-4 0 2 16,-1-2-6-16,-1-1-17 0,0-1 21 0,-2 0-17 0,0-1 22 0,-3 2 0 15,-1 0-12-15,0-1-4 0,-4-1 6 0,1 1-7 0,0-4 1 16,-2 5-1-16,2 0 0 0,-2 3-5 0,1 3 8 0,0 1-3 16,1 5 31-16,0-1-5 0,0 2-4 0,2 1-23 0,0 0 20 0,0 1-17 15,1 1 22-15,-1 0-5 0,0 5-12 0,1 0-9 16,0 4 7-16,0 2-4 0,2 1 17 0,0 1 0 0,2-2-3 0,-1 4-12 16,3-1 11-16,-1 2-9 0,2 2 14 0,0 4-5 15,-2-1-6-15,2 3-8 0,1-2 6 0,1 1-3 0,-1-1 12 0,0 0 1 16,-2 1-6-16,1 0-10 0,-1 1 11 0,-1-4-11 0,1 1 14 15,-2-1-4-15,1-2-3 0,0 6 0 0,1-2-19 0,0-2 13 16,0-4-36-16,0-3-13 0,-1-2-5 0,-1 1-120 0,1-3 0 0,0 2-38 0,0 0 65 0</inkml:trace>
  <inkml:trace contextRef="#ctx0" brushRef="#br0" timeOffset="51290.08">28159 13093 594 0,'4'-10'440'0,"-5"7"-444"0,0-2 19 0,4 1-2 0,-3 3-11 0,4-1 3 0,0 0-16 0,0 1 11 0,-1-2-9 0,0 2 18 0,2 0-2 16,0-2-6-16,1-1-12 0,2 3 17 0,0-3-10 0,0 1 37 16,1-1 0-16,1-1-11 0,1 1-7 0,1-1 18 0,2 1-18 31,0 0 11-31,2 0-6 0,-1 1-10 0,0 1-3 0,0-1-4 15,-1 2 2-15,-1 0-3 0,-1-2 1 0,1 1-2 0,-2-1-15 0,-1 1 18 16,1-1-17-16,-2 2 7 0,0-1-10 0,0 1-17 0,-1 0-25 16,-1 1-11-16,0 1 0 0,-1 0-51 0,1 2-16 0,1 0-19 0</inkml:trace>
  <inkml:trace contextRef="#ctx0" brushRef="#br0" timeOffset="51457.48">28201 13297 1535 0,'-3'-5'-21'0,"2"1"45"0,1 0-6 0,3 1-5 0,3-2-11 15,3 1 9-15,2-1-9 0,2 1 5 0,-1-1-1 0,1 1-6 0,2-1-22 16,1 2-6-16,-1 1-5 0,2 0-45 0,0-1-17 0,0 2-19 16,1 0-72-16,1 1-8 0,5 0-15 0,1 0 75 0</inkml:trace>
  <inkml:trace contextRef="#ctx0" brushRef="#br0" timeOffset="51745.37">28757 13614 1955 0,'-21'-18'-35'0,"7"8"55"0,4 5-8 0,3 0-12 0,2 2-21 16,3 2 11-16,2 1-13 0,0 0-15 0,1 0-12 0,2 0-22 0,3-1 1 0,0 1-3 15,-1-2 3-15,2 1-36 0,-2 0 0 0,1 0-16 0,2 1-45 16,-1 0 20-16,2-2-28 0,2 1-28 0,3-2 124 0,2 3-26 0</inkml:trace>
  <inkml:trace contextRef="#ctx0" brushRef="#br0" timeOffset="52251.25">29385 12892 1305 0,'-19'-5'37'0,"-2"-3"-35"0,3 5-2 0,2 1 2 15,4 5 9-15,1 1 2 16,2 5-4-16,0-2-12 0,1 1 10 0,-3 0-11 0,2 1 8 16,0 1-1-16,0 1-2 0,0 3-9 0,-1 2 4 0,1 0-4 0,0 1 17 0,4-2-4 0,-1 2-3 0,4 1-6 15,1 3 12-15,1-1-9 16,1 3 18-16,2 3 0 0,2-1-1 0,4 1 6 0,1-1-15 0,2 0 12 0,1-1-13 0,-1-3 0 16,1-2 3-16,2 0-23 15,1-2 23-15,-1-3-19 0,3-1 35 0,1-5 1 0,3-1-5 0,1-2 2 0,1-5 5 0,2 0-3 0,0 0 18 16,1-3-7-16,1 1-2 0,-3-5-30 0,-3-1 18 0,-4-1-16 15,-1-2 22-15,1 0-6 0,3-1-13 0,-2-1-6 0,-2 2 2 16,-5-3-1-16,-2 0 13 0,-2 0 2 16,-4 0 4-16,-3-2-10 0,-2-3 20 0,-3-4-16 0,-3-1 16 0,1-2-7 0,-3-1-13 0,-2 2-23 15,-5-4 21-15,-2 1-19 0,0-1 19 0,1 1 1 0,1 2-14 0,3 2 1 16,-1 7-2-16,8 4-3 0,0 3-10 0,0 4-8 0,1-1 0 16,-8 3-29-16,1 1 4 0,0 1-9 0,-1 2-32 0,2 3-14 15,1 1-26 1,0 1-109-16,1-1-14 0,2 3-34 0,-2 2 78 0</inkml:trace>
  <inkml:trace contextRef="#ctx0" brushRef="#br0" timeOffset="52779.69">30187 12736 1078 0,'-41'-5'-514'0,"19"0"832"0,2 2-120 0,-1 2-193 0,4 1 1 0,4 1 16 0,2 0-9 0,-3 5 16 0,2-1-3 0,-7 2-18 0,-1 0-17 0,0 0 18 0,3 0-16 16,0 2 22-16,3 0 3 0,3 0-4 0,1 2-2 0,2 1 16 0,2 1-10 15,0-2 22-15,1 3 2 0,3-1-9 0,1 2-23 0,1-2 30 16,0-3-28-16,2-1 32 0,3 0-7 0,-1-1-11 0,3 2-23 16,0 2 17-16,1-2-15 0,1 0 16 0,0-2-2 0,2 0-14 0,1-3 8 15,3-1 18-15,2-3-12 0,1-1 22 0,1 0-3 0,0-1-7 16,1-2-20-16,-5 0 10 0,-2-3-12 0,0-2 9 0,1 1-4 16,5-2-9-16,0-2-4 0,-1 3 5 0,-3-3-5 0,-2 1 4 0,-4 1 3 15,0-1-3-15,-2 5-5 0,-3-2 4 0,0 1-4 0,-1 0 6 16,-3-3-1-16,1 1-3 0,-1 1-2 0,-1 2 7 0,0 2-4 15,0 1 17-15,0 0 2 0,0 0-2 0,-2 2-14 0,1 0 2 0,-2 0-6 16,-1 2 4-16,1 0-3 0,-2 2 0 0,3 2-15 16,-2 3 12-16,2 4-9 0,1 1 22 0,0-3-8 0,2 0-9 0,0 2 2 15,2 0 0-15,0 5 3 0,1-2 2 0,1 1 2 0,0-2-3 0,1 1-8 16,-1 2 12-16,-1-2-11 0,1 1 11 0,-1-2-1 0,-1 1-6 16,1-2-1-16,0 1 1 0,-1 2-1 0,0 1 8 0,1-1-3 15,0 1 1-15,0 0-24 0,1 2 18 0,-1-3-16 0,2 1 33 16,-2 2-6-16,2-2-11 0,-1 5-18 0,1 0-8 0,-1 1-1 15,-2-4-39-15,1-3 3 0,-2 0-8 0,-1 1-24 0,0 2 9 16,-3-1-15-16,1-1-22 0,0-2-10 0,0-2-16 0,-2 0-36 0,2 0-45 16,-1 0 6-16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8:17:51.14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8354 10702 256 0,'-38'-14'3'0,"17"8"182"0,2 3-86 0,2 3 5 0,4 0-108 0,1 0 14 0,4 0-10 0,1 0 27 0,2 0 3 0,6-2-7 0,3 1-20 0,0 1 34 0,1-1-30 0,-5 1 30 16,1 0-13-16,-6 0-21 0,5 0-20 0,-3 0 16 0,1 1-11 16,4-1 35-16,-4 1-8 0,5 1-14 0,2-2-9 0,0 0 9 0,2 0-7 15,0 1 9-15,-1 0-1 0,1 2-2 0,1-1 0 16,-1 0 2-16,1 0 0 0,-2 1 2 0,1 1 0 0,0-2-4 0,1 3-13 15,-2-2 26-15,1 1-19 0,-2-1 32 0,-1 0-6 0,0 1-10 0,0-2-5 16,1 2 3-16,0 0-1 0,2-3 18 0,0 2-3 16,-1 0-2-16,2-2-7 0,1 1 8 0,0 0-7 0,1-1 10 0,2 0-7 15,-1 0-4-15,0 2-12 0,1-2 3 0,2 1-2 0,0-2 13 0,1 0-1 16,1 0-4-16,1 0-14 0,-1 0 14 0,1-2-13 0,2 0 12 16,0-1 1-16,3 1-5 0,1-2-5 0,1 0 2 0,1 0-1 15,-7 0 14-15,-2 0-4 0,1 3-2 0,2-3-26 0,7 3 26 16,-1-2-21-16,0 3 37 0,-5 0-9 0,-1-1-14 0,0 1-5 0,-2 0 4 15,-1 1-1-15,-1-1 9 0,1 2 2 16,-1-1-8-16,-1 2-11 0,0-1 14 0,-1-1-15 0,1 3 13 0,-1-1-1 0,-1-2-4 0,1 0 1 16,1 1-1-16,1-1 1 0,1 0 6 0,2-1-2 15,1 2-1-15,1-2-17 0,1 0 14 0,-7 0-11 0,-1 0 21 0,0 0-4 16,1-2-6-16,9 2 1 0,-1 0-3 0,0 0 3 0,-1 0 4 16,-3 0-2-16,0-1-2 0,-1 1-5 0,-1 0 8 0,2-1-8 15,-1 1 9-15,0 0-3 0,-1 0-1 0,0 1-20 0,0 0 19 16,1 1-14-16,-1 0 34 0,0-1-4 0,-1 1-12 15,2 0-12-15,2 2 10 0,2 0-10 0,2 0 16 0,0 1-5 0,-1 0-6 0,-3 0-5 16,-1 0 3-16,1-1 0 0,4 2 15 0,3-3-2 0,0 2-5 0,0-2-19 16,-4-1 23-16,1 1-20 0,0-1 23 0,0 0-4 0,1-2-9 15,2 1-1-15,-2-1 2 0,1 1 0 0,1-1 11 0,-3 1-1 16,4 3-2-16,3 0-6 0,-2 3 4 0,-6-4-4 0,-1 3 2 16,1-4-2-16,-1 2-4 0,8 0 7 0,-1 1-11 0,-1 0 11 15,-2 1 1-15,-1 1 4 0,-1-2 7 0,3 3-33 0,-1 1 30 0,2 0-27 16,0 1 36-16,0 0-4 0,2-4-13 0,2 2-18 0,3-1 15 15,0-2-12-15,-3-2 20 0,1-1 2 0,-1-2-11 0,4-3-15 16,4 1 23-16,-2 2-22 0,-1-3 22 0,-3 2-3 0,-1-3-9 0,2-2-5 16,0-1 2-16,-3-4 0 0,3-1 5 0,-2 2 3 0,-3-2-4 15,-4-2-4-15,-3-1 14 0,0 0-13 0,0-3 12 0,4-2 1 0,-1 2-3 16,-3-5-12-16,1 0 8 0,-3 2-4 0,-1 0 28 0,-2 2-6 16,-2 1-8-16,-1 0-2 0,0-1 9 0,-2 1-6 0,0-1 5 15,0 0-3-15,-3 1-7 0,0-4-7 0,-2-1 3 0,0 2-2 16,-1 3 7-16,-2 0-1 0,0 2-6 0,-3-1-14 0,-1-2 22 0,-1 1-19 15,-3 1 19-15,-1 2-8 0,-3 1-11 0,-1 0 10 0,-2 0-11 16,-2-2 11-16,-2 1-17 0,-1 0 8 0,0 2 0 0,-2-1-16 16,0 2 28-16,-2 1-22 0,-1-2 33 0,-1 1-5 0,-2 4-11 0,-3-4-14 15,-3 2 17-15,0-2-10 0,1 2 29 0,5-2-2 0,0 4-12 16,-3-5-10-16,-1 1 11 0,-5-1-12 0,4-2 8 0,2-2 0 16,0-1-1-16,0 1-9 15,-3 0 10-15,-4 4-6 0,-2 2 23 0,-5 2-6 0,-2 0-7 0,-3-2-18 0,0 2 12 0,1-1-11 16,0 0 17-16,3 0-3 0,-3-2-6 0,-1 3-5 0,-2 3 6 15,-5-1-2-15,-3 4 10 16,0 0 2-16,2 0-7 0,0 3-5 0,5-2 11 0,2-1-10 0,2-1 12 16,3 1-2-16,5-2-3 0,-1-2-11 0,-2 5 5 0,-3-2-2 0,-2 1 16 0,7 1-1 15,-2 2-6-15,1 0-11 0,1 0 12 0,-4 0-12 0,2 1 11 0,3 3-3 16,-2 0-3-16,-4-1 0 0,-3 4 0 16,-5-1 1-16,-1-1 3 0,3-1 3 0,0 0-2 0,-2 2-21 0,-1 3 22 15,-3 2-20-15,0 0 26 0,-2 3-3 0,-1 0-8 0,-7 4-12 16,2 0 10-16,2-1-7 0,3-2 12 0,7-1 6 15,1 2-7-15,-2 2-6 0,1 3 12 0,-3 1-13 0,1 0 7 16,7 0-2-16,3-1-3 0,2 0-14 0,3 3 13 0,0-1-8 0,5 3 32 16,4 1-4-16,2 0-8 0,2 1-19 0,2 0 13 0,3-1-13 0,0 2 16 15,1 1-6-15,2-3-6 0,-1 2 8 0,2-1-6 0,3-2 9 16,-1 2-3-16,7-6 0 0,0-1-1 0,3 0-10 0,3-3 15 0,1 0-13 0,4 0 10 0,2-2-2 0,6 2-8 16,3 3-6-1,3-2 5-15,4 0 0 0,1-1 16 0,1-4-1 0,5 0-6 0,5-2-16 0,5-2 22 16,7-2-17-16,9-2 25 0,5-3-10 0,4-2-12 0,5-1-4 15,2-1 2-15,3-1 2 0,6 1-41 0,4 1-45 0,1 1-48 16</inkml:trace>
  <inkml:trace contextRef="#ctx0" brushRef="#br0" timeOffset="6710.84">21562 18078 212 0,'13'3'71'0,"-14"-6"-44"0,-1 2 20 0,1-1-48 0,1 0 22 0,1 1-32 0,0 0 39 0,1-1 2 0,0 1-13 0,3-4-10 0,1 0 37 0,1-3-29 15,2-2 37-15,-4-3-7 0,0-2-17 0,4-3-8 0,3-3-2 16,8 0-1-1,1-2-2-15,0 0 3 0,0-2-1 0,-1-3-4 0,-2-1 17 0,0-1-15 0,0-3 21 0,-1 3-4 0,1 0-3 0,1-4-29 16,-1 1 16-16,2 0-14 0,1 0 32 0,0-3-7 0,2 2-14 16,2-3-17-16,-1-1 14 0,2-4-13 0,1-4 12 0,-1 0-3 15,-2-2-8-15,-8-1-14 0,-1 2 16 0,0-4-12 0,-2 4 25 0,5 0 2 16,-1 1-12-16,-5-6-15 0,-4-4 23 0,-6-3-22 0,-4-3 23 16,-5 6-5-16,-2 1-11 0,-3 1-9 15,0 3 14-15,-3 3-6 0,-1-1 25 16,-1-1-8-16,4 0-15 0,-4-2 11 0,-3 5-2 0,-3 0 6 0,-7-1-6 0,0 6-5 0,0 1-1 0,-4 1 0 0,0 5 0 15,-1-3 2-15,-1 3-1 0,0 1 3 0,-3 4-5 0,-3 1-12 16,-1 3 19 0,1 1-18-16,-2 1 18 0,1 3 3 0,-3 2-3 0,-7 4-8 0,2 1-3 0,2 4 0 0,0 1 10 0,0 1-1 0,3 3 0 15,0 0-13-15,1 2 12 0,1 2-10 16,-2 1 13-16,3 2-6 0,-1 4-6 0,5 1-2 16,3 2 1-16,0 1 3 0,-35 16 17 15,36-9-9-15,-1 3-28 0,1 4 28 0,6 6-25 0,0 2 36 0,-1-1-5 0,0 3-10 0,-3 5-3 0,0 3 1 0,3 5 1 16,1 4 6-16,2 4 1 0,3 6-5 0,1 9-20 0,1 0 25 15,1 5-22 1,2-1 27-16,1-2-6 0,1 1-12 0,2 7 4 0,3 4 0 16,1-3 4-16,1 0 6 0,3-5-3 0,4-5-6 0,1 4-5 15,5-4 12-15,1-2-10 0,2-5-1 0,4-7 0 0,1-3-8 0,5-3 4 16,2-1 1-16,2-2 0 0,0-2 2 0,3-2 7 0,1-1 1 16,2 1-17-16,3-3 20 0,2-3-20 0,0-3 16 0,1-7-13 15,1-1-10-15,4 0-18 0,3-3-5 0,-9-2 6 0,3 0-15 16,0-4-11-16,-2-2-19 0,10 0-35 0,-2-2 4 0,0-1-15 15</inkml:trace>
  <inkml:trace contextRef="#ctx0" brushRef="#br0" timeOffset="77605.95">15658 17945 719 0,'1'-15'230'0,"0"-2"348"0,-3-2-455 0,1 0-119 0,1-2 1 0,3 0-33 0,5-4 9 0,1 0-1 0,3-5-2 0,-1 0 15 16,0-5-10-16,1 2 31 0,0-1-7 0,-1 1-11 0,1-1-8 15,-2-2 9-15,0 0-7 0,-1-3 15 0,-1-3-2 16,-1-8-2-16,0-5 0 0,-3-5 0 0,1-1 4 0,-1-1 12 0,2 5 0 0,1-5-2 15,-1-8-20-15,1-6 24 0,-1-6-23 0,-1-1 19 0,1 7-5 16,-2 3-13-16,0-3 13 0,-2-9-7 0,-2-1 9 0,-1-2-14 0,-1 12 2 16,-3 6 0-16,-3-3-9 0,-1-1 22 0,-4 0-15 0,-4-3 23 15,-2 8-9-15,-1 7-13 0,-6 5-1 0,0 3 6 0,-2-3 0 16,-1-3 19-16,6 3-9 0,-1-1-6 0,-3 3-11 0,-3 5 2 0,-3 4-1 16,0 8 14-16,-2 2-10 0,3 5-6 0,-3-2 4 0,0 3-8 15,-1-2 9-15,-6 3-2 0,-2 6-4 0,-2 2 4 0,-1 2-12 16,1 2 11-16,-2 2-6 0,-1 2 16 0,0 7-9 0,-1 1-11 0,-2 4 6 15,-1 4-1-15,-5 5 5 16,-1 5 6-16,2 3-3 0,0 5-1 0,0-1-9 0,1 5 9 0,-1 2-7 0,-2 2 12 0,1 3-6 16,-3 0-8-16,-1 1-2 0,1 6 9 15,2 2-1-15,2 6 30 0,3 3-5 0,5 5-5 0,-2 4-17 16,1 2 0-16,0 0 2 0,0-2 9 0,8 1-1 0,4 5 0 0,1 11-10 16,4 5-3-16,2 4-4 0,3 1 11 0,5-6 0 0,4 5-7 0,4 7-6 15,3 2 14-15,3-4-10 0,2 1 13 0,3-7-3 0,3 1-9 0,1 9-15 0,1-6 19 16,1-1-12-16,2-6 32 0,0-4-7 15,4 2-11-15,3 4-7 0,3-2 4 0,2-4-3 0,2-6 7 0,3-5-1 0,33 68-17 16,-55-135 17-16,70 140-15 0,-32-75 22 16,-6-6 2-16,1-6-7 0,2-2-5 0,1-1 12 0,4-2-11 0,0 0 14 15,-1-1-6-15,0-5-3 0,3 0 3 0,3-4-1 0,2-3 5 0,2-6 12 16,-6-6-9-16,3-4-4 0,3-3-14 0,-2-6 4 0,8-1-3 16,-1-5 4-16,-3-3-1 0,5-4-4 0,6-4-5 0,-2-3 5 0,0-3-4 15,-1-2 0-15,-5 0-9 0,-1-4-9 0,3-1-39 0,-1-2-11 16,-2-1-7-16,2-1-63 0,-4 2-14 0,-8-2-18 0,1-1-80 15,-1-3 143-15</inkml:trace>
  <inkml:trace contextRef="#ctx0" brushRef="#br0" timeOffset="85439.09">15243 16817 376 0,'-4'-1'92'0,"1"-1"98"0,0-2-103 0,-2 2 20 0,2 1-44 0,-2-1 61 0,3 0-35 0,-1 1-32 0,-2 0-22 0,2-1 18 0,1 2-21 15,-2 0 52-15,1-1-17 0,2 1-19 0,-3-1-24 0,3 0 31 0,-1 1-28 0,1-2 28 16,0 2-3-16,0 0-12 0,-1 0-20 0,1-1 23 0,1 1-21 0,-1 0 24 15,1 0-8 1,0 0-14-16,0 0-16 0,0 0 12 0,0 0-12 0,0 0 13 0,0 0 0 0,0 0-7 0,0 0-14 0,0 0 6 16,0 0-7-16,0 0 4 0,0 0-1 0,0 0-2 0,0 0-15 0,2 1 13 15,0-1-9-15,0 0 22 0,0 2-13 0,0-2-14 0,2 1-45 16,-1-1-20 0,0 1-4-16,1-1-125 0,1 1-52 0,1 1-51 0</inkml:trace>
  <inkml:trace contextRef="#ctx0" brushRef="#br0" timeOffset="86051.69">15342 16442 445 0,'-2'-4'135'0,"1"1"235"0,0 0-226 0,1 0-27 0,0 1-52 0,0 1-14 0,0-3 35 0,1 1-44 0,0-1 39 0,2-1-16 0,-1 0-25 0,1-3-27 0,0 2 23 0,0 1-28 0,-1-1 26 16,2 0-1-16,0 3-15 0,1-4 3 0,-1 3 9 0,1-1-7 15,0 1 6-15,1 1-2 0,-1-3-1 0,1 3-16 0,2-1 9 16,-1 1-9-16,0-1 17 0,1 0-7 0,0 2-7 0,0-2-24 0,-1 3 19 15,-1 1-16-15,1-1 23 0,-1-2-7 0,-1-2-10 0,0-2-8 16,1 2 14-16,-2-2-7 0,2 0 20 0,-2 1-8 0,1-1-11 0,0 2-6 16,0 1 1-16,0 1-1 0,1-1-12 0,-2 3-12 0,0-1-10 15,0 1-27-15,0 0-5 0,-1 1 0 0,0 0-28 0,1 0-9 16,-2 0-13-16,0 1-71 0,-1 0-2 0,1 1-18 0,-2-2-56 16,-2 3 155-16,5-1-11 0</inkml:trace>
  <inkml:trace contextRef="#ctx0" brushRef="#br0" timeOffset="86463.08">15402 16421 710 0,'-7'5'223'0,"2"0"-154"0,-2 1 67 0,2 3-43 0,1-1 10 15,0-1-29-15,1 2 52 0,1-1-28 0,0-1-19 0,1-2-41 0,-1 1 6 16,0-2-21-16,1 0 7 0,1 0-4 0,-1 1-4 0,0-3-14 15,1 1 18-15,-1-1-13 0,1 0 28 0,0 0-7 0,0-1-13 0,0-1-12 16,0 0 10-16,0 2-9 0,1-2 16 0,-1 0-2 0,0 0-3 0,0 0-20 16,1 0 15-16,-1 0-13 0,4 2 26 0,-4-2-10 0,2 2-11 15,-1-2-4-15,1 1-2 0,2-1 3 0,-2 1 3 0,1-1-1 16,2 1 2-16,-2-1-22 0,3 2 16 0,-2-1-13 0,2 0 26 16,-2 1-3-16,2-1-7 0,1 0-15 0,-1 0 18 0,3 1-13 15,0 0 25-15,0 1-4 0,0-1-11 0,0 1 0 0,1 2 6 0,-1-2-4 16,0 2 5-16,0 1-1 0,1 1-6 0,2 3-10 0,-1 1 13 15,-1 0-10-15,-1-5 11 0,-1 0-1 16,-1-2-9-16,-2 1-11 0,0 0 20 0,-2 2-15 0,0 1 26 0,0-2-8 0,-2 0-11 0,0-1-1 16,-1 3 1-16,0-4 0 0,0 2 10 0,-2-1-4 0,0 1-2 15,0-3-11-15,0 3 8 16,-1-3-5-16,-1 1 13 0,1-1-2 0,-2-1-8 0,0 1-5 0,-3-1 4 0,1-2-5 16,-1 2-3-16,0-1 0 0,1-1-3 0,-1 1-7 0,-1-1-1 15,2 0-3-15,0 0-19 0,3 0 1 0,-1 0-3 0,2 0-38 16,0 0 5-16,0-2-17 0,2 0-39 0,0 0-12 0,0-2-22 0,1 0-92 15,1-1-25-15,0 1-1 0,1-2 138 0</inkml:trace>
  <inkml:trace contextRef="#ctx0" brushRef="#br0" timeOffset="87105.21">15612 16321 679 0,'-12'2'-443'0,"6"-1"816"0,3-1-106 0,-3 3-150 0,3 0-34 0,0-1 24 0,0-1-42 0,0 2 35 0,1-2-20 0,-1 1-21 0,1-2-6 0,0 0-2 0,0 1-7 0,-1-1 3 0,1-1-6 15,0-1-3-15,1 1-15 0,-1-2 16 0,0 3-12 0,1-2 22 0,1-1-10 0,0 1-10 0,1-1-20 16,2-1 9-16,-1 1-9 0,0 0 20 16,2 3-4-16,0 0-4 0,-1 0-13 0,2 0 6 0,-1-1-8 15,1-2 3-15,-1 3 2 0,3 0 0 0,-1 0-20 0,2 0 10 0,-2 1-9 16,1 2 28-16,0 0-8 0,0-2-2 0,-1-1-21 0,-3-1 13 0,-1 1-9 15,0-2 22-15,0 2-4 0,5 2-9 0,-1-1-12 0,0 1 11 0,0 1-7 16,0-1 22-16,-1 0-6 0,0 0-10 0,-1 1-8 0,1-1 9 16,-2 2-6-1,0 0 13-15,1 0 0 0,-2 1-4 0,1 1-8 0,0 0 6 16,0 1-4-16,-2 0 8 0,0-1 2 0,0 0-6 0,0 3-8 16,1-1 11-16,-1-1-11 0,1-1 7 0,-2 2 3 0,1-2-4 0,-1 0-5 15,0 2 5-15,1-1-3 0,0-2 9 0,-1-2-3 0,3-1-2 16,-2 2-9-16,1-3 9 0,2 1-7 0,-1-2 8 0,0 2 4 0,0-1-5 0,-1 0-8 15,0 1 10-15,0-1-10 0,1 0 16 16,0-1-3-16,-1 1-6 0,1 1-7 0,1 0 9 0,0 1-5 16,0 1 10-16,0-1 2 0,0 1-5 0,1 0 3 0,-1 3 13 0,1-2-6 15,-2 0 20-15,1 1-5 0,-2-1-7 0,1 2-13 0,0 2 4 16,-1 1-5-16,-1 3 2 0,0-2 1 0,-1-2-1 0,0 0 15 16,-1-1-3-16,-1-2 4 0,-2 2-6 0,1-2-3 0,0 1 0 0,-1-2-10 15,1 0 5-15,-1-2-5 0,0 0 2 0,1-1-2 0,0-1-4 16,1-2-8-16,0-2 1 0,0-1-7 0,1-2-38 0,-1-2-15 15,2-1-22-15,2-2-109 0,0 0-35 0,2 1-20 0,2 1-215 0,3 2 271 16,2 1-30-16</inkml:trace>
  <inkml:trace contextRef="#ctx0" brushRef="#br0" timeOffset="88073.54">15766 16476 251 0,'-6'-6'-162'0,"3"5"360"0,-1 0-40 0,0 0-45 0,-3 1-45 0,1 0 22 0,-1 2-43 0,-1-1 18 0,1 3-12 0,1 0-16 0,-1-1 5 0,1 2 3 0,0-1-7 0,-1-2 20 0,1 2-12 16,1-1-11-16,0-3-10 0,2 1 16 15,-2 0-19-15,2 0 28 0,1-1-6 0,1 0-7 16,-2 2 3-16,2-2-5 0,1 0-2 0,0 0-8 0,0-2-4 0,-1 2-7 16,1 0-11-16,0 0 12 0,0 0-15 0,0 0 5 15,0 0 2-15,-1 0-3 0,0 0-21 0,0 0 15 0,-3 0-19 0,3 0 33 16,0 0-10-16,1 2-11 0,0-2-56 0,-1 1 2 0,1 0-18 16,0 1-54-16,1-1-27 0,0 1-27 0,-1 0-75 0,2 3 136 15</inkml:trace>
  <inkml:trace contextRef="#ctx0" brushRef="#br0" timeOffset="93610.09">15313 17602 460 0,'-4'-1'125'0,"0"1"236"0,-2-1-245 0,1 1-28 0,1 0-47 0,1-2-19 0,-1 2 17 0,3 0-26 0,-1 0 15 0,1-1 1 0,1 0-6 0,-3-1-14 0,3 2 9 0,0-2-14 0,-1 1 15 0,1-2-5 0,0 1-9 15,1 0-9-15,1-2 8 0,-1 2-7 0,1 1 4 0,-1-2-1 31,1 0-6-31,1 1-14 0,-1 1-10 0,0-1-1 0,1 1-54 16,1 1-12-16,-1 0-17 0,1 0-95 0,-2 0 9 0,1 1-32 16</inkml:trace>
  <inkml:trace contextRef="#ctx0" brushRef="#br0" timeOffset="94118.36">15431 17249 808 0,'-4'-5'-137'0,"1"2"265"0,1 1-20 0,0-1-44 0,2 0-18 0,-1 2 13 0,1 0-28 0,0 0 12 0,1-1-7 0,-1 0-5 0,1-2-6 0,0 1 6 0,1 2-1 0,-1-1 14 0,0-2-8 0,1 2-9 15,0-1-20-15,2-3 28 0,-1 3-22 0,0-3 36 0,1 0-10 16,1 2-16-16,0-2-15 0,-1 2 4 0,2-1-3 0,0 0 5 16,-2 0-2-16,1 0-11 0,0-1-6 0,0 3 11 0,-1-1-9 0,1 0 10 15,-2-1-5-15,0 1-6 0,1-1-20 0,0 1 16 0,0-1-13 16,-1 1 21-16,-1-1-10 0,2 1-12 0,-2 0-30 0,0 0 8 15,-1 1-13-15,1 0-16 0,2 0-1 0,-2 3-15 0,1-1-86 16,0 1-1-16,-2 0-24 0,1 1 96 0</inkml:trace>
  <inkml:trace contextRef="#ctx0" brushRef="#br0" timeOffset="94672.09">15455 17222 919 0,'-5'2'71'0,"2"1"12"16,0 1-5-16,1 0-24 0,2 1-27 0,-2 3-3 0,2-2 5 15,0 0-7-15,-1 1 14 0,0 0-6 0,0 1-11 0,0 0-19 16,0-3 30-16,0 3-26 0,0-6 44 0,-2 2-7 0,2-1-12 15,0-1-6-15,0 3 5 0,1 0-3 0,-1 0 11 0,0 1-9 16,1-3-8-16,0 3-28 0,0-3 20 0,0-1-17 0,0 0 25 16,0 1-3-16,1-2-12 0,-1 0-8 0,0 1 5 0,1-2-3 0,-1 0 22 15,0 0-2-15,0 0-1 0,0 0-18 0,0 0 18 0,0 0-15 16,0 0 25-16,0 0-11 0,1 0-12 16,1-2-2-16,-1 0 11 0,2-1-3 0,-1 1 21 0,1-1-9 0,1-1-12 0,0 0-11 0,1-1 9 15,0 1-7-15,0-1 18 0,-1 2-4 0,2 0-7 0,-1-1-14 16,1 2 15-16,0-1-11 0,0-1 28 15,1 2-9-15,0 2-12 0,2 0-20 0,-1-2 15 16,0 2-10-16,2-4 25 0,-1 2-1 0,0 1-8 0,1 1-12 0,-1 0 8 0,1 0-9 0,1 0 17 0,-1 1-4 16,0 1-2-16,0 1-9 0,-2 0 4 0,-3 3-4 15,-2-2 5-15,1 5 4 16,-1 2-3-16,2 3-12 0,1 2 15 0,-1-3-12 0,-1-1 25 0,-2-3-5 0,2 2-9 0,-2-1-10 0,-1 0 7 16,-1 2-6-16,-2-2 13 0,0 1 5 0,-2 0-3 0,0 0-24 15,0 1 19-15,0-1-18 0,-1 1 30 16,1-3-5-16,-2 1-10 0,2-1-4 0,-2-1 3 15,5-2-1-15,1-1 11 0,0-1-3 0,0-2-6 0,-4 1-20 16,-2-3 19-16,0 0-16 0,1 0 22 0,-1-1-4 0,0-2-13 0,0 1-28 16,-2-5-1-16,2 2-13 0,1-1-56 0,1-1-20 0,2 2-19 15,1-1-83-15,0 1-36 0,1 0 5 0,2-3 98 0</inkml:trace>
  <inkml:trace contextRef="#ctx0" brushRef="#br0" timeOffset="95162.36">15777 17090 987 0,'-4'-1'-236'0,"2"-2"478"0,-1 1-70 0,1 0-79 0,2-1-52 0,0-1 24 0,0 1-39 0,1-3 28 0,3 2-7 0,-2-2-12 0,2 0-20 0,0 3 16 0,1-3-21 0,1 3 19 15,-1-3-4-15,1 3-13 0,-1 0-10 0,0 0 14 0,1 1-14 16,-1-1 14-16,0 2-1 0,1 0-5 0,-2 0-3 0,2 1 12 15,-2-2-8-15,0 2 6 0,-1 0 0 0,0 0-14 0,1 2-3 16,-2 0 13-16,1-1-13 0,-1 2 6 0,1 1 2 0,0 0-2 0,-1-2-13 16,-1 5 12-16,2-2-10 0,-2 1 13 0,-1 3 2 0,0 0-10 15,0 4-4-15,0 0 7 0,-1-2-7 0,-2 3 7 0,1-1-3 16,-1 2-3-16,-1 5 3 0,0-2-6 0,-1 3 7 0,0 4 0 16,0-4 1-16,0 2 0 0,0-2-2 0,1-3 5 0,0-2-4 0,1-3 6 15,2 0-7-15,1-1-3 0,0-1 1 0,2-3 1 0,2-1 3 16,0-4 18-16,2 0-5 0,-2-2 0 0,3-1-20 0,-2 0 22 15,3-3-15-15,0-1 39 0,1 2-12 0,4-4-19 0,-1-1-11 0,2-1 15 16,0-2-10-16,-2 1 14 0,2 0-5 0,-1 2-13 0,2-2-14 16,-1 1 18-16,1 2-15 0,0-1 22 0,-1 5-1 0,0-1-11 0,-1 2-18 15,0-2-1-15,-1-1-5 0,0 1-21 0,-2-1-17 0,0 2-16 16,-1 2-105-16,-4 2-22 0,-2 2-22 0,0 2-130 16,2 2 205-16,9-6-17 0</inkml:trace>
  <inkml:trace contextRef="#ctx0" brushRef="#br0" timeOffset="211911.4">9563 6156 386 0,'-5'-9'55'0,"1"1"-32"0,2 5 11 0,-1 1-29 0,1 0 36 0,1 1-2 0,0 1-16 0,-1 0-24 0,-2 0 28 0,1 3-28 0,-2-1 19 0,1 2-5 0,-3 1-14 0,3 2-1 15,-3 2 2-15,0 0 0 0,1 1 1 0,-2 0 6 0,1 2-5 0,0 0-7 16,-1 2 10-16,3 2-11 0,-2-2 6 0,3 3-1 0,0 1-3 15,2-1-15-15,0 3 19 0,2-1-12 0,0 1 31 16,0-2-5-16,3 0-13 0,-1 1-22 0,2 1 29 0,-1 0-24 0,0 1 29 16,2 0-3-16,-2 4-10 0,1 2-11 0,-1-1 6 0,-1 3-4 0,-1-1 27 15,-1 1-2-15,-1 2-6 0,0 0-22 16,-1 2 19-16,0-1-18 0,0 2 17 0,1-2 0 0,1 2-8 0,0-2-2 0,1-1 4 16,2-5-1-16,-1 3 8 0,-1-4-1 0,1-3-5 0,1 2-9 0,-2-1 13 15,0 0-11-15,-1 0 13 0,-1 0-5 0,-2-3-2 0,0-1-10 16,-1 0 9-16,-2 0-4 0,0-2 17 0,1 0 4 0,-2-1-10 0,1 0-12 15,1-2 20-15,-1-3-20 16,1-1 20-16,0-2-3 0,-1 0-3 0,3-2 4 0,1-2-10 0,0 1 8 0,0-1-6 0,1 1-3 16,1-2 2-16,1 2-22 15,2-1 23-15,0 1-19 0,0-1 26 0,2-1 0 0,-1 3-11 0,3-4-16 16,0 3 15-16,0-2-11 0,2 1 29 0,2-2-1 0,0-1-9 0,5 2-23 0,0-2 26 0,2-1-23 16,1 2 28-16,0-2 0 0,1 1-13 0,3-1-28 0,3 0 31 15,0 1-26-15,-5-1 47 0,0 0-6 0,0-1-16 0,4 0-20 16,4 1 21-16,2 0-16 0,0 0 29 0,-1 0-10 15,5 1-14-15,4 1-8 0,4 0 16 0,-1 0-7 0,2 1 19 0,-1-1 2 16,-3 1-15-16,-3 2-14 0,2 0 19 0,-2 2-18 0,1-2 22 0,6-1-7 16,1 2-3-16,4 0-16 0,3 1 12 0,-1-1-4 0,1 1 31 15,-6-4-7-15,-7 3-12 0,2-1-24 0,-3-2 22 0,2 1-17 0,5-2 33 16,-1 1-8-16,0-3-10 16,2 3-7-16,-1-2 7 0,-1 1-2 0,-3 3 9 0,-4-1 3 0,-9-1-6 0,1 1-21 0,-3-1 24 15,0 2-22-15,4-3 28 0,-3 2-9 0,-2-1-9 0,0-1 0 0,-2-2 4 16,-2 0 2-16,-2 0 14 0,-4 0-4 0,-1 0-11 0,-3-2-6 15,-1-1 13-15,-2 1-10 0,-2 0 9 0,-3 1-3 0,-1 0-5 0,1 0 6 16,-3-1 9 0,1 2 0-16,-1-1 28 0,0 1-4 0,0 0-9 0,0-3-13 15,-1 3 12-15,1-2-14 0,0-2 8 0,0 2-2 0,0-2-3 0,0-1-8 16,1-2-1-16,0 3-2 0,1-1 2 0,0-1 1 0,2-3-2 0,0-4-6 0,-1-1 9 0,2-1-10 16,1-2 2-16,-2-1-1 0,3 0-6 0,0-1 2 0,-1-2 4 0,2 2-1 15,1-4 9-15,0 1-2 0,0 1-6 0,1-4-7 0,-1 0 8 16,2-1-8-16,1-1 7 0,-1-2 4 0,-1-3-2 0,-1-4-15 15,0 3 13-15,-1-3-11 0,-6 4 25 0,-1 0-3 0,0-3-10 0,0 1-4 32,5-2 6-32,0 2-6 0,-1 2 2 0,1 3-1 0,-2 1-2 0,1 0-7 0,-1 0 12 0,0-1-6 0,-1 2 19 0,0 1 2 15,1 5-12-15,-2 1-16 0,0 2 18 0,-1 1-17 0,-1-1 23 0,0 2-5 16,-1 1-7-16,1 1-5 0,-2 0 2 0,-1 3-1 0,-2-1 12 31,2 1 2-31,-2-1-3 0,1-1-15 0,-2 2 20 0,1-2-17 16,-2 2 21-16,1-1-6 0,0 0-11 0,-2 0-12 0,3 0 15 0,1 1-9 15,-4-1 22-15,0 2 2 0,-7 1-11 0,-1-1-19 0,0 2 24 16,-1-1-23-16,0 1 24 0,0 1-4 0,0 0-9 0,-2 0-1 16,0 0-1-16,-2 3 3 0,1-1 9 0,0 1-3 0,0 3-3 0,0-1-6 15,-1 0 11-15,-2 1-10 0,1 1 4 0,-1 1-1 0,-1 1-2 16,-3 0-2-16,-1 1-2 0,-1 2 3 0,3-1 7 0,-1 1 1 16,-4-1-1-16,-2 1-13 0,-7-1 14 0,0 1-14 0,1-3 10 0,-1-1 1 15,1 1-4-15,-1-1-7 0,-3 3 8 0,1-2-7 0,0 4 18 16,1-3-3-16,2 3-2 0,-5-3-20 0,-1 1 16 0,-4 1-14 15,0-1 24-15,3 3-1 0,2-1-8 0,-3 0-20 0,1 1 13 0,1-1-11 16,1-1 32-16,2 0-5 0,2 1-7 0,-4-1-19 0,-1 2 16 16,1 0-13-16,3 0 24 0,6 1-9 0,4-1-7 0,2-1-7 15,3-2 4-15,0 1 2 0,4-1 11 0,5-2 1 0,5 2-9 0,2-3-24 16,4-1-4-16,4 0-21 0,2 0-121 0,5 0 7 0,5 0-21 16</inkml:trace>
  <inkml:trace contextRef="#ctx0" brushRef="#br0" timeOffset="-191001.02">16588 6428 256 0,'-8'-10'-2'0,"5"4"-76"0,1 2 49 0,0 0 9 0,0 1 37 0,1 1 3 0,-1-2-5 0,0 1 7 0,-1 2-5 0,0-1 2 0,0-2-17 15,-2 1 10-15,1-1-5 0,-3 0 25 0,0 3-2 0,-1-3-10 0,2 0-15 0,-2 2 26 0,0-2-21 0,-1 0 30 0,2 0-10 32,-1 1-8-32,1-1 12 0,1-1-6 0,-1 2 10 0,-1-1-5 0,3 2-6 0,-2-2-5 0,0 1-14 0,1-1 8 0,0 3-9 15,-1-3 10-15,0 2-2 16,2-1 0-16,-2-1-10 0,-1 0 11 0,0 2-7 15,-1-2 18-15,0 0 1 0,-1 0-7 0,0 1-22 0,0-3 26 16,-2 3-25-16,-1-4 28 0,0 5-6 0,-2-3-12 0,-1-1-10 16,-2 4 8-16,-1-2-6 0,0 1 23 0,0 1-5 0,2-2-6 0,-2 1-12 15,3 1 6-15,0-1-7 0,-3 1 7 0,-2 0-3 0,-3 0 0 16,-2 1-5-16,-1-2 6 0,0 1-3 0,-1 2 18 0,0-2-3 16,0 2-11-16,-2-1-7 0,1 1 14 0,0 0-13 0,-5 0 9 0,3 0 2 15,-3-1-6-15,-1 1-9 0,4 0 6 0,0 0-5 0,-4 0 9 16,-1 0 2-16,-6 0-6 0,0 2-21 0,-1 0 29 0,0 1-25 15,2 1 30-15,-2-1-5 0,-1 1-12 0,-2-2-10 0,5-1 6 16,0 1-2-16,0-1 17 0,0-1 0 0,-5 1-6 0,0 1-19 0,-1 0 22 16,1-1-19-16,-2 3 24 0,2-2-2 0,0 0-8 0,-2-1-8 15,4 2 6-15,-4 1-4 0,0 0 8 0,-4 2 3 16,2 0-3-16,-3 5-23 0,-2-1 25 0,1 1-21 0,0 4 33 0,6-1-9 16,0 0-13-16,-4 4 3 0,-2 1 1 0,-2 1 2 0,3 2 1 0,4 0 1 15,2 0-5-15,1 1-13 0,1 2 30 0,5 1-21 0,4-2 33 16,5-1-11-16,3 2-15 0,-1 0-16 0,2 2 15 0,2 0-9 15,3 0 29-15,3-2-3 0,1 2-13 0,2 3-23 0,2 0 26 0,4 5-24 16,2-2 31-16,4-1-4 0,2-2-11 0,1 3 0 0,1 0-4 16,0-1 4-16,3 2 10 0,0-4-6 0,4 0-1 0,0 4 0 0,2-2 5 15,1 3-2-15,1 2 11 0,1 1-3 0,3 2-3 0,1 0-11 16,2 2 7-16,0-4-6 0,0 0 15 0,1-3-2 0,0 0-9 0,3 0 4 16,2 0 6-16,2-1-6 0,0 2-5 0,-4-1-1 0,2 3-2 15,5 3-4-15,3-2 7 0,8-2-3 0,1-1 19 0,3-6-1 16,4-5-9-16,7 0-17 0,1-4 19 0,3-3-18 0,-5 0 23 15,1-5-3-15,0-4-8 0,9-1-11 16,7-2 12-16,3-3-8 0,1 0 25 0,-3-1-5 0,-4-2-9 0,3-4-12 16,3-3 16-16,4 1-13 0,4-2 18 0,-6-1-1 0,-3-2-7 0,0-3-14 0,1-3 18 15,5 1-13-15,1-2 22 0,-4 4-5 0,-6-1-16 16,-3-1-15-16,-4-1 19 0,-4-2-16 0,5-2 29 0,-2 2-6 16,-1-3-11-16,-1 1-3 0,-5-4-6 0,-10-1 5 0,-2 0 11 15,-3 0-4-15,2 2 3 0,7-2-16 0,-2-1 10 0,0-1-6 0,-2-4 15 16,-2 0-4-16,-4-4-8 0,0-1 4 0,-3-1-7 0,-7-4 8 0,-3 1-3 0,-3-3 0 15,2 1 5-15,2 3-20 0,-3 2 21 0,-4 0-16 16,-8 3 25-16,-4-3 0 0,-4 0-9 0,-3 0-10 0,-2 1 2 0,-5-1-3 16,-5 3 12-16,-1-3-2 0,-7 1-1 0,-2 1-25 0,-4 3 24 15,-3 4-20-15,-1 2 32 0,-2 4-1 0,-3-2-10 0,-8 2-13 16,-4 0 4-16,-8 2-6 0,-2 1 13 0,-4 4-1 0,1 2 0 0,-5 1-18 16,0 3 15-16,-1 2-13 0,-4-1 18 0,3 1-1 0,-4-1-6 0,-3 2-6 15,4 3 5-15,4 4-3 0,-2 0 16 0,7 1-4 0,-2 2-6 16,0 1-12-16,5 1 5 0,4 2-6 0,4-2-9 0,7 1-8 15,5 1-9-15,11-2-36 0,5 0 1 0,5-1-9 0,8-4-42 16,2 2-20-16,7-2-27 0,9 1-97 16,7 1 156-16</inkml:trace>
  <inkml:trace contextRef="#ctx0" brushRef="#br0" timeOffset="-167801.56">18366 11000 212 0,'-4'-6'101'0,"0"0"-58"0,-1 1 41 0,3 3-57 0,0 0 9 0,0 1-27 0,-1 0 46 0,1-2-5 0,0 1-8 0,0 1-30 0,-3-2 26 0,2 0-24 0,-3 1 26 0,0-1-10 0,1-1-16 0,-3 1 17 0,0-3-7 0,-2 4 13 15,0-1 5-15,0 0 4 0,-1-3 2 0,-2-3-21 16,-1 0 23-16,-2-2-23 0,0-1 20 0,0 1-13 0,3-1-13 16,-2-3-2-16,2 1-2 0,4-1 6 0,0 0 1 0,-1 1-3 0,-2 0-8 0,-8-1-23 15,0 0 27-15,-1-2-23 0,1 3 30 0,-2-1-7 0,1 3-16 16,-1-1-8-16,-1 3 18 0,2 0-11 0,-3 1 30 0,2 1-6 16,-2 3-12-16,-2-1-21 0,0 2 20 0,-2 0-19 0,-1 1 24 15,0-1 3-15,0 3-7 0,3-1-30 16,-3 0 29-16,-3 1-25 0,-1-2 41 0,-6 2-3 0,4 1-20 0,0 0-17 0,0 0 26 0,2 0-23 15,1 1 26-15,1-1-3 0,1 0-11 0,-4 0-14 0,0-1 13 16,-2-1-10-16,3 0 22 0,1 0 1 16,-4-2-8-16,-4 1-16 0,-5 1 17 0,2-2-17 0,0 3 17 0,3-1-2 0,0 2-5 0,-2 0 0 15,-2 0-5-15,-1 0 5 0,2 0-2 0,-1 0 2 0,-1 0 4 16,-2 0-21-16,-3 0 26 16,3-1-23-16,2-1 28 0,1-1 0 0,2-1-10 0,-3 2-17 0,2-2 16 15,3 1-14-15,0-1 21 0,-1 1-1 0,1 0-8 0,-6-1-3 16,1 0 4-16,6 0-4 0,-1 1 5 0,5-2-6 0,2-1-3 0,-4-3 8 15,1 0-3-15,0-1 7 0,3-1-8 0,1 2 4 0,-2 1-3 0,-4-1-15 16,-5 4 23-16,2-1-20 0,2-1 31 0,3-1-10 0,1-4-9 0,0-2-3 16,-3-3 6-16,-2 3-2 0,1 1 4 0,2 2 0 0,2 2-6 0,-2 0-1 15,-2 1 5-15,-1 2-2 0,-5 0 1 0,2 3-1 16,0 1-4-16,-1 2-9 0,1 0 13 0,-3 3-7 0,2-1 22 16,5 2-5-16,-2 1-10 0,-2 2-6 0,-1-1 7 0,-4 1-5 0,2 2 6 0,6-2-2 15,2 2-4-15,0 0 3 0,2 0-6 0,1 0 7 0,-1-1 8 16,4-3 0-16,4 3 2 0,-1-3-28 0,-1 0 21 0,-2 1-19 0,-4-1 28 15,4 0-6-15,0-1-8 0,-1 1 4 0,1 1-11 0,1-3 12 16,1 1-1-16,1 3 0 16,0-1 0-16,-4 4-16 0,-1 1 22 0,-2 0-19 15,2 3 22-15,1-2 1 0,-3 2-10 0,-4 0-24 0,-2 2 22 0,0 1-19 0,1 1 32 16,4-1-3-16,1 1-12 0,0-2-11 0,-1 2 17 0,1-1-13 0,1-1 20 0,8 1-6 0,0-2-6 0,1 3-11 16,-1-1 12-1,-1 0-7-15,2-1 21 0,4-2-4 0,0 0-11 0,3 2-11 16,0-1 12-16,1 1-10 0,3 1 14 0,0-1-1 15,2-2-3-15,1 0-10 0,2 0 9 0,1 1-7 0,1 5 15 0,2-4 1 0,-1 1-8 0,0 0-9 0,2-1 10 0,-1 0-9 16,-1 1 11-16,2-2-2 16,-1-1 0-16,-1 2-2 0,2 0-3 0,-1 0 2 0,0 1 2 0,3 0 3 0,-1-1-3 0,0 2-1 0,1-2 3 15,-1-1-5-15,2 0-3 0,0-1 2 16,1 0 3-16,0 2-4 0,1 0 8 0,0 1-4 0,0 1 4 0,0 0 1 0,1-1-11 0,1 0 1 16,1 1 8-16,0 2-6 0,0 0 7 15,-1 2-2-15,3 0-2 0,-1-2-4 0,3 1-1 0,1-2 1 0,0 0 5 16,2-4 0-16,0 1-1 0,1 0-24 0,3 2 25 0,1 0-20 15,4 0 31-15,4-1-6 0,3-1-12 0,3 1-10 0,1-2 17 0,1 0-9 16,1-1 24-16,0-2-4 16,0 0-14-16,-2-1-17 0,1 0 24 0,2-1-18 0,1 0 34 15,3 0-7-15,0 1-11 0,3-4-13 0,1 2 14 16,6-4-8-16,3-1 27 0,0 0-3 0,1 0-13 0,-2 2-7 16,2-1 9-16,-3 1-8 0,1-3 7 0,5 1-1 0,2-1-5 0,7-1-1 15,6 2 1-15,-3-2 0 0,-3 0 4 0,-5-1-1 0,-3-1-1 0,8 0-19 16,4 2 23-16,3 0-18 0,3-1 25 0,-10 3-2 0,1-2-12 15,0-2-15-15,0-2 17 0,9-2-13 0,1 1 27 0,3-1-1 16,-4-1-11-16,0 0-8 0,-3 1 5 0,0-1-7 0,5 1 8 16,0 0-1-16,3 1-1 0,-4 1-8 0,-3-1 8 0,-4-1-4 15,1 2 19-15,-1 1-6 0,0 1-11 0,4 2-11 0,-6 2 18 0,-5 2-11 16,-5-1 18-16,-5 2 1 0,1-1-10 0,6-1-8 0,0 3 6 16,3-2-6-16,0 3 7 0,-5-2 1 0,-3-2-3 0,1-1-10 15,-4-4 25-15,3-1-20 0,3-5 32 0,0 0-1 0,2-2-7 0,2-1-19 16,-3-3 14-16,-5-1-11 0,-2-3 25 0,-4 5-3 0,0-5-9 15,5 1-16-15,1 0 19 0,0-4-18 0,4 1 21 0,-2 0-4 16,-3 1-9-16,-7-1-9 0,-2 2 6 0,-3-2-5 0,-2 0 16 16,2 0-2-16,-1 0-5 0,1 1-18 0,-1 2 15 0,-1-1-13 15,-1 4 20-15,-2-2-4 0,-3 1-9 0,0-3-10 0,-2 1 10 16,-3 0-5-16,-6-1 26 0,-3-2 0 0,-2 2-3 0,2-3-20 16,4-1 17-16,-2 0-17 0,-1 2 17 0,-2 1-3 0,-4-1-4 0,0-1-20 15,1-3 14-15,-3 1-10 0,-3 1 29 0,1 2-4 0,-3-1-12 0,0-1-11 16,-3-2 13-16,-1 2-11 0,0-2 18 0,-1 3-4 0,-4 1-5 15,0-2-12-15,-3 1 10 0,-3 0-8 0,-2-1 18 0,0 0-6 16,-4 0-7-16,-3-4-3 0,-3 2 1 0,-1-1-1 0,-2 1-1 16,4 4 4-16,-2 1 2 0,-2-1-6 0,-3 2 6 0,-6-2-6 0,1 3 9 15,1 0-1-15,1 1-5 0,1 2-5 0,1 1 6 0,2 1-4 16,3 1 10-16,3 1-8 0,1 1-7 0,0 0-13 0,0 2 21 16,3-1-12-16,5 3 12 0,2-1-15 0,3 2-25 0,1 1-49 0,3-2 3 15,1 2-18-15,2 1-72 0,0 0-49 0,1 1-49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8:20:23.89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8194 5378 574 0,'5'-11'164'0,"0"-2"239"0,4 3-325 0,4 2-60 0,-3 3-15 0,4-1 18 0,6 2-2 0,5 0-10 0,7 1 7 0,0 0 3 16,0-1 1-16,-1 1 1 0,-1-1 1 0,3 0-8 0,1 1-2 15,2-1 14-15,1 0-12 0,2-1 11 0,-2 4-10 0,0-2-6 0,-3 3-5 16,-1-1 7-16,2 1 0 0,2 0 14 0,3 1-4 0,-3 0-13 15,4 1-13-15,0 3 17 0,4 0-15 0,1 2 13 16,0 1-6-16,-1 0-7 0,-5 1-11 0,1 0 14 0,0 0-8 0,-1 0 14 16,4 0-24-16,-2 0-23 0,3 0-93 0,-2 2-19 0,2 1-16 15,1-2-147-15,-4 4 188 0,-2-3-31 0</inkml:trace>
  <inkml:trace contextRef="#ctx0" brushRef="#br0" timeOffset="412.4">11402 5330 1314 0,'4'-28'-12'0,"1"16"12"0,4 7-7 0,5 0-6 0,7 2 1 0,7-2 7 0,5 1 1 0,6 0 19 0,3 2-2 0,1 1-10 0,2 1-20 0,-1 0 25 0,0-2-20 16,2 1 31-16,1 0-9 0,4 0-10 15,3-2-5-15,4 2 3 0,3 1 1 0,-1-2 6 0,-7 2-2 0,-1 0-3 0,-1 0-5 0,2 2 5 16,4 0-11-16,1 3-83 0,-1 0-43 0,5 2-56 0</inkml:trace>
  <inkml:trace contextRef="#ctx0" brushRef="#br0" timeOffset="26420.09">26952 17802 493 0,'-18'-12'134'0,"1"2"181"0,2 4-249 0,3 1-47 0,1 2-15 0,2 3 12 0,1 0 3 0,1 0 0 0,3 3-1 0,-1-2 12 0,1 1-8 0,-1 1 8 0,2 0-8 0,-1 2-14 0,0 1-26 16,-1 0 28-16,2 3-23 0,-3 0 31 0,3 0-6 15,0 2-12-15,-1-2 2 0,1 1-1 0,0 0 5 0,-1 3 6 16,0 0 3-16,0 2 1 0,1-1-14 0,-3 1 18 0,1 2-18 0,-3-2 17 15,0 2-10-15,-2 2-8 0,-4 1-5 0,1 0-1 0,-4 0 3 16,-2 0 10-16,-1 0-2 0,-2 1-4 0,1 0-5 0,1 0 8 16,0 1-6-16,5-1 0 0,2-1 1 0,-1-2-3 0,1-1-9 0,-5 1 15 15,2-1-9-15,1 0 16 0,3-4-1 0,0-2-11 0,0 2-45 16,3-3 3-16,2-2-20 0,-1-1-44 0,3-1-10 0,1-4-13 0,2 1-33 16,0-2-2-16,2-2-3 0,2-2 82 0</inkml:trace>
  <inkml:trace contextRef="#ctx0" brushRef="#br0" timeOffset="26704.81">26420 17673 813 0,'-11'-6'38'0,"0"4"-19"0,0 1 15 16,4 2-16-16,-1 1-9 0,3 4 5 0,0-1-14 0,2 2 17 0,0 0-5 0,3 3-2 15,0 0-1-15,2 3-27 0,1 2 36 0,3 1-28 0,1 0 45 16,1 1-7-16,1 1-16 0,3 1 4 0,-1-2 5 0,1 2 1 16,4-2 9-16,0-2 0 0,-1 0-7 0,4 0-24 0,0 0 27 15,2-2-26-15,0-1 22 0,-3 1-9 0,-7 0-14 0,0 2 1 0,2 0 1 16,1 0 2-16,8 2-3 0,-1-2 4 0,-2 0-5 0,0 2-3 16,-3 0 4-16,0 0-5 0,-3 1-6 0,-2 2-7 15,1-1-4-15,-1 1-41 0,-1 1 7 0,1 1-13 0,-1-5-6 0,0 1-8 0,-1-1-18 16,0-2-37-16,-1-1-1 0,-1-2-11 0,0 1 58 0</inkml:trace>
  <inkml:trace contextRef="#ctx0" brushRef="#br0" timeOffset="26973.57">27258 18171 704 0,'-5'9'59'0,"-1"0"169"0,0 5-230 0,2 2 6 0,0 7-8 15,2 4 16-15,0 0-2 0,1 3-6 0,1 0-20 0,0-3 14 0,0 0-19 16,0-4-12-16,1-2-10 0,0-2-17 0,1 1-16 0,2 1-4 15,0-3 4-15,3-2-15 0,2 0-10 0,1 0-18 0</inkml:trace>
  <inkml:trace contextRef="#ctx0" brushRef="#br0" timeOffset="27846.04">17416 10522 357 0,'-9'-16'74'0,"3"3"81"0,2-1-107 0,0 5-15 0,2 1-14 0,1 3 7 0,1 0 1 0,0-1 1 0,0-1-23 15,1 0 24-15,0-1-23 0,0 1 21 0,0 4-9 16,0-3-15-16,1 4 1 0,-1-1-3 0,0 3 5 0,-1 0-3 0,1-1 3 15,-1 1-1-15,0 0-26 0,0 1 27 0,0-1-24 16,1 4 37-16,1 3-6 0,1-1-12 0,0 6-5 0,0-2 1 0,1 4 0 0,-1-3 11 16,1 2-2-16,0 3-2 0,-1 0-12 0,1 5 9 0,-2 0-7 15,0 1 14-15,0-3-3 0,-1 1-2 0,1-1 7 0,-1 1-16 0,-1 2 14 16,0-1-12-16,-1 3 1 0,-1 0 6 0,0 3-22 0,0 3 24 16,-1-1-21-16,-2 0 21 0,2 5-11 0,-2-4-17 0,0 1-13 15,-1 1-11-15,0-4 7 0,0 0-27 0,-1 1 3 0,1-4-10 0,0-2-23 16,0-2 43-16,-1-2-32 0,2-2 63 0,0-2-5 0,1-1-13 15</inkml:trace>
  <inkml:trace contextRef="#ctx0" brushRef="#br0" timeOffset="28146.04">17142 10611 878 0,'-13'-5'-18'0,"0"2"45"0,4 2 4 16,1 1 0-16,1 1-44 0,3 0 30 0,0 4-34 0,2 1 31 0,1-3-6 0,1 4-10 0,0 1-2 16,1-2 3-16,2 0 0 0,2 1 16 0,2 0 0 0,2 2-4 15,2-1-23-15,0 0 33 0,2-1-27 0,-5 1 36 0,1 0-6 16,4-1-18-16,1 2-2 0,12-2 1 0,2 1 1 0,2-2 6 15,-2 0 1-15,-1 1-5 0,3-1-29 0,1 2 30 0,2-1-28 16,-1 0 37-16,-1-1-7 0,-1-1-12 0,0 1 1 0,1-3-14 0,-3 1 10 16,-2 0-29-16,-8-1-3 0,-4 2-2 0,0-3-29 0,-1 1-1 15,6-1-8-15,1 1-30 0,-2 0-9 0,0-1-13 0</inkml:trace>
  <inkml:trace contextRef="#ctx0" brushRef="#br0" timeOffset="28510.08">18060 10657 766 0,'5'-12'136'0,"-4"5"-129"0,1-2-18 0,3 2 7 15,4 1 15-15,2 3-20 0,2 1 10 0,2-2-1 0,-1 1-5 0,-2 2-5 0,-1 0 10 16,0-2-3-16,3 3 19 16,5 0-2-16,0 2-13 0,-1 0-22 0,-1 2 26 0,-3 2-22 15,-1 3 32-15,-3 2-7 0,-1 1-9 0,-3 5-6 0,-1 2 5 0,-3 6-2 0,-2 1 6 0,-2 3 0 0,-4 4-7 16,0 1-21-16,-3 4 32 0,-2 0-25 0,0-2 41 0,0-4-11 16,-3-1-15-16,0-3-12 0,-1 0 12 0,1-5-5 0,1-4 30 0,3-4 2 15,3 0-9-15,2-6-15 0,2-2 37 0,1-2-28 0,2-1 50 16,3-1-14-1,3-1-20-15,3 0-22 0,6-1 10 0,5-1-10 0,2 0 14 0,2 0-4 16,2-1-12-16,3-3-24 0,4 0-2 0,4-1-12 0,2-2-64 0,4 0-12 0,5-2-21 0,5-3-82 0,5 1 127 16</inkml:trace>
  <inkml:trace contextRef="#ctx0" brushRef="#br0" timeOffset="29999.71">21943 16821 212 0,'10'-7'328'0,"-10"0"-189"0,3-2 196 0,3 3-258 0,7 2-72 0,4-2-18 0,4-3 13 0,4-2-6 0,4-1-11 0,0-1-7 16,1-1 15-16,4-3-9 0,2-1 29 0,0-1-3 0,3-2-6 16,4 0 0-16,3-8-6 0,2 1 4 0,7-2 0 0,0-2 5 0,1-3 1 15,6-3-25-15,2-10 32 0,0-6-27 0,6 2 48 0,-1 2-7 16,7 0-11-16,3 3 0 0,4-3 0 0,2-1 3 0,2-3 0 16,2-3 1-16,5-5-7 15,4-4-16-15,2 0 16 0,3 2-17 0,4 2 19 0,0 5-3 0,2-7-7 0,5-8-16 0,3-5 17 0,3 0-13 16,2 3 27-1,0 5-2-15,-1 0-15 0,9-12-12 0,3-4 23 0,3-5-18 0,3-1 29 16,-5 9-3-16,4-8-12 0,8-8 1 0,2-2-4 0,1-2 3 16,4 3-6-16,-5 3 3 0,0-8-1 0,12-6-10 0,0 1 21 0,1-2-19 0,5-2 13 0,-6 1-1 0,-1-4-10 0,179-131 1 15,-339 255 14 1,340-267-24-16,-175 135 13 0,0-2 0 0,9-5-11 0,-2-1 13 16,0-5-14-16,1 3 11 0,-11 6-3 0,-1-4-3 0,4-5-6 0,-3 1 5 0,-3 2-1 0,-2-6 19 15,-9 10-4-15,-5 0-5 0,1-5-11 16,-8-2 6-16,-4 3-5 0,-7 3 16 15,-11 1-6-15,-4 1-4 0,-6-6 4 0,-5 2-2 0,-7-1 5 0,-6-1 5 0,-9 10 9 0,-4 1 1 0,-6-4-20 16,-8 1 23-16,-6 5-25 0,-6 2 19 0,-7 10-5 0,-6 2-10 0,-6-3-12 16,-2 1 8-16,-5 8-6 0,-5 3 20 0,-7 6-3 0,-7-5-6 0,-3 1-13 15,-7 7 6-15,-4 3-8 0,-4 1 13 0,-5 2-4 16,-2-3-1-16,-6 2 3 0,-4 10-5 0,-4-2 6 0,-5 0-12 16,-1 2 4-16,-5-3-3 0,-5 0-14 0,-6 10 28 0,-5 6-22 0,-6 5 27 15,-3 0 2 1,-3 0-11-16,-10-2-11 0,-8 9 8 0,-3 4-10 0,-5 6 12 15,2 7 1-15,-6 3-2 0,-10 5-13 0,-8 4 14 0,-5 7-13 0,-7 5 14 16,1 3 0-16,-8 6-6 0,-14 5-7 0,0 5 8 16,-10 7-4-16,-10 7 15 0,9 6 1 0,-10 4-6 0,-12 8-12 0,2 10 15 15,-12 1-13-15,1 6 12 0,4 0-3 0,-4 3-5 0,-14 8-7 16,-5 7 5-16,-5 9 1 0,-7 8 11 0,10-4-1 0,-7 3-5 0,-5 10-13 16,-5 7 17-16,-2 5-15 0,-2 3 10 0,10 2 4 0,-1 4-7 15,-13 10 2-15,3 8-3 0,-2 5-1 0,-1 1 13 0,15 5 1 16,-2 6-3-16,-7 4-29 0,3 13 5 0,0 6 10 0,6 1 30 15,13 4-4-15,7 2-21 0,-4 13 7 0,6 8-9 0,7 4 10 16,3 8-2-16,16-9 0 0,7 6 2 0,0 12-12 0,5-1 7 0,6 1-9 16,8 2 10-16,11-13-2 0,8-1-1 0,3 7-11 0,7-4 1 15,7-1 0-15,6-7 2 0,12-12 5 0,6-4-7 0,5-4-19 16,6 0 28-16,8-11-25 0,6-7 28 0,11-12-2 0,6-9-12 0,3-4-8 16,10-2 13-16,9-11-9 0,9-8 19 0,8-16 2 0,8-9-8 15,7-3-13-15,8-12 19 0,8-8-15 0,11-15 21 0,8-15-3 16,12-9-4-16,14-13 2 0,12-7 1 0,9-11 3 0,7-11 10 15,9-8 1-15,11-10-1 0,13-10-7 0,13-6 21 0,10-11-16 16,10-10 20-16,5-10-10 0,12-14-14 0,16-11-18 0,13-9 8 0,13-7-6 16,14-10 6-16,4-6-32 0,12-4-25 0,22-12-213 0,14-3-37 15,15 1-53-15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8:23:05.28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23669 5489 358 0,'-4'-9'63'0,"-1"-2"79"0,3 4-113 0,0-1-24 0,1 2-5 0,0 0 1 0,1 1 8 0,0 1 0 0,0-1-6 0,1 2 27 0,-1-4-23 0,2 2 23 0,0-1-11 0,2 0-12 0,-1 1 3 16,1 0-8-16,1 1 8 0,1-1-8 0,-1 1 4 16,2 2 0-16,1-2-27 0,1 1 31 0,0 1-26 0,2-1 36 0,0 2-3 15,0 0-14-15,3 1-19 0,0 0 24 0,1 1-18 0,1 2 34 16,1-1-2-16,1 1-16 0,1 1-21 0,1-1 27 0,0 1-24 0,1 1 34 16,2-1-6-16,2 1-14 0,2-1 6 0,2 3 1 0,1-4 2 15,0 3 9-15,-7-3-2 16,3 3-3-16,3-4-8 0,5 1 16 0,6-1-14 0,3-1 10 15,-1-1-1-15,2 2-10 0,7-1-9 0,4 0 9 0,2 2-8 16,-4-1 23-16,-1-2 2 0,1 3-5 0,2-2-19 0,9 1 23 0,0 0-23 16,5-1 18-16,-3 3-2 0,-3-1-9 0,7-1-12 15,-4 0 16-15,1 1-12 0,7 0 26 0,-1 0-4 0,3 0-13 0,-3 1-19 0,2 0 26 16,-6 1-23-16,3-2 27 0,3 1-4 0,3-1-13 0,4 3-11 0,-3-1 10 16,-3 0-6-16,-3-1 22 0,-1 0-5 0,6-1-10 0,4 1-15 15,-1-1 18-15,0-2-14 0,-3-1 22 0,-4 0-5 0,4-3-9 16,8 1-1-16,-2-1 9 0,0 1-2 0,-2-1 24 0,-3-1 1 15,7 2-6-15,5-3-9 0,-1 2 19 0,0-1-18 0,-3 0 21 0,-2 1-6 0,7-1-6 0,2 0-3 16,-2 0 5-16,0 0-4 0,-5 0 4 0,0 1 0 16,3-3-7-16,1 3-9 0,0-1 14 0,-4-3-12 0,-1 4 2 0,0-3-1 0,-1 1-8 15,0 1 3-15,-1-1 1 0,-5 0 0 0,0-1-6 0,3 1 3 16,-2 0-4-16,1-1-7 0,0 3 13 0,-6-4-13 0,0 2 6 16,2 0 1-1,2 1-4-15,3 0-1 0,-1 0 5 0,-3-1-3 0,-6 1 5 16,-4 2 0-16,5-1-6 0,3 2-5 0,-4 1 10 0,-1 0-9 0,-7 0 4 15,-6 1 2-15,2 2-1 0,1-1-15 0,0 4 12 0,-1-1-12 0,-3 1 4 0,-7-1-13 0,-4 2-21 0,-2 2-24 16,-1 0 5-16,-1 2-12 16,-6 3-39-16,-6-2-14 0,-3 3-20 0,-1-1-95 0,-6 2-57 0,-9-1-13 0</inkml:trace>
  <inkml:trace contextRef="#ctx0" brushRef="#br0" timeOffset="1267.14">4068 6844 212 0,'-15'-2'71'0,"-3"-1"-53"0,-1-2 19 0,1 2-19 0,4 2-1 0,3 0-7 0,1 1 6 0,2 1-3 0,1 0-1 0,1-1-16 0,2 0 8 0,2 2-5 0,1-2 19 0,1 0-1 15,0 0-11-15,-1 0-25 16,2 0 30-16,1-2-28 0,0 2 33 0,2 0-4 0,-1 0-8 0,1-1-7 0,4 0 6 0,0 1-3 15,1-1 12-15,1 1 1 0,3 1-10 0,0 1-11 0,4 0 15 0,1 2-15 16,1-1 11-16,1 3 1 0,3-1-4 0,-1 1-13 0,3 0 9 16,2 1-6-16,-1 1 30 0,-2-1-7 0,-7 0-8 15,1 0-4-15,1 0 1 0,3 0-2 16,5 2 1-16,-1-2-5 0,1-1-1 0,-2 2-16 0,4-2 17 0,1 1-9 0,3 0 37 0,2 0-5 16,3 0-11-16,5 2-6 0,4-2 14 0,0 0-11 0,-4 1 12 0,-3 0-6 15,-2 0-7-15,4 0-7 0,5 1 3 0,1 0-1 0,5-3 10 16,2-3 3-16,3 4-5 0,1-2-17 0,-4 3 28 0,-1 1-25 15,-2-2 25-15,-2 1-3 0,6-2-10 0,4 2-12 0,7 0 11 0,1 1-7 16,-6-2 29-16,-1 0-6 0,-5-2-11 0,7 0-21 0,7-1 25 16,4 1-20-16,4 0 27 0,-2 1-5 0,-7 0-14 0,1-3-12 15,0 1 12-15,4 0-7 0,9-1 28 0,-2 0-6 0,-3 1-10 0,2-2-25 32,-1-1 24-32,4 0-20 0,7-1 28 0,-4 1-3 0,-2-1-11 0,3-2-13 15,-2-1 12-15,5-2-8 0,4 3 26 0,-3-3-3 0,-2-1-12 0,0-1-3 16,2-1 8-16,5 0-6 0,1 1 3 0,-7 2 2 0,-4-4-5 0,91-8 15 0,-178 14 33 0,187-11-70 15,-101 8 35-15,-2-2 0 16,3 1-2-16,8-1 13 0,-2 3-8 0,-5-2 22 16,-5-2-4-16,-4 0-3 0,4 2 1 0,3-1-1 0,2 2 1 15,-3 1-13-15,-6-3 4 0,2 0-4 0,8 2-25 0,6 1 25 0,2-2-25 16,-2 2 24-16,-4-3-4 0,1 2-14 0,10 0 2 0,-1 1 2 16,-2-1 0-16,-1 3 10 0,-5 0-4 0,7 0-2 0,2 1-17 15,0 2 17-15,-1-1-14 0,0 1 18 0,2 1-5 0,0 1-10 16,0 2-1-16,0-1 4 0,-4 1-2 0,7 0 9 0,-5 2-3 15,-4-2-4-15,2 2-6 0,-1-1 10 0,5 0-4 0,-2 1 8 0,-7-1-5 16,-3-2-4-16,1 3-1 0,3 0-2 0,1-1 10 0,0 2-2 16,-8-2 4-16,0-2-12 0,5 1-17 0,2 0 29 0,-1 0-23 15,-4 1 32-15,-8-4-6 0,-2 1-15 0,7-2 3 0,2 1-5 16,-4-1 11-16,-2 3-1 0,-10-1 7 0,-3-1-7 0,6 1-24 0,0 1 30 16,-1 0-27-16,-8 0 35 0,-3-2-4 0,-5 0-14 0,0-1-18 15,3 1 18-15,-2-1-12 0,-1 2 32 0,-2-1-6 0,-1 2-13 16,-7-3-20-16,-1 0 25 0,-3 0-19 0,-2 0 30 0,3 0-9 15,-7-2-13-15,0 2-10 0,0 0 14 0,-3 0-6 0,3 2 23 0,-7-2 0 16,-1 1-14-16,1 0-15 0,-6 2 19 0,0-2-19 0,-9 2 21 16,-5-2-1-16,1 1-7 0,3 1-12 0,2-1 9 0,1 1-8 15,-4 1 19-15,1-2-4 0,-2 4-5 0,0-3-89 0,0 4 11 16,1-1-34-16,-2 1-30 0,2 0-22 0,-3 1-24 0</inkml:trace>
  <inkml:trace contextRef="#ctx0" brushRef="#br0" timeOffset="9233.62">14292 10154 212 0,'-5'-2'133'0,"1"2"-65"0,0 0 63 0,0 0-56 0,2 0 15 0,-2 0-44 0,2 0 55 0,1 2-19 0,-1-2-29 0,0 1-19 0,1-1 30 0,0 1-38 0,0-1 41 0,1 0-21 0,0 0-21 16,0 2-25-16,-1-2 15 0,1 1-17 0,0 3 30 16,0-2-5-16,0 2-16 0,-1 2-4 0,0 1 14 0,0-1-15 15,-2 3 10-15,0-1-1 0,1 0-6 0,-3 1-5 16,3 0 11-16,-1-1-11 15,0 5 20-15,2 1-4 0,-1-1-12 0,1 4-8 16,1-2 12-16,-1-1-12 0,1 4 19 0,0-1-10 0,0 2-6 0,1 2-14 0,0-2 12 0,0 0-4 16,1-1 27-16,-1-3-2 0,2 1-7 0,-1 0-30 0,1 1 29 0,0 2-26 15,0 2 32-15,-1-1-1 16,0 1-11-16,0 0-12 0,-1 0 4 0,-1-2-5 0,1-1 20 0,-1-1-3 16,0-2-1-16,1-1-26 0,-1 3 25 0,0-2-20 0,1 0 34 0,-1 1-8 15,0 0-12-15,0 4-13 0,0 1 11 0,0 2-6 0,-1 4 26 0,0-4-5 16,0-1-7-16,1-4-23 0,-1-5 18 0,1 0-14 0,0-1 29 0,-2 4-6 15,2-2-12-15,-1 2-15 0,1-1 15 0,0-1-9 0,-1-2 27 16,1 1-2-16,-1-1-8 0,1 1-20 0,0-1 21 0,0 2-19 16,-1 1 23-16,1 1-2 0,-1-3-9 0,1-1-9 0,1-2 8 0,1-3-7 15,2 1 16-15,-1-1 3 0,-1-1-7 0,0-1-7 0,2 1 8 16,-2 0-10-16,0-3 7 0,1 3-3 0,0-3 0 0,-1 0 0 16,0-1 0-16,2 0 2 0,-2-1 7 0,1 0 1 0,0-1-2 0,0 2-6 15,0-2 9-15,0 0-8 0,0 0 14 0,0-2-4 0,1 1-3 0,0 0 3 16,1-1 0-16,-1 0 2 0,2 1-6 0,-1-1 0 15,1 1-7-15,1 0-5 16,1 1 11-16,-1 2-10 0,2 2 9 0,0 1 1 0,0-1-3 0,2 0-17 16,0-1 12-16,0-1-11 0,1 1 27 0,0-2-3 0,-1 0-7 15,1 1-22-15,-1-2 23 0,1 0-19 0,0 0 31 0,0 0-6 16,2 0-12-16,-1 0-4 0,2 2 7 0,-2 1-4 0,2-1 8 0,0-1 0 16,-1-1-8-16,3 0-3 0,-7-2 11 0,0-1-8 0,0 1 8 15,0-1-4-15,5-1-8 0,0 2-1 0,3 1 7 0,-2-2-1 0,1 2 16 16,-1-1-3-16,0 2-5 0,-2 0-12 0,2 2 9 0,0 0-9 0,-2 1 11 0,1 3 2 0,-2-1-6 15,2 0-9 1,-1 1 7-16,-1-4-7 0,0-1 16 0,1-1-1 16,-1 2-7-16,2-2-13 0,-3 0 17 0,2 0-13 0,-2 0 24 15,-1 0-12-15,1 0-10 0,1-2 10 0,1 1-5 0,0-1 10 0,3-1 4 16,0 0-5-16,0 1 1 0,0 1-21 0,-6-1 14 0,0 2-11 16,0 0 17-16,0-2-1 0,6 1-9 0,1-5-10 0,0 3 16 15,-1-5-9-15,0 0 19 0,-4 2-3 0,2-2-14 0,-2 0-4 16,1 3 12-16,-2 0-9 0,0 0 13 0,-2 3-8 0,-1 0-5 0,-1 0-8 15,-3 0 11-15,0 2-3 0,-2 0 22 0,-2-1-6 0,0 1-10 16,0 0-7-16,-1 0 10 0,0-1-8 0,0 1 12 0,0 0 4 16,0 0-2-16,0 0-19 0,0 0 17 0,0 0-15 0,1-3 25 0,-1-1-3 15,0 1-13-15,0 0-6 0,0-2 7 0,0 0-5 0,0 0 8 16,0 0-4-16,0-1-7 0,2 0-3 0,-2 1 6 0,1-1-4 16,0-1 5-16,0 2 5 0,0-1-3 0,1-3-6 0,-1 0 14 0,2 0-13 15,-2-2 7-15,1 2-5 0,0-1-6 0,2-1 0 0,-1-1 76 16,-1-1-58-16,1 2-26 0,-1-3 21 0,0 0-69 0,-1-2 53 15,0 0 15-15,0 0-13 0,-1 4 18 0,0-3-10 0,0 0-5 0,0-2-8 16,-1-3 8-16,0-1 0 0,-1 1 18 0,0 0-1 0,1 2-9 16,-1-4-7-16,1-1 6 0,1 2-5 0,0-2 7 0,0 2-3 15,3 0-5-15,-2-1-2 0,2 2 4 0,-1-1-2 0,2 1 6 0,-1 1-1 16,0-2-2-16,0 1-3 0,-1-1 4 16,1 1-1-16,-2 2 5 0,0 2-4 0,1 4-6 0,-1-4 1 0,-1 1 3 0,0-3 1 15,0 0 10-15,-1 3-2 0,-1-1-3 0,0 0-11 0,0 2 10 16,-1-1-10-16,-1 1 13 0,0 2 0 0,0-4-3 0,0 2-10 15,-1-1 8-15,2 3-7 0,0-2 12 0,-1 1 0 0,2 1-8 0,0-3-2 16,-2 1 5-16,2 0-2 0,-1-2 1 0,-1 0 0 0,1 0-3 0,0-2 7 16,0 1-3-16,0 0 4 0,1 5-7 0,0 0 2 15,-1 3 1-15,1 0-2 0,-2 2 6 0,0 1-6 0,-1 3 8 16,-1-1-4-16,0 1-4 0,0-3-14 0,-2-1 14 0,-3 0-7 0,-1-2 30 16,0 1-8-16,0 2-7 0,-3 1-14 0,-1 2 6 0,0 0-4 15,-2 3 11-15,-2-1 1 0,2-1-4 0,-2-2-23 0,0 1 26 16,4-3-22-16,-1 2 28 0,1 0 0 0,-1 0-14 0,-5 0 1 15,1 1 2-15,-1-1-2 0,-3 0 1 0,0 1 2 0,-2-1-1 0,-1 1-6 16,0 0 6-16,0-1-5 0,1 2 3 16,1 0 1-16,2 2-4 0,-3 0-7 0,0 0 14 0,0 3-9 15,2 0 15-15,3-1-10 0,5 1-8 0,-2 0 12 0,1 3-10 0,0-3 13 16,-4 4-2-16,4-1-4 0,-1 1 3 0,2-4-15 0,1 3 11 16,-1-3-9-16,1 0 16 0,1-2 3 0,2 1-5 0,0-1-17 15,1 1 14-15,3 0-14 0,1 2 22 0,2-1-7 0,0 0-6 0,2 2-17 16,-1-2 16-16,1-3-12 0,-1 1 6 0,1 0-3 0,0 2-20 15,2-2-26-15,0 0 8 0,1-1-14 0,0 0-28 0,1 0-17 0,1-4-25 16,2 1-46-16,3-6-6 0,3-2-13 0,2 0 60 0</inkml:trace>
  <inkml:trace contextRef="#ctx0" brushRef="#br0" timeOffset="14569.36">15534 11173 212 0,'-5'-4'94'0,"-2"0"-67"0,0 2 34 0,0 0-12 0,1 2-11 0,3 0 2 0,-2 0-13 0,2 2-6 0,0-1-10 0,-1 0-4 0,2 2 11 0,0-1-5 0,1 0 15 0,1 0-4 0,0 1-14 0,0-1-16 15,1 1 14-15,1 1-15 0,1-1 17 0,2-1-7 0,-1 2-3 16,4-1 5-16,1-1-9 16,2-1 12-16,3-1 3 0,-1 0-1 0,3 0-5 0,2-3-8 0,1 2 16 0,0-1-14 0,1-4 8 15,-5 5 0-15,-2-3-5 0,3 0 6 0,3 2-8 0,5-2 7 0,-2 2 0 31,1-2 3-31,-3 0 1 0,0 3-22 0,-1-3 27 0,-1 0-24 0,0 3 31 16,0-2-6-16,1 0-15 0,1 1-11 0,1 1 12 0,-2-2-6 0,-1 1 31 0,-1 0-4 0,-2 2-7 0,3-1-28 31,-1 1 27-31,-1 0-23 0,0 0 35 0,-2 0-9 0,2 0-16 0,0 0 1 16,-3-1 0-16,-5 1 4 0,-2 0 5 0,-2 0 1 0,1 0-4 16,2 0-32-16,1 0 36 0,-1 0-32 0,0 0 43 0,-3 0-9 15,1-2-16-15,-2 2-7 0,-1 0 3 0,-1 0 0 0,-1 0 19 0,0 0 2 16,0 0-3-16,0 0-15 0,-2 0 21 0,0 0-20 0,-3-1 17 15,2 1-6-15,-2-1-10 0,-2 0-12 0,0-1 10 0,-2 1-7 16,1 0 22-16,-2-1-4 0,4 2-10 0,-3 0-9 0,-1 0 15 16,-2 0-11-16,-7 0 12 0,0 0 0 0,0 0-7 0,-3 0-6 0,1 0 6 15,0 0-5-15,-2 2 11 0,0 0 0 0,-2 1-4 0,0-1-7 16,1 2 12-16,-1 0-12 0,0-1 10 0,-1 0-3 0,-1 0-1 0,-1 0 8 16,0-1-8-16,1 1 10 0,1 1-6 0,10-3 1 15,-1 1 0-15,-1 1-6 0,2 0 13 0,-4-2-12 0,2 0 9 0,1 0 0 16,1 2-5-16,2-2-8 0,0 0 15 0,1 1-11 0,0-1 21 15,2 2-4-15,0-2-16 0,0 1-3 0,2 0 6 0,0-1-7 16,3 0 2-16,2 1-2 0,1-2 2 0,1 0-10 0,2 0 9 0,0 0-5 16,0 1 12-16,1 0-1 0,3 0-9 0,1-1 4 0,3 0 2 15,2 2-1-15,2-2-2 0,-1 0-3 0,1 1 0 0,2-1-13 0,0 0 17 16,1 0-10-16,2 0 32 0,1-1-7 0,-2-1-14 0,5 2-5 16,0 0 8-16,0-1-7 0,1 0 3 0,-8 1 0 0,1-1-1 0,3-1-11 15,2 1 12-15,6 0-5 0,0-1 24 0,-2 2-3 0,-2-1-12 16,0 0-3-16,0-2 15 0,0 1-11 0,0 0 19 0,2 1 1 15,0 0-7-15,-1-2-16 0,0 2 18 0,-1 0-15 0,1 0 26 16,-3-1-5-16,2 2-11 0,-2-1-9 0,1 0 6 0,-2 1-7 16,-8 0-2-16,-2-2 6 0,-2 2 0 0,-1 0-18 0,5 0 12 0,-1 0-13 15,-3 0 21-15,0 0-4 0,0 0-6 0,-3 0-16 0,0 0 20 16,-2 2-14-16,0-2 26 0,-2 0-3 0,0 1-12 0,0-1 6 16,-3 0-2-16,-2 0 3 0,-1 0 2 0,-3 0-2 0,-1 1-5 0,-5 1-11 15,0-1 8-15,-1 0-7 0,1 2 12 0,-2-2-1 16,-2 1-3-16,-3 0-6 0,-8 0 2 0,2 1-2 0,-2-1 11 0,0 2-2 15,-2 0-3-15,-1 0-2 0,-1 1 5 0,0-1-4 16,-1 2 2-16,-1-2-3 0,1 3-3 0,-1-2-9 0,5 1 16 0,2 0-9 0,1 1 16 16,2-2 1-16,-4 1-13 0,3 0-7 0,1-1 14 0,1-2-12 15,4 1 9-15,2-2 0 0,3 0-3 0,3-1-4 0,2 2 0 16,2-2 1-16,1 1 8 0,1-2-1 0,2 0-4 0,2 1-12 16,1-1 5-16,1 0-12 0,0 0-36 0,1 0-11 0,1 0-18 0,1 0-34 15,2 1-31-15,1-1 8 0,2 3-102 0,2-3 139 0,4-3-5 16</inkml:trace>
  <inkml:trace contextRef="#ctx0" brushRef="#br0" timeOffset="17153.79">16858 11041 212 0,'-13'-14'198'0,"3"4"-118"0,0-1 107 0,-1 2-117 0,2 2-23 0,-1 3-15 0,0 0 35 0,-1 3-13 0,4-1-15 0,-2 2 6 0,0 0-4 16,0 0 7-16,0 0-10 0,0 2-3 0,1-2-8 0,0 1-32 15,1 2 34-15,2-2-31 0,-1 1 31 0,0 0-6 0,2 0-17 0,-1 3-12 16,2-1 6-16,0 1-5 0,0 2 20 0,1-1-2 0,0 1-10 16,1 2-7-16,0-2 12 0,0 0-10 0,-1 0 11 0,2 1 0 15,0-2-5-15,0 2-10 0,0-2 5 0,0 0-6 0,0 0 15 16,2-2 2-16,-1 1-4 0,0 0-16 0,1 1 22 0,1-2-18 0,-1 1 28 15,0-2-7-15,0 2-13 0,0-2-13 0,0 2 14 0,2-1-9 16,-2-2 25-16,1 2-6 0,2 0-12 0,-1 1-4 0,1-2 9 16,1 2-6-16,-1-1 8 0,0-1-8 0,1 2-7 0,2-1 7 15,0 0-2-15,1 0 7 0,0 0 4 0,-2-2-2 0,0 1-4 0,-2 1-11 16,2-2 14-16,0 0-14 0,1-1 17 0,-2 1-4 0,0 0-3 16,1 0 0-16,-3 0-8 0,1-2 7 0,-1 2 8 0,-1-1-7 15,1 1 5-15,0-1-21 0,0 2 14 0,-1-2-10 0,0 0 19 16,1 2-3-16,-1-1-10 0,2 1-9 0,-2-1 10 0,3 2-5 0,-2-1 26 15,2 1-5-15,-1-1-10 0,2-1-12 0,1 0 14 0,0 2-12 16,1-3 11-16,0 1 3 0,1 0-4 0,1 0-18 0,1 0 15 16,0-1-13-16,-1-1 28 0,1 0-3 0,1 0-10 0,1 0-4 0,1 0 7 15,1 0-6-15,0 0 9 0,1-1-6 0,0 1-3 0,1 0-11 16,-1 0 11-16,-6 0-5 0,0 1 18 0,-2-1 1 0,3 0-9 0,7 2-10 16,2-1 14-16,0 0-14 0,2 0 13 0,-3-1 2 0,-1 2-3 15,0-2-11-15,1 0 2 0,1 0-3 0,1-2 19 0,1 1-3 16,0 0-2-16,2 0-24 0,2 1 26 0,1-2-20 15,1 2 30-15,2 0-9 0,0 0-14 0,-1 0-4 0,-5 2 10 0,0-1-3 16,0 1 26-16,1 1-10 0,5 0-7 0,-2-1-15 0,-5 1 5 0,3 1-6 16,-3-2 12-16,0 2 3 0,-2-1-1 0,2-1-16 15,-1 1 9-15,1 0-9 0,-1 0 19 0,1 1 0 16,-2-2-10-16,4 1-5 0,0 0 10 0,0-1-7 0,-7-1 14 0,0-1 2 0,2 0-2 0,3 2-20 16,7-2 13-16,-1 1-12 0,-2-1 29 0,-1 1-5 0,-2-1-6 15,5 0-22-15,-1 2 17 0,1-2-13 0,0 0 23 0,0 1-6 16,0-1-10-16,4 1-15 0,-1 0 16 0,-5 1-10 0,2-1 27 0,-2 0-4 15,-1 1-11-15,6 0-10 0,-1 1 10 0,-3-3-9 0,0 2 9 16,-2 1-1-16,1-2-2 0,2 2 0 16,1-3-5-16,0 1 5 0,1 1 12 0,0 0-3 0,1-1 3 0,2 2-11 0,-5-3 3 0,3 1-2 15,-2 0 9-15,0-1 1 0,6 0-2 0,-3 0-11 16,1 0 1-16,-1 1-1 0,-1-1 8 16,2 0-3-16,2 2-3 0,5-2-11 0,-1 0 13 0,0 0-10 15,-4 1 20-15,-1-1-2 0,0 1-4 0,1 1-16 0,3-2 9 0,-2 1-8 16,-1 0 14-16,-1 0 3 0,1 2-9 0,4-1-7 0,0 0 16 15,3 2-13-15,-6-2 9 0,0 1 2 0,1 1-7 0,0-1-17 16,5-1 20-16,-2 0-16 0,-3 0 29 0,-1-1-3 0,-1 0-12 0,3 0-19 16,2-1 26-16,1 0-20 0,-2 0 34 0,-6 0-2 0,3 0-11 0,4-1-19 15,-1 0 10-15,3 1-9 0,-3-1 26 0,-5 1 0 16,1 0-5-16,3 0-19 0,0 1 14 0,4-1-13 0,0 0 20 0,-6 1-1 0,2 0-6 16,2-1-7-16,-1 2 4 0,7-2-4 15,-5 0 5-15,-2 1 2 0,-2-1-1 0,4 1-8 0,-2 0 2 16,5-1-3-16,0 2 5 0,-5-2 0 0,3 0-2 0,0 0-14 0,-2-2 14 15,4 2-11-15,-4-1 22 0,-3 1 0 0,0 0-6 0,4 0-11 16,0 0 10-16,2 0-10 0,0 0 13 0,-6 0-5 0,2 1-3 0,2 1 2 0,0-1 1 0,1-1 4 0,-2 1-1 16,-6 1-1-1,2-1-6-15,4 0-12 0,1 0 15 0,1 1-9 0,-3-1 26 0,-1 0-9 0,3-1-11 0,2 0-12 0,3-2 10 0,-4 0-5 16,-2 0 29-16,-5 1-9 0,-1-1-5 0,3 0-28 16,1-1 23-16,2 1-15 15,-2-1 35-15,-6-1-9 0,1 0-15 0,3-1-11 0,-2 0 14 16,4-1-8-16,-3 1 21 0,-3 0-2 0,2-3-11 0,2 0 0 15,1 0 5-15,4 1-5 0,0 0 6 0,-2 0 2 0,-4 0 1 0,5 1-29 16,-3-1 19-16,-1 1-20 0,3 1 35 0,-6-1-3 0,-5 0-5 0,1 3-15 16,-3-4 14-16,-3 3-12 0,0-1 18 0,-4 1-1 0,-3-1-7 0,0 1-13 15,-3 1 9-15,-2-1-9 0,-2 1 23 16,-2-1-5-16,-3 1-2 0,-1 1-2 0,-3-2 7 0,-1 1-2 0,-1-3 15 16,0 1-8-16,-1-2-7 0,-1-1-9 0,-2-1 14 0,-1-1-8 15,-1 0 22-15,0 1-4 0,-2-2-12 0,2-1-10 0,-1-1 13 0,0 0-11 0,3-1 17 0,-2 1-1 0,1-2-3 0,-3-1-19 31,0 1 11-31,0-2-13 0,1 1 18 0,0 0-3 0,1 1-6 0,-2 0-17 16,0 2 15-16,0 0-13 0,1 1 23 0,0 0-4 0,0-2-7 16,-2-1-12-16,1 1 8 0,-1 4-6 0,0-3 8 0,0 2-10 15,1 2-15-15,-2 0-21 0,0 1-7 0,0 3-3 0,0 0-46 16,1 1-11-16,1 0-17 0,1 0-57 0,0 4-13 0,3 0-11 16,-2 6-148-16,2 1 215 0,0 0-34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8:24:29.697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2792 5558 256 0,'-6'-12'-3'0,"3"6"-86"0,2 1 60 0,-2-2 20 0,2 2 21 0,0-1 19 0,1 1-17 0,0-1 40 0,0 1-10 0,0 1-16 0,0 1-2 0,1-1-2 0,-1 0 3 0,1 0 12 0,-1 2-7 15,1-2-2-15,1 1-27 0,-1 1 23 0,0 2-21 0,0-2 26 16,0 1-9-16,0 1-15 0,0 0 5 0,1 0-7 0,0 1 9 0,0 1 5 16,0-1-1-16,0 4 1 0,3-1-15 0,-1 4 24 15,1 0-19-15,-1 4 45 0,1 1-9 0,0 0-4 0,1 3-15 0,0 1-5 16,-2 0 4-16,2-2 3 0,-2 0-7 0,2 1-4 0,-2 0-21 16,1 5 15-16,-2-2-13 0,2 0 20 0,-2-2-4 0,2 1-8 0,-1-2-18 15,2 1 12-15,-1 0-10 0,1 1 23 0,0-3 2 16,-1 0-12-16,2 1-24 0,1 2 29 0,0-3-28 0,1-1 29 0,1-1-5 15,1-3-13-15,2 0 3 0,2-2 2 0,1 0 1 0,2-2 9 0,1 0 1 16,1 0-2-16,5-3-20 16,1 1 25-16,2-1-20 0,2-1 36 0,-1-2-3 0,0 2-8 0,-1 0-13 15,0 1 11-15,4-2-7 0,2 0 28 0,3 2-9 0,1-1-9 0,2 2-7 16,3-2 4-16,1 0-5 0,2 1 1 0,0-1-4 0,-1 0 1 0,-4 0-10 0,2 1 2 16,-2 1-2-16,0-2 6 0,3 2 2 0,-4-2-5 15,3-2-13-15,-2 0 22 0,2 0-17 0,-3-1 24 0,-1 0-4 16,-2-2-10-16,0 0-5 0,-9 0 1 0,0-1-1 0,-1 0 9 0,-5 0 1 15,5 1-4-15,-3-3-15 0,-7 3 23 0,-4 0-19 0,-3-1 25 0,-2 2-4 16,-3 0-10-16,-2-1 22 0,-1 1 0 0,-2 0 10 0,1-1 21 16,-1-1-9-16,-1 0-7 0,-1-1-23 0,-1-1 8 0,-2 0-11 0,1-1-7 15,-1 1 1-15,0-1-3 0,0 1-25 16,-1 1 16-16,0-2-20 0,0 1 8 0,2 1-10 0,-1-1-17 0,2 0-55 0,0 3-7 16,3-1-14-16,0-1-57 0,4 1-52 0,4 1-27 0</inkml:trace>
  <inkml:trace contextRef="#ctx0" brushRef="#br0" timeOffset="3883.32">5291 5576 422 0,'1'-2'43'0,"2"2"93"15,-2 0-136-15,2 3 4 0,2-1-3 0,-1 2 25 0,3 1-2 0,0-2 2 0,0 1-15 0,0-3 23 0,0-1-15 0,1 0 43 0,1 0-15 0,2 1-12 0,2 1 0 16,1-2-6-16,3 0 8 0,1 0-10 0,2-2 1 0,4 2-2 0,3-1-26 15,2 0 28-15,1-1-26 0,4 2 35 0,-2-1-13 16,2 0-13-16,0 1-19 0,-6-1 10 0,1 1-4 0,0 0 26 0,0 2-6 0,6-2-13 0,0 1-15 16,-2-1 17-16,0 0-14 0,1 0 20 0,0 0-3 0,-2 0-7 15,4-1-8-15,0 1 5 0,0 0-2 0,1-1 15 0,-2 1 0 16,-6-1-4-16,4 1-9 0,-1-2 14 0,2 2-13 0,6 0 16 0,-3-1-7 16,3 0-7-16,1 0-4 0,2-1 7 0,0 2-3 0,0 0 17 15,-2-1-2-15,-5 1-10 0,3 0-7 0,0 0 8 0,2 1-9 16,5 1 10-16,-4-1-5 0,0 0-2 0,2 0 6 0,0 3-5 0,-2 0 7 15,2-3-1 1,-2-1-2-16,-7 2 0 0,6-1-12 0,-1 3 15 0,1 0-13 0,4-2 21 16,-4 2-3-16,1-1-8 0,0 2-5 0,2-1 0 0,0-1 1 15,1 2 6-15,-3-2 0 0,-4 1-2 0,5 0-21 0,1 0 24 16,1-2-20-16,6 1 26 0,-5-1-8 0,0 2-12 0,3 0 1 0,3 0-3 16,-2 0 6-16,1-2 5 0,-6-1 2 0,1 2-2 0,1-2-26 0,0 1 30 15,3-2-26-15,-2 1 33 0,-2 1-10 0,0 1-15 0,3 0 3 16,0-2 4-16,-7 1 1 0,4 0 13 0,-3-1-1 0,2-1-6 0,6 1-13 15,-2-1 16-15,-1 1-12 0,2-1 17 0,-1 2-8 0,0-1-11 0,-3 0 8 16,5-1-3-16,-2 0 6 0,2-1-2 0,3 0 0 0,-2-1 1 16,0 2-19-16,3 0 22 0,1 0-19 0,1 0 26 0,-3-1-4 0,-1 0-7 15,2-2-20-15,2 1 15 0,0 1-12 0,-1-2 30 16,-2 2-7-16,2-2-10 0,0 1-13 0,-2 0 13 0,2-2-9 0,-3 1 16 0,-1-1-5 16,-1-1-4-16,2 2 5 0,-2 1-3 0,0-4 6 0,-1 4 3 15,-9-2-6-15,2 1-2 0,2-2-6 0,1 1 3 0,3 1-2 0,-2-2 8 16,-4 2 6-1,-2 0-1-15,2 2-17 0,0-1 8 0,2 0-11 0,-1 1 18 0,-6-2-1 0,2 1-1 0,5 1-9 0,0-2 7 16,3 2-8-16,-4-1 8 0,-3 2 2 0,-2 0 0 0,3 0-21 16,0 2 16-16,1-2-11 15,0 0 31-15,-6 0-4 0,0 0-11 0,3-2-12 0,2 1 12 16,1 1-11-16,-3-1 11 0,-2 1-2 0,-2 0-4 0,4 0-8 0,1 0 13 16,0-1-8-16,-1 1 12 0,-3 0 4 0,-5-3-10 0,3 2-8 15,1-3 15-15,-1 3-15 0,1 1 10 0,-5-2 1 0,-2 2-1 0,0-2-10 16,0-2 9-16,-2 1-7 0,-2 0 22 0,0 0 0 0,0 0-8 0,2 0-13 15,-1-1 20-15,-2 1-17 0,0 1 25 0,-10-2 0 16,1 3-8-16,3-3-19 0,3 1 14 0,7 1-12 16,2 2 29-16,-3-3-5 0,-3 2-9 0,5-2-23 0,1 1 19 15,-1 2-16-15,1-2 27 0,-2 1-2 0,3 0-13 0,-1-1-7 16,2 0 1-16,1 1-3 0,-3-1 5 0,-6 0 0 0,-2-2 0 0,4 1-12 16,0 0 18-16,5-1-16 0,-2 1 19 0,-8-1 1 0,-1 2-7 0,-2-1-9 15,-3 1 3-15,-1-1-3 0,-1 1 17 0,-3-1-7 0,-1 0 1 16,-1 1-11-16,-3-1 3 0,0 1 0 0,-2 0 9 0,-1 0 1 15,-1 1-3-15,2 1-15 0,-2-2 14 0,0 1-13 0,-1 0 21 16,0-2-2-16,1 2-7 0,-1 0-17 0,0-1 13 0,0 1-11 16,0 0 23-16,0 0-5 0,0-1-8 0,0 1-11 0,-1 1 10 15,1 0-7-15,0 0 11 0,0 0-1 0,0 0-7 0,0 0-22 0,0 0 21 16,0 0-20-16,0 0 18 0,0 0-7 0,0 0-13 0,0 0-24 16,0 0-9-16,0 0-1 0,-1 3-34 0,-1 0-9 0,-1 1-11 15,0 3-75-15,-2-1-24 0,1 0-23 0,-2 3 28 0</inkml:trace>
  <inkml:trace contextRef="#ctx0" brushRef="#br0" timeOffset="5641.29">16207 5611 212 0,'9'0'236'0,"0"-3"-142"0,0 0 133 0,6 0-183 0,-2 5-43 0,4 0-14 0,2 1 32 0,-1 2 0 0,2-1-6 0,3 0 7 0,-1 0 10 15,4 1-7-15,0-2 3 0,0 3-4 0,1-1-7 0,3 2-5 16,3 1 13-16,2 1-6 0,2-1 24 0,-4-2-6 0,-2 1-12 0,5 0-14 16,1 1 15-16,1-2-13 0,6 2 17 0,-4 0-8 0,0-1-6 15,5 2-8-15,1 0 2 0,5 0 1 0,1 0 4 0,-5 0-1 16,3-1-7-16,2-1-8 0,1 0 16 0,3 1-13 0,-2-1 16 15,1 0-5-15,2 0-7 0,3 0 5 0,-3 0-8 0,1 0 10 0,-1-1 4 16,1 1-3-16,4-1 3 0,0 2-11 0,5-1 4 0,0 1-2 16,0 0 9-16,0-1-5 0,-2-1-2 0,4-1-9 0,3 1 10 15,0 0-5-15,0 0 18 0,-3 0-2 0,2-1-11 0,2 0-14 0,1-1 19 16,5 1-16-16,0-2 22 0,-4 1-4 0,2-1-7 0,4-1 5 16,-2-1-3-16,4 2 5 0,2-2 1 0,-2 0 1 0,2-1 0 0,2 0-5 15,-1 0 5-15,1 0-1 0,4 0 8 0,-2 1-2 0,1-1-9 16,1 0-17-16,-2-1 13 0,2 0-10 0,0 1 25 0,-1 0-3 15,1-1-6-15,0-1-20 0,5 1 16 0,-1 0-14 0,0-1 20 16,-1 0-2-16,-3-3-6 0,4 1-11 0,2-2 10 0,0 0-9 16,3 0 13-16,-4 0-3 0,-2-2-9 0,4 0-9 0,-2 1 17 15,3-1-14-15,-2-1 19 0,-10-1-4 0,4-1-9 0,0 1 0 16,4 0 4-16,-1-2-2 0,-5 2 2 0,-3 1 0 0,-1-1-2 0,6-2-10 16,1 0 8-16,-3 0-7 0,-2-2 12 0,-7 3-2 0,4-2-4 0,5-1-3 15,1-4 1-15,-3 0-1 0,-4-1 17 0,-3 1-5 0,-3-2 5 16,5 0-21-16,0-1 11 0,-2 0-8 0,-4 0 21 15,-4-2 0-15,-1-1-6 0,2 0-8 0,-1-5 8 0,-2 1-8 16,-5-1 16-16,-3 3-6 0,-5 2-4 0,-2 2-15 0,0 2 12 16,-3-1-8-16,-1 1 20 0,-9-1-4 0,-1-1-12 0,-1-2-5 0,-4-2 12 0,-2 0-9 15,-5-1 12-15,-5 4-3 0,-3 0-8 0,-2-2-2 16,-6 1 0-16,-2-3-1 0,-2-1-1 0,-3 0-6 0,-3 0-2 0,-2-1 3 16,-5 1-1-16,-4 3 2 0,-1-2-10 0,-4 1 4 15,-6-1-6-15,-6-3 0 0,-5-2 9 0,-6-3-7 0,-10 0 8 0,-4 2 4 0,1-1 0 16,-7-4-4-16,-1 0 10 0,-5 0-6 0,-8 0 9 15,-4 4-2-15,-7 2-6 0,-5 1-10 0,-7-2 12 0,1 0-9 16,-6-3 19-16,-2 1 0 0,-3 1-4 0,-10-2-19 0,-1 0 14 16,-6-1-13-16,-3-2 30 0,0 4-7 0,-2 0-8 0,-6 3-14 15,-6 3 13-15,2 2-10 0,-7 1 24 0,7 0 0 0,1 1-8 0,-10-1-19 16,3-1 9-16,-2 0-11 0,-2 4 29 0,2 4-4 0,0 0 0 0,-4 1-16 0,-5-1 9 16,4 2-7-16,-4 1 17 0,3 3-6 0,-1 1-6 15,-9 1-7-15,3 3 6 0,-1 2-2 0,3-1 12 0,7 2 0 0,-1 3-5 0,-2 2-9 16,1 0 4-16,3 1-3 0,3 3 10 0,8 1-8 15,3 2-7-15,-138 11 5 0,268-18 13 0,-255 29-11 0,138-15 1 16,1 2 1-16,-2 2-5 0,2 1 2 0,3 3-3 0,1-3 12 16,10 2-1-16,-1 2-6 0,-101 29-7 0,7 9 6 15,107-35 1-15,3 3 0 0,3 5-6 0,1 5 4 0,1 2-1 16,1 1 6-16,6 0 8 0,6-2-6 0,2-1-19 0,7 1 10 16,3-1-14-16,1 0 29 0,5 1-5 0,4-2 0 0,8 3-14 15,6 4 7-15,6 0-7 0,2 2 11 0,2-1-2 0,8-2-3 0,4-1-3 16,8 0 12-16,5-4-6 15,6-2 11-15,8-1 0 0,5 0-12 0,8 1 0 0,5 3 9 0,3 1-8 0,-1-1 8 0,5-4 2 16,6-1 0-16,6-5-22 0,7 1 23 0,2 1-20 0,6-2 31 0,3 1-8 16,6-3-13-16,5-2-4 15,1-1 8-15,5 2-5 0,6 1 8 0,-3 2-1 0,5 1-7 16,2 2 3-16,-3 1-3 0,5 1 3 0,-4 1-6 0,-5-4 1 0,-1-4 0 0,-5 0-7 16,-3-2 8-16,-5-1-10 0,-2-2-27 0,-8-2-18 0,-3-4-21 15,-4-5-78-15,-6 1-59 0,-6-3 15 0,-4-1-150 0,-7 3 190 16,-8-1 18-16</inkml:trace>
  <inkml:trace contextRef="#ctx0" brushRef="#br0" timeOffset="6510.9">15827 5643 1519 0,'42'-23'38'0,"2"7"-132"0,3 3 109 0,0 8-1 0,3 1-12 15,4 0 4-15,-3 0 9 0,3 0-7 0,1 1 15 0,-2-1 0 0,2 1 0 0,-4 1-23 0,-6 2 23 0,-2 0-20 0,0 3 27 0,-4 1-7 0,-3 1-15 0,-8 1-11 0,-4-3 9 16,-4 3-9-16,0-3 10 0,1 4-1 0,-6-5-5 0,-3 0 0 0,-8-2 1 16,-3 1-1-16,-2 3 2 0,-7 0 4 0,-5-1-3 0,-11 3-4 0,-5-1 13 15,-3-1-11-15,-7-3 8 0,-6 0-3 0,-4-1-7 0,-14 0-6 0,-4 0 6 31,-6 0-4-31,-5-1 27 0,2 0-18 0,-2-2 4 0,-77-3-6 0,153 6 12 0,-153 0-20 0,84 0 22 0,7 0-1 0,5-2-9 16,8 2 22-16,6 0-13 0,4 0 31 0,12 0-6 16,5 2-18-16,7-2-7 0,6 2 6 0,4-1-8 0,4 1-3 0,3-1 1 15,1 0-6 1,6 1-16-16,3 0 26 0,7 2-20 0,6-2 35 0,8 2-5 16,7 0-12-16,12-1-15 0,4 1 9 0,2-1-8 15,7 0 12-15,0 0-4 0,3 2-7 0,81 5-7 0,-149-10 19 16,154 14-26-16,-80-10 21 0,-4 2-2 0,-3-1-10 0,-4 2 5 15,-8 0-4-15,-5 2 8 0,-8-1 4 0,-4-2-3 0,-8 0-24 16,-8-1 18-16,-9-1-19 0,-8-2 32 0,-6 1 3 0,-7-1-5 0,-11 1-10 16,-8-1 21-16,-9 1-18 0,-7-1 19 0,-4 2-4 0,-7 0-10 15,-14 0-11-15,-5 0 9 0,-4-2-8 0,1 0 13 0,5-1-2 16,2 0-8-16,-4 2-5 0,2 1 16 0,6-3-11 0,11 1 29 0,9 1-11 16,11 0-12-16,5-2-14 0,4 1 15 0,9 2-10 0,9-2 19 15,5-1-6-15,4 1-14 0,5 2-2 0,5 0 6 0,6 2-2 16,7 0 11-16,9-3 1 0,4 4-3 0,1-3-24 0,8 1 17 15,5-1-16-15,4-1 30 0,9 3-5 0,-5-1-7 0,4 1-13 0,1 1 11 16,-6 0-8-16,-8 1 13 0,-12-2 1 0,-7-1-7 0,-9 3-12 16,-4-4 11-16,-9 1-13 0,-8-2 8 0,-6-1 4 0,-6 2-3 0,-9 0-3 15,-7 2 13-15,-3-1-8 0,-6 2 12 0,-7-1-2 16,-4-2-9-16,-13 1-6 0,2-1 13 0,-3 1-9 0,-3-2 6 0,6 0 2 16,5 0-8-16,4-3-10 0,9 1 16 0,7 1-12 0,5-2 19 15,13 0 2-15,8 0-8 0,6 0-22 0,3 0 20 0,5 1-17 16,4 1 29-16,8 1-3 0,7 0-11 0,8-3-10 0,7 2 12 0,0-1-8 15,6-1 12-15,2 2 0 0,-1-2-6 0,7-2-13 0,-5 2 14 16,-6-1-12-16,0 0 15 0,-10 1 0 0,-6 0-5 0,-7 0-15 16,-10 0 17-16,-4 0-13 0,-8 0 26 0,-4 0-4 0,-7 0-9 0,-9-1-6 15,-8 1 11-15,-8 0-7 0,-5 0 12 0,-3 0-3 0,-6 1-8 16,-8 1-17-16,2 1 18 0,6 0-16 0,5-2 5 0,9 3-6 16,7-1-18-16,1 5-72 0,11 1-13 0,6 1-22 0,6 7-160 15,6-4-22-15,4 12-62 0</inkml:trace>
  <inkml:trace contextRef="#ctx0" brushRef="#br0" timeOffset="22393.76">3022 7484 587 0,'-17'-6'116'0,"1"0"-55"0,5 2-61 0,1 0 21 0,2 1 6 0,1 2 0 0,3 0-5 0,-1 0-12 0,3 1 32 0,1 0-23 0,0 0 47 0,1-2-12 0,0 2-16 15,0 0-31-15,0 0 10 0,1 0-12 0,1 0 8 0,2 0-4 16,0 2-9-16,2-1-4 0,0 1 8 0,3 0-6 0,2 1 2 16,0 0 2-16,0 0-2 0,2 2-15 0,2-1 15 0,2 2-11 15,1-1 26-15,0 1-2 0,1 3-12 0,2-1-5 0,2 0 11 0,0 1-10 16,2-3 9-16,-1-1-6 0,-1-1-7 0,-3 1 7 0,2-1-1 15,1 3 5-15,2-1-4 0,5-2 2 0,1 2-3 0,0-2-3 16,2 2 12-16,3 0-12 0,2-1 4 0,1 1 3 0,3 0-1 0,3 1-10 16,-1 1 8-16,-3-5-8 0,2 2 16 0,-1-2 1 0,3 0-7 0,8-2-21 15,0 0 26-15,-1-1-22 0,3 0 30 0,-3 0-3 16,-1 0-7-16,-3-1-3 0,0-2-6 0,1-1 4 0,-1-1 1 0,2 0 0 16,0-2 2-16,0-1-14 0,2 0 16 0,-2 1-13 0,0-4 22 15,-7 2-5-15,-7-1-9 0,-1-1-5 0,-1 2 3 0,-2-3 0 16,1-2 10-16,-4 2 2 0,-2-5-10 0,-2-3-4 0,0 0 16 0,-4-3-13 15,-2-2 13-15,-3 1-7 0,-1-1-5 0,-4-4-3 16,-1 1 8-16,-3 0 0 0,-2 1 17 0,-3 2-5 0,0-4-13 16,-2-1-16-16,-4-4 23 0,-1 0-19 0,-2-1 26 0,-2 3-6 15,0-1-10-15,0-2 2 0,-2-4-2 0,-1 0 4 0,0 0 5 0,1 4 0 0,0 2 0 16,-2 1-15-16,1 0 16 0,-3-2-14 0,0 1 18 0,-2-3-2 16,-1 0-9-16,-4 1-7 0,-1-1 3 0,-5 0-1 0,-1 0 15 15,-1 3-2-15,-1 1-7 0,0 1-21 0,-3 4 20 0,-5 2-19 16,-2 2 21-16,-4 2-1 0,-2 2-7 0,-1 1-3 0,-4 1 2 0,-4 1 0 15,-1-1 2-15,1 2 3 0,-1 1-3 0,-1 2-18 16,-4 3 24-16,-3 3-20 0,-1 1 28 0,0 5-5 0,0 0-8 0,-3 0-6 16,-2 1 4-16,0-1-2 0,-2 4 7 0,0 0 2 15,-2 6-6-15,-1 3-13 0,-3 1 18 0,-1 1-16 0,2 2 22 0,3 3-2 0,62-22-24 16,-335 119 22-16,283-85-7 16,4 4 1-16,-53 47 13 0,113-83-17 0,-100 87 10 0,57-46-7 15,2 2-1-15,2 0 9 0,1-1-3 16,3 5 7-16,4-3 2 0,6 5 0 0,4 4-1 0,3-2-12 0,5 0 16 0,4-5-16 15,4-1 12-15,4-3 0 0,4-5-5 0,4 0-11 0,5-2 12 16,4-2-10-16,5 2 16 0,4-1 2 0,5-3-6 0,6 1-2 0,4-3 3 16,4-2-6-16,1-1 4 0,3-3-3 0,3-2 0 0,5-5-4 15,4 0 0-15,0 0 2 0,3 1 1 16,-1 2-2-16,2-1-4 0,5 1-6 0,2-4 10 0,0 0-7 0,1-1 8 16,-3-2-5-16,1 1-6 0,3 3-34 0,-6-1 3 0,1-1-11 0,-3 0-36 0,-3-1-16 15,4 2-28-15,1-2-97 0,2 1 138 0</inkml:trace>
  <inkml:trace contextRef="#ctx0" brushRef="#br0" timeOffset="59474.83">6000 8930 308 0,'-14'0'37'0,"4"1"39"0,4-1-50 0,0 1 7 0,1-1-12 0,3 0 23 0,2 2-12 0,0-2-16 0,0 0 5 0,0 1-9 0,0 0 10 15,1 0 6-15,2 1 1 0,0 0 3 0,1 1-24 0,2 1 31 16,1 0-28-16,1-2 34 0,-1 3-3 0,4-2-9 0,1 3-14 0,3-2 17 15,1 1-13-15,3-1 23 0,2 0-2 0,3 0-9 0,2 1-18 0,5-1 18 0,-1-1-20 16,-1 0 13-16,-3-2-4 0,-1 1-5 16,4-2-5-16,1 2 7 0,7 1-3 0,2-1 19 0,2 0-4 0,3-2-9 0,7 0-15 15,2 0 17-15,2 0-16 0,-5 0 17 0,-2-2-5 0,0-2-6 0,3 2-4 16,5-1-4-16,1 1 4 0,3 0-1 16,0 1 2-16,2 0-1 0,-5 0-18 0,2-1 25 0,-3 4-22 15,2-1 23-15,5 0-4 0,1 2-11 0,8-3-14 0,-1 0 10 16,-4 0-7-16,0 0 24 0,-6 0-3 0,4 0-8 0,8 0-7 0,6 0 6 0,-1 1-6 0,-1-1 11 0,-8 3-1 15,-1-5 0-15,7 1-6 0,6 1 11 16,5-1-7-16,-4 3 24 0,-2-2-23 0,0 0-2 0,97 0 1 0,-179-1-21 16,191-2 26-16,-103 1-13 0,-2 2 2 0,7 0-6 0,6 0 12 15,-5 1-10-15,0-2 11 0,-7-2-2 0,1 2-10 0,10-1 0 0,0-1 3 16,-3 2-1-16,-1-1 5 0,-3 1 1 0,4-1 2 0,8-1-13 16,-2 0 5-16,2 2-5 15,0-3 11-15,0 2 0 0,3-1-5 0,3 1-7 0,2-2 16 16,0 3-11-16,5-2 21 0,-3 0-9 0,-3 2-8 0,5 0 2 15,0 0 9-15,2 1-3 0,0 0 2 0,-3 0 0 0,-1 0-8 0,9 0-14 16,1 0 18-16,2 0-17 0,-1 0 18 0,-4 0 1 0,4-2-6 0,6 1-16 0,3 1 13 0,0-1-9 16,0-1 29-16,-2 1-8 15,4 0-11-15,4 0-4 0,2-2-1 0,5 0 2 0,-4 0 6 0,0 1-5 0,2-3-2 0,9 1-6 16,-3-1 12-16,2-1-4 0,6-1 17 0,-10 0-4 0,3-2-10 16,11 0-10-16,-7-1 11 0,2-2-8 0,3 2 18 0,-10 0 9 0,1-2-7 15,8 1 1-15,1 2 8 0,-5-2-10 0,2 2 28 0,-2 4-5 16,-9 1-13-16,10 2-9 0,0 1 3 0,-8 1 9 0,5 0 7 15,-7 0 3-15,2 1-19 0,6 0-14 16,-1 0 14-16,3 2-13 0,-6 2 18 0,-5-1-7 0,4 0-8 0,3-2-15 0,0 1 18 0,3-2-12 0,0 2 23 16,-11-2-4-16,1 0-12 0,9 1-7 0,-10-2 8 0,2 0-8 15,-2 0 9 1,-8 0-4-16,-3 0-1 0,4 0-14 0,-7 0 10 0,-4 0-7 16,-4 0 19-16,-8 0-2 0,-3 0-8 0,0 0-5 0,-2 0 5 0,-4 0-4 15,-4 0 10-15,-9 0-2 0,-5 0-4 0,5 0-5 0,-7 0 3 16,-4 0-2-16,-3 0 7 0,-11 0-4 0,-1 0-4 0,1 0-6 15,-3 0 10-15,-1 0-5 0,-5 0 15 0,-11 0-3 0,-6 0-7 0,-2 0-9 16,-4 0 8-16,-1 0-9 0,-6 0-7 0,-9 0-2 16,-6 0-12-16,-4 0-29 0,-4 0 3 0,-3 0-10 0,-5 0 12 15,-6 0-14-15,-9-2-1 0,-13 2-129 0,-13 0 5 0,-13 2-37 16,-14-2-83-16,-8-4 186 0,-10 1-28 0</inkml:trace>
  <inkml:trace contextRef="#ctx0" brushRef="#br0" timeOffset="60393.18">6274 9023 810 0,'3'-2'195'0,"6"2"-107"0,5 0-85 0,4 2-3 0,4 2 6 0,4 0 2 0,-1 0 0 0,3 0 8 0,2-1 18 0,4-1-8 16,5-1 32-16,7 0-9 0,9 2-13 0,6-2-12 0,0 0 11 16,1-1-10-16,-2 0 9 0,-1 0-7 0,8 0-8 0,10 0 1 15,7 2 7-15,3-2-1 0,-1 0 8 0,-5 0-8 0,4 0-12 0,13 0-27 16,2 0 23-16,3-2-19 0,-3 1 34 0,-1-1-7 0,7-2-11 16,0 2-10-16,0-1 5 0,-4-1-2 0,2 3 13 0,1 1-3 15,-2-2-4-15,4 1-14 0,-4 0 13 0,7-1-10 0,3 2 19 0,-6 0-9 16,2 0-11-16,5 2 3 0,2 0-1 0,2 0 6 0,1-1 8 15,-5 1-2-15,4 1-4 0,5-1-12 0,4 0 14 0,1 0-11 16,0 1 14-16,-4-1-2 0,1 0-7 0,7 0 4 0,-2 1 4 16,0-1 1-16,2 1 16 0,-4 1-7 0,0 0-2 0,1 1-19 0,1 0 10 15,-1 0-8-15,0 0 19 0,-5 2 2 0,2-2-6 0,5 0-32 16,1 2 29-16,2 1-26 0,2-1 36 0,-8-2-2 0,5 0-15 0,8 0-9 16,5-1 10-16,-1 0-10 0,2-3 11 0,-1 1-1 0,-2 0-3 15,9-2-14-15,4 0 14 0,0 0-10 0,-1-4 23 0,-2 3-1 16,0-1-12-16,4-2-15 0,4 2 20 0,1 1-17 0,-4-3 26 15,-4 1-9-15,4 2-10 0,0-2 4 0,1 2-1 16,5 0 4-16,-7 0 1 0,-4-2 0 0,4 3-5 0,-1-1-18 0,1-1 25 0,4 2-20 16,-6 0 32-16,-6 0-5 0,-1 0-12 0,5-1-13 0,-2-3 25 15,2 3-16-15,5 0 34 0,-12-2-4 0,0 2-12 0,12-2-19 16,-6-1 19-16,0 2-14 0,5-2 34 0,-10 2-8 0,2-4-12 0,9 3-8 16,-1-1 3-16,0-3-3 0,1 2 13 0,-5 0-7 0,0-3 0 15,8 6-24-15,1-5 13 0,-1 2-11 0,-2 0 23 0,-4-1-1 16,-6-1-6-16,6 2-13 0,4-2 7 0,-8-2-7 0,-1 0 12 0,-7 2 2 15,-5 1-4-15,4-2-14 0,-3 0 3 0,4 0 11 16,-5-1 27-16,-8 0-2 0,1 1 0 0,0 0-18 0,0 2 12 0,-2-1-11 16,-3 2 19-16,-8 1-8 0,-1 3-8 0,-2 1-19 0,-2-1 10 0,-6 1-9 15,-3 2 18-15,-6 1-2 0,-5 1-7 0,-4 0-8 0,-7 1 1 16,-2 0-2-16,-5 1 5 0,-6 3-3 0,-9 0-2 0,-4 2-9 16,-10 1-18-16,-5 2 6 15,-4-3-71-15,-10 0-20 0,-6 2-18 0,-6 2-142 0,-8 5-86 0,-8 3-19 0</inkml:trace>
  <inkml:trace contextRef="#ctx0" brushRef="#br0" timeOffset="68361.42">15391 10319 330 0,'-13'-3'52'0,"2"3"56"0,4-1-83 0,1 1-8 0,1 0-11 0,2 1 12 0,1 1 0 0,0-2-4 0,0 0-21 0,2 1 19 0,-1-1-19 0,1 0 22 0,0 1-6 0,0-1-8 0,0 0-1 0,0 0-3 15,0 0 3-15,0 0 2 0,0 0 1 0,0 1-1 0,1 1-8 0,1-1 12 16,-2 3-10-16,1-2 11 15,-1 4-7-15,1-1-5 0,0 1-9 0,1-1 6 0,0 2 1 0,1 2 22 0,0-2 0 0,0 1-12 16,1-2-11-16,0 1 17 0,1 0-17 16,-1-2 8-16,1 1-1 0,-1 1-5 0,2-2 4 0,-1 1-5 0,1-1 7 0,1 0 8 0,-2 0-2 15,1-3-2-15,2 1-16 0,0 0 23 0,1-1-17 0,0 1 30 16,0 4-2-16,0 0-13 16,0 0-9-16,1 1 10 0,-1 1-8 0,0 1 19 15,1 1-1-15,0-1-8 0,2 1-16 0,1 0 14 0,-1-1-13 0,2 1 16 0,0 2-5 0,3-3-8 16,0 2-8-16,2-1 6 15,-6 1-3-15,2-2 18 0,1-1 1 0,3-1-3 0,9 0-11 0,3-3 18 16,3 0-17-16,-1-1 16 0,1-1-1 0,3 0-7 0,3 0-21 0,4-1 12 16,0 2-11-16,1 0 21 0,-3 0 2 0,-7 0-8 15,-2-2-19-15,1 3 24 0,2-2-22 0,4 2 27 0,0-1 0 0,0 1-9 0,3-1-17 0,0 2 16 0,-1 0-12 0,4 0 34 16,-3 1-5-16,-6-2-11 0,2 1-17 0,-2 0 21 0,3-2-19 31,6 1 21-31,-1-1-8 0,2 0-12 0,6-1-4 0,3 0 9 0,2 0-1 0,-1-2 19 0,-4-1-4 0,1-3-12 0,0-1 2 16,4-1 3-16,6-1-3 15,3-1 3-15,1-1-1 0,-5-3 2 0,-5 0-6 0,-2-2 2 0,-5 1 0 0,2 0 9 0,2-2-2 16,-2 2-5-16,4-2-11 16,-1 1 21-16,0-1-16 0,-8-1 27 0,-2-1-1 0,-3-2-10 15,0 0-8-15,4-2 10 0,-5-2-9 0,0 0 10 0,-1 2-1 16,-2-1-6-16,1 4-12 0,1-4 21 0,-4 2-17 0,-7-3 20 0,-4-2-4 16,-4 1-13-16,3-3-8 0,4-1 10 0,-1-1-7 0,0 0 20 15,-5-2-1-15,-1 4-9 0,0-4-13 0,-2 2 15 0,-1-1-16 16,-2-3 9-16,-3 0-2 0,0-3-5 0,-2 0-7 0,-2 1 11 15,-2-1-5-15,-2-2 22 0,-3 0-7 0,0 1-10 0,-3-1-6 0,-4 2 5 16,0 1-4-16,-2 1 17 0,-3 3-8 0,-1-1-4 0,-4-2-5 16,0 1 1-16,-3-1 3 0,-1 3 11 0,-1 1-5 0,-3 1-5 15,-3-5-23-15,-2 2 25 0,-7 0-20 0,0 2 31 0,-1 2-10 16,-3 2-16-16,-2 2 7 0,-7 0 1 0,-4 2 3 0,-6-1 5 16,2 3-1-16,-2-1-7 0,-8 0-23 0,-4-1 28 0,-4 1-24 15,-4-1 33-15,1 6-3 0,0 1-11 0,-5 0-9 0,-2 1 6 0,-6 2-4 16,-3-2 18-16,1 3-3 0,-3 2-8 0,-2 1-19 0,-2 6 26 15,-3 0-19-15,-1 1 27 0,-94 11-7 0,93-2-11 0,2 0 4 16,1 5-1-16,1 1 8 0,9 2-2 0,4 1-6 0,-5 2-14 16,2 1 23-16,4 2-19 0,1 6 21 0,8-3-5 0,-69 32-14 15,143-59 9-15,-133 72-8 0,73-30 11 0,3 3 2 0,4 1-4 16,0 3-11-16,2-1 10 0,7-1-9 0,2-2 11 16,4-3-1-16,3 5-2 0,-2 1-9 0,6-1 5 0,5 2-1 15,4-2 12-15,8-3-1 0,3-4-2 0,3-2-24 0,5-1 20 0,1-1-17 16,4-1 26-16,5 0-1 0,3-2-8 0,3 2-5 0,3 0 5 15,4 1-4-15,5 1 7 0,4-1 1 0,2-2-4 0,5-2-15 0,4 0 20 16,0-2-16-16,-3-5 21 0,-2-1-1 0,2-2-9 0,5 1-9 16,3-1 12-16,2-1-6 0,0-4 24 0,0-2-2 0,5 0-7 0,5-2-19 15,0-1 21-15,-6 1-17 0,0-3 33 0,-1-3-8 0,-1 1-10 16,10-1 4-16,0-2 2 0,2 0 2 0,4 0-1 0,-5-1 2 16,-5 0-4-16,2 0-18 0,-2-3 20 0,0 0-19 0,8 0 28 0,-5 0-8 15,1 0-9-15,7 0-6 0,-4 0 2 0,-4 0-1 0,-1-2-4 16,-7 1 5-16,2-2-8 0,5 2-9 0,-2 0 22 0,1 0-19 15,2-1 16-15,-5 2 0 0,-2 0-9 0,-7 0-12 0,-1-1 17 16,-2 1-14-16,0-1 18 0,1 0 0 0,-2-1-12 0,0 1 0 0,0 0 3 16,4 1-2-16,-1-2-4 0,2 2-22 0,-3 0-13 0,0 0-45 15,-7 0-16-15,1 0 3 0,1 0-54 0,0 0-14 16,6 0-16-16,2-1-94 0,0 1 162 0</inkml:trace>
  <inkml:trace contextRef="#ctx0" brushRef="#br0" timeOffset="69085.41">19412 10840 631 0,'129'-10'13'16,"-132"5"115"-16,150-3-144 0,-118 5 32 0,-2 3-4 15,5-1-6-15,1 0-7 0,3 1 9 0,1-2-3 0,3 1 19 0,3 0 2 16,5 0-12-16,2 1-17 0,1-2 30 0,-6 1-28 0,0 0 19 0,-2-2-4 16,4 2-11-16,7-2-2 0,1 3 6 0,4-1-3 0,1 0 11 0,-1 0 2 15,-5-2-5-15,3 0-24 0,-2 1 27 0,3-3-25 0,6 1 29 16,-1-1-4-16,6 1-12 0,-1-1-4 0,-1 0 8 0,-1 0-5 15,-3-3 21-15,0 3 1 0,5-2-5 0,7 4-24 0,2-3 25 16,-2 3-23-16,-1-3 32 0,-4 1-8 0,2 2-8 0,9-3-13 0,5 3-2 16,-4-1 2-16,3-1 20 0,-6 2-8 0,0-2-2 0,12 1-10 15,-2 0 1-15,0 0-1 0,1 1 7 0,-8-3-4 0,2 4 6 0,9-2-10 16,-1 1 9-16,-2 0-5 0,0-3 24 0,-8 4-3 0,4-2-9 16,9 2-13-1,-3-1 25-15,1 0-21 0,-3 0 26 0,-5 0-8 0,7 0-11 0,5 2-5 16,-3-1 2-16,0-1 0 0,-5-1 13 0,1 0-2 0,2 3-3 15,0-1-15-15,-1-1 21 0,-4 0-17 0,-2 1 23 0,1-1-7 16,-1 1-10-16,-1 0-1 0,-2-1 10 0,-6-1-4 16,0 1 7-16,-1-1 0 0,1 3-11 0,0-1-9 0,-3-1 22 0,-4-1-18 0,-5 2 24 15,-4-1-8-15,3 0-13 0,5 2-7 0,-2-1 12 16,-8 2-8-16,0-2 7 0,-9 1-1 0,-1 0-13 0,3-1-2 16,-3 1 9-16,-3 0-8 0,0 1 6 0,-3 0 0 0,-1 0-5 0,-1 0-14 15,-9 0 12-15,-4 0-9 0,-4-1 21 0,-1 1-2 0,1 0-6 16,1 0-17-16,-5 1 16 0,-4-1-14 0,-2 1 27 0,-2 0-9 15,-3 1-11-15,1-1-7 0,-3 2 7 0,-1-2-3 0,0 1 15 16,-2 2-5-16,-1-2-3 0,2 1-53 0,-3 1 21 0,0 0-25 16,-1 1 29-16,0-1-1 0,0 2-7 0,-1 0-21 0,-1-1 0 0,-1 1-6 15,0 0-19-15,0 1-13 0,-3 1-18 0,0 1-70 0,-3 1-34 16,-2 1-14-16</inkml:trace>
  <inkml:trace contextRef="#ctx0" brushRef="#br0" timeOffset="84262.14">4628 13398 256 0,'-19'-10'6'0,"8"8"314"0,4 1-147 0,1-2 6 0,4 3-167 0,1 0 1 0,-1 0-5 0,2 2-6 0,2-2 3 0,0 1 0 0,1 0-4 15,3 1 10-15,1 0-10 0,0-1 8 0,2 2-6 0,2-3-2 0,1 0 0 16,0 1-1-16,2 1 6 0,1 1 1 0,1 3 1 0,2-1-4 16,0 1-18-16,-4 0 22 0,-1 0-19 0,2 1 23 0,0 0-5 15,8-1-9-15,1 0 6 0,1 1-4 0,2-2 7 16,1 1-3-16,3-3 3 0,1 1-1 0,4-2-5 0,2 0 8 0,2-1-8 0,-2 0 12 15,0 2-5-15,-2-2 0 0,-4 0 8 0,4 1-5 16,1-2 9-16,-1 0-6 0,5 0 4 0,-1 0-1 0,5 0-16 0,3 1 30 16,3 1-25-16,2 1 34 0,-3 0-10 0,-4-2-13 0,6 1-6 15,2 0-2-15,4-2 2 0,11-2-1 0,0-1 0 0,7 0-2 0,2-1-21 16,-1-1 21-16,-2-1-18 0,2-3 23 0,2 1-3 0,4 0-10 0,3 1-5 16,-2-1 5-16,-4 2-2 0,1-1 11 0,0 3 1 15,0 3-6-15,1 1-14 0,-5 3 10 0,-1-2-9 0,-1 3 15 0,-2 0-4 16,4 2-5-16,3 2-1 0,-5 1 2 0,3-2 2 0,-1 0 15 15,0 0-6-15,6 0-4 0,3 0-15 0,-2 2 10 0,1-1-8 16,0-2 13-16,-1 1 0 0,7-3-1 0,3 1-8 0,1-3-1 0,-2-2 2 16,5 0 12-16,-2-1 0 0,2 0-3 0,3-2-17 0,-1 1 22 15,1-1-18-15,-1 1 26 0,-1-1-6 0,-5 0-13 0,2 0-8 16,1-2 9-16,-1 1-3 0,-1 1 20 0,-7 2-6 0,-3 0-9 16,3-1-9-16,-1 1 12 0,2 0-10 0,-3 1 11 0,-10 0-6 0,0 0-4 0,3 0 4 15,-1-3 0-15,3 2 3 0,-2 1-3 0,-9-1 1 0,-1 1 1 16,1-2-3-16,-1 0 6 0,2-1-5 0,0 1 4 0,-6 2-8 15,-1-3-4-15,-6 2 12 0,2 0-5 16,-4-2 13-16,-2 2-5 0,0-1 2 0,-5 2-4 0,0 0-8 16,-2 4 10-16,-3 0-11 0,-1-1 9 0,-6 2 0 0,-8-1-2 15,2 2-9-15,-2-1 4 0,0 2-5 0,4-1 12 0,-5-2-1 0,-4 2-4 0,3-3-21 16,0 2 19-16,1-3-21 0,0 2-7 0,2 0-12 0,-1-1-23 0,2-2-80 16,4-1-9-16,1 0-14 15,0-1-74-15,-1-1 141 0,5 1-9 0</inkml:trace>
  <inkml:trace contextRef="#ctx0" brushRef="#br0" timeOffset="85621.31">5429 14926 251 0,'14'-9'16'0,"4"1"-1"0,3-1 4 0,4 1 6 0,3 1-6 0,2 2 9 0,3 2 0 0,2-3 2 0,3 4-15 0,0-3 22 0,-2 0-20 0,3-1 17 0,1 0-7 0,3 4-12 0,10-1 2 0,3-1-3 16,4 2 6-16,3-5 15 16,0 3-5-16,-6-2 1 0,5 0-26 0,-2-1 14 0,4-1-16 0,9-1 12 15,-1 2-6-15,3-1-4 0,-2-2 12 0,3 0-6 0,0-1 12 0,4 1-1 0,4 0-1 0,-1 0-4 0,1 1-12 16,-2-2 15-16,2 2-15 0,2 1 14 0,-1-1-6 0,3 1-5 15,-1 1-15-15,0 0 15 16,3 0-9-16,2 2 31 0,0 0-9 0,-2 3-14 0,-2-2 1 0,2 0 5 0,-1 3-1 0,4-1 6 0,-4 2-7 16,-3 2-2-16,3-1-19 0,2 1 8 0,1 1-5 0,7 0 28 15,-9 0-5-15,-1 1-10 0,6-1-23 16,-1 1 19-16,6 0-17 0,-2-2 27 0,-6 3-4 0,0-2-8 0,3 1-16 0,2-2 11 16,-2-1-7-16,-1 2 24 0,-7 0-4 0,2-3-8 0,5 0-8 15,1 0 10-15,-8-3-6 0,3 0 8 0,-4 1-2 0,2-3-4 16,9 0 0-16,-5 0 0 15,-3-3 2-15,2 3 2 0,-3-2 6 0,2 1-3 0,4 1-17 16,-4-2 19-16,-2 5-17 0,-2-3 28 0,-4 2-5 0,1 1-7 0,2-1 10 0,-3 2 1 0,-2-1 6 0,-3 2 2 0,-6-1-1 16,1 1-7-16,0 0-19 0,0 1 17 0,-7 2-17 0,-3 0 17 15,-7 0-8-15,-6 1-8 16,2 1 1-16,-4 3-7 0,-2 0 7 0,-2 2-35 16,-7 0-16-16,-3 0-21 0,0 1-100 0,-2-4-57 0,2 2-19 15</inkml:trace>
  <inkml:trace contextRef="#ctx0" brushRef="#br0" timeOffset="87034.84">5214 16579 212 0,'22'-2'101'0,"-11"-5"-64"0,4-2 41 0,9 0-56 0,6 0-6 0,5 3-14 0,1 0 25 0,-1 0-3 0,3 0-3 0,6 0-16 0,4 1 35 0,2-3-25 15,4 1 51-15,-7 1-9 0,4-2-18 0,2-1-25 0,1 0 26 16,6 1-19-16,0-3 38 0,2 4-6 0,4-2-20 0,3 0-33 0,1 1 32 16,-1-1-31-16,-1 0 35 0,2-1-11 0,5 1-15 0,8-1-3 15,1-1-2-15,2 1 4 0,0-1 9 0,0 0-2 0,4 2-5 0,7 3-19 16,-2 0 21-16,3-2-21 0,0 2 21 0,-2-2-3 16,3 1-7-16,4 1 3 0,2 2-9 0,-1 2 7 0,6 0-4 0,-2 2 3 15,-2 2 2-15,6 0-8 0,-1-1 9 0,1 3-9 0,5 1 3 16,-6-2 0-16,3 0-3 0,5 0-9 0,0-3 12 15,2 0-6-15,-1-1 18 0,-3-4 0 0,0 0-11 0,4-4-11 16,-1 0 18-16,-1 0-17 0,-3 0 15 0,-5 1-3 0,-1-1-5 0,1 2 4 0,-1-1-6 16,-2 2 7-16,-2 0-2 0,-8 0 4 0,-2 1 2 0,2 0-14 15,-5 0 17-15,0 1-16 0,-1 0 17 0,-6 0 1 0,-1 0-2 0,-3 2 11 16,-3-2 4-16,-3 1 2 0,-4-2 9 0,-6 1-3 16,-3 1-6-16,-1-1-27 0,-4 2 23 0,-4-1-24 0,-10 0 15 0,-4 2-2 15,-5 0-10-15,-1-1-4 0,-2 2-1 0,-5 0-2 0,-5 0-8 16,-7 0-17-16,0-1-15 0,-1 0-106 0,0-2-15 0,1 1-33 0,0-5 27 15</inkml:trace>
  <inkml:trace contextRef="#ctx0" brushRef="#br0" timeOffset="90852.18">19303 12223 926 0,'-11'-7'233'0,"0"1"-128"0,3 2-99 0,2 1 0 0,2 3 18 0,2 0-5 0,2 0-16 0,-2 2-19 0,2-1 28 0,0 2-25 16,2 0 25-16,-1 1-3 0,1 1-9 0,0 2-6 0,3-1 3 16,-1 2 0-16,3 2 15 0,0 2-1 0,-1-1-5 0,2 3-13 15,1 2 15-15,0-1-13 0,0 0 15 0,1 1-7 0,-1 2-5 0,1-1-8 16,1 0 8-16,0 0-1 0,0-1 19 0,-1 1-2 0,1 5-14 16,-1 0-18-16,1-1 30 0,-1 2-27 0,-2-2 30 0,-2 2-3 15,0-1-11-15,-1 3-10 0,0 3 10 16,-2 2-6-16,0 2 26 0,-1-1-2 0,0 2-8 0,0 4-28 0,-1 1 24 15,-1 0-22-15,0 0 34 0,0-1-7 0,-2-1-11 0,0 5-3 16,0 1 2-16,-1 3 0 0,1 5 5 0,-1 1 2 0,1 3-6 0,-2 3-4 16,1 0 16-16,0-1-13 0,-1-1 20 0,1-2-5 0,-1 2-5 0,0 4-10 15,-2 1 12-15,1 0-7 0,-1 0 25 0,2-6-4 0,-2-4-14 0,1-2-9 16,1 2 18-16,1-3-16 0,0 1 14 16,3 0-4-16,0-1-7 0,1 2-15 0,2-3 17 0,0 0-11 0,2-3 33 0,-1-4-13 15,1 0-10-15,0 1-22 0,1-2 19 0,1 2-12 0,-1 1 29 0,0-3-9 16,0 1-14-16,-1 1-3 0,0-5 14 0,-1 1-7 0,1-2 10 15,-2-2-2-15,0 0-14 0,1 1 3 0,-1-1 4 0,-1 2-3 0,2 1 2 16,-2-2-2-16,0-1-1 16,0-1-7-16,0 0 15 0,-1-1-11 0,0 2 12 0,-1-1-1 15,1-1-9-15,1 2-6 0,-1-2 7 0,2 2-4 0,-2-3 11 16,1-4 0-16,-1-1 0 0,1 3-13 0,-1-1 13 0,2 1-9 0,-2 1 15 0,-1 1-2 16,1 1-12-16,0-1 5 0,0-2 8 0,1-2-4 0,-1-1 2 0,-1-4-1 0,3 0-3 0,-2-1-14 15,0 0 6-15,0 0-7 0,0 0 16 0,-1-1 0 0,0-2-3 16,1-1-12-16,-1-2 13 15,1-2-11-15,1 2 17 0,0-3-4 0,-1-1-6 0,0 2-7 16,1-2 5-16,1-3-5 0,-1 0 8 0,1 0 1 0,3 0-2 0,1 0-11 16,0 2 15-16,1 1-12 0,1-1 21 0,0 1-9 0,0 0-11 15,1 1-2-15,-5 0 11 0,0-1-4 0,3-1 10 0,0-1 0 0,7-2-10 16,2 1-16-16,3 1 23 0,-1-2-19 0,1 1 30 0,-2-1-5 16,-1-2-11-16,2 5-11 0,0-4 10 0,2 2-6 0,1-2 22 0,1 1-6 15,1-2-8-15,2 2-2 0,2-2 5 0,2-1-3 0,2 1 6 0,2-2-1 0,2 2-5 16,-3-1-5-16,3 5 8 15,0-1-6-15,1-1 5 0,4-1 6 0,-1-3-6 0,2-1-10 0,2-2 22 0,1-2-19 0,2 1 17 16,3-2-4-16,0 3-11 0,4-4-5 0,1 3 6 0,1-4-4 16,0 2 14-1,2-3-4-15,2 2-1 0,8 1-12 0,2-2 6 0,2 4-5 0,1-1 12 0,-3 1-3 0,1-1-7 0,5 1 0 0,3-3 2 16,0 3 0-16,6-3 6 0,-5 3 1 0,1-3-2 0,6 1-20 16,-1-1 21-16,3 1-17 0,0 1 27 0,-5 3-1 0,-2 2-12 15,4 0-6-15,3 1 7 0,2-5-6 0,2-1 12 16,-5-2-2-16,-1 1-4 0,5 0-20 15,1 2 16-15,-1-1-13 0,-3 2 28 0,-3-1 2 0,0 0-10 0,4 1-25 0,1-1 29 16,-3 1-25-16,-1-2 34 0,-6 1 1 0,3 0-14 0,5-1-3 0,0 2 11 16,-1-1-11-16,-2-1 15 0,-4 2-4 0,2-1-3 0,5 1-17 15,-1 0 19-15,-1 0-13 0,-2 2 31 0,-6 0-4 0,2 2-13 0,1 4-27 0,0 3 18 16,-2 1-17 0,-1-1 34-16,-3-1 1 0,0-2-5 0,2 0-10 0,-1-3 7 0,-3 2-9 0,-6 1 3 0,-4-1 0 0,-2 1-6 0,2-1 1 15,1 0 8-15,-6 0-6 0,2 1 6 0,-3-3 1 0,-5 1-5 0,5-1-13 31,-6 1 12-31,0-2-11 0,-2 0 15 0,0 0-5 0,0-1-6 0,-3 2-11 0,1-2 12 0,-4 0-6 16,-4 1 20-16,-1 0-5 0,-4 0-10 0,0-1-11 0,-3 1 4 16,-1 0-5-16,-3 0 0 15,-2 1-13-15,-1-2-12 0,-2 0-34 0,-1-1-18 0,-3 0-2 16,-4 0-104-16,-5-1-45 0,-3 1-39 0,0-2-217 0,-10-7 282 0</inkml:trace>
  <inkml:trace contextRef="#ctx0" brushRef="#br0" timeOffset="93930.73">17395 12933 256 0,'-1'-9'-3'0,"1"4"-96"0,-1 2 63 0,1 3 11 0,0-1 40 0,0 0 9 0,0 1-10 0,0-1 14 0,1 1-7 0,-1 0-5 0,0 0-9 0,0 0 5 15,0 0-2-15,0 0 11 0,0 0 3 0,0 0-2 0,0 0-14 16,0 0 34-16,0 0-29 0,0 0 39 0,0 0-8 0,0 0-14 16,0 0-6-16,0 0-5 0,0 0 4 0,0 0 7 0,0 0 1 15,0 0 4-15,0 0-37 0,1 0 27 0,2-2-28 0,-1 2 31 0,1 2 0 0,1 0-8 0,0-1-21 0,1 2 17 16,-1 1-13-16,1-2 39 0,-1 2-6 16,1 1-13-16,0-1-19 0,1 1 13 0,1-1-17 0,-2 3 6 0,1-2-1 15,-1 0 0-15,2 3 2 0,0-2-1 0,-1-1 3 0,0 1 2 16,1 2 2-16,0-1-3 0,-1 0-9 0,2 1 13 0,-1 0-13 0,0 1 10 15,1-2-5-15,0 0-4 0,-2 2-3 0,1-2 1 0,0 1 0 16,1 0 9-16,-2 1 0 0,3-2-6 0,-1 1-9 0,1 1 14 0,-1-1-13 16,1-1 9-16,-1 2-3 0,-1 0-4 0,-5 0-4 0,1 1 3 15,1 1 2-15,-1-1 17 16,6-1-4-16,0 1-6 0,1 0-21 0,2 1 19 0,1 3-15 0,0-2 26 0,0 1-6 0,-1-1-8 0,-1-1-1 0,-1 0-3 31,0-2 4-31,0 1 2 0,-1 1-1 0,0 3-2 0,0 0-5 0,2 3 9 16,-3-5-5-16,3-2 8 0,-2-1-1 0,1-2-5 0,-1 4-22 15,0 0-4-15,0-1-5 0,0-1-28 0,-2 0-4 0,2-1-10 16,-1-3-69-16,0 0 27 0,0-2-34 0,0-1 89 0</inkml:trace>
  <inkml:trace contextRef="#ctx0" brushRef="#br0" timeOffset="94338.93">18269 12823 756 0,'-29'-4'-309'0,"18"-1"497"0,-1-1-69 0,2 2-113 0,0 3-7 0,1-1 10 0,2 2-7 0,2 3 21 0,-1-1-5 0,2 1-12 0,-2 1-22 0,2 0 27 0,-1-1-22 0,1 1 32 16,-2 1-11-16,2 1-17 0,-2 3-11 0,5-1 14 0,0 5-6 16,-2 3 30-16,0-4-4 0,-5 4-11 0,0 0-12 0,1 5 11 15,-2 3-9-15,1 1 19 0,1-2-4 0,0 1-5 0,2 0-11 16,-3 1 18-16,1 1-11 0,-1 4 28 0,0-1-2 0,2 2-16 16,-2 0-21-16,0 2 22 0,0-2-21 0,-1 3 29 0,0-3-7 0,-1 0-10 15,-1 0-17-15,-1-1 15 0,1 1-9 0,0 1 25 0,1-3-4 16,-3 2-14-16,1 4-4 0,0 2 9 0,-2 1-7 0,2 2 10 0,0-3-7 15,0 0-2-15,2-1-2 0,-1-3-2 0,2-2 3 0,0-3-11 16,1-2 6-16,3-1-10 0,-1 0-37 0,3-3 35 0,0-5-35 16,3 0 54-16,1-4-14 0,3-2-9 0,1 1-15 0,3-2-30 15,0 0 15-15,2-1-76 0,2 2-7 0,1 0-13 0</inkml:trace>
  <inkml:trace contextRef="#ctx0" brushRef="#br0" timeOffset="96624.42">23718 16735 605 0,'-6'-3'129'0,"1"-3"-53"0,1 6-51 0,2 0-6 0,-3 0-9 0,1 0-1 0,-2 3-7 0,1 2-5 0,-2-1 2 0,0 2-4 0,-1 0 5 0,0 0 5 0,0 0-1 0,-2 3-16 0,0 0 18 16,-1 1-17-16,0-1 26 0,0 2-9 0,3 0-6 0,-1 3 10 15,0 4 7-15,-1 0 4 0,-5 0 26 0,2 0 0 0,-1-1-3 0,1 1-9 16,-2-1 13-16,0 4-16 0,2-1-3 0,2 5-7 0,-2 2-8 15,-1 1-3-15,-3 1-5 0,0 1 6 0,-1-1-1 0,2 3-2 16,2 0-8-16,-1 1-6 0,-3 1 9 0,-1-4-9 0,0-1 6 16,-1-4-1-16,-2 1 0 0,-1-3-24 0,-4-1 18 15,0-1-14-15,0-1 26 0,5-1-2 0,4 0-12 0,-4 0-17 0,3-1 9 0,-2 0-12 16,-4 0-1-16,4-3-6 0,-1 2-4 0,5 0-41 0,-1-1 0 16,1 0-6-16,1 0 3 0,2-2-4 0,2 0-6 0,2-2-56 0,2 0 87 15</inkml:trace>
  <inkml:trace contextRef="#ctx0" brushRef="#br0" timeOffset="97020.66">22814 16646 1399 0,'-11'-4'60'16,"1"-2"-60"-16,4 3 0 0,2 0-9 0,3 3 22 0,1 2-6 16,2 0-11-16,3 2-12 0,2 3 23 0,4 0-17 0,2 3 23 15,4 2-2-15,3 2-11 0,4 1 3 0,4 2 8 0,3 1-3 0,4 2 14 16,5 1-4-16,0-1-9 0,2 3 0 0,4 4 4 0,0 3-5 15,1 2-1-15,2-1 5 0,2-5 2 0,2 0 0 0,2-2 8 16,3-1-6-16,-2 0 11 0,-3-1-5 0,0-1-9 16,-3-1-21-16,1-1 18 0,-2 3-17 0,-4 0 18 0,-3-2 0 0,-2 3-8 0,-1 0-13 15,2-2 11-15,-5-1-9 0,-8 0 17 0,-2-2 1 0,-4 2-8 0,3-2-9 16,-1-1 9-16,0-5-11 0,-5 4-3 0,-3-3-7 16,-2-3-10-16,-1 1-13 0,-2 0-23 0,0-1 11 0,-2-2-51 0,0-1-9 15,0 0-5-15,0-1-60 0,1-1-10 0,0 0-9 0,3-1 78 16</inkml:trace>
  <inkml:trace contextRef="#ctx0" brushRef="#br0" timeOffset="101279.46">20871 13461 256 0,'-28'-32'8'0,"13"19"419"0,3 4-199 0,3 2 7 0,1 5-246 0,2-1 26 0,2 3-25 0,2 0 27 0,1 0-6 0,1 0-15 0,-2 0 2 0,2-1-1 0,0 1 3 16,0 0-7-16,0 0-14 0,2 0-12 0,1 1-4 16,0-1 8-16,1 2-1 0,0-1 4 0,2-1-1 0,-2 1-5 0,2 0-15 15,-2-1-9-15,2 2 2 0,0-1-27 0,-1 2-11 0,1 0-11 16,-1 0-39-16,2 3 78 0</inkml:trace>
  <inkml:trace contextRef="#ctx0" brushRef="#br0" timeOffset="101539.69">20619 14162 1284 0,'-12'-11'79'16,"6"-1"-123"-16,2 2 16 0,2 3 31 0,2 5-10 0,-1 1-25 0,1 1 10 0,1 0-54 15,2 1 16-15,0 0 8 0,4 0 9 0,-3 1 0 16,-1-1-5-16,1 0-24 0,2-1-8 0,7 0-3 0,3 0-34 0,1-1-14 0,2 1 8 15,1-1 64-15</inkml:trace>
  <inkml:trace contextRef="#ctx0" brushRef="#br0" timeOffset="101739.69">21279 13993 963 0,'-9'-8'33'0,"0"3"-76"16,0 2 75-16,2 1-12 0,1 1-8 0,3 1-18 0,-1 0 6 0,3 0-4 0,-1 0 11 0,2 0-3 0,0 0-8 0,0 0-42 15,0 0-11-15,0 0-6 16,2 1-17-16,1-1 6 0,1 2 18 0,3-2-26 0,1 0-18 0,0 0 7 16,1-3-28-16,2-1 65 0,1 0 7 0</inkml:trace>
  <inkml:trace contextRef="#ctx0" brushRef="#br0" timeOffset="101945.14">21323 13226 1255 0,'-28'-32'-107'15,"15"21"106"-15,2 1 29 0,-1 3-9 16,6 5-2-16,1-2-8 0,3 1-9 0,1 2-13 0,1 1 11 0,0-1-8 15,0 1 4-15,0 0-24 0,2 0-30 0,1-3-23 0,4-1-6 16,1 0 5-16,3-1-6 0,2 0-25 0,0-3-8 0,5 2-50 16,3 0 80-16</inkml:trace>
  <inkml:trace contextRef="#ctx0" brushRef="#br0" timeOffset="102120.01">21584 13109 1158 0,'-24'-2'30'0,"-1"2"-90"0,-6 2 77 0,11 1-9 0,1 5-7 16,3 2-6-16,2 4-21 0,1 2 10 0,2 0-60 0,2 1-8 0,1 0-14 16,4 1-56-16,-1-2 3 0,3 1-19 0,1 1 67 0</inkml:trace>
  <inkml:trace contextRef="#ctx0" brushRef="#br0" timeOffset="102309.96">21382 13866 1347 0,'-7'-2'34'16,"1"1"-54"-16,3 1 23 0,3 3-5 0,0-1-11 0,1 0-42 0,1 1 30 0,3-1-32 0,-1 1 12 15,3 2-14-15,1 1-22 0,1 2-52 16,2 0-21-16,3 0 0 0,0-2 53 0</inkml:trace>
  <inkml:trace contextRef="#ctx0" brushRef="#br0" timeOffset="102461.19">21928 13695 853 0,'-9'0'149'0,"-6"-4"-149"0,-1-1-13 0,2 4 6 16,4-1 10-16,2 2-8 0,2 2-29 0,2-1-22 0,1 1-20 0,2-2-83 15,0 2-23-15,2-2-13 0</inkml:trace>
  <inkml:trace contextRef="#ctx0" brushRef="#br0" timeOffset="102642.63">22395 13053 918 0,'-40'-26'376'15,"21"15"-366"-15,4 2-10 0,7 6 3 0,8 3-5 16,0 0-1-16,0 0-12 16,0 0 10-16,0 0-10 0,0 0-40 0,0 0-23 0,0 0-45 0,2-3-31 0,1 0-7 0,4 3-5 0,2-3 54 15</inkml:trace>
  <inkml:trace contextRef="#ctx0" brushRef="#br0" timeOffset="102804.54">22243 12698 1396 0,'-35'-13'-107'0,"11"9"106"16,5 3 16-1,4 3 1-15,1 3-36 0,10 2-18 0,1-1-15 0,1 2-58 0,2 1-7 0,2 0-10 0,2 1-78 0,3 1 122 0,5 4-14 0</inkml:trace>
  <inkml:trace contextRef="#ctx0" brushRef="#br0" timeOffset="102990.97">21829 13694 1188 0,'-25'0'189'16,"3"-8"-211"-16,1 2-61 0,6 2 56 0,6 2-21 0,5 2-2 16,4 0-133-16,0 0 12 0,4 2-20 0,5-2-19 0,3 0 121 15</inkml:trace>
  <inkml:trace contextRef="#ctx0" brushRef="#br0" timeOffset="103202.68">21723 12538 1545 0,'-37'-31'45'0,"18"15"-75"0,6 7 12 0,4 3 14 0,1 2-43 15,3 2 12-15,3 2-27 0,1 0-42 0,1 1-3 0,1 2-17 0,1 2-8 16,2-2-29-16,1 3 10 0,5 0 33 16</inkml:trace>
  <inkml:trace contextRef="#ctx0" brushRef="#br0" timeOffset="103372.61">22495 12553 1355 0,'-18'-9'58'0,"8"5"-102"0,4 2 12 15,1 2 23-15,2 1-63 0,2 1 12 0,0 3-20 0,1 1 23 0,1 1-5 16,2 1-11-16,2 0-56 0,2-1-18 0,0 1-12 0,5 0 33 16</inkml:trace>
  <inkml:trace contextRef="#ctx0" brushRef="#br0" timeOffset="103528.16">22704 13212 1226 0,'-15'-9'27'0,"1"2"-100"0,3 1 86 15,7 6-5-15,2-1-8 0,2 1-57 0,0 0 0 0,0 1-22 16,0 1-44-16,2-1-10 0,2-1-11 15</inkml:trace>
  <inkml:trace contextRef="#ctx0" brushRef="#br0" timeOffset="103705.56">22929 12311 1154 0,'-9'-26'225'16,"-4"2"-217"-16,0 4-12 0,0 2 18 0,3 9 6 0,1 0-6 15,3 5 0-15,2 0 0 16,2 1-7-16,0 2-11 0,1 0 7 0,0-2-10 0,0 1 1 0,0 0-21 16,1 2-11-16,1-1-123 0,4-1-7 0,2-2-26 0,7-1-98 0,6 1 174 0,-1 1-24 0</inkml:trace>
  <inkml:trace contextRef="#ctx0" brushRef="#br0" timeOffset="103864.14">22900 11911 1576 0,'-65'-17'2'0,"35"10"-8"0,6 5 2 0,3 2 3 0,0 3-80 0,5 5-8 0,2 1-22 0,4 1-65 0,4-2 5 0,5 1-14 0,5 0-84 16,5 1 167-16</inkml:trace>
  <inkml:trace contextRef="#ctx0" brushRef="#br0" timeOffset="104056.59">23106 12741 1217 0,'-15'10'202'15,"7"-16"-222"-15,-2 1-15 0,2 2-67 0,5 7-23 0,-2 4 3 0,5 3-176 16,5 2 167-16,5 5-3 0</inkml:trace>
  <inkml:trace contextRef="#ctx0" brushRef="#br0" timeOffset="106307.17">23091 14814 1166 0,'-11'-21'316'0,"5"6"-192"0,-4 0-126 0,1 4-12 0,2 2 34 0,2 7-10 0,0-1-15 0,3 2-51 0,0 1 10 0,-1 1-20 0,2 1-7 0,-1 1-11 0,1-1-12 0,0 3-44 16,0-1 0-16,1-1-3 0,0 3-2 0,0-3 5 0,0 3-11 16</inkml:trace>
  <inkml:trace contextRef="#ctx0" brushRef="#br0" timeOffset="106525.96">23026 15357 1063 0,'4'3'322'0,"-14"-8"-263"0,-4-2 126 0,0 2-200 0,5 3 13 16,5 2-17-16,0 2-40 0,4-1-1 0,0 1-19 0,0 0-6 0,1 0-1 15,2 1-2-15,1 1-16 0,2-2-1 0,2 1-10 0,1-1-89 16,1 0 15-16,3 0-41 0</inkml:trace>
  <inkml:trace contextRef="#ctx0" brushRef="#br0" timeOffset="106708.09">23442 15012 1384 0,'-2'-7'63'0,"-2"-1"-68"0,0 1 66 0,2 6-21 15,1 0-21-15,0 0-31 0,1 1 15 0,-1 0-12 0,1 0 26 0,0 0-8 0,0 0-15 0,0 0-61 16,2 0 7-16,1 0-22 0,2 0-14 0,2 0-6 0,0 0-10 16,2 0-29-16,4 0-19 0,1-2 2 0,3 1 48 0</inkml:trace>
  <inkml:trace contextRef="#ctx0" brushRef="#br0" timeOffset="106889.2">23145 14482 1531 0,'-28'-11'-9'0,"10"0"2"0,2 5 13 15,4 2-9-15,7 2 14 0,0 0-15 0,1 1 15 0,4 1-11 16,0 0-12-16,-1 1-26 0,1-1-12 0,0 2 0 0,1 0-58 16,4 1 2-16,2 1-11 0,4 1-40 0,1 1-6 0,-3 2-14 0,3-2 61 15</inkml:trace>
  <inkml:trace contextRef="#ctx0" brushRef="#br0" timeOffset="107066.81">23622 15252 1655 0,'-18'-3'-5'0,"10"1"11"0,3 2-3 0,1 0-2 0,-1 5-46 0,-1 0 6 15,3 1-18-15,2-1-3 0,-1 2-6 0,2-1-5 0,3 0-57 16,0 0-14-16,3-3-3 0,2 1-63 0,3-2-21 0,-1-2-34 0</inkml:trace>
  <inkml:trace contextRef="#ctx0" brushRef="#br0" timeOffset="107237.5">23992 14483 1561 0,'-7'-14'20'0,"-2"2"-10"0,1 1 5 16,2 4 2-16,1 2-12 0,-1-1-2 0,2 4-2 0,0 1-6 15,2-1-4-15,0 1-1 0,2 1-30 0,-1-1-23 0,1 1-23 0,2 0-110 16,1 0 19-16,4 0-40 0,5-3-63 0,5 4 172 0,0 3-40 16</inkml:trace>
  <inkml:trace contextRef="#ctx0" brushRef="#br0" timeOffset="107427.58">24291 13875 1215 0,'-20'-11'376'16,"-1"-6"3"-1,4 6-379-15,4 3-5 0,5 2 7 0,3 2-5 0,2 1-14 16,-1 3-23-16,2 1-1 0,0 1-6 0,1 0-28 0,2 1-15 15,1 2-16-15,2 3-50 0,2 2-23 0,1 1 3 0,5 1-91 0,1 0 152 0,4 4-3 0</inkml:trace>
  <inkml:trace contextRef="#ctx0" brushRef="#br0" timeOffset="107600.69">23714 14764 1324 0,'-31'2'66'15,"2"-2"101"-15,0 0-161 0,18 6-12 0,7-3-13 0,4 4-121 16,3 0 14-16,-1 1-39 0,-1 0 18 0,3-3 11 0,5 0 13 0,7-4-83 16,11-2 120-16</inkml:trace>
  <inkml:trace contextRef="#ctx0" brushRef="#br0" timeOffset="107790.73">24759 15042 1835 0,'-17'-7'32'0,"1"0"-55"15,1 1-6-15,4 5-11 0,4 1-34 0,2 0-10 0,4 1-28 16,1-1-2-16,1 2 5 0,1-2 2 0,4 0 6 0,-1-2-13 15,3 0-15-15,3-1-177 0,3 2 197 0</inkml:trace>
  <inkml:trace contextRef="#ctx0" brushRef="#br0" timeOffset="107960.12">24590 13994 1693 0,'-36'-44'-29'0,"10"22"43"0,3 4 1 15,1 3-9-15,7 4-5 0,2 4 15 0,5 3-15 0,2 1 5 0,1 2-1 0,1 1-7 16,-1 0-8-16,1 0 10 0,0 0-8 0,2 0-1 0,0 1-36 16,2-1-28-16,0 2-104 0,4 0 13 0,2 1-24 0,5 1 0 15,4 1-48-15,6 1-37 0</inkml:trace>
  <inkml:trace contextRef="#ctx0" brushRef="#br0" timeOffset="108123.03">24262 14416 1937 0,'-114'27'-62'0,"60"-20"89"0,10-4-11 0,4 2-20 15,5 4 1-15,3 2-14 0,6 0 9 0,7 1-31 0,7 0-7 16,4-3-5-16,4 0-48 0,3-1 0 0,2-2-17 0,4 0-68 16,5-1-17-16,7-1-31 0</inkml:trace>
  <inkml:trace contextRef="#ctx0" brushRef="#br0" timeOffset="108233.75">24482 14507 2558 0,'-91'-32'-144'16,"30"21"-14"-16,46 7-64 16,8 4-307-16,14 6 56 0</inkml:trace>
  <inkml:trace contextRef="#ctx0" brushRef="#br0" timeOffset="109360.6">25083 13927 256 0,'-52'-34'23'0,"25"18"1072"0,8 3-535 0,7 4-4 0,3 2-595 0,5 0 20 0,0 0-23 0,1 1 27 0,-1-3-2 0,1 1-4 0,0-2-22 16,-1-1 8-16,1-2-13 0,0 3-27 0,-1-3-10 0,2 3-19 0,0-1-28 15,2 4-21-15,0 0 7 0,0 1-51 0,1 3-16 0,1 1-11 16,3 0-70-16,1 1 159 16</inkml:trace>
  <inkml:trace contextRef="#ctx0" brushRef="#br0" timeOffset="109529.65">24872 13536 1313 0,'-27'0'369'0,"-4"-1"-308"16,-1 0 113-16,1 1-171 0,7-2 12 0,6 2-11 16,6 2 14-16,5-1-11 0,4 0-12 0,2-1-19 0,1 0-13 15,4 0 1-15,4-2-54 0,5-1-30 0,4 0-21 0,6 1-211 0,6-2-36 0,2 1-51 16</inkml:trace>
  <inkml:trace contextRef="#ctx0" brushRef="#br0" timeOffset="111594.03">26583 11315 711 0,'-4'-3'245'0,"0"1"348"0,1 0-427 0,0 1-91 0,0 0-15 0,2 0 17 0,0-1-15 0,1 2-18 0,0 0-23 0,0 0 12 0,0 0-22 0,0 0 12 0,0 0-6 16,2 0-10-16,3 3 2 0,1-1 21 0,0 1-17 0,4 2 59 0,3 0-7 16,0 2-14-16,6 0-14 0,-1 4 10 0,0-2-21 15,1 2 2-15,-2 1-9 0,0-1-9 0,3 3-7 0,-1 2 5 16,0-2-6-16,4-2 9 0,-4-4-2 0,1 0-4 0,0 1-16 15,-3 1 14-15,-1-1-14 0,-1 0 28 16,-3-3-6-16,-2 1-10 0,1 0-4 16,-3-3-17-16,-1 1 10 0,-2-1-86 0,-1-1-11 0,-1-1-14 0,-1-2-88 0,0 2-69 0,-2-2 0 15,-2 1 6-15</inkml:trace>
  <inkml:trace contextRef="#ctx0" brushRef="#br0" timeOffset="111830.94">27050 11142 1554 0,'-1'0'155'0,"1"1"-2"15,1 1 23-15,-1 1-85 0,-1 4 17 0,-5 1-26 0,-1 1-26 0,-3 7-11 16,0 2 4-16,0 3-12 0,-1 2-7 0,2-2-6 0,-1 2-9 16,0 2-8-16,-1 2 8 0,-1 0-7 0,0 2 7 0,1 0-3 0,1 1-3 0,0 1-11 15,0 4 8-15,1 1-7 0,0 1 14 0,-1-5-3 0,2-2-6 0,1-2-6 16,2 0 8-16,-1-1-6 0,1-1 7 0,3-5 1 15,0 0-6-15,0-2-12 0,1-1 13 0,-1 1-11 0,2-2 18 0,0 0-7 16,0-5-9-16,0 1-51 0,0-6 3 0,3-4-16 0,-1 1-40 16,2-3-18-16,1 2-25 0,2-2-128 0,1-1-102 0,1-1-15 0</inkml:trace>
  <inkml:trace contextRef="#ctx0" brushRef="#br0" timeOffset="112226.71">27283 11467 1398 0,'-1'0'148'0,"1"0"-21"0,0 0 19 0,0 0-83 0,0 0 10 0,2-1-12 0,0 0-28 0,2-1-13 0,2 1 20 0,1-1-27 0,1-1 21 0,1 0-13 0,0 2-17 15,2-1-9-15,0 0 8 0,2 0-5 0,-1-1 14 0,0 1-2 16,1-1-5-16,-1 1-25 0,2 3 20 0,-2 0-15 0,0 0 37 16,2 1-8-16,-3-2-13 0,3-2-10 0,-4 1 5 0,1 0-6 0,0 0-24 15,-2-1-13-15,-1 0-21 0,-1-1-70 0,-2 3-8 0,0-1-18 16,-2 1-122-16,-2 0-78 0,-2 4-73 0</inkml:trace>
  <inkml:trace contextRef="#ctx0" brushRef="#br0" timeOffset="112400.68">27267 11678 450 0,'-2'2'310'15,"4"-1"-150"-15,2 0 229 0,0 1-243 0,2-2 23 0,0 0-52 0,3 0 25 16,1-3-23-16,3-1-27 0,1 0-36 0,3 1-4 0,2-3-21 16,0 1-16-16,2 1-9 0,0-2-6 0,3 0-7 0,0-1 10 15,2 0-3-15,-1-2 13 0,-2 0-8 0,-5 1-13 0,0-1-116 16,3 0-37-16,0 1-30 0,5 2-358 0,2 2 338 0,-1 4-71 0</inkml:trace>
  <inkml:trace contextRef="#ctx0" brushRef="#br0" timeOffset="113666.66">28036 11936 493 0,'2'0'228'0,"-2"1"195"0,-2-1-346 0,2 1 136 0,0-1-64 0,0 0-78 0,0 0-25 0,0 0 31 0,0 0-36 0,0 0 52 16,0 0-28-16,0 0-25 0,0 0-7 0,-3-2 13 0,2 2-7 0,0 0 25 16,0 0-8-16,0 0-9 0,-2-3-11 0,1-1 18 0,1-1-13 15,-2 0 18 1,-1-1-10-16,1-1-16 0,-1 0-23 0,1-2 16 0,-1 0-14 0,-1 0 15 0,1-3-5 0,0 1-9 0,1-3-7 15,-1-2 1 1,1-2-2-16,0 0 5 0,-1 1-2 0,2-3 0 0,0-3-16 0,1 0 14 0,1 1-10 0,0 1 19 0,1 0-4 0,1-2-7 0,0 0-18 16,2-1 15-16,-1-1-9 0,2 1 27 0,-1 1-7 0,2 0-10 31,2 0-12-31,-2 4 14 0,3 0-10 0,-1-1 17 0,0 3 0 0,0-1-8 0,1-2-9 16,0 2 6-16,-6 2-6 0,2-1 9 15,0 3 1-15,1-3-3 0,5 3-17 0,2 2 16 0,-1 3-13 16,2-2 25-16,2 4-4 0,-2 0-9 0,-2 3-18 0,-1-1 19 0,-2 3-15 15,-1 0 28-15,0 2-6 0,-1 0-9 0,-2 2-12 0,0 2 12 16,-1-1-8-16,-1 3 21 0,-1 1-4 0,-2 2-7 0,0 3-2 16,-2 2 2-16,-1 2 0 0,-1 0 7 0,-2-1-2 0,-1 2-3 0,0-1-8 15,-2 1 6-15,-2 0-5 0,0-1 12 0,1 0-2 16,-1-1-5-16,0 0-13 0,-1 0 14 0,2-5-10 0,4-3 23 0,-1 1-5 16,4-4-9-16,0 4-4 0,2-2 1 0,1-1-1 0,2 2 2 15,2-2 0-15,1 0 0 0,4 0-13 0,0-1 15 0,4 0-11 0,-2-1 18 16,1-1 0-16,2 0-7 0,-1 2-12 0,2-1 14 0,-1 1-10 15,1-1 18-15,0 1-2 0,0-1-8 0,1-1-6 0,0 2 7 16,-1-1-4-16,0-1 8 0,-1 0 2 0,-3 0-7 0,-1 2-10 0,-2-1 13 16,-3 2-11-16,0-1 21 0,-4-2-5 0,-1 2-7 0,-1 0-4 15,-2 2 5-15,-2 2-2 0,-1-2 11 0,-1 3-1 0,-1-1-7 16,-1 2-15-16,-3-1 15 0,1-1-13 0,-1 1 28 0,-2-2-7 0,1 0-9 16,-1-1-12-16,2-1 10 0,0 2-7 0,1-3 16 0,0-2-1 15,2 1-6-15,0-2-12 0,2-1 14 0,1 0-11 16,0-1 12-16,4-3-10 0,0 1-15 0,0-3-50 0,2 1-16 15,0-3-7-15,0-1-73 0,2 0-14 0,2-1-15 0,2 0-219 0,1-1 258 16</inkml:trace>
  <inkml:trace contextRef="#ctx0" brushRef="#br0" timeOffset="113957.37">28491 11567 1066 0,'-11'15'105'0,"3"-3"51"0,0 2-81 0,1-1 52 0,4-3-31 0,2-1-35 0,2-3-30 0,2 1 24 0,3-3-33 0,0 1 38 0,2-3-8 0,2 0-14 0,2-1-19 15,3-1 25-15,-1-3-20 0,-1 2 44 0,-7-4-6 0,2 1-10 0,0-4-9 16,1 2 12-16,6-2-10 0,0-1 10 0,1 0-7 0,0 1-7 16,-3-3-17-16,0 2 9 0,-2-1-10 0,-3 0 8 0,0 0-4 15,-3 1-6-15,-1 1-11 0,-2 0 12 0,-1-1-9 0,-2 0 16 16,-3 0-8-16,0 2-7 0,-3-2-13 0,-1 0 9 0,0 1-7 15,-3 0 8-15,0 3-2 0,-2 1-8 0,-2 2-16 0,0 1 13 0,1-1-13 16,-1 0 2-16,3 2-17 0,-1-2-23 0,6 1-58 0,1-1-17 16,1-1-9-16,3 2-132 0,-3 1-81 0,1-1-67 0</inkml:trace>
  <inkml:trace contextRef="#ctx0" brushRef="#br0" timeOffset="114195.38">29031 11211 1582 0,'-1'8'99'0,"-6"0"16"0,0 2-10 0,0 3-22 16,0-1-28-16,0 4-37 0,3-3 12 0,-1 1-25 0,3 2 9 15,2 0-3-15,0 2-5 0,4-3-20 0,0-1 14 16,0 1-13-16,1-1 28 0,-1-1-6 0,2 0-6 0,1-4-11 15,0-1-4-15,-2-1-5 0,0 1-70 0,-1 2-44 0,0-1-46 16,0 2-193-16,-4-1 222 0</inkml:trace>
  <inkml:trace contextRef="#ctx0" brushRef="#br0" timeOffset="114357.24">28858 11422 731 0,'6'-3'178'0,"-2"1"432"0,1-3-437 15,-1 1-35-15,2-3-42 0,2 0-47 16,0 1 14-16,1-2-36 0,3-1 10 0,0-2-11 0,3-1-17 0,1 1-9 16,1 0 8-16,-1 1-10 0,2 0 1 0,-1 0-1 0,-7 1-1 15,1-2-81-15,0 1-19 0,1 1-23 0,8 2-216 0,2 1-128 16,2 1-115-16</inkml:trace>
  <inkml:trace contextRef="#ctx0" brushRef="#br0" timeOffset="115027.24">29415 11760 1275 0,'-2'0'-289'0,"-2"-3"554"16,-1-1-64-16,2-1-95 0,-1-2-28 0,1 2 17 15,1-1-38-15,0-1 5 0,-1 1-8 0,1-2-13 0,-1 1-23 16,0-2 23-16,1 0-25 0,0 0 45 0,1 0-11 0,0 0-9 0,0-2-15 16,-1-3 11-16,1 2-9 0,0-6 21 0,0 1-2 0,1-2-2 15,0-3-22-15,0-2 20 0,0-2-19 0,0-1 17 0,0 4-7 16,1-2-15-16,1-2-12 0,1 0 8 0,-1 0-7 0,1 3 3 16,2 2-3-16,-2 1-8 0,1 3-4 0,-1 1 11 0,0 0-7 15,-1 2 26-15,2 0-8 0,-1 3-4 0,1-1-9 0,0 1 0 16,1 0 0-16,-1-1 1 0,2 1 3 0,0 1-2 0,1-2-13 0,2 3 11 15,-1-2-11-15,0 3 17 0,1 0-4 0,0 1-6 0,1 0-13 16,2 0 11-16,0 1-8 0,-2 2 18 0,0 0 2 0,-6 3-8 0,1 0-13 16,-2 2 8-16,0 0-10 0,5 2 12 0,1 0 1 15,0 3-1-15,1-2-9 0,-1 5 10 0,-1-1-8 0,0 2 19 0,-2 0-6 16,-2 0-6-16,0 1-9 0,-2 2 9 0,-1 1-6 0,-1-1 14 16,-2 0-3-16,-2 0-4 0,2 0-11 0,-4 0 9 0,2-1-7 0,-1 1 18 15,2-2-3-15,0 0-6 0,-1 1-10 0,3 0 12 0,0-2-9 16,1-1 17-16,1-1-3 0,2-1-8 0,2-1-21 15,1 0 21-15,0-1-17 0,5 0 30 0,-1-1-3 0,0-1-11 0,-1 0-8 0,-2-1 12 16,-2 1-7-16,0 0 16 0,-2 0-4 0,-2-1-8 0,-1 1-1 16,-2 2 7-16,-4 0-4 0,0 3 12 0,-3 0-2 0,-3 1-6 15,-2 1-9-15,-2 0 8 0,-1-1-6 0,1 0 11 0,2 1-2 16,-1-1-6-16,6 0 0 0,-1-2 1 0,-1-1 0 0,-1 0 0 0,-5 1-3 16,0-1-2-16,0 0-3 0,1-1 4 0,3-2-2 0,-1 1 7 15,5-3-12-15,1 0-10 0,3-2-69 0,2 1-12 16,0-1-13-16,2-2-96 0,2-1-52 0,4 0-48 0</inkml:trace>
  <inkml:trace contextRef="#ctx0" brushRef="#br0" timeOffset="115313.04">29960 11305 1721 0,'4'7'-395'0,"-5"-5"732"0,-1-1-107 0,0 0-136 0,0 2-41 0,-2 1 12 0,2-1-26 0,0 1 14 0,-1 1-14 0,1 1-17 0,0 0-8 0,-1 2-5 0,0-2 0 16,0 2-6-16,1-1-3 0,0 2-1 0,-1 0-5 0,2 3 6 0,-1-1-3 0,1 1 12 0,1-2-1 15,-1-1-3-15,1-1-16 0,0-1 11 0,0 1-14 0,1 2-30 16,1-1-39-16,3 2-40 0,0-4-241 0,-1 3 229 0</inkml:trace>
  <inkml:trace contextRef="#ctx0" brushRef="#br0" timeOffset="115841.8">30656 10903 1261 0,'-1'-4'95'0,"0"3"-12"0,1-2 81 0,0 2-25 0,0 1-29 0,0-3-25 0,-1 3 9 0,0 1-32 0,-3 2-10 0,-1 1-10 0,-2 2-13 0,-3 4-4 15,0 1 3-15,0 2-7 0,-3-2-6 0,2 1-3 0,-1-1-6 0,-2 4-4 16,5 5 5-16,-1-1-5 0,0 1 3 0,-2 0-1 0,-7-4-4 0,0 3 0 0,-3-1 3 0,3 0-3 0,-1-1 0 0,3 1 0 15,2-2 1-15,0 2-10 0,2-1 9 0,1-2-7 0,2-1-3 16,1-1-12-16,1-3-20 16,1-1-44-16,1-1 6 0,0-1-17 0,1-2-26 0,1-2-10 0,1 1-15 0,-1-1-82 15,0-2-44-15,0-1 0 16,0-1 69-16</inkml:trace>
  <inkml:trace contextRef="#ctx0" brushRef="#br0" timeOffset="116058.23">30277 10996 558 0,'2'-9'158'0,"-1"1"65"0,0 1-85 0,0 0 81 0,0 4-34 0,-1 1-45 0,1 0-45 32,-1 0 29-32,0 2-56 0,2 0 27 0,-2 0-22 15,0 0-24-15,0 0-7 0,1 2 3 0,0 0-3 0,1 1 3 0,1 3-5 16,2 2-3-16,1 3-19 0,0 0 15 0,2 3-13 0,0-1 15 16,1 1-5-16,1-2-11 0,2 5-11 0,2 0 7 0,1-1-9 15,0 1 8-15,2-2-4 0,2-3-3 0,4 1-14 0,1 0 11 0,0-2-8 16,-2 2 15-16,-8 0-2 0,-3-2-9 0,0 2-10 0,-2-2 12 15,7 1-9-15,0-2 8 0,1-1-21 0,-3 0-15 0,0-2-109 16,-3 2-50-16,-2-3-21 0,1 2-430 0,0-3 399 0,2-3-93 0</inkml:trace>
  <inkml:trace contextRef="#ctx0" brushRef="#br0" timeOffset="117393.42">31210 10851 935 0,'-5'-2'-70'0,"3"1"166"0,1 1-11 0,0 0-14 0,0 0-45 0,0 2 16 0,1 2-34 0,-2 1 28 0,1 2-2 0,0-1-6 0,1 2 14 0,-1 1-3 0,1 0 0 16,0 1-13-16,1 3 1 0,0-1-6 0,2 0-16 0,-2 1 15 0,0 0-17 15,0-1 14-15,0 2-5 0,1 4-6 0,-1-1-6 0,1-2-4 16,-1 1 3-16,1-1 4 0,-1-1 0 0,1-1 2 0,-1-2-26 16,1 2 14-16,-1-2-21 0,0-3-36 15,0 0-23-15,-1-1-32 0,0 2-74 0,-2-2-23 0,-2 0-6 0,1 0 73 0</inkml:trace>
  <inkml:trace contextRef="#ctx0" brushRef="#br0" timeOffset="117576.18">31038 11096 1107 0,'0'-6'-86'16,"0"3"230"-16,1-1-15 0,-1 2-11 0,2-1-40 0,2-1 30 15,-4 0-49-15,0-1 80 16,2 1-25-16,1-1-24 0,9 0-26 0,-1 0 10 0,3-1-26 0,2 1-9 0,2-3-9 0,-1 0-17 15,3 0-22-15,-1 1 18 0,0-2-16 0,2 0 21 0,-1 0-6 16,-1 1-11-16,1 1-22 0,-1-1-4 0,-1 1-7 0,0 4-57 16,-3 1-23-16,-3 0-25 0,-1 1-159 0,-2-2-155 0,-4 0-6 0</inkml:trace>
  <inkml:trace contextRef="#ctx0" brushRef="#br0" timeOffset="118794.85">31654 11527 877 0,'-11'-9'-574'0,"9"6"964"0,-1-1-113 0,0 0-206 0,1 0 34 0,0 0-9 0,-1-1-9 0,0 1-30 0,1-1 1 0,-1 0-1 0,0-1-16 0,1-1 19 0,-1 1-18 16,1-1 17-16,-2-2-4 0,1 3-9 0,1 2-18 0,-1-2 16 16,2 1-16-16,-2-2 21 0,1-3-4 0,-1 1-8 0,1-1-14 15,0 0 11-15,0-2-11 0,-1 2 11 0,2-2-7 0,0 1-5 16,0-3-11-16,-1 2 5 0,2-2-4 0,-1 0-2 0,0-1 0 0,1-2-6 15,0-1-4-15,0 0 5 0,1 0-5 0,0 0 9 0,0 2-2 16,1 0 0-16,-1 0-14 0,0-1 28 0,2 0-19 0,-1-1 34 16,0 3-9-16,3-2-22 0,-2 1-7 0,3-1 9 0,-1-1-6 15,1 2 22-15,1 0-10 0,-1 2-10 0,1 0-4 0,0 0 1 0,-2 2 0 16,2-2 11-16,1 3-2 0,0-1-5 0,0 3-4 0,-2-1 2 16,1 2-2-16,-1 0 7 0,-1 1-3 0,0 1-4 0,1 1-15 15,-2-1 21-15,0 3-14 0,0 1 23 0,-1 0-2 0,2 1-11 0,-3-1-9 16,2 1 10-16,0 1-10 0,-1 0 12 0,1 0 2 0,0 3-6 15,1-1-10-15,-1 1 12 0,1-1-10 0,-1 3 12 0,-1-1 0 16,2 1-5-16,-2 2-5 0,2-2 5 0,-1 1-3 0,1 1 7 0,0-1 1 16,1 2 0-16,0-1-9 0,-1 4 4 0,1-5-4 0,1 2 5 15,-2-1 2-15,1 2-2 0,-1 0-8 0,0-1 10 0,-1 1-9 16,1-1 13-16,-3-3-3 0,1 0-3 0,0 0-6 0,-1-1 5 16,-1 4-3-16,0-1 11 0,0 0-2 0,-1-1-4 0,1 0-16 0,2 0 14 15,-1-1-10-15,0 1 25 0,2-2-5 0,-1 4-10 0,0-3 1 16,2 0 3-16,-2 1-2 0,1-2-3 0,-1 1 0 0,0-1-3 0,1 1-9 15,-1 0 14-15,-1 0-8 0,-1 0 20 16,-1 1 2-16,0 0-9 0,-2-1-19 0,-2 2 24 0,0-1-20 16,-1-1 28-16,-1 1-4 0,-1 0-15 0,-2-1-1 0,-1 0 7 15,0 0-5-15,0 0 11 0,-1-2-4 0,0 2-5 0,-3-1 0 0,2-2-1 16,0 2 1-16,2-1 3 0,1-2-3 0,2 0 2 0,-1 0-16 16,1-1 12-16,1 0-8 0,2 0 20 0,-1-1-3 0,2-1-10 0,0 2-13 15,0-2 13-15,1 1-10 0,0-2 20 0,0 2-12 16,0-1-11-16,2 0-77 0,0 1-12 0,0 0-18 0,2-1-105 0,1 1-48 15,0 0-49-15</inkml:trace>
  <inkml:trace contextRef="#ctx0" brushRef="#br0" timeOffset="119318.79">31857 10947 672 0,'-3'0'-53'0,"1"0"130"0,1 2 10 0,-1-4-5 0,1 1-9 0,0 0 21 0,-1 0-38 0,1-1 12 0,0 0-9 0,-1 1-15 0,0-2-21 0,-1 0 16 0,0 3-14 16,-1-1 27-16,-1-1-9 0,-1 0-11 0,1 2-18 0,0 0 14 15,-1 0-14-15,0 0 8 0,0 2-8 16,1 0-9-16,0-1-5 0,0 1-1 15,0 0 0-15,2 1 6 0,-1-1-2 0,0 0-3 0,-1 0-26 16,2 2-9-16,-1-3-7 0,-1 1-70 0,1-1-33 0,-2 1-30 0,0 4-134 16,0 3 172-16</inkml:trace>
  <inkml:trace contextRef="#ctx0" brushRef="#br0" timeOffset="120253.38">32077 11101 796 0,'0'-4'-191'0,"0"3"334"0,-1 0-34 0,1-1-62 0,0 1 5 0,0 1-9 0,0-1-4 0,0 1-13 0,1 0 2 0,1-1 1 0,0 1-21 0,0 0 33 0,3-2-27 0,-3 1 40 15,3 0-7-15,-1 1-13 0,1-2-7 0,1 1 10 16,0 0-7-16,-2 0 21 0,2-1-6 0,-1 1-7 0,1 0-31 15,0-1 27-15,1 1-26 0,1 1 25 0,-2-1-3 0,0 1-14 0,0 0-22 16,-2 0 18-16,-1 0-17 0,2 2 17 0,-3 0-1 0,0-1-12 16,1 2-12-16,-2-3 22 0,-1 3-18 0,0 0 26 0,-1 1 0 0,-1 1-4 0,-1 0-22 15,1 1 13-15,-3 3-12 0,2-2 21 0,-1-1 2 0,-1 1-9 0,-1 0-21 16,0 0 23-16,0 0-20 0,-1 1 24 16,1 1 2-16,0 0-11 0,-2 1-13 0,1-1 14 0,2 0-14 0,-2-2 17 0,1-1 0 0,3-1-7 0,0 0-10 15,0-1 14 1,2 0-11-16,1 0 15 0,0 0-2 0,0-1-6 0,3 0-17 15,-2 2 23-15,2-2-15 0,-1 1 32 0,2-1-5 0,0-1-13 0,1 0-2 16,-1 1 10-16,-1-1-4 0,2 0 17 0,-2-1-6 0,1 0-10 0,0 0-1 16,1 1 11-16,0-2-7 0,1 0 12 0,0 0-5 15,0 0-10-15,0-2-11 0,1 1 6 0,-2 0-6 0,2 0 6 0,0-1 2 0,-1 1-3 16,1-2-21-16,0 2-8 0,0-1-11 16,-1 0-102-16,1 1-50 0,2-1-54 0</inkml:trace>
  <inkml:trace contextRef="#ctx0" brushRef="#br0" timeOffset="121811.22">32621 10800 86 0,'0'-7'28'16,"0"1"16"-16,0-1-39 0,0 0 39 0,-1 2 0 0,1-1 10 0,0 1-19 0,0-2 10 0,0 1-13 0,0 1 10 0,0-2 3 0,-1 4 4 0,1-3-10 0,0 0 27 15,0 2-18-15,-1-2 37 0,1 1-4 0,0 0-16 0,0-1-10 16,0 0 21-16,-1 0-21 0,0 0 11 0,0 1-12 0,-2 0-12 0,1 1-15 15,-1-2 10-15,-1 2-7 0,-1-1 19 0,0 1-6 0,0 2-7 0,-2-2-32 16,1 3 12-16,0-1-15 0,-1 1 15 0,-1 1-6 0,0 0-7 16,1 0-7-1,-1 1 5-15,1 1-1 0,-1 0 7 0,1 1 2 0,-1 0-6 0,-1 1-13 0,-1 3 21 0,0 0-18 0,0 0 21 0,1 0-4 16,1 2-10-16,-1 2 7 0,1-1-3 0,-1 1 5 0,2 2 9 16,0 1-4-16,0 0 2 0,1 1-7 0,1 1-2 0,0-2 0 15,2 2 0-15,-1-4-5 0,2 2-1 0,1 1-7 0,0-1 3 16,1 0 1-16,0-1 19 0,2 1-5 0,0-2-7 0,1 0-6 0,0-3 2 15,2 0-3-15,-1-1 1 0,0 1 0 0,1-1-2 0,-1 1 5 16,2 0 0 0,-1-1 1-16,1 0-2 0,-1-2 1 0,-1 1-4 0,-1 0-7 0,-1-2 7 0,-2 0-10 0,0 1-22 0,-1-3-15 0,-3 1-20 15,-2 1-43-15,-2 1-5 16,0-1-8-16,-2 0-50 0,-1-1 14 0,-2-1-9 0,0-1 36 0,-2-1 29 0,-1-1-6 0,3-1 85 16,-1-2 7-16,2 1 8 0,1-2 13 0,0 0-5 0,0 1 9 0,3 0 24 31,1-1 13-31,2 1 12 0,2 1-3 0,1-1 35 0,1 0-30 15,-1 3 30-15,2 0-11 0,0-1-10 0,0 1-26 0,0-1 6 16,2 1-6-16,-1 0 20 0,2-1-7 0,-1 1-6 0,4 0-12 16,0-2 19-16,0 2-15 0,3-2 19 0,-1 0-8 0,1 1-10 0,2-1-22 15,1-3 0-15,0 1-4 0,2-3 0 0,1 1-1 0,0 1-2 16,2 0-26-16,-2-2 23 0,3 1-22 0,0-1 25 0,0 1 4 16,1 0-8-16,1 1-16 0,-3-3 12 0,-1 3-13 0,-4-2 18 15,0 3 1-15,-3 1-7 0,-2-2-10 0,1-1 17 0,-2-3-12 16,1 2 28-16,-3-1-3 0,0 2-7 0,0-2-17 0,-2 2 13 0,1-1-10 15,-1 2 26-15,-2-3-7 0,1 3-12 0,-1 0-9 0,0 1 12 16,-2 0-10-16,1 3 18 0,-1 0-7 0,0 0-9 0,-1 1-10 16,-1 1 7-16,0 1-6 0,-1 4 10 0,0-1 3 0,-1 2-7 0,2 4 0 15,-2-2 8-15,2 1-6 0,-1 3 19 0,1-2-1 0,0-1 2 16,2 3-2-16,0-5 3 0,1 0-2 0,1-1 6 0,0 1-7 16,1 1-7-16,1 1-11 0,-1-2 6 0,2-1-5 0,2 0 13 15,-2 1-10-15,3-5-6 0,0 3-12 0,-1-3 10 0,1 0-5 16,1-1 22-16,-1 0-4 0,1-1-7 0,1 0-24 0,0 1 17 0,-2-2-16 15,2 0 0-15,-1-2-27 0,-1 1-30 0,0 0-86 0,1-1-67 16,1-1 1-16,0 0-16 0</inkml:trace>
  <inkml:trace contextRef="#ctx0" brushRef="#br0" timeOffset="124534.56">33114 10630 498 0,'-1'-6'130'0,"1"-2"185"0,0 1-234 0,0 2-34 0,2-1-18 0,0 2 63 0,0-1-20 0,0 2-14 0,1 0-16 0,0 0 6 0,0 0-9 16,0 3-4-16,0-1-2 0,0 1-4 0,0 0-18 0,0 0 7 16,1 1-9-16,-1 2 11 0,1 1-1 0,-2 0-4 15,0 1-2-15,1 1 5 0,-1 1-5 0,1 2 8 0,-1 1-1 0,2 1 1 0,-1 3-13 16,2 1 2-16,-2 0-2 0,0 3 7 0,2 2-4 16,-1 3-5-16,2 0-6 0,1-1 7 0,1 0-6 15,-1-2 8-15,1 0-9 0,1-2-7 0,0 1 6 0,-1-3-2 0,1 0 5 0,1-1 3 16,0-3 0-16,0-3-1 0,-1-3-16 0,-3-1 20 0,1 2-16 15,0-1 21-15,-1-1-4 0,1 0-9 0,-1-1-8 0,-1-1 7 0,1-2-3 16,-2 0 16-16,2-1-3 0,-2 0-6 0,3-4-7 0,1 0 13 16,0 1-11-16,2-4 12 0,-1 0-4 0,1-2-7 0,1-3-4 15,-2 3 5-15,0-2-2 0,-1-2 22 0,-1 2-9 0,1-5-3 0,-4 2-12 16,0-2 4-16,-2 4-2 0,-1-2 5 16,0 1 1-16,0 2-6 0,-1 0-2 0,0 1 12 0,-2 1-8 0,-1 1 11 15,-3 2 0-15,0 1-10 0,0 1-9 0,-1 2 12 0,-1 2-11 0,-3 2 12 16,0 2-2-16,-3 1-3 0,0 2-8 0,0 1 2 0,2 0 0 0,-1 1 12 15,5 0 0-15,1 0-2 0,0 0-8 0,2 2 2 0,2-1-4 16,0 2 5-16,2-2-1 0,1 2 2 0,2-3 0 0,1 0 1 16,2 1 2-16,0 0 14 0,3-1-1 15,1-1-2-15,3 1-7 0,4-4 16 0,2-1-13 0,1-1 14 0,0 1-4 0,-1 0-9 0,-1 0-17 16,0-1 14-16,-1-2-11 0,-1 0 19 0,1-1-4 16,0-2-10-16,3-2-14 0,2-1 11 0,-1 1-8 0,3-3 16 0,-3 0-16 0,-2 4-15 15,-1-3-38-15,-4 3-11 0,-2-2-1 0,-5 0-59 0,-1 1-10 16,-4 1-21-16,-2 0-180 0,-5 1 221 0</inkml:trace>
  <inkml:trace contextRef="#ctx0" brushRef="#br0" timeOffset="125647.72">32737 10926 370 0,'1'0'83'0,"0"0"-48"0,-1 0 12 0,0 0 13 0,0 0 23 0,0 0-29 0,0 0 18 0,0 0-12 0,0 0-11 0,0 0-14 0,-1 2-12 0,1 0 6 0,-1 1-19 0,1 1 6 0,-1 1 3 0,0 0 3 0,0-1 7 16,1-2-8-16,-2 1 1 0,1 1-3 0,1 1 1 0,-1 3 2 0,1-2 0 15,0 3 3-15,-1 0 8 0,1 2-5 0,0-2-3 0,0 0-25 16,0 0 11-16,0-2-14 0,0 0 13 0,0-2 0 0,0 0-3 0,-1-1-18 16,1 1 12-16,0-3-10 0,0 1 21 0,0-1 3 0,0-2-9 15,0 2-5-15,0-2 26 0,0 0-17 0,1 0 46 0,-1 0-7 16,0 0-9-16,0 0-8 0,0-3 2 0,0-1-3 0,1 1 1 15,0-3-6-15,-1 1-6 0,1-2-15 0,1-1 7 0,-2-1-8 16,2-1 3-16,-1-1-6 0,1 1-4 0,-1-1-1 0,2 0 14 16,-1 0-7-16,0-1 11 0,0 5 0 0,1 0-14 0,0 1-9 15,-1 1 13-15,-1-2-11 0,2 4 22 0,-1 0-5 0,-1 0-10 0,0 3 0 16,-1 0 1-16,1 0 1 0,-1 0 15 0,0 0-1 0,1 0 1 16,0 2-29-16,1 2 23 0,-1-2-22 0,1 2 24 0,2 1 1 0,1-1-9 15,2 1-14-15,-1-1 15 0,-1-3-14 0,3 0 24 0,-2 1-3 16,1-2-6-16,1 4-5 0,-1-3 14 0,1 1-8 15,-2 1 22-15,2 0-6 0,-1-2-10 0,1 1-25 0,-1 1 21 0,-2-2-17 16,1 1 33-16,-2 0-4 0,0 1-11 0,0 0-8 0,0 0 5 0,-1 2-5 16,-1-2 7-16,0 2-1 0,-2 0-1 0,2 0-23 15,-1 0 18-15,-1 2-16 0,0-2 27 0,0-1-3 0,0 1-11 0,0-1-5 16,0-2 4-16,1 2-4 0,-1-2 8 0,0 2-3 0,1-1-7 0,1-1-69 16,2-2-4-16,-1 2-19 0,1-1-40 0,2-1 0 0,2-1-6 15,2-1-46-15,0 0-30 0,0-2 1 0,0 0-90 16,-2 0 170-16,0 1 6 0</inkml:trace>
  <inkml:trace contextRef="#ctx0" brushRef="#br0" timeOffset="125863.11">33076 10949 109 0,'5'-3'107'0,"-3"2"5"0,0 2 85 0,-2-1-22 15,0 0-64-15,0 0-9 0,-3-1-1 0,0 2-39 0,0 4-40 0,-2-1-1 16,-1 3 1-16,-1 2 8 0,-1-2 5 16,-1 2 1-16,0 0 19 0,0-1-7 0,0-1-9 0,0 1-1 15,2-1 5-15,1-2-4 0,0-1 5 0,4-1-8 0,2 0-5 0,0-2-20 16,3 0 17-16,2-1-10 0,1 0 50 0,1 0-9 15,1 0-11-15,2 0-40 0,2-1 19 0,-1-1-22 0,0-1 18 0,-1 1-6 16,-1 2-13-16,0-3-13 0,0 2 20 0,-3 1-15 0,-1-2 22 16,-1 2-3-16,-3 0-11 0,1 2-3 0,-2-1 9 0,0 0-7 0,1 1 11 0,-1 0-8 0,1 1-7 15,0-1 1-15,1 1 2 16,0-1 1-16,0 2-3 0,1-3-3 0,4 3-6 0,1 0-94 0,2-3-58 16,1 1-28-16,5 4-79 0</inkml:trace>
  <inkml:trace contextRef="#ctx0" brushRef="#br0" timeOffset="127807.37">23450 11910 256 0,'-2'-1'9'0,"-2"1"423"0,0 1-211 0,0 0 3 0,-2 5-226 0,2-1 9 0,-1 1-4 0,1-5 35 0,-1 2-7 0,2 0-4 0,-1-1-21 0,1 2 19 0,1 1-17 0,1 0 27 16,1 2-9-16,0 0-10 0,0 4 11 0,2-3 11 0,0 4 1 0,2 1 35 16,0 0-10-16,-1-2-8 0,2 3-20 0,-1-1 4 0,1 2-8 15,-1-1-5-15,1 1-1 0,-2-4-6 0,2 3-19 0,0-2 6 16,0 2-8-16,0-1 9 0,1-2-1 0,0-1-4 0,-1 2-3 16,2-2 7-16,0 0-7 0,1-1 0 0,-3 0-3 0,1 0-2 0,-1 0-1 15,0 0 6-15,-2 1-2 0,2 1 5 0,-1-4-2 0,0 4-9 0,0-3-12 16,1 1 2-16,-2 0-8 0,0-1-20 15,1-3-7-15,-2 2-6 0,0-2-31 0,0-1-23 0,-2 1 5 0,2-1-85 0,-4-3-15 16,0 4-24-16,1-3-17 0,0 0 129 0</inkml:trace>
  <inkml:trace contextRef="#ctx0" brushRef="#br0" timeOffset="128077.04">23430 11992 1337 0,'1'-8'66'0,"-1"0"-4"0,1 0-15 0,0 4-16 0,2 0-15 0,0 0-12 16,0-1 19-16,3 0-13 0,1-1 31 0,1 1-3 0,2-2-9 0,3 2-29 16,2 1 23-16,1 0-23 0,2 0 19 0,1-3-1 0,1 0-16 0,0 1-6 15,-5 0 15-15,-1-2-13 0,2 3 11 0,1 0-5 0,4 0-11 0,0-1 9 16,1 0-2-16,-5 1 4 0,-1 0-4 0,-1 1-3 0,-4 0-5 15,2 2-27-15,-2-2-6 0,-2 2-5 0,-1 0-39 0,-2 2-3 16,-1 0-9-16,-1 0-27 0,0 2-7 16,-3 2-2-16,0 1-28 0,-2 1 6 0,-2 1-6 0,-2 2-1 0,-2 1 90 15</inkml:trace>
  <inkml:trace contextRef="#ctx0" brushRef="#br0" timeOffset="128275.2">23447 12203 1476 0,'0'-3'-118'0,"0"0"222"0,0 0-34 0,2 1-38 0,2-2-8 16,1 1 20-16,3-3-12 0,2 1 40 0,4-1-6 0,0-3-7 15,6 1-36-15,4 0 3 16,1 1-12-16,-3-1 1 0,1 0-4 0,1 0-8 0,4 2-18 0,5-2 16 16,-2 1-16-16,-1-1 2 0,-5 2-11 0,1-2-18 0,0 2-68 0,0 0-10 15,-1-1-18-15,-2 3-119 0,-1 1-18 0,-1 2-47 0</inkml:trace>
  <inkml:trace contextRef="#ctx0" brushRef="#br1" timeOffset="131933.15">23981 14554 256 0,'-19'-23'21'0,"6"8"1001"0,-1 4-500 0,1 0 1 0,1-1-541 0,-2 5 6 0,2 0-11 0,1 2 8 0,2 2 0 0,2 3-2 0,2 0-21 0,0 0 8 15,0 0-14-15,1 2-35 0,0 0-20 0,1 2-28 0,2 0-68 16,-1 2-29-16,-2 5 0 0,3-2-99 0,0 2 182 0,2 1-2 0</inkml:trace>
  <inkml:trace contextRef="#ctx0" brushRef="#br1" timeOffset="132121.28">23350 15076 2438 0,'-29'19'75'0,"0"-3"-56"16,2-5 2-16,2 0-21 0,1-4-24 0,3-2 4 0,5-2-5 0,3 0-4 15,8-3 2-15,5 0-6 0,2 0-10 0,8-2-14 0,5 0-6 16,5-2-84-16,3-3-13 0,4-2-14 0,1 0-82 0,0-1-33 16,3-1-35-16</inkml:trace>
  <inkml:trace contextRef="#ctx0" brushRef="#br1" timeOffset="132262.53">23263 14478 2359 0,'-43'-2'131'0,"4"-1"-12"0,2 2-97 0,1 0-23 16,16 1 9-16,4 0-12 0,6 1 10 0,4 0-3 0,2 1-8 0,1-1-39 16,3 0 11-16,6 0-18 0,4 1-20 0,4 1-22 15,4 1-26-15,-3 1-95 0,6 1-49 0,2 1-10 0,3 1 30 16</inkml:trace>
  <inkml:trace contextRef="#ctx0" brushRef="#br1" timeOffset="132421.22">23135 15019 2699 0,'-54'34'-29'0,"26"-20"71"0,1 0-2 0,2-2-48 15,5-3 0-15,3-1-10 0,5-1 10 16,5 0 1-16,4-2-2 0,3 1-27 0,2 1 1 0,3-1-11 0,3 2-39 0,4-2-12 0,2 0-20 0,4 1-64 15,6-1-9-15,3-2-18 0,3 0-142 0,-2-2-55 0,3 1-70 16</inkml:trace>
  <inkml:trace contextRef="#ctx0" brushRef="#br1" timeOffset="132562.91">23784 15081 2586 0,'-13'12'-235'16,"4"-10"439"-16,-2 0-84 0,-1-2-88 0,-4-2-57 15,-1-1-4-15,3-1-7 0,1-3-23 0,9-2 1 0,5 0-2 0,9-3-1 16,5-2-33-16,6-3 12 0,3-2-147 0,-1-3-53 0,4-2-45 0</inkml:trace>
  <inkml:trace contextRef="#ctx0" brushRef="#br1" timeOffset="132722.29">24467 14044 1974 0,'-6'-5'447'15,"-12"1"-387"-15,-2 1 38 0,-2-1-60 0,1 1 1 0,0 2-30 16,1 0-2-16,4 1-6 16,2 0-6-16,6 0-30 0,5 0-25 0,3 0 1 0,3-3-94 0,6-1-31 0,5-1-20 0,5 0-315 0,5 2 322 15</inkml:trace>
  <inkml:trace contextRef="#ctx0" brushRef="#br1" timeOffset="132860.1">24418 14171 1646 0,'-12'10'190'0,"-5"-5"632"0,4 1-795 0,2 0-18 16,3 2-19-16,2 2-53 0,5 3-1 0,2 1-12 0,6 5-19 31,3 4-12-31,2 4-12 0,6 4-171 0,0 2-124 0,2 5-22 16</inkml:trace>
  <inkml:trace contextRef="#ctx0" brushRef="#br1" timeOffset="133025.94">24208 15253 2546 0,'-45'-3'-36'0,"18"-4"-6"0,2-4-48 0,5 1-56 0,1-1-151 16,3 0-59-16,7 0-8 0,3-2 91 0</inkml:trace>
  <inkml:trace contextRef="#ctx0" brushRef="#br1" timeOffset="133165.44">24635 14224 2017 0,'-10'-4'260'0,"-6"0"-105"0,5 0-88 0,-3 0-30 16,0 0-35-16,2 2-11 0,-3-1-13 0,5 1-45 0,5 0-3 0,8-1-9 15,6-1-37-15,6 0-13 0,5-4-15 0,7-1-113 0,-3-2-22 16,5-2-28-16,5 1 83 0</inkml:trace>
  <inkml:trace contextRef="#ctx0" brushRef="#br1" timeOffset="133291.82">24953 13946 1780 0,'-27'2'-166'0,"11"2"332"0,2-3-56 0,0 2-51 0,3 0-56 16,2-2 0-16,3 0-12 0,5-1-52 0,4 0-29 0,5 0-35 15,8-1-163-15,4 1-78 0,6 0-30 0</inkml:trace>
  <inkml:trace contextRef="#ctx0" brushRef="#br1" timeOffset="133418.85">25007 14154 2377 0,'-60'18'-34'15,"33"-11"73"-15,1-1-2 0,3-2-37 0,4 1-1 16,4-2-9-16,6-1-1 0,5 1-2 0,3-2 1 0,1 0-42 0,5-1-2 15,2 2-15-15,4-1-82 0,1 0-56 0,2-1-50 0,3 2-272 16,0-4 313-16</inkml:trace>
  <inkml:trace contextRef="#ctx0" brushRef="#br1" timeOffset="134672.39">25573 13203 256 0,'-10'0'12'0,"5"-1"603"0,-1 0-279 0,3-1 21 0,0 2-343 0,2 0 9 0,-1 0-18 0,2 2 9 0,0 0-3 0,2 0-8 0,1 1-16 0,0-1 21 0,1 1-18 0,-2 1 19 16,0 0 0-16,-1 1-10 0,0-1-3 0,1 3 6 0,-1-1-4 15,-1 0 2-15,0 2 7 0,-1 1-6 0,-2 1 4 0,0 3 8 16,0-1-8-16,-1 2 9 0,1 0 4 0,1 1 2 0,-3 2 0 15,2 1 8-15,-1-2-6 0,0 0 10 0,0 2-10 0,1-1-10 0,0 3-18 16,1 0 11-16,-1-2-8 0,1-3 19 0,0 1-9 0,0-3-9 16,-1-2-1-16,1 1 0 0,0-2 2 0,1-1 7 0,-2-1-1 0,1-1 1 15,0 1-19-15,0 0 17 0,-1-3-13 0,1 1 23 0,-2 1-2 16,0 0-11-16,1-2-6 0,2-1 6 0,1-3-5 0,0 1 19 16,0-1-4-16,1-1-3 0,0 0-11 0,-1 0 6 0,1 0-4 15,0 0 16-15,0-3-7 0,2 2-5 0,-1-4-4 0,0 1 2 0,0-2 1 16,1-1 12-16,-1 1-6 0,0 0-6 0,-1-3-8 0,2 0 3 15,-2-2-1-15,-1 2 15 0,0 1-1 0,-1-4-6 0,-1-1-19 16,1 0 15-16,0-1-14 0,0-1 26 0,1 0-3 0,0-5-7 16,0 1-13-16,1-3 17 0,1-1-13 0,1 4 20 0,-1-3-2 0,1 2-8 0,0-1-3 15,0-2 0-15,-2 3-1 0,1-1-3 0,1 5 5 0,-1-2-1 16,0 1-13-16,1-1 18 0,1 2-15 0,-2 0 24 0,1 2-8 16,0 3-9-16,-1 2-8 0,0 2 11 0,0 2-3 0,1 0 22 15,-1 3 0-15,1-2-8 0,-1 1-18 0,2 2 15 0,1 0-15 0,0 1 12 16,1 0 5-16,0 0-5 0,1 1-20 0,2 4 17 0,-2 0-16 15,-5 3 27-15,1 2-1 0,0 3-9 0,-1 2-13 0,8 2 19 16,-1 1-15-16,2 0 21 0,-1-2-3 0,1 1-12 0,1-2-10 16,-1 2 14-16,-1 0-9 0,0-3 12 0,0-2 2 0,0 1-11 0,0 0-9 15,1-1 16-15,-1-1-12 0,-1-3 26 0,0-1-7 0,-1-4-10 16,1 0-12-16,-2-3 13 0,0 0-7 0,0-4 23 0,0 1-4 16,-1-2-8-16,2-1-9 0,2-2 10 0,0-2-8 0,2-2 9 0,-3 2-3 15,0-2-7-15,1 2-3 0,-1-3 10 0,0 1-6 0,-1-4 2 16,-1 3 4-16,0-1-8 0,1-1-6 0,-1-2 15 0,-1-1-12 15,0-1 15-15,1 0-3 0,1 2-7 0,0 1-2 0,-1 0-1 16,1 4 3-16,1-2 6 0,0 2-3 0,1 2 2 0,0 2 1 0,-1 2 1 16,0 1 4-16,-1 1 10 0,-1 1-7 0,-1 2-4 0,1 1-1 15,-1 4 5-15,2 0 1 0,-5 2 19 0,1 3-7 0,-1 0-5 0,2 2-18 16,5 1 14-16,0 1-10 0,-1 0 14 0,0 1-6 0,0 0-15 16,1 4-8-16,1-2 10 0,-2 2-7 0,0-2 14 0,-3-1-3 15,-2 0-7-15,-1-1-6 0,0 2-2 0,0-1-2 0,-2 0-10 16,-1 0-2-16,0-1-3 0,0 1-28 0,0 0 5 0,-1 2-13 0,1 0-43 15,-1-5-28-15,1 1-36 0,0 5-235 0,4 3 252 0</inkml:trace>
  <inkml:trace contextRef="#ctx0" brushRef="#br0" timeOffset="156535.81">20340 14439 297 0,'-2'-5'42'0,"-1"-4"36"16,3 1-47-16,1 2-1 0,3-1-13 0,0-1 1 0,3-1 8 0,0 2 0 0,3-2-14 0,0 0 29 0,2 1-29 0,3 1 14 0,-1-4-10 0,1 1-16 0,1-3-11 0,0-1 18 0,-3 0-8 0,2 0 32 15,-1 0-2-15,0-1-14 0,0-3-25 0,2 1 33 0,0 2-28 16,-1-2 42-16,1 0-6 0,-7-1-13 0,0 2 0 0,1-2 7 15,3 1 0-15,5 1 25 0,2 1-4 0,2-1-6 0,1-1-29 16,0-1 29-16,0-2-27 0,0-1 27 0,1-2-7 0,1 0-13 16,3-4-12-16,1 2 9 0,1-1-6 15,2-1 19-15,1-1-3 0,2-4-9 0,1-1-15 0,0-1 11 0,-5 0-12 0,5 1 10 0,0 2-3 16,4-1-4-16,7-1 3 0,-2-5-6 0,2-1 6 0,1-2 3 0,-2 2-2 16,2 1 2-16,0 0-10 0,-7-1 5 0,3-1-6 0,-2 2 3 15,-2 2 1-15,7 3-2 0,-2-2-13 0,0 2 12 0,-1-1-8 16,0-4 20-16,-4 1-1 0,-1-1-9 0,1-2-3 0,-8-2 5 0,4 1-5 15,0-4 0-15,1 4-1 16,7 2-1-16,2 0-9 0,0 3 6 0,0-2-1 0,2-1 24 0,-2 1 5 0,-1 3-3 0,-4-2-6 16,-1 1 18-1,2 3-17-15,1-1 0 0,5 4 0 0,-2 2-12 0,0 2-10 16,-3 5 9-16,0 0-9 0,-1 2 15 0,-4 4 1 0,-2-1-6 0,-6 0-18 0,-3-1 19 16,1 2-18-16,-2-1 16 0,3 0-4 0,-2 0-12 0,-2 2-9 0,-2-2-9 0,-1 3 4 0,-3 1-27 15,-2 3-7-15,-4 2-8 0,-1 1-69 16,-1 4 19-16,-1 1-33 0,0-1-52 0,1 2 126 0,3-1-28 0</inkml:trace>
  <inkml:trace contextRef="#ctx0" brushRef="#br0" timeOffset="157563.82">22590 15729 256 0,'-14'-8'1'0,"7"6"43"0,1-2 1 0,1 2 15 0,-1 2-32 0,1-2 26 0,1 1-25 0,1-2 30 0,0 2-15 0,2-1-19 0,0 0 11 0,1-2-5 0,0 1 8 0,0 0-6 0,0-2 0 15,1 0-4-15,3 0-14 0,-1 0 22 0,3-1-20 0,-1 0 15 16,2 0-6-16,0-1-12 0,3 1-16 0,0-1 16 0,-5 0-12 0,1 0 38 16,0-2-8-16,2 2-10 0,6-2-18 0,3 1 16 15,2-1-14-15,1 1 20 0,-1 2-7 0,3-2-6 0,-3-1-16 0,0 0 10 16,1 0-7-16,-1 0 23 0,0-1 0 0,0 0-8 0,4 0-15 15,-2-2 19-15,2-1-19 0,-1 1 21 0,1-2-3 0,0-1-1 0,3-1-12 16,1-3 16-16,0-1-10 0,-1 0 23 0,-5 3-7 0,0-2-16 16,4 0-16-16,1-2 20 0,5-2-17 0,0 0 23 0,-4 0-7 15,2 0-11-15,0-2-6 0,2 0 0 0,3 2 2 0,-2-2 12 0,0 2 0 16,0 0-1-16,0-3-23 0,3 0 20 0,-6-3-19 0,2-1 26 16,-3-2-3-16,1 0-5 0,7-1-8 0,-1-3 2 0,-2 2-2 15,3-3 5-15,-1 3 7 0,3 1-6 0,1 2 5 0,2-1 13 16,2 3-12-16,-2 1 12 0,-5 0-3 0,2-3-5 0,2-4-16 0,0-2 18 15,7 1-15-15,-2-1 30 0,-1 3-3 0,0-2-15 16,3-1-7-16,-1 2 12 0,0 0-14 0,0 3 10 0,-8 2-4 0,4-1-4 0,-1-2-12 16,2-4 16-16,2-3-11 0,-1-2 14 0,-3 2 0 0,1 2-15 15,-1-2-10-15,0 0 20 0,-3 1-16 0,-1 1 21 0,-9 4-5 16,2 2-9-16,2 0-3 0,1 2 4 0,2 1 0 0,-3-1-1 16,-5 1 3-16,-2 1-4 0,1-2-9 15,-2 7 17-15,-3 2-14 0,-2 0 15 0,-2 3-1 0,0 0-6 0,-1 2-25 0,-3 2 19 16,-1 2-18-16,-1 1 16 0,-4 3-2 0,1 3-16 15,-3 0-38-15,-1 2 17 0,1 0-26 0,-2 2-20 0,2 1-9 16,0 0-23-16,5 1-39 0,2 3-51 0,2 1 11 0,3 4 22 16</inkml:trace>
  <inkml:trace contextRef="#ctx0" brushRef="#br0" timeOffset="187589.11">27914 12252 256 0,'3'-4'0'0,"0"-1"25"0,-1 3 9 0,1-2 15 0,1 0-20 0,0 0 19 0,2 0-20 0,0 0 28 0,2-1-11 0,1 1-6 0,0-1-17 16,1 1-8-16,2-1 4 0,0 1-3 0,0 1-3 0,1 0 1 0,0 0-34 16,1 2 27-16,-3-1-23 0,-3-1 41 0,-2 0-9 15,3 2-15-15,3-1-6 0,7-1 11 0,2 1-4 0,2-1 29 0,1-1-1 16,0 2-9-16,-2-1-17 0,3-1 16 0,0 2-16 0,0-2 12 16,1 1-3-16,-1-1-7 0,2 3-15 0,0-1 14 0,0-1-9 15,0 0 26-15,1 2-3 0,-2-1-11 0,1-1-13 0,-8 0 14 0,-1 2-13 16,0 0 12-16,1-2-5 0,3 1-8 0,1 0 7 0,-4 0-4 15,-2 1 8-15,-3-1-4 0,-3 1 5 0,-2 0 0 0,0 1-27 16,-2 0 30-16,-1 0-27 0,-2 0 34 0,-1 1-5 0,-1 0-11 0,-1-1-7 16,-1 2 6-16,0-2-1 0,-1 0 35 0,0 0-5 0,-3 0-1 15,0 1-26-15,-4 0 16 0,-2 0-17 0,-3 1 4 0,-2 0 2 16,-2 1-6-16,-4-1-14 0,-5-2 14 0,0 3-10 0,-2-2 28 16,2 1-4-16,5-1-10 0,-4-1-21 0,-1 1 24 0,-2-1-21 15,-6 1 31-15,4-1-4 0,0 0-11 0,-2 2 8 0,0 0-8 0,-1 1 7 16,-1-1-6-16,4 1 4 0,-1-1 1 0,-2 2-12 0,4-1 20 15,3-1-17-15,4 1 30 0,9 0-8 0,2-2-11 0,1 1-21 16,2 1 19-16,-5 0-13 0,0-2 30 0,3 0-3 0,3 2-15 16,2-2-27-16,1 0 28 0,2 0-26 0,0-1 31 0,1 0-3 15,1 0-12-15,0 0-15 0,0 0 17 0,0 0-12 0,0 0 27 0,2 0-2 16,1 0-13-16,3 0 1 0,3 0 7 0,5 0-7 16,2 0 3-16,2-1 0 0,4-3 2 0,-3 1 4 0,5-3-2 0,6 1 4 15,3-2 0-15,8 0-1 0,-1 0-3 0,3-1-12 0,0 1 17 0,0 0-16 16,1 2 12-16,0 0-1 0,-2-1-7 0,-4 3-2 15,-1-3 3-15,0 1-2 0,-1 0 17 0,3 0-5 0,-4 0-6 0,-1 1 49 16,-3 0-57-16,-2 0 42 0,-1 3-83 0,-3 0 12 0,-4 0 31 16,2 1-5-16,-4 0 4 0,-3 1-1 0,-3-1 14 0,-2 2-2 15,-2-2-3-15,-2 2-14 0,-3 0 12 0,0 0-11 0,-3-1 15 16,-1 0 5-16,0 0-3 0,0 1 4 0,-3 0 12 0,-3 1-8 16,-3 1 14-16,-2-2-5 0,-4 2-13 0,-2-1-24 0,-2 0 23 15,-1 0-21-15,-2 0 22 0,-1-1-3 0,0 2-9 0,-4-1-9 0,0-1 10 0,-1 1-7 16,-2-1 14-16,2-1 1 0,-3 1-11 0,-3-1-2 0,3 0 6 15,0-1-7-15,10 0 2 0,1 2-1 0,-1-2-3 16,1 0 5-16,-3 0-4 0,1 0 5 0,5 0-5 0,2 0 3 0,1 1 0 0,3 0-19 16,2-1 1-16,1 1-11 0,3 1-38 0,1-1-17 15,1 2-18-15,1 0-55 0,0 0-18 0,2 1-6 0,0 1 48 16</inkml:trace>
  <inkml:trace contextRef="#ctx0" brushRef="#br0" timeOffset="195106.54">22382 15762 216 0,'-12'-2'35'0,"-1"1"-35"0,1-1-3 0,0 1 34 0,4 1 12 0,0 0-3 0,2 1-12 0,0 1-7 0,0-1-14 0,1 0-14 0,0 2 7 0,2-2-5 15,1 2 19-15,-1-3-3 0,2 1-9 0,0 1-22 0,1 0 25 16,0-1-22-16,-1 0 26 0,1 1-6 0,0 0-10 16,-1 2-9-16,0 0 11 0,0 1-3 0,-2 1 24 0,1-1 1 0,0 3-16 0,-3 0-1 15,1-2 8-15,-2 1-11 0,0 2 3 16,-1-2-2-16,0 3 2 0,-1 3-8 0,-2 0 5 0,0-1-2 0,-2-1 15 16,-3-1-3-16,2 1-8 0,-2-1 1 0,1 0 4 0,0 0-2 15,5-1-3-15,0-1 0 0,-2 0 0 0,-3-1-9 0,-6 1 6 16,1 0-4-16,-4-1 25 0,4 1-6 0,-1-2-4 0,-2 2-25 0,-1 0 20 0,0 0-16 15,-1 0 30-15,0 1-8 0,2 2-11 0,-3-1-6 0,-1 3 6 0,1 0-1 16,-3 1 16-16,-2-2-2 0,0 1-9 16,-1 3-2-16,-1-2 7 0,5 1-7 0,-2 3 4 0,0 1-4 0,1 0-1 0,-7 2-18 15,1-3 16-15,2-2-8 0,-2 1 33 0,1-2-4 0,0 5-14 0,-3 0 5 16,-2-1 5-16,-2-2-3 16,1 0 9-16,5-2-3 0,1-1-1 0,-3 0 5 0,0 0 2 0,-6 0 2 0,4-1 4 0,2 1-6 15,2 2-8-15,0 0-6 0,-2 0 13 16,0 0-10-16,-2-2 8 0,2 0-8 0,2 0-7 0,4 1-11 15,0 1 8-15,-1 1-3 0,0-1 18 0,-3 1-3 0,0 0-10 16,0-1-24-16,3 4 24 0,0-5-19 0,0 0 38 0,3 1-6 0,-1 0-11 0,-2 3-1 0,-2-1-1 0,0 0 2 16,2-1 6-16,6-3-5 0,-1 1-3 0,2 0-18 0,-3-3 24 15,-5 0-18-15,3 1 31 0,2-1-12 16,3 0-12-16,-1-1 8 0,1 2-7 0,2-1 11 16,-1 1-5-16,4-1 4 0,0-3-4 0,1 3-3 0,1-3 11 0,2 0-12 15,-2-1 3-15,0-2-4 0,0 0-4 0,1 1-2 0,2 0 1 0,0 0 2 0,3-1 13 0,1-1 1 16,1-2-2-16,4 1-15 0,2 0 9 0,-1-2-11 0,1 2 8 15,-4-1 0-15,0-1 0 0,0 1-20 0,0-1 14 0,2-1-11 0,-1 3 25 16,3-1 0-16,-1-1-9 0,3 1-26 0,0 0 18 0,1-2-21 16,-1 1 0-16,1 0-1 0,0-1-11 0,2 2-16 0,0-2 3 15,4 0-6-15,1-1-9 0,3 0-5 0,3 0-13 0</inkml:trace>
  <inkml:trace contextRef="#ctx0" brushRef="#br0" timeOffset="196030.81">19571 15770 201 0,'-5'0'12'0,"1"3"-3"0,0 1 8 0,2-2-7 0,0 3 11 0,-1-1-6 0,0 2-8 0,1 0-30 0,1-1 31 0,-2 1-25 0,3-1 38 0,-1 0-5 0,0-3-16 0,1 1-4 15,-1 3 1-15,1 0-1 0,0 4 7 0,0 0 3 16,0 2-1-16,-1 3-11 0,-1-1 8 0,-1 2-9 0,0 0 16 16,0 2 2-16,-1 2 0 0,2 0-11 0,-1 3 22 0,1 0-14 15,-1 3 34-15,1 1-2 0,2 2-15 0,-1 1-10 0,1 0 14 0,0-2-15 16,0 2 4-16,0-1-12 0,1-3-6 0,1 1 1 0,1 0-7 0,-1 0 10 15,1 2 1-15,-1 0 1 0,2 0-1 0,-2-2-16 0,-1-2 19 16,1-1-17-16,-2 3 17 0,1 0-4 16,2 0-10-16,-1 4-11 0,1 2 15 0,1 4-9 0,0 2 26 0,0-4-2 0,0 3-12 0,-1-3-17 15,1 0 25-15,-1 1-22 0,1-3 25 16,-1-2-2-16,0 2-10 0,1 2-5 0,0 1 0 0,-2-1-1 0,2-1 6 16,-2-2 2-16,1 1-1 0,1-1-19 0,-2-3 17 0,0 1-20 0,0-3 5 0,1-3-1 15,-1 2-3-15,0-1-8 0,-1-3-10 0,0 0 6 0,1-2-6 16,-2 0-1-16,1-1-2 0,0 1-48 0,0-1 35 0,-1 1-29 15</inkml:trace>
  <inkml:trace contextRef="#ctx0" brushRef="#br0" timeOffset="198471.17">19585 17204 1 0,'-2'-4'0'0,"-1"0"0"0,-1 0 1 0,3 2 2 16,-2-1 5-16,-1 0 9 0,1 0-1 0,0-1-6 0,0 2 26 0,0-1-22 0,1 0 30 16,-2 1-9-16,1 1-8 0,-2-1 0 0,1 1 4 0,-2 1 2 0,0-1 26 0,0 1-9 0,0 0-3 0,1 0-41 0,0 1 30 15,1 0-25-15,-1 1 44 0,2 0-17 0,-2 1-15 0,3-1-3 0,-1 1-9 16,1 1 10-16,0 0-10 0,1-2-2 0,1 3-5 0,0-2-8 31,0 1 10-31,0-1-10 0,3 0 4 0,-2 1 1 0,1-2-3 0,0 0-12 16,0-1 11-16,2 0-6 0,-1 1 33 0,1-2-2 0,-2 0-7 15,1-2-26-15,1 1 28 0,-2-2-23 0,1 2 35 0,2-3-7 16,-1 0-11-16,1-2-5 0,-1-2 2 0,1 1 2 0,-1-1 9 16,1-1-1-16,-2 0-9 0,0 0-22 0,1-1 27 0,-2 2-24 0,1 1 32 15,1-2-6-15,-1 2-15 0,0-1 4 0,0 1 0 0,-1-2 1 16,0 0-2-16,-1 0 3 0,-1 0-4 0,0 1-2 0,-1-1 10 15,-1 2-9-15,1 0 12 0,-1 1-6 0,-2-1-2 0,2 5-3 16,-1-2 11-16,-1 3-3 0,2-1 24 0,0 2-7 0,1 0-14 0,-3 0-20 16,2 2 20-16,-3 0-19 0,1 3 18 0,-1 1-2 15,0 0-9-15,-1 3-14 0,1 4 11 0,-1 0-10 0,0 1 25 0,2 0-3 16,1 0-10-16,0-1-7 0,2-1 11 0,0-1-9 0,1-1 10 16,1-1-1-16,1-3-3 0,2-1-11 0,-1-1 9 0,3-1-6 0,-1-1 18 15,3 0-2-15,0-2-7 0,0 0-20 0,0 0 21 0,1 0-17 16,0-3 29-16,1-1-4 0,1 0-10 0,0-2-8 15,1 0 2-15,-1-1 0 0,-7-1 18 0,0 1-1 0,0 0-6 0,1 1-16 16,4-2 16-16,0-1-15 0,0 2 19 0,0-4-4 0,0 2-6 0,0 0-5 16,-3 1 0-16,2-1 0 0,-1 2 8 0,-3 3 2 0,0 0-2 0,-2 2-7 15,-1 1 10-15,-1-1-9 0,0 1 20 0,0 1 4 0,-2-1 4 16,-1 1-20-16,-2 0 10 0,-1 0-11 0,1 1 25 0,-3 2-8 16,1-3-11-16,-1 3-18 0,0 3 16 0,1-3-13 0,-1 3 20 15,1-1-9-15,1 1-12 0,0 0 4 0,-1 0-3 16,2-3 7-16,1 4 6 0,1-5-2 0,-1 2-1 0,4 0-11 0,2-1 8 0,2-1-8 15,-1 1 8-15,-3-2-1 0,0 2-3 0,-1-3-4 16,1 1 3-16,0 0-1 0,0 2 4 0,0-2 2 0,0 2-3 0,0-2-19 16,1 3 22-16,0-2-19 0,2 0 22 0,-6 1-3 15,2 1-8-15,-1-1-46 0,1-1 4 0,4 1-16 0,3-2-27 0,2-1-18 16,2 0-23-16,3-4-142 0,6 0 169 0</inkml:trace>
  <inkml:trace contextRef="#ctx0" brushRef="#br0" timeOffset="199573.61">19197 16141 311 0,'-6'-7'78'0,"0"2"-53"0,2-1 22 0,-1 3 0 0,2 1 12 0,2 0-11 0,0 2-8 0,0-1-7 0,1 1-21 0,-1 0-10 0,-1 0 9 0,2 0-10 16,0 0 3-16,0 0-5 15,0 1-5-15,-1 1-2 0,1 1 4 0,0-1 1 0,-1 1 14 0,0 1-1 0,0-2-8 0,-1 4-22 0,1-1 31 16,-2 1-25-16,1-1 43 0,1 2-8 0,-2 0-16 0,-1 1 5 16,1 0-1-16,-2 1 3 0,1 1 3 0,-2 0 1 0,2 2-2 0,3 0-17 15,-3 4 15-15,1 0-17 0,-2 2 13 0,-6-2-2 16,-1-2-6-16,-1 2-15 0,0 0 16 0,0 3-9 0,-1-1 34 15,1-3-6-15,-1-1-14 0,-1 0-13 0,3 1 18 0,-1-1-14 0,0-2 21 16,2-3-1-16,0 2-8 16,0-2-6-16,2-2 0 0,2 0 1 0,1-2 13 15,2 0-1-15,2-3-3 0,-1 0-14 0,3-1 14 0,-1 0-14 16,1-1 11-16,0 0-1 0,0 0-2 0,2-1-15 0,2 0 11 16,0-2-6-16,2-1 31 0,2 1-6 0,1-3-12 0,1 0-15 15,1 0 18-15,0-1-15 0,2 1 12 0,-2-1-6 0,1 4-13 0,1-3 3 16,0 1 1-16,-1 1 4 0,1 1 9 0,-3 0-2 0,-1 1-5 0,0 0 2 15,0 1 1-15,-1 1-1 0,0 0-4 0,-3 0-3 16,1 0 0-16,-2 1-3 0,1 1 7 0,-2-2-2 0,0 2 12 16,1 2 0-16,-3 0-8 0,1 2-17 0,-1 1 24 0,0-1-20 0,-1 2 21 15,0 1-4-15,0 0-11 0,0 1-3 0,-2 1 6 0,0 2-1 16,0 1 15-16,-2 2 1 0,0-2-9 0,-1 0-10 0,1 0 14 16,-1-3-14-16,0 0 10 0,3-2-4 0,-2-2-3 0,1 1-3 15,-1-3 4-15,1 1 1 0,1-3 19 0,1 1-6 0,-2-3-9 0,3 0-7 16,0-1 11-16,0 0-10 0,0 0 5 0,0 0 1 0,0 0-3 15,0 0-8-15,0 0 6 0,0 0-3 0,0 0 10 0,0 0 3 16,0 4-8-16,2-1-19 0,0 2 29 0,-2 3-25 0,0 2 27 0,0 1-5 16,-1 3-13-16,-3 4 11 0,0 2-5 0,0-1 7 15,-1 0-2-15,-1 0-2 0,2 2 1 0,-2 0-10 0,-1 2 6 0,2-3-6 16,-1-4 8-16,1 0 0 0,1-2-2 0,2-1-7 0,0-1 7 16,2 0-3-16,0-1 20 0,0 0-2 0,1-1-9 0,2 1-21 15,2 1 22-15,-1-1-19 0,1 1 28 0,0-2-7 0,1-1-9 0,1-1-17 16,-1 0 12-16,3-2-9 0,0-1 19 0,3 0-5 0,-1-1-13 0,1 0-7 15,2-2 9-15,-4 0-11 0,1 0-5 0,1-2-5 0,3 0-7 16,10-1-19-16,2-2-6 0,0-2 2 0,2-4-28 0,-2-1-18 16,3-4-21-16</inkml:trace>
  <inkml:trace contextRef="#ctx0" brushRef="#br0" timeOffset="200439.38">18238 17393 297 0,'-27'-1'-4'0,"12"0"19"0,3 0 3 0,0 1 2 0,2-2-21 0,1 2 34 0,2-1-28 16,-2 0 41-16,1 0-3 0,4-1-17 0,1 0-12 0,0-2 13 0,-1 0-10 0,-5-1 22 0,1-2-4 0,-2 0-11 0,1-2-3 15,0-1 17-15,0-1-16 0,0 0 3 0,-1 1-2 0,0-1-5 0,0 2-4 0,0-1 5 16,-1 0-2-16,-1-3 31 0,0-1-8 0,0-3-2 0,-2-1-38 15,3 4 19-15,0 0-21 0,0-1 24 0,-1 1-4 0,0-2-7 0,0-1 8 16,-1-3-8-16,1-1 8 0,0-1-6 0,3 1 0 16,2 2-2-16,-1 0-11 0,1-2 21 0,1 2-19 0,0-1 13 15,3 2-4-15,-1 0-11 0,3 0-4 0,1 1 4 0,0 1-1 0,1-1 14 16,1 0-3-16,2 3-5 0,-1-2-6 0,3-4 5 0,-1 1-4 0,2-4 6 16,1 0 0-16,0 1 1 0,2 2-10 0,1 1 11 0,0 0-8 15,2-1 17-15,-2 4-1 0,0-1-11 0,2 2-9 0,-1 2 12 16,-1 1-11-16,0 3 9 0,1 0-3 0,-1 2-5 0,0-1-14 0,0 0 16 15,-1 3-9-15,1 1 23 0,-1-1-1 0,-1 3-12 16,0 0-17-16,0 2 19 0,-3 2-19 16,1 2 21-16,0-1-5 0,-2 3-5 0,2 0 5 0,-2 3-6 15,-2 2 9-15,-2 4 3 0,0 0 2 0,-1 4-5 0,-2 2-13 16,-1 2 23-16,-3 0-21 0,0-2 15 0,1 0-2 0,-1-1-8 0,1 0 5 0,-1-2-2 16,1-2 4-16,1-2 2 0,-1 0 4 0,3-3 1 0,0-2-19 0,1-4 22 0,1-2-20 0,0 0 26 15,1-2-5-15,1 1-10 0,0-1-11 0,2-1 5 0,0 0-4 16,2 0 11-16,0-1 3 0,1-2-3 0,2 0-8 15,3 2 11-15,-2-1-12 0,2-2 6 0,-3 3-1 0,0 1-4 0,-6 0-11 0,0 0 14 16,-1 0-7-16,-2 0 21 16,6 2-2-16,-3 2-12 0,0 0-5 0,1 1 6 0,-3-1-7 15,1 1 8-15,-1-3-2 0,0 5-2 0,-1-1-13 16,-1 6 15-16,-1-1-7 0,0-1 25 0,-2 2-1 0,0 0-12 0,0-3-2 0,0 1 6 0,1-1-9 0,-2-2-1 0,1 1 0 16,4-2 0-16,0 1-11 0,0-2 11 0,0 0-7 0,-4-1 22 15,0 0-3 1,1 0-8-16,0-1-25 0,0 0 25 0,-1 0-22 0,1-2 20 0,0 1-11 0,0 0-21 0,0 0-55 0,1 0 7 15,1-1-18-15,-3 0-21 0,4 0 3 16,-1-1-16-16,1 0-88 0,1 0 140 16</inkml:trace>
  <inkml:trace contextRef="#ctx0" brushRef="#br0" timeOffset="200770.28">18324 16822 629 0,'-9'3'115'0,"0"0"-70"0,4 3-47 0,0 2 4 0,3-1 15 0,2 4-4 0,0-2-3 0,1 1-29 0,1-1 27 0,2-2-24 16,0 0 29-16,0-2 0 0,3-1-10 0,-1 0-8 0,1 0 4 0,-1-4-5 0,-1 1 15 15,0-1 3-15,0 0 1 0,-1-1-6 0,1-1 22 0,-1 0-14 0,1-3 39 16,-1 1-10-16,0-1-10 0,0-1-6 0,1-1-4 0,-2-1 3 16,3-2-5-16,-2-2-1 0,2 0-4 0,-2 0-13 0,1-1 14 15,-2 0-15-15,1 4 7 0,-2 0-6 0,-1 2-5 0,0-2 1 16,-2-3 1-16,-1 1 3 0,-2 1 1 0,0 1 3 0,-2 2-3 0,-1 0-15 16,2-1 17-16,-1 3-18 0,1 0 8 0,1 3 17 0,0 0-1 15,0 2-126-15,0 2 25 0,1 2-61 0,-2 3-22 0,2 2-52 16,2 5-41-16</inkml:trace>
  <inkml:trace contextRef="#ctx0" brushRef="#br0" timeOffset="206350.79">23508 14955 175 0,'-3'0'-23'0,"0"-3"-60"0,0 2 91 0,0 1 30 0,2-1-4 0,-1-1 10 0,1 2-13 0,0 0-9 0,1-1-4 0,-1 1 3 0,1 0 1 0,0 0 4 0,0 0-2 0,0 0-8 0,0 0-22 15,0 0 28-15,0 0-22 0,1 0 30 0,0-1-4 16,1-2-15-16,-1 2-9 0,1-2 16 0,0 2-10 16,0 0 30-16,-1-1-4 0,1 2-13 0,-1-1-12 0,0 0 13 0,1 0-13 0,0 1 10 15,-1-2-4-15,1 2-5 0,0-1-16 0,0 0 3 0,1 1-4 16,-1-2 15-16,0 2 1 0,2 0-5 0,-1 0-9 0,2 0 13 15,0 0-12-15,1 0 11 0,2 0-4 0,0 0-6 0,1 0-3 0,0 0 7 16,0 0 0-16,1 0 18 0,0 0-2 0,-4 0-7 0,1-1-29 16,2 1 31-16,1 0-28 0,6 0 34 0,1 0 0 15,1 0-14-15,-1 0-13 0,1 0 11 16,-4 0-9-16,1 1 22 0,-3-1-1 0,-1 2-7 0,1-1-19 0,-2 3 30 16,0-2-24-16,0 1 34 0,-2 1-10 0,1-2-17 0,-1 2-3 15,0 0 7-15,-2-1-4 0,2 0 13 0,-2 1 2 0,1-2-10 0,-1 1-12 0,1 0 16 0,0 0-17 0,-1-2 14 16,0 0-5-16,0 0-6 0,-2 1-3 0,1-2 7 0,-1 1-1 15,1-1 19-15,-2 1-3 0,0-1-11 0,1 0-24 0,-2 0 31 16,1 0-25-16,-2-1 36 0,2 0-7 0,-2-1-16 0,1 1 6 16,-1 0 5-16,0 0 3 15,0-5 9-15,1 3 0 0,-2-1-7 0,0-1-15 0,0 1 18 16,0-3-18-16,0 2 13 0,-2 0-6 0,2-1-9 0,-1-1-7 16,-1 0 12-16,1-1-4 0,0 0 27 0,0-1-7 0,0 0-12 0,-1 0-3 0,1 0 5 0,0-1-4 0,0 3 1 0,1-2-2 15,0 0-2 1,0 0-10-16,-1-4 9 0,1-1-5 0,0 1 13 0,0-1-1 0,0 0-9 0,0-2-13 0,1 0 20 0,0 0-15 15,0 0 23 1,0 0-5-16,2 0-8 0,-1-2-17 0,0 1 12 0,2 2-9 0,-1-1 21 0,0 6 1 0,2 0-9 0,0 1-16 16,2 0 7-16,0 1-15 15,0 2-14-15,-1 1-11 0,0 0-9 0,2 1-38 0,0-1 19 16,1 1-18-16,1 0-7 0,-1 2-5 0,1-1-28 0</inkml:trace>
  <inkml:trace contextRef="#ctx0" brushRef="#br0" timeOffset="211389.11">21127 13548 606 0,'-6'-3'138'0,"2"1"-41"0,0 0-27 0,2 1-27 0,1 1 6 0,1 0-11 0,0 0-16 0,0 0-39 0,0 1 28 0,1 1-27 0,1 0 35 0,1 1-8 0,0 0-14 0,3 1 5 16,-2 0-5-16,1 0 6 0,-1-1-1 0,2 0 9 0,-1 1 2 0,2 0-22 15,-1 0 40-15,0 0-33 0,0 1 58 0,1-3-9 0,0 4-11 16,0-3-9-16,2 4 2 0,2-2 0 0,-2 1 9 0,1 1-5 16,1 0-5-16,0 2-12 0,1 2 13 0,1-1-11 0,0 0 9 15,0-1-7-15,1-3-6 0,2 1 2 0,1-1-6 16,1-1 8-16,0 2-1 0,0-1-2 0,0-1-1 0,1 0-23 16,0 1 21-16,0-5-16 0,1 0 40 0,1-2-6 0,2-2-9 0,-2-1-29 0,1 2 12 15,-8-2-12-15,-1 0 17 0,-3 0 2 0,0 1-8 0,4-4-12 0,0 3 15 16,-1-2-14-16,-1 1 15 0,-2-2-2 0,-4-2-5 0,0 0-19 15,-2-1 19-15,-1 0-11 0,-2-2 32 0,0 1-3 0,-1-1-11 16,0 0-13-16,-2-1 17 0,-1-1-12 16,-1-2 27-16,0 0-12 0,-2-2-12 0,0-1 4 0,1-3 0 0,0 1 6 15,3 1-4-15,1 1-2 0,1 6-7 0,0-3-10 16,1 5 10-16,0-3-9 0,0 1 14 0,1 0-11 0,1 2-10 0,-2 0-37 16,1 1-4-16,0 0-3 0,1 0-22 0,-1 0-9 0,0 1-13 0,3-2-85 0,-2 0-13 15,2-1-29-15,4-3 46 0</inkml:trace>
  <inkml:trace contextRef="#ctx0" brushRef="#br0" timeOffset="211865.41">21635 13909 904 0,'-24'6'-11'0,"12"-2"23"0,5 2-3 0,1 6-6 0,-1 1-19 0,1 2 24 0,-4-1-21 0,1 1 30 0,2 1-10 0,0-1-12 0,3 1 4 0,0 1-2 0,2-1 6 0,1 2 0 0,1 0 1 0,0 1-4 15,1 3-18 1,0-1 24-16,1 1-19 0,2 1 19 0,-1 2-24 0,3 1-22 0,-1 4-88 0,2 1-28 0,1-5-10 16</inkml:trace>
  <inkml:trace contextRef="#ctx0" brushRef="#br0" timeOffset="212872.38">23802 15194 593 0,'-2'-4'130'0,"-1"-1"-95"16,2 3-25-16,-1 0-29 0,2 1 20 0,-1 1-1 0,1 0-13 0,0 0-20 0,0 1 24 0,0 2-21 0,0 1 33 0,0-1-1 0,0 5-3 0,0-1-3 0,-1 2 13 0,0 1-4 0,-1 3 32 0,0-1-4 0,1 4-8 16,0 2 2-16,1 2 15 15,-1 1-11-15,1-2 13 0,0 1-9 0,0 0-9 0,1 3-28 0,1 1 10 16,0 1-9-16,1-1 16 0,-1-3-7 0,0 0-12 0,0 1-55 0,2 1-10 16,-1-2-15-16,1 1-67 0,0-3-14 0,1-1-11 0</inkml:trace>
  <inkml:trace contextRef="#ctx0" brushRef="#br0" timeOffset="214634.81">22163 13925 414 0,'-4'0'-49'0,"2"2"80"0,-1-1-10 0,0 0-19 0,1 0-16 0,0 1 28 0,-2-1-20 0,2-1 43 0,0 0-4 0,-2 1-12 0,2-1-7 0,0 0 19 0,1 0-12 0,0 0 29 16,-2 0 4-1,1-1-8-15,1-2-14 0,-1 3 23 0,-1-2-26 0,2-1 8 0,0 1-11 0,0-1-16 0,0-1 7 16,0 1-9-16,0-1 10 0,0-1-4 0,1 1 5 0,-1 0 2 0,-1-1-13 0,0 0 17 16,0-2-18-1,0 3 20-15,-3 1-5 0,5-3-1 0,0-1-1 0,0-4 2 0,-1 1 1 0,-5-3 11 0,1 1-2 0,-1 1-2 0,-1-3-15 16,2 2 14-16,-2-1-14 0,0 0 11 0,3 1-6 0,-2 0-11 16,3 0-4-1,0 2-3-15,0 0 4 0,2-1 5 0,0-1 0 0,0-1-2 0,0-1-22 16,1 0 27-16,-1 1-22 0,1-1 32 0,0 2-7 0,1-2-16 0,0 0 5 0,0-1-6 0,0-1 7 0,-1 0 0 15,1 0 0-15,0-2 1 0,1-1-8 16,-1-1 10-16,0-1-9 0,0 3 8 0,0 0-2 0,2 0-4 0,1-1-12 0,1-3 11 16,2 5-8-16,0-3 22 0,1 2-2 0,0 2-7 0,1-1-23 0,-2 0 23 31,2 3-21-31,-5-2 28 0,-1 3-6 0,0-1-10 0,1 1 11 16,5 2-5-16,1 2 8 0,-1 2-11 0,1 1 2 0,-1 3-2 0,-2 1-17 15,0 0 23-15,-2 2-19 0,-2 0 25 0,0 3-6 0,0-1-13 16,-3 5-7-16,-1 1 12 0,-2 2-5 0,-4 3 31 0,-2 3-11 15,0 2-6-15,-1 1-7 0,-1 1-1 0,-1 1 1 0,1 1 1 16,1-1 5-16,0-3 1 0,4 1-13 0,2-1 6 0,0 0-9 16,3-4 11-16,-4-4 1 0,1-4 0 0,2-2-15 0,1-3 14 0,1 2-11 15,1 2 21-15,1-1-1 0,1-2-4 0,-1 2-9 0,2-2 1 16,0 0-4-16,1-1 13 0,1 2-2 0,-4-2-1 0,2-1-7 16,-1 2 9-16,1-2-6 0,6 0 15 0,2 0-11 0,-1 0-8 0,1 1-9 15,1 0 13-15,-1 2-5 0,-2-2 17 0,-1 2-1 0,-2-1-13 16,-2 2-5-16,-1-2 7 0,0 4-5 0,0-3 9 0,-2 3 2 15,0-3 2-15,-1 3 8 0,-1-1-7 0,0 0 8 0,0 0 8 16,-2 1-10-16,0 1 2 0,-2-1-25 0,1 1 11 0,-1 1-7 0,-1-2 19 16,-2 0-2-16,-1-1-13 0,1 0-10 0,-3 2 11 0,2-4-8 15,0 3 19-15,0-4-4 0,1 2-7 0,2-3-16 0,-1 1 14 16,0 0-11-16,2-1 23 0,-1 2-17 0,1-2-15 0,-1 1-53 16,1-1-9-16,-1 0-5 0,2 3-51 0,-1-2 1 0,0 1-14 0,1 2-25 15,4 0-19-15,1 0-4 0,-1 3 53 0</inkml:trace>
  <inkml:trace contextRef="#ctx0" brushRef="#br0" timeOffset="-214423.15">22497 13330 436 0,'-14'3'70'0,"23"43"179"31,-7-48-10-31,13 46-239 0,-9-33 9 16,1-3 3-16,-1 5 0 0,1-2-22 0,2 4 16 0,0-1-16 15,0 0 12-15,0-2-11 0,0 4-9 0,-1-1-59 0,-5 1-14 16,1-2-11-16,-1 1-126 0,1 0 140 0,8 6-29 0</inkml:trace>
  <inkml:trace contextRef="#ctx0" brushRef="#br0" timeOffset="-213143.62">24431 15227 216 0,'-8'-4'83'0,"1"1"-46"0,1 0 32 0,2-3-64 0,1 1 18 0,0-1-33 0,1 0 37 0,0 1 4 0,1-1-11 0,0-3 2 0,-1 0 21 0,2 0-17 0,-1-2 27 0,1 2-6 0,0-1-2 16,-1-1-28-16,0-1 4 0,1 1-8 0,-1 0 6 0,0 0 0 16,0-1-6-16,0 1-3 0,-2 1 19 0,1-3-12 0,0 0 33 15,0 1-6-15,-1 0-7 0,0-2-18 0,0-1 22 0,-3-1-15 16,0-1 32-16,2 1-7 0,-2-2-16 0,1-2-22 0,-2 5 18 16,1 1-19-16,1-1 23 0,-1-2-7 0,0-1-6 0,2-2-8 0,-1 2 3 15,1-2-2-15,1 2 2 0,0 3 0 0,0 1-7 0,1 1-17 16,1 0 24-16,-2 3-21 0,2 0 33 0,1 0-3 15,0-1-6-15,0 3-10 0,0 0 2 0,1 0-3 0,2 0 2 0,-1 0 3 0,0 1-3 16,2 1-10-16,-1-2 14 0,1 0-14 0,2-1 14 0,1 3-6 16,-1-2-7-16,2 2 5 0,1 0 2 0,1-2-1 0,2 3-8 0,-2 0 2 15,0-2-1-15,1 3-16 0,0 2 23 0,-1-1-19 0,1 3 28 16,-2 1-7-16,-1 2-15 0,0 1-14 0,-1 2 16 0,-1 1-11 16,-2-1 34-16,0 2-4 0,-1 1-10 0,-2 2-19 0,0 1 16 15,-2-1-13-15,-2 1 21 0,-1-1-2 0,0 3-8 0,-2-1-9 0,-1 1 8 16,1-1-7-16,-3 1 21 0,0-4-3 0,0 1-4 0,0-1-18 15,0-2 17-15,0-1-14 0,0 0 25 0,2-2-2 16,0 0-5-16,2-3-2 0,0 1 13 0,3 0-7 0,1-3 18 0,1 0-6 0,0 0-14 16,1 0-15-16,2-3 14 0,2 0-13 0,2 0 22 15,0-1-8-15,1 1-8 0,1-1-14 0,1 1 12 0,2 0-6 0,0-1 19 16,0 2-2-16,2-1-13 0,0 0 0 0,1 2 3 0,0 0-4 16,-2 0 2-16,-1 1 1 0,0 1 1 0,-1 0 0 0,-3 0-2 15,-1 2 1-15,-2 0-3 0,-2-2 1 0,0 1-1 0,-2 2 2 16,-1-1 5-16,0 2-4 0,-2 0 0 0,-3 1 5 0,2 3 0 0,-4 0-12 15,-2 0 11-15,0 2-12 0,-1 1 14 0,0 0 1 0,1-2-6 0,-2 0-19 16,-1 2 24-16,3-1-20 0,0 1 27 0,2-3-7 0,1-1-12 16,1-1-10-16,1-3 14 0,2-3-8 0,-1 2 6 0,2 0-10 15,1 2-22-15,0 1-56 0,0 0 6 0,1 0-24 0,2 0-60 16,-1-3-33-16,0-1-36 0,0 1-47 0,2-2 140 16</inkml:trace>
  <inkml:trace contextRef="#ctx0" brushRef="#br0" timeOffset="-212932.76">24800 14660 1881 0,'-20'8'-77'0,"10"-6"125"0,2 2-30 0,2 4-34 0,2 0-23 0,2 2 11 0,2 3-4 0,0-1 34 0,2 3-3 0,1 1-8 0,2 3-3 0,1 3-12 16,0-1 4-16,1 0-59 0,-2 0-5 0,2-2-14 0,0 4-51 0,1 1-34 16,0 3-12-16,-1 0 5 0</inkml:trace>
  <inkml:trace contextRef="#ctx0" brushRef="#br0" timeOffset="-197716.71">20168 14503 262 0,'-14'-5'20'0,"3"1"5"0,-1 1 22 0,2 1-1 0,4-1 4 0,1 0-7 0,-1 1-2 0,0-1-7 0,-5 2-17 0,1 0 34 0,0-2-28 0,1 2 34 0,2 1-12 0,0-1-16 16,3 1-8-16,-1 0-1 0,2 0 2 15,1 0-5-15,1 0 0 0,0 1-9 0,1-1-23 0,0 1 21 0,0-1-20 0,0 0 18 16,1 0 0-16,0 2-10 0,2-1 11 0,2 1-1 0,0-2 6 0,0 3 3 16,0-3 2-16,2 1 0 0,1-1-15 0,2-1 32 15,-2-2-26-15,1 1 39 0,0-2-9 0,0 0-13 0,0-2-6 0,-6-1 10 16,1 1-5-16,-1 0 18 0,-1-3-6 0,6 0-14 0,0 0-12 16,1-2 16-16,-1 1-15 0,1 0 13 0,-1 1 1 0,1-1-6 15,1 1-17-15,-1 1 13 0,0 0-13 0,-1 1 20 0,-2-1-1 0,2-3-9 16,0 0-7-16,1 0 9 0,0-1-10 0,0 1 12 0,-1 0-4 15,0 2 2-15,1-2 8 0,1 2-5 0,-2-1 7 0,1 1-6 0,-1 0-3 16,-1 1-4-16,1 0-13 0,0 0 20 0,1 0-17 0,0 0 21 16,0 0 0-16,1 0-9 0,1-1-6 0,2-2 1 0,-1 0-3 15,0 1 2-15,1-2 4 16,0 0 1-16,3 0-16 0,1-1 19 0,0-1-17 0,2 1 20 16,-1-2-5-16,1 1-9 0,1-3-5 0,-6-1 3 0,-1 0 0 0,-1-2 10 0,2 2 1 0,4-2-6 0,2 1-10 15,-1 4 11-15,0-2-13 16,0 1 10-16,-2 2-2 0,1-3-2 0,0 0 1 0,1-1 0 0,0 0 2 0,1 3 6 0,1 1-4 0,0 0 0 15,3 1-14-15,-1 0 11 16,3 0-8-16,0-1 16 0,0 2-1 0,1-1-6 0,0-1-3 0,-2 2 1 0,-6-1-3 0,-1 1 5 16,-1 0 0-16,2-1-2 0,4-1-14 15,0-2 20-15,-1 0-14 0,-3-2 26 0,0 0-11 0,-1-1-8 0,1-1-8 16,0-2 9-16,1 4-2 0,-1-1 17 0,0 2-3 0,-1-1-12 0,3-2-10 16,0 0 10-16,1 1-8 0,2 0 21 0,1 2-11 0,2-1-9 0,-2 1-1 15,-3-1 4-15,-2 0 2 0,0 0 23 0,2 2-7 16,6 2 0-16,3 2-10 0,-2-3 1 0,-2 1 0 0,4 0 1 0,-3 2 2 0,1-3-1 15,5 3-15-15,0-4 13 0,3 2-13 0,2-2 15 0,-2-1 2 16,1-2-6-16,-6-2-14 0,2 1 20 0,0-2-15 0,1 0 24 0,3-2-10 16,-3-2-12-16,4-1-1 0,-1-1 4 0,1 1 1 0,5-2 10 15,-2 3-4 1,1 1-5-16,1 0-10 0,-6 1 9 0,1 2-7 0,-1-2 16 16,-2 2-6-16,3-3-4 0,-3 0-2 0,-1 2 2 0,-3 0 1 0,0 5 15 0,-3 2-6 0,0 0-8 0,0 0-2 0,2-4 1 15,-3 1 0-15,-1-1 5 0,-10 0-5 0,-4 3-5 0,-1-1 1 16,-1 1 2-1,4 2 1-15,0-1 8 0,-1 3-2 0,-1 1-1 0,-3 0-14 0,-2 1 12 16,-4 0-8-16,-2 4 20 0,0-1-7 0,-2 2-11 0,0 0 6 16,-4 0-2-16,0 2 4 0,-2-1 2 0,-3 3-2 15,-2-2 3-15,-3 1-12 0,1 2 5 0,-3 0-6 0,2 1 12 16,0 1-4-16,0 1-3 0,5 1-7 0,-4 0 6 0,-1 0-2 0,0 3 10 16,-3-3 1-16,0 2-6 0,0 1-6 0,0-1 6 0,-1 2-7 15,0 4 4-15,1 0 5 0,-1 3 0 0,-2 2-24 0,-2 0 22 16,0 5-20-16,-3 1 41 0,2 3-11 0,-3 1-9 0,-5 1-2 15,-3 3-4-15,-2 0 4 0,0-1 0 0,2 1 0 0,-2-2-1 0,-6 0-8 16,0 1 5-16,-5 0-3 0,2-1 19 0,4 0-4 0,0 1 0 16,-1 3-15-16,0 2 7 0,1-2-9 0,1-2 13 0,7 0 1 15,0 1-2-15,-4 2-8 0,-1-2 4 0,-4 4-3 0,1 0 6 16,4-3 2-16,0 3-5 0,-2-1-4 0,-3-1 9 0,-1 2-7 16,-1 2 8-16,1-2 1 0,3 1 0 0,-4 1-21 0,-2-1 13 0,0 1-12 15,0-2 27-15,3 1-3 0,2-2-7 0,-4-1-15 0,0 1 16 16,-1-3-12-16,1 1 21 0,4-1-6 0,2 2-11 0,-2 1-6 0,-1-1 9 15,-1 0-4-15,5-2 13 0,4 1 0 0,3-1-7 0,-2-5-17 16,2 3 23-16,-3-3-19 0,-1-1 27 0,3-1-1 0,-2-1-10 0,4-2-10 16,1 0 9-16,-3 0-8 0,3-1 9 0,-3 1 0 0,2 1-4 15,1-1-5-15,3 1 6 0,0-1-4 0,4-2 6 0,2-3 0 16,1 0-3-16,0-1-3 0,2-1 8 0,3-2-5 0,1-2 5 16,3-2-1-16,2-2-11 0,0-1 0 0,2-1 9 0,3-1-6 15,1-2 10-15,2-1-1 0,0 0-1 0,1-1-16 0,2-1 8 0,3-1-7 16,2-1 23-16,1-1-5 0,2-3-5 0,1-2-7 0,3-2 7 15,3-2-3-15,1-3 9 0,2-2-1 0,3-1-4 0,5-3-16 16,2-3 19-16,5-2-14 0,5 0 17 0,0 0 1 16,3 1-13-16,-2-4-1 0,2-2 9 0,-2-4-8 0,1-4 5 0,3 3 0 0,0 0-2 15,3-3-9-15,4 3 9 0,6-5-7 0,-2 2 15 0,-7 6 0 16,2-4-8-16,-3-2-11 0,2-2 15 0,4-6-10 0,0-2 16 0,-1 0-4 16,5-1-10-16,3 0 4 0,-5-2-2 15,2 3 3-15,-5 2 5 0,-1 5-4 0,2-3 2 0,1-1-7 0,1 0 0 0,1 2-2 16,0 4 6-16,-13 2 1 0,1 1 3 0,-2 0-15 15,-1 1 11-15,3 3-8 0,-2 2 18 0,-7 5-1 0,0 1-10 0,1 0-7 16,-1 1 10-16,0 1-8 0,-2 1 12 0,-4 6-1 0,-9-2-1 0,-2 2-19 16,-1 3 14-16,-1-2-12 0,4 3 22 0,-3 2-2 0,-2 1-9 15,-3 1-8-15,-3 4 13 0,-2 1-9 0,-1-1 12 0,-4 4-3 16,-2 1-8-16,-2 1-3 0,1 0 8 0,-1 2-3 0,0 5 9 0,-2 0-1 16,-3 4-5-16,-3 6-13 0,-3 3 12 0,-3 5-10 0,-4 2 20 15,-3 0-5-15,-2 2-5 0,-4 2-3 0,3 1-1 16,-5 0 3-16,-5 0 13 0,-3-2-6 0,-8 6-1 0,-3 3-7 0,-2 3 2 0,-2 3-2 15,-7 1 4-15,1 0 6 0,-4 1-1 0,-10 1-12 0,-1-3 5 16,-2 1-6-16,-3 3 12 0,0 1 0 0,2 1-1 0,-7 6-11 16,-2 1 20-16,4 0-15 0,-1 1 23 0,3-4-3 0,-1-3-12 0,-4 4-11 15,-1-1 13-15,3 4-11 0,3 3 19 0,5-3-5 16,4 0-6-16,-3-3-17 0,0-4 10 0,1 1-9 16,4 1 17-16,7-4 0 0,7 3-5 0,-44 55-30 15,96-105-36-15,-79 89 81 0,49-53-54 0,7-3-1 0,5-2-46 16,3-5 8-16,9-2-21 0,8-2-48 0,11-4-23 0,8-3-35 0,9-4-209 15,5-9 252-15</inkml:trace>
  <inkml:trace contextRef="#ctx0" brushRef="#br0" timeOffset="-196166.21">22780 15538 256 0,'-30'3'0'15,"15"0"13"-15,5-1 12 0,1-1 10 0,1 2 10 0,1-2 18 0,1 0-16 0,1-1 1 0,4 0-9 0,0 0-12 0,0 0-18 0,1 0 8 0,0 0-7 0,1 0 10 0,0-1-2 0,0 1-9 0,2 0-10 16,0-2 20-16,1 0-16 0,1 1 31 0,-1-1-8 0,1-1-10 0,-1 0-9 0,1 2 22 0,0-3-11 16,2 0 40-16,1 2-4 0,0-3-12 15,0 0-35-15,1 0 32 0,0-2-31 0,1-1 36 0,0 2-12 0,0-2-15 0,2-1-5 16,2-1 0-16,0-3 2 0,2 1 7 0,0-1-1 0,-1-3-5 0,2-2-13 31,1 1 15-31,0-1-15 0,1 0 10 0,0 4 2 0,0 0-1 16,2-3-1-16,-1 0 13 0,0-3-7 0,0 1 21 0,-6 1-2 15,-2-2-11-15,1-1-22 0,1 0 25 0,6-1-21 0,3 3 30 16,-2 0-13-16,0 0-13 0,0 0-6 0,-2-1 13 0,1-1-4 16,0 1 11-16,0-1 0 0,-1-1-15 0,4-2-16 0,1-2 27 0,0 0-25 15,2 2 22-15,0 2-2 0,0-1-13 0,4-2-20 0,1-1 14 16,1 0-13-16,-8 3 34 0,-4 3-2 0,0-1-9 0,2 2-22 15,5-1 19-15,0-1-18 0,-2 2 24 0,-5 2-5 0,-1 2-7 0,2-2-11 16,-2-1 16-16,1 1-9 0,-1-3 17 0,0 2 1 0,-1-1-16 16,2-1 4-16,2-2 18 0,-1 0-13 0,0 0 15 0,2 5-8 15,1-1-9-15,1-2-13 0,-5 1 15 0,-1-3-10 0,2 4 17 0,-2 1-1 16,8-3-12-16,0 5-8 0,-2-2 13 0,0 2-13 0,-2 0 16 16,-2-2 0-16,1 2-3 0,1-1-15 0,0 1 10 0,-1 0-10 15,0 0 23-15,0 0-4 0,0 1-6 0,3-3-12 0,2-2 9 16,1-1-8-16,0-3 14 0,-1-2-6 0,-6 1-4 0,3 0 2 0,1-1 1 15,4 1 3-15,4-2 5 0,0 0-2 0,-4 2-5 0,4 1 0 16,-1 4 2-16,2 1 0 0,0 0 1 0,-3 3-4 0,-2 1-6 0,4-1 2 16,0 2 6-16,-1 0-1 0,-7 1 4 0,-4 1-1 0,-1 1-7 15,1-2-8-15,5 1 16 0,-3 0-10 0,-3 2 19 16,-4 0-7-16,-3 1-11 0,-2 1-4 0,-1-1 11 0,-3 5-4 0,-1-1 8 16,-4 0 2-16,0 3-8 0,-2 1-17 0,1 0 23 15,-1 0-18-15,-1 0 28 0,0-2-9 0,-2 1-9 0,-2-1-8 0,0 0 10 16,-2 1-4-16,0 1 15 0,-1 0-6 0,-2 0-7 0,0 3-6 15,-3-1 4-15,-4 1-1 0,-1 2 6 0,-1-1 3 0,-3 3-3 0,2 0-12 16,0-1 11-16,4 2-11 0,-2 1 17 0,-2 0-3 0,0 1-5 16,-9 1-9-16,2 2 14 0,0-1-9 0,-1 2 12 0,1 1 1 0,0 3-7 15,-2 1-12-15,1 3 15 0,-1-1-11 0,1 2 20 0,-1 1-2 16,-4 3-10-16,-2 4-13 0,-3 1 14 0,0-3-11 0,0 6 20 0,0-3-2 16,-1 0-5-16,-3 2-10 0,3-2 2 0,1 1-2 0,1 3 16 15,1-1-2-15,0 1 1 0,-3 3-15 16,-1 1 8-16,0 2-7 0,3 2 9 0,1-4-3 0,1-1-3 0,-1 0 1 0,0-4 2 0,1 0 0 15,4 0 2-15,2-2 3 0,2 0-3 0,-1 2-14 0,1 1 16 16,-1-1-14-16,-2 1 24 0,1-2-11 0,-1-1-10 0,3-1 7 16,-2-1-4-16,-2-3 8 0,0-1-1 0,-4 0-2 15,3-3-2-15,-2 1-6 0,3 1 10 0,-1 0-6 0,2 1 9 0,4-4-2 0,-1 0-6 16,1 1-8-16,0-4 12 0,-1 0-6 16,2-1 15-16,2-2-2 0,2-1-10 0,1 1-7 0,5-1 12 15,0 1-10-15,1-4 10 0,0-2-2 0,-1 0-4 0,0-2 2 16,3 2 1-16,2-1 1 0,1-2 0 0,1 0 3 0,2-2-5 0,2-1-18 15,-1-1 21-15,2-1-17 0,0 1 24 0,1-2-8 0,1-1-11 0,1 1 3 16,-1-1-2-16,1 0 5 0,0 0 6 0,0 1-3 0,0-1-1 0,1-1-12 16,0 1 12-16,1 1-10 0,0-2 15 0,0 1 3 0,0 0-1 15,0-1-24-15,2 0 17 0,0 0-16 0,3 0 32 0,1-2-2 16,2-1-11-16,1-2-11 0,5-3 15 0,2-3-12 0,3-2 19 0,3-2-7 16,-6-5-7-16,2 0-2 0,2-2-3 0,2 2 6 0,6-6 4 15,-2 3-2-15,-2-4 2 0,2 0-7 0,0-1 3 0,0 1-3 0,5 0 7 16,-3 0-4-16,5 3-3 0,4-2-3 0,2-2 5 0,4-1-2 15,-5-4 10-15,2-3 1 0,-2-5-5 0,1-3-7 0,6 1 12 16,-2-2-9-16,2 1 13 0,3 0-11 0,5 4-9 0,5-1 8 0,-4 2-1 16,1-3 6-16,-2-4-2 15,-4-3 0-15,3 2-7 0,-1-4 1 0,2 4 6 0,3 0-5 16,-2 3 2-16,-5 3-2 0,-2 4-5 0,-2-2-1 0,-4-1 8 0,2-1-3 16,-7-2 12-16,-2 2-1 0,0 3-5 0,1 0-21 15,-1 5 22-15,1 2-17 0,-1 5 28 0,-4 3-7 0,0 2-13 0,-7 1 13 16,-1 2-13-16,2 1 14 0,-2 3-4 0,1 1-5 0,-2 2 5 0,-5-1-16 15,-1 1 7-15,-4 2-5 0,0 1 19 0,-3 1-9 0,-1 1-6 0,-2 4-4 0,-2-2 7 0,-2 2-2 16,-2 1-1-16,1 1-14 0,-2 4-19 16,-4 0-48-16,0 5-5 0,-5 4-19 0,-1 2-139 0,-3 5-86 0,2 3-79 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8:28:49.25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15475 7735 326 0,'-23'-6'46'0,"0"1"52"0,3 0-81 0,3 3 7 0,5 0-18 0,3 2 28 0,2 0-6 0,4 0-14 0,0 1-23 0,2 0 17 0,0 2-15 0,1 1 34 0,1 2-4 0,2 1-7 15,1 3-8-15,2 0 16 0,3 3-11 0,3 0 23 0,1 2-4 16,5-1-5-16,4 2-11 0,2-1 8 0,3-2-7 0,4 1 16 15,-2-3-1-15,2-2-9 0,3-1-23 0,-6-4 21 0,4 0-21 16,2-3 23-16,2-4-8 0,9-1-12 0,5-6 7 0,1-3 0 0,2-2 4 16,0-5 2-16,-4-2 1 0,-3-1-4 0,-5-3-9 0,1-1 11 15,0 0-12-15,2-2 7 0,5-2-2 0,-2-2-3 0,2-4-14 16,-1-2 12-16,-2-2-8 0,-2-1 20 0,-5-3-4 0,-2-3-11 0,-5-1-17 16,0 2 28-16,-2 2-21 0,1 0 33 0,-3 2-8 0,-7-5-16 15,-2-2 8-15,-4 2-7 0,-4-5 10 0,-3 3-4 0,-5 3 1 16,-3 1-1-16,-4 5-13 0,-5 2 23 0,-4 1-20 0,-5-2 19 15,-3 1-4-15,-7 3-12 0,-6-1-16 0,-4 3 17 0,1 4-11 0,-3 1 25 16,-4 4 3-16,-5 4-14 0,-13 2-25 0,-4 5 28 0,-6 6-27 16,0 5 33-16,4 3-2 0,-2 6-11 0,-8 5-5 0,-4 7 6 15,-9 7-4-15,1 4 16 0,8 4-1 0,-3 7-1 0,-5 4-18 16,-4 6 21-16,-7 1-15 0,3 3 29 0,6 2-8 0,1 7-13 0,0 8-13 16,1 7 14-16,2-1-9 0,9-5 21 0,5-5 0 0,8-1-12 15,3 5-13-15,4 0 11 0,10 0-13 0,9-6 12 0,9-9-2 16,8-5-2-16,5-4-15 0,8-3 10 0,7 0-7 0,9-2 23 15,11-1 0-15,6-4-9 0,11-2-35 0,9-4 16 0,7-3-22 0,10-4 17 16,7-4-10-16,4-2-10 0,10-4-41 0,6 2-17 0,11-2 1 16,9-3-82-16,4-2-28 0,9 2-36 0</inkml:trace>
  <inkml:trace contextRef="#ctx0" brushRef="#br0" timeOffset="1780.23">22506 13139 256 0,'9'-28'14'0,"-6"13"224"0,3 1-105 0,1 2 4 0,4-2-122 0,2 3 5 0,3-4-4 0,0 1 4 0,-5-1 0 0,0-2-2 0,0-2-4 0,4-3 5 0,5 1-7 15,3-2-2 1,-4 5-3-16,-1-2-2 0,-1-1-11 0,-3 0 7 0,-1-2-3 15,-2-1 25-15,-3-1-2 0,0 0-5 0,1-6-12 0,-2-1 16 0,2-1-14 16,0 0 14-16,0-1-5 0,-1-3-5 0,1-6-11 0,-2-3 6 0,0-2-3 16,-1-2 29-16,-2 3 1 0,-1 0-2 0,-2 0-20 15,-1 5 24-15,-1 1-23 0,-3-2 23 0,-2-3-8 0,0-6-9 0,1-5-17 0,-2-2 23 0,-3 0-14 0,0 6 43 0,-3 6-8 32,0 5-15-32,-2 1-2 0,-3 3 4 0,-3-5-6 0,-2 1-1 0,-3 2-1 15,-1 2 0-15,0 0-20 0,-2 2 11 0,4 1-10 0,-3 3 10 16,-3 4-1-16,-2 4-13 0,-8 1-4 0,-1 6 11 0,-2 4-11 15,-1 5 3-15,-8 5-2 0,-2 3-3 0,-8 1-7 0,0 7 11 16,-1 2-6-16,-1 6 11 0,0 7 1 0,-4 7-10 0,-7 6-9 16,-1 5 18-16,-2 6-13 0,2 3 20 0,4 3-6 0,1 3-9 0,-9 1-9 15,4 10-4-15,1 3 19 0,0 7 11 0,11 3 5 0,1-2-18 16,1-1-12-16,7-3 17 0,4 0-10 0,7 2 10 0,10-3 7 16,8-6-12-16,9-3-22 0,8-5 18 0,7-6-18 0,5-1 24 15,9-4-1-15,10-4-12 0,8 3-16 0,7-8 23 0,5 0-19 0,4-5 26 16,1-4-10-16,5-2-11 0,8-3-4 0,6-2 1 0,-2-2 4 15,4-3 12-15,-3-4-7 0,0-2-7 0,9-2-16 0,-3 1 2 0,4 1-4 16,-5-1 0-16,2-2-3 0,-2 0-2 0,1-1-17 0,3 0-18 16,-3 1 8-16,0 1-47 0,-5-1-22 0,-2-2-17 0</inkml:trace>
  <inkml:trace contextRef="#ctx0" brushRef="#br0" timeOffset="4083.17">11831 7472 256 0,'-9'-2'15'0,"6"0"238"0,3 0-124 0,2 4-3 0,3 2-139 0,3-2 6 0,2 3-4 0,3-2 10 0,3-1 7 15,1-2-1-15,3 0-5 0,1-3 17 0,2-4-16 0,2-2 23 16,1-4-7-16,4-1-3 0,1-4-10 0,2-2 8 0,0-2 0 0,-1-3 25 15,-3-1-8-15,3-1-12 0,5-2-14 0,4-1 6 0,4-2-6 16,-3-2 7-16,2-4-8 0,1-1-2 0,0-2-10 0,-1-1 10 0,-5-2-4 16,-3-1 18-16,-9 0-2 0,-3 3-9 0,-3 0-17 0,-2 6 20 15,1 2-18-15,-5 2 28 0,-7-2-3 16,-8 3-7-16,-6 1-2 0,-6 3 3 0,-5 3-1 0,-4 4 12 0,-4 4-7 0,0 0-10 0,-7 4-26 16,-7 3 33-16,-7 2-26 0,-11 5 37 0,-1 2-6 0,-4 2-15 15,-6 6-16-15,-1 5 15 0,-1 3-9 0,-5 6 31 0,2 2-3 16,-4 5-11-16,-10 5-5 0,2 3 20 15,2 3-13-15,2 3 31 0,3 5-7 0,1 7-11 0,-4 9 3 0,3 6 0 0,3 3 2 0,7 0-4 16,9-4-1-16,3 1-8 0,-44 81 2 16,94-151-30-16,-61 147 30 0,45-84-15 0,8-7 1 0,10-4-11 15,8-3 10-15,12-5-7 0,11-5 17 0,12-5 1 16,12-8-8-16,14-5-32 0,11-4 32 0,12-8-31 0,12-4 20 0,11-5-19 0,12-4-27 0,15-4-65 16,13-2-23-16,7-3-11 0,7-2 19 0</inkml:trace>
  <inkml:trace contextRef="#ctx0" brushRef="#br0" timeOffset="6458.3">21573 9543 222 0,'0'3'-63'0,"1"0"-3"0,2 3 72 0,2 0-10 0,0 0 8 0,1 1-4 0,1 0 28 0,-2-1-8 0,2 0-9 0,-5 0-37 0,2 2 33 15,-1-3-27-15,0 2 47 0,6-2-12 0,0-1-20 0,3 1-14 16,-1-2 20-16,1 4-11 0,2-2 30 0,-1 0 2 0,-2-1-18 0,1 1-4 16,-1-1 16-16,-1 1-17 0,1-1 6 0,-1 1-3 0,0-1-5 15,-1 0 11-15,1 0-6 0,1 1 10 0,-1-1-8 0,2-1 0 16,1 1-4-16,2-1 4 0,0 1 19 0,2-2-14 0,1-1 9 15,1 2-2-15,0-2-10 0,1 1-1 0,0-2 3 0,0 0 1 0,4-2 20 16,-2 1-1-16,2-2-3 0,2 2-25 0,-8-3 19 0,3 0-21 16,3 1 16-16,0-2 0 0,8-2-6 0,-1-1-5 0,-2-2 4 15,0-1-4-15,0-1 12 0,-1-1 1 0,0-1-6 0,4-2-20 0,1-2 37 16,0-2-30-16,2-1 43 0,-2-4-6 0,-6 1-16 0,2-2-7 16,2 0 10-16,-1-3-5 0,7-1 25 15,-3-2-3-15,-5-3-11 0,1-2-7 0,-3 2 15 0,-1 2-14 0,-4 2 8 0,-4 3 0 0,-2 0-4 16,-2-3 0-16,-3 1 3 0,-1-4-3 15,-5 2 1-15,-1-1-4 0,-4 1-8 0,0-4-36 0,-6-1 29 0,-2-1-27 0,-1 2 37 16,-2 1-9-16,-2 2-14 0,-3 1 1 0,-2 0-3 16,-3-1 5-16,-3-1 0 0,-2 2 2 0,-3 0-2 0,-6 4-8 15,-4 0 17-15,-3 1-14 0,1 2 14 0,4 0 0 0,-3 3-6 0,-4 5 0 16,-7-1-2-16,-5 4 2 0,-4 2 0 0,-4 6 0 0,-1 0-3 0,-4 6-4 16,-2 0 14-16,1 7-11 0,-4 3 3 0,-5 5-1 0,-2 5-4 0,-4 7-9 15,0 5 15-15,2 2-8 0,4 3 21 0,3 0 1 16,-2 1-13-16,1 1-9 0,4 3 9 0,3-1-10 0,9 6 10 0,3 1-4 15,4 5-3-15,-38 63 1 0,90-113 22 0,-74 106-24 0,45-63 10 16,8-2 0-16,7 3-15 0,7-3 17 0,7 4-15 0,5-1 18 16,7-5-3-16,6 1-7 0,8-2 5 0,5-6-4 0,5 1 6 15,3-4-3-15,1-5 1 0,2 0-2 0,7-1-14 0,4 1 20 16,6-2-19-16,0 1 15 0,-3-2-3 0,4-2-7 0,1 1-12 0,6-1-5 16,5-4 2-16,-2-2-17 15,2-4-9-15,-3-3-10 0,7-2-58 0,2-4 0 0,1-2-16 0,9-1 53 16</inkml:trace>
  <inkml:trace contextRef="#ctx0" brushRef="#br0" timeOffset="11459.82">14936 9802 256 0,'-5'-4'18'0,"-1"-5"250"0,1 2-116 0,3 2 4 0,1 1-156 0,1 4 17 0,1-1-18 0,1 1 18 0,1-1-3 16,0 1-9-16,2 0-7 0,-1 0 12 0,1 0-10 0,-1 0 14 15,2 0-4-15,-1 1-8 0,1 0 10 0,1-1 1 0,0 3 3 16,1 0 5-16,1 0 1 0,0 1-4 0,0 1-18 15,3-1 18-15,-1 1-18 0,3 3 20 0,1-3-7 0,3 2-9 0,3-2 10 0,2 0-6 16,-1 0 10-16,-3-3-1 0,-2 1-2 0,3 0 0 0,4-2-8 16,7-1 5-16,1 0-6 0,-2-1 2 0,-2-1-3 0,-1 0 0 0,2 0-10 15,1-1 8-15,0-2-4 0,0 2 22 0,-1-2-6 0,-1 2-11 16,2-2-13-16,-1 3 15 0,-1-2-12 0,-6 1 16 0,0 2-4 16,1 0-7-16,4-1-9 0,8 2-10 0,1 0 1 15,-1 0-49-15,1-1-17 0,3 1-17 0,3 0-88 16,4 0-25-16,2 1-16 0</inkml:trace>
  <inkml:trace contextRef="#ctx0" brushRef="#br0" timeOffset="12108.1">19161 9794 701 0,'-16'-12'-32'0,"8"3"7"0,2 2 88 0,3 2-30 0,1 1 32 0,-4 1-42 0,1-1 28 0,0 2-4 0,2 1-14 0,-2-3-11 0,1 1 12 0,-1 1-12 0,3 2 14 0,1-3-6 0,0 2-7 0,1 1-35 16,0-1 27-16,1 1-26 0,1 0 28 0,2 0-5 0,2 0-14 15,4 1-11-15,4 0 14 0,-4-1-8 0,2 0 24 0,5 0-3 16,7 0-13-16,11-2-5 0,3-2 8 0,0 0-8 0,1-1 9 16,2-2 0-16,4 1-2 0,5-2-3 0,6-1-2 0,-1-1 2 0,1-1 1 15,-1-2 5-15,-2 2-2 0,4-3-7 0,2 2 11 0,-1 0-13 16,1-1-4-16,-1 3-9 0,-5 0-9 0,3 0-24 0,-1 1-19 15,-2 1 6-15,3 3-59 0,-8 0-15 0,1 3-10 0</inkml:trace>
  <inkml:trace contextRef="#ctx0" brushRef="#br0" timeOffset="12876.31">19265 13125 217 0,'-14'-10'204'0,"1"4"-118"0,2-2 118 0,2 4-126 0,3 1-45 0,4 2-2 0,2 0-11 0,0 1-6 0,3 0-8 0,4 0-18 0,2 0 30 0,0-1-19 0,4 1 52 0,-1-2-5 0,2 0-10 0,2-1-5 0,0 1 2 0,1-2-2 0,2 0 6 16,0 1-3-16,1 1-3 0,4-1-26 0,-1 1 21 0,2 0-20 0,-1 2 19 15,-1 0-6-15,1 0-12 16,2 0-16-16,-1 0 15 0,0 0-11 0,-5 0 28 16,-4 0-2-16,0 2-10 0,1-2-15 0,6 0 19 0,-1 1-16 0,-1-1 20 15,-2 0-7-15,-3 0-12 0,1 0-6 0,-1 1 13 0,1-1-6 0,0 0 18 16,-1 0-4-16,-1 0-15 0,3 2-15 0,0-2 26 0,-1 0-21 0,2 1 24 0,-1-1-2 0,4 0-11 16,1 0 1-16,1-1-3 0,1-1 2 0,1 0-2 0,1 0 1 15,-4-1-1-15,0-1-19 0,3 0 16 16,1-1-18-16,5 0 4 0,-3 0-9 15,-2-2-12-15,1 1-42 0,1-1-3 0,0 1-11 0,2 1-58 16,-2 0-13-16,1 1-27 0</inkml:trace>
  <inkml:trace contextRef="#ctx0" brushRef="#br0" timeOffset="17783.8">17182 8821 164 0,'-21'-20'-23'0,"6"0"-67"0,1 1 90 16,-1 2 47-16,1 1-21 0,-4 0 31 0,4 1-11 0,-2 1-9 0,3-1-17 0,-2-1 1 0,0 1 1 0,2 0 19 0,1-2-8 16,-2 2-8-16,0-1-23 0,-1 0 30 0,-2 0-24 0,1 2 31 15,1 4-9-15,-2-2-16 0,1 2-11 0,-1-1 11 0,2-1-7 16,-1-1 19-16,0 3 0 0,-1 0-15 0,-2 0-11 0,-2 1 12 15,-2 0-15-15,1 0 0 0,1 0-2 0,2 0-1 0,3 0-6 0,-3 1 12 16,-1-1-4-16,-3 3 21 0,-6-2-2 0,1 2-15 0,-4-1-26 16,-1 1 30-16,-2-1-25 0,-2 2 38 0,0 1-8 0,1-1-9 15,-6 1-13-15,1 2 10 0,-1-2-6 0,3 2 19 0,2 0-3 16,-4 2-9-16,-5 0-15 0,-6 0 22 0,-1 3-17 0,-2 2 24 0,0 0-1 16,1 1-8-16,-3 2-16 0,3 1 15 0,0 0-11 0,-2 3 22 15,-2-1-1-15,-2 3-12 0,-3 3-3 0,-2 2 10 0,2 2-11 16,3 3 5-16,3-1 0 0,0 2-1 0,-4 1 0 15,-2 2 0-15,0 2 3 0,-1 4 6 0,4 1-2 0,2 2-6 0,-1 5-6 16,0 6 19-16,1 4-13 0,-3 6 16 0,6-1-2 0,2 1-12 0,0 2-14 16,3-4 13-16,4-1-9 0,10 2 16 0,8-1 8 0,4-1-11 0,2 3-21 15,1-6 24-15,4-2-24 0,6-2 31 0,3-7-8 0,4 1-8 16,4 3 0-16,1-2 0 0,4 3 5 0,3 2 5 0,4-5 1 16,4 3-5-16,4-2-16 0,4-2 36 0,3 0-26 0,-3-5 54 15,2-3-9-15,6-2-13 0,4 0-9 0,8-3 8 0,3 1-4 16,3-4 12-16,3-3 0 0,5-2-11 0,5-3-14 0,-3-5 17 0,4-2-17 15,2-2 18-15,2-4-4 0,8-3-5 0,4-2-3 0,0-2 4 16,1-4-3-16,0-2 4 0,-1-3-6 0,5-1-7 0,10-4-11 16,-6-2 9-16,2-3-6 0,0-3 11 0,-1 1-7 0,6-2-7 0,1 1-8 15,-1 0 7-15,-5-4-2 0,0-2 12 0,-3-1 2 0,1-1-12 16,-2-3-12-16,-9 0 24 0,-3-1-22 0,-3-4 19 0,-3 1-3 16,-2-2-10-16,-3-1-18 0,-5 2 7 15,-9 1-7-15,-7 2 22 0,-5-1-4 0,-6 0-3 0,0-6-5 0,-2 2 11 0,-7 0-7 0,-5-3 8 16,-7 4-1-16,-4-2-5 0,-6 1 0 15,-2 6-1-15,-7 3 2 0,-5 1-4 0,-6 4-2 0,-4-2-9 0,-10 1 0 16,-4-3 4-16,-2 3-5 0,0-3-5 0,-2 1 0 0,-5 1 1 0,-10 1-7 16,-10 3 5-16,-4 3-2 0,-6 5 14 0,4 4 1 0,-2 3-7 0,-5 3-49 15,-2 4 30-15,-6 6-35 0,-4 4 13 0,5 5-13 0,2 4-18 16,-2 2-73-16,0 5 93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8:29:34.07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5671 8530 313 0,'1'-7'35'0,"1"0"26"0,3 1-31 0,-1 1 14 0,1 1-11 0,-2 0 52 0,-2 2-17 0,0 0-2 0,0 0-58 0,2-1 29 0,1-1-26 0,2-1 50 0,2 0-14 0,1-3-13 0,-2-2-26 16,1-3 7-16,4-1-7 0,1-2 18 0,7-2-3 16,4 0-8-16,-1-1-23 0,2-1 24 0,-1-1-22 0,-2-1 26 0,1 1-8 0,-1 2-14 15,1 0-6-15,-1 0 9 0,-1 0-2 0,-2-1 10 0,-1 1 2 0,-1 0-11 0,-2-3-10 16,-2-3 15-16,-1 1-14 0,-2-1 14 0,-4 2-4 15,1 0-8-15,-4-2-8 0,1 0 12 0,-3-1-5 0,-1-1 16 0,-3 2 2 0,-4-1-10 16,-1 1-11-16,0-2 11 0,-2 4-13 0,-1 0 13 16,-2 2 0-16,0-1 0 15,-2 1-2-15,0-4 2 0,-1 3 0 0,-1-3 8 0,0 2-1 0,0 1-4 0,-2 3-22 0,-1 4 29 0,1 0-23 0,-2 4 35 16,0-3-8-16,-1 4-17 0,-3-2-8 0,1 2 12 16,-2 2-6-16,2 2 25 0,7 3-5 0,-2 1-7 0,-3 2-27 0,-2 0 27 15,-6 2-22 1,1 1 30-16,0 2-4 0,-1 3-15 0,-2 3-10 0,-1 4 12 0,2 3-6 0,-1 5 18 0,3-1 3 0,1 4-12 0,-2 3-28 15,-1 3 37-15,4 3-33 0,2-1 42 0,2 2-6 0,9 3-14 0,-2 4-17 16,1 4 12 0,4 3-9-16,-4-1 21 0,4-4 4 0,3-2-7 15,2 3-18-15,1-6 23 0,3 2-22 0,3-3 17 0,2-1-3 0,3 3-7 0,2 0-19 0,1 1 1 0,1-1-3 16,3 0 1-16,3-4 0 16,3-6-9-16,-2 2-28 0,3-4 20 0,4-1-22 15,5 0 15-15,9-4-10 0,4-3-12 0,6-2-67 0,8-2 81 0</inkml:trace>
  <inkml:trace contextRef="#ctx0" brushRef="#br0" timeOffset="1154.54">22380 8637 217 0,'-3'-13'85'0,"1"5"-58"0,0 0 32 0,4 1-10 0,-1 0-11 0,2 2 0 0,3 1-19 0,0 1-3 0,2-1-7 0,3 0-6 0,3 0 10 0,2 1-6 0,4 1 22 0,2-1 1 16,3 1-9-16,5-1-27 0,0 1 29 0,-5-2-29 0,5 1 31 15,0-1-5-15,6 1-13 0,6-1-24 0,1-3 18 16,-1 2-15-16,-3-1 35 0,-1 2-6 0,0-1-12 0,2-2-12 0,0-1 7 0,-1-3-9 16,-2-2 1-16,-8-1-1 0,-3-2-2 0,3-3-16 0,-2-3 23 31,2-1-14-31,-3-2 36 0,-7 0-2 0,-3-1-14 0,0-2-19 0,-6 0 27 0,-2 4-22 0,-2-3 36 0,-3 2-5 0,-3 0-9 0,1-6-5 15,-4-1 13-15,-2-3-5 0,0 3 29 0,-1 0-2 0,-1-2-12 16,2-3-30-16,-2 0 36 0,0-1-33 0,-1 6 34 0,1 6-11 16,-5 3-17-16,-1-2-9 15,-2 3 13-15,-4-3-6 0,-1-1 33 0,-2 1-5 0,-2-4-11 0,0 1-20 16,5 0 17-16,-1 3-17 0,-2-2 12 0,-1 4-9 0,-6-2-9 0,0 1-7 16,1 3 11-16,1 4-5 0,0 1 18 0,4 3-2 0,1 2-9 15,-2 1-13-15,2 3 12 0,-2 2-11 0,0 1 18 0,-1 2-2 0,-1 2-5 0,-1 2-16 16,2 3 9-16,2 4-6 0,1 2 26 0,8 1-1 0,-2 2-6 0,-3 6-15 15,0 1 12-15,-8 4-12 0,0 2 14 0,1 1 0 16,2 1-2-16,-2-1-8 16,0 4 0-16,0 0-2 0,0 0 9 0,3 0 2 0,-2 0-2 0,-3 3-17 0,-1 3 19 0,1 3-16 0,2 3 24 0,6-1-3 15,3 1-6 1,2-2-16-16,9-1 12 0,3-2-9 0,2-4 25 0,2-1-3 0,-1-2-8 0,3 2-17 0,3 2 11 0,-1 3-13 16,5 2 9-16,5-1-6 0,10 1-3 0,11 0-21 0,4 0-7 0,1 0 2 15,4-2-21-15,-1-2-35 0,5 4-22 0</inkml:trace>
  <inkml:trace contextRef="#ctx0" brushRef="#br0" timeOffset="5819.91">20828 8516 373 0,'0'-2'68'0,"0"0"89"15,4 2-141-15,-1 0-10 0,3 0-16 0,1 2 26 0,2-2-4 0,3 0-11 0,0 2-12 0,1 2 29 0,3 4-21 0,1-1 44 0,1 1-9 0,1 1-12 0,4 1 0 0,1 1-3 16,2-1 7-16,1 0 7 0,0-1-7 0,0 0-7 0,-3-1-9 16,2-1 12-16,5 0-10 0,1-1 15 0,9-2-8 0,0 0-6 15,2-2-13-15,3 2 11 0,1 1-6 0,4-2 23 0,-1 1-5 16,-1-4-10-16,6 0-28 0,-1-4 32 0,2 0-26 0,3-2 33 0,-5 2-1 16,0-3-18-16,2 2-3 0,0-2 3 0,-3-4-3 0,0-1 10 15,-4-5-2-15,0-1-4 0,1-1-14 0,1-2 18 0,-3 3-14 16,1 1 16-16,-2-4-4 0,-1 1-9 0,1-6-12 0,-8 0 19 15,0-1-10-15,2 1 26 0,-2-3 1 0,5 3-16 0,-3-1-8 0,-3-2 16 16,-1 4-17-16,-1 1 15 0,-2 1-4 0,0-3-5 0,-1-4 2 16,-1-2-6-16,-6-1 7 0,-8-1 5 0,-6-1-4 0,-3 2-2 0,-3-4-3 15,1-2 0-15,-2 0-1 0,-4 1 0 0,-3 8-6 0,-5-2-2 16,-5 2 2-16,-3-3 1 0,1-2 5 0,-4 0 8 0,-5-4-1 16,-2 2-7-16,-9-1-10 0,-2-3 17 0,-4 3-14 0,0 0 19 15,-3 7-3-15,-5 3-6 0,-8 3-6 0,-6 4 2 0,0 1 0 0,-4 2 19 16,3 1-8-16,-3 2-7 0,-9 3-7 0,-7 2 3 0,-6 4-2 15,1 2 6-15,0 2-3 0,5 5 1 0,-7 3-1 0,-2 5 0 16,2 0 2-16,-1 2 12 0,9 2-1 0,1 4-4 16,-5 5-12-16,2 6 19 0,3 5-15 0,0 5 30 0,11 4-4 0,1 4-10 0,-2 5-5 15,0 1 0-15,4-1-1 0,3-3 1 0,9-3-1 0,7 4-1 16,5 4-10-16,5 2 10 0,5 1-10 0,7-2 11 0,9-9-4 16,7-4-6-16,8-4-4 0,8-3 5 0,6 0-1 15,9-3 20-15,6 1-8 0,6 2-7 0,9-1-15 0,5-4 19 0,5-2-14 0,7-3 23 16,3-5-8-16,7 0-14 0,13-3-1 0,4-3 4 0,3 0 2 15,4-6 9-15,-3-3-3 0,3-1-8 0,10 0-28 0,0 0 17 16,3 0-20-16,1-1 3 0,-4 0-15 0,0 0-17 16,5 1-66-16,-1-1-33 0,-3-2-5 0,0 4 16 0</inkml:trace>
  <inkml:trace contextRef="#ctx0" brushRef="#br0" timeOffset="15236.52">21115 14107 217 0,'-4'-2'-48'0,"1"-4"8"0,1 4-62 0,-2-1 76 0,2 1 26 0,0-1 0 0,0 1 0 0,-1-1 1 0,0 0 0 0,1 2 7 0,-2-1 13 0,2 0-4 0,-2 1 32 0,0-1-3 0,1 0-3 0,-2 0-11 15,2 0 11-15,-2 2-13 0,3 0-5 0,-1-1-4 0,2 1-11 16,0-1-8-16,-1 1 5 0,2 0-3 15,0 0 11-15,0 0 0 0,0 0-5 0,0 0-23 0,0 2 20 0,0 0-21 0,2 0 17 0,-2 2-2 16,1 1-4-16,0 2-9 0,-1 2 9 0,1 0-3 0,-1 2 24 16,0 1-3-16,-1 0-10 0,-1 1-23 15,0 1 27-15,0-2-22 0,1 2 28 0,0-3-3 0,1 2-12 0,-1 1 0 0,1-2-7 16,0 3 7-16,0-3 7 0,0-1-1 16,0 1 2-16,1-2-24 0,1 0 23 0,-1 0-20 0,2-1 25 15,-1 0-5-15,1-1-9 0,1 0-10 0,-1-4 8 0,0-1-4 16,2 1 19-16,-3-2 1 0,1 3-7 0,1-1-28 0,-1-1 31 0,1 2-27 0,-2-2 40 0,0 2-7 15,0-4-14-15,1 3-4 16,0 0 2-16,-1-1 1 0,3 1 7 0,-1-2 1 0,1 1-3 0,0-3-7 0,-4 2 14 0,2-2-11 16,0 0 19-16,0 0-7 0,7 0-7 0,4-1 3 15,0 0-7-15,3-2 9 0,2-1-2 0,-1 2 1 16,1-1-4-16,1-1-23 0,-1 0 27 0,1 1-23 0,0 0 35 0,-1 0-11 16,1 2-10-16,1 0-9 0,-1 1 7 0,0-1-2 15,0 1 14-15,0 0 4 0,2 0-8 0,-1 0-32 0,2 0 36 16,1 0-34-16,0 1 47 0,-2 1-16 0,-5 0-13 0,1-1 1 0,2-1-5 15,3-1 12-15,5-1 12 0,-1 0 1 0,0-2-6 0,-1 2-6 16,1-1 17-16,1-1-16 0,0 2 14 0,0-1-8 0,2-1-6 0,3 2-1 16,0-1-3-16,2 0 4 0,1 2 2 0,-3 0-1 0,-5 0-4 15,2 1-23-15,3 0 29 0,-1 1-23 0,5 0 35 0,-4 0-3 16,-3-2-16-16,2-1-21 0,-2 2 21 0,-1 0-14 0,0 2 33 16,-2 1-2-16,0-2-13 0,2 0-31 0,-2-1 40 0,-2 0-33 15,0 0 44-15,-10 0-8 0,0 0-21 0,1-1-5 0,1 1 9 16,5-1-4-16,-2-2 15 0,-1 2 1 0,-2 0-7 0,1-1-11 15,-2-1 15-15,0-1-15 0,-2 2 11 0,0-3 3 0,-1 1-4 0,0 1 2 16,-1-3 5-16,0 3-2 0,1-2 3 0,-2 1 3 0,-1-1-5 0,-1 2-9 16,-1-2 16-16,0 2-16 0,-2-1 8 0,2 1-6 0,0 0-9 15,1-1 7-15,0 0-4 0,1 1 6 0,0-3 3 0,0 1-2 16,0 1-3-16,2-2 0 0,-2 1 5 0,2-1-5 0,-1-1 0 16,2 2 3-16,-2-1 2 0,-1-1-11 0,-1 1 2 0,-6-1-1 15,1 0 14-15,-3 2 0 0,0-2-4 0,6 0-3 0,-2-1 13 16,1-1-10-16,0 0 6 0,-1 1-1 0,1-1-4 0,-1 0 7 0,0 2 2 15,-1-1 2-15,1 0 1 0,-2 1-2 0,1-1-8 0,-2 1-7 16,0 2 16-16,-1-2-15 0,0 2 11 0,2-1-1 0,-3 0-7 16,0 1-9-16,-1-1 8 0,-1 2-7 0,1-1 14 0,0-1 2 15,0 3-8-15,0-3-28 0,0 1 30 0,0 3-26 0,0-1 33 16,1 1-14-16,0 0-17 0,-2 1-63 0,2 0-5 0,2 0-11 0,1-2-73 16,5 0 105-16,3 5-20 0</inkml:trace>
  <inkml:trace contextRef="#ctx0" brushRef="#br0" timeOffset="34384.56">19409 8311 256 0,'3'-20'6'0,"-2"11"101"0,0 4-41 0,1 4 9 0,-1-1-57 0,-1 2 12 0,0-1-8 0,1 1 33 0,-1 0-2 0,0 0-1 0,0 0-14 0,0 0 3 0,0 0-6 16,0 0-3-16,0 0 0 0,0 0-7 0,0 0-10 0,0 0 25 0,0 0-22 15,1-1 13-15,0-1-12 0,2 2-17 0,2 0-1 0,3 0 6 16,0 0 4-16,3 2 38 0,0-1-3 0,1 0-4 0,5 1-22 0,1-2 21 15,2 2-20-15,3-1 18 0,1 1-7 0,0 0-8 0,0 0-8 16,-5-2 6-16,0 0-4 0,3-3 3 0,3 0 3 0,5 1-8 0,0-2-6 16,-3-1 14-16,0 1-15 0,-2-1 8 0,1 0-7 15,-1 1-7-15,-3 0 6 0,0 0-5 0,-2 0 6 0,-1 3-3 0,-1 0-1 16,-1 1 1-16,-4 0-10 0,1 0 11 0,-4 0-12 0,0 1 7 16,-2 0 0-16,-1-1-3 0,-2 2 5 0,-1-1-5 0,-2 0 4 15,-1 1-2-15,0-2 0 0,-1 1 0 0,0-1-1 0,-1 0 13 0,-2 0-10 16,-3 1 13-16,-4 0-7 0,-1 1-7 0,-5 0-3 0,-2 1 0 15,-2-1 1-15,-4 1 14 0,2 0-10 0,-2-1-5 0,-1 1-13 0,1-1 12 16,-2 1-8-16,-2 1 19 0,2-2-4 0,0 2-8 0,-3-1 2 16,-1 0-3-16,0 1 5 0,1 0 2 0,3 0 2 0,8-2-1 0,-3 2-18 15,0 0 19-15,-1-3-16 0,-3 3 25 0,1-2-5 0,3 0-10 16,0-1-8-16,4 1 10 0,1 0-6 16,2 0 13-16,3-2 0 0,2 1-9 0,2 0-12 0,2-1 16 0,1 1-12 0,3-1 15 15,1 0-5-15,-1 2-9 0,1-2-5 0,0 2-1 0,2-1 4 16,1 3 18-16,-1-2-4 0,3 1 1 0,1 0-29 0,2 0 26 0,3-3-20 15,3 1 36-15,0-1 0 0,3-1-14 0,2-2-15 0,3 0 13 16,0 0-12-16,0-1 26 0,2 1-6 0,0-1-7 0,-2 4-16 16,-5-2 12-16,-1-1-9 0,-1 2 23 0,3 0-5 0,8-1-7 0,0 2 8 15,0-1 1-15,0-1 4 0,-3 0 9 0,2 0-6 0,-1 0-3 16,0 2-7-16,-1-2 3 0,-2 1-2 16,-1 1 1-16,-2-2 2 0,-2 2-5 0,-1-1-10 0,-3 1 12 0,-3 0-11 0,-2 0 18 0,-4 0-6 15,-2 0-6-15,-1 1-15 0,0-1 20 0,0 0-13 0,-1 0 40 16,-1 0-4-16,-4 2-8 0,-2-1-24 0,-3 0 8 0,-4 0-9 15,-1 1 15-15,-2-1-2 0,-3 0-7 0,-1 1-9 0,-2-2 9 16,-3 0-8-16,0-2 12 0,0 0-6 0,2 0-4 0,-3 0-6 16,-2-2 6-16,3 0-1 0,0-1 19 0,5 1-9 0,9-1-5 0,-1 1-16 15,1 0 14-15,-2 1-9 0,-4 0 18 0,3 0 1 0,-1 2-11 0,4 1-11 16,-1 0 7-16,3 0-7 16,0 1 15-16,3 3 0 0,-1-1-4 0,2 5-56 0,1-1 12 0,-1 3-27 0,0 2-22 0,3 2-20 15,0 0-22-15,2 3-125 0,2 1-80 0,3 5-13 0</inkml:trace>
  <inkml:trace contextRef="#ctx0" brushRef="#br0" timeOffset="39026.37">20459 14649 256 0,'-29'-22'7'0,"14"13"104"0,2 3-36 0,2 0 5 0,2 4-52 0,4-2 13 0,0 1-13 0,2 3 17 0,1-1-2 0,2 0-3 0,0 1-27 0,0 0 2 0,1 0-10 0,1 0-5 0,1-1-3 0,3 1-1 0,0 0-7 0,0 0 9 15,2-2-2-15,-1 2 18 0,1-1-2 0,-1 1-10 0,0 0-6 0,1 0 9 16,-1 0-8-16,0-1 8 0,-3 1 2 0,2 0-4 0,-2 0 10 16,0 0-6-16,0 1 6 0,0-1 3 0,-1 0 7 0,2 1 6 0,-2-1-14 15,0 0 19-15,1 2-18 0,0-1 14 0,2-1-6 0,-1 0-8 16,3 1-10-16,1-1 8 0,-1 0-4 0,2 1 10 0,1-1-4 15,3 3-11-15,0 0-13 0,1 0 16 0,0 0-13 0,-8 2 16 16,1-2-5-16,0 0-8 0,2 1 1 16,7-1-2-16,1-1 3 0,0 1 0 0,-1 0 5 0,-1-3 0 15,-1 0-18-15,-1 0 25 0,0 0-23 0,0 0 22 0,-4-2-4 16,1 0-10-16,-1 0-5 0,-1 0 7 0,0 1-3 0,-1-1 17 16,-1 1-4-16,0 0-9 0,-1-2-5 0,0 2 8 0,1 0-8 0,1-1 1 15,-2 0-15-15,1-1-7 0,1 1-46 0,-1-1-4 0,1 1-4 0,-1-4-9 0,0 3-7 0,1-3-8 16,-1-1-50-16,1 2 26 0,-1-3-20 0</inkml:trace>
  <inkml:trace contextRef="#ctx0" brushRef="#br0" timeOffset="39311.82">20934 14411 182 0,'-7'-4'23'15,"0"2"-9"-15,3 0 49 0,0 1-7 16,2 1-7-16,1-2-20 0,0 2 18 0,1 0-21 0,0 0 3 0,0-1-12 0,0 1-10 0,0 0-17 0,1 1 4 0,1 1-1 15,1-1 21-15,1 0 1 0,1 0-8 0,-1 3-5 0,2-1 17 16,0 1-12-16,1-3 25 0,1 3-8 0,0 0-7 0,2 1-2 16,0-1 3-1,0 2 0-15,1-2 2 0,1 1 0 0,-1-1-6 0,0 1-23 0,0 0 23 16,-1 1-22-16,1 0 30 0,-2-1-10 0,-2 0-12 0,1 0 14 0,-1 3-7 0,-1-2 13 16,-2 2 0-16,1 1 1 0,-2 0-1 0,-1 0-18 15,-1 1 22-15,-1 1-18 0,-1 0 25 0,0 0-7 0,-1 3-11 0,-3 0-12 16,0 2 6-16,-2 0-4 0,0 0 9 0,-1-2 2 0,-1 0-7 15,-1 0-9-15,1 1 8 0,0-2-10 0,0 2 1 0,3-2-2 0,-1 0-2 0,-1 0-21 0,1 1-23 16,1-3 3-16,1 3-89 0,3-1-36 16,1-4-23-16</inkml:trace>
  <inkml:trace contextRef="#ctx0" brushRef="#br0" timeOffset="45350.94">22674 14448 217 0,'-10'-12'207'0,"2"2"-122"0,2 0 120 0,-1-1-83 0,2 2-63 0,1 0 19 0,2 2-35 0,-2 0 0 0,2 1-1 0,-1 0-34 0,0 3 24 0,0-1-24 16,1 0 27-16,-2-1 1 0,2 0-14 0,-1-1-23 0,-2 1 25 0,1-1-24 16,4 3 27-16,0-2-11 0,0 1-14 0,-1 0-15 0,-6 1 13 0,-1 1-6 0,-2-2 21 15,0 3-2-15,-4-3-12 0,2 1-3 0,-2 1 9 0,-2-1-7 16,-1 0 4-16,-1 2 4 0,0-1-4 0,-1 0 0 0,0 1 9 0,-3 0-5 16,0 0 15-16,-2-1-3 15,0 1-9-15,-3 1-5 0,-1 0 14 0,-6 0-11 0,-1 0 10 0,0 1-7 0,1 2-8 0,2-1-8 16,1 1 5-16,-2-1-2 0,-1 4 18 0,-3-5-4 0,1 3-5 0,-1 0-8 15,0 1 1-15,3 0-1 0,-2 0 9 0,1-2 7 0,0-2 4 16,-1-1-6-16,2 1 6 0,4 2-10 0,-1 0-6 0,0 4 2 16,0 1-6-16,-5-1-6 0,2 0 11 0,2-1-10 0,-2-1 11 15,3 2-1-15,-1 0-3 0,-3 5-5 0,-1 2-2 0,-2 1 0 0,0-1 12 16,2 0-4-16,6 0 0 0,-3 3-11 0,-1-2 11 16,1 2-8-16,-2-2 14 0,4 3-2 0,1-2-7 0,3 0-1 0,3 4 1 15,1-1-1-15,3 0 8 0,3 1-2 0,0-2-3 0,3 3-14 16,1-1 12-16,3 2-10 0,1 0 20 0,4 0-3 0,0-1-4 0,3 2-17 15,1-2 11-15,1-1-10 0,0 1 26 0,3-1-6 16,3 3-4-16,2-1-10 0,2-1 7 0,2-2-4 0,2 0 10 0,0-2 4 16,2 1-6-16,2 0-3 0,1 0 5 0,3-1-6 0,3 0 11 15,2-2 0-15,3 1-1 0,5-3-7 0,5-1 9 0,0 0-10 0,1-4 6 16,0 1 3-16,0 1-1 0,7 0-20 16,2 0 13-16,5-3-14 0,1-3 25 0,2-4 1 0,1 0-6 15,5-2-17-15,-1 1 17 0,1 1-16 0,-2-3 19 0,0 2-4 0,0-1-8 16,4-2 5-16,-1-1-2 0,0 1 5 0,-2-3-8 0,-4 2 6 0,-2-2-3 0,3-4-4 15,-2 0 14-15,-1-1-13 0,0-2 17 0,-8 1-5 0,-5-1-8 0,3 0-4 16,-1-1 9 0,-2 1-5-16,3-2 5 0,-9 1 6 0,-2 0-9 0,-2-1-5 0,-3 0 28 15,-1 0-22-15,-5 0 33 0,-1 0-8 0,-4-2-13 0,-2-1 4 0,-3-1-2 0,-3-2 4 0,-2 1 3 16,-3 2-4-16,-5 0 1 16,-2-3-19-16,-1 1 9 0,-3-6-9 0,-4 1 14 0,-5 2-5 0,0-2-8 15,-4 1-18-15,-3-2 9 0,0 1-10 0,-3 2 23 0,1-1-1 0,0 0-4 0,-1-1-17 0,-3 1 11 16,-2 0-12-16,-2 2 10 0,-3 1 2 0,-2 5-4 0,-5 0-5 15,-1 2 2-15,3-1-4 16,3 2-14-16,4 0 7 0,0 0-8 0,-4 2-6 0,0 2 5 16,0 0-10-16,1 1-15 0,6 3 2 0,-2-1 0 0,2 5-46 15,0 2 3-15,-2 5-14 0,-1 2-20 0,2 5-3 0,2 2-15 0,0 3-74 16,9 3-64-16,-3 4-12 0</inkml:trace>
  <inkml:trace contextRef="#ctx0" brushRef="#br0" timeOffset="53594.48">20335 14039 255 0,'-11'0'27'0,"1"0"5"0,1 0 6 0,0 2 25 0,3-2-20 0,1 1 24 0,1-1 0 0,2 1-11 0,1-1-21 0,1 0 37 0,0 0-35 0,0 0 25 15,0 0-20-15,0 0-25 0,0 0-23 0,3 0 6 0,1 0-2 0,1-1 22 0,1 1 5 0,2-1-6 0,1 1 0 16,0-2 24-16,0 1-21 0,1 1 14 0,0-1-5 0,0-1-9 15,1 1 2 1,1 0-9-16,0 1 10 0,0-1 5 0,1-1-1 0,-1 0 2 0,1-1-29 0,0 1 25 0,-1 2-24 0,1-3 26 0,-1 0-6 31,0 1-11-31,1-1-18 0,-1 2 16 0,1-3-11 0,1 2 23 0,-2-1-5 16,1-1-13-16,-1 0-10 0,-1 2 9 0,-5-2-8 0,-1 0 12 16,1-1-3-16,1 1-4 0,6-1 1 0,1 0-1 0,0 0 3 15,2-2 0-15,0 1 0 0,-2-2-3 0,2 2-12 0,-2-2 16 0,-1 2-12 16,0 0 17-16,-2 0-4 0,-1 3-7 0,-1-1-9 0,-1-1 3 0,-1 2-1 0,0-1 8 0,-2 2-6 0,-1 0-8 0,-1 0-21 31,1-1 23-31,-2 2-19 0,-1-2 23 0,0 3-1 0,0 0-10 16,-1-1 7-16,0 1-12 0,0-1 12 0,0 1-4 0,0-1-2 15,-1-1 3-15,1 1-36 0,-1 0 11 0,0-1-18 0,1 0-12 0,0 1-6 16,-1-2-13-16,1-1-69 0,0-2 19 0,2-3-23 0,0-1 108 16</inkml:trace>
  <inkml:trace contextRef="#ctx0" brushRef="#br0" timeOffset="53950.32">20762 13718 283 0,'-1'-5'219'15,"1"4"-159"-15,1-1 1 0,1 1-11 0,3 1-29 0,-1 0 2 16,3 1-9-16,1 1 5 0,1-2 12 0,1 2-7 0,0 1 16 0,0-1-5 16,1-1-10-16,1 3-13 0,0 1 15 0,0-1-15 0,1 1 6 15,-2 2-7-15,1-1-6 0,-1 2-10 0,2 0 10 0,-2 1-4 16,0-1 29-16,-1 1-1 0,2 0-9 0,-2 2-27 0,0-2 31 0,0 1-28 15,0 0 35-15,0-1-6 0,0 0-13 0,0-3 3 0,3 0-2 16,-1-3 6-16,2 3 8 0,-2 1-1 0,-2 0-3 0,1 0-28 16,-7-2 28-16,-1 1-26 0,0 1 22 0,-2-3-4 0,4 2-13 0,-1 0 1 15,0-1-1-15,-2 1 3 0,0-1 9 0,-1 2-3 0,-1-4-3 16,-1 3 2-16,0-1 7 0,-2 0-4 0,-1 1 11 0,0-1-8 16,-2 0-5-16,0 3-12 0,-3-3 8 0,5 2-5 0,-3 0 16 0,0 0-3 15,-3 0-10-15,-10 1-21 0,0 1 21 0,-1 1-19 0,-2 2 30 16,1 1-5-16,-2 1-10 0,-1 1-11 0,-1 4 3 0,-1 0-5 15,0 1-3-15,1 0-10 0,0-1-11 0,-2 6-24 16,-1-2 5-16,-1 2-9 0,-1-2-4 0,4-1-9 0,3-3-6 0,6-2-21 0,1-2-17 16,1-1 9-16,3 2-42 0,-2-3-8 0,3-3-12 15</inkml:trace>
  <inkml:trace contextRef="#ctx0" brushRef="#br0" timeOffset="75095.99">20178 393 256 0,'-27'-28'55'0,"14"16"762"0,5 6-381 0,6 4 3 0,0 2-450 0,1 2 15 0,1 3-10 0,-4 0 37 0,-1 2-3 0,2 3-4 16,1 1-25-16,-1 4 15 0,3 0-14 0,0 0 20 0,3 3-6 15,0 3-14-15,3 3-1 0,-2 5 2 0,4 6-2 16,-6 3 3-16,3 3 1 0,0 4-2 0,3 4 8 0,6 5-4 0,-1-2 4 0,3-1-7 16,0-1 2-16,-2 1-3 0,-1 8-8 0,-3 9 18 0,-2 6-14 15,-5 3 16-15,-1-8 1 0,-3-3-8 0,-2-2-8 0,-3 2 10 16,-1 7-11-16,-4 5 5 0,-5-1 3 0,-3-5-5 0,-5-4-8 16,0-3 16-16,4 3-13 0,0 7 17 0,-1 2-3 15,1 1-6-15,-6-3-7 0,0-8 0 0,3-3-1 0,0 0 12 0,7 2-2 0,1 0 2 16,0 1-10-16,2-2 3 0,1-5-3 0,-1 1 10 15,4-5 2-15,0 1-3 0,1 7-6 16,-1 0 17-16,2 0-14 0,-1-6 17 0,1-8-3 0,1-4-15 0,4-2-1 0,2-2 10 0,2 1-5 0,5 0 17 16,4-1-10-16,3 1-10 0,6-2 4 0,2-2 4 0,8-3 4 15,7-3 17-15,6-4-3 0,10-4-3 0,6-2-12 0,5-5 13 0,2-2-12 16,4-2 9-16,9-2 4 0,11-4-6 0,12-5-7 0,7-3 12 16,6-3-13-1,7-8 7-15,4 2-6 0,4-5-6 0,13-2-11 0,3-1 9 0,2-3-6 0,6-2 15 0,1 0-3 0,-4-4-7 0,12 0-12 16,6-1 9-16,-4 0-8 15,0 6 11-15,-1 0 2 0,-6 0-7 0,3-1-1 0,-2-2 5 0,-8 3-6 16,-10 4-1-16,-11 1 2 0,-8 3 0 0,-6 2-13 0,-6 1 12 0,-8-1-12 0,-11 1-1 0,-10 2-8 16,-3-1-15-16,-7 1-35 0,-5 0-1 0,-11-1-9 0,-9 0-32 15,-8 1-25-15,-7-1-21 0,-3 0-142 0,-6 0-97 0,-5 0-13 16</inkml:trace>
  <inkml:trace contextRef="#ctx0" brushRef="#br0" timeOffset="75551.02">19267 3349 1295 0,'0'-11'217'0,"5"-2"596"0,7-2-828 0,5-6 23 0,6-5-23 0,3-8 39 0,8-3 13 0,8-5-4 0,14-5 0 0,11 0 25 0,6-3-23 0,4 1 16 0,-4 3-10 16,0-4-15-16,14-5-8 0,7-9 1 0,4-1-2 0,1-5 5 0,-10 4 0 0,-1 6 2 0,15-4-12 0,2-2 13 31,2-6-10-31,-2-6 14 0,1 4-4 0,3 2-8 0,5 4-17 16,2 1 11-16,-4-2-11 0,7-5 13 0,-3-5-2 0,1-1-8 16,5 4-14-16,0 3 15 0,-1 5-11 0,-1-5 19 0,-10-5-4 0,-1-4-9 15,1 2-13-15,-1 6 4 0,-7 7-5 0,-9 1-8 0,-4-3 3 16,-1-2-5-16,-2-4-21 0,-5 6 1 0,-10 9-8 0,-8 8-21 15,-5 11-12-15,-4 7-12 0,0-2-59 0,-3 3-15 0,-6-1-11 16,-9 5-154-16,-8 5-129 0,-3 3-96 0</inkml:trace>
  <inkml:trace contextRef="#ctx0" brushRef="#br0" timeOffset="76834.63">22156 4029 256 0,'-14'4'27'0,"8"-8"397"0,1-1-176 0,-1 0 7 0,-1 1-226 0,2 1 29 16,3 2-33-16,-3 1 22 0,-2 0-14 0,1 3-21 0,-11 1-8 0,1 3 9 0,-1 1-7 0,-3 6 23 0,2 3-5 15,-1 1-10-15,-2 8-7 0,0-4 25 16,1 4-22-16,-2 7 35 0,2-3-2 0,-1 2-9 0,0 2-26 0,2-3 9 15,-1-2-18-15,-2 5 23 0,4-4-11 0,2-2-6 0,-1 3-8 16,2-7 1-16,2-3 0 0,-1-2 3 0,3-6-14 16,3-3-8-16,0-1-61 0,5-6-13 0,2 1 0 0,-2-3-92 0,3-2-42 15,2-3-22-15</inkml:trace>
  <inkml:trace contextRef="#ctx0" brushRef="#br0" timeOffset="76976.45">21636 4140 931 0,'-4'-10'46'0,"1"5"-36"0,0 0 94 0,1 4-15 15,1 1-7-15,1 6-53 0,0 2 49 0,0-1-52 0,3 8 92 16,0 1-18-16,3 3-25 0,4 7-22 16,3 0 23-16,4-3-29 0,5 3 28 0,1-4-26 0,-1 1-26 0,4-1-22 15,0-3 4-15,1 0-5 0,7-1 14 0,-1-4-11 0,3-1-7 16,4-1-33-16,-2-6-35 0,0 1 16 0,1-4-133 0,-10 1-118 16,2-2-21-16</inkml:trace>
  <inkml:trace contextRef="#ctx0" brushRef="#br0" timeOffset="77900.36">20659 2420 195 0,'-3'-2'60'0,"2"-1"-17"0,-1-1 28 0,1 3-8 0,0-2 37 0,0 0-43 0,0 1 37 0,-1 1-14 0,1 1-23 0,0-2-24 0,1 0 14 0,-1 0-21 15,1 1 45-15,0 0-10 0,1 0-10 0,-1 1-11 16,1-2 29-16,0 0-29 0,2-1 56 0,-2 2-18 0,1-2-13 0,0 3-25 16,-1 0 21-16,2-1-24 0,-2 1 26 0,0 0-6 15,-1 0-25-15,1 0-1 0,0 1 10 0,0-1-16 0,0 3 3 16,2-2-1-16,-1 2-3 0,2 1-17 0,1-3 13 0,-1 0-16 15,3 2 19-15,1-1-6 0,1 0-8 0,-1-1-14 0,0 1 13 16,-2 0-12-16,2 0 19 0,0 0-7 0,2-2-10 0,0 1-8 16,2 0 11-16,-1 0-4 0,1 1 22 0,1-1-6 0,-1 0-8 0,2 0-22 15,2 1 24-15,0-1-19 0,1-1 34 0,0 0-7 16,1 0-16-16,0-1 1 0,1-1-2 0,0-1 2 0,2-1 7 0,-1 0-3 16,2-2 0-16,0-1-14 0,-1 1 17 0,1-1-12 0,-9 0 23 15,-3 0-5-15,-1 1-10 0,-1-1-12 0,5-1 15 0,-1 1-10 16,-1-1 19-16,-1 2 0 0,-1-3-9 0,-1 0-1 0,-3 0 17 15,-1 0-11-15,-2-2 32 0,1-1-3 0,-1 1-9 0,-2-5-23 0,0 1 12 16,0-2-14-16,-1 1 11 0,-2-2-3 0,0 0-5 0,-3-1-6 16,0-4 3-16,-2 2-4 0,-1 1 6 0,0 3 1 0,0 0-1 0,0-2-12 15,1 1 11-15,0 0-10 0,1 3 10 0,2 1-1 0,-1 2-8 16,2-1-9-16,-1 1 14 0,3 1-9 0,0 2 13 0,2 0-1 16,0 1-6-16,0 1-18 0,0 2-3 0,0 0-7 0,2 4-47 15,0-1-9-15,2 1-18 0,0 1-54 0,1 0-2 0,-1 1-20 16,3 2-116-16,0 2-85 0,2 3-75 0</inkml:trace>
  <inkml:trace contextRef="#ctx0" brushRef="#br0" timeOffset="78230.99">21070 2516 1282 0,'-8'-1'92'0,"2"-1"17"0,2 2-17 0,-2 0-4 0,4 3-6 0,0-1-26 0,-1 1-19 0,3 3 25 0,0 2-34 0,3 2 26 0,1 3-13 0,1 1-17 0,0 4-12 16,2-3 4-16,0 3-8 0,2 4 5 16,-3-4-4-16,0 1-3 0,2 0-10 0,-3-2 4 0,0 2-3 0,1 0 12 15,-2-1-3-15,-3-4-3 0,-1 1-25 0,1-5-14 0,-1 0 0 16,4 3-102-16,-1-3-63 0,0 0-29 16</inkml:trace>
  <inkml:trace contextRef="#ctx0" brushRef="#br0" timeOffset="103900.46">9305 16441 212 0,'-1'-5'1'0,"-2"0"36"0,2 0 23 0,0 2-23 0,0-1-9 0,0 2-4 0,-1 0-8 0,-1 0-23 0,1 1 15 0,0-2-15 16,0 2 17-16,-2-1-4 15,1 0-7-15,-1 1-16 0,-1-2 17 0,0 2-11 0,1-1 29 0,-2 0-1 0,2-1-13 0,-2-1-14 0,1 2 26 0,-1-2-21 32,0 0 37-32,1 0-4 0,-2 1-6 0,0-3 1 0,2 3 0 0,-3-4 0 15,7 3 4-15,-2-2-3 0,0 1-4 0,0-2-12 0,-7 4 15 16,-3-3-12-16,1 3 14 0,-2-2-10 0,1 1-14 0,-2-1 11 16,0 5-3-16,-1-3 7 0,-2 2-6 0,1-1 4 0,-2-1-6 0,-1-1-13 15,-3 0 22-15,1 1-22 0,-1 0 11 0,3-1 1 0,-1 1-6 16,-1-2-10-16,-1 2 13 0,-1-3-8 0,-2 2 28 0,1-1-6 15,-1 1-12-15,-1-1-21 0,4 1 25 0,0 0-18 0,-3 2 34 0,0 1-8 16,-4-1-17-16,0 1 7 0,-1 1-4 0,2 1 6 0,-1 1-4 16,2 1 3-16,1 1-5 0,1 0-19 0,0 3 24 0,0-1-20 15,-2 0 33-15,1 1-11 0,-1 0-12 0,-1 0-10 0,5-2 7 16,-2 3-1-16,-2-5 25 0,1 1-1 0,-4-2-6 0,0-1-23 0,1 1 26 16,2-2-24-16,0 0 20 0,2 0-3 0,2 0-11 0,-1 2-5 15,-1 0 3-15,1 0 0 0,-3-2 12 0,-1 0-2 0,-1-3-3 0,-3 0-20 16,6 1 23-16,0 2-19 0,0 0 23 0,0 0-5 0,-4 1-11 15,1 3-3-15,-1-3 8 0,0 1-1 0,1 0 20 0,0 2-5 16,4 1-11-16,-1 1-16 0,1 3 15 0,0 2-13 0,0 1 22 16,1 0-3-16,1-1-6 0,1 0-21 0,6-1 23 0,1 0-16 15,0 0 31-15,1 1-3 0,-3-2-17 0,3 0-15 0,0-2 23 0,3 0-19 16,0 0 27-16,3 0-7 0,1-2-11 0,2 3-10 0,0-2 5 16,2 0-1-16,0 1 17 0,1 0 2 0,1 2-8 0,1 2-10 15,1-1 11-15,0 1-11 0,0 2 10 0,1-3-2 0,1 2-2 16,1 0-9-16,1-2 6 0,0 0-2 0,2 2 20 0,-1-2-2 15,2 1-10-15,0 1-4 0,2 1 10 0,0-2-9 0,1 1 5 0,0 0-1 16,2 0-5-16,2 3-2 0,0 1 1 0,2 0 2 16,0-2 12-16,-6-1-4 0,0 0-5 0,1 0-12 0,3 3 15 0,5 0-13 0,1-2 19 15,0 0-7-15,1-2-5 0,0-1-4 0,0 1 2 0,3-3 1 16,-1-2 6-16,3 0 1 0,1 0-4 0,5-2 1 0,0 1 5 16,2 0-4-16,1-2 0 0,1 0-2 0,-2-1-1 0,-2-1 12 0,0 0-6 15,0 1 10-15,0 1-9 0,3 3-1 0,-1 2-6 0,0 2-11 16,-1-4 18-16,4 0-14 0,0-3 19 0,-1-3 0 0,1 0-7 0,3-1-4 15,-2 0 4-15,-6 1-3 0,1 1 12 16,-5 2-4-16,1 2-4 0,5 2-26 0,0-2 30 0,-2-1-23 0,3-4 36 0,2-1-5 16,0 0-15-16,2-2 4 0,1-1-2 0,0-1 4 0,-1 2 4 15,-7-2-4-15,-2 0-3 0,1-2-8 0,-3 2 13 0,4 1-10 16,1 1 10-16,-6 2-4 0,0-3-5 0,2-3 7 0,0-2-5 0,1-1 8 16,1-1 0-16,-2-2 5 15,0 2 1-15,3-3-19 0,-1 1 17 0,0-4-19 0,-5 0 11 0,-3-1 2 16,-1-2-5-16,2-4-15 0,2 0 18 0,1 0-14 0,-4 1 24 0,-2 3 0 0,1-2-12 0,0 1-5 15,0-2 11-15,-1 0-12 0,-1 2 5 16,-2 0-1-16,1 4-3 0,-2-2-11 0,-1 1 16 0,-3-1-10 0,-2 0 21 0,0 2-2 16,-2 0-14-16,0 2-2 0,-3 2 7 0,-1 0-5 0,-2 2 8 15,-3-2-4-15,0 2-1 0,-4 0-17 0,-2 0 19 0,-1-1-12 16,-1 1 26-16,-1 1-1 0,-2 0-18 0,-1 1-16 0,-4-1 22 16,-1 3-21-16,-2 0 13 0,-1-1-6 0,0 1-11 0,-3 1-19 0,1 1 16 15,-2 0-10-15,1-1 27 0,-1-1-3 0,-2-2-13 0,-2 0-47 16,-1 0 5-16,-1 2-20 0,5 1-38 0,-1-1-15 0,1 0-19 0</inkml:trace>
  <inkml:trace contextRef="#ctx0" brushRef="#br0" timeOffset="107731.63">22585 17195 289 0,'0'-9'22'0,"-4"1"-9"0,2 2 29 0,0 0-24 0,-1 2 59 0,2 0-2 0,0 1-13 0,-1 1-1 0,0-2 10 0,-1 1-13 0,1 0-9 15,0 0-8-15,0 0-8 0,-1 2-5 0,2 0 1 0,0 0-1 16,1 1-8-16,-1-2 0 0,1 2-10 0,0 0-33 0,0 0 30 16,0 0-29-16,0 0 38 0,2 0-5 0,1 2-11 0,1-1-15 0,1 1 11 15,0 0-8-15,2 3 23 0,-1-3 1 0,1 4-8 0,0-1-12 16,1 0 12-16,-6-1-12 0,2 2 16 0,-2-1-4 16,0 2-3-16,6-1-7 0,1-2-1 0,1 2 2 0,0-1 12 15,1 0 1-15,1 2-3 0,1-1-10 0,-1 2 13 0,1 0-12 0,-1-1 16 0,0 0-6 16,0-1-4-16,0 0-14 0,0-3 13 0,0 0-6 0,1 0 31 15,-1 0-7-15,2 2-13 0,-1 2-6 0,3-2 7 0,1 0-7 16,0 0 2-16,1 0-2 0,0-1-4 0,2 2-6 0,4-3 11 0,1 2-2 16,3-3 19-16,-1 2 1 0,-1 0-10 0,-6-3-18 0,1 2 22 15,-1 0-21-15,1-1 15 0,6-1 1 0,-1 1-8 0,0-1-12 16,-1 0 12-16,-1 1-10 0,0-1 27 0,-2 0-2 0,0 2-7 0,3-3-21 16,0 0 21-16,1 0-18 0,1 0 28 0,-2 0-3 0,2 0-8 15,2 1 10-15,1-1-5 0,-1-1 7 0,-5 1-1 0,-3-3 1 16,4 1 0-16,0-1-29 0,5 0 31 0,-1 0-28 0,-2-1 39 15,0 1-12-15,0 1-16 0,2 0-12 0,0 0 9 0,2 0-3 0,1 1 22 16,2 0-3-16,1 0-14 0,1-1-12 0,-6 1 16 0,-1-1-14 16,3 0 16-16,-2 0-4 0,5-2-5 0,1 1-15 0,-3-1 14 15,1 1-7-15,0 1 35 0,-2-2-3 0,1 1-9 0,4 1-4 16,2 0 3-16,3-1-4 0,-3 2-1 0,-9-2 0 0,1 3 2 0,1-2-5 16,0 1-5-16,4-1 3 0,-4 1 0 15,-3 0-2-15,0-1 2 0,1 2-15 0,-1 0 15 0,0-1-11 0,-1 0 21 16,-2-2-6-16,0 1-9 0,3 2-15 0,-3-2 15 0,-1 2-8 0,-3-2 27 0,-8-3-6 15,-2 1-10-15,3-2 1 0,-2 0 5 0,6 0-4 0,-1 0-1 16,-2-3 0-16,-4 1-3 0,1-1 3 0,-1 0 0 16,-2-2 2-16,0 0 2 0,-2-2-1 0,0 1-3 0,0-1-12 15,-3-2 18-15,-1 2-14 0,0-3 20 0,-2 1-5 0,1-2-10 16,-2 2-2-16,-1 0-3 0,-2 1 3 0,-2-1 2 0,1 4 4 0,-3-2 2 0,-2 0-33 16,-2 1 31-16,-2-3-28 0,-4 3 38 0,-1-2-7 0,-5-2-15 0,-2-2 6 15,-2-1-4-15,-2 0 5 0,5-2 1 0,-2 3 0 0,-2 2 0 16,-4-1-18-16,-8 2 18 0,1-1-15 0,1 0 18 0,1 2-3 15,2 0-7-15,-5 1 5 0,1-1-3 0,-2 4 5 0,-3-2 8 16,3 3-5-16,1 0-3 0,-1 0-9 0,-3 1 12 0,1 1-8 0,-4-1 15 16,5 2-8-16,2-1-7 0,-2 1-11 0,0 1 11 0,-3-2-3 15,0 0 31-15,5-2-7 16,4-2-11-16,-3 0-20 0,-2-1 10 0,-5 3-9 0,-5 2 21 0,3 2-6 0,1 1-6 0,-4 1 5 16,-5 2-10-16,-2 0 11 0,1 1 5 0,0 0-3 0,1 1 6 0,-6 4-26 15,0 0 16-15,0 3-17 16,-3 2 22-16,3 2 2 0,3 0-6 0,-6 4-16 0,3-1 15 0,2 1-14 0,-1 1 31 0,11-1-5 15,2-2-11-15,-3 3-17 0,2-2 17 16,2 0-14-16,6 3 27 0,3-1-5 0,-1 2-7 0,-2 3-4 0,1 1-6 16,2 0 6-16,4 1 6 0,5 1-2 0,1 1 0 0,2 3-14 15,2-1 13-15,0-1-11 0,0 0 15 0,1-2-2 0,3 2-5 0,1 2 1 16,6 0-4-16,3-2 4 0,5-3-1 0,1-1 1 0,3 0-1 0,1-1-5 16,5 2 13-16,2-4-12 0,3 1 5 0,5-4 1 0,1 1-4 0,4-2-4 15,1 3 8-15,2-1-6 0,2-2 7 0,0-4 4 0,3 1-10 0,5 0-16 16,4-3 31-16,7 1-25 0,3-2 33 0,3-2-9 15,-5 3-12-15,4 2-1 0,-2 0 0 0,2-1 3 0,6-3 4 0,-2-4 5 16,2-2-7-16,8-1-11 0,0-1 22 0,-2 0-21 0,-4-1 15 16,-8 1-5-1,-1-1-10-15,4 0-15 0,-3-2-6 0,3-1 0 0,2 2-30 0,-4-1-9 0,-1-1-14 0,-4 2-63 0,-3-1-7 0,-3 1-16 16,0-2 58 0</inkml:trace>
  <inkml:trace contextRef="#ctx0" brushRef="#br0" timeOffset="114413.31">27770 15008 256 0,'0'-1'-1'0,"-1"0"-8"0,1 1 5 0,1-1 1 0,1 1-11 0,2-2 14 16,0 1-10-16,2 1 23 0,1-1-8 0,-1-1-8 0,3 2 0 0,-1-2 2 0,2 1 2 0,0-2 14 0,1 2 5 0,0-1-1 0,0 1-15 16,0-1 33-16,2-1-28 0,0 1 37 0,1 0-12 0,1 0-12 15,3-1-22-15,0 1 15 0,1 2-9 0,2-3 25 0,0 2-7 0,0-1-15 16,-1 0-11-16,-3 1 10 15,0 1-8-15,2-3 20 0,4 2-7 0,4-2-2 0,1 2-3 16,0 0-7-16,-1-1 8 0,0 0 4 0,0 1 4 0,-2-1 4 0,4 2-30 0,0-1 30 0,2 0-27 16,4 1 38-16,0 0-6 0,1 0-14 0,-1 0 4 0,-7 0-2 0,2-2 4 15,-1 2-5-15,0 0-1 0,4-1-6 0,-3 0-12 0,2 1 19 16,-2-1-19-16,1 1 8 0,0 0 2 0,0-2-4 0,3 1-7 16,1 1 6-16,1-1-4 0,-3-1 12 0,-7 2 3 15,-1-1-8-15,1-1-25 0,1-1 32 0,5 0-28 0,0 0 35 0,-7-3-8 16,1 1-14-16,-2 0 1 15,-1 0 4-15,0 1 1 0,-2-1 13 0,2 3-4 0,-4-2-8 0,0 1-6 16,-2 1 8-16,-2 0-7 0,-1 1 0 0,-5-1 1 0,-2 0-3 0,-3 1-12 0,-3 0 11 0,0 1-8 0,-2 0 15 16,-1-2-2-16,-4 2-14 0,-3 0-9 0,-3-2 25 0,-4 2-19 15,-1 0 32-15,-1 0-10 0,-1 1-8 0,-2 0 8 16,-1 2-9-16,-2 0 13 0,0 0 1 0,1-1-2 0,-3 1-2 0,-3 0-28 16,-3 0 33-16,-2-3-27 0,1 0 40 0,2 0-7 0,5 0-15 0,-1 0-13 15,-5-2 15 1,1 0-8-16,-4 0 23 0,3 0-2 0,0 1-15 0,1-1 0 0,-1 2 9 0,1 0-6 0,-2 0 9 0,2 0 2 15,-3 0 3-15,-2 2-16 16,2-1 20-16,8 0-15 0,-1 0 32 0,0 1-8 0,0 2-14 0,-6-3-16 16,4 3 9-16,3-2-9 0,2 1 7 0,4 1-4 15,0 0-3-15,0-1 0 0,-1 1-7 0,1-1 8 0,0 2 4 16,2-3-1-16,0 0 0 0,0 0-10 0,1 1 10 0,1-2-10 16,-1 0 12-16,1-1-6 0,1 2-3 0,2-1 1 0,1 0-7 15,-1-1 9-15,5 0-4 0,-1 2 2 0,0-2 0 0,-3 0-40 0,-8 0 31 0,1 0-31 0,-1 0 42 0,0 0-3 0,3-2-12 0,0 1 9 16,1 1 1-16,2-1 4 0,3-1 11 15,2 2-3-15,1 0-6 16,2-1-11-16,1 1 17 0,1 0-13 0,0-1 15 0,2 1-1 16,1 0-8-16,0 0-9 0,1 0 3 0,0 0-5 0,0 0 10 15,0 1-1-15,1 0-2 0,2-1-11 0,1 2 11 0,1-1-9 0,1-1 15 16,2 1-2-16,1-1-7 0,3 0 7 0,2-1 0 0,1-2 0 16,3 3-2-16,0-2 2 0,1 1-2 0,2-1-12 0,-1 1 20 15,1 0-17-15,-1-1 23 0,-3 2-2 0,-3 0-9 0,0 0-11 16,4-1 13-16,1 1-10 0,7 0 32 0,-1 0-2 0,0 0-7 0,0 0-4 15,2 0 7-15,0 1-7 0,0-1 2 0,0 2-3 0,1-2-4 16,4 1 2-16,5 0 1 0,1 1 2 0,2-2 6 0,-7 0-1 16,-2-2-3-16,4 0-6 0,0 0 12 0,5-3-10 0,-3 1 8 0,-2 1-2 15,0-1-5-15,0 1-17 0,1-1 6 0,1 2-7 0,2 1 17 16,0-1-3-16,-1 1-7 0,-6 0-8 0,-2-1 12 0,0 0-9 16,-1 1 13-16,2-1-6 0,-4 0-7 0,-2 0-7 0,-4 1 8 15,-2 0-2-15,13-2 31 0,-20 3-20 0,0 0-13 0,-1 0 15 16,-4 0-13-16,0 0 15 0,-3 0-4 0,-2 0-5 0,-2 0 2 15,0 0 13-15,0 0-1 0,-1 0 33 0,-2 0-14 0,-2 0-14 0,-2 0-30 16,-4 0 19-16,-3 0-17 0,-1 2 27 0,-3-1-6 0,-3 1-10 16,-3 0-6-16,-5-1 4 0,-5 2-2 0,-3-3 8 0,0 0 4 15,4 0-5-15,-4 0-22 0,-2 0 28 0,-3 0-25 16,-4-2 37-16,4 1-7 0,0 0-13 0,-1 1-7 0,0-2 2 0,-5 2 1 0,-1-1 14 16,-3 0 2-16,3-2-5 0,-3 1-2 15,1-1 17-15,3 1-13 0,1 0 19 0,7 2-5 0,2 0-4 0,0 0-8 0,-1-1 6 16,1 0-3-16,2 1 13 0,7 0-10 0,2 0-10 0,-1 0-13 15,-2 0 12-15,-4 0-10 0,3 1 14 0,5-1 0 0,3 1-9 0,3 1-9 16,3-1 8-16,3 2-8 0,2-2 12 0,5-1 2 16,1 0-5-16,4 1-7 0,1-1 9 0,1 0-8 0,0 0 6 0,0 0-5 15,2 0-9-15,1 0 1 0,3 1 8 0,3-1-2 0,1 0 13 0,1 0 2 16,3 0-9-16,0 0-3 0,4 0 6 0,0 0-8 0,3 0 2 16,1 0-2-16,0 0-1 0,2 0-16 15,-3 0 19-15,2 0-12 0,-5-1 19 0,0 1-4 0,-7 0-22 0,1 0-59 0,3 0 25 0,0 0-38 16,7 0-27-16,-3 0-25 0,0 0-33 0,-1 0-117 0,0 1 165 15</inkml:trace>
  <inkml:trace contextRef="#ctx0" brushRef="#br0" timeOffset="-148540.74">5589 14364 456 0,'-7'-9'113'0,"2"6"153"0,0-2-176 0,2-1-50 0,0 4 7 0,2 1 8 0,1-1-3 0,0 1 1 0,0 1-45 0,0 0 24 0,0 0-28 16,1 1 17-16,3 1-7 0,0 0-11 0,3 1 20 15,2 2-10-15,3-1 13 0,3 1-4 0,3-1-3 0,5 1 1 0,6-1-33 0,2-3 24 0,-2 3-22 0,4-2 30 16,0 2-7-16,2 0-13 0,7-2-5 0,-1 0 6 0,3-2-2 16,3 0 15-16,4-3 1 0,4-1-7 0,6 1-11 0,-2-4 11 15,-1 1-11-15,-3 2 12 0,-4 0 4 0,4-2-2 0,5 2-3 16,6-5 16-16,2 2-11 0,1-2 22 0,-4 2-6 0,-3 0-10 0,-1 1-23 16,2 0 16-16,1 2-15 0,1-1 20 0,-1-2-8 0,-2 1-8 0,-1-3-2 15,-6 0 3-15,-3-3 1 16,-1 0 4-16,-3-3 4 0,0 0-8 0,4-2-14 0,0 0 18 0,-4-3-17 0,2 0 21 0,-4-1-8 15,-5 2-4 1,3-1 5-16,-6 0-8 0,-4-1 11 0,-3-1-2 0,-2 0-2 16,-4-2 0-16,0-2-23 0,-4-1 27 0,-3 4-22 0,-4-1 31 0,-5 2-7 0,-6 2-14 0,-6-5-19 0,-7 4 5 0,-5-1-8 15,-6 1 0-15,-5 4 4 16,-4 1-6-16,-7 1-6 0,-5-1 17 0,-5 4-16 0,-10 0 24 0,-6 3 3 0,-4 1-1 0,-4 2 12 16,2 1-4-16,2 1 6 0,-1 2 10 0,-2-1 4 0,-5 0 3 0,-3 3-4 15,-3-1 12-15,9 1-10 16,3 0 0-16,5 1-3 0,-5 2-8 0,-8 1-6 0,0 0 4 0,1 1 2 0,4 1 10 0,9 1-1 15,-1 2-4 1,-4 2-30-16,-5 2 29 0,-2-2-27 0,0 3 33 0,7 1-4 0,6 2-14 0,0 8 3 0,3 2 13 0,-3 3-5 0,1 5 25 16,0-4-4-16,3 3-13 0,2-2-20 15,3 2 26-15,10-2-22 0,4-2 30 16,7-4-10-16,4-1-15 0,2 1-2 0,2 0 0 0,5 1 3 0,5-3 8 0,5-1-3 0,5 1-3 0,4 2-25 16,8 1 17-16,4 0-16 0,5-2 21 15,4-3-5-15,-1-3-7 0,3-1-5 0,3-1 11 0,2-1-3 0,4-1 19 0,4-4-2 0,5-2-11 16,10-3-5-16,4 1 18 0,0-5-12 0,4 2 23 0,-5-3-10 0,0-1-11 15,6 0-5 1,1 0 3-16,9 0-1 0,6 2-9 0,1 0-15 0,-2 0-14 0,1-1-86 0,0 1 4 16,7 1-137-16,10 0-240 15,6 4 47-15,-5-2 449 0</inkml:trace>
  <inkml:trace contextRef="#ctx0" brushRef="#br0" timeOffset="-147242.13">21263 14204 513 0,'-6'-9'136'0,"3"0"194"0,-1 4-279 0,3 2-40 0,1 1-21 0,1 2 23 0,3 0-3 0,0 2-8 0,4-2 3 0,2 1 4 0,3 1 2 0,-1 0 19 0,1 1-3 16,0 1-4-16,1 1-29 0,1 3 35 0,0-1-29 0,0 1 42 0,1 3-8 0,1-2-18 0,1 2-11 16,3-1 13-1,3 2-9-15,2 1 19 0,4-3-6 0,4 2-12 0,2-2-13 16,-3 1 14-16,2 0-12 0,-1-1 14 0,-2-4-3 0,3-2-7 0,-1-1-3 0,-3-3 4 0,1 0-1 0,-1 1 9 0,2 0 3 15,2 0-8-15,5-1 4 0,1 0 16 0,3-2-13 0,-4-1 10 16,-1 2 1-16,-1 0-7 0,0-2-23 0,2 1 17 16,-6-6-16-16,-1 2 28 15,-4-1-1-15,4-1-9 0,1 1-17 0,4-1 12 0,4 0-13 0,1-1 11 16,-5 0-5-16,3-2-6 0,0-1-5 0,-1 0 9 0,2-1-4 16,-5 0 18-16,-5 0-6 0,-2 2-7 0,-1-1-15 15,-1-1 10-15,0 1-8 0,-1-1 18 0,-2-1-7 0,0 2-7 0,-4-2-2 16,-3 1 4-16,-5 0 1 0,-5 2 4 0,-3-1 1 0,-5 2-5 0,-5-1-12 15,-4-2 12-15,-9 0-13 0,-3-2 15 0,-4 1-2 16,-4-3-4-16,0-1-8 0,-3 0 14 0,-1-1-7 0,-3 4 20 0,-2-1 0 16,-8 3-10-16,-11 2-8 0,-4-2 11 0,-5 2-9 15,1-1 8-15,6 1-2 0,3 0-2 0,-3-2 4 0,2 3-7 0,-7-1 8 16,-8 2-3-16,1 4 3 0,1 1 4 0,0 3-20 0,5 1 24 16,-2 2-21-16,-5 2 31 0,-5 4-6 0,1-1-9 0,-3 2-5 0,9 1 0 15,4 2 2-15,2 2 9 0,0-1-5 0,-2 4-4 0,-1 0-20 16,2-2 19-16,5 1-15 0,7 3 28 0,8 1-3 0,6 3-8 15,1 2-18-15,3-2 20 0,0-2-14 0,5-1 23 0,5-4 1 16,6-2-16-16,8 1 0 0,7-1 19 0,5 2-14 0,7-1 18 16,7 0-6-16,8 1-10 0,5 0-13 0,4 0 14 0,3-2-9 15,2 2 23-15,0-3-7 0,6 1-10 0,9 0-17 0,9 0 12 0,6-1-11 16,0 1 8-16,-2-2-6 0,-5 2-11 0,-1-1-29 0,1-1 0 16,1-1-8-16,7-1-33 0,-5-1-26 0,1 0-31 0,-4 2-227 15,-8 3 240-15</inkml:trace>
  <inkml:trace contextRef="#ctx0" brushRef="#br0" timeOffset="-145976.87">8016 13896 897 0,'-18'-10'239'0,"1"2"-127"0,3 3-81 0,5 2-16 0,0 3 27 0,4 0 10 0,1 3 5 0,1-2-2 0,1-1 23 0,2 0-22 16,0 0-6-16,0-1-13 15,1 1-25-15,1 0-10 0,3 1 2 0,4 0-2 0,1-1 5 0,3-1 3 0,3 0-1 0,4 1-5 0,4 1 9 16,4 2-10-16,5 2 5 0,8-1 3 0,3-1 0 0,-1 3-11 16,6-4 5-16,-4 2-7 0,1-1 4 0,2-2 1 0,0 0-3 0,6 2-6 15,7-2 11-15,6 0-9 0,3-1 13 0,-1-2 2 0,-2-2-5 16,1 0-16-16,3-2 14 0,7 3-12 0,8-3 17 0,-3 2-1 16,0-3-9-16,-1 4-14 0,0-3 25 15,8 4-19-15,6-1 26 0,-4-1 2 0,1-2-9 0,-3 3 5 16,5 0 12-16,8 1-7 0,-1 1 8 0,-2 0-5 0,-4 1-11 0,7 0 1 0,5 0-2 0,4 2 0 15,-1 0-2 1,-4-1 3-16,4 0 1 0,7 0-23 0,1-1 11 0,1 0-11 0,3 0 24 0,-4 0-3 0,1 0-7 0,7-1-5 16,2-1 3-16,-1-1-2 0,3 1 5 0,-4-2-1 0,1 0-1 0,2 0-5 15,2 1 0-15,-1 0-1 0,-1 1 7 0,-3 0 2 0,-3-1 0 16,6 2-23-16,-2 0 22 0,-2-1-18 0,-1 1 28 0,-6 1-5 16,0-2-14-16,1 0 1 0,-1 2 3 0,-4-1-1 0,1 0 9 0,-4 1-4 15,-3-2-1-15,0 2-5 0,-1 0 2 16,0-1-1-16,1 1 4 0,-9 0 1 0,95-1-1 0,-198 0 23 0,205-1-42 15,-106 1 29-15,-9 0 6 0,2-1-5 0,2 2-9 0,0 0 20 0,-3-1-19 16,-5 0 13-16,-10-2-1 0,3 2-11 0,2 0-13 0,1 1 10 16,-3 0-9-16,-6 0 13 0,-10 0 0 0,-2 0-4 0,2 1-4 15,3 0 6-15,-1 1-4 0,-1 0 14 0,-5-1-3 0,-5 1-4 0,0-1-9 16,-2 2 11 0,-1-2-11-16,-4 1 9 0,2-2 0 0,4 3-6 0,0 0-4 15,-5-1 3-15,-2-1-2 0,-3 1 4 0,-5-1 0 0,2 1-3 0,-3 0-5 16,-3-1 16-16,-1 2-12 0,-2 0 24 0,-1 1-7 0,0 0-9 0,4 1-15 15,0-2 13-15,2 2-10 0,2-3 23 0,-4 4-4 0,-3-3-9 0,3 0-12 0,-2 1 15 0,2-2-11 16,4 0 22-16,-6 0-3 0,1 0-8 0,1 0-14 16,-1-1 12-16,3-1-10 0,1 0 17 0,-1-2-4 0,5-1-10 15,4 3-11-15,-7-1 15 0,1 0-11 16,-4 1 21-16,-3 0-5 0,4 1-7 0,-4-1-11 16,-4-3 9-16,-4-2-7 0,-2 1 16 0,-2-2-1 0,-1 1-5 0,1-1-16 15,-2-1 20-15,3 2-16 0,0-1 25 0,3 2 0 16,2 0-9-16,6 0 7 0,5 0 6 0,4 2-4 0,4 0 3 0,-2 1-4 15,3 1-7-15,2-1-8 0,0 1 7 0,2 1-6 0,-1 0 9 16,2-1-3-16,7 3-4 0,6 0-15 0,-3-1 13 0,0-1-9 16,-5-1 22-16,-4 0-5 0,-2 0-10 0,-6 0-12 0,-1 0 13 15,-1 0-8-15,-2 2 19 0,0-1-3 0,-2 0-8 0,0-1-11 0,-7 0 11 16,-10 0-11-16,-4 0 8 0,-3-1-5 0,-5-2-12 0,4 1-31 16,-3-1 7-16,-2-1-16 0,-4 2-31 0,-2-3 2 0,-5-2-16 0,-5-3-87 15,-6 0-19-15,-1-2-35 0,-6 1-253 0,-5-2 300 0,-3 1-55 16</inkml:trace>
  <inkml:trace contextRef="#ctx0" brushRef="#br0" timeOffset="-145738.67">19968 13642 1666 0,'8'-3'68'0,"1"-1"-15"0,1 2-18 0,3 2-10 0,3 4-13 0,6-1-1 0,2 2 15 0,2-1-7 0,1 0 29 0,-5-1-3 0,-6 4-8 0,-3-2-12 0,-1 1 2 15,-3 2-6-15,6 0 4 0,-3 2 6 0,-2 0 4 0,-2 4-23 16,-4 0 32-16,0 4-28 0,-4 2 30 0,-1-3-8 0,-5 4-20 0,-2 2-14 16,-3 0 10-16,-3-1-11 0,-1-2 13 0,-2-1-7 0,-1-1-5 15,2 3-8-15,-4-2 10 0,-4-2-6 0,-3-1 13 0,-6-2-4 16,-3-1-9-16,1 0-3 0,0 0 3 0,-1 0 0 0,0 1 1 16,-3-1-2-16,-8 1-5 0,-4 0-9 0,-2 1-7 0,-4-2-1 15,2 0-44-15,2-1-12 0,0-1-17 0,3 2-120 0,3-2-71 0,-2-1-31 16,-3-3-49-16</inkml:trace>
  <inkml:trace contextRef="#ctx0" brushRef="#br0" timeOffset="-144923.41">8482 13598 639 0,'-4'-11'201'0,"1"4"291"0,1 2-392 0,-1 1-87 0,2 1-6 0,0 1 24 0,0 2-2 0,0-3 3 0,0 2-20 0,0-2 20 0,-2 2-17 0,1 0 18 16,0 1-2-16,-2 0-12 0,-1 0-26 0,-1 0 16 0,-2 3-17 0,-3 3 19 0,-1 1-1 0,-3 2-9 0,-2 3-12 15,-4 3 17-15,-5 3-13 0,-1 2 29 0,-2 2-7 0,-2 1-11 16,1 2-4-1,-1 0 9-15,-3 3-3 0,2 4 31 0,-2-3-5 0,4-1 1 0,2 2-17 16,2 0 13-16,1-1-10 0,3 1 16 0,4-5 2 0,1 1-5 0,2-3-23 0,1 1 24 0,0 2-23 0,3 0 22 16,0-2-7-1,4 2-14-15,-1 0-16 0,4 1 17 0,0 1-14 0,3 3 26 16,1-1-3-16,5-2-9 0,1-1-15 0,3-4 14 0,4-2-11 0,1-1 35 0,4-2 0 0,1-4-3 0,5-3-5 0,3-2 7 16,4-2-6-16,7-5 7 0,6-1-7 0,9-1-7 0,9-3-19 15,2-4 4-15,1-3-6 0,-2-2 5 16,-3 1-3-16,6-4-3 0,8 0-19 15,2 0 12-15,2 0-11 0,-3 2 4 0,-10 3-10 0,-3 2-16 0,-1 4-49 16,1 4-1-16,2 5-14 0,-2 6-48 0,-6 0-23 0,-4 7-29 0,-5 4-158 0,-5 3 216 0</inkml:trace>
  <inkml:trace contextRef="#ctx0" brushRef="#br0" timeOffset="-142337.72">27803 15235 431 0,'-19'-13'101'0,"1"-1"133"0,-1-1-155 0,1 3-36 0,4 2-2 0,3 1 5 0,5 3 1 0,4 2-4 0,1-1-21 0,2 2 29 0,2-1-28 0,3 0 14 0,4-2-10 0,4 1-18 0,5-2-12 15,4 2 9-15,3 2-6 0,3-3 20 0,3 3-1 0,2 0-7 16,6 0-4-16,8 1 0 0,3 1-3 0,0-1-2 0,3 0-3 16,-1 0-1-16,5 1-10 0,4 0 7 0,0 0-2 0,4-1 20 15,3 2-7-15,3-2-7 0,4-1-21 0,-2-1 21 0,-4-1-17 0,-2 0 26 16,-2-3-5-16,2 2-12 0,1-2-11 0,2-2 14 0,-7-1-8 15,-6-2 29-15,-9 0-5 0,-6-1-10 0,-2-1-14 0,-3-1 17 0,-1-2-14 16,-5-2 23-16,-7-1-2 0,-5-2-6 0,-8 2-7 0,-4-1 16 16,-7-3-9-16,-2 0 32 15,-7-2-6-15,-4 1-11 0,-8 1-5 0,-5-2 3 0,-6 0-5 0,-1 1-5 0,-1 2 0 0,-4 4 0 0,-2 0-14 16,-6 1 6-16,-8 1-8 0,-5 2 16 0,-6-2 0 0,0 1-2 16,0-2-23-16,1 1 22 0,3 1-17 0,-1 2 33 0,-2 2-12 15,-1 3-16-15,0 0-10 0,-1 3 13 0,7 5-4 0,6 2 36 16,3 0-2-16,7 6-2 0,-2 0-16 0,0 9 8 0,-4 2-11 0,1 1 4 15,1 2-6-15,5-1-1 0,2 3-2 16,0-2 0-16,3 1 3 0,0-1-1 0,5 2 3 0,3 1-6 0,2 5-13 0,3 0 23 16,-1 3-20-16,5-2 23 0,2-1-3 0,3 1-9 0,3-1-12 0,3-1 13 15,1-3-7-15,5-1 24 0,2-4 0 0,4 2-10 0,3-1-14 16,3-1 17-16,1-1-17 0,4-2 16 0,-1-3 1 0,3-2-7 0,2 2-13 16,4-3 13-16,-1 0-10 0,4 1 19 0,1-2 2 0,6-1-11 31,7 0-25-31,4 0 25 0,2-2-24 0,-1 1 19 0,-2-1-12 0,1-1-16 0,1 2-48 0,3 2-15 0,-2-1-10 0,-2 1-136 15,5 3-68-15,2 1-70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8:32:06.69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18692 14915 229 0,'-5'-6'1'0,"0"-3"15"0,1 3 35 0,2 3-22 0,-1-1 24 0,2 0-8 0,1 1-20 15,-1 1-10-15,1-2 7 0,0 1-4 0,1 2 21 0,0-1-10 0,0 0-9 0,1-2-15 16,0 4 13-16,-1-1-14 0,1 0 4 0,-1 1 1 0,0-1-2 16,1 1 3-16,-1 0-6 0,0 0 5 0,-1 0 5 0,1 0-1 0,0 0 2 15,-1 0-10-15,1 0 20 0,0 0-14 0,3 1 22 16,-2 0-1-16,1 0-7 0,2 2-25 0,-1 0 16 0,2 0-15 0,-1-1 27 15,2 2-5-15,0-2-14 0,0-1-20 0,2 2 30 0,0-2-24 0,2 0 33 16,-1-1-5-16,2 0-14 0,1 0-14 0,0 0 16 0,2 0-11 16,2-1 22-16,-2 0-1 0,2 0-16 0,1-1-10 0,0 2 17 15,2 0-17-15,-1 0 15 0,2 0-3 0,-2 0-7 0,1 0 6 0,1 0-6 16,2 0 9-16,-1 0-4 0,-2 0 2 0,2 0-3 0,-5 0-27 16,1 2 35-16,2-1-31 0,1 0 41 0,5-1-10 0,0 1-13 0,-2-1-7 15,2 0 2-15,-1 0 3 16,1-1 15-16,0 0-2 0,-1 0-5 0,4-1-4 0,-2 2 8 0,1-1-7 0,-1 0-1 0,-2 0-2 15,1-1-1-15,1 1-7 16,-8 0 9-16,0-1-1 0,-1 2 25 0,-1-1-4 0,8 0-9 0,-2 1-12 16,1-1 16-16,-2-1-15 0,-1 0 13 0,-1 0-3 0,-1 2-5 15,2 0-5-15,0 0 3 0,-1 0 0 0,-1 2 10 0,-1-1-2 16,-1 2-5-16,1-2-7 0,1 1 3 0,1 0-5 0,-1 0 3 0,-1 1-3 0,0-2-2 16,0 0 9-16,0-1-6 0,0 0 9 0,-2 0-7 0,-7 0 2 15,1 0-2-15,1-1-3 0,1-1 9 0,6-2-9 0,1 1 9 0,-1-1 4 16,0 0-1-16,-1 1-21 0,0-1 8 0,1 0-11 0,0-1 25 0,-1 1-3 15,1-1-3-15,-2 4-10 0,2 1 11 0,2-2-9 0,-2 1 8 16,1-2-3-16,-1 1-6 0,1 1 8 0,1-1-4 16,-1 2 6-16,1-1-5 0,0 1 3 0,1 0 0 0,0-1-10 0,-2 1 12 0,-4 0-13 15,-1 0 12-15,2 0 1 16,1 0 0-16,5 0-11 0,2 0 1 0,-1-2-2 0,0 2 19 0,-2-1-6 0,-2 0 1 0,2 0-12 16,-1-1 4-16,0-1-3 0,1 0 9 0,-1 0-7 0,2 2-4 0,0-1-5 15,1 0 8 1,1 0 0-16,0 0 15 0,-2 0 0 0,2-2-12 0,-1 1-5 15,-1 2 11-15,-5-1-11 0,-1-1 6 0,2 1 0 0,2 0-1 0,7-2-15 16,1 2 14-16,0-1-9 0,-1 1 28 0,0-2-5 0,0 3-11 0,2-3-8 0,1 1 9 0,-1 1-7 0,2 2 6 16,-2-2 2-16,0 1-3 15,4 0-15-15,-3 1 15 0,-6 0-11 0,-1 0 25 0,1 0-3 16,0 0-12-16,8 0-15 0,-2 0 17 0,-2 0-14 0,1 0 26 0,-3-1-5 16,1 1-9-16,2-2-2 0,0 2 0 0,0 0 1 0,0-1 2 0,-1 1 1 0,1-1-2 0,1 1-5 15,0-2 10-15,-6 2-7 16,1 0 7-16,1-1-5 0,1-1-5 0,8 0-10 0,-1 0 13 0,-1 0-6 0,0 0 25 15,-3-1-2-15,-1 2-11 0,4-2-24 0,-2 3 22 0,-2-1-18 0,3 0 36 0,-3-2-10 16,-2 2-12-16,0 0 2 0,-9 1 0 0,1-2 2 16,0 2-2-16,1 0 4 15,5 0-2-15,1 0-10 0,-2 2 14 0,-1-1-16 0,1 0 15 0,-4 1-5 0,0 0-5 0,0-1 5 0,1 1-7 0,1 0 9 16,-1 0-2-16,1-1 5 0,0 0-1 0,4 0-20 16,-2 1 24-16,2-1-23 0,0 0 28 0,-2 1-5 0,-6-1-8 0,0-1-4 15,1 1-2-15,2-1 4 0,6 1 8 0,0-1 2 0,-1 0-3 0,-1 0-5 31,-1 0 5-31,-1 0-7 0,-1 0-1 0,-1 0 0 0,1 0 2 0,0 0-9 16,1 3 7-16,-1-2-4 0,1 1 15 0,-2-1 2 0,0 0-7 16,6 2-15-16,-3-2 21 0,1 1-19 0,-6 2 17 0,-1-2-2 15,1 1-8-15,3 0-6 0,7 0 9 0,1-1-5 0,-1 1 15 16,-3-1-1-16,-1 0-9 0,3-2-13 0,1 1 17 0,-1-1-14 16,0 0 21-16,0 1-3 0,0-1-8 0,1 0-6 0,1 0 2 0,0 0-3 15,-2 0 12-15,-8 0 1 0,0 0-2 0,5 0-8 0,-2-1 5 16,8 1-6-16,-3 0 7 0,-4 0-2 0,2 0 2 0,1-1-10 15,0 1 3-15,-1 0-1 0,1 0 18 0,-1 0-3 0,1 0-4 0,2-2-15 16,0 1 14-16,1 0-13 0,0-1 15 0,-3 1 1 0,-7 0-7 16,1 0-8-16,3-1 8 0,-1-2-7 0,6 1 18 0,-2 0-3 15,-2-2-5-15,0 1-18 0,-2-1 18 0,1 2-15 0,1-2 25 16,-2 3-6-16,1-1-10 0,-1-1-8 0,1 2 11 0,-1 0-5 0,-1-1 15 16,0 0 2-16,0 0-8 0,0 2-20 0,-2-1 24 0,-6-1-23 15,-1 1 26-15,0 0-8 0,0 0-11 0,9-1-4 0,-1 1 9 16,-1-1-1-16,-1-1 24 0,-2 2-5 0,-2 0-11 0,0 0-11 15,-1-1 10-15,-3 2-9 0,1-2 11 0,0 2-2 0,0 0-3 0,-2 0-13 16,0-2 13-16,-2 2-9 0,-1-1 23 0,0 2-3 0,-3 0-8 16,2 0-26-16,-2 0 28 0,2 2-23 0,-1-1 36 0,1 0-4 15,0 2-14-15,-1-2-15 0,-1 0 8 0,-1-1-9 0,0 0 7 0,0 2-6 16,-1-1-11-16,-1 0-33 0,0 0 15 0,0 1-20 0,0-2-11 16,-1 1-37-16,1 0-27 0,3 1-105 0,-1 3 123 0</inkml:trace>
  <inkml:trace contextRef="#ctx0" brushRef="#br0" timeOffset="29143.35">19121 14743 256 0,'-7'-18'-2'0,"2"7"4"0,2 2 13 0,2 1 14 0,-1 1-7 0,1-1 22 0,0 3-18 0,1-2 37 0,-1 4-5 15,1-3-11-15,0 3-6 0,-1-1 3 0,1 1-2 16,-1-1 4-16,0 2 0 0,1 1-7 0,0-1-7 0,0 2 14 0,0 0-15 16,0 0-7-16,0 0-14 0,0 0-12 0,0 0-13 0,1 0 15 15,1 2-7-15,0 0 22 0,3 2-4 0,0 1-12 0,4 1-8 16,0 2 13-16,3 1-10 0,-3 0 12 0,2 0-1 0,5 0-5 0,6 1 0 16,8-1-2-16,2 1 2 0,1-1 0 0,-1-1 4 0,0-3 1 15,4 0-20-15,3-2 23 0,1-2-19 0,0-2 28 0,2-2-7 16,-3-3-15-16,-2 0 0 0,1-1 7 0,1-1-2 0,1-1 9 15,4 0 1-15,-3 1-6 0,4 0-25 0,3-1 30 0,2 0-27 0,3 0 39 16,-2-1-8-16,-2 1-13 0,5-1-2 0,1-3 1 0,2 1 0 16,7 1 5-16,-6 0 3 0,2 2-6 0,2 2-3 0,-7 0 8 15,3 0-9-15,0-1-2 0,-4 0 1 0,3-1 0 0,-5 2-18 16,-2-1 11-16,-3 0-8 0,-3 1 22 0,-5-2-5 0,-5-2-14 0,-9 0-1 16,-5-1 7-16,-7 2-4 0,-3-1 9 0,0-2-2 0,-3 1 0 15,-4-2-2-15,-3 1 12 0,-3-1-3 0,-6 2 22 0,-4 0 0 16,-3-2-9-16,-1 0-22 0,-4-1 33 0,-5-5-27 0,-6 2 37 15,-7 0-11-15,-2 1-19 0,-6-1-6 0,-2 2 8 0,-4 1-2 0,-5 0 19 16,-1-2-4-16,6 0-10 0,-9 1-19 0,1 0 17 16,-4 1-17-16,-8 5 25 0,0-1-5 0,0 2-6 0,-4 3-7 0,-5 0 12 15,2 0-5-15,-1 4 29 0,-3 2-5 0,2 1-14 0,-5 3-12 16,-2 2 18-16,1 2-17 0,0 4 13 0,0 3-5 0,6 4-9 0,-1 4 3 16,2 2 8-16,7 4-2 0,0 2 20 0,5-1 0 0,4 6-9 15,2 1-32-15,8-3 32 0,6 2-32 0,5-4 34 0,8-2-6 0,3 2-12 16,7-3-3-16,6 0 0 0,6 0 2 0,4 2 9 0,4-3-3 15,6 0-5-15,3 1-13 0,6-4 27 0,5-2-20 0,3-1 36 16,4-3-6-16,6-1-13 0,7-2-1 0,5-2 7 0,0-4-3 0,8-2 1 16,0-5 6-16,5 1-8 0,9 0-19 0,1 0 18 0,3-2-20 15,4 1 14-15,-1-3-9 0,-2 0-3 0,2 0-1 0,0-1-2 16,1-1 5-16,2 0 2 0,-1-1-2 0,-3-1-6 0,2 1-39 0,-4-2 9 16,-1 1-20-16,0 2-22 0,-4 1-22 0,-1 0-20 0,1 0-69 15,-2-5-66-15,-2 1 5 0</inkml:trace>
  <inkml:trace contextRef="#ctx0" brushRef="#br0" timeOffset="37878.96">15328 13763 290 0,'-2'0'36'0,"0"0"29"0,2 0-61 0,-2 0 20 0,2 0-29 0,0 1 26 0,2 2-8 0,0-3-12 0,0 2 29 0,1 1-5 0,1 1 17 0,0-2 5 15,1 2-4-15,0-2-9 0,1 2-26 0,1 1 36 0,0-1-30 0,0 1 35 16,2-2-4-16,-1 2-13 0,1-1 0 16,0 1-3-16,1-1 2 0,0 1-1 0,1-1-3 0,0 1-3 0,-1 0-18 15,0 1 9-15,-1 0-11 0,1 0 6 0,-1-1-2 0,0-2-1 16,0 2-7-16,0-1 5 0,-1 1-4 0,1 4 15 0,-1-3-1 0,1 3-6 15,-1-1-17-15,-2 1 13 0,2 1-12 0,1-1 22 0,-1 0-7 0,1-1-5 0,0-1-13 16,-1-2 10-16,0 2-6 0,-2 0 24 0,1 0-2 0,-5-1-9 16,0-1-13-16,-1 1 11 0,-1-3-11 0,5 1 10 0,0 0-2 15,-1-1-1-15,1 0-8 0,0 0-3 0,2 0 0 0,-1-2-16 16,0 0-9-16,1-1-13 0,0 1-43 0,1-1 4 0,-2 0-15 16,1 0-23-16,-1 0-9 0,-1-1-10 0</inkml:trace>
  <inkml:trace contextRef="#ctx0" brushRef="#br0" timeOffset="38226.54">15863 13712 676 0,'-5'-2'32'0,"2"1"-37"15,1 1 46-15,0 0-14 0,2 0-15 0,-1 1-12 16,0 1 13-16,0 1-11 0,0 1 15 0,0 0 1 0,0 2-5 0,-2 1-19 16,1 1 13-16,0 2-13 0,-1 0 28 0,-2 2-3 15,-1-1-7-15,1 4-27 0,-1-2 25 0,-1 3-21 0,2 1 37 0,-3-4-8 16,0 1-13-16,0 2-3 0,0-1 5 0,1 4 1 0,1 1 15 0,-1-4-1 16,0 1-5-16,1-1-1 0,-2-1 10 0,0-1-10 0,1 0 2 15,2-2-3-15,-1 4-4 0,-1 0-10 0,2 1 0 0,-1 2-1 0,0 1 7 16,3-1 1-16,-1-1-1 0,1 0-8 0,0 0 6 0,1-2-7 15,-1 2 6-15,1-1-2 0,0-1 1 0,1 1-21 0,0 0 16 16,-1-2-12-16,2 2 30 0,-3-5 2 16,2 0-14-16,0 0-23 0,1 0 23 0,-1 4-25 0,1-1 5 0,0-3-21 0,0 0-21 0,2-1-55 15,-1-1-2-15,3-1-8 0,-1-2-32 0,0-1-11 0,2-1-24 16</inkml:trace>
  <inkml:trace contextRef="#ctx0" brushRef="#br0" timeOffset="38680.47">16144 14355 672 0,'-5'-2'17'0,"-1"1"11"0,3 2 0 0,1 1 2 0,1-2-12 0,1 2-9 0,-2-4-6 0,2 1-15 0,0 4 11 0,0 1-4 0,2-1 31 0,-2 3-6 15,1 3-8-15,-1-1-25 0,-1 1 26 0,-2 3-21 0,1 2 27 16,-1-2-7-16,-2 0-14 0,0 2-7 0,-1-2 9 0,-1 2-2 16,-1 0 13-16,0 2 1 0,-1-4-8 0,-1 2-6 0,-1 0 6 15,0-1-8-15,1-1 4 0,2-2 1 0,1 0 0 0,0 1-16 0,2-4 15 16,-1 2-12-16,2-2 12 0,-1 0-7 0,2-2-19 0,0 0-59 15,-1-1 24-15,2 0-37 0,1-3-32 0,0 2 83 0,0-2-28 16</inkml:trace>
  <inkml:trace contextRef="#ctx0" brushRef="#br0" timeOffset="39159.51">16325 13857 290 0,'-5'-3'58'0,"-1"-3"-42"0,0 4 12 0,3-2-21 16,0 3 36-16,2 1-28 0,-1-1 45 0,1 1-12 16,1 0-17-16,-1 0-7 0,1 0-12 0,0 0 8 0,0 0-15 0,0 0 1 0,0 0 0 15,4 0-24-15,-2 0 36 0,1 1-28 0,1-1 46 0,0 1-5 16,2 0-14-16,-1 2 1 0,2-1 4 0,1 2-1 0,0 1 11 15,2 2-1-15,0-5-4 0,0 4-17 0,0-1 22 0,0 2-21 0,0 1 13 16,0 2-6-16,1-1-12 0,-2 1-10 0,-2 1 9 0,1-1-5 16,0-1 17-16,-1-1 0 0,0-2-12 0,0-2-5 0,0 2 11 0,1-1-11 15,0 0 5-15,0 2-4 0,1-1-2 0,0-1 1 0,0 2-4 16,1-2 6-16,-1 3 6 0,-1-3-2 0,0 0 0 0,-1 1-19 16,4-2 18-16,-2 2-15 0,1 0 21 0,-1-3-8 0,-2 3-8 0,1-3 0 15,0 3-7-15,-6-3 7 0,0 2-18 0,-1 1-12 0,0-4-14 16,6 3-52-16,-1-2 22 0,1 1-26 0,0 0 10 0,-2-2-10 15,1 1-16-15</inkml:trace>
  <inkml:trace contextRef="#ctx0" brushRef="#br0" timeOffset="39461.12">16799 13700 764 0,'-13'0'22'0,"-2"0"-37"0,-1 3 40 0,3 0-2 0,-2 3-3 16,1 2-25-16,-1 4 28 0,3 2-24 0,-1 1 39 0,2 2-12 0,1 4-14 0,0 3 0 0,4 3-2 0,1 2 5 16,0 5 2-16,1-2 0 0,-6 1-3 0,0 1-20 0,-1 0 28 15,2-2-24-15,4 2 26 0,1 1-9 0,4-1-18 0,2 3-1 16,0-2-1-16,1 0 3 0,1-5 6 0,0-4 5 0,1 0-1 0,0 0-28 15,2 0 28-15,0 0-27 0,-1-2 30 0,-1-4-8 0,2 0-11 16,-3-4-36-16,2-2 0 0,-2 0-10 16,-4-1-42-16,0-2-12 0,0-3-24 0,2 1 4 0,5-1 8 0,-1-4-1 0</inkml:trace>
  <inkml:trace contextRef="#ctx0" brushRef="#br0" timeOffset="39940.1">16290 13626 227 0,'-4'-11'-3'16,"3"5"1"-16,0-2 53 0,2 1-12 0,2-1 0 0,2-1-4 0,-1-1-11 0,2-2-12 0,1-2 18 0,0-1-13 0,2-3 19 0,0-1-5 0,1-3-17 0,2 0-24 16,-1-2 21-16,0 1-20 0,0 2 31 0,-1 2-6 0,1 0-7 15,-1 2 17-15,-1-2-6 0,-1 5 14 0,-1-3 8 0,0 6-3 0,0 1-1 16,-1-1-24-16,-2 4 31 0,2 0-26 0,-3 2 35 0,1 1-14 16,0 2-17-16,-2-1-16 0,1 2 6 0,0 1-4 0,-2 1 13 15,1 2-1-15,0-1-7 0,1 1-23 0,-1 1 25 0,1 1-24 16,-1 3 25-16,2-1-2 0,-1 2-12 0,1 1-14 0,0 3 11 0,3 0-10 15,-1 0 19-15,2 0 0 0,1 1-9 0,-1 2-28 0,2 1-4 16,0-2-18-16,3-1-97 0,-1-2-44 0,3 3-41 0</inkml:trace>
  <inkml:trace contextRef="#ctx0" brushRef="#br0" timeOffset="40396.68">14808 13688 823 0,'-32'-10'78'0,"14"6"-125"16,1 3 21-16,-1 1 34 0,3 4-10 0,2 2 6 0,2 2-6 0,0 4 20 0,4-1 1 0,-1 4 1 0,7 6-7 0,-1 2 5 0,4 4-9 0,0 2-5 0,-2-1 2 0,2 6-2 15,-2 0-16-15,1 2 15 0,0 1-11 0,4 0 27 0,4-3-4 16,2 2-14-16,6 2-14 0,3 0 18 0,3 1-14 0,0 0 25 0,1 2-7 16,-2 0-9-16,5 4-10 0,0-3 3 0,3-1-1 0,2-3 16 15,0-5 0-15,2-4-5 0,3-1-7 0,2-1 11 0,1-2-12 16,-4-4 2-16,2-4-3 0,0-3-4 0,5 0 7 0,5-4-5 16,0-1 8-16,3 0-8 0,2-2-4 0,2-2-6 0,4-1-84 0,-3-3 1 15,2-1-34-15,1-3 29 0</inkml:trace>
  <inkml:trace contextRef="#ctx0" brushRef="#br0" timeOffset="40729.47">17107 13149 1362 0,'38'132'-59'31,"-41"-133"17"-31,57 166 64 0,-38-135-28 0,2 6 19 16,4 1 0-16,-2-3-11 0,-1 3-9 0,0-1 18 0,-1 1-16 15,0 0 11-15,0-3-3 0,-1 3-8 0,-1 1 5 0,-4-1-6 0,-1 1 8 16,-3-1 5-16,-2-4-3 0,-3 0-1 0,-1 2-2 0,-2-1 3 15,-4 2-3 1,-3 0-1-16,-2-1-1 0,-3-1-1 0,-4 2-15 0,-2 1 17 0,-1 0-12 16,-2-1 27-16,-2-1-5 0,-2-2-13 0,-3 0-48 0,-4-1 11 0,-1-4-22 0,-2-1-22 15,8-4-31-15,-3 0-27 0,-4 2-145 0,0-2 168 16</inkml:trace>
  <inkml:trace contextRef="#ctx0" brushRef="#br0" timeOffset="48901.7">13163 14509 425 0,'-4'0'67'0,"-3"0"-32"0,2 0-23 0,-4 1-2 0,0 1-4 0,3 0-3 0,-1 0-3 0,1 1-20 0,2 0 21 0,-1-1-13 0,2 1 37 16,0 0-8-16,-1-1-16 0,1 1-11 0,-1-1 15 0,0 2-12 0,-1 0 14 0,2 0-3 0,-3 0-6 0,2 1-21 15,0-1 24-15,-1 2-15 16,1-1 41-16,-1 2-2 0,2-1-14 0,-2 0-10 0,2 1 14 0,1 0-15 15,-1 1 7-15,3 0-2 0,-1-1-5 0,1 1-8 0,0 1 8 16,1-1-4-16,0-1 19 0,2 2-2 0,-1-2-8 0,1 0-1 0,2 0 6 0,-2 1-5 0,1-1 8 16,0 0-3-16,1 0 4 0,1 2-3 0,1 2 8 0,2-1 0 15,0 0 26-15,-1 2-5 0,1-3-5 0,2 1-40 16,1-1 29-16,2 0-29 0,-1-2 27 0,-5 0-9 16,1-3-19-16,2-2 4 0,2-1-4 0,7-2 6 0,2-1-2 0,0-6 2 0,-1 0 0 0,-1-2-67 15,-2 0 12-15,0 0-36 0,-1-1-74 0,-1 0-6 0,0-1-34 16</inkml:trace>
  <inkml:trace contextRef="#ctx0" brushRef="#br0" timeOffset="49217.84">13462 14507 564 0,'-15'-2'-10'0,"5"2"19"16,2 0-3-16,0 3 1 0,2 2-1 0,-1 1-5 0,0 2 7 15,2 1 2-15,0 0-2 0,1 0-6 0,0 1-9 0,2 0 15 0,1 2-13 16,1-1 10-16,0 1-2 0,1-1-6 0,1 2-5 0,3-2 16 16,-1-1-8-16,3 0 37 0,1-1-3 0,1-1-12 0,0 1-12 15,2-3 11-15,-1-2-14 0,2 1 2 0,0-2-2 0,0-3-3 0,-1 0-10 16,2 0 15-16,-2-3-9 0,1-2 19 0,-2 1 0 0,0-1-12 16,0 0-7-16,-2-2 6 0,0 1-7 0,-2 0 14 0,-3-1 10 15,1-1 9-15,-3 2 19 0,0-2 5 0,-1 1 0 0,-2-2 8 16,-1 1-6-16,0 0-7 0,-2-1-29 0,1 2 23 0,-1 0-22 0,0 2 24 15,-1-1-6-15,2 2-12 0,-2 0-28 0,1 2 14 16,-1-2-15-16,-1 0 16 0,2 1-1 0,-1 0-9 0,0 0-17 0,1 0 15 16,-2 1-15-16,1 1 18 0,1-1-7 0,-1 1-6 0,-1 0-15 15,2-1-31-15,-2 2 11 0,3 0-112 0,-1-1-34 0,3 0-31 0</inkml:trace>
  <inkml:trace contextRef="#ctx0" brushRef="#br0" timeOffset="49564.95">14155 14186 583 0,'-14'6'26'0,"1"0"5"0,-2 3 5 0,2 0 2 0,0 1 24 0,2 2-23 0,-1-1 22 0,0 1-11 0,1 1-16 0,1-1-30 0,0 2 14 0,0 1-15 0,0 1 14 0,1 1 0 16,0-4-10-16,0 2-14 0,1 2 16 0,1 1-16 15,2 3 13-15,-1-2-4 0,0 1-7 0,1-1-11 0,-1 0 12 0,2 0-7 0,-1-1 27 16,2 0-4-16,1-1-9 0,-1-1-8 0,3 4 6 0,0-2-8 15,3-1-2-15,-1-1-36 0,2-3-18 0,3 2-202 0,0-3 161 16</inkml:trace>
  <inkml:trace contextRef="#ctx0" brushRef="#br0" timeOffset="50748.65">13656 14361 164 0,'-2'0'-35'0,"0"0"-71"0,0 0 85 0,0-3 26 0,0-1-2 0,1 2 13 0,-1-1-5 0,2 1 0 0,-2-2-3 0,2 2-8 0,2 0 7 16,0-1 2-16,1 1 1 0,1-1 1 0,0 1-35 0,1-1 32 0,-1 0-30 15,1 2 38-15,-1-1-6 0,-4-1-14 0,0 1 1 0,0 2-2 16,0-3 4-16,3 0 1 0,3 2 6 0,-2 0-1 0,1 0-16 15,-2 1 22-15,1 0-21 0,-1 0 16 0,0 0-3 0,0 0-7 0,-1 0-12 16,-1 0 13-16,0 1-9 0,0 0 19 0,0-1-1 0,-1 3-11 16,2-2-1-16,-2 0 15 0,0 1-10 0,0-1 21 0,0 1-11 15,0 1-4-15,0-1 2 0,0 1-8 0,0 1 12 0,1-2 3 16,0 2 0-16,0 1-7 0,0-2-9 0,1 2 22 0,1 0-20 0,0 0 13 16,-1 0-3-16,2-2-8 0,-1 0-19 0,1-1 23 0,0 3-16 15,0 2 37-15,0-1-4 0,0 2-19 0,1 2-23 0,-1 0 28 16,-1 3-24-16,1-1 36 0,-1-4-12 0,-1 3-13 0,1-1 4 0,-1 0-3 15,0 0 11-15,2 1 15 0,-2-1 0 0,-1-2-3 0,1 1-7 16,0-2 14-16,2 1-16 0,-1 0 6 0,1-1-4 0,-1 0 0 0,1-1-24 16,1 1 14-16,-2-1-10 0,2 0 29 0,0-1-3 15,0 3-13-15,0-3-11 0,1 2 8 0,1 0-10 0,-2 0 9 16,1-1-6-16,-1 1-3 0,0-1 8 0,1 0-17 0,-2-1 14 0,2 3-69 16,-3-1-27-16,1-2-33 0</inkml:trace>
  <inkml:trace contextRef="#ctx0" brushRef="#br0" timeOffset="53707.54">17166 12902 256 0,'-20'-2'21'0,"10"2"293"0,4 0-146 0,2 1 2 0,-3 2-166 0,4-1 1 0,2-2 1 0,0 2 1 0,2-2 4 0,0 0-1 0,4-2 2 15,3-2 13-15,2 1-13 0,4-3 8 0,-5 3-2 0,3-4 0 16,4 0-20-16,2-4 15 0,8-2-13 0,2 1 20 16,-2 0-1-16,-2 1-14 0,4-1-25 0,0-1 29 0,3 2-26 0,1-1 32 15,-1 1-5-15,0-2-11 0,3 1-8 0,-1 2 7 0,0 0-3 0,-4 0 18 16,-5 1-1-16,-10 0-5 0,0 1-13 0,-3 0 12 0,0 6-12 15,5-1 22-15,-2 3 1 0,-1 0 1 0,-3 5 0 0,-2 1 1 16,-1 1 1-16,-4 2 4 0,-1 1-1 0,-1 3-5 0,-1 0-10 0,-3 2 21 16,0 3-18-16,-3 1 22 0,-1-1-4 0,-2 4-13 0,-1 1-6 15,-2 2 2-15,1-4-2 0,-1 1 6 0,2 0-2 0,1 0-3 0,0 2-22 16,0-2 24-16,3-1-20 0,-1-1 31 16,7-4-3-16,2-2-13 0,2 2-5 0,0-3 5 0,-3 1-5 0,1-2 5 0,-2 1 4 15,0 0-4-15,0-1-20 0,0 0 28 0,7-1-23 16,0-2 35-16,1-2-9 0,0 0-14 0,1 0 3 0,1-3-2 0,1 0 5 0,2-1 3 15,1-2-8-15,2-1-2 0,0 0-16 0,4-1 15 0,0-2-10 16,4-2 19-16,2-2-6 0,3 2-11 0,6-2-51 0,2 2 1 16,6-2-18-16,5-1-112 0,-1-2-119 0,3 0-98 0</inkml:trace>
  <inkml:trace contextRef="#ctx0" brushRef="#br0" timeOffset="68384.86">29816 2169 256 0,'-5'-16'22'0,"-2"5"315"0,-1-4-148 0,0-1 7 0,0 3-189 0,2 4 19 0,-2 1-18 0,1 1 19 0,1 5-12 0,0-2-12 0,-1 1-3 0,1 2 7 0,1 0 0 16,1 1 19-16,1 0-5 0,1 0-14 0,1 2-24 0,-2 5 19 15,0 2-19-15,1 6 25 0,-2 3-3 0,1 5-6 16,1 4 0-16,-1 0-3 0,1 3 4 0,1 4 8 0,0-5-1 0,1 6-1 0,-1 0-15 15,1 3 20-15,-1 3-16 0,1 1 26 0,0 0-10 0,2 0-13 16,0 1 9-16,2-4 0 0,-1-3 5 0,0 0-4 0,1-1 1 16,0 0-6-16,1 4-15 0,-1 6 22 0,1 2-17 0,0 7 26 15,1 1-7-15,-1 2-10 0,1 1-11 0,0 0 11 0,-3-3-5 0,0 4 28 16,0 2-5-16,-2 4-7 0,1 4-12 0,-1 1 15 0,0-6-12 16,0-6 18-16,1-4-6 0,-2-4-7 0,1 5-9 0,0 3 9 15,0-1-4-15,2-2 28 0,1-3-12 0,0-10-10 0,1 1-14 0,0-2 8 16,0-2-6-16,0 3 6 0,0 0-1 0,0 3-7 0,2 3 4 15,-1-4 0-15,1-4 4 0,-1-2 2 0,0-4 1 0,0-4-2 0,-1 2-26 16,1-1 28-16,-2 1-25 0,1 0 40 0,-2-4-13 0,0-5-11 16,1-1-14-16,-1-1 14 0,3-3-6 0,-2-2 24 0,3 0-3 15,1-1-14-15,2-1 0 16,2 0 13-16,3-1-7 0,2 0 29 0,3-3-5 0,1-1-1 0,3-1-8 16,2-2 3-16,-5-1-2 0,5-2-1 0,2-3 0 0,5 0-7 0,8-4-16 15,1-3 21-15,4-2-19 0,3 0 29 0,5-5-1 0,7 0-7 0,2-4-20 0,-1 0 9 16,0 2-10-16,1-2 20 0,1 3-1 15,7 0-1-15,6 3-9 0,1 0 8 0,-3 1-7 0,-1-1 7 0,-8 1-1 16,2-1-3-16,6 1-14 0,1 0 6 0,-2 1-6 0,-2 0 5 16,-7-2 3-16,-3 2-3 0,-1 2-22 15,-4 3 24-15,-3 1-19 0,2 1 32 0,-5-3-3 0,-1 0-13 0,-1 0-16 0,-7-2 14 0,-3 3-13 0,-4-2 16 16,-8 4-4-16,-1-3-5 0,-4 3-65 0,-1-2 13 0,-6 1-24 16,-1-1-3-16,-7 5-14 0,0-3-17 0,-4-1-85 0,-2 0-68 0,-5-6-5 15</inkml:trace>
  <inkml:trace contextRef="#ctx0" brushRef="#br0" timeOffset="69162.11">29625 4617 866 0,'-5'4'149'0,"4"-8"-141"0,-4 2-3 0,3 2 9 0,1 2-2 0,1 0 0 0,0-2-8 0,0-2-4 0,1 2-2 0,0-2 0 15,0 0 15-15,2 2-6 0,3-4 37 0,0-2-5 0,0-2-2 0,1-2-23 16,2 2 9-16,-2-1-9 0,2 1 11 0,0 1 0 15,0-1-11-15,3-1-16 0,2 0 27 0,0 0-24 0,2-1 33 0,1 0-8 16,0-3-11-16,1 0-3 0,2-2 5 0,0-1 1 0,1 0 14 16,-1-1-2-16,-1-1-9 0,1-1-14 0,1 0 26 15,2-1-22-15,0 3 24 0,-1-3-9 0,-1 1-16 0,-1-1-9 16,-5-1 7-16,-3-3-5 0,0 1 12 0,3-2-2 0,5-1-5 0,3 1-7 16,-1-2 4-16,1-1-4 0,-1-1 5 0,-1-5-6 0,2 1-3 0,3-3 3 15,-1 0-2-15,2 2 5 0,1 1 1 0,-1 1 0 0,3 0 1 0,1-2-14 16,3-2 13-16,-1 3-12 0,-3-1 20 0,-9 2-3 0,-2-3-5 15,2-2-3-15,1 1 6 0,6 2-4 0,0-1 4 0,-2 4 2 16,0 2-8-16,2 1-9 0,0-1 15 0,1 3-14 16,-1-4 16-16,-1 1-3 0,0-1-6 0,0 2 0 0,2 0 7 15,1 0-3-15,-3 1 13 0,-2 0-6 0,-9 0-9 0,-1-1-12 0,3 0 14 0,4 1-10 16,5 1 18-16,1 3-2 0,-1 1-7 0,-3-1-3 0,3 2 1 16,-1-1 0-16,0-1 2 0,0 0 2 0,-1 4-5 0,-1-3-10 15,0 3 17-15,-1 5-15 0,0-2 15 0,-3 3 0 0,0 1-6 0,-2-3-15 16,-1 0 16-16,-5 4-11 0,0-3 26 0,-2 1-4 0,-2 2-13 0,0-1-14 15,-1 0 20-15,0 2-15 0,0-2 22 0,-2 5-5 16,1-2-11-16,-1 1-13 0,-2 2 16 0,0-1-10 0,1 0 29 0,-2 3-3 16,0-1-13-16,0 1-16 0,1 0 19 0,-1 1-15 0,0 2 22 15,0 0-6-15,1 0-12 0,-2-1-16 0,0 2 20 0,1 0-13 16,-2 0 25-16,1 0-2 0,2 0-14 0,-2 3-6 16,2-1 9-16,-1 0-9 0,0 3 9 0,1-1-1 0,-1 3-4 0,0 0 0 0,2 0 4 15,-1 1-1-15,3 2-24 0,-1-1-21 0,3 2-30 0,2 0-107 16,1 1-57-16,2-2-12 0,2 1 5 0</inkml:trace>
  <inkml:trace contextRef="#ctx0" brushRef="#br0" timeOffset="80810.44">6348 15640 213 0,'3'-2'-3'0,"3"-2"-32"0,1 1 17 0,3-1 26 0,1-1-15 0,2 1 24 0,3-1 5 0,2 1-6 0,2-3-21 0,2 2 43 0,0 0-36 0,2-1 53 15,0 2-12-15,1-1-16 0,1 4-8 0,-1-1-2 0,1 1 3 0,-1 2 4 16,-1 1 2-16,-6 0-1 0,0 2-17 0,0 0 23 0,2 2-21 0,6-1 28 16,1 0-4-16,-1 3-6 15,3-1-1-15,1-1-3 0,5 2 3 0,2-2-1 0,1 0 1 0,2 1-4 0,0-1-24 0,-1-1 28 0,1 0-26 0,-6-1 36 31,0-1-6-31,1-1-11 0,2 0-7 0,7-2 9 0,1 0-7 0,2 0 10 0,1 0-4 0,2 0-9 0,-1 0-6 16,-2 0 10-16,-8 0-11 0,-2 1 3 0,-1-1-4 0,-1 1-3 0,6 1-1 16,-1 0 0-1,0 1 3-15,2-2 11 0,1 3-4 0,-3-2-7 0,2 1-7 16,-3-1 7-16,-1 2-6 0,-8-1 7 0,-3-1-4 0,-2 2 0 0,1 0-12 16,2 2 10-16,-1 0-4 0,-2 0 20 0,-1 0-4 0,1 2-10 15,2-2-10-15,0 2 15 0,2-1-12 0,0 2 17 0,-1-3-5 16,1 0-6-16,0-1-13 0,0 1 8 0,-1-3-4 0,-1 0 15 15,-6 0-11-15,-2-1-14 0,0-1-118 0,3 2-15 0,2 0-30 0,2-1 48 16</inkml:trace>
  <inkml:trace contextRef="#ctx0" brushRef="#br0" timeOffset="107505.59">23494 10211 639 0,'-18'-10'142'0,"0"0"-74"0,2 2-35 0,1 2-8 0,-2 1 33 0,1 0-12 0,0 2-19 0,2-1 2 0,1 2 10 0,0-1-3 0,-2 0 19 0,0 1-11 16,-1 1-12-16,-2-1-30 0,-1 0 24 0,-2 2-22 0,-2 0 25 15,-2-2-7-15,1 2-11 0,-3 0-9 0,2 0 10 0,5-1-6 0,-3 1 23 16,0-1-2-16,-2 0-4 0,-6-2-22 0,1 1 23 0,1-2-19 16,0 1 34-16,1 1-10 0,-1-2-12 0,-3 2-17 15,-2 0 18-15,-4-1-13 0,-2 1 23 0,0 0-7 0,0 0-14 0,3-3 0 16,-1 0 3-16,0-3-2 0,2-1 7 0,-3 1 0 0,0-1-3 0,-1 2-4 16,-4 2-3-16,-2-1 0 0,-4 4 2 0,3-1-3 0,2 2 4 15,-3 0-20-15,1 1 12 0,-4 1-10 0,-4 2 20 0,3-1 2 16,-1-2-4-16,-3 1-13 0,-1-1 5 0,-3 0-7 0,3 3 10 15,1 1 3-15,0 0-5 0,-3 3-20 0,-1 0 29 0,-2-1-23 0,0 1 30 16,4-1-5-16,2-3-15 0,-2-1-9 0,1-2 17 0,0 3-11 16,-4-1 15-16,4 3 1 0,-3 2-12 0,0 0-3 0,2 0 12 15,2-2-10-15,2 3 10 0,2-5-4 0,-3 3-9 0,0 0 6 16,2-2 0-16,-2 1 2 0,0-1-3 0,2 2-1 0,1 1-3 0,0 2-6 16,0 1 15-16,0 0-11 0,-2 2 13 0,8-2-1 0,0 3-9 15,-3-1 4-15,1 2-3 0,2-1 3 0,2-4 3 0,6-2 2 16,-3-1 0-16,0 3-10 0,-5 1 12 15,2 3-13-15,3-1 10 0,5 0 2 0,2 1-3 0,-4 0-24 16,0 0 22-16,4 0-20 0,1-2 38 0,8 2-7 0,3-2-10 0,-2-2-10 0,1 0 8 0,-4 0-7 16,2 0 10-16,1 2 3 0,3 3-3 0,-1-2-8 0,0 4 8 15,1-3-8-15,1 2 7 0,1-2 2 0,1 2-9 16,-3 0-12-16,2 0 20 0,0 1-15 0,-1 0 27 0,-1-1-8 0,-1 2-9 0,2-2 0 16,0 0 2-16,2 3 1 0,3-1 6 0,2 0-2 15,6-1-4-15,-2 0-14 0,-1-1 13 0,-1 2-10 0,-4-1 18 0,3 1 3 16,1-1-4-16,1 4-15 0,-1 0 6 0,2-2-9 0,2-1 12 15,0 1 3-15,2-2 0 0,0 6-9 0,1-1 7 0,1 0-6 0,0 1 12 16,2-1-1-16,-1-1-5 0,1 6-20 0,1-1 20 0,0 5-15 16,1 3 27-16,-1 2 0 0,2 0-12 0,-2 5-15 0,1-2 20 15,-1-2-19-15,0-1 23 0,0-2-1 0,0-1-8 0,0 3-2 0,1-2-2 16,1-1 0-16,3-1 3 0,0 2 2 0,1 0 1 0,3 4-16 16,0 1 22-16,1-4-18 0,0 2 25 0,-1-3-7 0,0-3-11 0,2 3 1 15,0-2 0-15,1 1 2 0,-2-2 2 0,-1-5 2 0,-3-3-2 16,-2-3-17-16,-3-1 19 0,0 0-18 15,2 0 23-15,5 2-5 0,-1 2-9 0,1 3-11 0,0 2 15 0,-3-2-8 0,2-2 18 16,-1-4 0-16,-1 0-14 0,0 2-8 16,-1-2 16-16,1-1-13 0,-1-2 17 0,1-3-3 0,0 0-6 0,0 2-11 15,0 1 11-15,0-5-7 0,-1 2 22 0,0-2-4 0,0-2-10 0,1 2-17 0,-1-2 19 16,1 0-14-16,0-2 28 0,2 1-10 0,-1 0-13 0,0 2-3 16,1-1 4-16,-1-3 0 0,1-1 16 0,-1-1-4 0,2 0-4 0,1-1-16 15,1-2 16-15,3 0-11 0,0 2 18 0,2-2-6 0,-1 2-10 16,3-2 6-16,1 3 0 0,0 1 3 0,1 3-4 15,-1-1 3-15,-1-2-3 0,2 0-10 0,0-2 16 0,0 0-12 16,1-2 22-16,0 0-8 0,0 0-8 0,-6-1-8 0,1 0 11 0,1 0-3 16,1 0 29-16,7 2-11 0,3 0-8 0,1 0-10 0,1-5 8 0,1-1-4 15,2-4 17-15,3 1 0 0,1 2-6 0,4 0-14 0,1-1 4 16,3 4-6-16,-2 2 3 0,-5 0 4 0,5 0-2 0,2 0-10 0,2-5 13 16,6-2-12-16,0-2 12 0,1 0-2 0,1 2-6 0,4 2 0 15,-2 1 5-15,-3 2-2 16,0 1 0-16,-4-1 1 0,2-4-1 0,5 0-1 0,-1 0 1 15,-1 1-1-15,0-2 2 0,-4 3-2 0,-5 3-4 0,4-2-12 16,-1 1 17-16,1-1-10 0,4 1 20 0,-5-5 0 0,2 0-12 0,0 0-9 0,1 2 15 0,-1-2-13 0,-1 1 18 16,-8 3-5-16,2-3-5 0,1 4-5 15,-1 1 5-15,6 2-1 0,-4-1 6 0,-3 0 1 0,1 0-9 0,2 0 2 0,0 1 8 0,0 2-7 16,-5 1-4-16,-1 2 6 0,2 0 0 0,-1 2-3 0,5 0-3 16,-3-2-1-16,-1-1 11 15,0-1-3-15,-2 0 4 0,4 1-10 0,-2-1 3 0,0 0-3 0,-5 0 2 0,1-3 4 16,-1 1-1-16,1 1-2 0,2-3 0 0,-4 0-2 15,-2-1 4-15,-1-1 0 0,-3 1 5 0,3 1-12 16,-3 0 3-16,0 1-4 0,0 1 8 0,0 0-2 0,-2 2 0 0,-1 0-5 0,-5 0 5 0,2-3-1 0,2-1 10 16,-2 0 1-16,8 0-7 0,-2-1-20 0,-3-1 25 0,1 0-22 0,-5-2 27 15,0 2 1-15,2-2-12 0,-2 0-4 0,2 0 3 0,1-1-3 32,-1 0 7-32,2 0-1 0,0 0-2 0,1-1-2 0,-1 3 1 0,0 0-1 0,-6 0-2 0,-2 2 2 0,1-3 2 0,1 0-5 15,4 2 3-15,-1-1-3 16,-1 1 6-16,-4 1-2 0,0 1-2 0,-2 0-17 15,0 0 22-15,-1 0-15 0,-2 0 28 0,-2 1-8 0,0 0-12 0,-1 2 3 16,0-2-1-16,0 1 4 0,-1 0 6 0,1 0-6 16,-2 0-2-16,-1-2-4 0,-1 0 2 0,0-2-1 0,-2 1 8 0,1-2 4 15,-2 2-2-15,1-3-14 0,0 1 18 0,0-4-16 0,-1 1 20 16,1-3-4-16,1 0-12 0,-2-1-11 0,2 1 15 0,-2 1-10 16,2-1 28-16,-1 3-11 0,1-2-11 0,-1 1-6 0,-1 4 7 15,1 0-1-15,-2-1 21 0,-1 0-8 0,0-2-8 0,2 0-19 0,-2 0 14 16,1 0-10-16,-1 0 25 0,1 1-3 0,-1-3-8 0,-1 3-12 15,2-2 11-15,-1-2-8 0,0 2 16 0,0-2-5 0,0-2-7 0,1 1-13 16,-1-3 16-16,-1 1-10 0,0-5 23 0,2 2-5 16,-1-1-10-16,1-3-13 0,-1 0 13 0,0 0-8 0,0-1 23 0,-1 4-5 0,3-1-10 0,1 1-14 15,1-1 16-15,1 0-12 0,-2 2 22 0,-1 0-2 0,1-1-10 0,1 0-10 16,-2-1 12-16,0-1-10 0,-2 1 14 0,0-1 1 16,-1 4-9-16,1-2 3 0,0-1 4 0,-1-1-3 15,-2-4 1-15,0 1 0 0,-3-1-1 0,-1-3-17 0,-1 0 20 16,-1-2-15-16,-2-1 22 0,0 0-1 0,-1-1-12 0,1-3-16 0,0-2 21 15,-1-7-17-15,0-3 23 0,1 1-7 0,0-4-12 0,-3-1-8 0,1 1 20 0,-3-1-10 0,1 6 20 16,-1 4 0-16,4 3-16 0,0 2-8 0,3 0 16 0,-1-2-14 16,2 2 14-16,0-1-1 0,1 5-7 0,0 0-3 0,0 2 6 0,1 2-2 15,-1 1 13-15,2 4-3 0,-1 2-3 0,1-2-11 0,-1 3 3 16,1-1-3 0,-1 1 13-16,2 3 2 0,-2 0-3 0,1 2-13 0,-1-1 7 0,0 2-9 15,-2-1 17-15,0 2-3 0,0-3-1 0,1 2-8 0,0-2 4 0,0-2-3 0,1 1 5 0,-1 0 2 0,1-4-4 16,-1 1-2-16,0-1 4 0,2 1-4 15,-1 1 2-15,1 0 2 0,2 2-2 16,-1 0-17-16,1-2 17 0,2 1-17 0,-2 1 15 0,1 5-2 0,0 0-12 16,0 3-17-16,1 2 18 0,0-1-16 0,0 3 12 0,0 0-2 0,1 0-16 0,-1 2-8 0,0-2 5 0,0 2-9 15,0 0-21-15,0-1 6 0,0 1-7 0,1-1-29 16,2 0-24 0,2-3-8-16,4 0-173 0,3 4 182 0,5-1-29 0</inkml:trace>
  <inkml:trace contextRef="#ctx0" brushRef="#br0" timeOffset="113041.45">21136 11521 217 0,'-10'0'121'0,"4"-1"-62"0,2-1 62 0,-2 2-66 0,4 2 1 0,-4-1-25 0,3 0 24 0,1-1-5 0,2 2-13 0,0-2-16 15,0 1 13-15,1-1-14 0,0 0 11 0,2 0-1 16,1 0-2-16,0 1 4 0,1-1-1 0,0 1 3 0,1-1-5 0,-6 2-6 0,1-2-6 0,1 1-10 16,0 0 21-16,7-1-15 15,0 2 28-15,0-1-10 0,3-1-12 0,0 0 6 0,1 0-3 0,2 0 6 16,-1 0 0-16,-3 0-1 0,0 0-4 0,0-1-24 0,0-1 21 15,0 1-20-15,0 0 27 0,-1-1-6 0,0 2-9 0,1-2 4 0,0 1 6 0,3-2-1 16,1 0 4-16,0 2-3 0,0-1-8 0,3-1-15 0,0-1 15 0,1 2-14 16,1-2 11-16,0 1 0 0,2 1-7 0,1-2-16 0,2 1 12 15,-2-2-11-15,-1 1 26 0,-8 0-4 0,-1-1-9 0,-1 3-9 0,2-2 9 16,4 1-8-16,0 0 9 0,-2 0-5 0,-2 0-8 0,-2 2-27 16,-2 0 13-16,0 0-12 0,-1-2 9 0,-2 2-18 0,-1 1-21 0,-1-2-57 15,0 1 9-15,-1-1-18 0,1-2-36 0,-2 3-26 16,1-1-37-16</inkml:trace>
  <inkml:trace contextRef="#ctx0" brushRef="#br0" timeOffset="113326.49">21423 11241 589 0,'-6'-5'52'0,"-1"-2"39"15,1 5-2-15,3-1-13 0,1 3 3 0,2-1-32 0,-1 1-7 0,1 0-2 16,0 0-9-1,0 0-4-15,0 0-1 0,3 0-18 0,0 0 11 0,4 0-9 0,3 0 26 16,1 0-11-16,4 0-5 0,3 0-8 0,3 0-2 0,4 0 3 16,3 2-2-16,1 1 0 0,2 1-4 0,-4 1-14 0,-1 1 17 0,4 1-15 15,0-1 17-15,3 2-6 0,-4-1-5 0,-5 1-15 16,-1 0 13-16,-4-1-6 0,-1 2 29 0,-3 0-4 0,-3 2-11 0,-2 1-13 0,0-1 16 0,-3 3-15 0,-2-1 16 16,-2 1 7-16,-3 1-1 0,-1 2-8 0,-4-3 25 0,-3 0-18 15,-1 2 30-15,-1-2-8 0,-3 6-20 0,-4-1-14 16,-1-1 16-16,-3 0-16 15,-3 0 11-15,0-2-3 0,0 0-6 0,-3 2-21 0,0-4 5 0,1 0-12 16,5 1-17-16,5-1-18 0,5 2-21 0,3 1-86 0,8 1-49 0,2 0-9 0,6 2 6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8:35:44.31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22390 5544 256 0,'-2'0'25'0,"-1"-6"349"0,-1 0-171 0,1 1 2 0,2 1-217 0,1 2 15 0,0-1-11 0,0 0 28 0,0 3-8 0,1-1-11 0,2-1-13 0,2 0 13 0,0 0-9 0,2 0 14 0,1 1-1 0,0 0-7 16,1 0-18-16,1-2 20 0,2 2-14 0,4-1 33 0,4 0-2 0,2-1-12 16,3 0-26-16,3 1 31 0,-2 0-26 0,0 0 34 15,-7 1-6-15,-1 1-12 0,2 0-5 0,3 0-1 0,6 1 4 0,-1 1 12 0,-2 0 0 16,-2 0-1-16,-1-2-29 0,1 2 25 0,-2-1-22 0,2 2 32 0,-4-2-7 16,2 0-12-16,3 1-10 0,1-1 12 0,2 0-5 0,0 1 23 15,1-2 1-15,-2 0-12 0,-4 0-12 0,-2 0 25 0,1 0-19 16,4-2 31-16,6 2-6 15,0-1-10-15,2 0-3 0,0-1-6 0,-1 2 6 16,4 0-1-16,0-1 2 0,5 1 1 0,5-1-10 0,-1 1 21 0,-4-1-17 0,0-1 20 0,-1 0-5 0,0 1-6 0,9-1-4 16,-2 0 3-16,0-1-2 0,3 1 16 0,-1-1-5 0,4 0-4 0,-1 0-11 15,-5 0 6-15,0-2-5 16,-1 1 16-16,-1-2-7 0,4 2-4 0,3-3-4 16,2 4 3-16,5-3 1 0,-2 3 16 0,-6-1-4 0,0 1-4 0,2 1-18 15,1-1 16-15,8 3-12 0,-2 1 25 0,0 2-13 0,3 1-12 0,1 2-8 0,-2-1 6 0,-2 0 0 16,1 1 10-16,-1-3 0 15,4 3-7-15,6-1-18 0,-2 0 18 0,-3 0-15 0,2 0 22 0,-7-2-9 0,0-1-12 0,9 1-3 0,3-2 6 16,1-1 1-16,-2 0 14 0,1-3 0 0,-5 1-6 0,5-2-8 16,7-1 18-16,2 1-14 0,-1-2 31 0,-4 1-8 0,-1-1-6 0,-1-1-19 15,0 0 16-15,7 1-11 0,-2 0 25 16,-8-1-4-16,0 2-9 0,-6-1 1 0,-1 2 1 0,3 0 1 0,-1 1 1 16,-2 2-6-16,-2 0-5 0,-5-1-2 0,-3 2 5 15,-4 0-1-15,-3 2 9 0,0 0-1 0,-4 1-5 0,-1 3-18 0,-1 1 18 0,1-1-16 16,1 2 25-16,-6-1-7 15,-5 1-13-15,-6 0-4 0,-3-2 6 0,2 2-5 0,2 1 3 0,5 0 0 0,-4 0-5 0,-2 0-3 0,-6-2 7 32,-3 2-6-32,-3-3 8 0,-4-1 0 0,-3-2-4 0,-1 1-8 0,-5-1 5 15,0-1-5-15,-2 1 13 0,0 0-6 0,0-2-2 0,-2 3-30 16,-3 1-6-16,-1 2-5 0,-5 2-56 0,-2 0-24 0,-3 0-28 0,-4 0-219 16,-6-1-116-16,-2 2-40 0</inkml:trace>
  <inkml:trace contextRef="#ctx0" brushRef="#br0" timeOffset="1098.04">3479 6782 643 0,'-9'-3'76'0,"1"2"241"0,4 1-320 0,1 2 5 0,3 1-10 0,0-1 5 0,1 0 0 0,2 2-1 0,0-1-13 0,3 0 17 0,1-1-13 0,4 1 28 15,1-2 1-15,3 1-12 0,1-2-9 0,7 0 15 0,2 0-15 16,2 0 14-16,2 0 5 0,4 0-4 0,2 0-6 0,0 0 8 16,-5 1-8-16,1-1 11 0,0 2 4 0,4 0-4 0,8 0-11 15,0 0 24-15,5-2-21 0,1 2 20 0,5-1-3 0,4 1-7 0,2-1 1 16,-1-1 14-16,-1 0-6 0,-2 0 18 0,3-1-2 0,5-2-14 15,11 1-4-15,3 0 13 16,-5 0-13-16,0-2 11 0,-7 0-3 0,3-2-3 0,9 2-20 16,6-1 27-16,-2 1-19 0,-2-1 28 0,-6 0-2 0,-2-1-23 0,8 0 4 0,6 0 16 0,0 1-15 0,-4-1 6 15,-7 0-4-15,-4-2-7 0,7 1-20 16,5 0 19-16,2 1-17 0,-8-1 32 0,-5 2-8 0,-7-2-10 16,0-1-19-16,5 0 12 0,-2 2-13 0,2 2 15 0,-7-1 1 15,-7 2-5-15,-2-3-14 0,-5 2 11 0,1-2-8 0,-1 1 12 0,-5 1 3 16,0 1-9-16,-1 1-12 0,-1-1 15 15,-4 2-12-15,-3 0 21 0,-7 1-7 0,-8 0-7 0,-3 0-15 16,-2 1 18-16,-2 0-11 0,4 2 24 0,-5-1-7 0,0 1-13 0,-3-1-14 16,-4 3 15-16,1-1-11 0,-2 0 2 0,0 0-18 0,-1 1-28 0,-1-1-37 0,2 2-7 15,-2 1-8-15,1 2-85 0,-2 0-59 0,-1 2-46 0</inkml:trace>
  <inkml:trace contextRef="#ctx0" brushRef="#br0" timeOffset="5411.42">14715 2316 256 0,'-1'-15'10'0,"0"8"172"0,0 3-40 0,1-2 24 0,0 4-102 0,0-2 5 0,1 1-27 0,1 2 1 0,-1 0-2 0,1 1-13 0,1 1-2 16,-2 3 30-16,0 0-28 0,0 2 63 0,-1 2 9 15,-2-1-2-15,1 4-6 0,-2-1 13 0,1 0-28 0,-1 2 20 16,-1-2-18-16,2 1-14 0,-1 3-23 0,0 2 4 0,1-2-13 15,0 4 11-15,1 1-3 0,1 1-6 0,1 6-24 0,1 0 14 16,3 6-21-16,-2 5 16 0,0-3-4 0,2 0-8 0,-1-2-9 16,2-4 19-16,2-3-18 0,1 6 22 0,0-7-4 15,-1-2-12-15,0-1-7 0,-2-5 5 0,1-2-5 0,0 1 12 16,1-5-4-16,-3-1-4 0,2 1-5 0,-2-1 6 0,-2 0-4 0,0-1-1 16,0 1-21-16,0-2-18 0,-1 1-38 0,0-2-7 0,0 1-3 15,0 0-53-15,-1-2-18 0,-1 1-26 0,0-3-82 0,-2 3-7 16,-3-4-19-16,0 1 114 0</inkml:trace>
  <inkml:trace contextRef="#ctx0" brushRef="#br0" timeOffset="5633.7">14298 2842 1380 0,'-2'-5'104'15,"1"0"8"-15,0 0 16 0,2 0-22 0,2 0-37 0,4-2-28 16,1 0 20-16,1-2-30 0,3-3 16 0,4-1-7 0,1 0-12 0,6-3-21 16,1 2 17-16,2-2-20 0,3 1 24 0,-1 4-6 0,1 0-12 0,4 0-5 15,-3 1 5-15,1 1-7 0,-3-3 2 0,-4 3-3 16,3-1-2-16,2 0-6 0,4 1-13 0,-2-2 4 0,4 1-90 16,-4 0-56-16,0 1-25 0,5-1-257 0,-1 2 243 0</inkml:trace>
  <inkml:trace contextRef="#ctx0" brushRef="#br0" timeOffset="6284.18">15418 2452 751 0,'-9'-4'83'15,"0"1"52"-15,-2 3-5 0,2 0-22 0,-1 2-20 0,-2 3-36 0,1 1 3 0,-1 3-16 16,-2 7 23-16,1-1-12 0,-2 4-4 0,1 4-23 0,0 1 21 16,1 1-21-16,-1 2 37 0,2-3-10 0,3-1-16 0,1 0-11 15,6-4 22-15,1-1-22 16,4 4 29-16,4-4-17 0,1-1-21 0,3-3 9 15,1-4 7-15,3-2-1 0,2-5 4 0,-2 1-8 0,2-3-17 0,2 2-2 0,0 0 13 0,1-2-11 0,1-1 11 16,-1-1-3 0,0-2-9-16,3-1-7 0,-5-2 9 0,-1-1-9 0,-3-2 14 15,-1-1-3-15,-3-3-5 0,-1-1-6 0,-5-1 17 0,1-2-10 0,-4-1 31 0,-1 0-12 0,0 1-15 0,-4-1-14 16,1-2 9-16,-3 2-7 0,2 1 17 16,-1 0-5-16,1 2-7 0,-1 0-9 0,1 1 12 0,1 4-8 0,-1 1 19 0,1 2 2 0,1 1-7 15,-1 1-6-15,1 1 11 0,1 4-9 0,0-2 12 0,1 2-5 16,-1-1-9-16,1 1-14 0,0 0 13 0,0 1-11 0,2 1 14 15,0 2-2-15,3 1-9 0,1 6 5 16,3-1 7-16,3 4-3 0,2 1 9 16,2 1-3-16,2 2-6 0,3 1-8 0,2 3 8 0,-1 1-6 15,-2 2 11-15,-1 3 0 0,3 2-5 0,5 4-14 0,6-2 14 16,3-1-13-16,-2-3 20 0,-5-3-3 0,-1-2-7 0,-3 4-11 0,-1 2 9 16,-3 0-8-16,-3 0 4 0,-5-3-3 0,-1 0-9 0,-3 4-39 15,-5-2 33-15,-3-4-27 0,-4 0 59 0,-4-4-1 0,-4-1-12 0,-1 4-10 16,-5-1 10-16,-4-3-9 0,-1-1 19 0,0-2-4 0,-2-2-3 15,-1 1-18-15,1-4 16 0,-2 2-10 0,-1-4 29 0,1-2-8 16,0-1-11-16,0-5-15 0,4-2 16 0,6-3-9 0,3-5 28 16,3-3-9-16,1-2-8 0,-3-5-6 0,4-5-1 0,3-2 3 0,5-5 7 15,3-3-5-15,4 0-2 0,4 1-6 0,2 0 5 0,-3 3-3 16,1 2 5-16,1 0 2 0,2 3-1 0,6-2-5 0,1 5 4 16,1 0-6-16,-4 5 11 0,-3 3-2 0,-1 3-3 0,-3 1-65 15,1-1-1-15,0 2-23 0,-1 0-64 0,-1 3-45 0,0-2-35 0,-1 2-240 16,0 0 280-16</inkml:trace>
  <inkml:trace contextRef="#ctx0" brushRef="#br0" timeOffset="7147.55">16621 2619 539 0,'-2'-1'193'0,"1"0"87"0,1 0-189 0,0 1 36 0,0-2-17 0,3 2-28 0,0-2-19 0,3 1 37 0,0-1-40 0,3-2 55 0,-2 2-19 0,1-1-25 0,3-1-8 15,4 1 8-15,7 0-14 0,5-1 6 0,0 0-4 16,0 1-11 0,7-3-17-16,2 1 23 0,4 0-27 0,9-1 32 0,0 1-12 0,1 0-17 0,6-1-22 0,-4 3 20 0,3-3-22 15,9 1 24-15,1-1-8 0,8 0-14 0,13-1-14 0,-9-1 15 16,-2-1-15 0,10-1 24-16,-8-1-3 0,6 0-11 0,13 0-16 0,-9 3 22 0,-1 1-22 0,-1-1 28 0,-4 1-4 15,2 0-11-15,6 2-7 16,-5 0 6-16,0 1-3 0,2-1 19 0,0-1-6 0,4 3-6 0,1 1-8 0,-5 1 10 0,-2 1-7 0,2-1 12 15,-4 1-4-15,0 0-7 0,2 0-6 0,-5 0 10 0,-2 0-6 16,-2-1 15-16,-4-2-3 0,-2 2-7 0,2-1-30 0,-3 0 14 0,-11 1-18 16,-2-2-2-16,-7 2-4 0,-5-1-16 0,5 0-17 0,-9-1 2 15,-3 1-7-15,-3 0-11 0,-7 0 4 0,-5-1 0 0,-4 1-69 16,-6-1-29 0,-3 1-13-16,-3-2-183 0,-5 3-19 0,0-1-42 0</inkml:trace>
  <inkml:trace contextRef="#ctx0" brushRef="#br0" timeOffset="7424.62">19849 2084 1080 0,'-17'-3'74'0,"1"-1"50"0,4-1 37 0,3 2-38 15,5-1 41-15,3 2-39 0,4-2-42 0,6-1-39 0,4 1 19 16,6-3-24-16,7-2 27 0,2 0-3 0,6 1-18 0,8-1-15 15,2 1 26-15,4 3-30 0,0 0 35 0,0 5-12 16,1 0-16-16,4 3-19 0,4 4 10 0,-5 1-15 0,4 4 13 16,-8 2-4-16,-5 2-7 0,-2 3-14 0,-10 0 12 0,-9 0-12 15,-4 1 20-15,-8-1-3 0,-1 0-9 0,2 1-3 0,-5 0 14 16,-5 1-10-16,-7 4 24 0,-5 0-3 0,-6 0-8 0,0 0-12 16,-4-5 10-16,-2 0-13 0,-2 2 13 0,-5-2-6 0,2-1-7 15,-3 1-6-15,0-1 10 0,1-1-7 0,2-2 6 0,2-1-11 16,4-1-17-16,-1-4-32 0,4 1-7 0,2 0-6 0,5-2-63 15,4-3-37-15,4 0-30 0,3 2-325 0,5 0 331 0</inkml:trace>
  <inkml:trace contextRef="#ctx0" brushRef="#br0" timeOffset="8092.9">22152 2206 744 0,'-9'-13'213'0,"0"4"-128"0,-2 2 77 0,-2-4-28 0,5 4 4 0,-2-2-25 0,-4 1-29 0,3 3-18 0,-6 4-23 0,-2-1-35 0,3 2 24 0,-2 2-30 0,-1 0 30 0,3 5-13 0,0 0-12 0,-2 5-7 16,0 2 9-16,1-1-5 0,-1 1 18 16,2 1 4-16,0 2-7 0,1 6 17 0,0-1 16 0,3-1-15 0,0 2 18 15,3-3 0-15,3-3-6 0,0 3-16 0,3-4 11 0,2 0-20 16,1-1 19-16,2 0-7 0,1 1-9 0,5-1-12 0,0-1 13 16,3-1-14-16,4 1 24 0,2-4-9 0,-1 1-12 0,6-2-11 15,-1-1 9-15,3 0-10 0,0-3 9 16,3 0-3-16,0 1-6 0,1-4-17 0,2-2 20 0,0-4-14 0,-4-1 23 0,0-3-13 15,1-1-18-15,1-2-34 0,5-3 7 16,-1-1-12-16,-3-3-23 0,-3 0-9 0,-2 0-19 0,1 0-69 0,0-1-11 16,-4-1-16-16,-2 0-92 0,-5-1-14 0,-3 0-26 0</inkml:trace>
  <inkml:trace contextRef="#ctx0" brushRef="#br0" timeOffset="8483.99">22458 1922 379 0,'-4'-7'157'0,"1"4"53"0,-2-1 44 0,2 2-89 0,0 2 59 16,0 0-41-16,1 3-60 0,0 1-33 0,1 1 20 0,1 3-35 15,0 2 24-15,0 1-8 16,3 3-18-16,2 3-16 0,0 2 16 0,4 1-26 16,1 0 10-16,0-1-13 0,3-2-20 0,1 3-24 0,-1 0 15 15,1-1-17-15,2 0 23 0,-1-1-4 0,-1-3-8 0,2 1-10 0,-9-4 8 0,-1-1-10 0,0 1 14 16,1-3-2-16,2 2-7 0,0-1-6 0,-2-2 9 0,-1-3-8 16,-1-1 14-1,-2-2-3-15,-1-1-4 0,0 1-12 0,-1-1 14 0,0-1-11 0,-1 0 32 0,0 0-7 0,0-1-9 0,0-2-14 16,1 1 11-16,-1-1-8 0,0-3 16 0,0-1-3 0,0 1-8 0,-1-2-14 31,1 0 14-31,0 1-11 0,0-1 20 0,1 2-2 0,0-2-11 0,2 2 3 16,1-3 6-16,1 1-4 0,1 3 9 0,2-2-4 0,0 1-3 0,1-2-9 0,2-1 11 0,1 0-9 0,2 2 20 15,-1 0-3-15,1 1-5 0,-1 2-11 0,0 0 10 16,0 2-8-16,-1 2 14 0,0 0-4 0,-1 0-6 0,0 1-3 0,0 3 8 0,0 1-5 16,1 3 11-16,-2 1 0 0,0 1-6 0,0 3-11 0,0-1 10 31,1-1-9-31,2 3 11 0,-2-2-3 0,1 4-5 0,1-1-16 0,-1 1 15 0,-1-2-12 0,2-2 25 0,-3 3-6 0,0-4-11 0,2 1-11 31,-2-5 10-31,1 0-9 0,0-1 5 0,-2 0-9 0,-7-2-13 0,-1 0-16 16,0-3 5-16,0 1-8 0,5-1-20 0,1-1-14 0,0 0-18 15,5-1-50-15,1-1-32 0,3 0 1 0,2-3-143 0,0 1-40 16,2-2-44-16</inkml:trace>
  <inkml:trace contextRef="#ctx0" brushRef="#br0" timeOffset="8693.9">23440 2183 424 0,'-8'8'160'0,"0"-1"215"0,-1 0-126 0,3 3-31 16,0-1-51-16,3 1-68 0,2-2 23 0,2 0-55 0,4-3 8 16,3 1-9-16,1-2-15 0,2 0-19 0,2 0 22 15,0-3-24-15,6-1 37 0,0-1-12 0,2-3-18 0,1-1-26 16,-2-4 19-16,-2 1-24 0,-1-1 45 0,-9 0-3 0,-3-1-6 0,-1 0-21 16,-3-2 26-16,4 2-29 0,-3-2 38 0,-1 2-9 15,-1-2-16-15,-1-3-29 0,-3 1 18 0,1-1-21 0,-2-1 25 16,-3 2-9-16,1 3-11 0,2-2-15 0,1 3 12 15,-1-1-12-15,-1 1 3 0,-6 0-17 0,1 1-16 0,0 1-56 16,1 2-1-16,2 1-11 0,0-2-61 0,3 2-38 0,-2 1-33 0,0-1-268 16,1 1 304-16</inkml:trace>
  <inkml:trace contextRef="#ctx0" brushRef="#br0" timeOffset="8912.54">23925 1612 1940 0,'10'9'120'0,"3"4"5"0,-2 6 28 16,1 1-28-16,1 3-27 0,0 9-59 0,1 0 10 0,-1 6-30 15,2-1 6-15,-2-1-8 0,2-3-11 16,-1 7-10-16,-6-2 11 0,-1 2-9 0,0 1 22 0,-3-6-4 0,5-1-10 16,0-1-10-16,-2-5 9 0,0-1-9 0,-1 1 2 0,0-3-14 15,-1-2-12-15,1 1-49 0,0-4-28 16,-1 0 10-16,0-1-169 0,-3-4-136 0,0 1-47 0</inkml:trace>
  <inkml:trace contextRef="#ctx0" brushRef="#br0" timeOffset="16695.64">22422 3156 256 0,'-6'-6'37'0,"3"6"533"0,2-2-262 0,1 1 3 0,0 1-331 0,1-1 19 0,1 1-23 0,1-2 29 0,1 1-1 0,1 1-10 0,3 1 12 0,2 1-4 15,3 2 8-15,1-3 0 0,3 3 1 0,0 1-2 0,2 0-14 16,1 0 27-16,0 3-21 0,2 1 37 0,-8 3-4 0,1 1-10 0,2 1 0 16,1 0 0-16,6 0-1 0,0-1-9 0,0-1-1 0,-2-1-4 15,-1 1-11-15,0-1 7 0,-3-2-8 0,0 2 6 0,-4-4-1 16,1 1-2-16,-2 1-14 0,1-1 19 0,-3-1-13 0,0 1 15 0,-2-2 0 15,0 1-14-15,0-3-25 0,0 1 0 0,0-3-16 0,1 0-58 16,-1-2-32-16,0 0-25 0,0-2-173 0,-1-2 196 0</inkml:trace>
  <inkml:trace contextRef="#ctx0" brushRef="#br0" timeOffset="16898.37">23283 2911 807 0,'-5'0'160'0,"3"4"-151"0,-1 3 13 0,-2 3-19 16,1 4 24-16,-1 3-13 0,-1 6 79 0,-1 0-6 16,0 1-16-16,2 4-17 0,0 2 12 0,1 2-26 0,-1-3-6 0,2 2-6 15,-2 0-9-15,2 3-19 16,-3 2 3-16,0-1-3 0,-1-1 16 0,-2 1-5 0,1 0-5 0,1 5-6 0,2 0 6 0,0 0-6 16,2-1-2-16,-2 0-1 0,0-4-2 0,-2 1-9 0,0-1-37 0,2-2 13 15,-2-1-136-15,0-2-39 0,0-1-36 0</inkml:trace>
  <inkml:trace contextRef="#ctx0" brushRef="#br0" timeOffset="17788.29">16029 3429 657 0,'9'-8'149'0,"-2"0"-104"0,-3 3-34 0,-1 1-21 0,0 0 37 0,-2 2-7 0,-1 1-11 0,-1-2 9 16,0 2-6-16,-4-1 9 0,1 1 4 0,-1 0-2 0,-1 1-4 16,1 0-17-16,-1 2 15 0,-1 1-16 0,1 2 4 15,-1 3-1-15,-1 3-4 0,-2 6-10 0,-1 5 12 0,-3 5-6 0,0 5 26 16,-4 4-7-16,0 2-8 0,-1 4-30 0,0 0 29 16,-2 2-23-16,1-1 37 0,-1-3-10 0,-2 2-16 0,0 2 2 0,-1 2-3 0,2-1 7 15,-1 0 5-15,4-4-5 0,3-2-2 0,-1-2-83 0,-3 1 4 16,-1-4-32-16,-6-1-75 0,2-2 112 0,1-3-20 0</inkml:trace>
  <inkml:trace contextRef="#ctx0" brushRef="#br0" timeOffset="18026.16">15476 3402 1592 0,'8'-34'-2'0,"-3"19"2"0,0 6-5 0,2 7 2 0,4 0-17 16,2 4 11-16,2 3-8 0,6 5 34 0,3 4-9 15,2 3-7-15,1 4-17 0,-5 2 20 16,0 2-14-16,1 2 23 0,4 2 0 0,6 1-9 0,2 4-13 0,-2 2 12 0,3-5-11 0,1 2 13 0,0-4 2 16,2 0-7-16,1 4-5 0,3-2 9 15,1-3-9-15,-6 0 4 0,-1 0-4 0,0 0-6 0,4 4-118 16,9-2-26-16,1 0-32 0,1-1 15 0</inkml:trace>
  <inkml:trace contextRef="#ctx0" brushRef="#br0" timeOffset="41116.1">17564 812 217 0,'-7'-7'135'0,"3"4"-81"0,0-3 70 0,2 3-68 0,1 1-9 0,1 0-15 0,0 0 7 0,1 0-4 0,1-1-17 0,1 1 11 0,-1-2 11 16,1 1-6-16,-1-2 15 0,3 1-6 0,-2-2-14 0,3 1-40 15,1-1 39-15,0-3-34 0,2 2 51 0,2 1-7 0,0-1-17 0,2 0 16 16,-5-1 6 0,2 2 2-16,0-2 7 0,0 0-5 0,7 1-11 0,1-2-17 0,2 0 15 15,1-2-16-15,-2 2 8 0,-1 0-8 0,-1 0-7 0,1 1-2 16,1-1 2-16,-1 0 0 0,1 0-6 0,-2 1 3 0,-1 3-7 0,0-2-8 0,0 5 13 0,0-1-13 0,-2 1 13 15,-2 2-4-15,1-2-4 0,-4 2 5 16,-1 2-4-16,-2-1 7 0,0 2-4 0,-3-1 1 0,1-1-2 16,-1 5-16-16,-1-1 24 0,-1 2-20 0,-1 4 24 0,0-1-3 0,-2 4-10 15,0 0-6-15,-1 1 8 0,-1 3-4 16,0-1 17-16,-1 1 5 0,1 1-5 0,-2 0-3 0,-1 0 17 0,0 2-15 0,-2-1 14 0,0 0-9 16,-1-1-8-16,-2 0 4 15,1-2-1-15,-1-1 3 0,-1 0-9 0,2 0 1 0,-1 0-6 0,-2-1-17 16,1 0 22-16,0 1-19 0,1-2 28 0,3 0-3 15,0 0-10-15,1 1-13 0,0 1 9 0,2-2-8 0,-1 2 18 0,1-1-3 16,2-1-8-16,-2 2-14 0,1 0 19 0,0-1-13 0,2 2 20 16,-1-1 3-16,1 1-10 0,1-4-11 0,1 0 14 0,1-4-14 15,1-1 9-15,1 0 3 0,3 0-11 0,-1 0 2 0,2 0 11 16,0 0-9-16,1 0 11 0,0-2 0 0,1-1-2 0,1 0-5 0,0 1 10 16,2-5-6-16,0 1 14 0,3 0-5 0,-1-1-5 0,2 0-9 15,0-1 7-15,1 2-6 0,0-2 9 0,0 0-4 0,0 0-5 0,3-2 2 16,2-3-1-16,0 0 4 0,0-1 2 0,1-1-1 15,1 0-2-15,1-2-14 0,-6-2 10 0,0 2-8 0,0 0 16 0,0 0-2 16,5 2-6-16,1-1-4 0,-2 0 2 0,0-1 0 0,-2 1 1 16,-2 0 2-16,1-1-4 0,0 1-21 0,0 1 9 0,-1 0-14 15,0 1-12-15,-2-1-12 0,-2 2-12 0,-1-3-27 0,-2 2-17 16,-1 0 5-16,-2 1-66 0,0-2-2 0,-4 3-13 0,0 0-111 0,-1 2 179 16</inkml:trace>
  <inkml:trace contextRef="#ctx0" brushRef="#br0" timeOffset="41474.04">17218 1277 792 0,'8'-9'21'0,"1"-2"-21"0,2 4 0 0,3-2 2 0,1 1 12 0,2 0-2 0,2 1-7 0,3-4-11 0,-1 2 31 0,1-1-26 0,4-1 58 0,-2 0-11 0,2-1-10 0,1-2-22 16,3-4 13-16,0 2-12 0,2 1 15 0,-2 0-1 15,-1-1-10-15,-2 1-2 0,2-1 16 0,4-1-15 0,-1 1 13 0,5 1-10 0,1-1-9 16,0 0-4-16,0 2-5 0,0 0 6 0,-2-2 2 0,-3 5-3 15,-3 0-4-15,0-1-12 0,-2 0 19 0,-3 1-16 0,-5-1 17 16,-3-1-7-16,-1 2-12 0,2-1-10 0,3 1 13 0,-1 1-8 0,-1-1 3 16,-3 2-22-16,-1 2-30 0,0-2-79 0,0 0-10 0,0 0-20 15,-3 0-95-15,0 2 152 0,3 2-13 0</inkml:trace>
  <inkml:trace contextRef="#ctx0" brushRef="#br0" timeOffset="46207.42">18652 4338 271 0,'-7'-6'23'0,"2"3"13"0,-1 0-30 0,2 2 6 0,4-1-12 0,0 1 7 0,0 0 1 0,1-2-7 0,-6 3 3 0,1-3 25 0,-2 0-16 0,0 0 25 0,1-2-4 15,-3 1-12-15,1-1-22 0,-2 0 21 0,1-2-16 0,1-1 48 16,-2 0-4-16,1-1-11 0,0-1-13 0,-2-2 15 0,1 0-14 15,1-2 18-15,1-2-8 0,2 0-7 0,-1-2-4 0,0 0 0 16,2 2 3-16,-1 0 3 0,2 0-4 0,0 1-8 0,-1-4-24 16,1 0 23-16,-1-1-23 0,2 0 19 0,0-1-1 0,0 0-7 0,-1-4-12 15,1 0 11-15,0 2-8 0,1 0 32 0,0 1-8 0,0-1-7 16,1 1-13-16,0-2 9 0,0 1-8 0,-2-2 7 0,2 4-2 16,-1-1-7-16,1 1-7 0,0 3 7 0,0 2-5 0,3-2 14 0,-1 1 1 15,0-2-5-15,3-1-11 0,-1-1 11 0,2 1-13 0,2-2 8 16,-1 3 0-16,2-1-4 0,3 2 3 0,0 1-2 0,1-1 4 15,1 1 4-15,1 3 0 0,0 0-5 0,2 2-18 0,1-1 24 0,-1 3-20 16,-8 0 29-16,0 2-6 0,-2 1-11 0,0 1-6 0,5-1 3 16,-2 3 0-16,1 0 11 0,-2 2-2 0,0 2-3 0,0 0-17 15,-2 0 20-15,-1 0-17 0,0 3 20 0,-3 3-2 0,0-1-8 0,-1 0 0 16,-1 2-5-16,-1 2 6 0,1 2 2 0,-1 0 3 16,-1 2 4-16,-1 1-27 0,-2 1 28 0,0 5-25 0,-2-2 32 0,3-1-4 15,2 3-12-15,1-1-3 0,3-1-3 0,2-3 4 0,1-2 4 16,2-4 6-16,0-1 1 0,3-1-28 0,1-3 31 0,0 1-29 0,1-3 35 15,1 0-7-15,-1-1-13 0,2 1-13 0,1-1 13 0,-1 0-6 16,0-1 26-16,0 2-1 0,-2-2-12 0,1 0-7 0,-2 0 9 16,0 0-11-16,0 1 6 0,-3-1-1 0,1 1-1 0,0-1-8 0,0 1 6 15,1-1-3-15,0 2 20 0,-1 0-3 0,1-1-7 0,-3 3-10 16,0 0 10-16,-1 0-10 0,-1 2 11 0,-3 0-5 0,-1 0-3 0,-2 3-1 16,-3 1 8-16,-3 2 1 0,-2 0 33 0,-3-1-11 0,-2 0-11 15,-4 3-24-15,-3-2 18 0,-3 4-15 0,0 1 22 0,-1-2-4 16,-2 0-10-16,-1-1-11 0,0-2 8 0,-1 3-6 0,-1-3 20 15,1-1-2-15,-3-1-9 0,-2 0-13 0,2-1 16 0,1 0-14 16,9 0 12-16,0 0-5 0,0-1-10 0,1-1-20 0,-3 0-2 16,5-1-4-16,3-2-21 0,6-2-5 0,4-2-12 0,2 0-70 15,3-1-32-15,6-3-18 0</inkml:trace>
  <inkml:trace contextRef="#ctx0" brushRef="#br0" timeOffset="49997.75">20701 15536 217 0,'0'5'299'0,"1"-1"-176"0,4-3 184 0,2 3-240 0,2 2-61 0,2 3-11 0,4 2 17 0,0-2-6 0,3 3-9 0,2 1 6 0,2-1 2 0,1-1 7 0,3-1 27 0,1-1 2 0,3-1 3 0,7-2-39 0,4 3 29 16,4-2-29-16,2-1 39 0,-3 1-5 0,2-5-5 0,5-1-26 15,6-1 20-15,3-2-17 0,3-3 33 0,5 0-10 0,2-6-13 16,8 2-34-16,-1-1 21 0,2-3-20 0,1-1 31 0,3-1-5 16,0 0-10-16,7-5-17 0,-3 1 13 0,-1-1-11 0,0 0 28 0,-3 1 0 15,2-1-12-15,3-3-18 0,-3-4 17 0,-4-3-17 0,-2 1 13 16,-4-2 0-16,-1 1-10 0,3-5-20 0,-3-1 18 15,-6-2-14-15,-2-1 27 0,-5 3 4 0,-3 1-12 0,3-1 2 0,-3 1 10 0,-3-1-8 16,-2-5 10-16,-9-2 1 0,-5-2 0 0,-3-4-6 0,-5 1-1 16,-7-1 1-16,-3 0 4 15,-6 5 0-15,-4 1-4 0,-4 0-23 0,-2-2 28 0,-5-5-24 0,-4-4 30 0,-2 3-5 0,-7-1-10 0,-5 3-12 16,-5 5 3-16,-6 4-2 16,-7 4 14-16,-9 5 1 0,-7 4-2 0,-8-1-17 0,-5 2 17 15,-2-1-16-15,1 1 19 0,-4 2-3 0,-7 4-8 0,-10 0 1 16,-5 5-2-16,-3 4 4 0,1 1 6 0,0 5 2 0,-6-3-2 0,-8 3-5 15,-2 0 4-15,1 5-5 0,-5 2-3 0,-2 10 0 0,-2 0-3 16,-7 8-7-16,-2-1 12 0,-3 5-6 0,0 4 24 0,3 2-1 0,0 4-11 0,-5 4-20 0,-2 4 27 16,-2 5-23-16,4 8 29 0,7 8-7 0,2 4-11 0,0 7-9 0,1-1 11 15,6-2-5-15,6 4 28 0,16 1-1 0,14 4-5 16,4 2-15-16,7-7 25 0,13-6-20 16,8-5 36-16,19-7-8 0,11-2-14 0,11-1-11 0,11-4 5 0,14-4-4 15,12-2 9-15,7-3 1 0,6-3-2 0,8-3-10 0,7-3 22 0,5-3-17 16,11-3 21-16,7 0-13 0,6-2-14 0,7-1-5 0,0 0-2 0,2-3 4 0,5-2 15 15,0 0-14-15,1-2 3 0,4 0-9 0,-1-1 0 16,3 0-4-16,0-2-6 0,-3 0-3 0,-5-3-4 0,5-1-29 0,-1-3-11 0,1 0-4 31,-2-1-57-31,-10-1-6 0,-1 2-17 0,3 0-145 0,0 5 184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8:35:59.03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22481 3157 256 0,'14'1'11'0,"-12"2"157"0,1-3-81 0,0 1 2 0,0-2-91 0,0 0-7 0,0 1 4 0,-2 0-76 0,0 0-58 0,-1 1-40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8:37:16.49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8025 16024 256 0,'1'-12'22'0,"-1"7"307"0,0 2-149 0,1 1 3 0,2 2-198 0,2-1 20 0,0 1-16 0,4 1 26 0,0 0 1 0,1 0-14 0,3 1-16 0,2 2 27 0,2-2-22 16,2 1 38-16,3-1 1 0,1 1-9 0,4-1-16 15,-3 1 23-15,2-1-18 0,3 2 33 0,1-2-3 0,9 0-12 0,2-1-5 16,4-1 23-16,2 0-16 0,6 0 24 0,-1 0-7 0,2-1-16 0,3 0-16 15,2 0 18-15,1-5-14 0,2 3 24 0,6-2-11 0,-1-1-13 16,5 1-12-16,1 1 5 0,-2-2-6 0,0 1 7 0,-3-2-1 16,1 1-2-16,5 2-10 0,-1-1 9 0,1 3-7 0,-4-4 24 15,-1 3-3-15,-1-4-1 0,7 2-5 0,0-1 7 0,2 1-6 0,-3-1 2 16,1-1-5-16,1-1-7 0,5-1-8 0,4 0 10 0,-1-2-8 16,-3 0 12-16,-2-1-3 0,2-2-9 0,1 3-8 0,3 1 13 15,-3 4-9-15,-5-1 13 0,-7 2 4 0,-3 0-9 0,0-3-27 16,-3 3 23-16,-5 0-19 0,-5 3 37 0,-7 2-4 15,-6 0-17-15,-4 1-11 0,-10 1 22 0,-6 2-18 0,-5 0 14 0,-7 0 5 16,2 0-6-16,-3 0-13 0,-4-2 12 0,-1 1-13 0,-3-3 19 0,-2 2 2 16,-2 0-4-16,-5 0-8 0,-3 2 12 0,-6-4-12 0,0 1 8 15,-6-1-3-15,-3 0-5 0,-7 0-14 0,-7-1 11 0,-4 0-9 16,-3 1 26-16,-5 0-10 0,-7 0-7 0,-6 0-19 0,-1 0 13 0,-3-2-9 16,2-1 23-16,-2 1 2 0,-5 1-4 0,-8 1-7 0,-5 0 1 15,3 1-2-15,-2 1 11 0,6-1 0 0,-2 0-5 0,-9 2-8 0,0-3 13 16,1 1-10-16,0 1 14 0,5 1-8 0,-5-2-8 0,-6 1 6 15,3 0-2-15,0-1 5 0,4 5 2 0,2-1-3 16,-3 0-1-16,-2 0-16 0,-2 0 17 0,3 1-12 0,-1 2 21 0,2 1-3 0,2-1-12 16,-5-1 3-16,5 1-1 0,3 0 2 0,2-1 0 0,3 1 2 15,1 0 1-15,2-2-13 16,0 1 13-16,8 0-11 0,4-2 21 0,7 2-10 0,-1 1-10 0,3-3 1 16,9-2 6-16,3 3 2 0,9-4 8 0,7 1 3 0,2-2-7 0,7 2-21 0,6-3 24 0,6 1-21 15,5-1 28-15,2 0-15 16,2 0-17-16,6 0-6 0,4 0 16 0,7 0-6 0,5 0 29 0,6-1-6 15,4-2-12-15,2 0-11 0,7-2 14 0,4 0-7 0,4-2 22 16,7-2-5-16,4 0-9 0,6-2 2 0,9 1 4 0,0-1 0 0,4-3 13 16,-2-1 2-16,3-1-1 0,107-19 19 0,-188 34 15 15,197-31-74-15,-101 14 23 0,4 1-3 0,3-2 5 0,-2 0-1 0,-1 4 3 0,-1-2 0 0,-6 3-5 16,-1 4-1-16,0-1-9 0,-6 2 5 0,-2 2-2 16,-3 2 12-16,-6 0-7 0,-2 3-5 15,-8 1-6-15,-3 1 8 0,-3 0-2 0,-5 1 10 0,0 1 1 0,-7 3-9 0,-2 0-8 0,-5 2 14 16,-5 1-11-16,-3 1 12 0,-3 0-5 0,-3 1-6 0,-2 1-53 15,-6-3 0-15,-5 3-20 0,0-2-77 0,1-2-44 0,4-2-46 0,4-3-193 16,8-4 256-16</inkml:trace>
  <inkml:trace contextRef="#ctx0" brushRef="#br0" timeOffset="41147.94">25554 1652 619 0,'-7'-2'235'0,"0"0"289"0,1-2-310 0,1 1-57 0,1 2-32 0,1 0-24 0,2-2-18 0,1 1-24 0,-1 0-14 15,1 1 11-15,0-1-17 0,0 0 8 0,0 1-10 0,0 0-15 0,2 1-10 16,-1 0 12-16,1 0-13 0,3 2 26 0,-2 1 3 16,3 1-5-16,0 3-5 0,-1 1 22 0,1 1-25 0,-2 3 28 15,1-1-12-15,-2 4-16 0,2 2-12 0,-2 0 9 0,-1 1-11 16,1 3 11-16,-2-1-2 0,-1-1-6 0,0 1-7 16,0-2 9-16,0 0-12 0,0 1 11 0,0-2-5 0,-3 1-7 0,3 2-10 15,-1-2 12-15,1 2-9 0,0 0 21 0,-1-2-5 0,1 0-9 16,0-4-5-16,0 0 4 0,0-2-4 0,1-1 7 0,-1 1 1 15,1 0-2-15,1-1-13 0,-1 0 12 0,0 1-9 0,0-1 19 16,0-1-2-16,1-1-8 0,-4 2-3 0,-1-4 5 0,0-3-4 0,0 3 4 16,4-4-2-16,1 3-3 0,0 1-1 0,0-2 2 0,0-1-1 15,1 0 3-15,0 0 0 0,0-2 1 0,0 0-17 0,1-1 15 16,0 0-12-16,0-1 25 0,1 0-5 0,0-1-7 0,0 0-11 16,1-2 8-16,1-1-6 0,1 0 16 0,-1-1-3 0,2 0-5 0,1 0-7 15,-1 0 4-15,0 0-3 0,-1 1 5 0,1-1 2 16,-1 1-4-16,1-1-12 0,0 4 13 0,-1 1-11 0,0 0 17 15,0 0-3-15,-2-2-9 0,1 2-6 0,0 0 1 0,-1-1-2 0,-1 1-5 16,0 0-2-16,-1 1-6 0,1-1-22 0,-2 3-3 0,0-1-6 16,2-2-28-16,-2 0-8 0,3 0-10 0,1 2-90 0,-1 2-43 0,3-3-15 15,0 1-361-15,-1 0 372 0,0-1-66 0</inkml:trace>
  <inkml:trace contextRef="#ctx0" brushRef="#br0" timeOffset="41589.64">26062 1894 1568 0,'-2'-2'-205'0,"-2"4"440"0,-4 0-25 0,0-1-53 0,1 5-93 0,3-1 13 0,1 2-34 0,2 2 13 0,1 2-13 0,4 1-16 0,0 2-19 0,4 4 19 0,0 0-19 16,1 0 24-16,0-2 0 0,0-4-11 0,-3 1 1 15,1-3 31-15,1-1-27 0,4 0 42 0,6-2-19 0,3-1-25 0,2-1-15 16,-1 2 5-16,-1-2-8 0,0-1 8 16,-2-4-3-16,0-3 0 0,2-1-5 0,-5-1-1 0,0-3-1 0,-2 1-3 15,-3 0-1-15,-1 0-4 0,-1-2 0 0,-1 1 4 0,-1-1-2 16,-3-1 9-16,-1-2-3 0,0 0-2 0,-2-4-13 0,-1 3 11 15,0 1-7-15,0 1 16 0,0 4 3 0,0 0-9 0,0 1-16 16,0 2 17-16,1 0-17 0,-1 0 22 0,0 2 0 0,0 0-8 0,0 1-1 16,-1 1 8-16,1 0-6 0,-1 0 21 0,1 3-4 0,-3 1-7 15,2 1-17-15,-1 1 9 0,0 3-10 0,1 0 10 0,1 0-1 16,0 0-4-16,2 1-15 0,0 0 16 0,0-1-12 0,3 2 14 16,-2-5-15-16,3 0-21 0,-1-2-55 15,3-1-2-15,1-1-15 0,1-2-80 0,2 0-30 0,0 0-45 16,1-1-273-16,2-1 84 0,2-2-111 0</inkml:trace>
  <inkml:trace contextRef="#ctx0" brushRef="#br0" timeOffset="41925.26">26617 1944 1507 0,'-6'7'138'0,"1"0"34"0,1 0 10 0,1 1-47 0,2-2-50 0,1 2-56 15,0-3 6-15,3 2-19 0,0-1 13 0,-1-2-4 16,1 0-7-16,-1 0-18 0,1-3 25 0,-1 0-23 0,-2 0 40 15,1-1-1-15,-1 0-13 0,0 0 4 0,-1 0 10 0,0-2-12 16,0-2 17-16,-1-1-8 0,1-2-11 0,1 1-16 16,0 0 14-16,1-3-17 0,3-2 17 0,0 2-3 0,3-1-9 0,3-1-11 15,3 0 15-15,0 2-15 0,2-1 22 0,-2 1-3 16,1 3-7-16,-1-1-6 0,1 2 24 0,-1 3-20 0,-1 1 42 16,1 1-8-16,-1 0-15 0,0 2-7 0,0 2 5 0,-1 0-11 15,1 2-3-15,-1-1-2 0,0 2-6 0,0 0-13 0,-1 0 8 16,-1-1-8-16,0 1 16 0,-1 0-4 0,0 0-4 0,-1-2-10 0,1 2 9 15,0-1-7 1,-1-1 6-16,0 0-5 0,-2-3-11 0,1 2-11 0,1-1-1 0,-3-1-3 16,1 0-18-16,-1-1-6 0,1 0-7 0,-1-1-39 0,3 0-5 15,2-1-8-15,2 0-45 0,2-3-12 0,2-1-17 0,0 0-156 0,-6-1-93 0,2-1-26 0</inkml:trace>
  <inkml:trace contextRef="#ctx0" brushRef="#br0" timeOffset="42286.4">27224 1845 994 0,'-16'-6'-426'0,"6"4"836"0,2 2-75 0,-1 2-124 0,-3 1-68 16,0 6 15-16,-1 0-54 0,-3 3-17 0,1 2-16 0,1 0-28 0,0 1-20 0,1 1 15 16,8-3-21-16,1 2 20 0,0-4-3 0,3 1-7 0,-2-2-20 0,1-2 32 15,2 0-30-15,2-2 49 0,2-3-15 0,2-1-20 0,-3-1-25 32,1-2 19-32,-2-1-20 0,4-4 31 0,3 0-8 0,1 0-13 0,1-2-7 0,-1 1 5 0,-1 0-5 0,0 0 13 0,-1 1-3 15,-1 1-5-15,-1-2-9 0,-1 5 9 0,-1-2-7 16,1 2 22-16,-2 2-3 0,1 0-6 0,0 0-14 0,-1 1 15 15,2 3-13-15,1-1 25 0,1 5-3 0,2 0-6 0,1 3-10 0,3 5 15 32,1 2-8-32,2 1 41 0,2 0-11 0,1-1-12 0,0 1-15 15,0-1 13-15,-1 3-13 0,0 0-3 0,-3 1-2 0,-3-4-10 0,0-1-6 16,-5-5 11-16,0 3-8 0,-4 1 13 0,-1 0-1 0,-5 0-8 16,-1 0 0-16,-4-1 6 0,-2-1-3 0,-4 0 10 0,1 0-4 15,-3-4-1-15,-1 2-7 0,1-2 6 0,-1-1-4 0,-1-1 6 0,2-2-1 16,0-3-3-16,1-1-3 0,1-2 6 0,2-2-5 0,-1-2 5 15,3-5-3-15,1-1-3 0,3-6-4 0,1-2 1 0,2-3-1 16,2-6 0-16,2-4-4 0,2-2-4 0,4-4-23 0,2 3 8 16,3 0-10-16,0 4-1 0,2 7-8 0,-1 2-14 0,3 3-63 0,-1 1-16 15,0 2-14-15,0-1-151 0,2 0-138 0,-1 5-97 0</inkml:trace>
  <inkml:trace contextRef="#ctx0" brushRef="#br0" timeOffset="43062.87">25925 2590 1534 0,'-8'-1'-263'0,"2"-4"481"0,-1 1-29 0,-1 0-78 0,0 0-15 0,-1-1 21 0,1 2-40 0,-2 0 8 0,0-1-14 0,-1 2-21 0,-1 0-10 0,0 1 8 0,2-1-15 0,1 2 15 16,-1 3-7-16,0-1-9 0,-1 4-14 0,-2-1 14 15,3 2-17-15,-1 2 20 0,0 2-5 0,1 0-11 0,-3 6-4 16,2 2 8-16,-1 4-10 0,-3 0 16 0,2 1-4 0,0 2-4 0,1 2-21 16,2 2 14-16,1-4-14 15,0 3 26-15,3-4-4 0,1-2-9 0,1 3-6 0,2-3 8 0,2-1-7 0,0 2 10 16,4-5-5-16,0-2-6 0,2 1-10 0,0-4 7 0,2 1-5 0,2-3 9 15,2-2 1-15,1-2-5 0,4-1-4 0,1 1 0 0,1-4-3 16,0 0-6-16,0-4-4 0,1-3-4 0,3-2-22 0,1-3 8 16,5-2-10-16,2-4 2 0,0 1-2 0,4-3-8 0,0-1-23 0,2 0 19 15,-2-1-15-15,-3-1 27 0,-9 0-3 0,-6 0-9 0,-1 0-4 16,-3-1 19-16,5 5-10 0,-3 2 46 0,-4 2-1 0,-6 0-2 0,-1 2-13 16,-3 4 19-16,-1 0-12 0,-3 3 28 0,-4 3-2 0,-1 4-12 15,-3 3-24-15,-3 3 30 16,0 2-24-16,-2 2 40 0,2 2-3 0,2 2-15 0,1 1 3 15,5 0 9-15,3-1-5 0,-1-1 12 0,2-3 0 0,-2 1-3 16,2-2-12-16,0-1 16 0,4-2-15 0,1-2 12 0,1-1-1 0,3-3-9 0,1 1-5 0,-5-3 5 0,3 0-5 16,0-3 8-16,-1-2-2 15,6 0-1-15,2-2-12 0,-1-3 10 0,-1 1-8 0,1-2 11 0,-1 1-3 16,-2-1-5-16,-2 2 1 0,-2-1 4 0,-1 1 0 0,-1-1 8 0,-2 1 2 16,0 1-1-16,0 0-4 0,-1 1 9 15,0-1-9-15,0 1 4 0,0 0-5 0,0 2-6 0,-1-4-5 0,1 3 0 0,-1-1-1 16,1-1 0-16,0 1 0 0,0-3-1 0,1 2-3 0,-1-1 0 0,0-1-3 15,1 2 4-15,-1 0-1 0,1 0-1 0,0 1-14 0,1 0 3 0,-1 2-4 0,0 1 7 16,-1-1-3-16,1 1-1 0,-1 1-8 0,0-1 6 0,0 1-4 16,0 0 8-16,-3 0 0 0,1 0-5 0,0 1-1 0,0 0-1 0,1 1-4 15,0-2-18-15,0 0-3 0,1 1-4 0,-1 0-19 16,1 0-3-16,0 1-3 0,0-1-38 0,0 2-16 0,0-2-19 0,0 0-105 16,1 2-62-16,0-2 0 0,2 0 61 0</inkml:trace>
  <inkml:trace contextRef="#ctx0" brushRef="#br0" timeOffset="43553.75">26318 2911 1357 0,'-5'2'332'0,"4"-1"-229"0,-2-1 88 0,2 1-81 0,1 1 14 0,0 0-49 0,1 2-18 0,0 2-16 0,2 1-24 0,0 2-10 0,0 0 8 0,0 0-9 0,0 1 10 0,-1-1-1 16,-1 0-8-16,2 0-13 0,-1 0 20 0,-1-2-19 0,0 1 32 15,0-2-6-15,0 1-12 0,-1-2-15 0,0 1 16 0,0-2-16 16,0 1 39-16,-1-3-6 0,0 1-6 0,-1 1-17 0,0-2 16 16,-2-1-16-16,1-1 35 0,1 0 0 0,-2-1-9 0,3-2-12 15,-1-3 9-15,2 0-15 0,0-2 16 0,2-3-7 16,2 1-6-16,0 0-8 0,1 1 2 0,0 0-3 0,2 0 7 0,0-1-3 16,2 1-1-16,0-2-5 0,2 3 6 0,0-1-5 0,0 0 8 15,0 0-3-15,1 2-3 0,0 1-8 0,2-1 7 0,0 4-6 16,0-3 11-16,1 5 1 0,1-1-3 0,2 0-13 0,1 2 18 0,-1 0-14 15,-6 2 26-15,1 0-6 0,-2 1-12 0,2 2-14 0,8-1 11 16,0 2-10-16,-1-2 16 0,-2 2-3 0,-1 1-7 0,-2-1-6 16,-1 1 5-16,-1 0-4 0,-2 1-4 0,-2 0-9 0,0-3-9 0,-1 2-28 15,-2-1 1-15,0-1-7 0,-1 1-26 0,-2-2-10 0,-1 0-15 16,1 0-60-16,0-3-14 0,-1 1-14 0,1 0-155 0,1-2-77 16,-1 0-80-16</inkml:trace>
  <inkml:trace contextRef="#ctx0" brushRef="#br0" timeOffset="43980.25">27050 2818 1230 0,'-4'-1'136'0,"-6"-2"77"15,-1 2-16-15,2 0-34 0,1 1-38 0,2 0-67 0,2 3 7 0,0 0-32 0,0-1 1 0,0 4-10 16,2-1-12-16,-2 2-15 0,-1 2 15 0,1 2-14 0,-1 1 33 15,2 0 0-15,2-1-8 0,0 1 5 0,1 1 19 0,1-2-17 16,2 1 29-16,2-1-15 0,-1 0-13 0,2-2-21 16,2-2 16-16,1 0-16 0,2-1 26 0,2-3-8 0,1-1-15 0,1 1-13 15,-4-2 16-15,-4-1-16 0,4-1 16 0,-1-3-1 16,5 1-8-16,6-3-2 0,-1 0-1 0,0-2 0 0,1-1-4 16,-2-3 0-16,-3 1 1 0,0-1-12 0,-3 0 12 0,0 0-8 15,-2 0 16-15,-2 1-4 0,-1-1-8 0,-2 0-3 16,0-4 6-16,-3 2-3 0,0-2 10 0,-2 1 0 0,-1 1-3 0,-1 2-7 15,-3 0 3-15,2 2-5 0,-2 2 9 0,-1 6-3 0,-1-1-2 0,1 3-10 16,-2 3 8-16,0 4-6 0,1 2 16 0,-2 3-2 0,0 4-5 0,0 4 3 16,-1-1 1-16,0 3 2 0,0 1 3 0,0-4-2 15,1 3 1-15,2-1 1 0,2 0 7 0,2-1-3 0,2-2 13 0,2-2-6 16,3-4-5-16,3 1-9 0,2-3 1 0,2-1 0 0,3-1 3 16,1-4-3-16,2-2-3 0,5 0-12 15,0-4-5-15,4 0-2 0,1-2-29 0,1-4-29 0,2 1-18 0,4-4-58 0,1 1-62 16,-1-4 16-16,-7-3-317 0,-1 0 308 0,2-1-49 0</inkml:trace>
  <inkml:trace contextRef="#ctx0" brushRef="#br0" timeOffset="44122.64">27842 2604 1688 0,'-18'0'-277'0,"7"1"606"0,2 3-60 0,-1 3-73 0,0 2-68 16,1 2 12-16,0 2-46 0,-2 5-18 0,2-1-17 0,0 0-24 0,-2 4-27 15,1 1 13-15,1 1-19 0,-1 2 6 0,2-5 0 16,3-3-8-16,-1 1-13 0,2-4-3 0,0-1-5 0,2-2-58 15,2-1-42-15,1-1-21 0,4-2-226 0,3 1 206 0</inkml:trace>
  <inkml:trace contextRef="#ctx0" brushRef="#br0" timeOffset="44600.53">26201 2923 932 0,'-11'-1'-228'0,"5"1"504"0,0 0-40 0,1 0-53 0,1 0-42 0,2 0 6 0,-1 0-36 0,2 1-24 0,0 1-2 0,0 1-17 0,1 1-27 0,0 2 17 0,1 1-31 0,1 2 9 0,2 1-8 0,-1 1-13 0,2 1-18 16,0 2 16-16,1-2-16 0,-2 2 25 0,1-2-6 15,-1 4-12-15,1 0-4 0,2 0-3 0,-1 0-1 0,2 1-57 16,-1-2-57-16,1 0-26 0,1 0-244 0,3-6 215 15</inkml:trace>
  <inkml:trace contextRef="#ctx0" brushRef="#br0" timeOffset="51874.15">17010 2306 382 0,'-1'-7'90'0,"-1"0"101"0,-3-3-35 0,2 1-12 0,-1 0 0 0,-1 0-15 0,-1 1-23 0,1 2-32 0,-2-1-6 16,0 1 4-16,-1 3-10 0,-1-1 17 0,-1 2-7 0,0 0-12 16,-2 2-17-16,2 0 18 0,-3 0-25 0,1 0 20 0,0 3-4 15,-2 1-8-15,1 1-6 0,-1 1 10 0,1 3-14 16,-2 2 6-16,1 0-11 0,-2 3-13 0,-4 4-19 0,1 1 14 16,-2 1-13-16,-1 4 23 0,4 0-3 0,-1 3-11 0,5 6 4 15,3 3 10-15,-1 3-7 0,0 5 21 0,-2-1-4 0,3-4-7 16,3 2-12-16,5-5 14 0,0-5-16 0,4-2 19 0,3-6-8 15,3-3-12-15,4-2-4 0,3-4 10 0,4 0-7 0,4-4 16 16,-5-2-6-16,3-2-7 0,8-2-12 16,1-2 5-16,8-2-4 0,-1-2 11 0,-1-3-4 0,3-2-5 0,4-2-9 15,1-1 3-15,0-1-5 0,-1-1 4 0,-4-3 0 0,-3 1-1 0,-10-2-15 0,-2 0 14 16,-7 2-12-16,-2 1 16 0,0 3 3 16,-5 3-4-16,-4 3-24 0,-1 4 24 0,-3 2-23 0,-1 5 31 0,-1 3-3 0,-2 7-7 0,0 2-1 15,-2 1 5-15,1 0-2 0,-2 0 5 0,2-3 4 0,1-1-4 16,1 0-14-16,2-3 13 0,5 1-13 15,4-1 20-15,2 1-2 0,3-3-5 0,-1-3-9 0,-1-1 9 0,1-4-7 16,-1 0 12-16,-1-2 0 0,1-1-5 0,-2-1-8 0,1-2 13 0,0 2-10 16,1-4 17-16,-1 0 0 0,-2-2-6 0,-2-2-1 0,-1 1 8 15,-1-1-5-15,-2 0 20 0,-2 0-4 16,0-2-4-16,-1 0-8 0,-2-2 5 0,0 0-5 0,-3-2 1 0,0 1-2 16,-1-3-5-16,-1-2-24 0,0-2 20 0,1 0-17 0,0 2 29 0,1 1-6 0,1 2-10 0,0 3-30 15,-1 4 9-15,2 4-13 0,-2 2-7 0,1 1-17 0,-1 2-18 16,0 3-74-16,0 3-32 15,1 3-8-15,-1 1-252 0,5 2 270 0,2 2-48 0</inkml:trace>
  <inkml:trace contextRef="#ctx0" brushRef="#br0" timeOffset="52276.69">18037 2243 1670 0,'-27'0'-156'0,"6"-1"383"0,3 1-37 0,1 1-34 0,1 4-76 0,2 5 15 0,2 2-43 0,2 1-3 0,1 1-8 0,1 1-16 0,0 4-15 0,1 3 15 0,1 0-17 32,0 5 27-32,0-2-8 0,3 4-9 0,0 5-8 0,2 1 1 0,-1 1-4 0,2 3 1 0,0-2-1 0,2-6-4 15,-1 0-14-15,2-7 16 0,-1-1-15 0,3 0 21 0,-1 0-25 16,1-3-14-16,-2-1-21 0,1-3 9 0,-2-4 2 0,-1 1-10 15,-1-2-7-15,-3-1-24 0,-2 1-4 0,-2-2 4 0,-1 0 5 32,-1 0 13-32,0-2 2 0,-1-3 7 0,-1 0-4 0,2-4-3 15,-1-1 8-15,0-4-4 0,2-3 1 0,0 0 2 0,3-2-30 16,-1-2 25-16,3 2-19 0,0-1 69 0,2 0 0 0,1 1 3 0,0 0 49 16,3-2-1-16,-2 3 19 0,1 0 15 0,0 1-9 0,0 1-7 15,2 2-34-15,-2 1 15 0,0 2-19 0,2-1 1 0,-1 2-3 16,3-1-10-16,-1 0-26 0,2-1 15 0,0 1-15 0,1-5 32 15,2 1-6-15,2-3-8 0,4-2-9 0,3-4 6 0,1 1-6 0,4-1-18 16,-2 0-16-16,5 1-21 0,2-3-50 0,3 0-23 0,2 1-6 16,1-6-164-16,-2 1-31 0,-5 1-60 0</inkml:trace>
  <inkml:trace contextRef="#ctx0" brushRef="#br0" timeOffset="52474.67">18400 2198 846 0,'-25'5'-198'16,"10"1"472"-16,3-1-24 0,-2 2-41 0,0 5-75 15,-1 2 28-15,0 1-68 0,1 3 2 0,1-1-16 0,-1 0-24 0,-1 3-22 16,2 0 13-16,-2 2-22 0,1 4 8 0,0 1-5 16,3 1-9-16,2 6-13 0,1 1 18 0,2 1-19 0,2 1 20 15,1-5-6-15,0-1-10 0,2-3-8 0,1-2 2 0,2-2-4 16,1 0 10-16,1-5-2 0,2-1-1 0,1-4-20 16,-1 0-5-16,2 1-3 0,1-1-25 0,1-4 20 0,0-1 8 0,3 0-68 15,-2-2 16-15,0 2-36 0,-1-2-47 0,-3-1-100 16,-1-1-33-16,-1-1-127 0,1-3 177 0</inkml:trace>
  <inkml:trace contextRef="#ctx0" brushRef="#br0" timeOffset="52934.88">18132 2812 758 0,'-3'0'95'0,"-3"1"4"0,-4 1 76 16,2 2-25-16,1 0-42 0,5 1-39 0,1-1 40 0,1 1-53 16,5-2 43-16,1-1-14 0,4 1-21 0,5-3-39 0,-5 0 25 0,4-3-34 15,3-2 28-15,4-1-7 0,6-1-21 0,3-3-17 16,-2-1 16-16,-1 0-19 0,3-4 16 0,0 2-2 0,0-2-7 0,1-1-5 15,0 2 7-15,-3 0-6 0,1 1 14 16,-4 5-5-16,-2-1-7 0,-2-2-14 0,-4 2 14 0,-4-2-11 16,-3 1 31-16,-6-1 3 0,-1 2-7 0,-3-2 17 0,-4 2 8 15,0 0-6-15,-5 0 8 0,0 3-11 0,-4 0-10 0,1 3-11 0,-1 3 4 16,-2 3-3-16,0 5 8 0,1 2-4 16,-2 6-7-16,0 2-2 0,3 3 5 0,-1 1-4 0,1 0 8 0,1-2-4 15,-1 2-2-15,2 0-1 0,3 0 1 0,1-2 3 0,4-3 6 0,2-4-2 16,3-2-2-16,3-2-10 0,2-1 15 0,5-3-11 0,1 1 23 0,3-3-7 15,2-1-8-15,3 0-8 0,4-1 2 16,5-1-3-16,3-1 0 0,-1-2-2 0,-5 1-4 0,1-2-14 0,0-1 15 0,0-2-10 16,4 1 21-16,-3-1-4 0,-3-2-9 0,2-1-10 0,-2 0 8 0,-1-2-7 0,-1 1 14 15,-2-2-1-15,-2-2-6 0,-2-1-12 0,-2 2 15 0,-3 0-11 16,-1 0 17-16,-3 3-1 0,-3-2-7 0,-2-1-9 16,-2-2 9-16,-4-2-7 0,-1 1 17 0,-4 1-1 0,1 3-6 0,-3 3-15 15,-3 2 11-15,1 6-9 0,-2 2 13 16,-2 5-3-16,-2 4-6 0,0 5-2 0,-1 3 5 0,0 4-2 15,3 3 11-15,0-1-2 0,2 0-3 0,1-2-1 0,3 4 6 0,4-5-4 16,3 1 7-16,2-3-3 0,4-3-4 0,5-2 5 0,3 0 7 0,4-4-2 0,4-1 9 0,5-2-3 16,4 0-6-16,5-2-11 0,4 0 7 0,6-2-8 0,0 0 10 15,-6-2-7-15,1-3-4 0,-2-1-31 0,-1 0-8 0,3-1-5 16,-3-1-50-16,-3-1-13 0,-2-2-16 0,3 0-161 0,0 0-125 16,1 1-19-16</inkml:trace>
  <inkml:trace contextRef="#ctx0" brushRef="#br0" timeOffset="54157.4">19951 2652 1001 0,'-11'-6'159'0,"4"5"425"0,3 1-596 0,0 1 19 0,3 3-12 0,2 1 40 15,3 2 9-15,1-2-1 0,5 3-15 0,5-3 27 0,4-1-26 0,7 1 34 0,5-2-15 0,5 1-12 0,3 0-25 0,5-1 18 0,5-2-13 16,4-1 25-16,6 0-7 15,4-1-14-15,11-1-17 0,5 1 16 0,3 0-14 0,1-3 15 0,-2 1-5 0,2 1-12 0,11-1-2 16,3 0 6-16,-1 0-5 0,2-2 10 0,-5 2-3 0,6-1-6 16,10 1-3-16,-1-3 14 0,5-4-8 0,2 1 27 15,-1 0-1-15,6-1-6 0,139-10 22 16,-264 18 3-16,273-17-61 0,-138 10 23 0,-2 0-1 0,3-2-8 16,0 0 8-16,0 4-6 0,-3-2 10 0,-7 2-5 0,-3 0-7 0,2 2-9 0,-4-1 10 0,-5 0-8 0,-5 2 15 15,-8-1-2-15,-8 0-7 0,1-1-18 0,-1 0 18 0,-9 3-15 16,-4-3 20-16,-11 1-9 0,-6 0-18 0,2 0-27 0,-11-1-3 0,-5 2-5 31,-5-3-21-31,-9 2-1 0,-4 0-4 0,-4-4-27 0,-8 0-11 0,-6-1-3 16,-7-3-71-16,-5 0-14 0,-7 1-23 0,-8-2-119 0,-4-3 203 0</inkml:trace>
  <inkml:trace contextRef="#ctx0" brushRef="#br0" timeOffset="54350.68">24281 2116 1244 0,'-28'-9'-31'0,"20"6"139"0,8 3 5 0,7 0 17 0,8 0-29 0,8 0 14 15,10 0-25-15,6 1-4 0,9 1-8 0,10 4-5 0,8 1-35 16,5 3 14-16,1 3-18 0,-3 4 12 0,0 1-11 0,1 1-9 0,5 1-13 16,-1 2 4-16,-7 0-4 0,-4-1 7 0,-14-2 0 0,-6-1-6 15,-7 0-2-15,-8-2 11 0,-6 2-9 0,-7 1 15 0,-8 1-2 16,-6 1-5-16,-4 7-1 0,-9 6 1 0,-7 5-2 0,-5 1-1 0,-6-1-2 16,-6-4 1-16,-9 1-15 0,-8 0 11 0,-6-3-10 0,-5-1 12 15,-1 0-8-15,-3 2-8 0,-14 4-73 0,-7 7-13 0,-7 6-19 16,-5 3-146-16,5 3-144 0,0 2-98 0</inkml:trace>
  <inkml:trace contextRef="#ctx0" brushRef="#br0" timeOffset="67931.61">21368 552 256 0,'-19'-12'34'0,"10"3"513"0,1-1-193 0,-1 1 29 0,-1 2-276 0,1 0 14 0,-1 3-41 0,-1 0-10 0,-1 4-11 0,-3 0-19 0,-1 0-29 0,0 2 17 0,-1 2-24 0,-4 2 22 15,2 0-4-15,3 5-8 0,-1-2-26 0,3 0 13 0,6 0-17 16,0-1 39-16,3 1-13 0,2 2-3 0,-4-1-15 16,2 0 5-16,2-1-3 0,2 1 17 0,2-1-5 0,1 0-6 0,4 2-14 15,2-1 15-15,2 0-10 0,-2 2 28 0,-1 0-4 16,2 2-10-16,4 2-6 0,6-1 7 0,1 1-6 0,1 0 15 16,0-2-4-16,-5 2-7 0,1 0-12 0,-2-2 17 0,-3 2-13 15,0 2 18-15,-2-4-2 0,-4-2-12 0,0 1-10 0,-2-2 25 16,-1-1-15-16,-3 0 59 0,-1-1-6 0,-4 1-4 0,-3 0-6 15,-1 1 17-15,-3-1-11 0,-4 1 14 0,-1-2-13 0,-1 2-20 16,-2-2-22-16,-2-2 6 0,0 0-7 0,1-2 7 0,3-3-3 16,1-2-5-16,6 0-8 0,0-3 3 0,2-3-6 0,0 0-22 15,-4-3-8-15,4-2-16 0,2-2-47 0,2-3 1 0,4 2-13 0,1-1-41 0,3-2-1 16,4-1-20-16,3-1-11 0,3 0-61 0,2-2 14 0,2 2 0 16</inkml:trace>
  <inkml:trace contextRef="#ctx0" brushRef="#br0" timeOffset="68591.55">21483 739 1123 0,'0'11'-149'0,"0"-6"305"16,1 3-6-16,0 1-49 0,3-1-48 15,-2 1 4-15,0-2-28 0,1 2-2 0,0-2 3 0,-1 0-6 16,-1-1-12-16,0-3 26 0,-1 1-25 0,0-1 56 0,-1-1-4 0,0-2-14 0,0 2-19 16,1-2 35-16,-1 1-38 0,1-1 48 0,0 0-15 15,0-1-19-15,0-1-16 0,0-3 6 0,0 1-12 0,0-5-1 16,0 3-2-16,0-2-10 0,0 1-10 0,0-1 12 0,-1 0-13 16,1 1 26-16,-2 0-6 0,1 2-9 0,0-1-13 0,0 1 17 15,-1 0-15-15,1 1 35 0,-2 0-7 0,2 1-9 0,0-2-16 16,0 1 11-16,0 0-11 0,0 1 11 0,1 0-3 0,0-1-8 15,0-1-1-15,1-1 8 0,1 1-5 0,2-1 15 0,-1 0-6 16,3 0-9-16,-1-2-7 0,3 0 5 0,0 1-3 0,-1-1 10 0,0 3-1 16,1-2-5-16,0 1-8 0,1 1 11 0,-1 0-8 0,0 1 20 15,-3 0-6-15,2 2-7 0,-2-1-6 0,-1 0 3 0,0 2-1 16,0 1 6-16,-1-1 1 0,-4 1-6 0,1 0-2 0,0 2 3 16,0 1-3-16,6 0 7 0,0-2-3 0,-1 3 0 0,3-1-10 0,1 0 5 15,2 1-4-15,0 0 14 0,1 0-2 0,0-1-5 0,0 0-9 16,1 1 12-16,-3-2-8 0,0 1 16 0,0 1-3 0,-1-2-6 0,1 0-13 15,-2-1 11-15,-1 0-9 0,1-1 20 0,-3-1 0 0,0 0-6 16,0-2-20-16,1 0 19 0,0 1-16 16,-1-1 29-16,0 0-5 0,0 0-9 0,1 0-10 0,0 2 4 0,-2 1-6 0,0 0 12 15,1 1 0-15,-2 1-1 0,0 3-8 0,0 1 4 0,0 2-4 16,0 1 8-16,0-1 2 0,1 0-3 0,2 1-4 0,0 0 4 16,2 0-3-16,1-1 7 0,2-3 0 0,2 0 0 0,2-1-10 0,1-1 13 15,-1-1-9-15,1-2 24 0,-1-1-5 0,-4-3-9 0,0 2 0 16,-2-2 2-16,-3-1 0 0,-1-2 6 0,0 1 0 0,-2-1-1 0,-1 0-2 15,-1 2 12-15,-1-1-7 0,0-1 14 0,-3 2-5 16,-1-2-6-16,-1 1-19 0,0-1 9 0,-1 2-10 0,-1-1 8 0,-1 1-1 16,-2-2-5-16,0 4-4 0,-1-3 2 0,1 1-2 15,0 0 2-15,-2 1-2 0,3 1-1 0,0-3-5 0,2 3 2 0,-1 1-2 16,1 0-13-16,0 0-9 0,2 1-10 0,0 1-47 0,3 0 5 0,0 0-19 16,2 0-50-16,0 0-20 0,3 1-31 0,2-1-119 0,2 0-66 15,6-1-19-15</inkml:trace>
  <inkml:trace contextRef="#ctx0" brushRef="#br0" timeOffset="68892.61">22243 355 1933 0,'-9'1'137'0,"0"3"44"0,1 1-50 0,0 4-37 0,2 1-42 0,-1 4-42 0,2 0 14 0,3 0-20 0,1 4 27 0,1 2-9 0,1-3-13 0,1 7-16 0,3-3 15 0,1 1-14 0,0 2 27 16,1-1-6-16,0-2-9 0,1-1-13 0,0-3 13 16,-1-3-11-16,1 3 18 0,-2-3-13 0,-1-1-9 0,0-2-12 31,-1-3-7-31,1-2 6 0,-1-2-33 0,1-1-4 0,1-1-2 15,0-2-47-15,2-1-13 0,0-5 5 0,2-2-86 0,1-4-47 0,2-3-12 0,4-3-122 0,-1-1 176 0</inkml:trace>
  <inkml:trace contextRef="#ctx0" brushRef="#br0" timeOffset="69481.99">22458 533 619 0,'-18'2'-227'0,"6"2"549"0,2 3-54 0,-2-1-48 16,-3 5-89-16,1-2 12 0,-1 4-47 0,2 0 18 0,4-3-14 15,2-1-15-15,2 0-43 0,4-4 25 0,0 0-36 0,1-1 25 16,2-1-9-16,3-1-19 0,3-2-9 0,3 0 23 15,4-1-24-15,3-4 20 0,0 0-12 0,1-3-18 0,3-3-33 16,1-2-5-16,0 0-7 0,2-1-43 0,-3 2-16 0,0 2-7 16,-2 0-49-16,-9 2-12 0,-2-1 16 0,-2 2 3 0,-2-2 30 15,3 4 24-15,-1-1 55 0,-4 4 2 0,0-1 19 0,-3 3 26 16,0 0 18-16,0 2 6 0,0 0 33 0,-1 1 14 0,-1 2-13 16,1 0 15-16,1 1-2 0,0-1-2 0,1 2-37 0,2-1 24 15,-1-2-27-15,1 1 15 0,2-1-4 0,-2 0-20 0,4 0-8 16,-1 0 11-16,0-1-14 0,2 1-5 0,0-1-4 0,0-1-6 15,0 0-13-15,-2-2 13 0,-2 0-8 0,-1 0 29 0,1-2-5 16,-3 0-9-16,0-1-21 0,0-1 14 0,-1 2-10 0,0-2 26 16,-2 0-11-16,-1 0-11 0,0 1 1 0,0-3-4 0,-2 3 5 0,0-1 4 0,-1 0-5 15,0 1 0-15,1-2-22 0,-1 3 12 0,2-2-10 16,0-1 25-16,1 2 1 0,1-2-6 0,2 2-2 0,0-2-6 16,2 1 3-16,2-1 2 0,2 0 0 0,2-1 4 0,1 1-10 0,1-2 9 15,-1 2-7-15,0 0 17 0,0 1 0 0,-1 2-5 0,1 0-14 16,-3 1 18-16,0 0-13 0,-1 1 21 0,-1 0-5 0,-1 0-14 15,2 2-15-15,-2 0 23 0,0 0-18 0,0 2 22 0,0-1-2 0,2 2-9 0,-1-1 1 16,3-1-1-16,1 3 1 0,2-3 7 0,0 2-2 0,1 2-3 16,3-2-2-16,-1 3 3 0,2-1-2 0,-1 2 5 15,-1 0 3-15,0 0-5 0,1 2-8 0,0 0 6 0,0 1-7 16,0 2 10-16,-1-2-1 0,-1 3-4 0,-1-1 0 0,-3-2 1 16,-2 2-1-16,-2 1 6 0,0-4-3 0,0 1-2 0,0 0-24 15,-3-1 30-15,0-1-23 0,-1-1 37 0,-1-1-6 0,-2-3-15 0,1 1-16 16,-3 0 22-16,0-2-16 0,-1 1 33 0,0-2-10 15,-1 1-12-15,-3-2 4 0,1 1-5 0,-2-2 7 0,-1-1-2 0,0 0 0 16,0-1 1-16,-2-2-11 0,2 0 6 0,1-3-3 0,-2 1 14 16,3-1-1-16,0 0-8 0,1-3-16 0,2-2 24 0,3 0-17 0,3-2 39 0,3 0-7 0,4-2-10 0,1-1-30 15,4-1 23 1,1-4-19-16,0 2 30 0,1 0-7 0,-1-2-14 0,3 2-8 0,0 1 10 16,0 1-7-16,-2 3-1 0,0 1-13 0,-3 5-16 0,-3-1-34 0,0 0 21 0,1 2-15 0,0 1 15 15,1-1-22-15,-2 4-33 0,-3-1-54 0,0 2-25 0,-3-3-8 16,1 1-225-16,2 3 252 0,-4 2-44 0</inkml:trace>
  <inkml:trace contextRef="#ctx0" brushRef="#br0" timeOffset="74503.89">19066 1842 481 0,'-4'-3'149'0,"2"0"179"0,-1 0-194 0,3-2-36 0,1 1-21 0,4-2-20 0,1 0 1 0,1-3-7 0,5-3-1 31,0 1 18-31,-2-1-21 0,4-2 40 0,0 1-11 0,3-2-21 16,9-4-27-16,2-1 30 0,1 0-37 0,8-6 29 0,4 0-8 15,7-4-16-15,9-7-16 0,-3 0 19 0,-1-3-20 0,0-2 30 16,-10 6-9-16,1-1-15 0,8-5-9 0,4-1 12 16,9-3-13-16,12-6 19 0,-8 1 1 0,-5 1-4 0,-5 0-27 15,-11 10 21-15,0 5-24 0,7 2 32 0,-1 8-5 0,0 2-13 16,0 0-34-16,-14 3 12 0,-6 4-20 0,-8 0-23 0,-10 5-11 15,-4 4-23-15,-5 0-55 0,-4 4-5 0,-3 1-14 0,-5 2-79 16,-3 2-42-16,-6 2-42 0</inkml:trace>
  <inkml:trace contextRef="#ctx0" brushRef="#br0" timeOffset="74866.99">19200 1424 1126 0,'-34'0'-71'16,"17"5"130"-16,4-3 35 0,1 5-9 0,3-1 31 16,3-1 19-16,0 0-37 0,1 1-26 0,-3 1-17 0,0 0-23 15,2 2-32-15,1 0 22 0,1 0-24 0,1 2 37 0,1 1-5 16,0-2-13-16,-1 3-10 0,2-1 24 0,-1 0-22 0,0 5 21 15,0-3-8-15,0 2-14 0,0 4-4 0,0-3 12 16,0 1-9-16,1 2 20 0,1-2-7 0,0-1-9 0,3 3-20 0,-1-2 21 16,4-3-20-16,0 2 26 0,3-5-4 0,3 1-12 0,1-3-12 15,1-4 14-15,-5-3-12 0,2-3 33 0,-1 0-4 16,3 0-6-16,5-2-15 0,2-1 15 0,-4-1-14 0,2-1 17 16,-1-1-2-16,-1 0-8 0,2-2-16 0,0 1 15 0,0 0-13 0,2-2 19 15,0 0-1-15,2-1-5 0,1-2-4 0,1 1-8 0,-1-2 0 16,1-3-37-16,-3 1-8 0,2-2-10 0,0-3-64 15,2-2-17-15,2-2-11 0,-7-2-109 0,0 1-27 0,2-2-35 0</inkml:trace>
  <inkml:trace contextRef="#ctx0" brushRef="#br0" timeOffset="75136.58">19986 707 1535 0,'-8'0'84'0,"3"-4"-28"0,5 0 31 16,6-1 14-16,7-3-37 0,5-4 12 0,4 0-18 0,5-1-24 15,4 0-24-15,-2 4 8 0,3 6-15 0,7 3 7 0,3 0 0 0,8 3-3 0,9 1-17 16,-4 1 19-16,-3 4-18 0,-5 2 32 0,-12 1-7 16,-9 1-9-16,-1 3-7 0,-12-2 19 0,-3 4-13 0,-4 1 33 15,-3 4-2-15,0 0-15 0,-4 4 12 0,-6-2 4 0,-3 1-6 16,0 3-10-16,-4 1-2 0,0 3-9 0,-5 4-5 15,-4-2 2-15,2 1-6 0,-1 2-12 0,2-6-28 0,2-2-12 0,5 0-105 16,6-8-108-16,7-1 48 16,7-4-119-16</inkml:trace>
  <inkml:trace contextRef="#ctx0" brushRef="#br0" timeOffset="76534.45">23228 622 256 0,'-15'-19'18'0,"9"10"263"0,1 4-123 0,2 0 2 0,2 4-135 0,1 1-3 0,3 0 2 0,4 2 16 0,2 5-1 0,3 3 1 0,6 4-16 15,3 1 15-15,5 4-20 0,7 5 19 0,0 2-8 0,3 3-7 16,4 6 8-16,-4-1-5 0,0-1 5 0,2 7-6 0,-7-3 2 0,4 2-5 0,8 8-14 16,3-3 12-16,15 0-18 0,16 2 11 15,-1-8-10-15,1 0-1 0,1 0 13 0,-6-3-16 0,9-1 19 16,19 3-14-16,-4-5 1 0,-1 4 3 0,-1 6-18 0,-10-5 24 0,6 3-23 15,9 0 30-15,-10-8-3 0,-13-3-10 0,-8-1-8 16,-8-5-2-16,4-3-4 0,2-1-22 0,-3-2-2 0,48 12-180 16,-106-29-91-16,68 26 351 0,-44-17-244 15,-4 0-20-15,-2-1-36 0</inkml:trace>
  <inkml:trace contextRef="#ctx0" brushRef="#br0" timeOffset="76955.58">24379 1743 797 0,'-6'0'-18'0,"4"0"43"16,3 0 12-16,1 0-3 0,5 0 41 0,1 0 31 0,1 2-24 16,6 2 23-16,-1 0-22 0,4 2-25 0,4 3-21 0,-1 1 15 15,1-1-18-15,5 2 41 0,-2-2-18 0,-3 0-19 0,9-3-19 16,-2-2 15-16,5-3-16 0,13-4 30 0,0-2-2 0,7-2-10 16,8-1-22-16,-6-1 25 0,-3 0-30 0,-3-2 29 15,-9-1-10-15,-2 0-17 0,1 2-11 0,-3-1 12 0,3-2-12 0,2 1 16 16,-4-2 0-16,0 2-6 0,-4-1-12 0,-6 0 9 15,-5 1-11-15,-3-3 25 0,-6 0-3 0,-4-1-6 0,-2-2 2 16,-5 2 10-16,-2-2-6 0,-2-1 8 0,-1-1-3 0,-4 1-4 16,-3-1-18-16,-1-1 13 0,-5 2-12 0,0 0 11 15,-4 2-1-15,-3 1-9 0,-4-2-12 0,-2 0-1 0,-4 0-5 0,-1-1-17 16,2-1-13-16,-1 1-9 0,0-3-8 0,-3 3-15 0,0-1 6 0,1 1-78 16,6 4-5-16,0 3-23 0,-4 1-160 0,-2 5-3 0,-5 3-60 0</inkml:trace>
  <inkml:trace contextRef="#ctx0" brushRef="#br0" timeOffset="77292.11">23116 910 418 0,'-3'-9'9'0,"1"2"17"0,1-1-8 0,0-1 79 0,1-2-11 0,0 0-6 0,0-3-16 0,1 1 18 0,1-2-24 0,1-2 26 0,-1 2-11 0,1-2-13 0,2 0-23 15,0 0 15-15,2 1-22 0,3-3 32 0,0 3-4 16,1-1-11-16,4-3-27 0,0 2 23 0,-1 0-31 0,4 0 16 0,-1 4-11 15,0 3-17-15,2 2-11 0,1 3 13 0,0 1-9 0,4 2 29 0,0 2-3 16,0 4-11-16,2 3-15 0,-2 3 18 0,-3 4-19 0,1 5 29 16,-2 1-1-16,1 1-4 0,2 9-30 0,1-4-41 15,-3 1 11-15,6 1-211 0,1-4-45 0,8 4-59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8:40:42.05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23373 4367 256 0,'0'0'-9'0,"0"1"-98"0,0-1 69 0,0 0 9 0,-2 2 55 0,-1-2 21 0,1 1-24 0,0-1 30 0,0 1-1 0,-1-1-11 0,0 0-10 0,0 0 21 0,-1 0-25 15,1 0 41-15,-2-1-12 0,1 1-18 0,-2-3-31 16,0 2 29-16,-1 0-33 0,0-1 43 0,0 0-5 0,1-2-11 0,-1 2-1 16,-1-2 22-16,1 0-20 15,-1 0 37-15,3-1-10 0,-2 0-21 0,1 0-6 0,0-3 14 0,0 2-18 0,0-3 16 16,3 1-8-16,0-1-9 0,-1-3-3 0,1 1-2 0,1-1 0 16,-1 0 11-16,1-3-2 0,1 0-3 0,-1-2-16 0,1 1 18 15,0-1-18-15,0 1 19 16,1 0-7-16,-2 1-9 0,2-1-8 0,0-1 7 0,2-3-5 0,-1 1 10 15,0 1 0-15,1-1-7 0,0-3-16 0,0 0 16 0,1-1-17 0,1 0 12 0,0 5-2 16,1 2-3-16,0 2-6 0,0 0 0 16,2 2 0-16,-1-1 13 0,-1 1 1 0,2 3-4 0,-1-3-20 0,1 2 19 15,0-2-18-15,1 3 23 0,-1-1-1 0,1 2-7 0,-2 1-11 16,1-1 10-16,0 0-7 0,0-1 20 0,-2 3-4 0,0 1-9 0,0 0-12 16,-1 1 16-16,0 1-12 0,0 1 14 0,-1 0 1 0,-1 2-7 0,0 0-21 15,0 3 15-15,-1 1-14 0,0 1 31 0,-1 1-3 0,0 3-6 0,0 0-23 16,0 2 27-16,-1-2-21 0,-2 1 34 15,2 1-4-15,-1 0-15 0,1-1-11 0,-1 0 10 16,2-1-9-16,0 0 16 0,0-1 2 0,1-1-7 0,2 1-11 0,1 0 14 0,0-1-13 16,2-2 18-16,0 1-6 0,3-3-5 0,2 3-10 15,0-1 13-15,0-1-5 0,-1-2 14 0,0 2 0 0,3-2-13 0,3 1-12 16,2 2 18-16,6-1-14 0,1 2 26 0,-3 1-5 16,1-1-9-16,-9 2-9 0,0 1 4 0,-3 1-2 0,-3 0 12 15,4-1 0-15,-4 0-6 0,-2 0-1 0,-4-2 11 0,-2 2-9 0,-5-2 20 16,-1 4-2-16,-5-3 1 0,-1 3 1 0,-4 0-3 0,3-1 3 0,-3 1-2 0,-2-2-1 0,-3 0-4 15,-7 1-18-15,-1-1 15 16,2 1-12-16,0-2 19 0,2-4-9 0,5 1-9 0,3-3-14 0,6 0 11 16,5-1-6-16,4 1 16 0,2 1-9 0,3-2-14 0,4 1-7 15,5-1-20-15,7 0 5 0,3 0-109 0,5 1-30 0,3-1-36 0,6 0-180 16,3 2 231-16</inkml:trace>
  <inkml:trace contextRef="#ctx0" brushRef="#br0" timeOffset="1432.68">24140 3928 981 0</inkml:trace>
  <inkml:trace contextRef="#ctx0" brushRef="#br0" timeOffset="3463.47">23837 3951 256 0,'-5'3'27'16,"2"-3"415"-16,-1 1-155 0,2 3 27 0,-1-1-251 0,2 4 15 15,0-2-42-15,-1 3 4 16,2-1 0-16,2 0-11 0,-1 2-27 0,1-3 17 0,0 2-22 16,1-1 37-16,2 0-2 0,-1-2-8 0,2 1-23 0,0 1 24 15,0-2-27-15,1 3 27 0,1-5-2 0,-1 3-8 0,1 1 0 16,-1-2 8-16,1 0-8 0,1 2 6 0,-2-3 0 0,0 0-10 0,0-1-6 0,-2-1 13 16,1-1-14-16,-1 0 17 0,1-1-1 0,0 0-3 0,-1 0-13 15,0-2 21-15,-1-1-20 0,1-1 28 0,-2 0-2 0,0-1-17 16,1 0-7-16,-1-1 16 15,1 2-19-15,-1-2 12 0,-1-3 1 0,0 0-4 0,1-2-15 0,-1 1 18 0,-1-1-16 16,1-1 21-16,-1 1-6 0,1-2-14 0,-1 0-6 0,0 1 10 0,0 1-7 16,1 1 11-16,0 2 0 0,2 2-6 0,-1-1-19 0,-2 3 18 15,1 3-15-15,0 1 25 16,-2 0-2-16,0 0-10 0,0 1-10 0,-2 2 10 0,0 3-8 0,-1 2 14 0,1 0 1 0,-2 2-3 0,2 0-17 16,1 0 15-16,0-1-12 0,1 2 25 0,0-5-4 0,0 0-8 15,0 1-17-15,1 1 14 0,1-2-12 0,-1-2 20 0,3 0 2 0,-1-1-6 16,3 0-31-16,-1 0-3 0,2-1-11 0,1-1-36 0,-1 1-10 15,-1-2-12-15,1 0-66 0,0-2-8 0,-2 1-13 0,-3-3-64 0,-1 0-26 16,-1-1-28 0</inkml:trace>
  <inkml:trace contextRef="#ctx0" brushRef="#br0" timeOffset="3811.58">24147 3954 398 0,'-3'5'166'0,"3"-2"81"0,-1-1 17 0,0 2-71 0,1-1-6 0,0 0-34 0,1 1-43 0,3-2-67 0,-1 1 16 0,1 1-38 0,1-2 21 0,-2 0-13 0,3 0-10 15,-2 1-14-15,1-2 10 0,-1 0-9 0,-1 1 22 16,-1-2-3-16,-1 0-7 0,1 0 6 0,-2 0 21 0,0 0-14 16,0 0 41-16,0 0-12 0,0-3-11 0,1-2-21 0,0 0 7 15,1-2-14-15,1-2 5 0,-1 0-7 0,3 1-7 0,0-1-11 16,1 1 13-16,1 1-13 0,0 0 23 0,-1 0-7 15,1 1-10-15,-2 2-6 0,1-1 10 0,-1 2-8 0,-1 1 24 0,-1 1-7 16,0-1-6-16,-1 1-14 0,0 1 17 0,-1 1-13 16,2 1 32-16,-1-1-5 0,0 1-5 0,0 0-8 0,2 2 7 0,-1-1-5 15,2 1 8-15,-1 1-5 0,0-1-9 0,1 1-14 0,-1-1 10 16,1 1-10-16,-1-1 11 0,1 1-2 0,-1 0-3 0,1 1-10 0,-1-3 8 16,1 2-6-16,-1-2 4 0,2 0-4 0,0-1-12 0,0 1-33 15,1-2 6-15,1 0-15 0,-1 1-22 0,1-2-17 0,1 0-17 0,1-2-98 16,2 1-64-16,-1 0 7 0,0-2-222 0,2 2 276 0,-1 1-2 15</inkml:trace>
  <inkml:trace contextRef="#ctx0" brushRef="#br0" timeOffset="4128.77">24675 3852 587 0,'-11'0'158'15,"-1"0"173"-15,1 0-104 0,-1 0-38 0,2 0-59 16,-1 0-51-16,2 2 17 0,-1 0-41 0,0 3 4 0,4-2-14 16,1 3-17-16,-2-1-12 0,0 1 21 0,-4 1-19 0,0 0 35 15,2 0-11-15,1 2-16 0,1-1-5 0,3 0 15 0,0-1-13 0,2 0 26 16,2-2-10-16,0 0-10 0,2-1-9 16,2 0 17-16,0-2-16 0,3-1 35 0,1 1-11 0,2-2-13 0,2-2-19 15,2 2 20-15,-3-3-21 0,2-1 25 0,-6 0-9 0,0 0-14 16,0 2-10-16,-2-1 3 0,5 2-5 0,-1 1 5 0,0 0-4 15,0 2-2-15,-2 0-9 0,0 1 9 0,-2 1-5 0,2-1 11 16,-1 2-1-16,-2-1-8 0,2 1-11 0,-3-1 14 0,1 0-9 16,-2-1 16-16,0 0-9 0,0 0-13 0,0-1-19 15,1-1-9-15,-1-1-1 0,1 0-32 0,1-1-8 0,1-1-7 0,2-2-88 0,0 0-39 16,1-3-6-16,-2-2-162 0,1 1-40 0,1 0-42 0</inkml:trace>
  <inkml:trace contextRef="#ctx0" brushRef="#br0" timeOffset="4512.56">24935 3664 1598 0,'-8'7'-228'0,"5"-5"511"0,-2 5-48 0,2-2-55 0,0 4-72 16,1 0 4-16,1 1-38 0,1 1-18 0,1 1-10 0,-1-1-14 0,2 2-19 15,1-1 4-15,-1-2-10 0,1 1 7 0,0 0-3 0,1-4-3 16,1 2-14-16,0-1 12 0,1-2-12 0,-1 1 23 15,0-2-6-15,-1 1-9 0,0-1-3 0,-1 1 2 0,-1-3-1 16,1 1 8-16,-2-2-3 0,0 0 0 0,-1-1-5 16,0 1 2-16,0-2-1 0,-1 0 16 0,-3 1-5 0,2-1-4 0,-3-1-10 0,0-1 11 15,-2-1-10-15,-1 0 7 16,1-2-1-16,-1 0-9 0,-1-2-12 0,1 2 14 0,0 1-11 0,0-1 19 0,-1 1-2 0,1 3-4 0,0-1-13 16,1 2 11-16,-1 0-9 0,1 2 11 0,0 1 2 0,1 2-5 15,0 0-8-15,-1 1 11 0,2 1-7 0,-1-1 12 0,1 1 3 16,2-1-3-16,2 0-9 0,0 1 11 0,1 0-9 0,0 0 13 15,1-2-2-15,1 1-6 0,2 0-7 0,0-1 11 0,1 1-8 16,-1-1 9-16,2-1 1 16,-1 0-7-16,2 0-5 0,0 0 5 0,1-1-5 0,-2 0 11 0,2-1-4 15,0 0-4-15,0 0-38 0,1 0 5 0,0-2-14 0,1 0-24 16,-1 0-22-16,2-2-25 0,0-2-94 0,3 2-47 0,-1-4-1 16,2-2-183-16,2 3 251 0,1 0-7 0</inkml:trace>
  <inkml:trace contextRef="#ctx0" brushRef="#br0" timeOffset="4699.35">25141 3841 1340 0,'-11'11'-463'0,"9"-2"888"15,1-1-80-15,0 1-145 0,1 2-75 16,0 4 16-16,2 0-60 0,0 7-33 0,3-2-15 0,-2-1-18 16,3 1-19-16,-1-5 11 0,1 2-11 15,1 2 17-15,-3-3 0 0,1 2-10 0,-3-2-4 0,-1-2 3 0,-1-3-4 0,-1-2 13 0,-1-4-4 16,-2 1-3-16,0-3-20 15,-2 3-9-15,1-1 0 0,-2-2-97 0,0-3-86 0,0 0-38 16,3 0-202-16,4-2 214 0</inkml:trace>
  <inkml:trace contextRef="#ctx0" brushRef="#br0" timeOffset="4832.68">25150 3633 670 0,'-19'0'362'16,"8"0"-204"-16,1-1 263 0,-1 1-335 0,2 0 8 15,2 0-37-15,1 0-28 0,4 1-8 0,1 1-16 0,1 0-33 0,2 0-24 16,1 0 3-16,1 1-133 0,-1 3-52 0,3 0-26 0</inkml:trace>
  <inkml:trace contextRef="#ctx0" brushRef="#br0" timeOffset="5298.74">25305 3891 814 0,'-2'9'163'0,"0"-2"239"0,0 2-204 0,-1-1-39 15,1-3-53-15,1 0-7 0,1-3 9 0,1-1-20 0,4-1-11 16,-1 0-8-16,3 0-15 0,2-3-17 0,0-2 11 0,2 0-20 16,1-3 10-16,1 1-9 0,-1-1-10 0,2 0-15 15,-2 2 11-15,1 0-12 0,0-1 21 0,-2 2-3 0,-2 0-5 16,0 2-11-16,-2-1 16 0,-1 2-15 0,-1 1 26 0,-2 1-3 16,1 0-9-16,-2 0-25 0,-1 1 18 0,0 0-22 0,0 0 26 15,-1 1-4-15,1 0-9 0,1 0-17 0,-1-2 17 0,0 0-15 16,1 1 21-16,1-1-20 0,2-1-18 0,2-1-54 15,2-2-1-15,1 1-6 0,2-1-32 0,-1-1-15 0,1 1-17 0,0-3-55 16,-6 1-12-16,0 1 2 0,0-3-8 0,-1 1 2 16,7 0 2-16,-2 1 42 0,0-1 35 0,-1 1 6 0,-1 1 121 0,-1-2 12 15,-4 5 3-15,-1-3 62 0,-2 3 32 0,-1 0-1 0,-2-1 77 16,-3 2 5-16,-1 0-1 0,-2 0-36 0,0 1 26 0,1 1-34 16,1 1 9-16,0 1-13 0,-1-1-20 0,1 1-37 0,2 1 12 0,-1-2-19 15,3 2 3-15,-2 0-6 0,6-1-5 0,4 1-16 16,-5-1 8-16,0-1-9 0,2 1 13 0,-4 0-4 0,3 0-4 0,2 0-5 0,-3 3 10 15,5-3-8-15,1 3 11 0,0-1-11 0,0 0-10 0,2 2-21 16,-1 1 12-16,1 2-11 0,-1 1 10 0,-2-2-3 0,-1 0-10 16,2-1-9-16,-1 1 10 0,1 3-7 0,-2 0 12 0,0-2 0 15,-3 3-6-15,0-3-2 0,-1 1 2 0,-2 0-2 0,1-4 2 0,-3 0 0 16,2 0 0-16,-1 0-10 0,-2-1 4 0,2 1-6 0,-2-5-5 16,2 2-6-16,0-3-8 0,0-1-31 0,2 0-18 15,0-4-3-15,1 1-104 0,1-5-33 0,3-2-34 0,2-4-195 0,7-2 262 0</inkml:trace>
  <inkml:trace contextRef="#ctx0" brushRef="#br0" timeOffset="5756.92">25923 3448 1812 0,'-6'7'-249'0,"2"-1"558"0,1 0-58 0,-1 3-62 0,0 2-91 0,1 2 9 0,1 3-45 15,0 3-7-15,2 0-12 0,0 2-13 0,0 2-22 0,1-2 11 0,0-1-15 0,1 0 16 0,0-1-5 16,0 0-7-16,-1 6-6 0,0-5 3 0,-1-3-4 0,3-3 7 15,0-1-10-15,1 0-4 0,2-2-17 0,-4-2-13 16,1 1 7-16,-1-1-55 0,-1-1 20 0,-1-2 7 16,-1 2-41-16,-2-3 5 0,1 0-12 0,-1-1 13 0,-2-1 1 15,-2-1 7-15,-2-2 9 0,-1-1 12 0,-1-3 7 0,-2-1 34 0,0-1 2 16,0-5 0-16,0 1-13 0,3 0 12 0,4-2-5 16,0 2 37-16,3 2 1 0,1 2-4 0,1 1 16 0,1 1 14 0,0 2-3 15,0-1 24-15,0 3-2 0,3 0-4 0,-2 0 2 0,1 0 12 0,1 1-8 16,1 1 14-16,0-2-6 0,2 1-9 0,3-1-18 0,2 0 18 15,0-3-19-15,3 1 4 0,-2 0-11 0,3-1-18 0,-1-3-15 16,2 3 10-16,1-4-9 0,0 1 17 16,1-2-4-16,0-1-7 0,1-2-14 0,-2 0 11 0,1-1-8 0,-3 0 15 0,-7 1-1 0,-2 2-7 15,-3-3-6-15,0 1 10 0,3 0-8 0,0 1 14 0,-2 1-1 16,0 0-5-16,-3-1-14 0,-1 0 15 0,0 1-12 0,-1 0 20 0,-3 2-3 16,2 1-10-16,-3 1-2 0,3 4 2 0,-1-2-2 0,-2 3-3 15,1 1 1-15,-3 4-4 0,5 3-10 0,-3 5 16 0,1 0-13 16,-2 5 22-16,-4 1 3 15,0-3-7-15,1 4 2 0,2-2 14 0,2-1-10 0,4 4 23 16,1-3-4-16,3-1-3 0,4-1-8 0,2-3 1 0,3-2-3 0,3 1 4 16,-5-3-5-16,0-1-3 0,2-1-8 0,3 1 0 0,5 0 0 0,5-2 2 0,-3-2-5 0,3 0-3 0,-2-2-41 15,-2 0 3-15,-2-2-14 0,-1 0-36 0,-1 0-34 0,-3-3-31 16,1 0-251-16,-3 0-99 0,0 4-47 0</inkml:trace>
  <inkml:trace contextRef="#ctx0" brushRef="#br0" timeOffset="6360.74">26490 3386 1275 0,'-1'-3'233'0,"0"-3"-3"0,0 4-23 0,1-3-59 0,0 2-7 0,0-1-30 0,1 0-34 0,0 4-35 0,0-2 7 0,0 2-19 0,0 0 14 0,-1 0-9 0,1 2-7 0,-1 4-15 16,0 0 11-16,0 6-11 0,-1 2 21 0,1 2-5 0,0 2-9 0,-1 1-18 15,1 2 12-15,1-1-15 0,2 3 17 0,-2-1-2 16,2 0-6-16,0-2-14 0,2-2 12 0,1-4-13 0,3 0 21 15,0-5-5-15,0 0-9 0,-1 0-10 0,0-2 6 0,-1 2-6 16,-1-3 11-16,-2 1 1 0,-2-5-2 0,0 1-9 16,-2-1 13-16,0-1-12 0,0-1 26 0,-3 0-4 0,1 0-9 0,-4-1-5 15,0-1 10-15,-4-3-9 0,-2-1 11 0,-1-1-5 0,-2-1-5 16,0-2-16-16,-1 1 12 0,0 1-10 0,-1 0 18 0,3 3-3 16,0-1-10-16,2 1 1 0,0 4 1 0,0 1 0 0,1 0 1 0,2 5 1 15,1 0 0-15,0 2-16 0,2 4 17 0,-2-4-14 16,1 4 26-16,0-2-3 0,-1 1-7 0,2 5-15 0,-1-1 15 15,2 0-12-15,1 0 24 0,3-2-2 0,0 0-7 0,1-4-5 0,1 1 2 16,2 0-2-16,1-1 5 0,1-2 2 0,2 0-4 0,1-1-8 16,0-1 7-16,1-1-6 0,0 1 2 0,0-2-13 0,1 0-12 0,1-1-64 15,2-1 0-15,1 0-20 0,2-1-109 0,-2-1-75 0,3-4-73 0</inkml:trace>
  <inkml:trace contextRef="#ctx0" brushRef="#br0" timeOffset="8822.19">7472 7163 256 0,'-10'-1'24'0,"4"-2"379"0,1-1-125 0,-2 1 32 0,0-1-196 0,0-1 9 0,0 2-37 0,0-3-13 0,-1 3-6 0,1-3-9 0,-1 2-31 16,1 0 25-16,0 1-33 0,0 0 43 0,0 1-9 0,2 0-20 0,-2 2-18 15,1 1 14-15,0 2-20 0,0 2 5 0,0 2-3 16,0 4-5-16,-2 1-13 0,0 3 8 16,0 1-8-16,-3 1 20 0,1 1-7 0,0 0-5 0,0 1-4 0,2-3 1 0,1 1 0 15,1 1 8 1,4-3-3-16,1-2-3 0,1 0-2 0,2-3 1 0,3-3-1 0,1-2 11 0,1-1 0 0,3-2 1 0,0-1-16 15,2-1 18-15,0 0-14 0,-2-3 28 0,1-1-9 0,-1 0-14 16,-1-2-3-16,3-3 10 16,-3-3-6-16,1-1 15 0,0 0-5 0,-2 2-9 0,1-2-7 0,-3 2 6 0,0-2-4 0,-1 3 14 15,-2-1-3-15,-1 4-7 0,0-1-15 0,-1 2 17 0,1 0-12 0,-1 3 27 16,-1 1-4-16,1 1-10 0,-1 0-13 0,0 1 14 0,0 0-10 16,0 1 18-16,0 2-4 0,0-1-9 0,1 3-7 0,-1 0 5 15,1 2-3-15,1 0 9 0,-1 1 0 0,2-1-4 0,0-2-15 16,-1 1 14-16,3-1-11 0,-1 0 22 0,1-1-5 0,0 0-8 15,2 0-40-15,1 1-36 0,0-2 11 0,1 0-79 0,1 0-56 0,-1-2-14 0,2-2-319 16,3 1 315-16</inkml:trace>
  <inkml:trace contextRef="#ctx0" brushRef="#br0" timeOffset="9280.9">7655 6798 1394 0,'-21'3'-219'0,"14"-2"485"0,1 0-41 0,2 1-57 16,2 0-80-16,1 2 19 0,1 0-53 0,1 4-4 0,1-1-8 16,2 3-17-16,1 2-21 0,0 1 19 0,1 1-23 0,2 3 19 15,1-3-6-15,-1 0-11 0,2 1-10 0,-1-3 13 0,-2 0-11 16,2 2 21-16,-4 1-2 0,-4-1-10 0,0 0-9 0,-1-4 12 15,0-1-12-15,3 1 18 0,1-1-5 0,-2-1-5 0,2-4-18 16,-2-1 16-16,-1 1-13 0,0-2 32 0,0 3-6 0,1-3-10 16,-2 0-8-16,0-1 11 0,0 0-9 0,0-1 20 15,0 0-1-15,0-1-6 0,-3 0-17 0,-2-2 18 0,-1-1-16 16,-1 0 22-16,3-2-2 0,-1 3-12 0,-1 1-5 0,-2-2 4 0,-5 1-4 16,1 2 6-16,2 0-1 0,0 1-3 0,-1 1-9 15,-1 2 9-15,1 2-7 0,0-1 13 0,2-2-2 0,0 5-4 0,-1-2-3 16,2 5 2-16,-1 1-2 0,2 1 5 0,3 1 2 0,-1 0-1 15,1-4-7-15,2 1 6 0,-1-1-5 0,2 0 15 0,1-2-1 16,0 1-5-16,1-2 1 0,2 0 9 0,0-3-5 0,0 1 12 16,2-1-5-16,-1-1-7 0,3 2-11 0,0-1 7 0,-1-1-5 0,3 1 11 15,-1-1-4-15,0-2-5 0,1 0-12 0,1 2 11 0,0-2-8 16,0-2 19-16,1 2-8 0,-1-2-5 0,2-1-35 0,2 0-7 0,-1 0-7 16,-1-1-37-16,-4 2-15 0,0-4-16 0,0 1-109 15,0-1-46-15,3 0-11 0,4-3 52 0</inkml:trace>
  <inkml:trace contextRef="#ctx0" brushRef="#br0" timeOffset="9535.45">7903 7098 1099 0,'-1'9'129'0,"1"1"70"0,0 4 14 0,3 1-64 0,1 2-45 0,0 2-77 0,1-3 8 0,-1-4-19 0,3 3 33 0,-1-7-1 0,-1 4-9 0,1 3-13 0,-2-3 1 0,1 1-10 0,-2-1 7 15,0 0-1-15,-1-2 1 0,-1 1-7 0,-1-1 3 16,0 0-7-16,0 2 1 0,-1-4-5 0,-3 1-6 0,0 0-5 0,-1-1 0 16,1-3-4-16,-3 0-23 0,2-3-19 0,-2 0-10 0,0-2-87 15,1-2-41-15,0-5 14 0,-1-3-163 0,2-3-69 0,4-2 4 0</inkml:trace>
  <inkml:trace contextRef="#ctx0" brushRef="#br0" timeOffset="9677.87">7880 6840 1277 0,'-15'-9'-225'0,"7"4"490"0,0 2-41 0,0-3-57 16,1 3-42-16,0 1-1 0,2 0-31 0,1 2-58 0,2-2-10 16,-1 2-20-16,2 0-18 0,1 0 1 0,0 0-8 0,1 0-41 15,3 2-22-15,0 0-10 0,4 0-95 0,2 1-52 0,1 1 26 16,4 0-7-16</inkml:trace>
  <inkml:trace contextRef="#ctx0" brushRef="#br0" timeOffset="9966.98">8137 7068 777 0,'-1'3'93'0,"0"-3"243"0,-1-1-157 0,1-1-32 16,0 0 11-16,1 0-96 0,0 4 9 0,0-2-36 0,1 0 0 15,0-4-10-15,1-2-14 0,0-1-9 0,0-1 9 0,0 5-10 16,-1-1 11-16,1 2 0 16,-1 2-3-16,-1 0 9 0,0 0 12 0,1 2-7 0,0 3 45 0,-1 0-9 0,2 3-7 0,-1 1-10 15,2-3 8-15,-1-1-14 0,0 2 0 0,1-2-6 16,1 1-9-16,0 2-7 0,1-1 3 0,-1-1-6 0,2 0 0 16,-1-1 2-16,1-1-5 0,-1 1-17 0,-2-2 17 0,-3-2-19 15,1-1 29 1,0 0-8-16,0 0-8 0,6-1-11 0,-2-1 10 0,0 0-5 15,2-1 12-15,-3 1-5 0,2 0-8 0,-2-1-39 0,1 0 13 16,-1 0-18-16,0 2-5 0,-1-1-14 0,-1-1-20 0,3 0-114 16,-2 0-41-16,2-3-20 0,3-2-263 0,3 2 310 0,3 0-39 0</inkml:trace>
  <inkml:trace contextRef="#ctx0" brushRef="#br0" timeOffset="10246.92">8503 6899 1452 0,'-35'18'-178'0,"17"-9"387"15,2 0-34-15,2 0-46 0,-2 0-49 16,4 0 9-16,2-1-33 0,1-1 1 0,3 1-17 0,2-3-16 0,1 2-23 16,2-2 12-16,1-1-13 0,0 1 11 0,2-1 0 0,2-2-8 15,1 1 11-15,3 1 8 0,1-2-5 0,2 1 15 0,3-2 2 0,-1 1-2 16,5 1-21-16,3 3 20 0,-2 3-26 0,2 0 16 16,-2-1-4-16,-2-5-11 0,0 2-5 0,-1-1 9 0,-3 3-9 15,0 3 23-15,-5-1 0 0,-1 3-3 0,-2 2-9 0,-4-1 8 31,-1 1-12-31,-1 3 13 0,-5-5-3 0,-1 2-6 0,-1 1-22 16,-2-4 21-16,0-1-19 0,1 2 28 0,-1-3-3 0,1-2-14 16,1 0-9-16,1 1 5 0,2-5-9 0,-1 0-12 0,2 0-10 15,0-3-14-15,1-2-71 0,1-2-21 0,1-1-15 0,1-4-156 0,2-3-63 16,5-4-58-16</inkml:trace>
  <inkml:trace contextRef="#ctx0" brushRef="#br0" timeOffset="10912.09">8666 6801 1198 0,'-4'4'269'0,"4"-1"-196"0,0 3 57 0,0 4-55 0,0 3 26 15,3-1-47-15,-1 6 9 0,1-2-21 0,1 0-25 0,-1 4-10 16,1-5 8-16,1 2-6 0,-1-2 9 0,1-4-6 0,-2 2-8 16,-3 1-6-16,0-3 6 0,-1-1-5 0,1 3 9 15,1-3-2-15,3-1-7 0,-2 0-6 0,0-5 10 0,-1-1-8 16,2 3 15-16,-3-5-4 0,1 3-6 0,-1 0-13 0,0-2-2 15,0 1-2-15,0-1-4 0,-1-2 3 0,-1 0 3 0,-1-1-15 16,0-3 4-16,-1 0-3 0,0-3 20 0,4-1 6 0,-1 1 2 16,1 2-7-16,1-2 15 0,-2 3-13 0,0-4 20 0,1 0 5 15,0 3 2-15,2 2-10 0,0-3 5 0,0 3-8 0,-1 1-4 16,3 0 3-16,-4 2-6 0,-1-2 2 0,1 2 8 0,0 0-8 16,5 2 10-16,0-2-3 0,0 1-3 0,1-1 12 0,0 0 1 0,3-1 5 15,0-1 4-15,1 0-3 0,1-1-6 0,2-3-4 0,1 1 4 16,-1-3-3-16,1 0 4 0,-1-1-9 0,1 3-9 0,0-2-6 15,0 3 8-15,-1-1-5 0,0 2 12 0,-2 1-5 0,0 2-9 0,-1 1-2 16,0 1 4-16,-1 2 0 0,-1 0 6 0,-1-1-6 0,-1 2-8 16,-3 0 9-16,0 0-1 0,-2-2 6 0,0 0-1 0,-1-1 2 15,0 0-2-15,0 0-16 0,0 1 21 0,0-1-16 16,0-1 27-16,-1 0-7 0,1 1-14 0,0-1-13 0,0 0 15 0,0 0-10 0,0 0 26 16,0 0-4-16,0 0-6 0,0 0-7 0,0 0 3 0,0 0-1 15,0 0 10-15,0 0 1 0,0 0 0 0,0-1-12 0,-2-3 8 16,1 3-10-16,1 0 15 0,-1-2-7 0,1 0-3 0,-1 0-12 0,1 0 11 15,-1-1-7-15,1 2 15 0,-1-4-3 16,-1 3-9-16,0-2-4 0,1-1 6 0,-1 0-2 0,0 1 7 0,-2-2 1 0,2 4-4 0,-1-2-5 16,-2 1 3-16,2-1-3 0,-1 2 2 0,1-1 1 0,-2 2-2 15,2-1-1-15,-1-1 2 0,0 2-1 0,0-1 5 0,0-1-5 16,1 3 1-16,0-2-10 0,0 3 7 0,0 0-4 0,1-1 12 16,0 1-3-16,-1 0-5 0,1 1-16 0,-1-1 17 0,2 3-13 15,-2 1 28-15,1 0-6 0,1 2-8 0,-1 2-12 0,1 1 11 0,-2 1-7 16,1 1 19-16,1 0-3 0,0-1-8 0,-1 0-13 0,2 2 21 15,-2 0-16-15,2 0 20 0,0 0-2 0,2 0-12 0,-1 1-10 0,0 0 13 16,1-2-8-16,0 2 20 0,1-4-1 0,0-2-8 0,1-2-14 16,2-1 16-16,-1-1-13 0,1 4 23 0,0-2-4 0,1-1-11 0,2 0 1 15,1-1 0-15,1-1 0 0,0-1-3 0,2 0 5 16,-1-1 1-16,0-1-13 0,3 0-18 16,-2-1 2-16,1-1-28 0,-2-3-12 0,0 0 9 0,1-2-108 15,-1 1-48-15,1-2-2 0,-1-3-178 0,6-2 222 0,-1-1-6 0</inkml:trace>
  <inkml:trace contextRef="#ctx0" brushRef="#br0" timeOffset="11243.44">9227 6718 882 0,'-5'3'343'0,"1"0"89"0,1 2-229 0,-1 3-37 0,1 2-42 0,1 2-38 0,0 3-66 0,-1-1 18 0,2 3-30 0,0 1 30 0,1-3-9 0,1-1-15 0,1 3-19 15,1-5 18-15,0 3-19 0,2-3 23 0,-1 0-1 0,2-3-11 16,-1-2-14-16,2 0 16 0,0-2-16 0,0-1 29 15,-1 0-6-15,0-2-7 16,-2 0-13-16,1-1 12 0,-3 0-10 0,-1 0 20 0,-1-1 0 0,0 0-7 0,-1 0-2 16,-1-1 14-16,1 0-13 0,-5 0 16 0,2-2-7 0,-2 0-9 0,-2 0-17 15,-1 1 14 1,0-2-14-16,0 2 27 0,0 1-6 0,1 1-9 0,-2 1-12 0,6 1 13 0,0 2-9 0,0-1 23 0,1 1-3 16,-5 0-11-16,0 2-4 15,-1 0 13-15,1 1-9 0,1 2 16 0,0 0-1 0,3 1-8 0,-2 0-11 0,2 2 20 0,-1-1-18 0,3-1 19 16,1-1-4-16,0-1-14 0,2-5-15 0,1 2 14 0,1-1-10 15,0-3 21 1,1 5-4-16,1-2-9 0,0 1-8 0,1-2 7 0,2 2-6 16,0-3 13-16,1 2-9 0,0-1-8 0,0-1-32 0,0-2-6 15,-5 0-4-15,2 0-39 0,-1-1-19 0,2-1-21 0,6-4-172 0,1 1-49 0,7-1-39 16</inkml:trace>
  <inkml:trace contextRef="#ctx0" brushRef="#br0" timeOffset="65662.22">23721 8954 236 0,'2'1'5'0,"2"-1"-13"0,-1 0-4 0,5 2 20 0,0-2-13 0,2 1 33 0,1 0 1 0,2 1-4 0,5-2-1 0,2 0 15 0,2 0-12 0,4 0 16 0,2 0-5 0,3 0-4 0,7 1-9 16,5-1 3-16,2 0-3 0,-3 0 10 0,1 0-5 0,0-1-5 0,4 1-16 15,8 0 16-15,0 0-15 16,5 0 15-16,2 1-5 0,0 0-9 0,1-1 6 0,2-1 2 16,-3-3 3-16,3-2 10 0,5-3 2 0,3-2-6 0,6 0-19 0,-2-3 21 0,3-2-24 0,-2-2 11 15,1 2-6-15,6-3-6 0,4-2-5 0,-2-1 1 0,-1-1 0 0,-4 2 5 16,-2 0 4-16,3 1-8 15,2-1-13-15,-6-1 25 0,-3-1-23 0,-6-4 22 0,-7-1-6 0,2-1-13 0,1-4 3 0,-1-2 3 16,-3-3 1-16,-8-5 7 16,-4-2 1-16,-5-1-4 0,-1 0-16 0,1 2 18 0,-6 1-18 0,-6 4 18 15,-5-1-5-15,-5-4-6 0,-2 1-17 0,-6-3 0 0,-3-2-2 16,-6 1 4-16,-6-3 0 0,-5 1-3 0,-4 2-18 0,-5-2 3 16,-3-1-7-16,-6-3 16 0,-4 2 6 0,-5-1 11 0,-5-1-16 0,-5 1 18 0,-5 2-11 0,-5 6 42 0,1 4-4 15,-4 3-12-15,0-5-24 0,-1-1 30 0,-1 1-25 16,2 2 33-16,-1 6-8 0,-4 2-16 0,-4 1 6 0,-3-1-1 0,-2 4 7 15,1 1 5 1,3 6 0-16,0 5-2 0,-8 3-31 0,-4 3 35 0,-5 2-31 0,-2 3 35 0,4 4-8 0,-1 2-16 0,-7 5 5 0,-5 5 0 31,-4 4 6-31,-3 5 4 0,6 7 2 0,-4 8-5 0,-8 7-2 0,1 6 13 16,-3 1-12-16,3 7 0 0,8-1-1 0,-100 65-27 0,195-125 50 16,-175 156-61-16,96-70 60 0,12-8-9 0,9-3-17 0,0 3-24 0,6 1 29 0,11 3-23 0,1 1 34 0,13-9-5 15,10-6-14 1,6-2-14-16,9-2 16 0,8 1-10 0,9-3 23 0,6-2 1 0,8-4-11 0,8-5 22 0,7-7 10 0,7-6-4 0,-2-4 16 31,3-6-3-31,1 0 1 0,6-3-10 0,8-3-4 0,6-2 1 0,5-1-1 16,-4-4-8-16,5 0-5 0,0-2-11 0,-2-1 4 0,11-1-4 15,1-1 1-15,-1 0-4 0,-2-1-1 0,-1-2 1 0,-1 2-6 16,3-1 5-16,4 0-6 0,-4 1 4 0,-2 0-1 0,0 1-23 0,-3-1 32 16,3 3-31-16,1-1-3 0,-7 2-25 0,-5-1-39 0,-3 2-59 15,-7 2-29-15,2-1 3 0,-3 1 53 0</inkml:trace>
  <inkml:trace contextRef="#ctx0" brushRef="#br0" timeOffset="76301.81">19973 12157 386 0,'0'-4'267'0,"0"2"-7"0,4 1-263 0,2-1-12 0,3 1 13 0,1 1-12 0,1 0 17 0,1 1 2 0,1 1-4 0,2-2 5 0,1 1-4 0,1 0 4 16,0 0 0-16,-3-1 4 0,2 2 1 0,-4-2-17 0,3 0 37 16,4 0-30-16,6 0 46 0,6 0-9 0,3-3-18 0,4 1-10 15,2-2 15-15,3 0-9 0,6 0 28 16,2-1-5-16,4 1-11 0,3-1-18 0,-2-1 18 0,0-1-17 0,3 0 15 0,3-2-4 0,5 1-7 15,10 0-4-15,-1 1-1 0,-1 0 3 0,0-1 7 0,-6-1-6 16,4 1-3-16,8-3-12 16,0 2 15-16,-1 2-12 0,-2-4 16 0,-3 2-3 0,0 0-8 0,8 1 0 0,1-1 0 15,-3 2 1-15,-4 1-3 0,-6-1 2 0,-1 1-2 0,3 2-10 16,3-1 14-16,0 2-13 0,-5 0 11 0,-2 0-1 0,-3 0-4 0,0 2-10 0,6 0 8 16,-2 1-5-16,1 0 11 0,-3 0 4 0,-3 0-8 15,-1 1-19-15,-3 0 26 0,0 3-23 0,4 1 26 0,-2 2-10 16,4-1-14-16,-1 2-38 0,-2 1-23 0,-2-1 0 0,-3 1-108 15,-2-1-52-15,3 1-44 0</inkml:trace>
  <inkml:trace contextRef="#ctx0" brushRef="#br0" timeOffset="77157.25">27196 12161 493 0,'-22'-8'-25'0,"11"5"44"0,3 0-14 0,1 0-5 0,2 2-10 0,0 0 3 0,1 1 7 0,2 0 5 0,1 2-2 0,1 0-8 0,0 0-12 15,1 0 20-15,2 0-14 0,2 2 28 0,3 0-3 16,2 1-4-16,3-1-13 0,0 1 6 0,3 0-3 0,1 1 22 0,-1 1 0 16,2-2-4-16,4 1-25 0,0 0 25 0,4-1-24 0,2 0 38 0,1-1-1 15,6 1-4-15,4-1-12 0,5 2 18 0,1-2-11 0,-6 2 34 16,2-2-2-16,-1 1-12 0,4 0-25 0,7 0 31 0,-2-1-29 15,3 1 28-15,4-1-6 0,8 0-13 0,3-1-4 16,3-1 10-16,-2-1-5 0,0 1 12 0,0-1-7 0,7 2-11 0,6-2-20 0,1 1 20 16,1 1-18-16,-4 0 22 0,-6-2-7 0,2 4-9 0,5-1-8 15,0 1-3-15,-3 1 3 0,-3-1 5 0,-9 1-1 0,-3-1 0 0,4 2-20 16,2 1 18-16,-1 1-17 0,-4 1 17 16,-3-1 4-16,-7 0-5 0,1-1-17 0,1 0 7 0,-4 0-13 0,2 4-18 0,2 1-24 15,0 2-29-15,-1 1-101 0,-2-2-25 0,-6 2-22 0</inkml:trace>
  <inkml:trace contextRef="#ctx0" brushRef="#br0" timeOffset="81426.5">3708 13859 500 0,'-48'-19'131'0,"-2"1"185"0,-3-3-271 0,3-1-36 0,2 3-21 0,-3 0 42 0,4 1-4 0,0 3-12 0,2-2-5 0,0 0 13 0,0-1-11 15,0 1 10-15,0-1-7 0,4 2-7 0,4 3-8 0,2 2 0 16,3 1 1-16,2 1 7 0,3 4 1 0,-1-2-5 0,-1 5-19 16,2-1 26-16,1 3-22 0,1 3 24 0,1 3-1 0,1 4-10 0,-2 6-23 15,3 7 19-15,2 7-17 0,-4 6 38 0,2 7-5 0,-2 5-11 16,-2 8-9-16,-2 6 8 0,0 2-6 0,-1 5 9 0,0-1 0 16,-2 5-4-16,-2 8-16 0,0 6 16 0,0-2-12 15,-1 4 28-15,2-3-5 0,1 3-11 0,0 6-9 0,-1 0 14 0,2-2-11 16,1 1 17-16,3-4 2 0,2 1-8 0,1 0-22 15,0-6 26-15,2-2-19 0,1-2 43 0,3-6-6 0,-10 74-27 16,25-147 12-16,-13 135-22 0,9-70 15 0,4-3-2 0,2-2-1 16,3-1-11-16,4-6 7 0,2-8-5 0,1-1 18 0,3-7-1 0,1-5-6 0,5-2-3 15,4-4 24-15,4-2-18 0,5 0 25 0,4-5-9 0,6 1-9 0,5-1 1 16,1-4-12-16,3-2 12 0,2-5-4 0,0-3-2 0,6-1-1 16,7-6-20-16,6 0 11 0,4-3-13 0,3-3-2 0,-2 1-13 15,0-2-15-15,5-2-53 0,6 1-13 0,1-1-7 0,-4 4-92 16,-5 2-26-16,-6 3-37 0</inkml:trace>
  <inkml:trace contextRef="#ctx0" brushRef="#br0" timeOffset="84576.85">25291 15076 540 0,'11'-19'147'0,"6"2"214"0,3 5-292 0,4 3-67 0,3 2-2 0,2 3 8 0,3 4 8 0,10 0 3 0,5 0-3 0,4 2 16 0,0 0-17 0,1 1 9 0,-2-1-6 16,3 1-6-16,7 2 1 0,7 3-3 0,9-1 5 0,4 4 6 15,1-2 0-15,-2 1-1 0,3 0-8 0,9 2 7 0,4-1-8 16,4 2 16-16,-1-2-6 0,-6 2-2 0,12 0-7 0,5-1 9 16,2-1-3-16,3 1 25 0,-7-3-7 0,6 1-8 0,7-1-7 0,1 0 8 15,0 0-8-15,2 0-2 0,-5 0 0 0,1-2-3 0,-1 2-21 16,0 2 9-16,-1 0-11 0,-2 1 19 0,-7-1-4 0,-5 1-5 0,3 0-46 15,0 5-5-15,-5 2-13 0,-5 2-55 0,-13 1-39 0,-4-2-29 16,1 0-212-16,-5 4 235 0</inkml:trace>
  <inkml:trace contextRef="#ctx0" brushRef="#br0" timeOffset="85336.75">3754 17093 597 0,'-2'-3'173'0,"4"-2"257"0,6 2-368 0,3 1-62 0,-2 2-20 0,5 0 32 0,1 1-1 0,5 2-10 0,6-1-10 0,3 2 16 0,0-1-14 16,0 0 15-16,-1 1-2 0,2 0-6 0,4 1-11 0,5 0 16 15,9 1-8-15,9 2 29 0,0 0-7 0,-1 0-14 0,0 1-4 0,-3 0 7 16,2 0-4-16,6 0 8 0,9-3-6 0,9 0-5 0,4 2 4 15,-1-3-2-15,-5 0 3 16,-1 1-3-16,7-1-2 0,6 1-1 0,3 0-6 0,-1 0 8 16,-6-1-5-16,2-1 7 0,2 1-5 0,6-2-8 0,-2 1 12 0,-5 1-3 0,-6-1 7 0,4-1-5 0,1-2 5 15,1-1-1-15,-2 1-17 0,-6-1 21 16,-5 2-17-16,3 0 39 0,0 1-7 0,1-1-6 0,-1-2-10 0,-8 0 17 0,-6 0-8 16,-3 0 24-16,-4 0-7 0,0 0-15 15,4 0-17-15,-4 2 17 0,-6-1-16 0,-3 3 11 0,-10 0-3 0,-2-1-9 0,0 3-13 0,-3 3 15 16,-3 0-13-16,-2 1 17 0,-2 3-2 0,-2-2-12 0,-2 1-20 15,1 2-21-15,-2-2-6 0,0 1-151 16,-1 1-84-16,-2 0-64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8:43:02.192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5250 15254 256 0,'4'17'29'0,"-3"-16"404"0,-2-1-194 0,0 0 3 0,-1 0-252 0,2 1 19 0,-1 1-19 0,1 2 23 0,1 1-5 0,1 1-12 0,0 2-4 0,1-2 14 0,0 1-9 0,-1 0 14 0,2-2-3 0,-1-1-6 0,0-1-13 15,1 1 10-15,-1-1-6 0,0 4 29 0,1-1-5 16,-1 3-9-16,1 3-12 0,-1 1 19 0,0-1-13 0,0 2 35 16,-2-1-8-16,0 0-10 0,-1-1-12 0,1 2 8 0,-1-2-5 0,0-1 16 15,0 0 1-15,0 1-7 0,0 0-27 0,0 4 29 0,1-1-28 16,1 3 33-16,0 0-5 0,2 3-12 0,0 2-23 0,2 2 16 0,0 2-13 15,0 3 38-15,0 0-4 0,1 4-9 0,-3-2-12 0,1 1 9 16,-3 1-10-16,1-2 7 0,0 3 4 0,-1 0-3 0,-2-1-20 16,0 2 15-16,0 0-14 0,0-3 31 0,0 0-3 0,-1-1-8 0,-2 3 1 15,2 2 5-15,-1-1-4 0,1 0 1 0,1-4-6 0,-1-2-4 16,1 4 3-16,1-3-3 0,0 2 4 0,1 1-2 0,1 0 0 16,0 1 0-16,-1 3-12 0,2-3 12 0,-2 0-10 0,0 2 15 0,-1-2-1 15,-1-3-5-15,1 2 2 0,-1-2-3 0,-2-2 4 0,1 0 4 16,-1-5-3-16,-1-2 0 0,0 1-14 0,2-1 10 0,-1 2-7 15,-1-1 15-15,3-2 5 0,-1-2-4 0,1-1-16 0,-1 1 17 16,1-1-16-16,0 2 17 0,1 1-3 0,0 3-12 0,-1 0-3 16,2-2 3-16,-2-1-2 0,2-3 8 0,-1-2 1 0,1-1 0 0,-1 1-13 15,-1-2 5-15,1 0-5 0,-1-1 14 0,0-2-4 0,-1 0-4 0,0-1-14 16,-1 0 15-16,1-1-9 0,0 2 27 0,-2-2-9 0,2 1-11 16,0 0-6-16,-1 1 4 0,0 1-2 15,-2 0 17-15,3-2-4 0,-1 2-2 0,0 0-24 0,-1 0 21 0,1-2-16 0,1 0 32 16,0 0-4-16,0-1-13 0,1 2-18 0,0-2 16 0,0 0-11 15,2 1 33-15,-1 0-5 0,1 1-7 0,0 0-9 0,-2 3 7 0,1-3-6 16,-1-1 5-16,0 0 1 0,0-1-1 0,0 4-8 0,0-5 11 16,0 3-8-16,0-2 15 0,1-2-3 0,0 0-8 0,0-3-7 15,1 0 17-15,1 0-13 0,-2-3 25 0,2 4-2 0,-1-3-8 0,3 1-20 16,-1 0 20-16,3 0-18 0,2 0 30 0,-1-2-9 0,1 1-12 16,1-1-12-16,-1 1 6 0,1 0-4 0,1-2 9 0,0 1-1 15,2 2-5-15,0-2-13 0,1 0 15 0,0 1-12 0,2 1 20 0,0-3-1 16,0 3-11-16,3-1-11 0,1-1 16 0,2 2-11 0,3-2 21 15,0-1-2-15,4 3-9 0,-1-1-10 0,-3-1 8 0,-1 0-6 16,3 0 11-16,0 0-5 0,6-1-4 0,-1-1-13 0,-1 0 14 0,0 0-8 16,1-1 22-16,1-1 0 0,4 2-9 0,7 2-18 0,8-4 17 15,2 2-14-15,1 0 32 0,-2-1-6 0,-5 1-6 0,1 0-12 16,3 0 8-16,0 1-6 0,3 1 13 0,6 0-2 0,6 1-4 0,0-3-20 16,-1 1 16-16,-6 1-12 0,-4 0 28 0,-2-1-3 0,2 2-11 15,8-2-12-15,4-1 9 0,1 1-8 0,-3-1 11 0,-7-2 3 16,-3 0-6-16,2-2-13 0,0 1 15 0,8 0-13 0,3-1 23 0,-1 0-4 15,-1-1-7-15,-4 3 1 0,-4-2 2 16,2 0 1-16,4 1 13 0,5 1-3 0,1-1 0 0,5 0-8 0,-6-4 8 0,-5 2-6 16,1-1 6-16,1 0-4 0,6 1-7 0,6-1-17 0,2-2 14 15,-5 3-11-15,-5-1 22 0,-3 3-3 16,4-1-11-16,7 3-2 0,-1-2 5 0,0 3-4 16,-8 0 4-16,-8 0 3 0,-2 0-2 0,8 0-3 0,3 2 10 15,0 2-7-15,0-2 13 0,-11 1-3 0,-4 1-5 0,3-1-9 0,-4 4 13 0,5-3-11 0,2 2 24 0,-4-3-9 16,0 0-7-16,-2 0-20 0,-7 0 16 0,0-3-12 0,-7 1 21 0,-6-1-2 15,0 0-11-15,1 0-9 0,0 0 11 0,-1 0-10 0,-2 0 12 16,-4 0-2-16,-11-1-6 0,-2 1-8 0,-3 0 11 0,-5-3-8 0,3 2 4 16,-3-1-1-16,-3 1-7 0,-1 0-6 15,-2 0-1-15,-3 1-4 0,0-4-33 16,-3-1-7-16,-1-2-16 0,-2-3-89 0,-4-2-40 0,-3-5-24 16,-6-4-392-16,-3-5 383 0,-7-3-82 0</inkml:trace>
  <inkml:trace contextRef="#ctx0" brushRef="#br0" timeOffset="934.98">3529 15769 256 0,'10'2'32'0,"-8"-5"453"0,-2-3-218 0,1 3 7 0,-1 0-278 0,1 2 4 0,1 1-9 0,0 0 4 0,2 0 7 0,-1 2-2 0,3 1-9 0,0 3 12 0,1 1-13 0,2 2 15 0,-1 0 1 16,1 1-5-16,0 0-7 0,1-2 6 0,0-1-7 0,1 4 13 15,2-2-1-15,0 3-3 0,2 5-8 0,2-2 12 16,0 0-6-16,1 0 28 0,-2-4 2 0,0 2-5 0,-5 0-15 0,-2-1 22 0,0-2-20 16,1 1 21-16,5 1-3 0,1-2-10 0,1 0-13 0,-2 1-1 15,-1-2-3-15,-1 1 3 0,-2-1 0 0,2 0 4 0,-1 1-22 16,-1 0 17-16,1 2-15 16,-2-2 17-16,0 0-2 0,0 0-8 0,1-1-9 0,2 0 8 15,-1-1-5-15,1 0 15 0,0-1-2 0,0 0-9 0,1 0-22 16,-1 0-10-16,1-2-8 0,0 1-73 0,1 1-20 0,1-3-18 0,-1-2-162 15,3 0 190-15</inkml:trace>
  <inkml:trace contextRef="#ctx0" brushRef="#br0" timeOffset="1243.9">4397 15631 1384 0,'-9'0'-36'0,"0"-3"68"16,0 2-14-16,-1 1-12 0,0 2-6 0,1 2-3 0,0 3 3 0,0 0 1 0,1 2 0 0,1 1-2 0,-2 6-3 16,0 0 8-16,0 4-6 0,-3 1 3 0,7 2 1 0,-2 2-2 0,-2-1-13 31,-2 4 12-31,-7 0-8 0,0 4 28 0,2 2-2 0,0 0-11 0,2 0 12 15,-1-1 9-15,1 1-4 0,0 0 16 0,2-4 0 0,1 1 0 0,-2 0-16 16,2-2 5-16,0 1-8 0,0 2-7 0,-1-7 0 16,2 2-8-16,-1 0-7 0,0-1 5 0,0 3-7 0,0-2 1 0,0-1-2 15,-1-1-3-15,0 2-10 0,-3 1 11 0,0 1-7 0,0-1 9 0,0 0-13 0,-2-1-17 16,0 3-61-16,-1 2 1 0,3 0-22 0,0 0-101 0,5-1-64 16,3 1-62-16</inkml:trace>
  <inkml:trace contextRef="#ctx0" brushRef="#br0" timeOffset="3753.97">9744 18246 256 0,'4'-18'44'0,"-3"5"620"0,-1 1-302 0,0 0 8 0,0 1-371 16,-1-2 1-16,0-1-7 0,0 2-4 0,0-1-2 0,1 1-4 0,0 3-18 0,-1-3 22 0,0 3-17 0,-2-1 28 0,2 2-1 0,0 0-9 0,0 1 12 0,0 3-1 0,0 1 4 0,1 1 7 0,-1 2 6 31,-1 0 1-31,1 0-16 0,-2 2 12 0,0 2-14 0,-1 3 9 0,-1 2-1 0,-1 1-4 0,0 1-6 0,-1 2 18 0,0 1-13 16,-2 2 19-1,0 2 3-15,0-2-10 0,-1 3-19 0,-1 2 24 0,-1 1-22 16,2-2 35-16,-2 3-9 0,1 0-10 0,-3 2-13 0,2 0 12 16,-2-1-8-16,1 1 9 0,-2-2 1 0,0-3-17 0,0 1-4 15,0-2 16-15,1 0-15 0,0-1 4 0,1-3-1 0,0 0-5 0,0-3-28 16,1 1-3-16,-1 0-7 0,2-1-27 0,0-2-11 0,0 0-12 0,-1 0-73 0,3-1-7 0,-1 0-18 0,1 0-82 0,0-2 161 31,0 0-19-31</inkml:trace>
  <inkml:trace contextRef="#ctx0" brushRef="#br0" timeOffset="4098.16">9223 18064 1694 0,'0'2'61'0,"0"-1"-29"0,1 1-9 0,0 1-9 0,0 2-11 0,2 3-11 16,2 1 7-16,1 2-7 0,3 3 17 0,-5 3-1 16,3 1-4-16,4 5-17 0,4 1 13 0,7 2-9 0,2 1 36 0,0 0 1 15,0 0-1-15,3 1-7 0,-1-1 14 0,1 0-12 0,1-4 10 16,-1-2-8-16,0-1-14 0,3 1-17 0,5 0 16 0,2-2-12 15,2-1 20-15,-3-3-6 0,-7 1-10 0,2-1-11 0,-1 0 11 0,-1-1-6 16,1 2 23-16,-6-3-6 0,0-2-10 0,-3 1-9 0,-1-1 2 16,-2-2-3-16,-3 1 4 0,-3-1-2 0,-1-1-4 0,-2 1-49 15,0-1-11-15,-2-2-19 0,0 0-140 0,-2 1-112 0,-1-2-77 16</inkml:trace>
  <inkml:trace contextRef="#ctx0" brushRef="#br0" timeOffset="5662.3">7004 15569 256 0,'-5'-14'44'0,"1"4"617"0,0 2-297 0,2 0 12 0,0 3-374 0,1 1 14 0,0 2-18 0,0-1 14 0,1 2-3 0,0 1-8 0,0 0-5 15,-2-1-1-15,2 1 0 0,0 0 3 0,0 0-6 0,0 0-2 0,0 0-58 0,-2 2 3 0,1 2-18 16,0 0-37-16,1 2-24 0,0 1-25 0,0 1-151 0,0 2 187 15</inkml:trace>
  <inkml:trace contextRef="#ctx0" brushRef="#br0" timeOffset="5916.35">6478 16418 2186 0,'-14'-3'57'0,"-3"0"-48"16,4 1-13-16,4 2-5 16,2 4-28-16,1 0-11 0,1 2-21 0,2-1-10 15,0 3 12-15,2-1-8 0,1-1 7 0,2 0-8 0,1-1-11 0,2 2-54 0,1-1-4 0,1 1-11 0,2 0-44 0,0 0-27 16,2-1-29-1</inkml:trace>
  <inkml:trace contextRef="#ctx0" brushRef="#br0" timeOffset="6112.26">6495 16662 2210 0,'-32'-7'38'0,"12"3"-48"0,4 1-48 16,1 3-9-16,6 0-9 0,2 0 0 0,2 0-6 0,1 0 2 0,2 0-8 0,1-1-38 0,0 1-14 0,1-1-14 0,-2 0-62 15,0 1-9-15,1 0 1 0,0-3 6 0,0 2 117 0,0-2 12 16</inkml:trace>
  <inkml:trace contextRef="#ctx0" brushRef="#br0" timeOffset="6309.08">6263 16248 2012 0,'2'1'340'0,"-4"-11"-337"15,0-1-11-15,-4 3-41 0,0 1-19 0,3 1-9 0,1 1-150 16,4-1-18-16,5 3-40 0,4-4-78 0,0 0 202 0</inkml:trace>
  <inkml:trace contextRef="#ctx0" brushRef="#br0" timeOffset="6498.47">7021 15593 2328 0,'1'-8'66'0,"1"-1"-75"0,0 0 28 15,-1 1-12-15,2 4-8 0,-2-1-44 0,0 2-5 0,2 0-8 0,1-1-23 16,0 0 0-16,2-1-3 0,3 2-68 0,2-2-28 0,1 2-12 16,5 2-220-16,1 1 248 0,-2 1-37 0</inkml:trace>
  <inkml:trace contextRef="#ctx0" brushRef="#br0" timeOffset="6674.08">6962 15980 1996 0,'-11'4'54'16,"-1"-2"-55"-16,2 1 10 0,1 2-12 0,1 2 11 0,2 0-1 15,0 1-9-15,2 1-44 0,2 1 8 0,2-1-17 0,2 0-2 16,2 1-16-16,2 2-11 0,2 1-49 0,2-2-23 0,0 2 1 0,2-2-96 15,2 0-12-15,-2-1-18 0</inkml:trace>
  <inkml:trace contextRef="#ctx0" brushRef="#br0" timeOffset="6846.95">6814 16497 1955 0,'-26'0'62'0,"1"0"-51"0,7 0 11 0,5 2-13 16,1-1-9-16,0 0-44 0,0-1-8 0,2 1-8 0,4-1-42 0,3 0-8 16,3 0-10-16,0-1-72 0,2 0-52 0,3-2 2 0,3-2 32 15</inkml:trace>
  <inkml:trace contextRef="#ctx0" brushRef="#br0" timeOffset="7006.01">7461 15549 1760 0,'5'-17'54'0,"-2"-2"-26"0,-2 5 10 0,-1 1-9 0,0 3 10 16,-1 3-11-16,-2 3-15 0,1-1-17 0,0 1 1 0,0 2-3 0,-1 1 1 0,2-1-24 16,1 1-10-16,-1 1-93 0,1 0-18 0,0 0-16 0,1 0-136 15,2 1-2-15,-2-1-39 0</inkml:trace>
  <inkml:trace contextRef="#ctx0" brushRef="#br0" timeOffset="7185.95">7998 15267 2191 0,'-23'-23'22'0,"10"13"-18"0,-3 1-35 16,0 2-16-16,2 5-30 0,-1 2-12 0,0 0-34 0,3 1-14 0,3 2-1 0,2 2-73 15,4 0-19 1,1 3-24-16</inkml:trace>
  <inkml:trace contextRef="#ctx0" brushRef="#br0" timeOffset="7370.1">7338 16291 2206 0,'-18'-5'44'0,"0"-3"-77"0,4 5-8 0,3 1-38 0,4 2-23 0,2 2-109 0,5 0-14 16,3 1-8 0,2 1-23-16,4 1 4 0,5-3 3 0</inkml:trace>
  <inkml:trace contextRef="#ctx0" brushRef="#br0" timeOffset="7560.32">7645 15368 2009 0,'12'4'348'0,"-14"-10"-344"0,0-3-7 0,0 4-17 0,-1 3-7 15,0 2-4-15,0 0-84 0,-2 3-20 0,1 1-36 0,0 2-58 16,2 2-31-16,2 1-8 0,1 2 56 0</inkml:trace>
  <inkml:trace contextRef="#ctx0" brushRef="#br0" timeOffset="7750.83">7874 15495 2026 0,'-21'-1'355'16,"7"-6"-341"-16,3 2-4 0,-1 1-17 0,2 3 9 0,-1 0-11 16,0 1 8-16,1 0-16 0,2 2-15 0,3 1-59 0,0 1-1 15,4 2-10-15,0 0-28 0,1 2-31 0,3 1-25 0,1 4-245 16,3 1 265-16</inkml:trace>
  <inkml:trace contextRef="#ctx0" brushRef="#br1" timeOffset="10281.86">9652 16226 1448 0,'-9'-10'61'0,"-1"-1"-41"0,2 0 46 0,2 3-10 0,-1 1-5 0,4 1-29 0,1 3 7 0,1 1-13 0,1 0-3 0,0 0-3 0,2 2-9 0,0-1-3 16,-1 1 7-16,-1 0-7 0,1 0 2 0,0 0 1 0,2 0-2 0,-1 0-31 15,2 1 7-15,2 2-18 0,1 0-53 0,2 0-27 16,2 3-40-16,1-3-195 0,1 4 225 0</inkml:trace>
  <inkml:trace contextRef="#ctx0" brushRef="#br1" timeOffset="10500.35">8800 17199 2225 0,'-6'-4'63'0,"-1"0"-59"0,1-1-18 15,3 3-3-15,1-1-90 0,1 0-9 0,1 2-22 0,2 0-14 0,3 0 4 0,7 1-4 16,3-2-20-16,3 2-47 0,4 0-31 0</inkml:trace>
  <inkml:trace contextRef="#ctx0" brushRef="#br1" timeOffset="10674.89">9517 16714 2359 0,'-2'-13'60'15,"-4"-2"-57"-15,0-1-40 0,1 2-18 0,-2 3-17 0,1-1-49 0,1 3 15 0,0 1-13 16,3 2 22-16,2 2-7 0,0 0-18 0,1 0-88 0,3-1-52 15,0 0-10-15,1-2 27 0</inkml:trace>
  <inkml:trace contextRef="#ctx0" brushRef="#br1" timeOffset="10817.57">9626 16395 1334 0,'0'-3'263'0,"-8"-1"-224"0,-1-3 24 16,-1 0-33-16,1 1 7 0,0 0-22 0,0 0-1 0,2 3-6 15,3 1-7-15,0 1-34 0,2 1-10 0,1 0-15 0,1 0-147 16,0 1-89-16,2 4-79 0</inkml:trace>
  <inkml:trace contextRef="#ctx0" brushRef="#br1" timeOffset="11037.91">9104 17103 2624 0,'31'22'-213'0,"-30"-24"350"0,-6-5-53 0,-2-2-83 0,-3-2-44 15,-1 1-2-15,0-1-9 0,0 0-27 0,3 3 2 0,3 0-7 16,1 4-38-16,2 1-3 0,2 1-18 0,-1 1-137 0,0-3-98 15,-1-1-88-15</inkml:trace>
  <inkml:trace contextRef="#ctx0" brushRef="#br1" timeOffset="11209.84">9176 16506 2150 0,'2'2'-39'0,"-1"-2"65"16,2 2-14-16,1 2-16 0,2 1-65 0,2 1 7 0,3 5-24 16,2 2-21-16,4 1-15 0,-3 4-16 0,8-1-159 0,2 3-99 0,5 0-23 0</inkml:trace>
  <inkml:trace contextRef="#ctx0" brushRef="#br1" timeOffset="11367.96">9539 17218 2114 0,'-11'-26'13'16,"1"1"-72"-16,1-3-136 0,3 3-52 0,3-1-53 0</inkml:trace>
  <inkml:trace contextRef="#ctx0" brushRef="#br1" timeOffset="11511.23">10405 16141 2119 0,'-2'-16'73'0,"-1"7"-59"16,-1 1 4-16,0 0-5 0,-3 3-14 0,0 0-5 0,-2 3-11 0,0-2-58 31,-1 1-27-31,1 2-9 0,1 1-174 0,-1 0-97 0,-2 3-75 16</inkml:trace>
  <inkml:trace contextRef="#ctx0" brushRef="#br1" timeOffset="11716.88">9660 16831 2681 0,'-22'6'57'0,"18"-5"-148"0,1-1 23 0,0 2 10 16,-4 1-66-16,1 0-9 0,-1 2-24 0,3 1-60 0,4 3 14 16,7 0 7-16,6 3-25 0,5-1-74 0,3 1 7 0</inkml:trace>
  <inkml:trace contextRef="#ctx0" brushRef="#br1" timeOffset="11858.78">9841 16081 2316 0,'-2'-7'50'0,"0"-2"-74"0,2 1 22 0,-2 0-19 0,-3-2 12 0,1 0-23 16,-2 0-29-16,3 1-69 0,2 2-7 0,3 3-11 0,5 0-55 0,2 4-41 16,3 0-33-16</inkml:trace>
  <inkml:trace contextRef="#ctx0" brushRef="#br1" timeOffset="12033.06">9968 16084 1823 0,'-8'9'319'0,"3"-8"-317"0,0-4-5 0,2 2-49 0,2 1 1 16,0 0-16-16,1 0-76 0,2 1-9 0,1 3-35 0,5 1 40 15,2 3 23-15,2 1 8 0,0 0 90 0,0 0-19 0,-1-1-8 16,3-1-209-16,-2 0 178 0</inkml:trace>
  <inkml:trace contextRef="#ctx0" brushRef="#br1" timeOffset="12175.6">10267 16555 1598 0,'0'1'54'15,"0"-1"-27"-15,1 0-13 0,-1 1-2 0,0 2-6 0,0 0-12 0,1-1 10 0,-1 3-10 0,0 0 15 16,-1 1-5-16,0 0-6 0,1-1-50 0,1 1-28 0,3-2-5 15,0 0-134-15,-1 0-54 0,1 0-37 0</inkml:trace>
  <inkml:trace contextRef="#ctx0" brushRef="#br1" timeOffset="14002.12">10897 15657 256 0,'-11'4'16'0,"7"-5"233"0,-1-2-104 15,-1 0 9-15,1 1-162 0,0 1 19 0,1 0-22 0,0 1 20 0,3 0-3 0,0 0-8 0,1 1-4 0,0 0 4 0,1 1-3 0,1 1 9 0,-1 0 5 0,3 3-3 0,-1 1-20 0,1 1 26 0,-1 2-24 16,0 0 28-16,0 2-6 0,0-1-13 0,0 2-9 0,1 0 13 16,-1-1-6-16,-1 3 15 0,0-4 5 0,1 2-11 0,-2-2-20 15,0-2 33-15,0 0-28 0,-1-1 39 0,0 1-3 0,0 2-12 0,0 2 1 16,-1 0 0-16,1-1-1 0,-1-1 2 0,-1-2 3 0,-1 0-2 0,0 1-15 15,1-1 24-15,-2 0-23 16,2-2 18-16,0 0-6 0,-1 0-13 0,0-2-4 0,1 1 9 0,0-2-5 16,0 0 20-16,0-2-2 0,1 1-10 0,0 0-21 0,1-3 23 15,-1 1-22-15,1-1 31 0,0 0-1 0,0 0-8 0,0 0 6 16,0 0-2-16,2-1 3 0,-1-2 4 0,2 0-6 0,-2 2 0 0,0-4-27 0,0 1 19 16,0-2-17-16,0-1 26 0,0 1-3 0,1-2-10 0,-1-1-3 0,-1 0 3 15,0-1 0-15,0-1 15 0,-1-1-2 0,1-1-5 16,-2-2-5-16,1 0 7 0,0-1-7 0,-1 0 3 0,1 4-1 0,0-2-2 15,1 0-9-15,0 0 1 0,0-3-2 0,0 2 13 0,0-1 0 0,1 4-1 0,1-2-18 16,0-1 16 0,2 1-14-16,-2 4 16 0,1 0-6 0,1 0-7 0,0 1-6 0,-1 0 4 0,2 0 0 0,-2 1 21 0,1-1-5 15,0 1-8-15,1 1-11 0,-1 2 12 0,0 0-10 0,0 2 17 16,-2 0-6-16,1 1-5 0,-1 1 0 0,-1 1-2 0,0 0 4 16,0 0 10-16,0 0-6 0,0 2-4 0,2 2-8 0,-1 2 8 0,0 3-4 15,0 3 10-15,1-1-4 0,0 1-6 0,-1 2 7 0,0-1-7 16,2 2 7-16,-1-1-4 0,1 2 2 0,0-2 4 0,2 1-22 15,0 0 22-15,1-1-21 0,0 1 27 16,0-4-7-16,1 1-9 0,1-2 2 0,1-1-3 0,1-4 6 16,2 1 7-16,2-3 0 0,2-3-4 0,0 0-18 0,3-1 25 0,1-3-21 0,-2 0 27 0,1 3-8 15,-3-1-13-15,-2-3-2 0,-6 0 9 0,-1-4-2 0,1-2 17 16,-3-2-5-16,8 3-11 0,-3-6 0 0,-1 3 9 0,-1-2-4 0,-2 1 17 16,-1 0-6-16,-3 1-5 0,-2-1 8 0,0 3-4 0,0-2 6 15,-1 1-8-15,1 2-3 0,2 1-3 0,-2 0-16 0,0 1 16 16,1 3-10-16,-1-1 34 0,2 5-10 15,-2-2-11-15,0 2-12 0,-1 1 2 0,1 0-1 16,-1 1 11-16,1 2-6 0,1 2-2 0,1 2-4 0,0 4-3 0,0 0 1 0,1 1 2 0,0-1-2 0,1 2 3 0,0 0-14 16,1 1 11-16,-1 0-8 0,2 3 7 0,0-1-3 0,0 0-16 15,-1 3-58 1,2 0 6-16,-2 1-28 0,1 0-68 0,-2 3-46 0,-1 2-43 0</inkml:trace>
  <inkml:trace contextRef="#ctx0" brushRef="#br0" timeOffset="17033.27">8680 14939 271 0,'-10'-2'24'0,"-1"-1"14"0,1-2-37 0,-1 2 8 0,2 0-13 0,-1-1 18 0,1 2-5 0,1 1-4 0,0-1-28 0,1-1 30 0,1 1-24 16,0 0 37-16,-1 0-11 0,1-2-16 0,1 3 5 15,0-2-1-15,1 0 5 0,-1 2 3 0,1 0 2 0,0 0-4 0,1 1-16 16,0 0 37-16,-1-2-28 0,2 1 51 0,-1 0-13 0,0 1-17 16,1 0-14-16,0 0 1 0,0 0 1 0,1 0 24 0,-2 1 0 15,2-1 0-15,0 3-10 0,0-2 24 0,-1 3-20 0,1 1 32 0,-2 1-4 16,1 2-5-16,-1 1-30 0,1 0 15 0,-2 2-13 0,1 2 33 15,-1 1-7-15,1 2-12 0,0 0-19 0,-2 2 21 0,2 0-19 16,-1 1 18-16,1-1-4 0,0 0-12 0,0 3-19 0,1-1 14 16,0 1-13-16,1-3 21 0,1-1-4 0,0 1-8 0,0 2-27 15,0-2 25-15,1-1-21 0,1 1 35 0,-1-1-6 0,2 0-15 0,-1-5-15 16,0 0 14-16,0 0-10 0,1-2 24 0,-1 3 0 0,0-3-9 0,1 1-21 16,0 0 24-16,0-2-22 0,-1-2 26 0,2 0-10 15,-2-2-15-15,1-1-54 0,0 2-20 0,0-3-4 0,-1 2-81 16,2-3-23-16,-1-1-25 0</inkml:trace>
  <inkml:trace contextRef="#ctx0" brushRef="#br0" timeOffset="17333.06">8375 15008 1395 0,'-2'-11'-50'0,"0"4"87"0,2 0-9 0,3 0-13 0,0 1-29 0,3 0 12 0,-1-2-12 0,4 2 30 15,-1-1-4-15,3-1-8 0,1 1-8 16,-1-1 10-16,1-1-9 0,-1 1 8 0,1 1-3 0,-1 0-4 0,1 0 7 0,1 0-10 16,-1 3 10-16,0-2-7 0,1 3 1 0,-1 0 1 0,3-3-20 0,0 4 26 15,3-2-22-15,-1 2 27 0,1 2-5 0,-1 0-8 0,1-2 2 16,0 2-7-16,0-4 7 0,-4 2-1 0,-1-1-1 0,-6 1 0 0,-2 0-27 15,2 0 12-15,-3 1-18 0,5-1-11 0,-1 0-3 0,-1 2-12 16,-1 0-48-16,-3 0-22 16,-1 1-5-16,-2 2-93 0,0-1 131 0,-1 3-5 0</inkml:trace>
  <inkml:trace contextRef="#ctx0" brushRef="#br0" timeOffset="17539.8">8438 15166 1552 0,'1'0'-57'0,"-1"-3"107"0,0 1-17 0,0 0-22 0,1 2-39 0,0-1 19 0,2 1-22 0,3 3 16 0,2-1 3 16,3 1-4-16,3 2-11 0,3-1-14 0,2 0 0 0,1-2-76 15,3 1-24-15,4-1-27 16,7 1-108-16,3-1 159 0</inkml:trace>
  <inkml:trace contextRef="#ctx0" brushRef="#br0" timeOffset="24687.89">5579 15267 256 0,'-10'-14'19'0,"1"2"267"0,2 2-128 0,0 2 2 0,3 2-162 0,1-2 19 0,1 3-16 0,1 0 25 0,1 0-5 0,0 2-11 0,1-2 20 0,0 2-2 0,0 0 7 0,2-1-13 0,-1 2-6 0,-1 0-10 0,1 1-11 0,-1 1 11 31,2 0-10-31,-2 0 11 0,1 0-2 0,0 1-7 0,2 1-1 16,0 0 2-16,1 1 0 0,0 1 5 0,0-2 6 0,0 2-3 0,2-2 2 15,1 1 18-15,1 1-13 0,-1-2 25 0,2 2-1 0,0 0-2 16,1-1-18-16,0 1 7 0,0-1-9 0,-1 0 12 0,0 1-3 15,1 0-7-15,1-1-7 0,1 3 5 0,-1-4-5 0,-1 3 1 16,-1-1 1-16,-1 0-2 0,-3 0-14 0,0 0 8 0,0-1-8 0,2 1 17 16,6 1 0-16,0 2-7 0,2 0-3 0,1 0 17 0,0 1-15 15,0-1 16-15,-2 0-1 0,2-4-2 0,2 3 0 0,0-1-3 16,3 2 3-16,0 2 2 0,2 2 1 0,2-2-2 0,4 3-21 16,4 1 22-16,4-1-22 0,2-1 23 0,1 1-6 0,-9-1-8 0,4 1-1 15,-1-1-5-15,0 1 4 0,4-1 4 0,-4 0-3 0,-2 0 2 16,5 2-17-16,0 0 9 0,3 1-7 0,6 0 21 0,-1 1-8 15,-1-2-7-15,-1 2-6 0,-1 1 5 0,0-3-1 0,1 1 17 0,2-2-7 16,1 3-2-16,4-1 1 0,4 2 1 0,6 2 2 0,2 1 6 16,-6 1-2-16,0 3-1 0,-1-2-21 0,-2 2 8 0,2 3-9 15,1 1 25-15,2 1-4 0,2 0-4 0,1-1-6 0,-1 0 3 16,-5 0-3-16,-2 2 13 0,-1 1 3 0,1 2 3 0,10 2-15 0,6 2 15 16,1 1-15-16,2 2 12 0,-5-3-2 0,-2 2-8 0,8 0-19 15,8 0 15-15,5-1-13 0,1-7 21 0,-5-1-1 0,-5-3-6 0,5 1-20 16,4 2 18-16,5-1-15 0,-4-1 25 0,-6-1 2 15,-4 1-13-15,-1 2-12 0,7 1 20 0,3-2-15 0,-4 2 29 0,-7-2 1 16,-7-1-7-16,-2 4 2 0,5-2 4 0,3 2 2 0,1-2 4 16,-2 2 2-16,-6 2-2 0,62 38 28 0,-127-70-5 15,125 69-60-15,-65-36 23 0,-3 1 0 0,0-1-21 0,-5-3 20 0,-5-2-18 16,0-2 33-16,-6-2 0 0,3-4-4 0,7-1-9 16,3 1 7-16,-1-2-8 0,1 0 5 0,-4-1-2 0,0 0-5 0,3 0-18 15,-4 0 10-15,-2 0-10 0,3-1 17 0,0-2-4 16,-2-1-7-16,-1 0-3 0,-5-1-1 0,-6-2-1 0,-3-2 4 0,-3 0-3 15,-8-2 0-15,-1-2-36 0,-6 1 1 0,-6-3-11 0,-2-1-29 16,-5 1-25-16,-3-2-22 0,-3 1-126 0,-7-2-32 0,-8-2-38 0,-9-5 18 16</inkml:trace>
  <inkml:trace contextRef="#ctx0" brushRef="#br0" timeOffset="38332.91">6201 16688 256 0,'-5'-1'0'0,"-1"-2"395"0,0-1-175 16,2 2 177-16,0-1-426 0,3 1 27 0,0 0-24 0,0 1 45 0,1 1-1 0,0 0-11 0,0 0-5 0,0-1 7 0,0 1-8 0,0 0 3 0,-1-4 0 0,1 1-2 0,0 2-15 15,1-1 15-15,-1-1-9 0,1 1 31 0,0-1 0 0,2 0-11 0,1 0 0 0,1-3 5 16,3 0-6-16,0 0 1 0,2-3 0 15,1 1 3-15,1-4-2 0,0 2 7 0,0-4-4 0,-3 1 11 0,1 1-1 0,3-3-10 0,4 3-23 16,5-2 25-16,1-3-22 0,-1 2 25 0,-2-3-6 0,-2-3-13 16,2-1-7-16,1-1-2 0,0 0 1 15,0-1 17-15,0 2-5 0,-1 3 4 0,1 0-14 0,0 0 4 0,1-1-4 16,0-1 6-16,1 3 0 0,-1 0-2 0,1 1-1 0,-1 0-3 0,-2 0 2 0,-5-1 6 16,-4 0 1-16,3 0 1 0,2 0-10 15,8 0 13-15,0 0-11 0,-1-2 22 0,-4-1-6 0,0 1-7 0,3-5 4 16,-2 0 6-16,2-5-1 0,1 2 8 0,-1 1-1 0,2-1-5 0,3-1-23 15,3-1 27-15,2-3-23 0,5 3 36 0,-1 2-12 0,-2 1-17 0,-1 0 2 16,-1 2 3-16,0 0 2 0,-1 2 6 0,2 0-6 0,-6 0-5 0,1 2-7 16,-2-4 4-16,-2-2-3 0,0 1 2 0,-1 0 1 0,-1 3 1 15,2-1-8-15,0-1 6 16,0 2-6-16,-1-2 13 0,0 2-4 0,-2-1-6 0,-1 3-10 0,-6 0 19 0,-2 1-11 0,1 1 26 16,-2 2-7-16,7 2-15 0,0-1-16 15,-1 0 18-15,-2 3-13 0,0-1 22 0,-3 1-2 0,1-1-10 0,-1 1-7 16,-1 0 4-16,-1 2-4 0,0-1 6 0,-1 1-3 0,2 0-3 0,-2 0-4 0,0 2 6 15,-1 2-3-15,-1 2 2 0,0 0-15 0,-1 3-13 0,-1 0-33 16,0 2-9-16,-1 0-1 16,1 0-51-16,0 2-12 0,1 3-18 0,1 2-84 0,0 2-31 0,0 4-16 15</inkml:trace>
  <inkml:trace contextRef="#ctx0" brushRef="#br0" timeOffset="39348.72">8537 17571 946 0,'-12'-3'32'0,"-1"-3"-27"0,1 3-1 0,1 0-10 0,4-1-11 0,0 2 0 0,2 0-1 0,2 2 18 16,0-1 5-16,1 0 6 0,0-2 13 0,1 2-2 0,1-2-15 0,0 1-14 0,0-2 33 0,1 0-26 15,3-1 34-15,-1 1-9 0,1-3-19 0,3 1 2 0,0 0 11 16,1-2-4-16,1 1 11 0,0 0-4 0,0 0-14 0,0 0-4 15,1-1 13-15,-1 1-12 0,0-1 12 0,1 0-1 0,0 1-1 0,2-2-10 16,3-1 6-16,-2-2-5 0,2 1 15 0,0 0 0 0,-1-3-5 16,2 0-21-16,1-3 26 0,-1 0-23 0,-2 0 28 0,-5 4-4 15,-1-1-11-15,2-3 2 0,0 1 6 0,7-5-2 0,2 1 15 16,-1 1-2-16,-1-2-6 0,0 1-10 0,0-3 15 0,1 0-15 0,0-2 13 16,-1 0-9-16,3-1-6 0,1 2-3 0,1-2-1 0,3 0 5 15,1-3 11-15,2-2-3 0,1 1-3 0,5 0-9 0,1-1 7 16,-1 4-7-16,-5 1 8 0,-4 0-3 0,1 3 0 0,2 1-15 15,5 2 8-15,-2 1-7 0,0-1 21 0,-4 1-1 0,1 0-8 0,2 0-11 16,0 1 15-16,1 1-14 0,2-1 18 0,1 0-7 16,3-2-7-16,2-3-11 0,-5-4 11 0,-3-4-6 0,0-1 18 0,-3 0-2 0,3 0-11 15,-2-2-19-15,-2-1 22 0,0-2-18 0,0 1 30 0,-1 3-5 16,0-1-11-16,1 2-10 0,0 0 5 0,-1 2-5 0,1-2 7 16,0 0 5-16,-3-2-1 0,1 1-6 0,-5 1 9 0,-7 0-10 15,-3 3 7-15,-2 0 1 0,-2 5-1 0,7 1-11 0,-2 4 11 0,0 2-8 16,-1 1 11-16,0 3 0 0,0 1-7 15,-2 1-15-15,0 1 19 0,-1 2-15 0,1 0 18 0,-2 2-3 0,2-1-9 16,-1 0-12-16,1 2 16 0,-1-1-11 0,-1 3 20 0,0-1-12 0,0 2-17 0,-1 1-48 16,-1 1 4-16,-1 0-17 0,0 1-59 15,-1 1-46-15,0 2-45 0</inkml:trace>
  <inkml:trace contextRef="#ctx0" brushRef="#br0" timeOffset="75156.28">19427 15190 256 0,'-13'-14'23'0,"3"8"319"0,1 1-147 0,2 5 7 0,0 0-213 0,0 0 35 0,3 2-34 0,0 2 39 0,1-1-10 0,-1 2-16 0,2 0-8 15,1 1 6-15,0 2-1 0,0-2 19 16,1 3-4-16,0 0-9 0,0 1-7 0,1 3 20 0,1 0-17 0,2 2 18 0,-2 2-5 16,1 1-10-16,1-1 3 15,-1 2-1-15,1 1 3 0,1 2-3 0,-1 4 4 0,1 1-5 0,0-1-18 0,1 3 32 0,0-1-27 16,-2 2 38-16,1 3-10 0,-1-3-13 0,1 5-9 0,-2 1 5 0,2-2-3 15,-2 2 17-15,0 0-2 0,1-4-7 0,-1 5-9 0,2 0 6 16,-2 2-8-16,3 2 8 0,-1 1 0 0,2 1-1 0,2 6-6 16,1 0 8-16,0 2-5 0,0 0 27 0,3 0-6 0,-3-2-6 0,0 2-17 31,-1-2 11-31,-1 2-11 0,-2-1 17 0,0-1-3 0,0-1-5 16,-3 1-18-16,-1-1 9 0,0 0-8 0,-2-5 26 0,-1-3-4 0,0-5-8 0,-1-2-19 15,1-1 17-15,-1-1-15 0,-1-1 24 0,0-1-3 0,0-4-6 0,-1-1-2 0,1 0-3 0,-1-1 3 0,1 0 1 31,0 0-1-31,-2 0-2 0,0-3-1 0,-2 1 8 0,0-1-6 0,0-1 7 0,2 1-5 16,0-1-3-16,2-3 19 0,1-2 8 0,1 1 6 0,-1-3 19 0,1-1-12 16,1-2-11-16,0 1-29 0,3-1 16 15,0 0-16-15,3 0 16 0,1 0 1 0,1 0-6 0,2 0-10 16,2 0 11-16,0 0-12 0,3-1 11 0,1 0-3 0,1 0-8 0,0-2-6 16,-5 1 7-16,2-1-6 0,0 0 4 0,4 2 2 0,8-1-1 15,0 1-4-15,1-4 6 0,0 0-3 0,1-3 18 0,0 1-8 16,2-1-5-16,3-1-8 0,5 1 3 0,4-1-1 0,5 0 11 15,2 0 0-15,-4 0 0 0,5 0-12 0,-3 0 13 0,1 0-10 16,4 4 17-16,-4 1-4 0,1 2-14 0,9 2-6 0,4-3 22 16,-2-3-13-16,6-3 37 0,-4 0-13 0,1 0-16 0,7-3 2 0,3 0 4 15,4 0 2-15,3-3 17 0,1 3-5 0,-2 0-3 0,2 3-31 16,8 1 21-16,3 4-19 0,6 1 38 0,1-3 2 0,1 0 0 0,11-2-6 16,4-1 3-16,1 2-6 0,0 0-5 0,-7 5-9 0,-2 1-10 15,10 5 0-15,1 1 1 0,0 0 3 0,2-2 12 0,-3-4-3 16,-2-2-1-16,0 2-15 0,1-2 8 0,-2-2-8 0,-4 2 11 0,-6-2-4 15,-9 0-4-15,5-1-13 0,0-2 11 0,1 3-7 0,-3-2 27 16,-9 0-5-16,0-1-10 0,6 1-3 0,-2 1 3 16,-3 0-2-16,-8-1 6 0,-8 1-5 0,2 1-1 0,6-2-11 0,-3 1 7 15,-3-1-3-15,-6-1 15 0,-11 2-2 0,-3 0-5 0,1 0-14 0,-2 1 10 16,-3 0-9-16,-2 0 11 0,-12 0-1 0,-3 0-5 0,-5 1-8 16,-4-1 9-16,0-1-6 0,-8 1 7 0,-4-2-12 0,-5 0-12 0,-3 1-30 15,-2-2-15-15,-2 0 1 0,-2 1-46 0,-4-1-15 16,-3 0-8-16,-5 2-153 0,-7 0-201 0,-6 0 8 0</inkml:trace>
  <inkml:trace contextRef="#ctx0" brushRef="#br0" timeOffset="76759.28">20828 15786 795 0,'-13'-16'272'0,"2"3"410"0,-2-2-557 0,3 5-123 0,1 1-11 0,2 5 20 0,4 0-5 0,2 3 3 0,0 0-27 0,1 1 8 0,1 0-11 0,0-2-1 0,2 1-8 0,3 0-14 16,2 1-45-16,0 0 17 0,0 0-20 0,1 1 13 0,-2 0-23 16,1 2-25-16,0 2-207 15,0 1 212-15</inkml:trace>
  <inkml:trace contextRef="#ctx0" brushRef="#br0" timeOffset="77013.75">20695 16560 2180 0,'-33'-32'-44'15,"20"23"34"-15,2 1 13 0,5 5-1 0,-1 1-16 0,5 2-4 16,1 2-5-16,1-2-7 0,0 0-20 0,1 1 8 0,2 1-63 0,2 2-2 16,1 1-8-16,-1 0-76 0,2 3 8 0,0-3-31 0,5 0-72 15,6 1 168-15,4-3-23 0</inkml:trace>
  <inkml:trace contextRef="#ctx0" brushRef="#br0" timeOffset="77197.86">20779 16630 2261 0,'-53'-23'-18'0,"24"17"12"0,8 3-40 15,4 1 13-15,3 2-37 0,11 2 10 0,1-2 15 0,2 0-29 16,0 2-21-16,1-2 1 0,2 2-82 0,3 1-26 0,2-1-24 0,2 4-142 16,1-3 213-16</inkml:trace>
  <inkml:trace contextRef="#ctx0" brushRef="#br0" timeOffset="77377.45">20641 16646 2034 0,'-35'-44'-565'47,"36"37"-506"-47,-3-38 1471 0</inkml:trace>
  <inkml:trace contextRef="#ctx0" brushRef="#br0" timeOffset="77564.36">21322 15721 1945 0,'-12'-15'57'0,"-4"-3"-45"0,2 4-12 15,0 4-10-15,4 2-21 0,3 3-13 0,4 3-31 0,3 2-69 0,2-2-16 16,5 1-18-16,6 0-140 0,7-2 185 15,2 1-18-15</inkml:trace>
  <inkml:trace contextRef="#ctx0" brushRef="#br0" timeOffset="77710.1">21685 15524 1895 0,'-35'-16'314'0,"11"-6"-312"0,1 1-22 0,3 7-22 0,3 7-28 16,-1 4-3-16,6 4-94 0,6 5-1 16,5 0 2-16,3 3-28 0,7 1-30 0,4 0 2 0,3 4 41 15</inkml:trace>
  <inkml:trace contextRef="#ctx0" brushRef="#br0" timeOffset="77899.72">20608 16660 1930 0,'-41'-24'52'16,"9"10"-94"-16,4 3-15 0,9 4 1 0,6 1-82 0,5 4 16 0,4-1-20 0,3 2 60 0,1 0 8 0,4-1 11 0,2-1 3 15,3-2-24-15,5-3 6 0,1 1-167 0,2 0 150 0,1 0-30 16</inkml:trace>
  <inkml:trace contextRef="#ctx0" brushRef="#br0" timeOffset="78059.22">20979 15803 1774 0,'-19'-17'66'0,"-5"-8"-60"0,2 7-5 0,0 2-3 15,2 2-6-15,2 5-22 0,2 5-22 0,4 1-53 0,2 2-15 16,4 1-7-16,3 0-141 0,4 0-73 0,5 0-74 0</inkml:trace>
  <inkml:trace contextRef="#ctx0" brushRef="#br0" timeOffset="78233.66">21535 15200 2177 0,'-29'-29'-3'0,"6"0"-57"0,5 7 8 15,6 9 1-15,3 5-85 0,4 4-11 0,4 4-28 0,4 0 14 0,6 3 8 16,4 0 2-16,6 0-25 0,2 3-67 0,6-1-53 0</inkml:trace>
  <inkml:trace contextRef="#ctx0" brushRef="#br0" timeOffset="78392.09">21494 15994 1741 0,'-12'3'277'16,"-14"-6"-284"-16,2-5-32 0,3 6-10 0,1 2-9 15,2 5-14-15,1 4-122 0,5 1-16 0,3 4-34 0,6 0-94 0,3 1 189 16</inkml:trace>
  <inkml:trace contextRef="#ctx0" brushRef="#br0" timeOffset="78613.98">20901 16372 1930 0,'-57'-30'75'0,"26"7"-134"0,4 9-1 0,3 7 16 0,2 4-93 16,4 3 12-16,2 1-23 0,5 1 66 0,4-2 12 0,2 0 24 0,4 1-32 15,0-1-21-15,0 0-3 0,1 0-120 0,-1 0 132 0,1-1-18 0</inkml:trace>
  <inkml:trace contextRef="#ctx0" brushRef="#br0" timeOffset="78703.6">20706 16350 572 0,'4'-18'-32'0,"3"5"-35"0,4 1-36 0,6-1-53 0</inkml:trace>
  <inkml:trace contextRef="#ctx0" brushRef="#br0" timeOffset="78865.45">22138 15217 1336 0,'0'-22'43'0,"-6"3"-32"15,-1 2 34-15,-2 6-13 0,-1 2 3 0,-2 4-45 0,-2 2 14 0,0 2-15 0,0 1 16 0,2 4-12 0,2-2-17 16,1 4-65-16,0-1-5 0,1 0-18 0,1 0-110 0,4-1-50 16,-1 0-61-16</inkml:trace>
  <inkml:trace contextRef="#ctx0" brushRef="#br0" timeOffset="79029.38">22060 14947 1406 0,'-45'-37'361'0,"1"2"-339"16,7 19-32-16,23 10 0 16,1 4 9-16,3 1-8 0,6 3-68 0,0 3-18 0,4 3-39 15,0 4-112-15,5 0-20 0,2 5-35 0</inkml:trace>
  <inkml:trace contextRef="#ctx0" brushRef="#br1" timeOffset="82626.94">22468 16878 1324 0,'-9'-15'386'0,"0"-1"-234"0,1 4-136 0,2 3-25 0,3 2 23 0,3 3-6 0,0 3-12 0,3-1-10 0,1 2 7 16,1-1-5-16,2 1 12 0,-1 0 1 0,1 0-6 0,4 0-42 15,-1 3 24-15,1 0-28 0,0 0 21 0,-1 3-15 0,0-2-16 0,3 3-69 16,-1-1-20-16,-1 0-14 0,1 2-195 0,-5 2 218 0,-1-1-42 16</inkml:trace>
  <inkml:trace contextRef="#ctx0" brushRef="#br1" timeOffset="82830.69">21999 17146 2063 0,'-20'-15'43'16,"-2"-4"-64"-16,6 5 12 0,1 2-17 0,5 3-11 0,5 4 5 15,1 1-9-15,4 3-8 0,0 0 13 0,4-1-13 0,2 1 0 0,6-1-23 16,1 0-21-16,4 0-72 0,3 1-6 0,5 1-10 0,3 0-55 16,5 0-21-16,-2-2-25 0</inkml:trace>
  <inkml:trace contextRef="#ctx0" brushRef="#br1" timeOffset="82991.69">22956 16645 1964 0,'7'-21'60'0,"0"-3"-47"15,-3 5 1-15,2 1-13 0,-1 4-2 0,4 3-12 0,1 2-1 0,-1 4-39 16,2 0-4-16,-1 1-10 0,4 0-89 0,3 1-51 0,4-1-53 0</inkml:trace>
  <inkml:trace contextRef="#ctx0" brushRef="#br1" timeOffset="83149.62">23701 16230 2206 0,'-32'-16'48'0,"22"-5"-96"0,2 1-11 0,3 8 4 16,2 3-67-16,3 6-38 15,6 2 9-15,4 2-73 0,6 3 12 0,4 2 18 0,5 1-82 0,0-1 156 0</inkml:trace>
  <inkml:trace contextRef="#ctx0" brushRef="#br1" timeOffset="83323.81">23813 16368 2316 0,'-11'-20'13'31,"7"7"-19"-31,0 2 3 0,-1 6-1 0,2 0-25 16,-1 4-12-16,0 0-17 0,2 1-54 0,0 2-18 0,-2 1-5 0,1 3-100 16,-2 2-17-16,-1 1-34 0</inkml:trace>
  <inkml:trace contextRef="#ctx0" brushRef="#br1" timeOffset="83561.13">22359 16995 1923 0,'0'-4'40'0,"0"-1"-74"16,1 4-8-16,5 0-10 0,5 1-55 0,4 2 20 15,6 3 5-15,7 1 49 0,5-1-14 0,8 2 14 0,4-3-68 0,2 0-35 16,-3-3-31-16,2 1-176 0,-1-1 208 0</inkml:trace>
  <inkml:trace contextRef="#ctx0" brushRef="#br1" timeOffset="83735.53">23618 16834 771 0,'0'0'81'0,"0"1"12"0,0 1-50 16,0-2-3-16,-2 2-12 0,1 2-4 0,-1 0-7 0,0 2 0 16,0-1 3-16,-2 0-1 0,2 3 8 0,-1-4-8 0,0 1-6 0,0-2-15 15,2-1 9-15,0 1-7 0,1-3 6 16,0 1 0-16,0-1-8 0,0 0-20 0,0 0 11 0,0-1-19 0,1 0-81 16,2-2-54-16,1-1-67 0</inkml:trace>
  <inkml:trace contextRef="#ctx0" brushRef="#br1" timeOffset="83909.4">23715 16486 1937 0,'-9'-25'-28'16,"7"9"67"-16,3-2-12 0,5 0-10 0,2-1-31 0,2 2 18 16,1 2-19-16,2 2 24 0,-1 1-8 0,1 3-8 0,2 2-7 15,2-1-23-15,4 0 9 0,3 3-88 0,3 1-24 0,3 1-24 0,7 3-136 16,6-5-37-16,4 1-29 0</inkml:trace>
  <inkml:trace contextRef="#ctx0" brushRef="#br1" timeOffset="84051.6">24595 16186 2119 0,'6'-14'-50'0,"-9"1"76"0,-5 1 6 0,2 3-26 0,3 2-7 0,2 3 8 0,1 3-12 0,0 0 6 16,0 1-8-16,0 0-8 0,0 0-73 0,2 1-9 15,2 2-17-15,-1 0-82 0,3 3-35 0,-2-1-33 0</inkml:trace>
  <inkml:trace contextRef="#ctx0" brushRef="#br1" timeOffset="84242.51">23284 16566 2473 0,'-27'-20'60'0,"0"3"-75"0,3 7-6 0,6 5-25 15,3 2-20-15,5 3-31 0,6 0-19 0,4 0 14 0,6 3 0 0,10-2 11 16,5 1 19-16,8 1-66 0,7 0-15 0,2-2-11 0,5 0-66 16,2 2-12-16,6-2-18 0</inkml:trace>
  <inkml:trace contextRef="#ctx0" brushRef="#br1" timeOffset="84384.45">24332 16497 1409 0,'-4'-2'269'15,"0"-3"-238"-15,-2 2 15 0,2-1-17 0,0 2 4 0,1 0-16 0,1 2-1 0,2 0-8 0,-1 0-9 16,1 0-27-16,1 0 16 0,1 0-21 0,3 0-40 0,2 0-31 16,2 0-44-16,5 2-147 0,2-1-66 0,2 0-23 0</inkml:trace>
  <inkml:trace contextRef="#ctx0" brushRef="#br1" timeOffset="84543.52">24371 16063 2046 0,'-12'-16'350'0,"-1"-9"-336"0,3 0-12 0,2 2-15 0,1 6 22 15,0 0-23-15,0 5 22 0,-1-1-7 0,0 3-12 0,2-1-34 16,-1 2-13-16,2 0-6 0,3 2-96 0,0 3-51 0,1-3-43 0,-1 5-246 15,-3-3 291-15</inkml:trace>
  <inkml:trace contextRef="#ctx0" brushRef="#br1" timeOffset="84695.15">24263 16012 1614 0,'-3'-5'-280'0,"4"2"375"0,5 6-298 0,4 5 13 0,4 4-14 0,4 5 32 16,4 5-42-16,-2 1 19 0</inkml:trace>
  <inkml:trace contextRef="#ctx0" brushRef="#br1" timeOffset="84829.41">24382 16483 1629 0,'-24'-32'359'0,"-4"3"-363"0,16 15-29 16,3 3-94-16,3 6 16 0,4 1-120 0,4 3-67 0,3 1-48 0</inkml:trace>
  <inkml:trace contextRef="#ctx0" brushRef="#br0" timeOffset="89321.98">20099 17121 256 0,'2'-3'21'0,"-2"-1"291"0,-2 2-142 0,2-1 1 0,0 1-169 0,0-1-2 0,2 1 0 0,-2 0 4 0,0 1 0 0,0-2 1 0,1 0-21 0,-1 1 21 16,1-1-19-16,-1 0 25 0,0 0-2 0,0 0-6 0,0-3-16 16,0 4 14-16,0-3-9 0,1 1 27 0,0 0-3 0,2 0-14 0,2-1-23 15,-1 1 36-15,3-1-27 16,-1 3 58-16,1-2-8 0,-1 0-10 0,-2 1-14 0,-1-2-3 16,0 1 1-16,4 1-1 0,4-3-3 0,2 3-4 0,0-3-4 0,2 3 6 0,-1-3-5 0,0 0 6 15,-2 1-5-15,-2-1-2 0,0-1 5 0,0 1-5 0,1-1 7 16,-2 1 4-16,-2 0 4 0,1 0 0 0,0-1-12 0,1 0 20 0,-1 1-19 15,0 0 24-15,0-2-3 0,1 1-2 0,-1 1-3 0,1-2 4 16,1-1-2-16,0 2-1 0,1-2-4 0,1 1-10 0,2-1-10 16,-1 0 13-16,2 0-12 0,0 0 11 0,0-1-3 15,3 2-5-15,2-2-11 0,3-1 9 0,-2 0-6 16,2-5 21-16,-2 0 1 0,-6 0-11 0,0-1-18 0,2-2 29 16,2 1-25-16,5 0 29 0,-2 1-4 0,1-1-13 0,-2 0-7 0,-1 1 8 0,1-3-5 15,-4 2 13-15,0 2-4 0,-1 2-8 0,1-2-3 0,0 1 9 0,-2 0-5 0,2-1 9 16,0 2-3-16,0 1-6 15,3-2 7-15,0 2 9 0,-1-1-3 0,3 1 19 0,-2-1-5 16,0 1-8-16,-1 1-24 0,-2-1 18 0,-6 3-16 0,2-1 22 0,-2 0-6 0,2-1-11 16,8-3 5-16,-1-2 0 0,-1-1 5 0,1 0 3 0,-1 1 2 0,0-1-3 15,0-4-20-15,2 0 25 0,0 0-22 0,0-1 27 0,2 2-2 0,-1-1-12 0,2-3-13 16,2 0 13-16,0 0-10 0,3-1 11 0,1-3 1 0,-2 0-13 16,0-3-2-16,-8 0 9 0,-2 1-7 0,1 1 5 0,-1 1-5 15,6 1-5-15,1 0-11 0,-3 2 17 0,-2 2-10 16,-1 0 30-16,-2 3-7 0,0 0-11 0,0-1-17 0,0 3 15 0,-3-2-10 15,1-1 22-15,-1 3-3 16,0-3-8-16,1-2-12 0,0 1 11 0,0-3-9 0,3 2 17 16,1 1 3-16,2-4-7 0,5 0-11 0,1-2 12 0,0-2-12 0,-6 2 14 0,1 0-7 0,3 3-3 0,3 0-8 15,5 2 13-15,-1 1-5 0,-4 0 14 0,-5 0 0 0,0 5-11 0,0-4-19 16,0 0 21-16,-3 3-18 0,-1 0 30 0,-2 2-7 0,-1 5-9 16,1 1-3-16,-2-2-2 0,1 2 5 0,-4-2 14 0,0 1-3 15,-2 1-1-15,0 2-13 16,-1 0 4-16,-1 0-4 0,-2 1 11 0,0 3-4 0,-1-1-4 0,-2 2-19 0,-1 0 22 0,0 1-15 0,1 2 22 15,-2 1-11-15,-1-1-21 0,0 1-55 0,1 0 13 0,-1 1-22 16,2 0 2-16,0 3 0 0,2 1-9 0,-2 2-50 16,0 1-34-16,0 2-2 0,-2 1 28 0</inkml:trace>
  <inkml:trace contextRef="#ctx0" brushRef="#br1" timeOffset="92724.12">21836 17315 544 0,'-8'-5'151'0,"1"0"217"0,1 3-316 0,2-1-75 0,0 0-6 0,2 2-9 0,1 1 17 0,1-1 7 0,0 0 1 0,0-1 14 0,1-1-14 0,1-3 10 0,1 3-5 16,0-3 0-16,0 3-2 0,1-1 9 0,-1-3-1 0,2 1 14 15,-2 0 4-15,2 2-10 0,-1-1-6 0,0 2 29 0,1 0-22 16,-1 1 38-16,1 1-6 0,-2-1-10 0,3 1-2 0,-2-2 1 15,2 1 0-15,0-1 8 0,0 2-4 0,2-1-3 0,2-2-21 0,2 1 9 16,0-2-10-16,0 1 20 0,2-2-6 16,-1 1-2-16,3-3-6 0,2 2 13 0,1-3-5 0,2 2 25 0,2 0-4 0,-1-2-11 0,2 1-23 15,-6-1 23-15,1 0-21 0,3-1 20 16,3-2-7-16,8 1-14 0,0-3-11 0,-1 0 9 0,-1 1-7 16,3-1 17-16,-2 3-6 0,4 0-9 0,6-1-19 0,3 1 19 0,1 1-15 15,-5-1 25-15,1 0 1 0,-3-2-8 0,2 0-10 0,4-2 6 16,-4 1-6-16,0-2 9 0,-3-2 0 0,1 1-6 0,6-1-7 15,3-2 14-15,0 5-9 0,-6-3 14 0,-1 1-1 0,-2 1-7 0,2-6 4 16,3 2 8-16,-2 0-2 0,0 0 14 0,0 2-1 0,3 0-4 0,9-1-13 16,-4-2 9-16,-1 1-11 0,0-1 8 0,-4 3 0 0,-2 2-4 0,7-1-20 15,-5 1 20-15,1-2-16 0,4 0 35 0,0 1-4 0,3-1-9 16,-1-2-9-16,-1-1 9 0,-1 1-9 0,-2 0 11 0,1 0-4 16,-2 5-4-16,3-5-6 0,2 5 4 0,3 0-3 0,1-3 1 0,-7 2 2 15,-1 0-8-15,1 0-8 0,-6 4 13 0,3-5-12 0,-4 4 15 16,-4-1 1-16,-3 1-4 0,2-1-17 0,-4 3 18 0,0 0-16 15,0 0 20-15,-4 3 0 0,-2-1-10 0,-10 0-10 0,-4 2 13 16,-1-2-11-16,-1 2 17 0,3 2-2 0,1 0-7 0,1 1-12 0,-4-1 15 16,-2 2-10-16,-1 2 12 0,-3-1-5 0,-1 2-11 0,1 0-95 15,3 1-23-15,0 1-31 0,1 6-301 16,4 4 286-16,-1 2-65 0</inkml:trace>
  <inkml:trace contextRef="#ctx0" brushRef="#br1" timeOffset="97787.06">2373 3770 217 0,'-4'-9'319'0,"2"7"-184"0,1-2 197 0,1 3-264 0,0 1-65 0,2 1-16 0,1-1 21 0,0 1-3 0,1 1-6 0,2-1 13 0,2 0 11 0,1 0 3 0,1-1 32 0,2 0-2 0,3 0-7 15,3 0-32-15,4-1 31 0,4-1-30 0,3-1 28 16,4 1-14-16,4 0-16 0,5 0-6 0,4-2 3 0,1 0-1 0,4-2 2 16,2-2 2-16,2-2-7 0,9-1-15 0,5 1 23 0,8 1-20 15,2-1 28-15,-6 2-10 0,0-1-12 0,4 0 2 0,6 3 8 0,9 2 1 16,2-2 23-16,-7 2-1 0,-1-5-6 0,7 1 3 0,8-1 11 16,2 2-7-16,0-2 10 0,-5 0-1 0,1 1-5 0,13-1-7 15,1 3 0-15,0-1 2 0,1 0 2 16,-1 0-1-16,2 1-16 0,6 1-17 0,1-2 17 0,2 2-15 0,0-3 19 15,-4 3-2-15,0 0-11 0,5-1-23 0,0 1 20 0,-1 0-19 0,0-2 24 0,-8 1-1 16,2 1-12-16,4-2-1 0,0 2 5 0,0-1-5 0,-1 2 5 16,-4 1 1-16,-2-1-2 0,5 3-13 0,2 0 14 0,-3 1-12 0,-2 0 15 15,-7 0 2-15,2 1-7 16,1 2-19-16,-6 1 22 0,-7-1-19 0,-7 0 27 0,-3 2-2 16,-2-1-11-16,-9 2-11 0,-5-1 15 0,-6 1-12 0,-5-1 19 0,-2-1-5 0,-4 2-8 15,-1-1-4-15,-3 1 5 0,-6 2-4 0,-10-3-15 0,-8 2-11 16,-4 0-19-16,-2 1-44 0,2 0-10 0,-5-2-9 0,-3 3-89 15,-7-1-55-15,-7-1-47 0</inkml:trace>
  <inkml:trace contextRef="#ctx0" brushRef="#br1" timeOffset="98232.54">2648 3915 1305 0,'12'0'27'0,"-2"0"-120"0,7 1 105 0,6 2-2 0,5 2-9 0,8-2-9 0,9-2 9 0,3-1-5 0,9-4 36 0,6-4 8 0,8-2 1 0,11-1-9 0,1-3 16 0,3 2-17 0,1-1 12 16,4 0-4-16,11 2-3 0,5-2 1 0,3 2 0 0,2-2 2 0,5 0 7 15,1 1-8-15,0 0-2 0,139-13 21 16,-264 24-5-16,281-25-53 0,-144 15 22 0,-1-1 0 0,7 1-16 16,2 1 18-16,3-1-13 0,-5 5 22 0,-5 1-1 0,0-2-15 15,6 1-4 1,-3-4 17-16,0 1-14 0,-2-1 19 0,-8 1-2 0,-1 1-6 0,7 2-26 15,0-1 25-15,-4 1-23 0,-1 3 20 0,-9 1 0 0,-3 0-17 16,2 1-8-16,-5 2 14 0,-4 2-13 0,-7 1 14 0,-11 1-3 16,-1 1-7-16,2 2-17 0,-6 1 20 0,-10 1-15 0,-5 3 24 15,-8-3-2-15,1 2-13 0,6-3-11 0,4 1 12 0,0-2-18 0,-4 1-62 16,-1 0-24-16,-2-2-45 0,6 0-183 0,4 2-164 0,-2 2-18 16</inkml:trace>
  <inkml:trace contextRef="#ctx0" brushRef="#br1" timeOffset="98832.13">11918 3781 644 0,'-10'-3'88'0,"4"1"220"16,5 2-321-16,1 3 7 0,3 1-10 0,4 3 17 0,3 0 3 0,4 2 2 0,5-1-6 0,3 1 24 0,6-1-14 0,7-2 44 0,4 0-7 0,5 0-13 0,3-3-10 0,0 0 24 15,6-2-16-15,1-1 30 0,8-2-3 0,7 0-12 0,13-1-9 16,6 0 0-16,2-1-3 0,3-1 7 0,-2 1-7 0,10-2 2 0,11 2-19 16,4-2 8-16,4 2-8 0,8-1 13 0,-3-2-2 0,7 1-2 15,14 1-5-15,0-2-1 0,7 1 1 0,10-1 10 0,-5 2-7 16,5 0-2-16,19 1-22 0,-3 1 17 0,7-1-12 15,8 2 19-15,-9-1-9 0,11 3-15 0,6 0-2 0,0 0 7 16,7 0-4-16,-3 1 7 0,0 1 1 0,-4 1-9 0,12 0-10 0,-4-1 20 0,-7 2-18 16,6 1 20-16,-20-1-4 0,2 0-11 0,7 2 6 0,-8-3-3 15,5 3 4-15,-7-3-3 0,-14 0 0 16,4 3 1-16,-5-5 13 0,1 1 3 0,4 2 4 0,-10-4 3 0,-4 2-1 16,2-2-2-16,-3 0-13 0,-1 0 10 0,2-2-9 0,-8 0 17 0,-8-1-8 0,-3 1-4 15,-2-1-10-15,-5-1 4 0,-6 2-5 0,-3-1 2 0,-11-1-2 16,-8 0-4-16,-1 2-4 0,-11-3-1 0,-5 2 5 15,-4-1 11-15,-12 3-2 0,-9 0-10 0,-3-1-12 0,-12 2 12 0,-4 0-8 16,-5 0 22-16,-10 3-5 0,-8 2-10 0,-3 0-16 0,-6 3-30 0,-5 1 9 16,-3 2-90-16,-4 4-13 0,-5 2-5 0,-6 10-166 0,-10 7-188 15,-7 4-2-15</inkml:trace>
  <inkml:trace contextRef="#ctx0" brushRef="#br1" timeOffset="117664.99">9554 10609 340 0,'54'-7'52'0,"-2"0"64"0,0 2-89 0,2 1-3 0,-1 3-9 0,2-3 47 0,2 2-4 0,-2 0-7 0,5 0-1 0,-2-2 32 16,1 2-20-16,-2-2 27 0,1-1-17 15,1-1-24-15,5 3-19 0,3-3 13 0,-2 4-9 0,1 1 21 0,-3 1-7 16,-2 0-11-16,5 0-15 0,2 0 16 0,1 0-15 0,3 1 18 0,-3 1-8 0,-2 2-8 15,4-1-27-15,2 1 17 0,2 0-14 16,2-1 29-16,1 3-3 0,-2-3-16 0,4 2-10 0,2-1 11 16,2-1-11-16,-1-1 6 0,3-2-2 0,-2 2-3 0,3 0-6 15,2-2 8-15,1 0-4 0,1 0 12 0,0 2-1 0,-1-2-6 0,2 0-17 0,0 0 15 0,-1-2-12 16,2 1 22-16,-3 1-4 0,0 0-8 0,4-3-4 0,3 2 1 16,1-1 0-16,1-1 13 0,-3 0 1 0,-1 1-3 0,8-3-32 15,1 2 33-15,2-2-28 0,2 3 41 16,-4-4-6-16,1 3-17 0,7-3-16 0,1 1 16 0,0-2-12 0,2 0 28 0,-6 1 1 0,-1-1-9 15,8 0-24-15,-2 0 6 0,444-14 52 16,-445 18-26-16,-1-1-8 0,1 2 15 16,-7 0-1-16,-3 1-13 0,7-1-17 0,-3 2 26 0,1-2-20 0,1 0 36 15,-7 0-10-15,0 2-18 0,5-1-1 0,-4-1 15 0,1-1-8 16,1 3 9-16,-7 1 2 0,-3 1-12 0,5-2-3 0,-5-3 14 16,0 0-11-16,1 1 14 0,-8-1-2 0,1 1-6 0,1-1-2 0,-4-1 4 15,-1 2-2-15,-1 1 4 0,-9 1-2 0,1-2-3 0,3 1-23 16,-6-2 21-16,-1 3-17 0,-4 0 28 0,-5 0-9 0,-3 2-13 0,-2-2 0 15,-3 0 6-15,-4 0-1 0,-3 0 9 0,-4 1-6 0,-6 0-7 16,0 1-12 0,-4 0 15-16,-4 1-12 0,-4-1 18 0,-5-1 1 0,-3 2-8 0,-2 0-14 0,-5-1 8 0,-3-1-10 0,-5-1 19 15,-1 2-2-15,-1-2-2 0,-1 0-9 0,0 0 5 0,0 0-5 0,0 0 3 16,0 0-6-16,0 0-6 0,-1 1-23 0,-4 0 10 0,-5 2-8 16,-6-2 15-16,-7 0-12 0,-5 1-14 0,-5 3-26 0,-5 2-2 15,1 1-2-15,-1 4-16 0,-1 1-18 0,-1-1-16 0,-4 2-9 0,-2 0-55 16,7 1 31-16,0-3-161 0,3 2 180 0,-4 4 1 0</inkml:trace>
  <inkml:trace contextRef="#ctx0" brushRef="#br1" timeOffset="137766.17">14680 12267 521 0,'-1'-1'59'0,"-1"-3"150"0,1 0-227 0,2 4 24 0,8-1-17 0,1 1 37 0,2 0 2 0,4 0-8 0,3 0 23 0,2 0 6 0,2 0 3 16,-1 0 15-16,0-1-16 0,2 1-11 0,3-1-21 0,2 1 8 0,5-2-10 16,2 1-4-16,2 1 1 0,5-1-4 0,2-1-16 0,0 2 22 15,-3 0-16-15,1 0 30 0,0 0-5 0,-1 0-21 0,7 0-4 16,0 0 10-16,1 0-10 0,2 2 2 0,1-1-4 0,-2 2-6 0,-5-2 8 16,1 1 4-1,-3-2 4-15,1 2 3 0,3-1-1 0,0-1-10 0,5 1-3 0,4-1 19 0,3 2-13 0,-1-2 25 0,-4 0-5 16,-2 0-2-16,3 0-13 15,5-2 17-15,3 2-12 0,3 0 26 0,4 0-6 0,-6 2-15 0,7-1-26 0,-2 0 25 0,0 0-20 0,8-1 34 16,-2 3-7-16,81 2-13 0,-150-4 7 0,136 4-19 16,-70-1 14-16,2 0-5 0,4 0 1 0,-1-1-26 0,-3 0 29 15,-5 1-21-15,-4-2 39 0,-2 0-12 0,7 1-19 0,5-1-11 16,-1 1-2-16,-4 1 23 0,-2-1 23 0,-8-1 0 0,3 0-27 16,7 1-17-16,5-2 17 0,0 0-13 0,-2 1 26 15,-4-2 1-15,-3 0-9 0,7 0-27 0,6 0 28 0,3 0-24 0,-3 0 37 16,-4-2-1-16,-2 2-16 0,1-2-12 0,7 1 16 0,3-2-16 15,0 0 16-15,-6 2 2 0,-5-1-4 0,1-2-9 0,1 2 1 0,7 1-1 16,-1 0 11-16,-5 0-5 16,-4-1-2-16,-3 2-7 0,2-1 8 0,5 1-5 0,1-1 8 0,-4 1 6 0,-2 0-4 0,1 0-25 0,-1-1 30 15,3 1-25-15,7 0 41 0,-2 0-5 0,0-2-18 0,2 2-6 16,-2-2 13 0,0 0-11-16,10 1 12 0,-2 0-5 0,1 0-8 0,4 1-14 15,-2-3 19-15,3 2-13 0,4-2 16 0,-4 2 3 0,-1 0-14 0,0-1-3 0,1 1 8 0,2 0-8 0,-5-1 4 0,0 1 3 16,-6 0 1-16,2 0-20 15,8-2 22-15,-5 1-18 0,-1-1 20 0,-6 0 4 0,-7-2-16 0,5 1-14 16,7-1 26-16,-3 1-21 0,-1-2 35 0,-6 1-13 0,-6-1-13 16,2-1-14-16,2 2 23 0,3-1-12 0,-3 1 28 0,-5-1 1 15,-3 1-17-15,1 0-6 0,1-1 22 0,4 1-17 0,3-1 24 0,-4 4-6 16,0-3-11-16,0 1-15 0,-3-1 19 0,0 2-15 0,6-2 31 0,-1 3-10 16,-1-1-11-16,2-1-5 0,-5 0-4 0,0 1 5 0,-1-3 4 15,-1 4-4-15,2-1-1 0,2-1-12 0,-6 3 15 0,-4-3-11 0,-6 0 24 16,-4 2-2-16,1-2-9 15,1 3-21-15,4 0 19 0,-4-1-15 0,-8 1 32 0,-2-2-5 16,-5 2-11-16,3-1-16 0,2-1 12 0,-3 0-11 0,0 1 17 16,-3 1-4-16,3 1-5 0,6 0-10 0,0-2 7 0,3 2-4 0,-6 0 14 15,-4-1-3-15,1 0-7 0,2-1-11 0,3 1 12 0,-1 1-6 16,-1 1 17-16,2 2-1 0,1 0-10 0,3-1-4 0,-3 1 4 16,-6-1-4-16,-2 0 5 0,-4-1 3 0,0 1-2 0,3 0-20 15,-4-1 21-15,-1 2-18 0,-3-3 32 0,1 2-5 0,0 1-12 0,2-2-5 16,3 1 4-16,-1 0-2 0,-1-1 13 0,-10-1-5 0,0 1-5 15,4-1-13-15,2 0 22 0,6 0-16 0,-1 0 22 0,-3 0-1 16,2 0-15-16,1 3-10 0,5-1 16 0,2 1-13 0,4 1 19 0,2 0-1 16,-9 1-7-16,6-1-10 0,-3 1 6 0,-2 0-5 0,5 1 16 15,-4-2-7-15,-4 3-3 0,3-1-10 0,-1-1 9 0,3 1-6 16,1 0 16-16,-5-3-1 0,-4 1-8 0,-7 0-13 0,-4-3 14 16,1 2-12-16,-1-2 24 0,4-1-4 0,-5 0-6 0,-1 0-15 0,-3-1 11 15,-1 0-9-15,-1-1 23 0,-2 1 2 0,2-1-7 0,0-1-23 16,-2 0 20-16,-2 2-20 0,1-3 29 0,-1 2 0 0,-1 0-9 0,2 0-19 15,-1-1 25-15,1-1-20 0,0 3 30 0,1-3-3 0,0 2-15 16,0-1-14-16,0 1 24 0,-2-1-17 0,-1 1 26 0,-2 2-2 16,-2-3-17-16,-1 2-17 0,0-1 22 0,-6 1-17 0,0 0 28 15,-1 1-2-15,2 0-16 0,4-1-13 0,1 1 15 0,1 0-13 16,0 0 17-16,0 1-3 0,1 0-5 0,0 2-18 0,1-1 18 16,0 1-13-16,-1 1 16 0,0 0-15 0,0 2-20 0,-1 0-51 0,3 2 5 15,-1 1-16-15,0 0-48 0,0 2-39 0,-1 1-38 0,0 0-393 16,1-2 390-16</inkml:trace>
  <inkml:trace contextRef="#ctx0" brushRef="#br1" timeOffset="140030.56">13451 13571 340 0,'-23'-5'55'0,"5"2"65"0,1-1-108 0,4 2 20 0,2 2-32 0,2 0 54 0,2-2-5 0,2 2-19 0,2-1-9 0,1 0 20 0,1 1-15 0,-1-2 24 0,2 2-13 0,0 0-22 0,0 0-17 0,2 0 10 16,0-1-11-16,2 0 10 0,2 0-1 0,1 1-3 0,3-2-17 15,1 0 18-15,1 1-11 0,3-2 29 0,0 0 1 0,1 3-13 0,2-2-20 16,3 1 35-16,0-1-30 0,3 1 40 0,0 0-1 0,3-1-12 0,5 2 1 16,-2 0 11-16,1-2-5 0,-5 1 15 0,-2-1-2 15,4 0-12-15,2 0-10 16,7 1 14-16,0-3-16 0,3 1 6 0,-1 0-4 0,5-1-4 0,7 2-13 16,4-1 17-16,2-1-10 0,-4 2 33 0,-1-1-8 0,-3-2-13 0,7 2-14 0,3-2 21 0,3 3-19 15,4 0 21-15,-2 0-10 0,-2-1-10 0,2 1 1 0,-2-1-4 16,-2 1 7-16,8-2 4 0,-4 4-3 0,4 0-3 0,4 0-18 0,-4-2 21 15,0 2-16-15,-4-2 26 0,1-2-9 0,5 1-18 0,5 2-11 16,1 0 13-16,-2-3-6 0,-1 0 34 0,-4-1-13 0,3 0-7 0,7 0-23 16,2 1 17-16,-4-1-11 15,0 0 27-15,-6 0 2 0,-2 0-9 0,10-1-15 16,0 4 8-16,0-2-10 0,-2 1 9 0,-6 3 10 0,-4 0-4 0,4 0 6 16,4 4 24-16,1 1-15 0,-1 2 37 0,-5 1-13 0,-4-2-16 0,-2 2 12 15,0 1 0-15,3 1 3 0,2 0-8 0,-3 2 2 0,-1-3-4 0,-6-2-15 0,-6 0 9 0,-4 0-13 16,-1 0 3-1,-1-2 0-15,-3 1-4 0,5 1-18 0,-2-2 22 0,0 0-19 0,-4-3 28 0,-12 2-6 0,-2-1-12 0,1-2-2 16,-2-1 5-16,3 0-3 0,-2-1 9 16,-4-2-2-16,-3 1-2 0,1 0-19 15,-3 0 8-15,1-1-9 0,2 1 12 0,-3 0-2 0,-1 1-4 0,-2-1-12 16,-5-2 10-16,0 1-8 0,-5-1 17 0,0 2-3 0,-2-1-7 16,-1-1-31-16,0 1 12 0,-2 0-19 0,-1-1-8 0,-1 0-6 15,-1-2-14-15,0 0-40 0,-3-1 4 0,-1-1-12 0,-1 1-17 0,0 0-21 0,0 1-18 16,-1 0-124-16,-1 3-81 0,-2 0-11 0</inkml:trace>
  <inkml:trace contextRef="#ctx0" brushRef="#br1" timeOffset="142674.12">22637 13612 687 0,'0'-4'79'0,"1"0"271"0,4 3-368 0,3 1 9 0,3 0-8 0,5 1 21 0,2 2 4 0,0 0-2 16,3-1-7-16,0 1 18 0,1 1-16 0,2-1 22 0,0 2-3 16,3-2-8-16,2 3 7 0,4-2 0 0,4 3 2 0,4 1 4 0,4-1 3 15,-1-1-2-15,-2 0-5 0,0 1 15 0,2-1-14 0,1 1 7 16,4-1-5-16,2-1-9 0,7 2-15 16,6 1 21-16,5-1-16 0,-3-1 19 0,-1 1-2 0,-1-1-15 15,7 0-19-15,6 0 26 0,6 3-23 0,3-3 33 0,-2 2-8 16,-1-1-14-16,2 1-2 0,6 1 0 0,5 1 3 0,-2 2 10 0,-2-1-3 0,-3-1-4 0,5 3-7 15,4-4 13-15,0 0-10 0,-2 1 16 16,-3-1-2-16,0 4-6 0,9-1-2 0,-1 2 17 0,0-3-9 0,-2 0 28 16,-4-2-6-16,4-2-15 0,5 2-3 0,0-2 8 0,-2-2-5 0,0 1 9 15,0-1-10-15,2 0-7 0,3 0-15 16,0 1 15-16,3-3-10 0,2 3 17 0,-3-3-4 0,0 1-14 0,1-1-17 0,4 1 21 0,0-1-17 0,0-1 27 16,-10-1-8-16,2 0-9 0,3-1-2 0,-2 0 2 15,0 0-1-15,-8-1 8 0,-1-2-3 0,-1 2-5 0,4-1-8 0,-1-3 11 16,-8-1-9-16,2 1 14 0,-7-1 3 0,0 1-5 0,2-3-21 15,-7-2 19-15,-3 0-16 0,-1-1 38 0,-5 0-8 0,-2 1-10 16,-1-6-11-16,-5-2 9 0,-6-1-5 0,-4 0 16 0,-6-2 0 16,-2 3-12-16,6-2-23 0,-1-3 31 0,-3-1-26 0,-7-3 34 0,-7 0-4 15,-1 0-17-15,1-2-11 0,1-1 20 0,-7 2-15 0,-3-2 33 0,-6 4 0 16,-1-1-9-16,-2-4-17 0,-2-4 10 0,-4 0-11 0,-2-3 5 16,-4 4 3-16,1-2-7 15,-1-1-3-15,-4-1 8 0,-1 0-7 0,-3 0 5 0,-1 3 1 16,-2 0-3-16,0 1-17 0,-4 1 16 0,-3-5-13 0,-1-2 25 0,-2 1-3 15,-2 1-8-15,-2 0-10 0,-6 1 8 0,-3 1-6 0,-6-4 16 16,-1 3 0-16,-5 1-8 0,0-1-17 0,-6 2 19 0,-4 2-16 0,0-4 19 0,-2 0 3 0,-2-3-10 0,-8 2-8 16,-4 1 14-16,-4-2-14 15,-4 2 16-15,3 1-3 0,-1 2-5 0,-7 0-7 0,-1 4-1 0,-5 1 6 16,-3 1 5-16,2 1 3 0,4 1-5 0,-5-1-16 0,-2-2 19 16,-5 0-15-16,-1 2 26 0,5 2-5 0,-101-23-33 0,195 47 49 0,-216-46-56 15,107 26 46-15,0 2-2 0,0 1-14 0,-8 0-3 0,-4 0 5 16,-1 3-5-16,-1 1 3 0,2 1 0 0,-1 1-3 0,-7 1 1 15,-1 1 3-15,0-1-1 16,-1 1 8-16,4 1-2 0,-130-10-10 0,-5 1-2 16,129 10 8-16,5 1-1 0,1-2 3 0,-5 2-11 15,-2 2 9-15,3 1-7 0,0 0 16 0,6 2-11 0,0 1-5 16,-7-2-8-16,0 3 11 0,1 0-11 0,0 0 29 0,5 3-1 0,0-1-13 16,-5 2-18-16,-2 2 23 0,1 1-20 0,-2 2 27 0,4 1-3 15,-2 2-12-15,-4 2-15 0,-2 1 1 0,-1 2 15 0,4 1 12 16,4 1 4-16,0 2-19 0,-2 5-2 0,-1 2 5 0,3 2-2 0,5 0 8 15,6 0-6-15,5 2 0 0,-1 1-11 0,7-1 7 0,5 1-5 16,8 1 21-16,6-2 1 0,4 1-9 0,5 2-7 0,7 0 0 16,7 3 0-16,5 1 3 0,9 1 0 0,4 0-2 0,5 1-8 0,6 0 12 15,2-4-9-15,2 0 7 0,4 0 1 0,5-1-2 0,3 5-16 16,4-2 17-16,4 8-13 0,1-1 26 0,2 0-2 0,2 1-11 0,2 2-13 16,2-3 15-16,2 1-11 0,0 1 19 0,3-7-4 0,2 2-8 15,1 1-15-15,4 0 22 0,4 2-15 0,2 2 17 0,1-5 3 16,5 0-14-16,3 0-14 0,6-1 28 0,2-1-24 0,-1-2 29 15,-5-3-2-15,2-2-11 0,5 2-6 0,3 1 14 0,7-2-12 16,1 1 21-16,2-6-1 0,4 1-6 0,9-2-12 0,4 0 12 0,0-1-10 16,1-5 25-16,-5-1-3 0,2-3-6 0,7 3-19 0,4 1 18 15,5 0-17-15,-1-3 16 0,-2-1-1 0,-3-3-10 0,2 0-8 16,6 0 8-16,4 0-5 0,2 2 16 0,-3-1-3 16,-3 0-7-16,0-1-10 0,8 0 8 0,4-1-6 0,2-1 12 0,1-2-1 15,-4 0-4-15,10 0-3 0,4-1 2 0,2 2-2 0,3-3 4 16,-7-1-3-16,6 2-2 0,8-2-10 0,1 0 13 0,1 0-9 0,0 0 21 15,-1-1-6-15,1 1-9 0,6 0-15 0,-1 0 11 0,1-5-8 16,0-1 23-16,-8 1-1 0,117 1-30 0,-235-3 47 0,236 0-59 16,-122-2 52-16,-7 0-4 0,101-9-23 0,-200 9 6 15,173-12-8-15,-92 4 15 0,-6 1-3 0,-3-4-4 0,-2-3-3 0,-7 0 3 16,-6-4-3-16,-3 3 9 0,-6-2-2 0,-1 1-2 0,-2 0-6 16,-3-2 6-16,-13 4-3 0,-6 2 11 0,-5-3-6 0,-4 1-8 0,3 3-9 15,-5-1 0-15,-4 1-3 0,-4 1-14 0,-4 1-12 0,-1-2-12 16,-3 0-80-16,1 1-22 0,-3-1-22 0,-1 1-271 0,0 2 278 15,-1 1-64-15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8:46:01.93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25903 714 696 0,'-9'2'260'0,"1"-2"343"0,-1 1-421 0,1 2-70 0,1 3-41 0,1 3-7 0,1 3-13 0,1 0-26 0,0 5-1 0,2 2 5 0,-1 3-6 16,-1 1 16-16,0-1-3 0,2-2-5 0,-3-1-14 0,3 4 26 0,0 0-26 16,-2 8 45-16,2 3-3 0,0 1-15 0,-1 11-16 15,1 3 20-15,-1 5-26 0,-2 6 20 0,0-7-8 0,-2-2-14 0,-3 4-17 16,0-3 20-16,0 1-20 0,-2 9 32 0,2-1-9 15,0 1-15-15,-2 8-20 0,2-10 17 0,1-1-17 0,-1 3 32 16,2-7-3-16,0 3-11 0,0 5-14 0,1-6 11 0,0 1-12 16,-1 1 20-16,0-9-3 0,0 1-5 0,1 1-7 0,-1 2 3 0,0 0-2 15,-1 2 3-15,1-4 2 0,3-3-2 0,-1 4-13 0,1-3 16 16,-2 1-13-16,-3-1 18 0,-2-5-1 0,1 2-9 16,1 1-10-16,3-1 12 0,0-1-10 15,0-1 17-15,3-3-1 0,-1-4-6 0,2 5-9 0,2-5 7 0,-2-1-7 0,2-1 12 0,1-3-2 0,1-1-3 31,4 4-6-31,-1-2 4 0,2 0-4 0,1-1 11 0,1-4-1 0,-1 0-2 0,5 0-3 16,0 1-2-16,1 1 0 0,1-4 1 0,-6-1 1 0,1-1 2 0,2-4-18 16,2 1 11-16,10-3-11 0,4-1 20 0,3-4-1 0,3-1-3 0,0-1-7 0,7-5 10 0,5-1-5 15,6-3 17-15,7-1-2 0,2-2-7 0,2-2-19 16,4-1 20-16,5-4-16 0,6-2 36 0,8-2-7 0,3-1-11 0,6-3-11 0,0 2 13 16,5-1-9-16,5 2 25 15,1 1-5-15,1 1-11 0,4-1 6 0,2 1 4 0,3 0 0 0,1 0 0 16,-6 2-4-16,-2 0-8 0,5 2-9 0,-2 0 5 0,-1-1-5 0,-4 3 5 15,-7-1 1-15,2 3-5 0,0-1-13 0,-3 0 15 0,-5 1-12 16,-2 1 22-16,-5-2-3 0,-1 1-9 0,0 2-10 0,-9-2 6 0,-4 0-7 0,-5 0-5 16,-4-1-5-16,-3 0-10 0,-2 0-21 0,-3 1-10 15,-8-2-1-15,-10 0-59 0,-6-1-23 16,-5 0-23-16,-3-3-245 0,6 1-176 0,-3 7-30 16</inkml:trace>
  <inkml:trace contextRef="#ctx0" brushRef="#br0" timeOffset="1420.6">23624 1328 804 0,'-2'-8'162'0,"0"-1"267"0,1 1-360 0,1-1 29 0,2 2-35 0,1-1 15 0,3 4-22 0,-2-1-27 0,2 3-25 0,-1-1 12 0,-2 3-14 16,0 0 29-16,1 1-4 0,-2 1-8 0,0 1 13 0,0 3 17 15,1-1-12-15,-3 2 20 0,1 2-3 0,0 0-15 0,-1 3-19 16,1-1 27-16,-1 0-31 0,1 1 36 0,0 1-15 0,0 0-19 0,1 2-12 0,0-2 18 0,0 1-15 16,0 3 26-16,1-2-11 0,-1 3-14 0,2 3-3 15,0-2 1-15,-1 0-1 0,0 0 6 16,1 0-4-16,-2 1-4 0,1 1-8 0,0-1 11 0,0-5-9 15,-1-1 20-15,0-5-6 16,2-1-8-16,-2 1-17 0,0-2 16 0,1 0-11 0,-2-1 24 0,1-2-4 16,-1 0-12-16,0-2-6 0,0 0 11 0,0-1-8 0,-1 0 16 15,0-1-1-15,0-1-7 0,2 0-4 0,-2-1 12 0,1 0-8 16,-1-5 13-16,0-2-7 0,0-3-12 0,1-2-3 0,1-3 6 0,0 0-3 16,1-2 10-16,0 1-6 0,1 0-4 0,2-1-5 0,1 1 3 15,-1 0-1-15,3 2 5 0,-1 0 0 0,2 3-1 0,-1 1-6 16,0 3 4-16,0 0-3 0,-2 2 9 0,-1 3-1 0,-2 1-4 0,0 0-8 15,-2 2 10-15,0 1-7 0,0 0 11 0,2 1-3 0,-1 2-6 16,2 0-9-16,-1 3 11 0,3-1-8 0,0 4 19 0,-1 0-4 16,3 1-3-16,0 1-12 0,0 2 8 0,1-1-7 0,0-1 16 15,1 1 3-15,0 0-6 0,1 3-29 0,-1-1 26 0,1 1-23 0,-1-3 41 16,-3-3-5-16,1-1-13 0,1-1-32 0,-1 1 8 0,-1-2-15 16,-2 0-1-16,0-2-9 0,0 1-13 0,-1-2-79 0,1 2 28 15,-3-2-34-15,-3-1 4 0,-1-2-40 0,-1 0-51 0,2-2-198 0,5-2 260 16</inkml:trace>
  <inkml:trace contextRef="#ctx0" brushRef="#br0" timeOffset="1935.1">24190 1140 1399 0,'-3'0'309'0,"3"0"-251"0,0 0 54 0,0 2-93 0,0 2 21 0,2 2-42 0,3 3 38 0,0 3-4 0,2 1-12 0,2 3-7 0,0 1 28 0,0 0-24 0,1 0 41 0,-2 1-8 16,1-1-21-16,1 1-27 0,-1-3 23 0,1-1-27 0,1 2 34 15,-1-1-11-15,1-2-14 0,-1-2-15 0,0-2 15 0,0-1-12 16,1-1 26-16,-3 0-3 0,0 0-11 0,-1-1-29 0,-3-1 27 16,1-2-26-16,-2 1 47 0,-1-2-8 0,-1 1-14 0,0-3-17 15,-1 0 21-15,0 0-16 0,-2 0 45 0,0 0-10 16,-1-2-15-16,-3-1-8 0,-1-3 4 0,0 0-4 0,-2 0 5 0,-1-1-4 16,0 0-2-16,-2-1-17 0,1 1 16 0,-2 2-12 0,1 0 24 15,1 3-1-15,0-2-10 0,-1 3-22 0,1 1 26 0,0 1-23 16,0 3 28-16,-1-1-2 0,1 3-12 0,-1 3-15 15,-1-2 19-15,1 1-13 0,-1 1 24 0,0 0-1 0,2 1-12 0,0 0-13 16,3 1 18-16,0-2-14 0,1 1 23 0,2 0-2 0,0 0-10 0,1 2-7 16,2-2 6-16,-1 2-4 0,2-4 14 0,0 1-4 0,1 0-5 0,1 2-11 15,0-2 19-15,2 1-13 0,0-1 31 0,1-1-6 16,1-1-9-16,3 0-20 0,-2-2 14 0,5 2-10 0,0-3 25 0,2 1-3 16,2-2-11-16,-1-1-18 0,2 0 19 0,0-2-17 0,-1 0 16 15,0-2 0-15,0 0-10 0,2-2-8 0,0-4 3 0,0 1-7 0,1-2-13 16,0 0-13-16,-1-1-15 0,-1-3-71 0,-1-1-19 0,-1 0-14 15,1-3-133-15,-3-1-63 0,4-1-55 0</inkml:trace>
  <inkml:trace contextRef="#ctx0" brushRef="#br0" timeOffset="2124.46">24579 1003 1431 0,'-2'9'186'0,"2"-1"305"0,-6 4-329 0,4 2-31 15,-1 4-44-15,5 4-42 0,1 0 13 0,1 1-29 0,3 3 8 16,-6 1-6-16,0 2-13 0,1 1-24 16,-1-2 17-16,5-2-19 0,0-2 27 0,2-3-7 0,0-1-9 0,-1 3-10 15,2-2 6-15,-2 1-8 0,1 2-34 0,2-1-16 0,2 0-16 0,1 3-131 16,1-6-96-16,0 2 36 0,5 1-47 0</inkml:trace>
  <inkml:trace contextRef="#ctx0" brushRef="#br0" timeOffset="4276.18">27030 4492 256 0,'-12'6'11'0,"6"-4"185"0,2-1-45 0,0 2 22 0,0 1-63 0,2-2 1 0,-1 1-17 0,2 0-12 0,-1-1-8 0,1-1-14 0,-1 2-17 15,1-1 29-15,-1 0-34 0,1-1 38 0,1 0-7 0,0 1-16 0,0-2-27 16,0 1 19-16,0 0-26 16,0 2 39-16,0-2-4 0,0 2-11 0,0-2-12 0,0 1 25 0,0 1-28 0,0 0 37 15,0-1-14-15,0 1-15 0,1 0-22 0,-1 1 17 0,0 0-20 16,0 0 26-16,0 1-9 0,0 0-12 0,0 0-15 16,0 4 13-16,0-1-14 0,0 1 22 0,2-1-4 0,-2-3-7 15,1 2-23-15,0-1 17 0,-1 0-15 0,1 6 26 0,-1-1-4 16,0-1-9-16,0 1-19 0,0-3 17 0,1 1-12 15,0 0 30-15,1 0-6 0,-2 2-10 0,2-2-12 16,-1 1 11-16,-1 0-8 0,0 0 18 0,0-1-1 0,1-1-7 0,0 0-15 16,1 1 14-16,0-2-10 0,1 1 21 0,-2-2-5 15,0 2-9-15,0 1-14 0,1 0 20 0,-1 0-14 0,1-1 24 0,-1-1-3 16,1 0-12-16,-1-1-13 0,1 0 17 0,0 1-13 0,0-2 22 0,-2 0-2 16,0-2-12-16,0-1-8 0,1 2 13 0,-1-3-10 15,0-1 18-15,0 2-5 0,0-2-7 0,0 0-1 0,0 0 4 0,-1 0-1 16,1 0 17-16,-2-2-3 0,1 1-4 0,-2-4-31 0,-3 1 19 15,0-4-17-15,-1-1 37 0,-1 1-6 0,1-1-12 0,-1-3-18 16,-1-1 16-16,0 0-12 0,-1 2 27 0,3-2-5 0,0 0-11 16,-1 1-7-16,2-3 7 0,1 0-6 0,0 1 18 0,1-1-4 0,0-2-4 15,1-1-24-15,0 0 18 0,-1 0-14 0,2 2 32 0,1 0-3 16,0 2-9-16,0 0-22 0,-1 0 23 0,2 1-20 0,0-4 28 16,0 3-2-16,3 2-12 0,-1-4-16 0,1 3 18 0,1 3-14 15,-1-1 28-15,0-1-2 0,3 2-9 0,0-2-10 0,0 3 7 16,2 0-7-16,1 1 9 0,0-1-3 0,2 1-4 0,0 1-15 0,0 1 19 15,1 1-12-15,2 1 27 0,-1-1-2 0,2 2-13 0,-3 3-6 16,-3-1 9-16,-2 1-8 0,-2 1 5 0,-1 2 4 0,4 2-4 16,-2-1-19-16,0 2 22 0,0 1-17 0,-2 0 33 0,-2 2-8 0,2 2-13 15,-3 1-23-15,-1 3 33 0,0-1-23 0,-2 2 36 16,-2 0-4-16,-1-1-18 0,-2 3-2 0,-1-1 4 0,-1 0-1 0,-1 0 3 16,0 1 4-16,2-5-4 0,0 2-19 0,-2-3 25 0,1-2-21 0,-4 4 25 0,0-2-2 0,3-3-13 0,1 1-14 31,1-3 18-31,1 2-12 0,3-3 26 0,1-3-4 0,0 1-11 0,3 0-10 0,-1-1 8 15,1-2-7-15,0 0 19 0,1-1-5 0,2 0-1 0,1 0-11 16,1 0 7-16,1 0-4 0,1 0 10 0,1-1 1 0,-1 1-8 0,2-1-3 16,0 1 7-16,1 1-7 0,0 0 7 0,-1 2 0 15,-1-1-4-15,1 2-2 0,-1 1 2 0,-5 0-3 0,-2 0 7 16,1 2 1-16,2-2-3 0,4 3-16 0,-1 1 18 0,1 0-15 0,-1 0 30 0,0-3-6 0,-2 2-10 0,2-1-10 0,-1 2 7 31,-2 2-6-31,-2 0 23 0,0-1 1 0,-2 2-2 0,-4 1-13 0,2-1 24 0,-4 3-16 0,1-1 35 0,-2 2-9 0,-2 0-13 0,0-1-12 16,-1 2 13-1,-1-3-9-15,-2 0 20 0,5-1-7 0,-2-2-10 0,-2 1-21 16,0-2 16-16,-7 1-15 0,-1-2 24 0,4 0-5 0,-2-2-10 16,0-2-15-16,2-4 13 0,1-1-10 0,1 0 18 0,1 0-4 15,0-1-8-15,1 0-13 0,1-6 1 0,1-1-6 0,2 0-14 16,4-1-7-16,1 0-11 0,0 0-39 0,3-2 2 0,4 2-12 16,1 0-32-16,3 1-16 0,2 0-19 0,3-1-108 0,0-1-35 0,1-2-8 15,2-3-123-15,6 2 244 0,-2 0 1 0</inkml:trace>
  <inkml:trace contextRef="#ctx0" brushRef="#br0" timeOffset="4938.2">27417 4655 1855 0,'-13'-4'-212'0,"6"0"435"0,2 4-45 0,0 0-63 0,2 0-61 0,2 0 11 0,0 2-37 0,0 2-7 0,1 1-3 0,0 4-9 0,0 1-15 0,1 4 23 15,0-1-19-15,0 3 54 0,0 0-9 0,0-1-15 0,0 3-7 16,-1-3 10-16,1 3-11 0,1 0 8 0,-1-2-7 0,0 0-10 15,1 2-11-15,-1-1 14 0,0-1-14 0,-1 2 16 16,0-4-5-16,0-3-8 0,0-1-11 0,0-2 15 0,0-2-12 16,0 0 26-16,-1-4 1 0,-1 0-9 0,1 0 7 0,0-2 12 15,-2 0-10-15,1-2 17 0,-1 0-4 0,-1-3-9 0,-1-3-23 16,-1-2 17-16,1-4-19 0,-2-1 19 0,2-1-6 16,1-2-12-16,2-3-13 0,-1 0 13 0,3-1-11 15,0 0 18-15,3 2-2 0,0 0-8 0,2 3-3 0,0-3 2 0,1 1-1 0,-1 2 5 0,1 1 0 16,0 3-1-16,-1 2-9 0,0 0 8 15,-1 5-6-15,0-1 11 0,-2 5-4 0,0-1-5 0,-1 2 1 16,0 1 2-16,-1 1 0 0,1 1-5 0,1 0 5 0,0 1-4 0,1 1-7 0,1-1 15 16,0 3-12-16,2-3 20 0,0 1-2 0,2 1-7 0,2-3-9 15,3 0 10-15,-1-1-7 0,4 1 14 0,-1-2-3 0,0-2-8 0,1 0-4 16,-3 1 7-16,-6-3-4 0,-1 1 9 0,-3-1 0 0,0-1-4 16,4 1-10-16,1-2 11 0,0 1-10 15,-1-1 13-15,-1 2 1 0,0-1-7 0,-2 1-6 0,2-1 7 0,0-3-6 16,-1 0 11-16,0 3-1 0,-1 0-6 0,0 2-16 15,0 3 16-15,-1 0-14 0,2 3 27 0,-1 2-1 0,2 2-9 0,0 4-9 16,-1 1 17-16,3-1-13 0,1 3 26 0,0-1-5 0,0 1-9 0,2 3-15 16,1-1 13-16,0 0-11 0,1 0 16 0,2-3-2 0,1 1-8 0,1-2-16 15,-1-1 18-15,2 0-14 0,0-3 27 0,-1 1-4 0,0-1-10 0,0 0-9 16,0-1 4-16,0 1-4 0,-3-1-2 0,0-1-6 16,-3 0-9-16,1-1-26 0,-1 1-12 0,1-1-1 0,-2-1-56 0,-1-1-8 15,-1 1-13-15,-2-2-122 0,1-1-14 0,-5-1-24 16,3-1-168-16,4-1 275 0,3 1-24 0</inkml:trace>
  <inkml:trace contextRef="#ctx0" brushRef="#br0" timeOffset="5126.89">28452 4522 998 0,'-5'5'348'0,"2"-2"162"0,0 3-392 0,-2 4 6 0,2 0-31 0,-1 5-35 0,3 1-52 0,0 3 24 0,0-3-31 0,0 3 30 0,1-2-12 0,0 1-14 0,0 3 3 0,2 0-6 0,2-2 7 16,-2-1 1-16,2-1-3 0,0-1 1 15,0 1-10-15,-1 0 7 0,0-5-7 0,1 2 1 0,1-3-26 0,-1 0-16 0,1 3-69 16,-3-4-38-16,0 1 16 0,0-2-180 0,0-2-62 16,1 0-7-16</inkml:trace>
  <inkml:trace contextRef="#ctx0" brushRef="#br0" timeOffset="5364.91">28143 4970 597 0,'-13'6'185'15,"2"-4"325"-15,4 0-288 0,1 0-35 0,3-1-50 0,2 0-65 0,1-1 25 0,1 1-48 16,2-1 34-16,4 0-11 0,2 0-22 0,4 0-13 0,3-1 26 16,2 0-28-16,2-2 28 0,1 2-13 15,1-2-21-15,5 1-29 0,0-1 16 0,1 1-19 0,3-1 20 16,-2-1 0-16,1 2-10 0,1-1-25 0,0-1 24 0,1 1-24 0,-2-1 31 15,-10 0-11-15,-2 0-15 0,-1-1-25 16,-1 1-5-16,4 0 0 0,2 0-24 0,-6 2-29 16,-1-1-6-16,-4-1 8 0,-3 3-49 0,-1-1 63 0,-4-2-88 15,-1 2 9-15,-2-1 12 0,0-3-63 0,0 3-35 0,-1-2 8 0,0 3 43 0</inkml:trace>
  <inkml:trace contextRef="#ctx0" brushRef="#br0" timeOffset="5583.88">28136 4546 1328 0,'-39'-7'-464'0,"24"0"847"0,6 1-58 0,2-1-145 0,1 2-34 16,3 1 35-16,1-2-67 0,2 2 15 0,3-1-27 0,0 0-34 0,4-1-37 16,1-2 24-16,2 0-31 0,2-1 39 0,4 2-14 0,4-1-20 15,4 0-15-15,-1 0 7 16,2 2-12-16,2-2 2 0,1 2-3 15,1 0-6-15,5 2-12 0,-3-1 13 0,1 2-12 0,3 1 17 16,-3-1-15-16,1 0-13 0,0 2-84 0,-10 0-13 0,-2 0-9 0,3-1-172 0,-2 0-125 0,14 2-59 0</inkml:trace>
  <inkml:trace contextRef="#ctx0" brushRef="#br0" timeOffset="12441.55">13061 9589 256 0,'-19'-6'36'0,"8"4"493"0,-1 1-234 0,2-1 3 0,0 0-278 0,2 2 31 0,3 0-20 0,1 0 56 0,3 2-21 0,1-2-14 0,2 1-36 0,2 0 21 0,3 0-16 0,1-1 36 16,5 0-9-16,1 0-16 0,7 0-23 0,2 0 20 0,5 0-18 16,5 0 32-16,-5-3-10 0,7-1-13 0,4-1-31 0,1-2 23 15,8 0-19-15,-1 0 38 0,-2-1-9 0,0 2-16 0,4-2-10 0,2 1 4 16,-2-1-2-16,-3 0 14 0,0-1-6 0,-2 4-4 0,2-2-10 0,1-1 8 16,-4 0-7-16,-4-3 13 0,-1 0 3 0,-3 3-3 0,-1-1-11 0,-4 0 10 15,-2 0-9-15,-1-2 10 0,-4 4 5 0,-2 0-10 0,-9 0-6 16,-2-1 15-16,-2 2-14 0,-2-2 17 0,4 3 0 0,-4 0-4 0,-1-2-9 15,-1 3 12-15,-4 1-12 0,0-1 10 0,-3 0 1 0,-2 0-11 16,-4 1-6-16,-3-2 10 0,-2 1-9 0,0 3 8 0,-4-1-3 16,-4 0-8-16,-5 2-10 0,-9 0 17 0,-2 2-12 0,-3 0 13 15,0 1 3-15,-2 2-10 0,-2 0 5 0,-5 1 7 0,-3 2-5 0,-2 0 3 16,4-1-3-16,3 2-3 0,-1 2-15 0,0-2 20 0,-1 1-13 16,3 1 34-16,1 0-9 15,-3-1-10-15,0 3-14 0,0-1 9 0,6 1-6 0,5 1 18 0,6-3 1 0,4-2-3 16,1 0-27-16,5-2 27 0,4-2-22 0,6 3 39 15,4-3-1-15,4-1-13 0,5 0-11 0,4-3 17 0,2 0-14 16,5 1 30-16,4-2-5 0,4 0-8 0,5-3-5 0,4-1 18 16,5 0-12-16,3-3 15 0,0-1-4 0,3-1-11 0,4-1-18 0,2 3 18 15,3-2-16-15,0 1 15 0,-2 0-1 0,1-2-11 0,4-1-18 0,-4 2 14 0,-6 2-14 0,-3-1 24 16,-5 2-5-16,-4-1-3 0,2 3-23 16,-6 1 19-16,-3-1-15 0,-5 2 32 0,-5 0-1 15,-3 2-11-15,-3 1-18 0,-3 0 18 0,-2 2-16 0,-2 1 22 0,-2 1 0 0,-2 3-9 0,-4 1-5 0,-2 2 6 16,-3 3-6-16,-2 2-9 0,-4 0-6 0,-4 0-10 0,-5 1-58 15,-3 1 10-15,-3 3-25 0,-1 3-51 0,5-3-39 0,2-2-43 16,-2 1-206-16,5 2 257 0</inkml:trace>
  <inkml:trace contextRef="#ctx0" brushRef="#br0" timeOffset="14918.87">28633 9613 256 0,'11'-19'31'0,"-4"8"429"0,3 0-213 0,1 3 0 0,2-3-254 0,3 0 21 0,2-1-14 0,2-1 40 0,1 4 1 0,1-1-8 0,4-1-17 0,3 4 28 15,2 0-26-15,3 0 26 0,2 1-7 0,2-2-16 0,6 0-14 16,-5 0 15-16,6 1-11 0,1 2 23 0,0 0-3 0,3 0-9 0,-2 0-25 15,-1 2 28-15,1-1-26 0,1 2 29 0,1 0-8 0,-2 2-15 16,-3 0-8-16,-2 0 8 0,-1 0-5 0,-3 0 15 0,-2 3-2 16,-7-1-10-16,-4 1-27 0,-5 0 24 0,-4 0-20 0,-5 1 34 15,-6-1-13-15,-3 1-15 0,-5-2 2 0,-5 1 0 0,-5 3 8 0,-5 1 15 16,-7 0-5-16,-5 1-4 0,-9 0-17 0,-8 1 18 0,-5-2-14 16,0-3 22-16,-1 0 3 0,0-1-7 0,-6-1-19 0,-4 5 12 15,-5 0-14-15,-6 1 29 0,0-2-11 0,-1 1 1 0,5 0-3 16,3 0 8-16,6-1-3 0,-1 1 18 0,2 0-4 0,3 0-3 0,1-4 3 15,9 3 17-15,10-3-6 0,6-1 43 0,12-1-16 16,6 0-9-16,5-1-28 0,8 0 6 0,8 0-8 0,6-4 4 16,13 1-6-16,8-4-10 0,9-3-8 0,12-3 4 0,5-1-4 0,4-1 4 15,6 2 0-15,4 0-5 0,9 3-1 0,6 0 4 0,3-1-2 16,-2 2 8-16,-3-2-8 0,-2 2-7 0,3 3-31 0,-5 0 12 0,-5 3-16 16,-10 0-17-16,-13 0-16 0,-8 2-23 0,-6-1-61 15,-9 0-14-15,-7-2-4 0,-5 1-24 0,-10 0-21 0,-4 1-2 0,-6-2-37 16,-6 0 120-16</inkml:trace>
  <inkml:trace contextRef="#ctx0" brushRef="#br0" timeOffset="23168.47">3664 9436 217 0,'5'-2'87'0,"-4"1"-48"0,1-2 36 0,1 0-11 0,1 1 10 0,-1 0-17 0,3-2 50 0,0 1-6 0,1-2-16 0,0 3-23 15,0-2 31-15,-1 1-39 16,2-1 32-16,-1 2-16 0,-4-2-19 0,1 1-25 0,0 1 0 0,0 1-3 16,6-3 0-16,0 2-5 0,1 1-7 0,1-1-12 0,3-1 11 15,0 0-10-15,-2 2 8 0,-1 0-3 0,0-2-7 0,0 1-3 16,-1 1 2-16,0 1 0 0,1-2 10 0,-3 2-3 0,0 0-4 0,-1-1-24 16,1 1 13-16,-2 0-16 0,1 0 0 0,1 0-9 0,1 0-13 0,2 1-27 15,0-1-15-15,0 2 1 0,3-2-93 16,-1 1-57-16,1 1-53 0</inkml:trace>
  <inkml:trace contextRef="#ctx0" brushRef="#br0" timeOffset="23649.78">5071 9436 953 0,'0'1'193'0,"-2"0"-171"0,1-1 21 15,1 0-25-15,0 0 11 0,1 0-14 0,3 1 24 0,1-1 9 0,3 0-8 0,1 0-7 0,1 0 35 0,2 0-37 0,2-1 29 0,0 0-10 16,3 0-19-16,3-1-18 16,2 0 24-16,-4-1-19 0,0 1 28 0,0-1-3 0,4-1-19 0,8 2-3 15,2-2 11-15,0 0-11 0,1 1 7 0,1-1-11 0,3 1-10 16,4 1-7-16,3 0 8 0,1-1-3 0,0 2 13 0,-5 0-6 16,-6-1-10-16,1 2-8 0,-2 0 2 0,1 2-9 0,4 0-77 15,-4 1-68-15,0-1-59 0</inkml:trace>
  <inkml:trace contextRef="#ctx0" brushRef="#br0" timeOffset="25880.07">6723 8206 256 0,'0'-1'20'15,"-1"0"311"-15,1 0-103 0,-1-1 21 0,1 1-159 0,0-1 26 0,-1 0-42 0,0 0 17 0,1 0-13 0,-3 1-18 0,2-1-27 0,-1-1 12 16,1 2-20-16,0-1 26 0,0 2-9 0,-1 0-5 0,1 0-23 15,1-1 12-15,0 1-13 0,0 0 10 0,0 0-2 0,0 1-9 0,-1 1-12 0,3 2 13 0,2-1-13 16,-1 4 19-16,1-2 0 0,-4 3-9 0,-2-1-9 0,2 2 16 16,0 1-13-16,0 1 24 0,0 2-7 0,0 1-10 0,0 4-12 15,0-1 6-15,2 1-6 0,0 3 8 0,-3-3 1 0,0 1-2 0,-1 1-18 16,1 2 20-16,5-3-17 0,-1 2 22 0,0-1 0 0,2-2-12 16,-2-4-17-16,2-2 21 0,-2-2-17 0,2-2 31 0,-2 1-4 15,1 1-10-15,0-2-21 0,-1-1 17 0,1-1-13 0,-2-1 32 16,-1-3-10-16,0 1-11 0,-1-2-9 0,0-1 18 0,0 1-8 0,0-1 29 15,-1 0-4-15,0-1-12 0,0-1-7 0,-3-4 7 0,0 1-4 16,-1-1 16-16,1-3-4 0,-1-1-5 0,1-2-19 0,-1-1 23 16,1 2-18-16,1-3 28 0,-2 0-6 0,3-2-16 0,0-5-12 15,0 0 10-15,2 1-9 0,0 2 15 0,0 1-1 16,0 4-7-16,2 0-18 0,-1 3 25 0,0 1-20 16,-1 0 33-16,0 3-3 0,1-1-10 0,-1 2-8 0,0 0 15 0,0 0-12 0,-1 2 24 15,1 1-7-15,-1 1-8 0,1-1-16 0,0 1 13 0,-1 1-13 0,1 0 6 16,0 1 1-16,0-1-11 0,1 3-8 0,0-1 11 0,1 5-10 15,0-1 15-15,2 1 2 0,0 0-5 0,2 1-16 0,-1-2 25 0,2 1-20 16,1-2 24-16,0-1-3 0,0 0-16 0,2-2-9 0,0-1 15 16,1-1-11-16,-1 0 27 0,-2 0-4 0,-1-1-9 0,-2-1-7 0,2-1 6 15,-1-1-4-15,-1-1 12 0,2 0 0 0,-1-1-4 0,-1-2-25 16,1-1 25-16,0-3-20 0,-1 3 37 0,2-2-9 0,0 1-15 0,-1-1-5 16,2 3 7-16,0-1-1 0,0 1 3 0,-1 1 2 0,-1 2-7 15,0 2-18-15,-1 3 126 0,-1-2-104 0,1 2-17 0,-1 0 25 16,-1 2-101-16,2 3 77 15,1-2 19-15,0 6-13 0,1-1 33 0,2 1-5 0,2 1-8 16,3 1-21-16,1 0 12 0,2 2-10 0,1-2 20 0,1-2-1 0,0 0-7 0,3-1-11 0,-1 0 8 0,-1-2-7 16,1 0 8-16,-9 2 1 15,-2-3-4-15,1 2-11 0,0 0 3 0,4 0-6 0,1 0-19 0,-1 0-14 16,-1 1-16-16,-2 1-51 0,0 1-14 0,-3 0-3 0,0 2-80 16,-2-1-51-16,1 1-41 0</inkml:trace>
  <inkml:trace contextRef="#ctx0" brushRef="#br0" timeOffset="26244.77">7563 8514 970 0,'-12'-4'178'0,"0"-3"102"0,1-1-224 0,1-1 56 15,2-3-17-15,0 2-23 0,2-6-30 0,-1 4 22 0,2-4-32 0,0 0 23 0,1-2-10 0,1 0-15 0,2-1-15 0,0-2 4 0,1-1-7 16,2 1 8-16,1 0 9 0,3 2 1 0,0 1-28 0,0 3 23 16,0 3-26-16,0 3 17 0,-3 1-1 0,0 5-6 0,2 0-6 15,-3 0 11-15,1 3-7 0,1-1 21 0,-2 1-6 0,3 0-4 0,-2 1-23 16,1 2 18-16,2 1-14 0,1 0 29 0,-1 3-5 0,3 1-13 15,2 2-23-15,0 1 23 0,1-1-18 0,2 3 32 0,0-1-7 16,2 0-13-16,1 2-24 0,1 0 22 0,0 1-17 0,-7 1 36 16,0-3-3-16,-1-2-12 0,3 1-14 0,5-2 7 0,0 0-10 0,1 0-3 15,-2-2-15-15,-3 0-18 0,0-1-59 0,-2 0-4 0,-2 1-16 16,-1-1-97-16,-3 0-70 0,-2-2-61 0</inkml:trace>
  <inkml:trace contextRef="#ctx0" brushRef="#br0" timeOffset="26435.35">7489 8498 1571 0,'0'0'-75'0,"1"-1"145"16,0 0-15-16,1 0-23 0,2-1 4 0,-1 0 20 0,3-2-15 0,0 1 42 16,0-2-25-16,2 0-19 0,0-1-31 0,2-1-2 0,1 0-5 0,3-1 4 15,-1-2 1-15,2-1 1 0,0 0-15 0,3 1 1 0,1-1-10 16,1 0-38-16,-4 1-22 0,1-1-25 0,-6 0-149 0,0 1-77 15,0-1-25-15</inkml:trace>
  <inkml:trace contextRef="#ctx0" brushRef="#br0" timeOffset="26706.05">7987 8150 1227 0,'0'0'118'16,"0"0"-38"-16,0 3 31 0,0 1-68 0,0 2 52 0,-1 2-23 15,0-1-29-15,0 4-12 0,0-1 7 0,-2 0-10 0,0 0 15 16,0 1-10-16,0 0-11 0,-1 1-24 0,0 0 14 0,0 1-14 16,1 1 15-16,0-1-6 0,0-1-7 0,1-1-4 0,0-2 7 15,2-1-2-15,-1-1 14 0,1-1-5 0,1-1-10 0,2-2-25 16,0 3 27-16,0-3-19 0,1 0 47 0,0 1-5 0,1-2-12 16,2 0 13-16,1 2 7 0,3-2-1 0,0 1 9 0,3-1-11 0,0 1-5 0,3-1-17 15,2 0 6-15,1-1-4 0,0 1 8 0,0 0 0 0,1-1-9 16,2 0-9-16,-3-1 6 0,-7 0-8 0,0-1 7 0,-2-2-1 15,1 2 0-15,5-1-7 0,2-1 2 0,-1-2-3 0,-1 1-8 16,0-1-11-16,-2 0-14 0,1-2-57 0,0 2-21 0,-1 0-10 0,-1-1-153 16,1 1-99-16,-2 0-76 0</inkml:trace>
  <inkml:trace contextRef="#ctx0" brushRef="#br0" timeOffset="27195.62">8473 8150 1728 0,'1'0'125'0,"0"0"-63"0,-1-1-9 0,0 1-36 0,1 0 1 0,-1 1 0 15,0 2-3-15,1 1-4 0,-1-3 13 0,0 4-13 0,0-1 14 0,0 2-8 16,0-1-12-16,0 2-8 0,0 2 8 0,0 0-8 0,0 0 7 0,0 0-1 0,0 0-3 0,0-1 0 0,0 1 4 15,-1 0-1-15,1-1 3 0,0-2-1 0,1 1-6 0,1-1-3 0,2 1 5 16,-1-2-3-16,2 2 7 0,0-1-2 0,2-3-3 0,1 4-9 16,1-3 14-16,1 1-8 0,0-1 13 0,-1 1 3 0,2-1-10 0,3-1 2 15,0 1 9 1,2-1-9-16,0 1 6 0,1 0-3 0,-2-2-4 0,2 2-11 0,0 0 7 16,-1 0-4-16,-5-1 18 0,-2 1-5 0,1 0-4 0,1-3-20 0,6 3 15 0,2 0-10 0,0 0 24 15,-2 0-4-15,0 0-8 0,-1-2-20 0,-1 1 7 0,0-3-10 31,-3 0-9-31,1 0-8 0,-2-3-18 0,-2 2-31 0,0-2-7 0,0 0-9 16,-1-1-56-16,-3 1-2 0,0-1-8 0,-2 0-147 0,-3 2 197 16</inkml:trace>
  <inkml:trace contextRef="#ctx0" brushRef="#br0" timeOffset="27406.04">8403 8323 1387 0,'3'1'-50'0,"2"1"134"16,2-1 6-16,2 0-5 0,1 0 1 0,2 1 29 15,3-2-37-15,1 0 19 0,2-2-25 0,0-1-25 0,4-3-47 0,-4 1 17 16,3 0-22-16,0-3 18 0,2 2 0 0,0 0-13 0,0-1-2 16,-2 1 5-16,-2-1-5 0,-8 2 0 0,1-1-9 0,-2 1-9 0,0-2-60 15,5 2 4-15,-3 0-20 0,-1-1-63 0,-2 1-41 0,-1-2-45 16</inkml:trace>
  <inkml:trace contextRef="#ctx0" brushRef="#br0" timeOffset="27591.36">8631 8058 704 0,'-19'0'69'0,"0"3"-7"0,0-1 91 16,5-1-7-16,3 2-9 0,1-2-21 0,2 2 19 0,2-2-36 0,2-1 13 15,2 1-15-15,0-1-26 0,1 0-36 0,1 0 7 16,0 0-23-16,0-1 3 0,1 1-10 0,2 0-10 0,-1-1-6 0,1-2-4 15,1 2 3-15,1-2 7 0,0 0-11 0,2-1 0 0,2 0-57 16,1-3 7-16,0 2-16 0,4 0-14 0,0 0-14 0,2 3-18 16,2 0-45-16,-1 0-33 0,4-1 13 0,-1-1-56 0,-5 0 17 0,-2 1 12 15</inkml:trace>
  <inkml:trace contextRef="#ctx0" brushRef="#br0" timeOffset="27843.53">9103 7965 911 0,'-20'5'180'0,"-1"-2"-138"0,2 4 23 0,-1-1 2 0,4 1 46 15,1 2-43-15,3 0 47 0,4-2-30 0,3 0-39 0,0-1-30 16,3-3-1-16,1 0-8 0,1 3 3 0,2-1-6 0,3 4-4 16,0 1-20-16,2 1 23 0,2 2-16 0,1 0 30 0,0-1-5 15,1 0-15-15,2-1-1 0,-3 0 2 0,0 2-1 0,-1-2-1 0,-2 1 6 16,-2 0-2-16,-1 0-19 0,-4 1 28 0,-4 0-25 0,-1-2 35 15,-2 1-8-15,-3-1-12 0,-3 2 3 16,-1 0 1-16,-2 0 2 0,-1-2 2 0,0-2 0 0,2 2-5 0,0-4-8 0,2 1 11 16,1-2-11-16,3-1 4 0,2-1 4 0,1-1-4 0,3-2-134 0,-1-1-145 15,4 0-13-15</inkml:trace>
  <inkml:trace contextRef="#ctx0" brushRef="#br0" timeOffset="28965.52">21506 8002 217 0,'0'0'259'0,"-2"-2"-137"0,-1 1 158 16,0 0-200-16,0 2-44 0,2 2-28 0,-1 0 9 0,1 4-5 0,0 1-8 0,1-1-11 0,1 1 22 16,0 2-16-16,2 2 45 0,0 6-5 0,0-2-20 0,2 3-20 15,1-1 32-15,0 2-33 0,0 0 26 0,-1 1-9 0,1 0-15 0,-1 2-3 16,2 0 4-16,0-2-1 0,1 2 9 0,-1-4 3 15,-1-1-7-15,1 0-25 0,-2-4 27 0,0-1-28 0,0 0 32 16,-1-3-11-16,-2-1-12 0,-1-1-151 0,0-1-20 16,-1-2-21-16,-1 0 63 0</inkml:trace>
  <inkml:trace contextRef="#ctx0" brushRef="#br0" timeOffset="29217.73">21337 8194 418 0,'-1'-8'190'15,"1"0"63"-15,0 1-130 0,1-1 16 0,1 0-19 0,2 1-27 16,-1-2-23-16,3 1 42 0,-1 0-45 0,3-2 69 0,0 1-20 16,2-2-33-16,2-4-31 0,1 1 22 15,1 3-33-15,3-3 32 0,1 5-10 0,1-1-21 0,5 1-28 16,-1-2 22-16,3-1-30 0,2 0 23 0,-8 3-9 0,0 1-13 0,0 1-8 16,-1 0 7-16,6 1-7 0,-1-1 10 0,-1 2-5 0,-4 3-5 15,0-3-12-15,-2 3 16 0,-4-1-10 0,2 0 23 16,-4 0-5-16,-1 3-11 0,0 0-16 0,-3 0 2 0,-1 0-7 15,-3 0-17-15,-1 0-1 0,-1 3-10 0,-1 0-31 0,0 0 7 0,-1 4-16 16,-2-1-49-16,-2 4-14 0,0 2-30 0,-4 1-163 0,-1 3 2 16,-3 2-59-16</inkml:trace>
  <inkml:trace contextRef="#ctx0" brushRef="#br0" timeOffset="29376.53">21550 8205 673 0,'-15'8'-138'15,"9"-4"361"-15,3 0-24 0,1-3-24 0,1 1-64 0,1 0 40 16,1-1-63-16,2 0 59 0,-1 1-15 0,0-2-25 0,5 0-47 15,1 0 22-15,1 0-42 16,4-2 12-16,-2 0-18 0,3-1-20 0,-5 1-21 0,1-4 13 16,1 3-12-16,4-4 26 0,6 2-3 0,2-3-12 0,5 2-10 15,-4-2 10-15,1 2-12 0,3-3-12 0,-2 0-20 0,1 0-19 0,3-1-59 16,0 0-31-16,-2-1 12 0,2-2-228 0,-4 2 226 0,-5 1-33 0</inkml:trace>
  <inkml:trace contextRef="#ctx0" brushRef="#br0" timeOffset="29662.02">22154 7954 994 0,'0'3'267'16,"0"-3"-185"-16,-1 0 89 0,1 2-89 0,-1 1 13 0,1 0-35 0,-1 2 7 0,1 2-13 0,-1 1-18 15,1 5-7-15,0-2 16 0,0 1-16 0,-1-2 15 16,0 0-10-16,0 1-20 0,-1 1-10 0,1 2 5 0,0 1-7 0,1 0 9 16,0-4-1-1,0 2-6-15,1-1-10 0,0-1 12 0,-1 0-13 0,2 0 14 0,-2-1 1 0,1-2-1 0,0 1-10 16,2-3 4-16,-1-1-6 0,4 2 18 0,-1-2-3 0,2 0-5 15,2 1 2-15,3-2 14 0,0 1-9 0,4-1 23 0,-2 1-14 16,1 2-12-16,2-1-19 0,0 1 17 0,-1 0-13 0,1 1 17 16,1-2 1-16,0 1-12 15,1 0-15-15,1 0 25 0,0-1-22 0,-2 1 27 0,-2-1-3 16,1-2-11-16,1 1-1 0,0-2 2 0,0-1-2 0,-1 1-2 0,-2-1 2 0,-1 0-5 0,0-2-3 16,-3 0 8-16,0 0-10 0,-6 0-20 15,-3-3-8-15,0 0-14 0,0 1-45 0,5-1-7 0,-1-2-13 0,-2 3-104 16,0-4-53-16,-2 1-56 0</inkml:trace>
  <inkml:trace contextRef="#ctx0" brushRef="#br0" timeOffset="29898.43">22065 8174 1303 0,'-2'0'56'0,"2"-1"44"0,0 1-49 0,4-1 58 0,0 0-16 0,3-1-32 0,2 0-33 15,1 1 24-15,0-3-34 16,-4 1 18-16,-1 1-7 0,3-1-17 0,1 0-7 16,7 1 6-16,1-1-8 0,2 1 3 0,1-2 2 0,0 3 1 0,2-3-13 0,-1-1 6 0,2 2-7 0,-2-3 10 0,2 1-1 15,2-2-4 1,0-1-16-16,2 1 20 0,-2-1-15 0,0 0 27 0,0 1-11 0,-2 0-11 0,-1-2-62 0,-2 3-16 16,-4 0-9-16,-3 0-77 0,-4 1-17 15,-4 2-21-15,-2 0-175 0,-4 3 234 0</inkml:trace>
  <inkml:trace contextRef="#ctx0" brushRef="#br0" timeOffset="30056.06">22077 7968 1089 0,'-11'0'112'0,"2"0"30"16,2-1 23-16,6 1-53 0,1-1-43 0,1 1-30 16,5 0 16-16,1 0-10 0,5-1 65 0,1 1-16 0,3-4-20 0,-4 0-42 15,2 1 8-15,1-2-25 0,8 3-4 0,4-2 2 0,3-1-7 16,3 2-15-16,-2-1 12 0,4 0-14 0,1-1 7 0,1 1-11 15,3-1-11-15,4 0-58 0,0 1-9 0,-1 0-15 0,-7 3-96 16,-2 0-49-16,0 0-45 0</inkml:trace>
  <inkml:trace contextRef="#ctx0" brushRef="#br0" timeOffset="30610.02">22989 7977 449 0,'-5'4'109'0,"0"0"39"0,0 2-2 0,2 0-25 16,-3 0 12-16,3 2-25 0,-2-1-31 0,1-2-28 0,0 1 13 15,1 0-25-15,0 0 12 0,-1 3-13 0,1 2-8 0,0 0-8 16,-1 3 9-16,1 1-4 0,1 1 14 0,-2-2-5 0,2 3-14 16,-1-2-17-16,-1 0 9 0,1 1-11 0,0 2 14 0,-1-2-3 15,0 1-5-15,1-2-7 0,1 1 0 0,0-5-1 0,1 1 10 0,0-1-4 16,1-1 2-16,-1-2-16 0,1 0 10 0,0-2-7 0,0-1 15 16,0 0-2-16,0-1-6 0,0-2 4 0,0-1 0 0,0-1 6 15,0 0 21-15,-2 0 14 0,1-1 7 0,0-1-22 0,-1-2 29 16,0-1-33-16,-2-2 19 0,1-4-5 0,-2 0-13 0,2-5-17 0,0 0 12 15,-1-2-13-15,2 0 6 0,0 0 1 0,1 0-9 0,0-2-12 16,1 0 18-16,0-1-17 0,0-2 17 0,1 0 2 0,0 0-7 16,1 2-21-16,0 2 18 0,2 5-17 0,-1 1 25 0,-1 1 1 15,2 2-6-15,-2-3-3 0,0 4 13 0,0 1-9 0,0 2 13 16,0 3-2-16,-1 1-6 0,-1 1-28 0,1 0 21 0,-1 1-20 0,1 1 26 16,1 0-3-16,1 2-11 0,-1 2-11 0,2 0 11 0,1 1-7 15,1 3 16-15,-1 0-2 0,3 2-6 0,3-4-7 0,2 1 8 16,3-3-5-16,4-2 11 0,-1-3-1 0,1 0-6 0,2-2-11 0,-1 2 14 15,-2-1-11-15,-3 1 19 0,-7-1-1 0,-2 0-5 0,-1-3-16 16,-2-1 16-16,5-3-12 0,-1 2 27 0,-1-1-4 0,-2-1-11 0,0 2-10 16,1 0 8-16,-2-1-7 0,-1 0 16 0,2 0 4 0,-2 1-4 15,2-1-13-15,0 1 13 0,1 1-13 0,-1 1 11 0,-1 1-4 16,-2 3-7-16,1 0-10 0,0 2 9 0,-1 0-8 16,0 3 17-16,2 2-1 0,0 2-4 0,1 2-8 0,0 1 7 15,2 1-5-15,1-1 8 0,0 2-1 0,0-1-6 0,1-4-4 0,1-1 8 0,0 0-5 16,1-2 9-16,0 3 3 0,-1-1-8 0,2 1-7 0,-2 0 9 15,0-2-8-15,0 1 9 0,1-2 0 0,0-1-3 0,3 1-14 16,-3-1 14-16,0 0-10 0,-2 0 22 0,-1 0-5 0,-1 0-9 16,0 2-22-16,-2 0-1 0,1 0-7 0,-2-2-35 0,0 0-15 15,-1 0-20-15,0 0-98 0,2-2-50 0,-1 2-26 0,-1-1-22 16</inkml:trace>
  <inkml:trace contextRef="#ctx0" brushRef="#br0" timeOffset="31003.17">23762 8356 1477 0,'-22'-1'-936'0,"16"-5"1556"16,1-3-194-16,0-2-359 0,2 1-11 0,1-1 29 0,2-2-34 0,0 0 12 0,2 0-12 0,1 0-25 0,1-2-12 0,0 1 6 0,2-1-10 0,1-2 7 0,-2 2-2 0,3-2-5 0,-1-2-8 16,1-2 9-16,1-1-9 0,-2-2 8 0,2 0 0 0,0 1-3 0,0 0-9 15,0-2 19-15,1 1-12 16,2-3 51-16,-2 3-18 0,0 0-11 0,0 4-27 0,-2 2 7 16,0 3-5-16,-2 5 18 0,0 1-2 0,0 2-3 0,-2 2-12 15,2 2 11-15,-3 0-9 0,2 2 17 0,-2 1-5 0,2 0-7 0,-2 1-10 16,1 3 6-16,1 0-6 0,-1 5 10 0,0 0-2 0,0 3-6 15,1 4-11-15,-1 3 15 0,3 4-11 0,-1 0 23 0,0 1-4 16,1 1-11-16,-1 2-18 0,2-4 15 0,-1 3-11 0,2 0 26 16,0 1-6-16,1 2-9 0,1 1-20 0,-2-2 4 0,0-2-9 15,1-5-35-15,-6 1-17 0,1-1-23 0,-1 3-66 0,-1-2-37 16,5 1-4-16,-2-3-213 0,-2-1 248 0,0-4-31 0</inkml:trace>
  <inkml:trace contextRef="#ctx0" brushRef="#br0" timeOffset="31160.64">23712 8262 950 0,'0'-4'142'0,"0"1"397"0,1-2-480 0,2 1-14 16,3-1-17-16,4 1-36 0,1-1 13 0,4 1-18 0,2-2 25 16,0 1-9-16,3-3-9 0,1-1-130 0,2 1-24 0,0-1-41 15,2 0-254-15,0 3 272 0,-3 4-48 0</inkml:trace>
  <inkml:trace contextRef="#ctx0" brushRef="#br0" timeOffset="31400.47">24352 7949 113 0,'1'-2'404'15,"9"2"-576"-15,-5 0 386 0,-3 0-12 0,-2 0-34 0,0 1-43 0,-1 3 24 0,-1 1-55 0,-3 3 27 16,1 2-6-16,-1 1-16 0,0 5-32 0,0-4 15 0,1 0-36 0,-1-1-5 16,1 0-3-16,-1 0-10 0,2 5-12 0,-1-1 5 0,1 0-10 15,0-1-6-15,-1-1 3 0,2 0-6 0,1-1 2 0,0-3 14 16,1-1-9-1,0 1 13-15,0 0-9 0,0-1-9 0,2-2-1 0,0 2 9 0,0 0-3 0,2 0 21 0,0-1-3 16,1 0-4-16,2-1-15 0,-1 0 15 0,2 3-15 0,2-1 15 0,0 0 3 0,2 1-5 0,1-2-17 16,4 2 25-1,2-1-23-15,5-2 24 0,1 1-7 0,5-3-16 0,4-1-26 0,-2 0 22 0,-5 0-21 0,-1-3 11 0,1 0-18 32,1 0-28-32,6 0-65 0,0 0 0 0,-4 0-21 0,0-2-81 0,-3 0-57 15,0-2-55-15</inkml:trace>
  <inkml:trace contextRef="#ctx0" brushRef="#br0" timeOffset="31685.68">25104 7994 1466 0,'-2'0'90'0,"1"0"-18"15,0 3 25-15,0-1-47 0,-1 3 42 0,0 3-18 0,1 1-13 16,0-1-39-16,0 0 11 0,0 1-20 0,-1 0 28 0,-1 3-7 15,1-1-5-15,2 4-25 0,-1-4 6 0,1 1-10 0,-1-1 13 16,2-2-9-16,-1 1-5 0,1-1-1 0,3 2 7 0,-3-4-2 16,2 1 12-16,0-2-7 0,2 1-5 0,-1 0-7 0,1 0 12 15,2-2-6-15,-1 3 27 0,2-3 2 0,1 0-8 0,0 0-33 16,4 0 30-16,0 1-29 0,0 0 33 0,1-1-5 0,-2 0-18 0,4-1-1 16,0-1 8-16,2 1-5 0,2-1 3 0,0-2-1 0,4 0-6 0,0 1-7 15,1-2 8-15,1 0-7 0,0 0-13 0,1 0-7 16,-1 0-15-16,1-2-45 0,-2 2 0 0,-3-1-15 0,-4-1-54 0,-5 0-43 15,-7 0-39-15,-2-1-282 0,-3 2 314 0</inkml:trace>
  <inkml:trace contextRef="#ctx0" brushRef="#br0" timeOffset="31885.63">25085 8171 893 0,'7'-5'285'0,"0"5"-215"0,-6 0 135 0,-1 0-190 15,1-2 17-15,2 2-18 0,4 0 54 0,7 0-4 0,2 2-12 0,4-2-36 16,-1 0 24-16,0 0-33 0,1-2 20 0,-2 1-7 16,1 0-16-16,-1-1-9 0,2 1 3 0,0-1-5 0,2 2 6 0,-3-3-2 15,0 0-1-15,0 1-33 0,0-1 15 0,0 1-19 0,0-1 9 16,-1 1-12-16,-2-1-14 0,-1-1-75 0,-1 0-15 16,-3-1-12-16,1 0-80 0,-3-1 16 0,-2 1-12 0</inkml:trace>
  <inkml:trace contextRef="#ctx0" brushRef="#br0" timeOffset="32061.66">25175 7944 1008 0,'-14'-1'101'16,"3"-3"71"-16,5 3-101 0,2 1 73 0,3-2-36 0,1 2-49 16,5 0-21-16,0 2 30 0,3-2-29 15,2 0 42-15,3 0-27 0,-2 0-29 0,3-2-14 0,1 0-9 16,1-1 7-16,1-1-5 0,2 2-4 0,2-3 1 0,5-2-95 0,2 1-14 0,3-2-33 0,3-1-226 15,1 2 228-15,1-2-53 0</inkml:trace>
  <inkml:trace contextRef="#ctx0" brushRef="#br0" timeOffset="32317.55">26086 7735 1368 0,'-27'0'42'0,"-1"-1"36"0,-1 1-40 0,-8 1 81 15,6 2-11-15,5 2-18 0,4 0-38 0,7 2 23 16,5-2-36-16,6-1 26 0,5 3-8 0,7 1-19 0,5 1-12 0,7 5 15 16,6 3-17-16,6 2 5 0,4 3-6 0,3 1-8 0,-1 2-22 15,-3 3 12-15,-1 1-11 0,-4 0 17 0,-3-3-1 0,0 0-6 0,-5 0-7 16,-3-2 6-16,-2 1-4 0,-3-2 11 0,-4-3-1 0,-2-1-6 0,-6 3-3 16,-2 1 3-16,-5 0-1 0,-1 2 7 0,-3-4-2 15,0 1 1-15,-3-3-5 0,-2-3 8 0,-3-2-5 0,-2-3 9 16,-1 0-3-16,-3-4-6 0,-1 1-11 0,0-3 10 0,0-1-9 15,8 0-26-15,-1-2-37 0,-3 0-39 0,-2-2-237 0,-8-2-155 16,0 0-31-16</inkml:trace>
  <inkml:trace contextRef="#ctx0" brushRef="#br0" timeOffset="41128.18">5462 15561 287 0,'-10'0'30'0,"2"0"24"0,1 0-54 0,2 2 13 0,-1-1-17 0,3 0 40 0,-1 1 5 0,1-2-6 0,1 0-19 16,1 1 39-16,-2-1-34 0,1 1 39 0,1 0-13 0,0 1-17 0,1-2 1 15,-1 1 0-15,1-1 5 0,0 1 7 0,0-1-4 0,0 0-9 0,0 0-23 16,0 0 21-16,0 0-20 0,0 0 26 0,1 0-2 0,1 2-5 15,1-2 13-15,3 0-7 0,0 0 9 0,0 0-4 0,2 0 1 16,0 0 3-16,2 0-20 0,1 0 14 0,3 1-17 0,2 0 9 0,-1 0-11 16,3 1-7-16,3 0-10 0,1 0 10 0,4-2-3 0,1 0 32 15,3 0-7-15,2 0-13 0,-2-2-11 0,-4 0 8 0,-3-1-10 16,2 1 3-16,1-1 4 0,6-2 2 0,1 1-9 0,-2-1 0 16,0 0-2-16,1-2 8 0,2 1 5 0,3 0 0 0,7-1-18 0,3-1 23 15,2 2-23-15,-4 0 21 0,-2-1-4 0,-3 1-8 0,0-1-19 16,2 1 15-16,-1-2-12 0,-3 1 20 0,-1 2-1 0,0-1-11 0,1 1-6 15,0 0 9-15,1-1-7 16,-6 2 7-16,-6 0 3 0,-8 2-3 0,-5-1-14 0,-3 0 10 0,-2 2-10 16,1 0 26-16,-4 1-5 0,-2 0-8 0,-3 0-11 0,-1 0 19 0,0 0-12 0,2 0 31 15,-2 0-8-15,0 0-12 0,-2 0-1 0,0 0-4 0,-2 0 4 16,-3 0 0-16,-2 0-2 0,-3 0-3 0,-3 0-13 0,3 0 15 16,-5 0-13-16,-6 0 12 0,-1 0-1 0,-10 0-6 0,-1 0-11 15,0 0 13-15,-1 0-7 0,2 0 22 0,-1 1-4 0,0 2-10 0,-3-1-11 16,-3 1 17-16,-4 1-12 0,2 0 19 0,-5 1-4 0,-1-1-9 0,-5 2-11 15,-3 0 9-15,3 1-7 0,3 0 28 0,2 2-8 16,-3 0-3-16,-3 0-24 0,1-2 13 0,-2 0-11 0,2 1 30 0,3-2-8 16,1 2-9-16,5 0-18 0,2-2 23 0,1 1-14 0,-1-1 30 15,3 0-5-15,2 0-16 0,1 3-6 16,1-3 7-16,0 2-5 0,2-2 8 0,2 2-1 0,5-2-4 0,5-1-9 0,5 2 11 0,5-5-8 16,4 2 20-16,4-1-5 0,3-3-6 0,0 0-11 0,1 1 1 15,2-1-3-15,3 0 2 0,7 1 3 0,2-1 2 0,9-2 6 16,6-4 14-16,7 0-5 0,6-3 11 0,2-1-4 0,-2-4-14 0,4 0 1 15,1 0 10-15,1-4-7 16,6 2 11-16,0 0-3 0,5 0-7 0,7 0-20 0,0 0 21 0,-3 1-18 0,-4 0 29 0,-8-2-3 16,-2 3-10-16,1 0-20 0,-1 2 18 0,2 2-13 0,-4 4 32 0,-1 3-10 15,-5 3-14-15,-7 3-18 0,-11 2 11 16,-10 5-8-16,-3 3 1 0,-4 3-36 0,1 4-29 0,-6 5-102 16,-5 3-113-16,-4 7 7 0</inkml:trace>
  <inkml:trace contextRef="#ctx0" brushRef="#br0" timeOffset="42361.54">20807 15523 212 0,'-6'-6'-4'0,"0"1"-26"0,-1 1 34 0,0 0-25 0,0 3 36 0,-1-1 2 0,-1 1-14 0,1 1-21 0,-4 0 37 0,0 0-33 0,-3 1 39 0,0 1-1 0,-1-2-13 15,0 1 8-15,0 0 13 0,1 0-3 0,3 2 37 0,2-2-7 16,-2 1-7-16,-1-2-9 0,-5 0 16 0,2 0-14 0,4 0 14 0,3 1-4 15,3-1-3-15,1 0 10 0,3 0 3 0,1 0 4 0,0 0 8 16,1 0-15-16,0-1-14 0,2 1-41 16,2 0 24-16,2-2-25 0,2 1 18 0,5-2-6 0,2 1-13 0,4 1 7 15,3-3-1-15,-1 1 4 0,-4 1 1 0,1-1 2 0,3 0-3 0,3-2-17 0,7 3 17 16,1-2-16-16,-2 0 21 0,-1 0-8 16,1 0-9-16,2 2-10 0,3-2 12 0,4 1-4 0,4 2 30 0,3-3-6 0,-1 2-8 0,-4-1-14 15,3-1 14-15,-2 1-12 0,1 0 17 16,3-1-5-16,-3 2-3 0,2 0-5 0,1 0-6 0,2 2 5 0,4-2-3 0,-5 2-2 15,-4-1 0-15,1 0-3 0,-4 0 5 0,-2-1-5 0,4 1 1 16,-6 0 0-16,-4 0-2 0,1 1-10 16,-2-2 10-16,-2 2-6 0,-1 0 21 0,-3 0-1 0,-1 2-9 0,0-1-21 15,-4 0 20-15,-2-1-17 0,-5 1 31 0,-4 1-7 0,-2-2-10 16,-3 2-7-16,-3-2 3 0,-1 0-1 0,0 1 18 0,0-1-1 0,-1 0-2 0,-2 2-24 16,-3-1 23-16,-3 0-19 0,-3 1 28 0,-5-2-6 0,-2 0-12 0,-6 0 1 15,-2 0-1-15,-1 0 3 0,-3-2-2 0,0 2 3 0,-1 0-2 16,-3 0-15-16,-3 0 20 0,-3 0-16 0,-3-1 26 0,-4 1-9 15,5-1-13-15,-9-1-3 0,0 0 5 0,1 1 1 0,-3 1 16 16,4 0 1-16,2 0-3 0,-6 0-20 16,0 0 19-16,-2 0-17 0,2 0 27 0,0 0-5 0,0-2-11 0,-1 2-12 0,0 0 9 15,5 0-7-15,2 2 23 0,-1-2-6 0,1 0-4 0,0 0-21 16,4 0 17-16,2 0-14 0,2 0 23 0,5 0-1 16,1 0-10-16,5 0-12 0,6 2 16 0,2-2-14 0,7 1 15 0,4-1 3 0,3 0-10 0,4 0-14 15,1 0 19-15,2 0-18 0,0 0 18 0,2 0-2 0,1 0-8 16,5 2-14-16,3-2 20 0,5 0-14 0,5 0 23 0,5-3 2 15,7 1-14-15,7-2-4 0,6-1 10 0,3 1-10 0,-1-3 7 16,1 2 0-16,0 0 0 0,4-1-3 0,4 1-3 16,5 1 1-16,4 3-14 0,3-2-8 0,1 2-12 0,0-2-58 0,-2 1-6 15,-2 2-21-15,4 1-131 0,-1 4-52 0,1 3-66 0</inkml:trace>
  <inkml:trace contextRef="#ctx0" brushRef="#br0" timeOffset="71783.44">27309 15535 256 0,'-19'-15'-4'0,"9"8"-29"0,1 2 26 0,0 0 10 0,0-1 14 0,0 3 25 0,-2-3-19 0,0 1 22 0,1 3-7 0,2-3-18 0,-1 1-16 0,1 0 6 0,2 0-4 0,-2 0 23 0,2 2-6 0,2 0-9 0,1 1-4 16,2-1 11-16,0 0-8 0,1 1 9 0,0 1-7 0,0-1-8 0,1 1-20 15,2 0 8-15,1-1-6 0,2 1 28 16,0 0-4-16,1 0-7 0,2 0-11 16,0 0 16-16,2 0-14 0,1 0 8 0,0 0-1 0,0 0-5 15,1 0 12-15,1 1-9 0,2 0 12 0,0 0 6 0,1 1 0 16,1-2 5-16,2 0-13 0,3 0 11 0,3 0-11 0,4 0 11 16,4-2-3-16,4 0-1 0,2 1-7 0,-7-3-1 0,2 1 1 0,-1 1 7 0,0-2-3 0,5 1-1 15,-2 1-17-15,0 2 7 0,-1-2-8 0,0 2 11 16,1 0-3-16,1 2-2 0,4-1-24 0,-2 0 24 15,-4 0-16-15,-7-1 35 0,-5 2 1 0,-2-2-19 0,0 0-7 16,3 0 10-16,-3 0-12 0,-4 0 5 0,-5 0-2 0,-2 0-1 0,-3 0-13 16,-2 0 17-16,-3 0-9 0,-1 0 34 0,-2 0-1 0,0 0-9 15,2 0-22-15,-2 0 27 0,0 0-25 0,0 0 23 0,0 0-4 16,-3-2-15-16,0 4-18 0,0-1-6 0,-2 2-4 0,1 0-31 16,-1 3-3-16,2 0-11 0,-1 0-22 0,1 1 2 0,2 0-11 0,0 2-39 15,0-1 84-15,1 1-13 0</inkml:trace>
  <inkml:trace contextRef="#ctx0" brushRef="#br0" timeOffset="99453.11">12004 15442 217 0,'-16'-10'187'0,"-3"2"-117"0,3 1 105 0,3 0-125 0,6 1-36 0,3 3-4 0,2 0 16 0,1 1-6 0,-1 1-1 0,2 1-28 0,2 1 5 0,1 1-5 0,1 0 32 16,2 1-1-16,2 2-2 0,1-1-20 0,1 1 33 0,1-1-25 0,2 1 36 15,1 0-10-15,2 1-22 0,3 1-19 16,2-2 21-16,2 2-14 0,4 0 41 0,1-2-5 0,0 0-14 0,-3 0-15 16,0 0 19-16,6-1-17 0,0 1 21 0,8-3-15 0,0-2-7 0,2 0 0 15,3 0-6-15,2-4 9 0,6-3-5 0,2 2 3 0,0-2-5 0,-1-4-11 16,1-1 17-16,-5-4-15 0,1-2 16 0,3-1-5 0,-1-1-8 15,4-2-9-15,3 1 13 0,-3 0-4 0,-2-1 25 0,-3-1-3 16,-3-2-11-16,0 2-9 0,2-2 26 0,-3-1-20 0,-2 2 20 16,-5-1-3-16,0 4-13 0,-1-2-18 0,-2 2 16 0,-4-1-13 0,-10 1 29 15,-6 1-5-15,-4 3-14 0,-1-5-5 0,1-1 6 0,-3 1-6 16,-4-2 5-16,-5 1-2 0,-2 2 1 0,-5 1-1 0,-4-2 0 16,-3 0 2-16,-4-1-3 0,-3 1 3 0,2 1-7 0,-7 1-2 0,-8 0 9 15,-3 1-9-15,-10 1 4 0,-1 2-7 0,-2 2-4 0,-11 3 15 16,-6 2-12-16,-6 1 16 0,-2 2-12 0,0-1 0 0,0 2 1 0,-5 3-15 15,-5 2 23-15,-4 0-17 0,-3 5 23 0,1 2-2 16,1 5-10-16,-7 3 7 0,4 6-6 0,-2 2 6 0,-4 2-4 0,10 5 1 16,-1 3-1-16,-3 6 2 0,3 0 10 0,0 2-7 0,3 1 7 15,8-1 2-15,5 2-1 0,-2 5-17 0,7 0 6 0,6 2-7 16,5 0 10-16,8-3 4 0,6-1-4 0,1-2-8 16,9-1 9-16,10-4-11 0,5-2 3 0,9-4 0 0,7-4 0 0,5-2-16 15,8-2 6-15,6-2-4 0,6 0 26 0,6-4 0 0,8-1-3 16,9-3-33-16,5-2 29 0,6-2-26 0,1-2 36 15,3-3-14-15,5-3-14 0,9-1-56 0,7-1-27 0,3-1-3 16,1 0-153-16,-3 0-52 0,-4-3-59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8:48:01.42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15821 7242 382 0,'-9'-3'71'0,"0"-3"94"0,2 5-115 0,3-1-32 0,0 0 1 0,2 2-5 0,0 0-1 0,2 0 2 0,-1 0 3 0,1 0 14 0,0 0-6 0,0 0 11 16,0 0-5-16,1 0-22 0,1 0-16 16,3 2 17-16,0-1-18 0,3-1 15 0,0 1 7 0,2-1 1 0,1 0-16 0,2 1 16 0,0-1-14 15,2 0 31-15,-1 0 0 16,3 0-9-16,3 0-20 0,3 0 30 0,-1 0-26 0,2 0 33 0,1 0-3 0,1 0-10 0,3 0-10 16,2 0 12-16,1-1-10 0,-8 1 12 0,1-1-3 0,0 0-11 0,3-1-3 15,7 1 11-15,-3 0-11 0,-2 0 3 0,-1-1-5 0,-2 1-7 16,1 0-8-16,-3 1 13 0,1 0-8 0,-2 0 31 0,-2 0-12 15,2 2-13-15,1 0-11 16,0-2 2-16,0 2-1 0,0-1 7 0,-9 2-5 0,-1-2-5 0,2 0-11 0,2 2 19 0,7 1-12 16,1-2 4-16,-2 1-9 0,-4 1-28 0,1-2-55 15,0 4 1-15,0-3-22 0,1 2-70 0,0 1-36 16,1-1-35-16</inkml:trace>
  <inkml:trace contextRef="#ctx0" brushRef="#br0" timeOffset="1630.57">24715 2337 587 0,'0'-6'148'0,"-1"1"42"0,-1-1 27 0,2 2-76 0,-1-1 21 0,0 2-27 0,0 1-40 0,1 2-22 0,-1 0 1 0,0 0-17 16,-3 2-14-16,0 2-6 0,-2 3-13 0,-3 2 0 0,-2 1 13 0,-1 4-13 0,-3 3 27 15,1 0-4-15,0 3-5 0,-2 7-25 0,2 3 20 0,1 7-27 16,-6 11 25-16,1-3-13 0,-3-2-13 0,-8-2-14 0,3-2 6 15,-2 0-5-15,-3 3 16 16,-1-1 0-16,1 2-6 0,-3 1-11 0,7-4 15 0,3-4-15 0,4-1 15 0,3-6-3 16,3-2-9-16,-2 1-26 0,4-6 3 0,-1-4-10 0,3-2-36 15,1-4-7-15,1-1-20 16,2 4-90-16,0-4-33 0,0 1-9 0,1-5-171 0,3 0 232 0,-1 3-12 0</inkml:trace>
  <inkml:trace contextRef="#ctx0" brushRef="#br0" timeOffset="1867.48">23830 2346 1687 0,'-21'-7'-87'0,"13"6"254"0,3 1-39 16,3 1-13-16,2 4-61 0,1 2 10 0,5 2-23 0,4 6 23 0,2 4-25 16,4 5-18-1,6 6-3-15,4 2 12 0,3 0-4 0,9 6 28 0,0-2-9 0,1 1-18 0,1 2-9 0,3-9 16 16,3 1-17-16,10-1 20 0,7-6-9 0,2 2-12 0,9-1-14 15,-6-2 12-15,-8 0-13 0,1 2 23 0,-8-4-6 0,-2 0-9 16,13 4-53-16,-1-4 8 0,-3 1-18 0,-2-2 28 16,-15-4-32-16,-9-2 0 15,-4 0-155-15,-10-1-94 0,-4-2 42 0,4 6-48 0</inkml:trace>
  <inkml:trace contextRef="#ctx0" brushRef="#br0" timeOffset="3698.84">26979 2284 592 0,'-12'-10'247'0,"2"5"-124"0,0-2 166 0,0 0-173 0,3 0 38 0,2 3-51 0,2-1 6 0,3 0-27 0,3 0-30 0,1 0-25 0,4-2 2 0,1 2-10 0,4-1 12 0,1 0-4 15,1 0-5-15,4 1-26 0,-1 4 24 0,1 0-25 0,-2-1 40 16,-2 1-2-16,3-1-11 0,5 0-17 0,4 1 15 0,0 1-20 15,3 0 17-15,-4 1-3 0,1 2-13 0,2 2-4 16,-2-2 14-16,-2-1-13 0,0 5 20 0,-6 0-7 0,-3 2-7 0,-2 0-14 16,-6 1 20-1,-2 2-16-15,-2 5 29 0,-4-2-4 16,-5 4-14-16,-3 0-1 0,-4 1 8 0,-4 1-8 0,-4 2 8 0,-2 4-3 0,-4 1-6 0,-5 4-2 16,2 2 4-16,0 0-2 0,3-2 5 15,0-2-1-15,1-1-2 0,-4 1-14 0,4-7 12 0,0 0-8 0,7-3 22 16,2-1 2-16,0 1-8 0,2 1-18 0,-4-1 22 0,1-3-20 0,4 1 24 0,1-5-3 0,5 0-12 0,3-1-17 31,2-3 20-31,2-1-16 0,3 1 30 0,3 0-2 0,2-2-12 0,3 0-12 16,2 2 23-16,3-1-18 0,3 1 35 0,-1-3 1 0,2 0-11 15,-2-3-6-15,3-3 12 0,4 3-12 0,2-3 7 0,6 0-7 16,1 0-9-16,-1-1-21 0,3-1 20 0,1-1-15 0,3 0 26 16,-4 2-3-16,-2-1-10 0,1 2-22 0,-2-1 22 0,-3 0-18 15,-7-2 19-15,-6 2-6 0,0 0-18 0,-2 0-21 0,5-2 8 0,-1 0-11 16,-2 1-9-16,-3-1-8 0,-4 1-10 0,-2-1-27 0,-3 1-2 0,-1 0-4 15,-2 2-25-15,-2-1-28 0,-1 1-23 0,-3 0-74 0,0-1-63 16,-2-1 20-16,-1 4 66 0</inkml:trace>
  <inkml:trace contextRef="#ctx0" brushRef="#br0" timeOffset="3889.73">26718 2681 1900 0,'-35'-9'-886'0,"24"3"1440"0,4-2-162 0,3-1-336 0,4 1 3 0,4 2 29 0,6-2-37 0,8-2 16 0,5-2-15 0,5 0-26 0,9 0-21 0,4 2 16 15,4 2-20-15,7 0 19 0,-3 5-4 0,0 0-11 0,-1 1-17 16,-1-1 18-16,-1 2-18 0,10-1 32 0,4 2-20 16,-3 0-11-16,7 3-61 0,-9 0-20 0,-5 0 4 0,-5 1-127 0,-7-3-71 15,-3 1-30-15</inkml:trace>
  <inkml:trace contextRef="#ctx0" brushRef="#br0" timeOffset="7932.04">30244 2183 533 0,'-3'0'181'0,"-1"0"221"16,2-1-246-16,0 1-23 0,1-2-42 0,1 0 7 0,0 2-26 0,0-1-36 0,0 1-32 0,0 0 14 0,0 0-18 0,1 0 19 0,1 1-4 0,-2 1-8 0,1 2-18 0,0-1 24 0,-1 1-19 0,-1 5 64 31,-1 0-13-31,-1 7-9 0,-5 5-23 0,-1 2 12 0,-1-2-15 16,-4 4 17-16,3-3-8 0,-3-1-8 0,-4 6-15 15,-1 3 16-15,-1 2-13 0,-1 7 26 0,3 1-4 0,1-2-19 0,1 5-2 16,1-7 7-16,-2-4-8 0,-2 3 8 0,-5-4-5 0,3-1-1 0,-2 2-3 16,4-7 4-16,2-1-2 0,1 0 9 15,2-5 0-15,2-1-9 0,-1 1-17 0,2 0 27 0,0-1-23 0,1-1 20 0,1-1-15 16,0-3-21-16,1 1-58 0,1-1-20 15,0-2-9-15,2 2-121 0,-1-4-11 0,2-1-32 0</inkml:trace>
  <inkml:trace contextRef="#ctx0" brushRef="#br0" timeOffset="8216.07">29611 2349 1661 0,'-8'-7'-63'0,"5"3"177"0,3 3-13 0,0 1-8 0,2 0-61 15,3 0 31-15,4 1-45 0,5 5 57 0,0 1-10 0,4 3-20 0,1 5-33 16,-1 2 30-16,2 3-36 0,0 3 38 0,0 0-9 16,4 2-16-16,4 6-13 0,-1-5 13 0,1 3-14 15,1 0 20-15,-3-3-6 0,1-3-11 0,3-2-12 0,-4-3 20 16,-2-2-20-16,-4 2 22 0,-6-2-6 0,0 0-11 0,0-2-2 15,4-1 2-15,-2-2-1 0,0 1 6 0,-4-3-5 0,-3-1-4 16,-1 1-50-16,-1-2-3 0,-2-1-10 0,-1 2-58 0,-2 0-38 16,-1-3-13-16,0 0-218 0,1-1 227 0</inkml:trace>
  <inkml:trace contextRef="#ctx0" brushRef="#br0" timeOffset="8643.33">30601 2476 576 0,'-3'-2'160'0,"-1"-4"289"0,1 1-237 0,1 1-32 0,1 3-40 0,1 0-75 0,0 1 15 0,0 0-46 0,0 0-9 0,0 1 1 0,-1 2-11 0,-3 3-3 0,1 2 17 0,-2 2-16 15,0 4 28-15,-2-1-7 0,0 2-11 0,1 2-4 0,-1-2 9 16,-1 2-11-16,5 0 10 0,-1-3-4 16,1-2-4-16,-3 3-19 0,-3-3 12 0,0 0-15 0,0 1 20 0,1-6-7 15,-1 0-10-15,3 0-8 0,0-3-11 16,2 1 4-16,0 3-53 0,1-3-28 0,1 0-9 0,-1-1-117 0,3 0-56 0,0-3 30 16,0-1 12-16</inkml:trace>
  <inkml:trace contextRef="#ctx0" brushRef="#br0" timeOffset="8815">30386 2410 1098 0,'-12'-8'-584'0,"8"7"1132"0,-1 1-129 0,3 0-191 15,1-2-103-15,1 2 13 0,0 2-55 0,2-1 7 16,2 3-8-16,1 1-12 0,4 2-30 0,1 0 23 0,2 1-33 0,2 1 12 0,2 1-6 16,1 0-18-16,3 2-9 0,-1 0 5 0,-1 0-11 15,2 2 5-15,-9 1-1 0,0-2-4 0,0 2-18 0,-2-4 5 0,5-1-13 16,4-1-35-16,0-1-21 15,-2 1-12-15,2-3-109 0,-3-2-96 0,-3 0 49 0,6-1-50 0</inkml:trace>
  <inkml:trace contextRef="#ctx0" brushRef="#br0" timeOffset="9265.91">30883 2242 1268 0,'-2'-16'327'15,"-2"10"-225"-15,4-2 100 0,2-2-79 0,3 1 18 0,4 3-43 0,7-3-13 0,3 1-21 16,2 0-30-16,7-3-23 0,0 2 17 0,-5 1-19 0,4 1 26 16,-1 0-8-16,1 3-14 0,10-2 1 0,-4 2 5 0,-1 0-5 15,-1 2 2-15,-4 0 1 0,-3 2-4 0,-2 3-17 16,-5 1 14-16,-3 0-15 0,-2 1 23 0,-4 0-4 0,-4 0-9 0,0 1-9 15,-4 1 6-15,-1 3-4 0,-4 5 19 16,-4 0-4-16,-3 2-4 0,-5 6-6 16,-3-1 7-16,-5 5-5 0,-5 3 13 15,0-4-7-15,0 0-8 0,-4 1-10 0,5-1 9 0,0 0-6 0,2 6 17 16,5 0-4-16,4 0-6 0,4-1-17 0,2-4 15 0,2-3-10 16,0-1 25-16,-2-3-6 0,3-1-10 0,4-2-7 0,3 0 6 15,0-2-5-15,2 0 11 0,5 0 2 0,0-3-4 0,7 2-10 16,1-3 16-16,4 2-13 0,1 1 24 0,-6-4 3 0,3-1-6 0,6-1-2 15,5-3 16-15,10 0-13 0,4 2 8 0,0-3-5 0,1 1-11 0,2 0-11 16,0 1 8-16,-1 2-7 0,0-2 12 0,-4 2-4 16,-2-2-7-16,1 1 0 0,-1-2-1 0,0 1 0 0,0-2-20 15,-4 1-2-15,-1-1-9 0,-2 0-51 0,-4-1 6 0,-3-3-20 0,-3 0-27 16,-3 0-20-16,-4-3-22 0,-3-1-100 0,-2 0-21 0,-4-2-11 16,1 0-139-16,-3-1 254 0,-1 3-22 0</inkml:trace>
  <inkml:trace contextRef="#ctx0" brushRef="#br0" timeOffset="9465.85">30871 2614 999 0,'-4'3'181'0,"4"-2"521"15,1-1-562-15,4 0 5 0,3 1-1 0,9-2-54 0,4 0 19 0,7-3-50 0,9 0-12 0,-5 0-12 0,1 1-21 0,10-1-16 0,-3-1 7 0,9 1-9 0,6 0 16 0,-8 1-5 0,-2 3-6 16,1 0-28-16,-9 0 2 0,-1 0-9 0,1 2-34 16,-8-2-21-16,-1 1-12 0,1-1-170 0,-2-3-121 0,8 0-24 0</inkml:trace>
  <inkml:trace contextRef="#ctx0" brushRef="#br0" timeOffset="17155.3">15334 8708 348 0,'-4'-4'61'0,"2"3"71"0,0-1-95 0,1 0-18 0,0 2-8 0,-2 0-2 0,1 3-5 0,-2-1-4 0,-1 4-17 0,0 0 17 0,-2 3-10 0,-1 1 33 0,-1 4-1 0,-3 0-11 0,-2 6-4 16,1 1 15-16,-1 0-14 0,2 3 7 0,1-2-3 0,0 2-10 0,2 2-5 16,3-1 4-16,-1 1-2 0,1-4 17 0,8-2-3 15,0-2-3-15,1 1-30 0,2 1 29 16,-4-1-23-16,-2-1 40 0,-2-3-8 0,2-1-15 0,1 2-7 0,5-5 5 0,0 1-1 0,2-1 15 16,-1-1-1-16,2-1-9 0,1 2 4 0,1-2 11 15,1 0-10 1,1-2 2-16,2 1 6 0,-2-2-1 0,2 1 12 0,0 0 7 0,2 0-5 15,2-3 6-15,-1 2-2 0,1-2-6 0,1 2-21 0,2-2 21 16,4 2-21-16,2 0 22 0,0-1-8 0,3 2-12 0,0-1 1 16,5 0 4-16,-1 0 2 0,-2 1 5 0,-2-3-4 0,0 2-12 0,5-2-18 15,2 1 24-15,4-1-19 0,1 1 28 0,-2-1-8 0,2 0-13 16,4-2-14-16,1-1 12 0,1 2-6 0,1-2 30 0,-4-1-6 16,1 0-12-16,3 0-21 0,4-2 27 0,4 0-20 0,-2 1 29 0,-1 0-9 15,3 0-15-15,2-2 9 0,0 2-2 0,2-1 9 0,-3 0 9 16,1-1-2-16,1 2-1 0,3 0-22 0,3 1 23 0,-3 1-20 15,-1 0 30-15,-1 3-12 0,-4 0-12 0,5 1-2 0,1 2-5 16,-3 0 8-16,3 2 10 0,-5 0-7 0,-5 1-4 0,1 3-21 0,-1-3 23 16,0 3-18-16,3-1 27 0,-7-2-3 0,0-4-13 0,1 1-17 15,3 0 24-15,1-1-15 0,-5 1 44 0,-2 0-4 0,-1-2-13 0,2-1-9 16,0-1 18-16,-2 1-14 0,-3-1 22 0,-4-1 1 0,0 2-6 16,2-2-22-16,-3-2 15 0,-7 0-16 0,-1 0 17 0,-3 0-2 15,-2-3-8-15,5-1-10 0,-1-1 13 0,-7-1-12 0,-2 1 20 16,-4-2-6-16,-4-1-7 0,1-1-4 0,-3 1 13 0,0-1-6 0,-2 0 27 15,-2 0-8-15,1-4-9 0,-1-4-12 0,-1 1 7 0,1-2-7 16,1-2 8-16,-2 0 2 0,1-2-4 0,2-1-18 16,-1 0 13-16,-2 3-13 0,1-1 20 0,-3 2-8 0,1 1-5 15,-2 0-17-15,0 1 14 0,-1 1-9 0,0 2 19 0,-1 0-3 0,0-2-12 0,0 2-14 16,0-1 16-16,-1 2-13 0,-1-1 17 0,1 2-5 16,-3 1-11-16,2-1-20 0,-2 3 1 0,-2 0-5 0,2 2-25 0,-1 0-13 0,1 5-17 15,-1-1-56-15,2 3-21 0,0 0-5 0,1 0-124 0,0 3-55 16,0 2-47-16</inkml:trace>
  <inkml:trace contextRef="#ctx0" brushRef="#br0" timeOffset="19381.75">25154 9523 690 0,'19'-15'97'16,"11"-2"264"-16,7 0-355 0,4 4 9 0,2 2-23 0,4 2 22 0,3 0-5 0,4 1-3 0,5-2-27 0,4-1 27 0,4 1-21 0,-2-3 39 0,1 4-9 0,2-2-13 0,8-1 6 16,2 2 11-16,1 1-1 0,3 2 21 0,-3 0-1 15,2 1-12-15,9 2-10 0,2 0 13 0,5 0-14 0,2 0 10 0,-6 2-5 16,8 1-1-16,8 1-12 0,2 0 12 16,5 2-8-16,2 1 11 0,-5-1-3 0,5 1-15 0,6 2-16 0,0-3 22 15,2 4-18-15,0-3 30 0,-5 3-15 0,-1-3-14 0,6 0 5 16,-3 1 1-16,0-2 4 0,-3 0-7 0,-9-1 4 0,2 0-5 0,1-1-8 0,-3-1 18 0,2 0-15 0,-8-1 20 15,-2 1-4 1,-3-3-8-16,-2 0 2 0,0 2 0 0,-5-1 2 0,0-1 3 0,-6 2 0 0,-8-2-5 0,1 1-10 0,-2 1 19 16,-4-2-16-16,-9 2 21 15,-3-1-7-15,-7 0-11 0,-2 0-18 0,-1 1 16 0,-9 0-11 16,-7 0 12-16,-9 0-1 0,-6-1-16 0,-3 1-17 0,-5-2 22 0,-4 1-22 0,-2-2 32 16,-6 1 4-16,-1 1 0 0,-4-3-16 15,-6 0 12-15,-5 0-11 0,-3-1 25 0,-3 0-3 0,-6-2-8 0,-6 2-15 0,-6 1 24 0,-7-1-17 0,-7 1 25 16,-1 1-5-16,-1-2-14 0,-5 0-5 0,-2-1 16 0,-3 2-8 15,-9-1 26-15,-6 2 1 0,-9 1-14 0,-7-1-9 16,-7 0 18-16,-1 1-18 0,-8 0 7 0,-4 4 1 16,-5-1-5-16,-12 1-12 0,-3 1 3 0,-1 1-5 0,-2 2 15 0,1-1-2 15,0 0-2-15,-7 2-19 0,-4-2 22 16,2 0-17-16,1 1 29 0,5 0-6 0,3 1-10 0,-5-1-7 0,4 1 3 16,0-1-2-16,3 1 15 0,9-1-1 0,5 1-7 0,1 0-21 15,1 2 25-15,8 0-20 0,3 0 41 0,9-1-11 0,9 2-15 16,-1 1-13-16,6 1 21 0,3 0-13 0,6 2 20 0,12-2-1 0,8 2-17 15,3-2-11-15,6 3 22 0,3-2-18 0,1-1 22 0,8 1-10 16,5-1-9-16,12-2 6 0,5-1-5 0,5 0 9 0,5-4 5 0,-3 1-4 16,5 0-4-16,1-3-27 0,3 1 28 0,5 2-22 15,4-2 45-15,4-1-2 0,2 1-13 0,10-2-5 0,8-2 10 16,7 0-7-16,7-3 21 0,3 0-1 0,3-2-3 0,14-1-28 0,8 0 4 16,4-1 16-16,4-2 26 0,-3 1-1 0,7 1-32 0,6 0 3 15,6 0 2-15,2 0 2 0,2 0 11 0,-1 2-5 0,3-2-4 16,9 0-8-16,0 1 7 0,125-4 7 0,-122 9-15 15,2-1-5-15,5 3-6 0,2 1 7 0,1 0-4 0,1 1 22 16,-3 3-9-16,-1-1-3 0,6 4-16 0,1 1 5 0,-1-1-4 0,2 2 11 16,-7 1-3-16,-2 1-4 0,4 0-22 0,-2-1-2 0,-2 5-3 15,-3-1 0-15,-7-3-2 0,-4 3-4 0,3 0-29 0,-3 0 4 16,-11-2-12-16,-2 2-16 0,-11 0-13 0,-5 0-12 0,-1-1-38 0,-10 1-61 16,-8-4 24-16,-9 3 22 0</inkml:trace>
  <inkml:trace contextRef="#ctx0" brushRef="#br0" timeOffset="26889.8">4991 12082 267 0,'-7'0'27'0,"0"0"12"0,1 0-8 0,2 0 13 0,-1 2-17 0,3 0 2 0,-1-1-5 0,2 1-7 0,-2 1-7 0,2 0 13 16,0-1-5-16,1 2 34 16,-1-1-6-16,1 3-10 0,0-1-30 0,-1 3 33 0,1 2-28 0,0 0 39 15,-1 3-13-15,1 0-17 0,-1 2 1 0,-1-1-8 0,1 3 8 16,0 0-2-16,0-1-3 0,0 2 0 0,-1 0-28 0,1 0 27 15,-2 0-25-15,2-1 30 0,0 0-6 0,-1 1-11 0,0 2-11 16,-1-5 5-16,1 2-5 0,1-3 14 0,0 1 4 0,0 4-6 0,1-1-21 16,2-1 29-16,0-1-27 0,3 0 28 0,0-3-5 0,3-2-12 15,2 1 1-15,4-1-4 0,0-2 7 0,3-1 8 0,2 0-3 16,3-3-3-16,5 0-7 0,1-1 16 0,0-3-11 0,3 1 16 16,-1 0-3-16,-5-1-9 0,2-1-13 0,1 0 10 0,1-1-6 15,6-1 20-15,-2 2 2 0,-3-1-11 0,3 1-15 0,-1 0 20 0,3 0-20 16,2 0 22-16,-2 0-2 0,1 1-3 0,0 1-18 0,0-1 19 15,0 2-12-15,-7-3 38 0,1 0-8 0,3 1-16 0,3-1-11 16,5 0 11-16,2-1-10 0,2 1 10 0,1-2-6 0,4 0-5 0,4 0 0 16,0 0 2-16,-4 1 3 0,0-2 4 0,-3-1 4 0,3 0-8 15,9-1-13-15,0 1 26 0,3-1-23 0,2 1 23 0,-4 2-7 16,-5-3-12-16,3 2-11 0,1-2 13 0,1 1-6 0,4-1 26 0,-2 3-4 16,-1-1-14-16,1 0-8 0,-5 3 13 0,0-1-13 15,0 0 13-15,0 0-4 0,3 1-3 0,2-2-3 0,1 2-6 0,0-1 6 16,-5 0 6-16,1-1 1 0,1 0 2 0,4 1-15 0,7-1 11 15,-1 2-9-15,-1 0 20 0,-1 2-8 0,-6 0-6 0,4 1-1 0,-2-1 0 16,3 0 2-16,3 1 5 0,-2 3-3 0,1-3-4 0,-2 2-2 16,4-1 6-16,-2-1-3 0,3-1 5 0,3 0 0 0,1 2-3 15,3-2 6-15,0-1 12 0,0 1-4 0,-1-2 15 0,2-2-5 16,4 1-10-16,6-1-14 0,-1-1 17 0,-2 0-15 0,4-2 14 16,-3 1-2-16,3 2-5 0,3-2-4 0,-1 0 9 0,3-1-5 0,0 0 5 15,1 0 3-15,-1 2-9 0,3-2-22 0,2 1 25 0,0-2-24 16,2 2 23-16,-2-1 5 0,-4 2-7 0,8-2-10 15,0 1 1-15,-1 1-5 0,-1 1-2 0,-6 0 6 0,-1 1 1 0,5-1-1 16,1 1 5-16,-2 0-7 0,0-1 4 0,-7 0-3 0,2 1 4 16,4-3-1-16,-3 1-7 0,-1-1 6 0,-2-2 7 0,-5 1-3 0,2-2 5 0,1 4-19 15,-3-1 14-15,-3 0-12 0,0-1 16 0,-3 3 0 16,-1 2-3-16,1 0-25 0,-4 3 19 0,-4 0-15 0,-2 0 36 0,-5-1-3 16,-1 3-14-16,1 0-6 0,-3 1 7 0,-3 2-7 15,-6-3 4-15,-3 2-1 0,-5-2-2 0,2-1-1 0,-1 2 2 16,-4-1 1-16,-2 1 7 0,-4 1 2 0,0-1-7 0,0-1-13 0,-2 2 16 0,-7-3-16 15,0-2 17-15,0 2-4 0,-1-1-5 0,6-1 2 16,-4-1 0-16,-2 2 3 0,-2-2-2 0,-3 1 1 0,-1-2-3 16,-2 0-7-16,-1 0 9 0,-1 1-6 0,-1-1 11 0,-3 1-8 0,-3-1-9 0,-2 0-4 15,-1 0-6-15,-3 0 7 0,-1 0 5 0,-2 0-4 0,-1 0 4 16,0-1-14-16,-1 1 3 0,0 0-3 0,0 0-18 0,0 0-24 16,0 0-19-16,0 0-80 0,1 0-29 0,3 0 0 0,1 1 58 0</inkml:trace>
  <inkml:trace contextRef="#ctx0" brushRef="#br0" timeOffset="31325.12">17145 12479 625 0,'8'-4'75'0,"-4"-1"211"0,2 3-300 0,2 1 10 0,2 1-4 0,8 1 19 0,2-1-4 0,1 2-6 0,4-1 25 0,1-1-12 0,1 0 19 0,4-1-2 0,3-1-6 0,4 1-3 0,8-1-5 16,6-2 2-16,4 1-3 0,-3-3-1 0,1 1 1 0,1-2 3 15,7 0-11-15,9-1 6 0,6 1-4 0,4 5 15 0,-5-1-6 16,3 0-7-16,1-1-18 0,2 0 17 0,9-3-15 0,1 5 16 15,-4-2-4-15,0 1-8 0,5 2 10 0,2 0 6 0,6 1-2 16,0 0 9-16,-4 1-1 0,-2 2-3 0,9 1-5 0,5-1 8 0,1 4-9 16,0-1 5-16,-4-1-7 0,5 0-3 0,6 1-13 0,4 1 10 15,-1 4-5-15,2-1 17 0,-3 0-1 0,2 2-12 0,7-2-16 16,2 0 16-16,-1-1-13 0,3-1 26 0,-6-2-11 0,1 0-9 16,7 0 0-16,-2-1 4 0,4 0 1 0,-1-1 0 0,-6-1 3 0,0 0-6 15,6 0-5-15,-1-3 14 0,-1 1-12 0,2 0 11 0,-5-1 0 16,0 0-6-16,7 0 14 0,2 0 2 0,-2 0 3 0,2 0 4 0,-5 1 2 15,1-1-5-15,8 3-11 0,-2 0 31 0,2-1-25 0,2 3 31 16,-6-1-8-16,4 2-12 0,9 0-17 0,-1 0 19 0,0 0-16 16,7 3 18-16,-7 0-2 0,-2-1-17 0,14 2-15 0,-2-1 15 0,-2-1-15 15,9 1 15-15,-8-3 1 0,0 1-8 0,13 0-19 0,-2-2 20 16,-3-1-16-16,1 0 29 0,-9 0-7 0,-5-1-11 0,5-1-16 16,-5 1 15-16,-5-1-13 15,-10 0 24-15,-11 0-6 0,-6 1-5 0,-3-1 0 0,-9-1 0 0,-10 1 4 0,-11-1 3 0,-13 0-3 0,-6 1-5 16,-8-1 2-16,-8-1 2 0,-11-1 1 0,-8-1 2 0,-9 0-6 15,-12 0-2-15,-6 0-7 0,-5-2 15 0,-5 0-6 0,-5-3 16 16,-6-1-2-16,-6-2-15 0,-8-2-8 16,-9-1 12-16,-7 2-9 0,-5 1 12 0,-4 1-3 0,-4-2-4 0,-7 1-12 0,-8 1 17 0,-5 0-11 15,-9 1 17-15,-4 0-3 0,-4-1-7 0,-2 0-23 0,-5-2 24 16,-2 2-17-16,-8-2 36 0,1 1-4 0,-1-2-14 0,-9 2-6 16,-6 0 3-16,-7-1-4 0,-5 5 11 0,-1 0-1 0,-1 0-2 0,-10 1-23 15,-6 2 20-15,-4-1-16 0,-1 1 32 0,-1 1-2 0,-4 0-9 16,-3 2-12-16,-8 0 9 0,-3 0-8 0,3 2 6 15,0 0 3-15,0 2-8 0,-7 1-23 0,-6-1 28 0,3 2-25 0,-1 1 33 0,2-1-4 16,6 3-12-16,-12-1-14 0,-1 1 20 0,5 1-13 0,-7-1 33 16,12 2-6-16,0 0-7 0,-6 0-28 0,5 3 23 0,-2-2-17 15,0 1 34-15,13 1-10 0,-2-1-17 0,0 1-14 0,4 2 18 16,4 1-11-16,2 1 31 0,13-2-2 0,5 0-9 0,-3-1-21 0,12-3 17 16,4 0-13-16,6-3 33 0,11-1-10 0,4-1-9 0,7-2-8 15,5-2 8-15,11-3 0 0,8 2 12 0,5-2-2 0,6 0-6 0,5-2-24 16,9-1 20-16,11-1-15 0,9 0 36 0,8 0-5 0,7 2-11 15,4 0-4-15,6 0-1 0,5 0 0 0,3 2 0 0,2 0-4 16,1 0-2-16,3 0-12 0,4 2 10 0,4 0-9 0,4 0 18 16,3-1 4-16,5 1 0 0,6 1-20 0,8-2 15 0,9 1-12 0,10-2 41 15,4 0-6-15,3 0-6 0,3 0-18 0,5 0 20 0,6 0-15 16,14-2 31-16,4 1-9 16,4-2-15-16,9 0 0 0,6-1 10 0,6-1-5 0,8-3 17 0,0 2-4 0,8-1-8 0,7-1-26 31,4 2 24-31,11 1-20 0,-4-1 30 0,-1-2-4 0,10 1-15 0,4 0-16 15,0 2 16-15,7 0-12 0,-6 1 16 0,-6 2-3 0,6 1-11 0,2 0-7 16,5 0 10-16,5-1-5 0,-6 1 15 0,-2 0-4 16,1-1-5-16,4 2-10 0,1 0 0 0,1 0 6 0,-5 2 15 0,-6 0-4 15,-4 0-5-15,3-1-18 0,-1 1 12 0,-4-2-11 0,-6 2 25 16,-12-1-6-16,0 0-8 0,-2 1-15 0,-7-1 17 0,-5 0-11 16,-6-1 24-16,-10 1-2 0,-7-1-11 0,91 0 3 0,-197 0-3 15,170-1-1-15,-99 0 3 0,-5-2 0 0,-8-1-1 0,-8 2 5 16,-5-2-5-16,-9 1 6 0,-8 1-2 0,-6-1-2 0,-7 1-1 15,-7 0 8-15,-5 0-4 0,-4 1 19 0,-1-1 1 0,-1 1-4 0,-1-1-32 16,-5 0 20-16,-3-2-24 0,-8-1 15 0,-5-1-1 0,-10-1-9 16,-11-1 4-16,-12 0 1 0,-11-2 0 0,-12-1 3 0,-6 0 1 15,-4 1 0-15,-11 1-10 0,-8-2 10 0,-5 2-9 0,-6 0 9 16,2 0-3-16,-1 3-5 0,-9 0-20 0,-2 1 16 0,-3 1-13 0,-1 0 25 16,6 3-2-16,0-1-7 0,-3 1-6 0,0 4 6 0,3-1-5 15,0 5 3-15,8-2 0 0,-121 14-28 0,236-19 36 16,-229 23-18-16,119-8 21 0,6-1-7 0,0 2-15 0,-1 0-19 15,1 4 13-15,5 3-13 0,-1 1-8 0,7 2-9 0,6 0-18 0,-4 3-71 16,7-1-5-16,-1 2-28 0,0 3-156 0,6-1-46 0,5 3-72 0</inkml:trace>
  <inkml:trace contextRef="#ctx0" brushRef="#br0" timeOffset="35533.32">4734 13992 256 0,'-20'-44'22'0,"9"24"313"0,-3 1-151 0,-1 2 1 0,-1 0-191 0,0 7 39 0,-1 0-27 0,1 0 73 0,1 1-5 0,-1-3-11 0,-1 3-32 0,1 0 20 0,-1 3-22 0,-1-1 13 15,2 2-3-15,0 1-15 0,2-1-24 0,-1 2 28 0,2 1-26 16,0 0 29-16,3 2-12 0,0-2-16 0,2 2-4 0,0 0 5 16,0 2-2-16,-1 2 16 0,0 2-7 0,-2 2-8 0,-3 3-12 15,-2 1 15-15,-2 4-12 0,0 1 16 0,0 0-7 16,0 2-7-16,3 3-2 0,-1 2 2 0,-2 4 3 0,-1-1 12 0,-6 0-1 0,0-2-10 0,-1 6-8 16,-1 0 10-16,-1 3-8 0,1 2 15 0,0 0-6 0,3 3-5 15,0 4-7-15,2 2 8 0,0 4-3 0,2-2 13 0,2-2-2 16,-1 0-6-16,2 1-25 0,3 1 27 0,1-2-21 0,7 2 37 15,2-2-8-15,3 0-13 0,1 2-5 0,3 0 0 16,2 1 4-16,1-5 7 0,1 2 3 0,2 0-6 0,3 2-9 0,-2 5 14 0,0 4-13 16,-2 4 14-16,0 0-1 0,-1 3-5 0,2 0-19 0,0-2 14 15,1-1-12-15,-1 1 27 0,3-4 0 0,-2 5-9 0,-1 2-20 0,0 0 23 16,-1 0-22-16,-1-3 24 0,0-2-1 0,0-3-5 0,1 3-15 16,-1-2 9-16,-1-4-7 15,1 1 25-15,-1-7-3 0,-2-6-9 0,2-1-9 0,0-7 10 0,2-3-9 16,1-5 15-16,0-4-4 0,3-6-4 0,-1-1-11 0,1-3 7 15,0-2-2-15,3 0 17 0,-1-1 1 0,0 0-4 0,3-1-27 0,0-2 29 0,0 0-26 0,1-1 32 16,-6-1-3-16,0 0-10 0,3 0-1 0,1-3-2 0,8 0 5 0,2-2 13 16,2 0-3-16,-1-2 0 0,1 0-10 15,4-1 4-15,3 0-4 0,3-2 5 0,2 2-4 0,4-1-2 0,4 0-10 16,2-3 2-16,-7 3 0 0,5 0 12 0,-7 0-2 0,2-1-4 0,10 2-7 16,-1-1 5-16,6 1-8 15,2-1-41-15,0 3-29 0,-7-3-32 0,3 5-145 0,-2-1-58 0,-3 2-24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8:48:49.84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12695 6582 80 0,'0'-3'-53'0,"1"1"28"0,0 0 41 0,1 0-10 0,-1-2 35 0,-1 1 0 0,0 1-10 0,0-1-21 0,0 1 32 0,2 1-33 0,-2 1 58 0,0 0-6 0,0 0-14 0,-2-3-20 16,2-1 33-16,0 2-30 0,0-2 37 15,-2 0-11-15,0 3-12 0,1-3-23 0,-1 0 19 0,0 3-12 16,1-2 40-16,-1 3-10 0,1-1-13 0,0 1-43 0,1 0 26 16,0 0-27-16,0 1 18 0,-1 0-9 0,1 1-17 0,0 0-10 0,-1 2 20 15,1 0-9-15,0 2 32 0,0-2-5 0,0 3-16 0,0-4-21 0,0 2 28 0,0 1-22 16,1 0 35-16,0 3-4 0,-1 2-15 0,1 2-20 0,-1 0 17 16,1 1-13-16,-1 0 36 0,0 2-6 0,0-4-10 0,0 4-22 15,0 0 17-15,0-1-14 0,0 0 21 0,0 0-2 16,-1 2-9-16,0 0-10 0,1-1 6 0,0 3-3 0,0-1 20 15,0 1-4-15,0 1-5 0,1-2-26 0,-1 0 29 0,1-3-23 0,0 0 36 0,0-3-8 16,0-1-15-16,2 2-5 0,0-3 4 0,0 1-1 0,2-1 12 0,-2-1 3 16,2 1-5-16,0-1-6 0,1-3 17 0,1 0-15 0,-1-1 28 15,3 0-5-15,0 1-6 0,4 1-8 16,-2 0 4-16,3-2-2 0,-1 0 16 0,0 1-2 0,2-4-5 0,1-1-29 0,1 2 29 16,1-2-26-16,2-1 36 0,3 0-7 0,3 0-11 0,3 2 0 15,2-1-1-15,4 0 5 0,3 0 12 0,1 1-6 0,3 2-5 0,-1-2-22 16,4-1 21-16,0 3-18 0,2 0 22 0,1 1-4 0,1 3-11 0,6 0-10 15,2 1 6-15,1-4-4 0,-4-2 19 0,-3-3-5 16,-4 2-7-16,0-1-14 0,4 0 8 0,-5-1-5 0,0 0 15 0,-1 2 0 16,-2 0-4-16,2 2-21 0,-2 1 14 0,-8-2-13 0,-3 1 25 15,-1-3 0-15,-3-1-9 0,5 0-15 16,-1 0 21-16,-6 0-18 0,-2-1 23 0,-1 1 3 0,-3-2-4 0,0 0-14 0,-1 0 2 0,-2 0-7 16,-2-2 10-16,-3 0 4 0,-1-1 4 0,1 1-12 15,-2-2 17-15,-1 1-15 0,0 0 28 0,-1-2-5 0,-2 2-3 0,1-3-5 16,-1-1 1-16,-2 0-1 0,0 0-4 0,-1 0 1 0,-1-1-4 0,2 0-12 15,-1 0 8-15,0 0-8 0,2 1 15 0,-1 1-1 0,1-1-6 16,-2-1-13-16,2-3 6 0,0 3-6 0,0-2 19 0,0 2-5 16,1 0-1-16,-3-2-16 0,3 1 11 0,1 2-10 0,-3-3 19 15,2 2-4-15,-2-2-5 0,1 1-10 16,-2 1 12-16,-4-1-7 0,-3 1 17 0,0 0-3 0,0 2-10 0,4-1-19 0,-1 2 19 0,2-2-14 16,1 1 30-16,-1 0-27 0,1 2-22 0,-5-2-66 0,-3 0-33 15,1 1-2-15,-3-1-207 0,-3 2 207 0,-6 2-36 0</inkml:trace>
  <inkml:trace contextRef="#ctx0" brushRef="#br0" timeOffset="2332.84">17736 6719 729 0,'1'-5'175'0,"-2"1"-122"0,1 3-53 0,0-1-18 0,0 2 28 0,2 2 0 0,0-1-7 0,4 1-20 0,-2 0 28 0,2 2-24 0,-2-1 35 0,1 0 2 0,0 1-10 0,2 0-14 0,0-1 10 0,0 3-8 0,1 0 23 0,-2 0 1 15,0 1-8-15,1 3-21 0,-1 0 19 0,1 3-19 0,0 1 18 16,0 2-9-16,-2-1-8 0,2 3-4 0,0 1 7 0,-1 0 0 16,0 0 17-16,0-1-2 0,-2-2-11 0,0-2-15 0,-2 1 17 0,-1-2-14 15,0 2 26-15,-1-3-9 0,-1 2-7 0,-1-1-3 0,-2-3 1 16,-1 0 2-16,-1 2 17 0,-1-2-6 0,1 3-6 0,0 1-16 15,0-1 17-15,2-2-14 0,-1-1 17 0,1-1-5 16,2 0-10-16,0-1-12 0,2-2 12 0,0 2-7 0,0-1 27 0,3-2-1 16,0 1-9-16,0-1-20 0,2 2 33 0,2-1-27 15,-1-1 39-15,3 1-11 0,3 1-17 0,0-2-8 0,4 1 6 0,-1 1 0 16,6-1 26-16,1 1-4 0,5-4-8 0,6 3-38 16,3-1 35-16,3-1-30 0,-2-1 43 0,-3 1-6 0,2-3-16 0,2 2-5 15,4-2 6-15,8-1-3 0,-1 0 8 0,2-1 1 0,5-2-7 0,6 1-10 0,-5-3 17 16,5 0-17-16,-4 0 15 0,-3-3-1 15,6 0-7-15,-1 1-10 0,2-1 5 0,4-1-4 0,-4 1 22 16,-6 1-2-16,-3-4-6 0,-2 2-25 0,-2-2 31 0,2 1-26 16,-3-2 37-16,-1 3-6 0,1-1-15 0,3 1-13 0,-6-1 14 15,-7-1-8-15,-6 2 23 0,-2 0 1 0,-4 0-12 0,3 3-14 0,-6 0 16 0,-5 1-15 16,-1-2 21-16,-5 3-6 0,-3 0-7 0,0 1-8 16,-3 0 8-16,-3 1-3 0,1-1 18 0,-2 2 1 0,-1-1-10 0,-1 2-16 15,1 0 19-15,-1 0-19 0,0 0 16 0,0 0-3 0,0 0-5 0,0 0-5 0,0 0 5 16,0 0-2-16,0 0 1 0,0 0 6 15,0 0-5-15,0 0-5 0,0 0 14 0,0 0-13 0,0 0 13 16,0 0-3-16,-1-2-3 0,-1 1-11 0,-1-2 2 0,-2 3-1 0,-1-1 9 16,0-1-1-16,-2 0-3 0,-1-5-42 0,-1-1 29 0,-1 0-30 15,-2-1 19-15,1 0-7 0,-1-1-18 0,-2-2-51 0,-1-1-12 0,-3 1-9 16,1-5-88-16,0 2-24 0,0-2-36 0</inkml:trace>
  <inkml:trace contextRef="#ctx0" brushRef="#br0" timeOffset="4844.46">22677 6513 869 0,'-25'-27'7'0,"16"15"3"0,2 5-2 0,2-1 8 0,0 2-14 0,2 2 9 0,-1 1-5 0,2 2 27 0,2 1-5 0,-1-1-10 0,1 1-31 16,0 0 15-16,0 0-18 0,2 3 22 15,-1 0-6-15,2 3 0 0,0 2-18 0,-1 2 13 0,3 1-7 0,-2 1 25 16,2 2 1-16,-1 2-14 0,2 2-19 0,-1-3 30 0,2 2-28 16,0-1 33-16,-1 2-8 0,2 0-8 0,1 1 0 0,1-1-8 15,-1-1 10-15,0-2 0 0,-1-1 2 0,-2-1 1 0,-1 1-24 16,1-2 28-16,0 2-25 0,-2-3 30 0,0 1-3 0,-1 1-11 15,-1 0-13-15,0-2 12 0,0 3-9 0,-1-1 25 0,0 1 0 16,-1 0-7-16,1 2-11 0,-1 0 4 0,0-2-7 0,1 0 8 16,-1-2 0-16,0-1 2 0,1 1-4 0,0-1 4 0,2 0-1 0,-1-2 9 15,0 0 0-15,1 0-9 0,1-1 14 0,0 0 6 0,2-4-4 0,-1 0 0 0,2-2-5 16,1 0-2-16,1 3-8 0,1-3-1 0,1 3 2 0,2 1 5 16,1-4 0-16,1 2-7 0,2 0-6 0,2 0 7 0,2-2-7 15,5 1 10-15,1 1-8 0,3-1-2 0,4-1-12 0,-3 0 8 16,-4 1-1-16,0-2 26 0,-1 0-1 0,0-1-9 0,7 2-33 0,-2-2 33 15,-2 1-29-15,-1-1 44 0,-1 1-13 16,2-1-15-16,2 0-11 0,0 2 11 0,5-1-3 0,1 1 22 0,1 0 1 0,1-1-12 0,-5 2-10 16,3-2 17-16,-2 0-17 0,1-1 15 15,2 0-4-15,-2 0-5 0,2 0-2 0,3 1-1 0,0 1 3 16,5 2 5-16,2-1 2 0,0 0-3 0,-2-1-3 0,0 1 9 16,-1 0-8-16,1-1 5 0,1 2 0 0,-2-1-2 0,3 2-4 0,3-1-6 15,5 3 3-15,0-2 9 0,-6 0-3 0,0 2 3 0,-1-5-19 16,-1 4 21-16,3-3-18 0,-1 1 18 0,-3 1 1 0,3-1-9 15,8 3-8-15,-1-4 7 0,-2 1-5 0,1-1 13 0,-6-1 4 16,-1 1-10-16,4-1-6 0,-2 2 13 0,2 1-15 0,2 4 7 0,-1 0-1 0,-6 0-4 0,6-1-12 16,-4 1 17-16,-1-1-10 0,4-1 32 15,-7 0-4-15,-1 0-17 0,5 2-15 0,4 0 20 0,-1-1-18 16,-6 0 23-16,-4 1-5 0,-4 1-10 0,2-1-12 0,5-1 17 16,-1-2-10-16,-2 0 25 0,1-2 1 0,1 0-16 0,6 0-17 0,-1 1 24 0,-5-2-22 15,1 2 26-15,-5-1-5 0,0-3-10 0,4 3 4 16,-3-2-1-16,-2-1 4 0,0 2 0 0,2 0-2 0,2-2-2 15,3-1-17-15,-1 1 20 0,-8-1-15 0,0-1 23 0,-5-2 0 0,1-1-8 0,4-2-15 0,-5 0 15 16,0-3-11-16,0 0 17 16,-3-1 3-16,0-2-12 0,3 0-1 0,-1 0 10 0,2-2-10 0,0 0 2 0,-5-1 1 0,-2 0 0 0,-8 0-17 15,-2 1 13 1,1-3-10-16,1 2 33 0,3-1-2 0,0 0-10 0,-1-2-6 0,-3-2 22 16,0-1-16-16,-1-4 31 0,0 4-6 0,-2-4-5 0,2 2-10 15,1 0 7-15,-1 1-5 0,1 1 5 0,-1 0-2 0,0-1-12 0,3-1-21 0,0 2 21 0,1-2-20 0,2 1 21 16,-2 3 0-16,-1 1-11 0,2 0-16 0,-4 1 15 0,-3 0-14 0,-6 1 29 15,-2 2-1-15,0-2-8 0,0 2-17 0,4-1 18 0,-2 0-15 16,0-3 17-16,-1 2 3 16,-3 0-8-16,0-4-21 0,-4 3 14 0,-1-3-16 0,-2 4 24 15,-3 0-3-15,-2-2-8 0,-2 0-30 0,-1-1 11 0,-1 0-19 16,-1 0-23-16,-1 1-21 0,6-1-19 0,-2 0-102 0,-5 1-12 0,-1 1-16 0,-11 2 97 0</inkml:trace>
  <inkml:trace contextRef="#ctx0" brushRef="#br0" timeOffset="20475.4">5688 8142 256 0,'-6'0'24'0,"4"-1"376"0,1 1-112 0,0-1 35 0,1 1-213 0,0 0 28 0,0 0-62 0,0-1-2 0,0 1-19 0,1-3-25 0,1 0-9 15,1 1 9-15,1-1-10 0,-3 3 8 0,1-2 3 0,-2 1-12 0,0 1-2 16,0 0 29-16,-1 0-28 0,-1 0 38 0,2 0-11 16,-3 1-17-16,0-1-10 0,1 2 18 0,-3-2-19 0,1 4 23 15,-1 0-3-15,0 0-12 0,-1 2-2 0,-1-1 10 16,0 2-13-16,-2 2 17 0,0-2-6 0,0 2-11 0,-3 2-14 16,2-1 15-16,-1 3-16 0,0 0 10 0,1-3-1 15,-3 4-9-15,1-1-8 0,0 1 10 0,0 0-10 0,1 1 12 0,0-2 2 0,0 0-5 16,1 0-15-16,-1-2 11 0,1 2-11 0,1-2 19 0,2 0 0 15,-1 0-5-15,0-1-23 0,0 1 21 0,1-2-18 0,2-2 30 16,0 1-7-16,-1-2-9 0,1 1-19 0,-1-3 4 0,2 2-6 16,0-3-8-16,1-1-1 0,1 1-8 0,1-3-23 0,0 0 11 0,-2-2-12 15,2 1 5-15,-1-1-11 0,1-4-13 0,-1 1-11 0,-1-2-15 16,2-2 10-16,0 0-40 0,1 0 3 0,0-1-2 0,0 1-54 16,0-2 18-16,-1 2-24 0,1-1 20 0,1 1-2 0,0 0-6 0</inkml:trace>
  <inkml:trace contextRef="#ctx0" brushRef="#br0" timeOffset="20761.91">5332 8200 243 0,'-4'-4'220'16,"1"0"57"-16,1 3-80 0,-2-1 24 0,2-1-25 0,-1 2-43 0,0-1-52 15,2 2 40-15,0 0-59 0,1 0 47 0,0 0-24 16,0 0-34-16,0 0-34 0,0 0 23 0,-1 2-32 0,3 2 36 16,2-1 0-16,1 4-12 0,2-2-7 0,1 1 18 0,0 1-24 15,3 2 20-15,-2-2-13 0,3 2-14 0,1 0-14 0,-2 2 5 16,0-1-8-16,2 1 4 0,-1 0-1 0,1 0-5 0,3 2-12 15,-1-3 12-15,0 0-13 0,1 1 12 0,-1-2-1 16,-1 1-5-16,2 3-13 0,-4-2 12 0,1 1-12 16,-1-2 23-16,-3-1-4 0,1-1-6 0,-1 0-22 15,-1 0 20-15,0-1-15 0,-1-2 28 0,-2 1-3 0,0-1-12 0,-1 2-12 0,-2-2 13 0,2 1-10 16,-3 1 15-16,1-2-1 0,-1-2-7 16,0 1-16-16,1 0 10 0,-2-3-12 0,1-1 3 0,0 2-9 0,-1-2-13 0,1 0-40 15,0 0-6-15,0-2-8 0,4 1-64 0,-1-4-59 0,1-4-44 0,5-1-370 16,-1-2 383-16</inkml:trace>
  <inkml:trace contextRef="#ctx0" brushRef="#br0" timeOffset="23342.73">6333 8214 384 0,'-5'-2'248'0,"0"2"72"0,1-2-127 0,0 1 27 0,2 0-40 0,0 1-46 0,0-2-55 0,2 1 20 0,-3 0-39 0,1 0 12 0,2 1-8 0,-2-2-15 0,2 1-16 16,0 1 9-16,0-1-16 0,0 0 21 0,0 1-11 15,0 0-9-15,0 0-10 0,0 0 3 0,3-3-5 0,0 2 13 16,0 1-5-16,0 0-5 0,1-2-13 16,0 2 19-16,1 0-18 0,1-1 26 0,0 0-11 0,1 1-12 0,2-1-16 15,-3-1 9-15,5 2-7 0,-1-2 23 0,1 0-7 0,0 1-11 0,3-1-9 16,-1-1 12-1,2 0-9-15,0 2 13 0,0-1 0 0,0 0-8 0,0 0-4 0,0 1 7 16,-1 1-5-16,0 0 7 0,-1 0-3 0,0 0-6 0,-1 0-3 16,-2 2 5-16,0 1-1 0,-2-2 10 0,-2 0-4 0,-3-1-3 0,-1 1-16 15,0-1 13-15,-2 3-8 0,-3 1 21 0,0-2-2 0,-3 5-9 0,1-2-4 16,-3 1 8-16,-1 1-4 0,1-2 10 0,-1 3-5 0,0-1-3 0,0 1-10 16,-1 1 10-16,-1 0-5 0,0 0 13 0,-2 0-1 0,2 1-8 0,-1 2-11 15,0-1 12-15,0 1-8 0,0-2 17 0,0 0-1 16,2-1-7-16,0 1-10 0,2-2 11 0,0 1-9 0,1 0 13 0,0 0-3 15,1 0-6-15,1 0-9 0,-1-2 16 0,2 1-10 0,0 1 17 16,2-1-3-16,1-1-8 0,0 0-5 0,1-1 3 0,1 1 0 0,0-2 15 16,1 0-1-16,0 0-4 0,2-1-15 0,-1 1 23 0,2-2-16 0,-2-2 35 15,0 0-4-15,2 0-12 0,-1-1 2 0,2 0 0 0,1-1 1 16,-1 1 0-16,1-1-5 0,1 0-4 0,0 1-18 0,2 0 12 16,0-2-10-16,0 1 17 0,0 2-5 0,2 1-8 0,-1 0-9 15,0 2 11-15,0-2-7 16,-1 0 13-16,-1-1 1 0,0 0-10 0,0 1-11 0,0-1 16 15,-1 0-13-15,1 0 19 0,-2-1-2 0,0 2-8 0,-3-2-12 16,-1 0 13-16,1 0-11 0,-1 0 16 0,1 0-4 0,-2 0-10 0,0 0-10 16,0 0 2-16,1 0-4 0,-2 0-12 0,1 1-3 0,-1-1-9 0,1 0-21 15,1 1-1-15,-2-1-8 0,0-1-33 0,0 0-2 0,1-1-8 16,2 2-108-16,-1-1-32 0,-1-3-18 0,4 0-186 0,-1 3 267 0,-1-1-19 0</inkml:trace>
  <inkml:trace contextRef="#ctx0" brushRef="#br0" timeOffset="23628.4">6269 8372 630 0,'-3'1'179'0,"1"-1"355"0,2 0-317 0,0 0-41 0,1 0-42 0,1 0-69 0,3-1 25 0,1-2-45 0,4 0 27 0,4 2-13 0,2 0-21 0,0-3-25 0,0 2 22 0,1 0-25 0,-1-2 22 16,-1 1-6-16,2-1-17 0,4-1-9 0,-3 1 9 16,1-3-10-16,1 4 9 0,-2-3-6 0,-2 4-5 0,0-3-45 15,-1 2 5-15,-3-2-15 0,1 2-40 0,-2 1-44 0,-1-1-22 16,1 1-149-16,0 1-94 0,1-2-6 0</inkml:trace>
  <inkml:trace contextRef="#ctx0" brushRef="#br0" timeOffset="25339.72">5977 8219 106 0,'-1'0'174'0,"-1"2"28"0,1-2-33 0,-1 0-5 0,-1 1-26 0,2-1-32 0,-1 1-29 0,1-1 2 0,0 1-17 15,1-1 10-15,0 2-9 0,-1-2-8 0,1 1-27 16,0 0 30-16,-1 1-33 0,1-1 52 0,0 0-15 0,0 2-20 0,0 0-9 16,0 0 11-16,0 1-14 0,1-2 11 0,-1 5-8 15,1-3-19-15,1 2-18 0,-1 0 22 0,1 2-23 0,1 1 29 16,0 0-3-16,-1 0-15 0,1 1-28 15,0-2 32-15,0 0-30 0,1 1 42 0,-2-3-7 0,0 2-16 0,0-1-22 16,1 0 28-16,-1 0-22 0,-1-1 40 16,1-1-11-16,-1 1-19 0,0-1-19 0,-1 0 14 0,0-1-13 0,2 0 1 15,-2-1-8-15,0 0-16 0,0 1-59 0,0-2 5 0,0 0-23 0,-2 1-51 0,2-2-14 16,-1 0-25-16,1 1-28 0,0-2 124 0</inkml:trace>
  <inkml:trace contextRef="#ctx0" brushRef="#br0" timeOffset="25596.63">5866 8361 295 0,'-3'0'128'0,"-1"0"138"15,2-1-46-15,1 1-41 0,-1-1-47 0,2 0-61 16,0-1 10-16,2 1-33 0,0-3-3 0,2 2-4 0,0 0-12 0,2-2-17 16,-1 2 15-16,1 1-18 0,1-2 17 0,-2 2-10 15,2-1-10-15,0 2-10 0,1-1 6 0,-2 1-3 0,3 0 20 16,-1 0-8-16,2-1-5 0,1 1-11 0,-1 0 10 0,-1-1-7 15,1-1 9-15,0 2-4 0,0 0-7 0,0-1 0 0,-1-1 2 16,0-1 1-16,0 0 9 0,-1 2-2 0,-1 0-6 0,-2 0-19 31,0-1 27-31,-2 2-23 0,-1-1 22 0,1 1-27 0,-2 0-25 0,0 0-73 0,0 0-3 0,0-1-8 0,0-1-44 0,1 1-18 16,2-1-20-16</inkml:trace>
  <inkml:trace contextRef="#ctx0" brushRef="#br0" timeOffset="25847.78">6035 8230 620 0,'-8'0'239'0,"2"0"-121"0,1 0 129 16,-1 1-118-1,1 0 21-15,2 0-52 0,0 2 8 0,0-2-32 0,1 0-31 0,0 3-42 0,0 1 14 0,0-1-18 0,-1 1 20 31,1 3-2-31,0 0-6 0,0 1-17 0,-2 1 8 16,1 1-8-16,-1 0 21 0,1-1-2 0,0-1-8 0,-2 0-13 16,2-1 16-16,-1-1-15 0,2 1 7 0,0-3-8 0,-1 1-11 15,1 0-26-15,-1-3 8 0,1 3-8 0,0-3 7 0,-2 1-17 16,2 0-10-16,-1-3-49 0,-1 1 2 0,2-1-2 0,0-1-26 16,0-1-7-16,-1-1 2 0,1-1-50 0,0-3 94 15</inkml:trace>
  <inkml:trace contextRef="#ctx0" brushRef="#br0" timeOffset="26078.69">5877 8235 249 0,'-5'0'94'15,"0"0"55"-15,2 0 26 0,2 0-30 0,0 0-42 0,0 0-47 16,1 1 26-16,0 0-42 0,0 0 19 0,1 1-9 0,0 2-15 0,1-2-5 16,0 2 13-16,2 0-12 0,0 0 41 0,2 1-15 15,-2 0-11-15,3 3-18 0,0-3 6 0,0 1-11 0,0 2 7 16,3-1-2-16,2 0-4 0,1-1-17 0,1-1 3 0,-1 3-9 15,3-3 6-15,-2 2 1 0,2-2-1 0,0 0-16 16,-3-1 13-16,1 0-15 0,-1 1 0 0,0-2-7 0,-2 1-11 16,-2-1-25-16,0-1-18 0,-1 1 9 0,-2 0-67 0,1-2-21 15,-1 0-3-15,-3-1-73 0,2 0 3 0,-3 0 1 0</inkml:trace>
  <inkml:trace contextRef="#ctx0" brushRef="#br0" timeOffset="26510.63">6156 8265 226 0,'-6'0'-139'0,"5"-1"305"0,-1 0-28 16,1 1-41-16,0-1-62 0,1 1 7 0,0-2-32 0,0 2-7 15,0 0-7-15,0-1-4 0,0 1-1 0,0 0 2 16,0-1 4-16,-1 1 6 0,-1-2 5 0,2 2-4 16,-2 0-9-16,1 0 11 0,0-1-14 0,-1 1 14 0,1-1 9 0,-1 1 1 0,1 0 28 15,-1 0 15-15,-1 0-6 0,-1 0 46 0,0 1-7 16,2 0-14-16,-2-1-8 0,1 2 18 15,0-1-25-15,-3 0 33 0,1 1-12 0,0 0-11 0,-1-1-43 16,1 2 26-16,-1-1-36 0,-1 2 38 0,2 0-19 0,-3 1-20 0,0 0-27 0,0 1 18 16,0 1-15-16,-1 0 23 0,1-1-4 0,-1 0-14 0,0 1-14 15,0-1 14-15,2 1-11 0,-2-1 26 0,1-1-6 0,-1 2-6 16,1-1-10-16,1-2 0 0,-1 2-2 16,3-2 1-16,-1 1-7 0,2-1-3 0,-1 0-18 0,2 0-9 0,-2-2 2 15,3 1-35-15,1-1-10 0,0 0-11 0,1-1-90 0,0-1 16 0,1-1-34 0,1-1-21 16,1-1 133-16,3-1-17 0</inkml:trace>
  <inkml:trace contextRef="#ctx0" brushRef="#br0" timeOffset="26764.22">5923 8221 197 0,'-3'2'131'0,"0"2"-31"0,1-1 90 0,-2-1-67 0,1 2 15 15,-1-2-49-15,1 4-3 0,1-3-19 0,0 3-19 0,-2-3-17 16,2 3 5-16,-1-3-9 0,0 1 2 0,0 1-6 0,1-1-14 16,-1 0-15-16,1 0 17 0,1 1-20 0,0-1-13 15,1 1-49-15,0-1-22 0,1 1-139 0,2-3-61 0,2 2-6 16</inkml:trace>
  <inkml:trace contextRef="#ctx0" brushRef="#br0" timeOffset="31860.71">9217 8286 324 0,'0'-1'67'0,"-1"-1"60"0,0 0-28 0,0-1 21 0,1 1-28 0,-1 2 18 0,-2-2-18 0,2 0-28 0,-1 0-4 0,1 2 11 0,1-1-16 0,0 1 33 15,0 0-6-15,-1 0-9 0,0 0-23 0,-1 0 30 16,2 0-37-16,-1 1 50 0,0 1-10 0,0-1-16 0,-1 2-19 16,0-1 16-16,-3 2-24 0,5 0 23 0,0 2-14 0,0 1-16 0,-2 3-30 15,-6-1 20 1,-1 1-23-16,-2 2 33 0,0-2-6 0,-1 3-10 0,0-1-27 0,2 5 23 0,-1 0-25 15,-3 2 30-15,3-1-3 0,1 1-11 0,0-1-20 0,1-3 21 16,2-2-21-16,0-1 33 0,1-2-4 0,0 0-13 0,0 2-19 0,1-2 30 16,0-1-24-16,1 0 25 15,0-1 2-15,1-2-18 0,1 2-6 0,-1-5 11 0,1 3-11 16,0-4 2-16,1 2-11 0,-1-1-10 0,0-3-25 0,1 1 3 16,-1-1-7-16,1 0-30 0,0 0-8 0,0-1-23 0,0-3-117 0,0-1-43 0,1-4-27 15,-2 0 38-15</inkml:trace>
  <inkml:trace contextRef="#ctx0" brushRef="#br0" timeOffset="32191.26">8912 8224 1276 0,'-9'-3'-93'0,"3"0"247"0,2 0-17 0,-1 2-16 0,1 0-43 0,1 1 25 15,2 0-43-15,-1 1 11 0,2-1-11 16,0 1-22-16,1 2-11 0,2 0 25 0,0 2-26 0,1 1 23 16,1 0-11-16,-1 2-20 0,3 1-15 0,-1 0 24 0,0 0-21 15,3 3 45-15,1-1-11 0,0 3-17 0,4 0-11 0,-2 2 12 16,2-4-13-16,1 5 17 0,0-2-8 0,1 2-10 0,0 2-17 16,-3 0 18-16,0 1-16 0,2 3 27 0,-3-7-3 15,1-2-13-15,2-3-10 0,0-2 11 0,0 0-13 0,-1 3 9 16,-2-1 2-16,-2 0-6 0,-5-1-14 0,-1-1 23 0,-2 2-18 15,-2-5 28-15,4-1-3 0,2-1-13 0,-3 0-7 0,2 0 5 16,-2 0-6-16,-1-3 6 0,0 0-13 0,-2 0-9 0,1-1-25 0,0 0-10 16,0 0 3-16,0-1-34 0,1-1-19 0,2-4-15 0,-1 0-165 15,2-3-135-15,2 3-12 0</inkml:trace>
  <inkml:trace contextRef="#ctx0" brushRef="#br0" timeOffset="33046.6">9702 8263 1061 0,'-3'-1'-123'0,"1"-1"314"0,-1 2-22 15,0 0-22-15,2 0-67 0,3 0 31 0,-2 2-54 0,0 0 27 0,3 1-6 0,-1 0-19 0,4 3-32 0,-5 1 9 0,-3 2-25 0,-1 3 7 0,-1-1 0 0,4 2-9 0,3-1-22 0,-1-1 27 16,0 1-26-16,0-1 44 0,1-1-5 0,0 2-14 0,-1-1-4 16,2 0 8-16,-1-1-9 0,0 0-3 0,-1 0 6 0,0-1-7 15,-2 2-10-15,0-5 21 16,0 0-23-16,0 0 17 0,1 1-7 0,-1-2-10 0,-1 2-53 0,-1-1-23 0,-1-5 3 0,1 2-87 15,1 0-17-15,0-2 1 0,0 1-149 0,0 0 3 16,-1-2-24-16</inkml:trace>
  <inkml:trace contextRef="#ctx0" brushRef="#br0" timeOffset="33219.76">9555 8450 758 0,'-4'1'237'0,"-1"-1"-128"0,2-1 95 0,-2 1-32 16,3 0 15-16,0-2-44 15,1 2-5-15,1 0-21 0,0-1-29 0,1-1-16 0,1-1 3 0,1 0-15 0,2-2-5 0,-1 2-12 16,2-3-12-16,3 3-24 16,-1 0 11-16,3-1-16 0,2 2 10 0,0-2-3 0,3 0-7 0,0 0-18 15,1 0 18-15,1 0-16 16,0-1 35-16,-7 1-14 0,3 1-11 0,0-3-58 0,2 3-15 0,7-3-3 0,1-1-130 0,1 2-125 0,-1-3-44 0</inkml:trace>
  <inkml:trace contextRef="#ctx0" brushRef="#br0" timeOffset="33916.28">10120 8282 1263 0,'-2'-4'-249'0,"-2"2"512"0,2-1-43 0,1 2-73 0,0-1-42 0,1 1 27 0,-1 1-50 0,1-1 7 0,0 1-18 0,0 0-26 15,0 0-30-15,0 0 16 0,1-1-22 0,2-1 22 16,1 1-6-16,0 0-12 0,4 0-16 0,0-1 19 0,3 0-18 16,1 0 35-16,1 2-4 0,-2-2-13 0,-3 1-11 0,0-2 17 15,0 2-19-15,3-1 20 0,4 1-3 0,2 0-9 0,1 0-9 16,-1-1 12-16,-2 1-13 0,-1 1 12 15,-1 0-2-15,-2 0-7 0,0 0-11 0,-3 1 8 0,-1 1-9 16,-1 0 17-16,-2-1-1 0,-2 2-4 0,0 0-14 16,-2 0 16-16,0 3-13 0,0-1 20 0,-2 1 3 0,-1 2-7 0,-2 2-20 0,0 0 18 0,-3 0-19 15,0 2 21-15,-1-1 0 0,-1 1-7 0,-1 0-13 0,-1-1 13 16,0 2-10-16,-2 0 21 0,1 2-3 0,0-1-7 0,-1 1-5 16,3 1 3-16,1-1-2 0,1 1 3 0,2-1 2 0,0-4-2 0,2 0-22 15,-1-1 22-15,2-1-17 0,0 2 33 0,6 0-3 0,2-4-11 16,-1 1-16-16,3 0 9 0,-6-2-8 15,1-1 19-15,-3 0-2 0,-1-2-4 0,2 2-16 0,0-2 19 0,6-1-14 0,-1 1 31 16,3-1-3-16,0 0-11 0,2-1-14 0,1 1 21 0,0-2-17 0,1 0 24 16,1 0-5-16,1 0-13 0,0 0-14 0,0-2 18 0,-1 1-14 15,0-1 22-15,1 0-3 0,-1-1-11 0,0 2-12 0,0 0 13 16,-1-1-9-16,0 0 17 0,0 2-1 0,-1-3-8 0,0 3-14 16,1 0 13-16,-2 0-9 0,0 0 21 0,-3-1-4 0,2 1-9 0,0-1-17 15,-4-1 17-15,2 1-14 0,-1-1 17 0,-1-1-6 16,-1 0-14-16,1 2-20 0,-1-1 4 0,-1-1-6 0,0 2 0 15,0-2-5-15,-1 1-8 0,1-2-29 0,-1 1 12 16,-1-1-14-16,1 2 1 0,-1 0-4 0,-1 0-16 0,-1-1-64 0,0 0-23 0,-3 1-18 0,1 0-171 16,-2-2 221-16,-1 3-28 0</inkml:trace>
  <inkml:trace contextRef="#ctx0" brushRef="#br0" timeOffset="34164.26">10059 8475 641 0,'-5'0'238'0,"0"0"99"0,1-1-197 0,1 1 49 0,1-1-25 0,2 1-39 0,0 0-58 0,0 0 29 0,1-2-53 0,2 2 2 0,-1-1-11 0,1-1-23 0,2 2-1 0,0-2 24 0,1 0-13 0,2-1 39 16,1 2-13-16,1-2-22 0,3 1-12 0,2-1 5 0,2 1-5 15,0 0 5-15,1 0-9 16,-6-1-7-16,1 1-4 0,1 0 3 0,0 0-1 0,8-3 10 0,-1 1-4 0,-1-1-4 15,2 1-46-15,-2-2 4 0,1 2-18 0,-1-1-40 0,-2-2-35 0,3 1-32 16,-2-1-237-16,2 0 246 16</inkml:trace>
  <inkml:trace contextRef="#ctx0" brushRef="#br0" timeOffset="34881.35">10999 8226 694 0,'0'0'92'0,"0"0"76"0,0 0-35 0,0 0-14 0,0 0-29 0,0 0-18 0,0 0 28 0,0 0-38 0,0 0 29 16,0 0-18-16,0 0-20 0,0 0-18 0,1 2 20 0,0 0-18 15,1 0 26-15,-1 2-6 0,0-2-17 0,0 5-14 0,0-2 16 16,0 1-14-16,1 3 14 0,0-1-10 0,0 1-11 0,0 1-21 16,0 0 15-16,1 1-14 0,0 0 14 0,-1-2-6 0,0 0-9 0,2-1 0 15,-2 0 1-15,1 0 1 0,1 0 6 0,-1-1-1 0,0 0-2 0,1 1-19 16,-1 0 17-16,1 1-15 0,-2-3 30 0,0 0-9 0,0 1-9 16,-1 0-25-16,1 0-2 0,-1-2-3 0,-1 1-11 0,0-2-16 15,-1 1-17-15,-1-1-65 0,0 1-9 0,-1-1-15 0,-1 0-159 0,0-1 199 16,-3-3-42-16</inkml:trace>
  <inkml:trace contextRef="#ctx0" brushRef="#br0" timeOffset="35103.01">10876 8413 958 0,'-12'6'360'0,"6"-6"-208"0,1-1 200 0,1-3-211 16,0 3 22-16,3-1-52 0,0 0 5 0,1-1-25 0,0 1-29 15,2-1-44-15,3-2 20 0,0 1-31 0,3-1 20 0,1 1-7 16,0 0-14-16,4 0-7 0,0 2 7 0,-1-1-8 0,4-1 11 16,-1 3-2-16,0-1-7 0,3-1-3 0,-2 2 6 15,-1 0-6-15,2 1 11 0,-3 0-5 16,3 0-3-16,1 0-18 0,-2 0 0 0,1 0-4 0,-1 0-21 16,0 1-25-16,0 0-11 0,-2 0-109 0,-5 1-107 0,0-1 42 0,4-2-159 15</inkml:trace>
  <inkml:trace contextRef="#ctx0" brushRef="#br0" timeOffset="36278.26">11680 8268 726 0,'-1'0'203'0,"-1"-1"-112"0,5-1 75 0,-1 0-46 0,0 1 26 0,2-2-49 0,-7 0 5 0,1 3-23 0,1-1-28 0,-1 0-26 16,1 0 12-16,-1 1-19 0,0 0 12 0,1 0-6 15,-2 0-14-15,0 1-17 0,-1 1 29 16,-1 1-27-16,0 3 39 0,-1 2-2 0,-1 1-17 0,-1 3 1 0,-4 2 12 0,2-2-13 16,0 2 18-16,0 1-8 15,0-4-5-15,-1 3-17 0,-1-2 11 0,2 1-11 0,-2 1 16 0,2-2-7 0,0 2-10 0,-2-2-3 16,2 0 8-16,1-1-6 0,-1 1 7 0,1-2-4 16,1 1-6-16,-1-4-17 0,3-1 14 0,0-2-13 0,1 1 14 0,0 0-6 15,2 0-12-15,-2-2-29 0,3 2 0 16,-1-2-7-16,1-2-13 0,0 0-22 0,1-1-17 0,1 0-122 15,0-1-38-15,-1 0-19 0,1-5 65 0</inkml:trace>
  <inkml:trace contextRef="#ctx0" brushRef="#br0" timeOffset="36546.47">11356 8311 456 0,'-3'-2'196'0,"3"1"-88"16,0-2 116-16,0 2-95 0,0-1 28 0,1 2-49 0,0 0 17 0,1 0-25 0,2 0-29 15,-1 3-45-15,0 0 19 16,1 0-26-16,0 1 29 0,1 1-4 0,0 1-11 0,3 0-14 0,-1 0 22 0,1 2-20 0,1-2 16 16,1 2 0-16,0 0-8 0,1 1-19 0,2 0 20 0,1 1-17 15,1-1 35-15,-1 1-11 0,1 0-11 0,1 2-33 0,-2-2 17 0,2 0-15 16,-1 1 24-16,-2 0-5 0,0 1-14 0,0-1-11 0,1-3 17 16,-2-3-11-16,1-1 27 0,-1 0-10 0,-3 0-12 0,-2 1-9 0,-5 1 6 15,-2-1-4 1,0 0 4-16,-3-2-1 0,4 2-6 0,1-2-17 0,-2-2 18 0,0 1-15 0,1 0 17 0,-1-1-9 0,0 0-18 0,0-1-33 31,0 0 2-31,0 0-11 0,0-1-35 0,1 0-22 0,0-2-24 0,0 1-237 0,1-2 252 0</inkml:trace>
  <inkml:trace contextRef="#ctx0" brushRef="#br0" timeOffset="36964.92">11798 8263 733 0,'-3'0'186'0,"1"-1"426"0,-1-1-425 0,0 2-25 0,2 0-35 0,0-1-34 0,1 1 5 0,0-1-28 0,0 1-24 0,-1-2-13 0,1 2-14 0,-1 0-18 0,1-1 9 0,0 0-10 16,1 1 6-16,0-1-2 0,-1 1-4 0,-1 0-15 0,1-2 17 16,0 2-13-16,0 0 26 0,0 0-9 0,0 0-11 0,0 0-51 15,0 0 17-15,0 2-22 0,0-1 10 0,0 0-20 0,-1 0-19 0,3 2-77 16,-2-2-27-16,1 2-17 0,0-2-263 0,2 2 290 0,2-2-63 16</inkml:trace>
  <inkml:trace contextRef="#ctx0" brushRef="#br0" timeOffset="37228.99">11799 8432 1471 0,'-8'10'-366'0,"6"-9"686"0,2-1-65 15,-2 0-121-15,2 0-42 16,0 2 13-16,-1-2-39 0,1 0-20 0,0 0-11 0,0 0-17 0,0 0-27 0,0 0 28 0,0 0-29 16,0 0 29-16,0 0-6 15,0 0-12-15,0 0-13 0,0 0 10 0,0 0-9 0,1 0 9 0,1 0-17 0,-1 0-17 0,1-2-68 16,0 2-20-16,0 0 1 0,0-2-187 0,2-1 195 16,3-4-33-16</inkml:trace>
  <inkml:trace contextRef="#ctx0" brushRef="#br0" timeOffset="38081.1">12037 8226 936 0,'-4'0'-202'0,"0"0"440"0,1 0-32 0,-1 0-54 0,0 0-41 0,-1 0 19 0,2 0-46 0,-1 0-7 0,1 0-5 0,0 0-13 0,-1-2-33 0,1 2 25 0,1 0-35 0,-1-1 32 0,2 1-15 16,0 0-17-16,1 0-23 0,0 0 11 0,-1 0-12 16,1 0 26-16,0 0-7 0,0 0-9 0,0 0-6 15,1 0 7-15,1 0-5 0,1 0 20 0,-1 1-2 0,1-1-5 0,0 2-6 0,0-2 8 0,1 1-10 0,0-1 11 16,0 0-1-16,1 0-3 0,0 1-20 0,2-1 19 0,0 0-16 16,2 0 29-16,0 2-6 0,1-2-18 0,1 0-14 0,-2 0 24 15,1 0-17-15,0 1 31 0,-1-1-4 0,3 1-11 0,-1 0-3 31,0-1 11-31,-1 2-8 0,-1-2 7 0,0 0-2 0,-3 1-6 0,0-1-7 16,-1 1 4-16,-2 0-4 0,-4-1 10 0,-3 0-4 0,-2 0-3 16,6 0-13-16,5 2 17 0,-5-1-10 0,4 0 27 0,-5 1-5 15,-1 0-12-15,4 1-14 0,-4 1 9 0,-2-1-8 0,1 0 16 16,-1 2-1-16,-2-1-6 0,-1 4-12 0,-1-2 13 0,-1 2-10 16,-2 1 22-16,1 0-6 0,0 0-9 0,1 1-15 0,0-1 15 0,0 0-11 15,-1 0 29-15,0 0-4 0,0 0-10 0,-2 1-12 0,2 0 8 16,1 0-7-16,-1 1 11 0,2-2 0 0,2-2-4 0,-2 2-1 15,1-1 1-15,0 0 0 0,2-2 3 0,0 0-4 0,2 1-3 0,-1-1 0 16,1 1 5-16,1 0 0 0,0-2 5 0,-1 0-1 0,2 1-5 16,1-3-9-16,-1 0 9 0,1-3-7 0,0 0 12 0,1 0 3 15,0-1-4-15,0 2-14 0,2 0 22 0,-1 2-18 0,1-2 26 16,2 0 4-16,-1-1-9 0,3 2-14 0,1-1 22 0,1 0-21 0,1 1 27 16,0-2-6-16,1 1-11 0,3 0-11 0,0 0 7 0,2-1-8 15,-1 2 8-15,2-1-2 0,-2 0-5 0,1 0-13 0,1-1 17 16,-1 3-13-16,-3-2 21 0,-6 1-1 0,-1 0-11 0,0 1-2 0,1-3 4 15,4 1-5-15,1 0 7 0,0 1-3 0,0-2 2 0,-1 0-8 16,-1 0-3-16,-2 0 0 0,-1 0 0 0,-4 0-1 0,1 0-5 16,-2 0-26-16,0-2 18 0,0 1-18 0,0-2 3 15,-1 2-6-15,-1 0-16 0,1 0-48 0,-1-1-5 0,0 1-14 0,0-2-81 0,0 0-52 16,-1 0-43-16</inkml:trace>
  <inkml:trace contextRef="#ctx0" brushRef="#br0" timeOffset="38495.16">11900 8366 438 0,'-13'0'-85'0,"8"0"175"0,-1 0-15 0,1-1-22 0,0 1-31 0,2-1 20 0,-1 1-25 0,1 0 52 0,1 0-2 0,1-1-9 0,-1 1-23 0,2 0 25 0,0 0-31 16,0 0 30-16,0 0-2 0,0 0-9 0,2 1 20 0,0 0 19 15,1 0-3-15,1-1 52 0,-1 0-20 0,1 2-15 16,1-2-47-16,2 1 14 0,-1-1-20 0,1 0 12 0,0 0-4 0,0-1-8 15,-1-1-6-15,3 0 2 0,0-1-4 0,0 1-7 0,1 1 2 0,1-2-8 16,0 0-27-16,0 2 21 0,2-1-23 0,1 2 19 0,-2-2-4 16,2 0-6-16,-1-1-16 0,2 2 14 0,-1 0-11 0,0-1 21 15,-2 2-7-15,1-1-8 0,-1 1-16 0,0-1 15 0,0 1-10 0,-2 0 27 16,-2 0-7-16,-1 0-12 0,-1 0-35 0,-2 0 6 0,1 1-14 16,-5-1-19-16,-2 1-12 0,1 1-17 15,-2-2-98-15,6 0-79 0,1 1-13 0,1-1-46 0</inkml:trace>
  <inkml:trace contextRef="#ctx0" brushRef="#br0" timeOffset="42050.16">7236 8366 217 0,'-4'6'160'0,"6"-5"-101"0,2 0 87 0,2 0-110 0,2 2-3 0,1 1-22 0,4 2 63 0,2-1-6 0,2 4-16 0,0 0-14 16,-3-1 10-16,2 1-16 0,-1 0 7 0,-1 1-9 0,2 0-14 0,-1 2-35 15,1 1 33-15,0 0-29 0,0-2 35 0,1 2-5 0,-2-4-14 16,2 0-4-16,0 0-1 0,0 0 2 0,1 1 12 0,0 0-2 0,2-1-2 16,1 0-15-16,4-2 16 0,0-1-14 0,1-1 19 0,-2-1-7 15,-5 1-6-15,3-1 5 16,1 0-3-16,1-2 12 0,5 0 27 0,-1-2-8 0,-1 0-1 0,2-3-32 16,-1 2 26-16,2-2-21 0,1 2 47 0,-1 0-5 0,4 1-6 15,2 0-31-15,1-3 14 0,0 2-15 0,-9-2 18 0,-3 1-4 16,-3 0-12-16,1 0-20 0,4-3 22 0,-1-2-20 0,-3 1 22 15,-5-1-4-15,1-2-6 0,-2 0-7 0,-1 1-6 0,1-1 5 0,-3 0 4 16,1-3-16-16,-1 3-10 0,1 0-98 0,0-2-6 0,-1-1-31 16,0-1-166-16,-3-2 201 0,-2 0-49 0</inkml:trace>
  <inkml:trace contextRef="#ctx0" brushRef="#br0" timeOffset="42664.03">7523 8236 842 0,'-5'-5'-73'0,"3"4"158"0,-2-2-12 0,2 3-18 0,-1-1-28 0,-1 1 33 0,1 0-36 0,-1 0 57 0,-1-2-17 0,0 1-19 0,-3 1-8 0,0-1-8 0,-1 1 1 0,-1 0 0 0,0 1-3 16,-1 0 1-16,-1 1-24 0,0-1 17 0,-2 2-15 0,-1-1 21 0,1 3-10 15,-4-1-13-15,-2 2-7 0,-1-2 20 0,-2 1-11 0,3 1 32 16,2-1-2-16,4 0-15 0,0-1-21 16,-4 2 31-16,1-1-28 0,-4 2 38 0,-1-1-11 0,6-1-13 0,-1 1-16 15,1 0 13-15,3-1-10 0,0 0 10 0,2-1 2 0,0-1-13 0,1 3-4 16,2-3 9-16,0 1-10 0,2-1 7 15,2 1 4-15,0-2 1 0,2 1-33 0,1 1 25 0,0-1-23 16,1 3 40-16,1-1-5 0,0 0-11 0,3 1-7 0,-1 1 11 0,2 0-8 16,1 0 17-16,1 0 0 0,2 1-5 0,2 2-11 0,1 1 13 15,3-1-10-15,0 1 12 0,0 0 0 0,2 0-11 0,3 2-9 16,3 0 20-16,0-3-16 0,1-1 25 0,-2 1-7 0,-6 0-9 0,1 4-16 16,-1 1 13-16,1-1-9 0,3 1 29 0,-3-1-9 15,-2 1-7-15,-1-2-18 0,-2 0 9 0,1-1-6 0,-2-3 13 0,-1 0 6 16,-1-2-8-16,0 2-32 0,-1 0 19 0,-2 0-25 0,2 0 8 15,-1-1-9-15,0 1-17 0,1 0-38 0,0 0 6 0,1 1-17 16,-1-1-42-16,1 1-36 0,3-2-33 0,-1-1-173 0,0-1 220 0</inkml:trace>
  <inkml:trace contextRef="#ctx0" brushRef="#br0" timeOffset="43063.35">8101 8324 826 0,'5'5'191'0,"-5"-5"-159"0,0 0 47 0,2 0-54 0,2 2 24 0,1-1-18 0,4 1 61 0,1 1-8 0,1 0-15 0,5-2-26 0,-1 1 12 0,2 1-25 0,-1 0 4 0,0-2-8 16,-6 1-11-16,1 2-11 0,1-1 3 0,2 1-1 0,7-1 15 15,-1 1-7 1,-1 1-5-16,1 1-7 0,-4 0 5 0,2 3-1 0,0 2 34 0,0 4 1 16,0-3 13-16,-1 2-37 0,0 2 10 0,-4 0-15 15,-2 5 2-15,-5-4 0 0,-2-1-10 0,-3-2-12 0,-1-2 29 0,-1 4-20 0,-4 1 50 16,0-2-8-16,-2 2-18 0,-2 0-18 15,-1 1 12-15,-2 2-13 0,-1-2 13 0,0 0-6 0,0-3-5 0,0-1-22 0,0 2 15 0,1-1-10 0,0 1 31 0,2-1-7 0,-2 2-14 16,3-2-28 0,3-1 4-16,-1 3-14 0,1-2-39 0,2 3-19 15,0-1-24-15,2 0-127 0,2 3-73 0,2-4-17 0</inkml:trace>
  <inkml:trace contextRef="#ctx0" brushRef="#br0" timeOffset="51830.11">3913 11379 389 0,'-19'-12'75'0,"1"2"101"0,-3 1-136 0,1 3-28 0,1 1-4 0,-1 1 11 0,2 1 6 0,1 1-1 0,3-1-11 0,-3 1 22 0,-1-1-21 0,-3 0 17 15,-7 3-11-15,-1 0-10 0,-4 0-14 0,0 2 6 16,-2 2-2-16,0-1 14 0,0 4 1 0,-1-1-12 0,-5 4-23 0,-3 1 34 0,-4 2-30 0,-2-1 35 16,-1 2-8-16,-5 2-16 0,-3-1-1 0,-2 2-1 0,2 1 4 15,-1 2 11-15,2 2-2 0,-3-2-4 0,-6 3-3 0,0-1 6 16,-2-1-5-16,3 2-2 0,5-1 2 0,2-3 1 15,-1 2-11-15,-1 1 9 0,2-3-8 0,2 1 21 16,2-2 2-16,5-4-5 0,4 1-6 0,4 0 20 0,2 1-17 0,2-1 18 0,2 0-6 16,1 1-10-16,-2 2-14 0,2 0 10 0,1-3-6 0,0 2 13 0,4 1 3 15,0 0-12-15,5 5-6 0,1 1 10 0,3 2-11 0,2-1 3 0,-1 1-2 16,4 1-2-16,1 5 1 0,3 2 6 0,3 3-1 16,2 0 19-16,1 1-3 15,2 0-6-15,2 2-8 0,0-1 7 0,1 1-8 0,1-2-1 16,3 0 0-16,-1 0-5 0,1 3-4 0,3 2 6 0,-1 4-2 0,2-3 15 0,2-3 2 0,0 0-6 0,2 2-28 0,1-2 31 15,-1-2-29-15,0 2 34 0,0-2-2 0,-1 0-12 0,1 7-4 16,-1 2 3-16,-3 0-3 0,1 0 12 0,1-2 1 0,-2-1-6 0,-1 1-6 16,-1 0 8-16,0-1-7 0,-1-1 12 0,0 1-6 0,-1 1-4 15,-1 0-15 1,2 3 15-16,-2-2-8 0,0-2 33 0,2-5-3 0,-1 0-11 0,0 1-13 16,2 0 15-16,-1 1-14 0,0 0 8 0,1 0-2 15,1 1-5-15,-1 4-9 0,2-1 12 0,-1 1-6 0,-1-1 17 16,1-1 1-16,-1 0-11 0,-1 0-14 0,-1 0 25 0,0 1-23 0,-1 1 18 15,1-2-4-15,-2 2-7 0,2 1-5 0,-2-2 3 0,-1-4 1 0,0-2 15 0,1-4-5 16,0-4-4-16,1 2-19 0,-1-6 21 16,2 0-15-16,-1-3 24 0,1-1-1 0,2-2-11 0,-2 0-16 15,2-1 15-15,-1-1-12 0,2-5 27 0,0-2-1 0,0-2-5 0,1-2-11 16,-1-4 23-16,0 1-15 0,1-4 54 0,0 1-12 0,2-3-8 16,2 1-22-16,2-1 13 0,4-1-10 0,2-2 20 0,-1 1-11 15,1-2-13-15,1 1-25 0,2-1 21 0,1 0-18 0,3 1 25 16,2-1-6-16,4 0-12 0,4 0-4 0,4-1 15 0,3-1-7 15,-1 0 22-15,1-1-6 0,2 0-14 0,1-2-19 0,2 0 20 0,2 0-16 16,-2 2 28-16,1 0-5 0,3 1-13 0,5 0-12 0,1 0 5 16,-2 3-5-16,-1 0 10 0,-6-1 0 0,-3 2-3 0,1 0-4 15,-2 1-8-15,0 1-2 0,1 1-56 0,-2 2-21 0,-1 3-20 0,-3 3-146 16,-7 4-71-16,-1 4-23 0</inkml:trace>
  <inkml:trace contextRef="#ctx0" brushRef="#br0" timeOffset="61391.71">14054 14105 256 0,'2'-15'4'0,"-4"6"73"0,-2 1-16 0,1 0 10 0,1 1-51 0,0 2 30 15,0 1-28-15,1 2 30 0,-1-2-5 0,0 2-16 0,0 0-31 0,-1 1 30 0,-1-2-30 0,-1 1 18 16,0 1-7-16,-2 1-16 0,-1 0 3 0,-1 0 0 0,0 0 2 15,-1 0 5-15,1 0-1 0,-1 0-6 0,1 1-1 0,-2 1 8 16,-1 0-7-16,1-1 2 0,1 0-1 0,0 1-1 0,0-2-9 16,0 0 7-16,-2 0-2 0,0 0 24 0,-1 0-5 0,-1-2-10 0,-2 1-23 15,0 0 25-15,-4-1-21 0,0 1 35 0,0 0-9 0,1 0-12 0,4 1-13 16,1 0 16-16,-5-2-7 0,-3 2 27 0,-6-1-1 0,0 1-16 16,0 0-8-16,1 0 10 0,2 0-11 0,2 0 6 0,0 0 1 15,1 0-3-15,-1 0-10 0,1 0 11 0,0 0-8 0,-1-1 23 16,2-2-4-16,-3-1-8 0,-2 0-21 0,1-1 26 0,0 0-21 15,1 1 31-15,7-1-9 0,-3 1-11 0,-2-2-7 0,-3 2 5 16,-5-1-1-16,-1 1 15 0,4 2-1 0,2-2-6 0,-2 3-15 16,-1-1 26-16,0 1-21 0,-1 0 32 0,4 1-8 0,-1 0-14 0,-6 0-14 15,0 0 11-15,-1 0-6 0,4 2 21 0,1 0 1 0,-2-2-12 16,-4 2-15-16,-5-1 23 0,3 2-21 0,3 0 23 0,5-2-5 0,0 1-6 16,2 3-10-16,1-2 7 0,1 2-4 0,0-2 26 0,-2 1-8 15,-1-1-6-15,-3 0-24 0,1 2 24 0,1-1-19 0,6 1 26 16,0-2-1-16,-3 2-12 0,-2-1-15 0,-5-2 15 0,0 3-11 0,4-2 31 15,2 2-3-15,4-1-10 0,0 1-17 0,0-1 17 0,0 2-15 16,-1-1 19-16,2 2-3 0,0 0-8 0,-1 0-6 0,-1-1 2 16,0 2 1-16,1 0 17 0,2 0 1 0,3 0-6 0,1 2-31 15,7 1 31-15,-1-2-29 0,0 1 35 0,0-1-6 0,-7 1-16 0,1 0-2 16,2 2 7-16,1 1-3 0,2-3 6 0,2 1 6 0,0 2-9 16,2-3-8-16,0 3 18 0,3-1-18 0,1-1 14 0,0 0-4 15,1 1-3-15,0 0 1 0,1-3-11 0,0 0 11 0,0-2 2 0,-1 1 2 16,2 4 5-16,-1-1-15 0,1 1 11 0,0 0-12 15,0 3 11-15,1-4-5 0,1 3-3 0,0 0-15 16,0 2 15-16,-1-1-7 0,1-1 31 0,1 0-4 0,-1-1-16 0,1 2-16 0,2-1 27 0,1 0-21 16,1 2 24-16,2-2-3 0,0 1-11 0,2 1-6 15,3-4 17-15,2 1-9 0,2 0 29 0,0-1-8 0,-2-3-15 0,-3 1-1 16,2 1 4-16,3-2-4 0,4 2 5 16,5-4-8-16,1 2-2 0,2-2-10 0,0 0 10 0,2-2-2 0,-1 0 19 0,3 2 1 0,2-2-16 15,5 1-23-15,9 0 35 0,-1-1-31 0,-4-2 42 0,1 1-6 16,-1-1-13-16,0-1-15 0,7 1 13 0,-3 0-9 0,1-3 28 15,2 1-7-15,6 0-15 0,0-1-4 0,-1 1 8 0,-2-1-6 0,-3 0 11 16,-4-2-9-16,4 1-7 0,0-3-3 0,3 0 8 0,2 1 0 16,-1-1 16-16,-5-1 0 0,1-1-11 0,-1 0-11 15,0-3 21-15,3 1-20 0,-4-1 15 0,-2 1-3 0,3-1-9 0,3 0 2 16,-3-1-1-16,-6 0 2 0,-2 0 3 0,-6-1 0 0,-2 1 0 0,2-1-13 16,-5-3 15-16,0-1-11 15,-4 1 21-15,-1-1 5 0,-3 0-3 0,0-2 2 0,1 0 3 0,-3 3-4 16,1-2 5-16,-3 3-1 0,0-3-2 0,-2 1-26 0,-2 0 20 0,-4-1-19 0,-2 0 26 15,-3 0-4-15,-3 1-10 0,0-2-15 0,-2-1 11 16,-2 3-8-16,-2 0 23 0,-2 1-7 0,-1 1-8 0,-4-1-23 16,-1 1 22-16,-4-1-18 0,-3-3 28 0,-1 3-10 0,-4-1-11 15,1-1-9-15,-3 2 8 0,-1-1-2 0,2 2 21 0,-1-1-3 16,-1 3-11-16,2-2-8 0,-3 0 11 0,1 1-10 0,0 2 2 16,-1 0-4-16,-2 1-6 0,-3 1 6 0,3 1-17 0,0-1 11 0,9 2-33 15,0 0-4-15,-2 4-4 0,-1-2-74 0,-5 3 21 0,2-1-32 16,2 2 6-16,3 0-13 0,1 2-16 0</inkml:trace>
  <inkml:trace contextRef="#ctx0" brushRef="#br0" timeOffset="87259.8">7554 13571 193 0,'-1'-3'-12'0,"0"1"-45"0,0 0 57 0,-2 1 38 0,2-2-18 0,0 2 18 0,-1 0 1 0,0 0-11 0,-1-1 8 0,0 1 10 0,0 0-6 0,-2-2 10 0,1 2-5 0,-2 0-8 0,-1 1-24 0,1-2 23 16,-2 1-21-16,-1 0 24 15,1 0-6-15,-2-1-7 0,1 0-11 0,0 0 10 0,1 2-6 16,-1-2 16-16,1 1-6 0,-1-2-13 0,0 2-10 0,-1-1 8 0,0 2-9 0,0 0 5 0,-1 0-4 16,-1 0-4-16,1 2 1 0,-2-1-3 0,-2 0 3 15,-2 2-3-15,0-2 2 0,2 0 1 0,-2 1-6 0,6-1 11 0,-2 0-12 0,0 1 8 0,-4-1-4 16,-6 0-5 0,-1-1 9-16,0 1-4 0,1-1 8 0,-1 2 0 0,0-2 1 0,2 1-1 0,-3 1-9 15,-1 0 18-15,1 2-14 0,-3-2 24 0,-1 2-1 0,0 1-7 16,-4-1-21-16,-2 0 23 0,0 0-19 0,8-1 33 0,2 1-3 0,1 1-16 0,0-2-22 0,-4 2 21 15,2-2-21 1,4-1 21-16,1 2-7 0,2-3-9 0,0 1-12 0,0-1 11 16,-2-1-5-16,-1 1 22 0,1-1-3 0,0 0-9 0,-4 0-4 15,-4 1 7-15,-4-1-6 0,-4 0 4 0,0 2-5 0,2-2-3 0,-1 1 0 16,-2-1 9-16,0 0 1 0,-2 1 24 0,2 1-3 0,2 1-13 16,-1 1-14-16,-1 0 12 0,0 3-12 0,-3-1 10 0,0 0-7 0,0 1-7 0,1 0-5 0,2 0 8 0,0-1-3 0,2-1 20 15,-1-1-4-15,5 1-9 0,-1-1-19 0,4 0 20 0,2-1-16 16,1 0 24-16,1 0-5 0,2 0-10 0,-5-2-14 0,-2 1 18 15,1 1-10 1,0-1 25-16,3 1-1 0,6 1-14 0,-5 0-20 0,-1 2 30 16,0-1-23-16,-6 2 30 0,3-2-6 0,1 0-17 0,2 3-15 0,-1-2 18 15,0 2-12-15,0-1 31 0,0 0-3 0,0 0-11 0,-2 0-12 16,-4 0 20-16,2 1-16 0,-4 0 24 0,5 1-7 0,0 0-9 16,-4 1-17-16,1-4 12 0,0 1-8 0,0-2 27 0,5 1 0 15,2 2-12-15,0 1-18 0,2-1 22 0,1-1-20 0,2 2 21 16,0-2 1-16,0 0-7 0,-2 1-18 0,-3-3 14 0,0 2-12 15,0-1 25-15,3-1 0 0,5 2-10 0,-3-2-18 0,-1 0 22 16,1 0-20-16,-6 0 22 0,3 0-1 0,1-2-7 0,-1-1-8 0,0 0 8 16,2-1-5-16,-2 0 11 0,4-1 2 0,-1 0-11 0,-3 0-23 15,1 0 33-15,-2 0-26 0,-2 0 34 0,-2 0-6 0,2 0-14 16,-5 0-10-16,7 0 12 0,-5 0-6 0,0 0 19 0,1-2-2 0,-5-1-9 16,3 0-8-16,-3-2 11 0,1 1-9 0,2 2 12 0,1-2-8 15,1 1-6-15,-1 0 0 0,-2-1 1 0,-1-1 6 0,0 0 14 16,0-1-2-16,6 0-8 0,0 0-21 0,-2-2 24 0,1 3-21 0,-5-2 30 15,4 4-5-15,3-1-12 0,-1 1 1 0,3 1-4 16,-1-1 5-16,2 1 3 0,2 2-1 0,1-3-1 0,-2 0-8 0,2 2 11 16,-2-1-10-16,-2 2 11 0,1 0-4 0,-1 0-3 0,0 0-13 15,0 0 10-15,-1 2-5 0,2 1 24 0,-1 1-6 0,1-2-9 0,1 3-15 16,0 0 9-16,1 0-11 0,1 3 3 0,2-3-2 0,2 0-2 16,1-1-9-16,-1 0 9 0,1-1-5 0,1 0 17 15,0 0-11-15,2 1-12 0,0 1-42 0,0-1 8 0,1 2-14 0,-1-1-2 0,2 0 0 16,-2 2-7-16,2-2-14 0,-1 1-10 0,2-1 1 15,-1 2 38-15</inkml:trace>
  <inkml:trace contextRef="#ctx0" brushRef="#br0" timeOffset="90046.84">7417 13636 218 0,'-3'-5'0'0,"-1"2"-26"0,3-2 60 0,-2 3 14 0,1-1-1 0,-1 0-2 0,1 0-8 0,1 1-3 0,-1 0-21 0,-1-2 2 0,1 1-4 0,0 2 0 15,0-3 0-15,-1 2-6 0,0-1-28 0,0-1 37 0,-1 0-31 0,1 2 40 0,0-2-4 0,0 0-17 16,0-1 4 0,0 1 4-16,-1-1-1 0,1 3 7 0,0-4 1 0,-1 3-4 0,-3-1-18 0,-2-1 15 0,-1 2-16 15,-2 1 10-15,0-1 1 0,-1 0-5 0,0 3 3 16,-1 0 7-16,1 0-1 0,4 0 26 0,0 0-4 0,-1 2-3 0,-1-1-15 0,-6 2 11 15,-1-1-11 1,1-1 13-16,0 1-8 0,2 0-6 0,-1 1 1 0,-1-1-5 16,1 0 6-16,-1-1-5 0,1 1 0 0,1 0-2 0,-2-1-8 15,1 0 12-15,-1-1-11 0,0 2 11 0,1-2 0 0,-1 0-4 0,-1 0-11 16,0 0 4-16,-1 0-3 0,-3-2 12 0,0 1 3 0,-2 1-8 16,0-1-13-16,-1-1 21 0,5 1-20 0,-3 0 15 0,0 0-2 15,-2 1-5-15,-5 0-7 0,1-2 0 0,2 2 1 0,1 0 21 0,2 0 0 16,2 0 3-16,-1 2-5 0,1-1 14 0,0 0-10 0,1 2 18 15,1-1-10-15,-1 0-6 0,-4 0-19 0,-2 2 9 0,0-1-6 16,2 0 16-16,8 1-2 0,1-2-11 0,-4 1-29 0,1 0 33 16,-5-1-29-16,0 1 38 0,4-2-8 0,0 1-15 0,-1-1 6 0,3 0-10 15,2-1 12-15,-1 1-4 0,1-1 0 0,-1 0 3 0,0 2-17 16,-1-1 21-16,0 0-19 0,0-1 23 0,1 2-5 0,-4-1-5 0,-2 0-9 16,-3 0 0-16,-2-1 2 0,-1 0 14 0,-1 0-1 0,7 0-7 15,-5 0-8-15,-1 0 11 0,-3 2-8 0,-3-2 11 0,3 1-5 16,0 2-2-16,3-2-21 0,0 1 21 0,2 0-13 0,2-1 38 15,2 1-7-15,-1 0-16 0,-1-1-15 0,-2 2 21 0,3-3-16 16,-1 1 26-16,4 0-8 0,3-1-10 0,7 0-9 0,-1 0 8 0,0 0-3 16,1-2 23-16,-6 0-2 0,1-2-9 0,2 1-15 0,0-1 15 15,1-1-12-15,-1 1 27 0,1-1-9 0,-1 0-8 0,0-1-5 16,-1 1 0-16,-1 0 1 0,1 0 4 0,0 1 2 0,-1 0-4 0,0 1-27 16,0-1 33-16,-2 0-29 0,0 1 39 0,0 0-6 0,0-1-13 15,-4 2-16-15,-1 0 12 0,-2 1-8 0,-2-2 30 0,2 2-5 16,5-1-8-16,-4 1-19 0,-1 1 18 0,-2-1-16 0,-3 1 19 15,3 0-2-15,1 0-10 0,1 0 4 0,0 0-5 0,2 1 7 16,0 0 7-16,1 2-4 0,3 0-4 0,-1 0-6 0,-1 0 10 0,1 0-7 16,-2 0 12-16,-1-1-1 0,1 0-8 0,-2-1-6 0,3 2 3 15,2-2-2-15,4-1 11 0,2 2 1 0,-4-2-5 0,0 0-8 0,-4 0 14 16,-1 0-13-16,3-2 13 0,0 1-2 0,-1 0-3 0,-1 1-4 16,-1 0-2-16,1 0 2 0,-1 2 12 0,0 0 2 0,1-1-2 0,-3 3-18 15,0 0 17-15,-1-2-17 0,-4 2 10 0,1-1-2 0,-1-1-5 16,-1 1-9-16,8 0 13 0,-3-1-7 0,0 0 26 0,1 2-6 15,-6-3-10-15,3 1-19 0,1 0 20 0,1 1-16 0,-1-1 26 16,1 2-5-16,2 0-11 0,-1 0-18 0,2 0 19 0,-2 1-14 16,-1 0 32-16,0 0 0 0,-4 2-13 0,0 0-18 0,0 0 20 15,7 2-19-15,-2-2 23 0,2 1-4 0,-3 0-7 0,-5-2-9 0,-2 0 6 16,4 1-1-16,1 1 21 0,2-2-9 0,4-2-6 0,-3 2-9 16,2-3 8-16,2-1-4 0,0 2 12 0,0-3-4 15,1 2-7-15,-1-2 4 0,-2 2-1 0,-1-2 2 0,0 0-2 0,0 1 2 16,3-2-2-16,-1 2-16 0,-2-1 24 0,1 1-19 0,-1-1 27 0,1 0-6 15,-1 1-12-15,0-1 1 0,-1 3-4 0,2 0 5 0,0 2 3 16,2-1 2-16,1 3-2 0,0-1-15 0,1 0 22 0,0-1-21 0,1 2 18 16,3 0-3-16,-1-1-7 0,0 0 0 0,2-1 0 0,0 0 3 15,0 1 6-15,1-3 2 0,-1 2-5 0,3-2-25 16,0 0 28-16,2-3-25 0,2 0 36 0,0 2-4 0,2 2-13 0,-2 0-4 16,1 2 2-16,2-4-2 0,0 3 5 0,0 0 3 0,0-1-2 0,1 1-16 15,0-2 19-15,-2 1-18 0,3 1 23 0,-2-3 0 0,0 1-7 16,1 1-12-16,0-2 9 0,2 2-9 0,-1-2 18 15,-1-1-1-15,0 1-7 0,0 1-9 0,0-3 14 0,1 1-13 0,0 2 14 0,0-2-2 16,0-1-4-16,-2 1-16 16,2 0 15-16,0-1-10 0,0 1 28 0,1-2-3 0,-1 3-14 0,1-2-13 15,0 1 13-15,0 0-10 0,0-1 20 0,0 2-5 0,0 0-6 16,0-1 0-16,2-1-8 0,0 1 7 0,1-1 1 0,0 2 2 0,2-2 5 16,0 1-9-16,1-2 7 0,1 3-9 0,-1-1 4 0,2 0-1 15,0 0-1-15,0 0-4 0,2-1 6 0,1 1-3 0,1 1 12 16,2-2 0-16,0 1-7 0,2-2-12 0,1 1 14 0,-2-1-11 0,0 0 19 0,2 0-7 15,-1 0-5-15,2 0-7 0,1 0 11 16,0 0-4-16,1 1 7 0,-1-1 1 0,0 0-11 0,3 1-5 0,0-1 13 0,2 2-11 0,-1-1 14 16,0 0-4-16,0 1-5 0,3 0 0 0,-1 1-6 0,-1 0 7 0,0-1 5 15,0 2 0-15,-1-1 0 0,1 0-26 0,-2 1 28 0,0-2-24 16,-2 1 34-16,0 0-6 0,0-1-16 0,3-1 4 16,0 1 3-16,2-1 2 0,0 0 6 0,1 0 4 0,2-1-7 0,1 2-21 0,2-2 26 15,1 1-25-15,-3-1 29 0,-7 0-1 0,0 0-7 16,4-1-12-16,1-1 0 0,3 2-2 0,0-1 14 0,-5-1 0 0,0 0 0 0,0 1-17 15,2-1 18-15,1-1-16 0,1 2 15 0,-2-1-3 0,-1 1-6 16,4 1-3-16,0-1 1 0,-1 0 1 0,-1 1 7 0,-5-2 1 16,-3 1-4-16,2 1-19 0,2 0 23 0,4-1-19 0,-1 1 32 15,-2 0-4-15,-3 0-11 0,1 0-7 0,-1 0 3 0,1 0-4 0,-1 1 0 16,-1 2 5-16,1-1 1 0,-1-1-22 0,1 2 28 0,1 1-25 16,-1-2 36-16,2 1-9 15,0-1-12-15,0 0-15 0,-4-1 15 0,0-1-9 0,-1 0 29 16,1 0-1-16,7 0-11 0,2 0-11 0,-2-1 11 0,-2-1-13 0,-2 1 7 15,0 0-1-15,0 0-1 0,4-1-4 0,-1 2 1 0,0-1 3 0,1 0 14 0,-1 0-4 0,-1 1-5 16,6 0-18-16,-1 1 23 0,-2 0-17 16,-5 0 26-16,-3 2-12 0,0-1-16 0,4 1 0 0,4 0 6 0,-1 2 2 15,-3-1 15-15,-3-2-1 0,1 2-5 0,2-1-18 16,-1 0 16-16,2 1-14 0,0 0 23 0,-2 0-9 0,2-2-6 0,3 0-1 16,-1 0-4-16,3 0 7 0,-1-1 4 0,-2 0 0 0,-6-1 3 0,-1 0-29 0,1-1 27 15,3 1-22-15,4-1 34 0,-2-1-7 0,-2 0-15 0,-1 0 3 16,-2 1-4-16,-1 0 6 0,2-2 9 0,-1 2-2 0,-1-1-1 0,2 2-8 15,-1-2 5-15,1 2-5 0,0-1 4 0,-1 1-2 0,0 0-1 0,3 0-19 32,2 1 18-32,-3-1-12 0,-2 0 31 0,-5 2-3 0,2-2-13 0,4 0-21 0,7-2 29 0,-1 1-24 0,0-2 35 0,-2 1-8 15,-1-1-12-15,0 1 1 0,1-3-1 0,1 2 5 0,1-1 5 16,-2 2-2 0,1 0-2-16,1 0-14 0,1-1 13 0,1 2-10 0,-2 0 17 15,-3-1-11-15,-4 2-9 0,-1 0 7 0,-1 0-8 0,2 2 13 16,5-1 0-16,-2 0 0 0,-2 2-1 0,-2-1-6 0,-1 0 8 15,2 0-8-15,-1 1 3 0,-1-1 0 0,2 0 1 0,0 0-4 16,1 1 3-16,-1-1-1 0,1 0 5 0,0-1 3 0,1 1-5 0,1 0-4 16,2 0 5-16,-1 0-6 0,-2-2 4 0,-6 0-4 0,-1 0-2 15,3 1 4-15,4 0-6 0,2-1 9 0,1 1 3 0,-3-1 1 16,-3 0-5-16,1 2-11 0,-1-2 15 0,1 0-14 0,-1 0 15 16,-2 0-1-16,0 0-2 0,2 1-18 0,0-1 15 0,-1 0-11 0,3-1 31 15,-2 1-7-15,0-3-10 0,2 2-14 0,1 0 11 0,-1-2-9 16,1 2 15-16,-10-1-3 0,1 1-4 0,-1 0 0 0,3 1-2 15,5-1 3-15,1 1 0 0,-2 0 5 0,-2-2-2 0,0 2-19 16,0-1 28-16,0 1-26 0,-1-1 29 0,-2-1-3 0,2 1-13 0,1-1-18 16,-1 2 14-16,1-3-10 0,-2-1 36 0,-2 2-7 0,2-1-7 0,-1-1-12 15,0 0 8-15,0 1-6 0,-3-1 12 0,1 1-1 16,-2-1-5-16,1 0-8 0,2 1 3 0,-2-1-3 0,0 1 15 0,0-2-3 16,-2 3-4-16,-1-4-13 0,-1 3 14 0,-6-3-11 0,-1 3 16 15,0-4-3-15,-1 3-7 0,3-2-9 0,0 0 14 0,-1-1-7 16,0-1 14-16,-1 0 0 0,-1 0-12 0,0-1-22 0,0-1 31 15,-1-1-25-15,-1 0 38 0,0-1-5 0,1 1-16 0,-2 1-2 0,2-2 2 16,0 1-2-16,-1 3 7 0,0-1 0 0,0 1-5 0,1-1-6 16,0-4 11-16,1 2-8 0,-1-1 9 0,0 2-4 0,-1-1-4 0,-1 0-7 15,5 1 7-15,-1 1-2 0,-1 0 11 0,0 0 1 16,-5 0-5-16,-2 2-19 0,0-1 21 0,-4 0-18 0,-2 1 21 0,-3 0-7 16,-2 1-10-16,-3-2-16 0,0 0 14 0,-3-1-9 15,-1 3 24-15,1 1-1 0,-1 0-8 0,1 1-1 0,1 0 7 16,0 2-4-16,3-1 11 0,2 2-7 0,0-2-3 0,1 2-5 0,1 1 3 15,0 0 0-15,0 0 11 0,0 2-2 0,4 1-5 0,0 1-13 16,2 0 0-16,1 1-8 0,1 1-49 0,0 2-11 0,3 0-19 0,-1 2-66 16,6 0-48-16,0 2-8 0</inkml:trace>
  <inkml:trace contextRef="#ctx0" brushRef="#br0" timeOffset="97262.24">7534 13705 408 0,'-13'-2'61'0,"1"0"-11"0,3 1-10 0,2 0 1 0,3 1 13 0,1 0-17 0,0 0-20 0,3 0-12 0,-1 0-4 0,1 0 5 16,0 0 2-16,0 0-6 0,0 0-4 0,2 0-18 15,1-2 24-15,1 2-16 0,2-2 26 0,2 1-4 0,1-1-11 0,1 0-12 0,1-2 21 16,1 3-12-16,3-4 33 0,-1-1 4 0,2 1-15 0,2-2-6 16,0-1 30-16,2-1-25 0,2-3 30 0,-1 1-7 0,-3-1-15 0,3 1-24 15,4-5 21-15,2 4-18 0,8-4 33 0,-2 0-10 16,3-4-18-16,5 1-27 0,4-4 29 0,3-2-22 15,1 0 39-15,3-2-10 0,-4 1-18 0,2-1-14 0,0-3 16 0,1 1-8 0,4-5 30 16,7 4 0-16,3-2-9 0,6 0-24 0,-2 1 29 0,-1 0-25 16,-1-1 37-16,-1 2-7 0,7-6-14 0,8-3-14 0,0 0 12 0,-4-5-8 15,1 1 33-15,-5-4-8 0,7 1-10 0,8-4-17 0,2 4 17 16,-2 0-10-16,-2-1 19 0,-3 0-8 16,6-6-9-16,6-3-9 0,-1-1 6 0,-5 0 3 0,-1 2 18 0,0 3-7 0,4 3-6 0,6-1-9 15,-4-2 6-15,-4-3-5 16,0 0 0-16,0 0 3 0,2 4 1 0,0 0-26 0,-4 3 17 0,-1 2-16 0,0 4 37 0,1 4-6 0,-2-1-11 15,-2-3-21-15,-6 2 26 16,-2-1-21-16,-2 2 31 0,-1 2-5 0,3-1-12 0,-1 1 6 16,-7 3 0-16,1 2 5 0,-3 0 14 0,-1 4-2 0,7 2-3 0,-1-2-21 15,1 0 25-15,-5 0-22 0,-4-2 26 0,-6-1-6 0,-1 2-12 16,6-1-20-16,1 4 17 0,0-3-14 0,-1 3 25 0,-7-1-3 16,-10 2-13-16,4 1-4 0,-1 0 10 0,-2 3-9 0,6 1 7 15,-8 3-7-15,-2 2-6 0,1 1 6 0,-1 0-1 0,-5 3 5 0,-1 1 7 16,-4-1-7-16,-3 2-2 0,-3-2-12 0,-2 1 5 0,-2 2-4 0,1-1 12 0,1 2 5 0,-1-1 1 15,-2 0-22-15,-2-1 12 16,-2 2-14-16,0 0 27 0,-3 1-5 0,-1 0-7 0,2 2-12 0,-4-1 11 0,0 1-8 0,-3 0 14 16,-1 1-1-16,-2-1-8 0,0 2-2 0,-2-1 10 0,-2 3-6 15,1-1 6-15,-2-1 1 0,2 2-7 0,-1 0-9 16,-1 0 9-16,0 0-8 0,0 0 15 0,0 0-4 0,0 0-4 0,0 0-13 0,0 0 5 16,0 0-5-16,0 0-7 0,0 0-4 0,-1 1-12 0,1-1-34 15,0 0 10-15,0 0-16 0,0 0-17 0,0 0-11 0,0 2-16 0,1 0-49 16,-2 0-19-1,1 3 4-15,-2-1 83 0</inkml:trace>
  <inkml:trace contextRef="#ctx0" brushRef="#br0" timeOffset="97627.16">13799 10082 951 0,'24'-32'-75'0,"-8"14"68"16,1 4 31-16,0 2-4 0,2 1-11 0,1 5 1 0,1 0-2 0,3 0-6 0,1 3 16 0,-2 3-9 0,3-1 27 0,-1 1-9 0,0-1-15 0,1 1-19 16,0 0 18-16,0 2-17 0,-7 1 14 0,-2-2-1 0,0 1-6 0,2 1 1 15,3 3 4-15,1 3 1 0,-2 1 24 0,-3 1-2 0,-2 1-1 16,-3 1-16-16,0-1 21 0,-4 3-17 0,0-3 26 0,-3 0-6 15,0 1-10-15,-1-1 8 0,-4 3 0 0,-1-1 3 0,-1 0 6 16,-3-2-3 0,-1 5-4-16,-3 0-30 0,0 1 23 0,-2 3-24 0,-1 0 26 15,-2 2-13-15,-1-1-10 0,-2 2-1 0,0 0-4 0,-1 1 7 0,2 2-1 16,-1-4-4-16,2-3-4 0,3 1-18 0,1-3 19 16,1-1-14-16,2 4 27 0,2-2-6 0,1-1-11 0,3 0-43 0,1 0 12 15,4 0-20-15,0-2-22 0,4-1-21 0,4-1-32 0,6-2-115 16,7-1-33-16,6 2-28 0</inkml:trace>
  <inkml:trace contextRef="#ctx0" brushRef="#br0" timeOffset="101900.46">14880 9871 267 0,'-2'-3'35'0,"0"1"13"0,-1-1 40 0,2-1 11 0,-1 0-7 0,1 2-10 0,0-2-11 0,-2 0-19 0,2 0-16 0,-1 0 16 0,1-1-23 0,-1 0 12 0,1 1-10 0,-3 1-10 15,1 0-9-15,-2-1 22 0,1 2-17 16,-2-1 50-16,1 2-9 0,-2-2-13 0,0 3-30 0,2 0 22 16,-2 0-28-16,1 3 24 0,2 1-9 0,-2-1-11 0,-1 3 1 15,3 1-2-15,-2-2 2 0,1 4 2 0,0-1-2 0,0 2-3 0,0 2-21 16,1-1 21-16,0 2-21 0,0 2 24 0,-1 5-6 15,2-1-11-15,-1 5-1 0,1-5 4 0,1 2-1 0,0 1 13 0,2-4 0 16,0 2-5-16,0-1 1 0,2-2 15 0,1-2-10 0,1-1 18 16,1-3-13-16,1-2-13 0,-1 0-6 0,2-1 6 0,-1-2 0 15,1-1 22-15,1-3-6 0,0 1-10 0,1-3-20 0,1 0 18 0,1-1-16 16,0-2 21-16,0 0-3 0,0-3-9 0,2 0-4 0,-1-2 2 16,-1-1-1-16,-1 0 20 0,-1 0-8 0,-2-1-3 0,-3-2-20 15,0 1 14-15,-3 1-9 0,-1-3 25 0,0 0-6 0,-3 1-10 0,-3-4-12 16,0 3 14-16,0-2-9 0,-2 1 22 0,-1 1-1 15,0 0-11-15,0-2-22 0,-1-2 22 0,1 0-19 0,2 3 28 0,0 1-4 16,3 3-11-16,0 1-7 0,2 4 12 0,0 1-7 0,0 2 6 16,2 0 5-16,-1 2-10 0,1 0-6 0,0 3 25 0,0 2-20 0,1 0 31 15,0 4 2-15,0 1-6 0,0 2-14 16,1-1 26-16,1 1-20 0,-1 1 26 0,1 0-1 0,2-1-16 0,0-1-27 0,1-2 27 16,1 0-27-16,0-2 26 0,1 2-6 0,0 0-14 0,1-1-15 15,0-1 16-15,2 1-12 0,-1-1 22 0,3-4-3 16,-1 3-9-16,2-3-20 0,0 0 8 0,1 0-12 0,-2-3-12 0,1-2-15 15,0 1-16-15,0-2-49 0,-1 2-24 0,1-5-1 0,-2 1-135 16,1-3-26-16,0-1-40 0</inkml:trace>
  <inkml:trace contextRef="#ctx0" brushRef="#br0" timeOffset="102232.26">15201 9599 660 0,'-26'5'281'0,"8"3"-160"0,3 2 180 0,-3 2-206 0,2-2 35 0,3 0-47 0,-7 1 29 0,7-2-30 0,1 0-35 0,-1 0-22 0,5-3 9 0,2-1-14 0,1 0 3 0,4-4-10 0,0 2-9 0,1 0-16 0,3-1 13 0,1-1-11 0,1-1 25 16,1 0-2-16,1 0-10 0,4 0-18 0,0 0 25 16,1 0-23-16,4 0 36 0,-2 0-4 0,0 0-13 0,3 0-12 15,-8 2 13-15,0-2-13 0,1 2 16 0,-1 1 5 0,5-1-6 0,-1 2-23 16,1-1 18-16,-2 1-21 0,-1-3 33 0,-2 4-4 15,-3-1-8-15,-2 4 0 0,-2-2 4 16,0 2-4-16,-1-1 0 0,-1 2 4 0,-1 3 0 0,-2 1-9 0,0 1 10 0,-2 0-11 16,1 0 12-16,-2-1-1 0,0 1-5 0,-2-1-16 15,-1-2 21-15,1 2-17 0,0-3 26 0,0-1-7 0,3-3-12 0,-1 0-14 0,1-1 16 16,2-4-10-16,0-1 9 0,1-4-28 0,-1-1-25 0,2-4-78 16,0-5-7-16,1 0-17 0,0-3-106 0,2-1-20 0,1 0-44 0</inkml:trace>
  <inkml:trace contextRef="#ctx0" brushRef="#br0" timeOffset="102530.58">15329 9512 1286 0,'-12'0'-161'0,"4"2"370"0,1 0-28 16,-1-1-40-16,3 5-63 0,-1-3 9 0,2 3-41 0,0-1-21 0,1 0-6 0,2 1-9 0,0 1-13 0,1 2 7 0,0-1-8 15,1 1 12-15,2-1-3 0,2-1-5 0,0-2-3 16,3 0 10-16,0-1-6 0,4-1 20 0,0 3 8 0,1-3-4 15,4 4-11-15,-1 0 3 0,-1 0-12 16,2 1 8-16,-1-2-8 0,-1 0 1 16,1 3-11-16,-1-2 5 0,-4 2-2 0,-1 1 22 0,-3 0 1 0,-4 0-3 0,0 2-3 0,-3-1 12 0,0 1-12 15,-4 0 33-15,0-1-9 0,-1 2-6 0,-3-2-20 16,2 2 5-16,-2 0-9 16,0-2 4-16,-1-2 1 0,1 2-5 0,-1-4-27 0,0 2 29 0,2-4-25 0,2 1 37 0,-1-5-5 0,4-1-15 0,-1-1-25 31,0-1 9-31,2-4-15 0,0-2-15 0,0-3-14 0,1-3-20 0,0-4-49 0,3 0-8 15,2 0-4-15,4 0-45 0,1 3-8 0,2-2-21 0,2-2-12 0,0 1 61 0,1-1-34 0,0-1 37 16,-2 5 109-16,1 3-51 0</inkml:trace>
  <inkml:trace contextRef="#ctx0" brushRef="#br0" timeOffset="102770.06">15628 9517 423 0,'1'4'98'0,"0"1"48"0,0 4 60 0,0 0-27 0,1 2-36 0,0 1-60 0,-2 1 32 0,1-3-54 0,0-1 26 15,-1 0-20-15,-2-2-26 0,2-3-1 0,0-1 11 0,4 0-10 16,2-3 15-16,1 0-9 15,-1 0-15-15,3-3-24 16,-1 2 17-16,1-1-22 0,0-2 23 0,-1-1-4 0,0-1-10 0,1 0-13 16,-4 1 14-16,0 1-13 0,-3-2 47 0,-2 2-5 15,-1-3-5-15,-2 2-21 0,-3 0 18 0,1 0-23 0,-3 0 23 16,0 0-7-16,-1 1-15 0,-2-2-19 0,0 1 19 0,0-1-18 16,0-1 26-16,0 2-6 0,4-1-13 0,0-1-12 0,2 4 16 15,-1-2-15-15,-3 1 11 0,2 0-7 0,2-1-13 0,1-2-22 16,3 0 11-16,1 0-17 0,1 0-68 0,2 1-9 0,1 2-40 0,3 0-85 15,0 0-23-15,0-2-21 0,4 2 88 0</inkml:trace>
  <inkml:trace contextRef="#ctx0" brushRef="#br0" timeOffset="103005.56">15972 9226 536 0,'-14'7'303'0,"-2"2"130"0,-1 1-301 15,1 2 30-15,0 2-22 0,2 0-28 0,3 1-62 0,3 1 25 16,2-1-45-16,0 2 26 0,4-2-12 0,0-2-20 0,2 2-16 16,0-4 16-16,3 0-15 0,0-1 28 0,4-2-12 0,0 0-14 15,2-1-7-15,1 1 3 0,1-5-3 0,3-2 5 16,-1-4-1-16,3 1-2 0,1-5-8 0,-3 1 10 0,2-2-10 16,0-2 3-16,-2-1-19 0,0 0-12 0,0-1-68 0,-1-1-20 15,-2 2 5-15,0-1-92 0,-2 1-43 0,-1 1-12 0,0 0-65 16,-1 4 137-16</inkml:trace>
  <inkml:trace contextRef="#ctx0" brushRef="#br0" timeOffset="103058.51">16133 9322 21 0,'2'7'61'0,"1"1"8"0,-1 0-2 16,-1 1-25-16,1-3-24 0,-1-1-25 0,1 1-72 0,0 0 10 0,0-3-21 15</inkml:trace>
  <inkml:trace contextRef="#ctx0" brushRef="#br0" timeOffset="103210.46">16086 9255 737 0,'-15'-14'132'0,"0"-1"108"0,0-2-14 0,1 3-42 0,1-2-41 0,0 5-92 16,3-1 17-16,0 5-47 0,1 0 8 16,2 0-14-16,2 3-14 0,2-1-8 0,2 1-1 0,1-1-1 0,1 2-51 0,2-1-13 15,1 0-21-15,1-1-51 0,2 2 7 16,1-3-6-16,2 3-30 0,-1-3-7 0,2 3 3 0</inkml:trace>
  <inkml:trace contextRef="#ctx0" brushRef="#br0" timeOffset="103464.94">16324 9012 233 0,'-4'7'105'16,"-2"4"110"-16,-1 1 10 0,2 3-45 0,-1 4-39 0,0 0-71 15,2-1 29-15,1 0-48 0,-1-2 23 0,2-1-10 0,1-3-18 16,1 0-10-16,1-3 12 0,0-3-15 16,2 1 29-16,1-5-7 0,1 2-12 0,1-3-10 0,1 1 14 0,1-2-19 15,1-2 14-15,0-2-7 0,1 1-9 0,1-4-2 0,-1 1 3 16,1-2-5-16,1-1 5 0,-2-1-4 0,0 1-7 15,1-3-20-15,-2 1 17 0,1 1-19 0,0-1 25 0,-3 5-5 0,1 0-13 16,-1-1-7-16,-2 2 4 0,1 1-5 0,-2 2 15 16,1-1-2-16,0 2-2 0,0 0-19 0,-1-1 16 0,2 1-15 0,0-2-8 15,0 1-20-15,1-2-27 0,1-1-69 0,2 0-34 0,-1-2-9 16,1 0-222-16,0 2 240 0,3-2-37 0</inkml:trace>
  <inkml:trace contextRef="#ctx0" brushRef="#br0" timeOffset="103859.95">16733 8786 1490 0,'-2'11'98'0,"-2"-2"37"0,1 3-18 16,1 1-23-16,1-1-22 0,-1 1-38 16,2-3 8-16,0-3-19 0,0 1 15 0,0-1-15 0,2-2-8 0,-1-1-10 0,1-3 6 0,-1 1-4 0,1 0 14 15,-1-2-3-15,1 0-7 0,0-2-11 0,-1 1 15 16,1-1-15-16,0-4 22 0,2 1-6 0,-2-1-8 0,2-1-10 15,1 0 11-15,1 0-10 0,0 1 15 0,1 0-4 0,1 0-10 16,0 3-9 0,1-2 10-16,0 2-8 0,2 0 20 0,1 3-7 0,3 0-7 15,1 3-18-15,1 0 22 0,-2 2-16 0,4-2 31 0,-2 1-5 0,-1-1-12 0,1-1-4 0,-4 0 3 16,0-1-5-16,-1-1 8 0,-1 0 2 0,0-1-1 0,1-1-12 0,-2 0 7 16,-1-1-7-16,-3-1 19 0,-1 2-3 0,-2-2-1 0,0 2-18 15,-3-2 17-15,0 0-11 0,0 3 23 0,-2-3 0 0,0-1-13 0,0 2-18 16,-1-2 21-16,-1 1-19 0,-1-1 27 15,0 1-3-15,-2-1-11 0,1 1-16 0,-1-1 18 0,0 1-14 0,0-2 28 0,2 2-2 16,-2-2-8-16,1 0-30 0,0 1 23 0,0-1-21 0,-1 1 39 16,2 0-6-16,-1 1-12 0,0 0-15 0,1 1 13 0,0 2-12 0,2 0 14 15,0 1-5-15,0 0-14 0,2 0-25 0,0 0 7 0,1 2-12 16,0-2-10 0,0 3-5-16,1 0-12 0,2-1-51 0,-1-1-11 0,1-1-15 0,0 2-113 0,2-2-28 0,-1-2-38 0</inkml:trace>
  <inkml:trace contextRef="#ctx0" brushRef="#br0" timeOffset="104066.13">17215 8693 918 0,'0'-3'245'0,"0"3"-145"0,-1 0 86 0,-1 0-54 16,1-1 17-16,1 0-45 0,0 0-25 0,0-3-22 15,4-1-26-15,0-1-20 0,2 0 5 0,0-2-8 0,2-1 40 16,1 0-4-16,1 2 2 0,4 0-41 0,0 2 28 0,2 0-33 15,3 4 38-15,0 1-7 0,2 6-18 0,0 5-25 16,-2-1 24-16,-2 3-24 0,0 1 38 0,-4-4-8 0,1 0-13 0,-2 3-38 16,-2-2 1-16,0 1-15 0,-1-1-78 0,-2 1-66 15,0 0-32-15,-1-1-232 0,2 4 234 0</inkml:trace>
  <inkml:trace contextRef="#ctx0" brushRef="#br0" timeOffset="105478.09">15890 9359 1382 0,'-22'4'74'0,"-4"4"-42"16,-5 5 68-16,-3 5-7 0,-3 7-14 0,-5 4-28 0,0 2 5 0,2 1-21 0,-9 6 1 0,0-2-11 0,-5 6-12 0,-9 2-16 0,7-3 12 0,3 2-12 0,-1 5 14 16,8-5-4-16,5 2-6 0,-2 2-1 0,6-10 0 0,3 1 0 15,-1-8 8-15,8-5-3 0,5-5-2 0,7-5-8 16,9-6 11-16,6-2-10 0,9-6 12 0,5-3-2 0,6-5-4 0,9-7-2 15,1-5 15-15,5-5-9 0,5-10 53 16,-1-3-16-16,5-5-14 0,9-7-19 0,3-1 10 0,13 0-10 0,11-7 19 16,-1 3 5-16,-4-4-12 0,1-6 14 0,-6 4 12 0,8-3-15 15,7 5 6-15,-3 5-8 0,72-48-19 0,-151 98 32 16,135-91-68-16,-63 46 48 0,-2 3-2 0,-3-1-7 0,-1 4-12 16,-12 2 12-16,-3 6-12 0,-6 4 9 0,-6 6-1 0,-2 4-8 15,-5 3-12-15,-8 3 7 0,-8 4-9 0,-9 5 14 0,-10 1-2 16,-10 4-4-16,-10 1-14 0,-8 5 1 0,-8 7-5 0,-8 5-6 15,-5 4 2-15,-6 6-2 0,-10 8-2 0,-8 7 0 0,-11 6 11 0,-7 5 7 0,-2 2 3 16,-1 0-13-16,-13 3-19 0,-2 5 4 0,-118 73-5 16,225-137 0-16,-200 139 53 0,100-69-44 0,1-3 22 0,8-3-14 15,12-5 38-15,10-7 1 0,8 1-9 0,4-6-22 16,7-5 17-16,9-3-16 0,11-9 29 0,9-5-4 0,9-5-7 0,5-5-8 16,6-7 9-16,5-5-7 0,5-3 7 0,6-4 3 0,4-6-4 0,7-6-7 15,8-7 11-15,7-6-9 0,8-7 16 0,3-3 2 0,6-4-7 16,2-10 1-16,7-4 26 0,9-6-18 0,10-3 31 15,9-2-10-15,3-4-17 0,5-4-18 0,-1 1 16 0,7 3-14 0,2 6 19 16,-2 3-1-16,-5-1-8 0,1-4-15 0,-1 0 16 0,2 4-15 16,-6 8 22-16,-12 10-7 0,-11 6-11 0,-2 4-7 0,-2 4 3 15,-5 5-2-15,-8 3 14 0,-14 5-6 0,-10 3-1 0,-11 2-8 0,-7 4 3 16,-8 5-1-16,-8 1 13 0,-7 5-4 0,-7 5-5 0,-10 5-18 16,-8 4 12-16,-12 5-13 0,-11 7 3 0,-6 1-3 0,-7 6-9 15,-6 6-8-15,-3 6 13 0,-5 7-8 0,-8 3 15 0,0 5-3 16,-4 1-13-16,0 1-5 0,3-3 10 0,0-1-6 0,6-1 25 0,8-2-2 0,9-5 0 15,9-3 2-15,12-9 3 0,10-7 0 0,15-9 10 0,10-8-3 16,9-5-3-16,6-6-14 0,4-5 10 0,2-7-8 0,5-4 16 16,6-8 0-16,7-5-4 0,10-3-14 0,4-7 11 0,4-1-10 0,7-4 17 15,3 1 1-15,3-1-6 0,6-1-18 0,-3 1-12 0,2-1-5 16,0-2-71-16,0-1-26 0,6-3-25 0,3-2-111 0,1 1 4 16,-4 2-36-16,-4 3 104 0</inkml:trace>
  <inkml:trace contextRef="#ctx0" brushRef="#br0" timeOffset="107345.01">14926 10519 973 0,'-6'1'253'0,"1"1"99"0,1 1-236 0,3 3-5 0,2 1-17 0,4 2-26 0,3 4-52 0,3-1 19 0,1 4-33 0,5 0 20 0,-1 1-5 0,1-3-11 0,2 1-17 0,-2 0 15 15,-2-3-15-15,2 4 32 0,-4-3-5 0,-1-2-12 0,0 2-1 16,-3-2-3-16,0 0 2 0,-1-2 0 0,-3 0 3 0,-1-1 3 15,0 1-22-15,-2-2 21 16,-1-2-20-16,-4 1 29 0,-1-2-3 0,4 1-14 0,-1-3-4 0,3 0 15 0,1-2-12 0,-6 0 16 16,-1 0 1-16,-1-2-5 0,-3-2-20 0,1-3 8 15,-2-2-13-15,-1 0 18 0,-1-2 4 0,1-2-3 0,-1-1-5 0,0-3 6 16,-1 1-7-16,-1-2 4 0,3 1-1 0,-1 1-1 0,1-1-11 16,0-1 12-16,2 1-8 0,2-1 12 0,2 7 2 0,1-2-8 0,1 2-15 15,-1-4 21-15,2 1-17 0,0 0 25 0,1 2-2 0,0 1-8 16,2 0-15-16,0 0 8 0,1 4-9 0,2-1 20 0,-1 0-4 15,2-1 2-15,1 1-5 16,-1-3 0-16,1 4 0 0,1 1 4 0,1 1 0 16,0 4 1-16,1-1-15 0,2 0 13 0,1 2-11 0,0 2 20 0,2 0-3 0,-2 2-9 0,3 0-11 15,-1 1 15-15,-6 3-10 0,0-1 21 16,-1 3-5-16,-2 5-9 0,7-3-10 0,-3 1 10 16,-1 0-5-16,0-1 20 0,-3 2-6 0,1 2-7 0,0 1-6 0,-3 1 5 15,1 0-2-15,-4 0 22 0,-1 0 2 0,-2-2 3 0,-3 0-17 16,1-1 22-16,-3 0-19 0,0 1 20 0,-1-2-5 0,1 1-13 0,-1-2-15 15,1 0 15-15,0 0-13 0,1-5 20 0,0 1-7 0,0-1-13 0,2-4-11 0,-2 0 19 0,2-2-13 0,-2-2 18 16,6 0-3 0,0-2-15-16,-1-3-14 0,0 0 7 0,-4-2-10 0,2-1-22 0,1 0-7 0,-1-3-13 0,3 0-59 0,0-1-22 0,2-1-6 31,0 1-97-31,2-2 60 0,1-2 2 0,0-2-85 0,-1 0 7 0,1 3-79 0</inkml:trace>
  <inkml:trace contextRef="#ctx0" brushRef="#br0" timeOffset="107503.5">15327 10324 1396 0,'7'5'-265'0,"-3"-2"527"0,0 2-35 0,0-1-76 0,2 3-51 0,2 1 6 0,1 0-43 0,1 2-33 0,0 1-8 0,0-2-11 0,0 2-13 0,-1-4 6 0,0 0-7 0,2-1 14 0,-2 1-2 16,-1 0-5-16,1 0-17 0,-3-2 17 0,-1 0-16 0,0-3 28 15,-2 2-3-15,0-2-13 0,1 0-17 0,-1-2 4 16,2 0-12-16,-1-2-65 0,1-4-59 0,0 0-29 0,1-6-173 15,-1 4 174-15</inkml:trace>
  <inkml:trace contextRef="#ctx0" brushRef="#br0" timeOffset="107614.18">15400 10190 1065 0,'-33'0'-413'0,"18"1"755"0,-1 1-64 0,1 0-133 0,2 0-43 16,1 0 2-16,1 0-38 0,4-2-34 0,1 0-9 0,3-1-9 15,1-3-24-15,4-1-36 0,3-2 9 0,3-2-229 0,1-2-66 16,3-1-37-16</inkml:trace>
  <inkml:trace contextRef="#ctx0" brushRef="#br0" timeOffset="107961.92">15663 9776 1881 0,'-20'13'-143'0,"7"-3"330"0,6 2-37 0,1 4-42 0,-1 3-54 0,0 1 17 15,-2 1-35-15,1 2 15 0,3 2-9 0,1-2-10 0,2 0-12 16,2-3 6-16,0 3-11 0,2 4 4 0,2 3-4 0,0-3-6 15,2-2-23-15,2-4 20 0,1-5-19 0,2 4 33 0,0-5-7 16,-4 2-11-16,0 0-5 0,-1-4 7 0,0 1-5 0,6-2 1 16,-2-2-8-16,3-1-11 0,1-1-28 0,-1-1 5 15,-2 0-6-15,0-2-25 0,-3 1-18 0,-1-2-11 0,0 1-59 16,-3-1-11-16,-1 0 14 0,0-1-6 0,-3-3 33 0,-1 0 19 16,-4 1 49-16,-2-1 34 0,-2 0-2 15,-2 0 51-15,-4-1 2 0,0-3-7 0,-2-1 28 0,-1 1-1 0,2-1 9 16,2 1 3-16,5 1-2 0,1 1-3 0,0 0 9 0,2 2 16 15,-3 0-7-15,0 0 22 0,4 0-19 0,-1 2-14 0,4-2-22 0,1 1 9 0,0-1-5 16,1 0 13-16,0 0-15 0,1 0-13 0,3-3-17 0,2 0 4 16,3-3-5-16,1-2 5 0,1-3 2 0,-3-3-4 0,1-1-39 15,1-2-4-15,4-2-15 0,5-2-58 0,3 1-23 0,1 0-25 16,-1-6-113-16,1 2-51 0,-1-3-18 0</inkml:trace>
  <inkml:trace contextRef="#ctx0" brushRef="#br0" timeOffset="108278.95">16009 9654 641 0,'-23'-9'-399'0,"9"7"804"0,0 2-65 0,-2 2-119 0,-1 4-42 16,2 1 35-16,0 2-68 0,-1 4-5 0,4 0-33 0,2 1-41 16,0 4-36-16,1-2 12 15,1 4-22-15,2 1 3 0,2 4-2 0,1-1-10 0,1 6-8 16,2-4 8-16,2 3-9 0,1 3 13 0,1-6-5 0,2-1-8 16,0-1-18-16,0-2 16 0,0-2-15 0,1 0 7 0,-1-6-19 0,2-2-16 0,1-1-32 15,-1-2-17-15,-1 0 13 0,0-2-49 0,-4 0 3 0,-1-1 3 16,-2 1 21-16,-1-2-13 0,-2 1 32 0,-4-1 6 15,-1-1 22-15,-1 0 20 0,-1-3 1 0,1-1 31 0,1-2-17 0,-1-2 46 16,0 0 2-16,1-1-8 0,1 0 27 16,1-2 13-16,0 0 2 0,2 0 43 0,2 1-14 0,-1 1-7 15,2 0-42-15,1-1 29 0,0 0-26 0,0 1 38 0,0-2-6 0,0 2-15 16,1 0-30-16,0-1 16 0,2 2-21 0,-2-1 21 0,1 0-9 0,0-2-8 0,2 0-21 16,0-1 10-16,2-1-9 0,-1 0 9 0,2-1-9 15,1 0-12-15,2 1-10 0,0-4 10 16,4 3-6-16,0-2 14 0,3 1-15 0,1-2-14 0,1-3-58 0,0 1-9 15,2 1-11-15,-2 0-71 0,1 1-32 0,0 0-30 0,-1 2-166 0,5 3 224 16</inkml:trace>
  <inkml:trace contextRef="#ctx0" brushRef="#br0" timeOffset="108469.39">16555 9739 1471 0,'-2'8'107'0,"0"1"32"0,-1 0-52 0,-1 2-7 0,1-2-34 0,-1 0-24 16,2-3 21-16,0 2-33 0,-1-2 14 0,2 0-2 0,-1-3-10 16,1 0-28-16,1-2 17 15,0 1-19-15,0-2 26 0,0 0-23 0,0 0-19 0,1 0-67 0,1-2-44 0,0-2 17 16,-1 1-246-16,2-5 228 0,1-2-28 0</inkml:trace>
  <inkml:trace contextRef="#ctx0" brushRef="#br0" timeOffset="108614.21">16521 9512 1138 0,'-18'4'127'0,"-1"3"234"0,-2 0-238 0,5 1-20 0,0 0-19 0,1-1-56 16,5-3 11-16,2 1-28 0,3-3 4 0,1-1-8 16,4 0-7-16,0-1-46 0,4-2-25 0,2-1 3 0,4-3-95 15,2-1-37-15,1 1-8 0,3-1-116 0,-1 2 156 0</inkml:trace>
  <inkml:trace contextRef="#ctx0" brushRef="#br0" timeOffset="108833.97">16764 9599 1114 0,'1'11'91'0,"-1"-1"21"16,0 1 42-16,0-3-17 0,0 0-20 0,2-2-50 0,-1-1 18 16,0 0-37-16,1-2 13 0,-2 0-19 0,1-2-18 0,-1-1-24 15,1 0 13-15,0-1-13 0,2-5 26 0,0 0-5 0,0-2-11 16,3-3-16-16,0-1 15 0,2-2-15 0,3-4 21 0,1 0 2 15,2 2-10-15,5-2-10 0,-1 4 19 16,1 2-20-16,2 1 21 0,-1 6-5 0,-2 1-8 0,1 2-13 16,-3 2 10-16,0 2-9 0,1 0 24 0,-3 0-3 0,-1 1-7 15,1 4-21-15,-1-1 18 0,-1 4-18 0,0 3-10 0,1 0-53 0,-4-1-34 16,-3-2-131-16,-1-3-77 0,-1 1 17 0,5 0 5 0</inkml:trace>
  <inkml:trace contextRef="#ctx0" brushRef="#br0" timeOffset="110165.18">17379 9250 930 0,'-5'-1'119'0,"1"-1"147"0,0 1-108 0,2 1-32 0,1 0-27 0,1 0-56 0,0 0 10 0,0 0-29 0,0 0-6 0,1 3-5 0,0-1-10 0,2 1 1 0,0 1 4 0,1 1-4 15,0 1 4-15,0-1 1 0,1 2-5 0,-1-1 8 16,2-1 2-16,-1 2-2 0,1-1-1 16,0-1-3-16,-1 1-5 0,1 1-15 0,-1-2 16 0,0 1-14 0,-1-2 30 0,1 1-3 15,-2-1-13-15,-1 1-13 0,0-2 19 0,-1 1-18 0,-1-2 30 16,0 0-11-16,0-1-11 15,-1 0-10-15,-2 0 19 0,1 1-12 0,0-1 24 0,0-1-2 0,-1 0-15 0,1 0-10 0,0-1 21 16,0-2-16-16,-2 1 25 0,1-1-4 0,1-1-16 0,-2 2-18 16,1-4 19-16,1 3-15 0,-1 0 28 0,1-1-4 15,-1 0-10-15,1 1-5 0,-1-1 8 0,1 0-7 0,-1 0 7 0,0 0 2 0,1 0-6 16,-1 0-9 0,1 2 16-16,-2-2-13 0,2 2 20 0,0-2-3 0,-1-1-12 0,1 1-7 15,1-1 16-15,0-1-11 0,1 3 19 0,-1-4-7 0,1 2-12 16,0-1-5-16,1-1 7 0,0 2-2 0,0-2 10 0,1 0-2 0,1 2-4 0,-1-1-15 0,0-2 13 0,0 3-10 15,1-2 28-15,0 4-7 0,-2-3-12 0,1 1-10 0,1 1 12 16,-1-1-8-16,1 1 20 0,0 2-3 0,-1-1-9 0,1 1-16 0,-1 1 17 16,2-1-13-16,-1 2 26 0,0 0-6 0,1 0-11 0,0 2-10 15,2-2 12-15,0 1-8 0,-1 1 12 0,1 2-1 0,-1-3-5 0,2 3-15 32,0 0 16-32,-1-3-11 0,0 3 27 0,0-2-2 0,1 0-13 0,-1-1-23 15,0 1 24-15,1-1-20 0,-3 0 33 0,2 1-3 0,1-1-13 0,-1 1-2 0,2 0 3 0,-1 0-1 16,-2 2 1-16,1-1 4 15,0 2-1-15,0-1-24 0,1 1 26 0,1 0-23 0,0 1 36 0,-1-1-5 0,-1 0-14 0,0 2-15 0,1-2 16 16,-6 0-11-16,0-1 24 0,0 0-6 0,0-2-11 0,6 0-4 0,0-1 9 16,1-1-3-16,-1 0 12 0,1-1-2 0,1-3-5 0,3-3-17 15,1 0 13 1,-1-1-10-16,1 0 23 0,-2-1-1 0,-1 0-8 0,0-2-19 16,0 1 19-16,-1-1-17 0,0 2 26 0,-2 0-4 0,0 1-8 15,-2 0-4-15,1 1 0 0,-2 1 0 0,0-2 8 0,-1 2-1 16,-2 1-1-16,0-2-10 0,-1 4 11 0,0-3-7 0,-1 1 12 0,-1 0 1 15,-1 0-10-15,-2 1-2 0,2-1 9 0,-3 1-8 0,2 0 7 0,-1 2-1 0,1 1-5 0,-2-1-7 0,2 1 13 0,-1 0-9 32,-1 0 19-32,1 1-3 0,-1 2-9 0,0-1-8 0,0 2 8 15,0 2-6-15,2 0 9 0,-1 2-3 0,2-1-5 0,-2 0-5 16,2 1 11-16,0 0-5 0,-1 2 9 0,2-1 1 0,1 1-9 0,0-1-8 16,1-2 12-16,1 1-9 0,2-1 21 0,1-2-4 0,0 1-9 15,2-3-13-15,-1 1 18 0,1 0-12 0,1-3 27 0,1 0-7 16,1 0-11-16,2-3-8 0,-1-1 7 0,2-1-5 0,1 0 9 0,1-1-1 15,2-2-7-15,2-1-13 0,1 0 19 0,0-3-14 0,0 2 19 16,-1-3-11-16,1 1-16 0,0-5-37 0,2 3-2 0,-1-2-8 16,0 1-24-16,-1 4-3 0,1-5-5 0,-1 2-25 0,-1-1-8 0,-5-2 0 15,-3 2-30-15,-2 1 4 0,-3 1-11 0,4-1 31 16,-2 4 16-16,1-1 1 0,-4 2 49 0,0 2 14 0,-2 0 14 0,-2 2 5 16,-1 0 10-16,-3 2-4 0,1 1 35 0,0 1 8 0,-3 1 0 0,1 0 15 15,-1 2 27-15,-1 1-18 0,2 2 38 0,-2-1 3 16,1 1-2-16,-1 0-15 0,6 1 9 0,0 1-10 0,1 0 20 0,-1 1-8 15,-2 1-11-15,-2 0-19 0,2 0 23 0,0 0-19 0,0-1 24 16,2-1-11-16,-1-4-11 0,2 1-19 0,0-2 10 0,1 0-9 16,0-1 14-16,1-1-8 0,1 0-10 0,-1 0-21 0,1-1 15 15,2-2-13-15,-1-1 27 0,0-1-8 0,0-1-8 0,-4-2-1 0,0 0 4 0,2-1-1 16,-1 2 11-16,4-1-8 0,1 0-6 0,-1 1-21 16,1 0 12-16,-2 2-11 0,2 0 11 0,-2 2 2 0,0 0-7 0,-1 1-3 15,2 1 2-15,-2 0-3 0,1 1 6 0,1 0-5 0,-2 0-2 0,3-2-11 16,-2 2 13-16,2 2-9 0,0-2 21 0,-1 0-4 0,1 0-9 15,0-2-13-15,-2 1 6 0,1-3-8 0,0 2 11 0,1-1-12 16,-1-2-8-16,2 1-51 0,0-2-1 0,-2 1-10 0,1 0-17 16,0-3-4-16,-1 3-7 0,1-2-30 0,0 2-7 0,-2 0 1 0,2 0 2 15,-2 1 17-15,-1 0 9 0,3 0-17 16,-4 3 34-16,1 0-24 0,0 0 64 0,-1-1 6 0,0 1-4 0,1 0 33 0,-1 1 22 16,1-1 1-16,0 1 84 0,-1-2 7 0,0 1 8 0,1 1-28 15,1-1 37-15,0-1-29 0,1 1 79 0,-1 0-22 0,2 0-13 0,1-1-45 16,-1 1 20-16,2-2-19 0,-1 0 24 0,0 1-22 0,-1 0-23 0,2-1-52 15,-1 2 22-15,0-2-24 0,-1 3 24 0,0 0-6 16,0 0-12-16,-2 0-12 0,2 4-11 0,-2 1-3 0,1 0-106 0,-2 1-37 16,1 0-49-16</inkml:trace>
  <inkml:trace contextRef="#ctx0" brushRef="#br0" timeOffset="111273.04">18175 8730 290 0,'-7'0'113'0,"-2"1"-9"16,1 2 37-16,0-1-64 0,0 4 80 0,1-4-38 0,-1 3-56 0,0-1-30 0,7 1 30 0,-2 0-34 0,1 0 34 0,1 3-9 15,-4-1-20-15,-1 2-12 0,3-2 3 0,-1 2-9 0,1 1 14 16,1-1-1-16,0-1-2 0,2 2 1 0,0-2 18 0,0-2-19 16,2 5 21-1,0-5-9-15,0 0-10 0,1 0-5 0,2-1-4 16,-2-1 0-16,3-2-4 0,-1-1 0 0,2 1-5 0,-1-2-9 16,-4-2 17-16,-1 0-18 0,3-2 20 0,-2-1-2 15,3-2-8-15,2 1-11 0,-2 0 14 0,-2-2-14 0,0 3 15 16,0-2 2-16,-2 0-6 0,-1-1-9 0,0 0 22 0,0 1-17 15,-1-2 30-15,-2 1-7 0,1 0-12 0,0-1-22 0,0 3 20 16,-1 1-16-16,2 0 27 0,-1 2-5 0,2 1-16 0,-1 0-4 0,1 1 11 16,0 0-7-16,0 1 13 0,0 0-7 0,1 0-10 0,0 0-4 15,0 1 5-15,2 2-3 0,-1-1 16 0,1-1-2 0,2 2-2 0,0 1-7 16,1-2 8-16,1 1-8 0,0 1 9 0,4-2-4 0,-1 0-6 16,2-1-12-16,-1-1 14 0,2 0-10 0,-1 0 18 0,0-3-1 15,1 2-10-15,0-3-36 0,2 0 7 0,-1 2-19 0,2-3-30 16,-1 2-24-16,-1-2-26 0,1 3-80 0,-1-2-45 0,-1 0 6 15,-1 3-157-15,2-2 226 0,-1 0-3 0</inkml:trace>
  <inkml:trace contextRef="#ctx0" brushRef="#br0" timeOffset="111629.96">18418 8662 705 0,'-4'7'234'0,"1"-4"74"0,0 3-167 0,2-3-4 0,1 1-35 16,1 0-31-16,3-1-44 0,0-1 2 0,1 0-13 0,1-1 13 16,1 0-14-16,1-1-7 0,0 1-4 0,-1-1 1 0,-1 0 2 15,2 0 9-15,-3-1 7 0,0 0 2 0,-1 1-12 0,-3-1 11 16,1 1-16-16,-2 0 45 0,0 0-3 0,-1 0 3 0,0-2-17 16,-1 0 4-16,-1-1-13 0,0-1 1 15,0-1-3-15,-1 0-7 0,1-3-16 0,1-1 17 0,-1 0-19 16,2-1 25-16,1-3-8 0,0 1-6 0,4-5-7 0,0 3 12 15,1 0-8-15,1 0 22 0,1 2-7 0,0 2-11 0,0 2-12 0,0 2 17 16,1-1-12-16,-1 1 21 0,0 0-3 0,-1 1-8 0,0 2-6 0,-1 0 7 16,-1 2-7-16,1 0 6 0,-1 0 0 0,1 1-4 0,0 0-12 15,2 1 13-15,0 0-12 0,0 0 10 0,1 1-1 16,0 0-9-16,-2 1-4 0,-2 2 9 0,1-1-5 0,-1 1 10 0,4-1-3 0,0 1-7 16,1-1-38-16,0 2 4 0,0-3-15 15,-1 0-13-15,-1 0-18 0,-1 0-15 0,1 4-115 0,0-2-67 0,-3 1-1 16,2 1 28-16</inkml:trace>
  <inkml:trace contextRef="#ctx0" brushRef="#br0" timeOffset="113672.4">16071 10666 690 0,'-5'-3'121'0,"-1"-1"28"0,2 3 22 0,-1-1-54 0,3-1 29 0,0 0-24 16,0 3-41-16,0-2-39 15,1-1 36-15,0 1-47 0,1 0 38 0,0 1-5 0,0 0-17 16,0 1-15-16,0-1 10 0,1 1-19 0,0 0 4 0,1 1 1 0,1 1-9 0,0 2 2 15,2 3 24-15,0 0-21 0,1 2 32 16,0 2-12-16,0 0-17 0,1 2-31 0,1-2 21 0,0 0-23 16,1 2 34-16,-1-1-5 0,-3 0-15 0,1 1-14 0,-1-4 14 15,-5-2-15-15,0 0 21 0,2-2-3 0,-2 0-7 0,3 0-16 16,-1-1 14-16,0 0-12 0,1-2 24 0,-2 1-3 0,-1-2-8 0,0 2-1 16,0-3 4-16,0 1-2 15,0-1 9-15,0 0-2 0,0 0-3 0,-1-1-16 0,1-3 16 0,-3 3-14 16,1-5 23-16,1 1-3 0,-2 0-9 0,0-1-13 0,2-2 10 0,-1 0-8 0,1-2 14 0,0 0-2 15,1-2-5-15,0 1-9 0,1-1 8 0,1 2-4 0,0-1 13 0,1 2-2 16,0 0-8-16,2 1-8 0,-1 0 12 0,1-1-7 0,-2 4 17 16,0 0-2-1,2 0-8-15,-2 2-3 0,2 1 10 0,-1-1-7 0,1 1 14 0,0 0-3 16,2 2-8-16,0 0-5 0,2 2 6 0,-1 0-4 0,1 1 13 0,0-1-7 0,-2 2-7 0,2 1-5 0,0 2 8 16,0-1-4-16,0 2 19 15,-2 0-8-15,-1-3-9 0,-1 0-5 0,2 1 4 0,-1-1-2 16,0 2 9-16,0-1-5 0,1-2-5 0,-2 1-12 0,2-2 8 0,-1 2-7 0,-1-1 3 0,1-2-5 0,-2 1-10 0,2-1-19 15,-3 0 5-15,2-2-7 0,-2 1-9 0,0-1-15 0,0 0-18 16,-1-1-55-16,0-1-21 0,1 0-8 0,0-2-131 16,-2 0-26-16,1 0-40 0</inkml:trace>
  <inkml:trace contextRef="#ctx0" brushRef="#br0" timeOffset="114339.01">16420 10379 1051 0,'-9'-3'290'0,"3"3"-192"0,-1-2 103 0,2 1-75 0,2 1 10 0,1 0-34 0,1 0-21 0,1 0-29 0,1 0-30 0,1 1-24 0,2 1 14 0,1 2-13 0,3 1 34 0,0 2-3 0,2-1-9 0,1 1-7 15,0 0 5-15,0 0-7 0,0 3 12 0,0-1-8 16,0 2-2-16,0 0-15 0,-1-6 4 0,-1-1-4 16,1-1 14-16,-1 0-4 0,-1 2-4 0,-1 2-8 0,-1-4 9 15,-1 3-8-15,-1-1 11 0,-1-1-3 0,0 1-4 0,-2-2-5 16,-1 3 3-16,1-4-2 0,-1 1 10 0,0-2-5 15,-1 0-3-15,0 1-2 0,-2-1 3 0,0-1 0 0,-1 1 6 0,-3-1 0 16,-1 0-6-16,-1-1-5 0,-1 0 6 0,0-1-5 0,-1 1 5 16,-2-2-2-16,2 3-4 0,0 0-4 0,-2 0 6 0,2 4-3 0,-1 0 12 15,2 1-4-15,-2 2-4 0,2 0-14 0,0 1 15 0,2 0-9 16,1-2 16-16,0 0 0 0,1 2-7 0,1 0-13 16,0 0 18-16,1-1-12 0,-1 1 16 0,3 0-1 0,0-2-10 0,-1-1-5 15,3 1 7-15,0 1-5 0,0-1 5 0,1-1 3 0,1-1-3 0,1 1-9 16,0-1 15-16,2-1-10 0,-1 1 25 0,2-4-4 15,0 2-11-15,0-1-13 0,2-1 16 0,1 0-12 0,0 0 20 16,1 0 0-16,0-1-11 0,2-1-11 0,-1-1 10 0,0-2-10 0,-1 1 11 16,0-2 2-16,0-1-6 0,0 0-3 0,3-1 5 0,-1-1-8 0,0-3-19 15,2 1-17-15,-2-1-19 0,2-3-72 0,-2-2-26 16,2-1-9-16,-1 1-151 0,-5-1-16 0,-1 1-41 0</inkml:trace>
  <inkml:trace contextRef="#ctx0" brushRef="#br0" timeOffset="114509.97">16615 10164 1347 0,'2'0'-262'0,"2"1"539"0,-1 1-46 0,1 1-75 0,-6 2-38 15,0-1 16-15,1 3-41 0,1 0-18 0,4 2-20 0,3 2-27 16,1-1-21-16,0 1 6 0,1 0-11 0,0 0 10 16,1-1-3-16,1 1-1 0,1 0-10 0,0-1 0 15,-2 1-4-15,0-4-12 0,-2-2-27 0,1 3-12 0,1-1-75 0,-1-1-59 16,0 2 29-16,-1-3-257 0,1 0 248 0,4-1-13 0</inkml:trace>
  <inkml:trace contextRef="#ctx0" brushRef="#br0" timeOffset="117475.77">17348 9884 804 0,'-12'0'121'0,"0"0"164"0,0 0-119 0,2 0-11 0,1 0-23 0,0 0-70 0,3 0 17 0,0 1-49 0,-1 0-1 0,3 2-4 16,-2 1-11-16,2-2-15 0,-1 3 11 0,3 0-15 0,-2 2 15 15,2 0-4-15,0 2-5 0,0 3-6 0,1 3 9 0,-1 1-6 16,1-1 7-16,1 0 6 0,0 1-11 0,1 0-5 0,1 1 20 15,0 0-21-15,1-2 22 0,-1-3 0 0,3-2-10 0,1-1-6 16,-1-2 5-16,2 0-7 0,0-5 8 0,-2 1 0 0,2-2-4 16,0-1-13-16,-1 0 22 0,1 0-21 0,1-1 23 15,-3-2 2-15,1-2-7 0,0-1-10 16,-2-1 2-16,1-1-5 0,-2 0 19 0,0 0-3 0,-1 0 1 16,-1-2-19-16,-1 0 19 0,0-2-14 0,0 1 28 0,-2-1-3 0,-1 1-11 15,1-1-5-15,0 0 6 0,-1 1-7 0,-2-1-1 0,2-1 5 16,-1 0-7-16,1-1-5 0,1 1 13 0,1 3-13 0,-1 1 11 15,2 4 3-15,0 0-5 0,0 3-7 0,0 1 11 0,0 1-9 0,2 0 19 16,-1 1-4-16,0 3-3 0,1 3-8 0,0 0 4 0,2 2-4 0,0-1 2 16,1 1 0-16,0 0-5 0,1 0-17 0,1 0 21 0,0-2-17 15,1 1 24-15,0-2-2 0,1 0-10 0,1-4-29 0,0-2 1 0,2-1-15 0,-1-2-49 16,1 1-20-16,2 2-24 0,0-2-105 0,0-3-38 16,0-1-9-16,0-3 80 0</inkml:trace>
  <inkml:trace contextRef="#ctx0" brushRef="#br0" timeOffset="117775.87">17651 9643 736 0,'-13'4'241'0,"0"3"-138"16,2 0 108-16,-1 3-80 0,2-1 21 0,1 1-44 0,-3 1-28 0,3-4-13 0,1 1-37 16,1-2-15-16,4-1 24 0,3-2-28 0,0 1 29 0,3-2-9 15,2 0-16-15,2-2-13 0,2 0 22 0,1 0-20 0,5-2 39 16,0 1-1-1,-4-3-10-15,3 0-1 0,1 2 10 0,2-1-14 0,8-1 2 16,-3 3-7-16,1-1-6 0,-1 2-17 0,-4 0 9 0,-2 1-10 0,-3 0 17 16,-2 0-3-16,-2 1-11 0,0 3-8 15,-4-1 15-15,-2 2-12 0,-3 0 29 0,-3 2-8 0,-3 2-8 0,-2 1-17 0,1-1 15 0,-2 0-11 0,0 0 23 16,0 1-6-16,-2-1-9 0,2 0-13 16,-2-1 12-16,2-3-9 0,-1 2 12 0,2-5-9 0,2-1-16 0,-2 0-38 15,1-4-3-15,0-2-11 0,3-1-65 0,0-2-27 0,3-4-35 0,1-1-148 0,1-6 66 16,3-2-54-16,4 0 151 0,2 1 108 0,3 1-7 0</inkml:trace>
  <inkml:trace contextRef="#ctx0" brushRef="#br0" timeOffset="118027.34">17842 9491 845 0,'-9'1'-370'0,"4"4"736"0,-1-2-72 0,1 0-111 0,0 2-52 15,1-1 10-15,0 4-42 0,2 1-30 0,1-1-14 0,1 1-25 16,0-2-21-16,1 0 19 0,1-1-24 0,3 0 24 0,-1 0 0 15,4-1-9-15,1 0 2 0,2-3 9 0,2 2-11 0,2 1 3 16,1 0-5-16,0 1-9 0,1 1-15 0,-1-2 10 16,1 1-9-16,0 1 27 0,-3 1-9 0,-3 0-11 0,-3 2 10 15,-5 1 2-15,-1 0 4 0,-2 3 20 0,-1-3-1 0,-2-1 0 16,-3 3-27-16,1-1 20 0,-2-1-25 0,-2 0 22 16,1-3-6-16,-1 1-11 0,1-1-13 0,3-3 10 0,0-1-11 0,3-3 13 15,1-1-11-15,1 0-13 0,1-5-40 0,2-2 0 0,3-5-9 16,1-2-33-16,2-3-28 0,2-1-30 0,1-3-83 0,2-1 3 15,0 0-6-15,2-2 52 0,0 2-1 0,-1-4 2 0</inkml:trace>
  <inkml:trace contextRef="#ctx0" brushRef="#br0" timeOffset="118242.11">18130 9436 124 0,'1'-18'130'0,"3"1"49"0,-1 5-33 0,-3 5 116 0,0 4-54 15,-1 3-44-15,-2 1-96 0,1 5 40 0,-1 1-48 0,-1 5 35 0,1 1-7 16,1 1-19-16,1 4-33 0,-1 0 16 16,1 1-20-16,0-5 10 0,1 0-2 0,0-3-14 0,0 0-15 0,1-1 20 15,2 0-18-15,0-2 17 0,1-2-8 0,1-2-13 0,2 0 1 0,-1-3 4 16,2-1 1-16,0 0 11 0,0-2-6 0,-2-2-4 0,-1 1-8 15,0-2 10-15,-2-1-4 0,0 1 23 0,0-3-2 0,-3 1-2 0,0 1-1 16,-1-2 3-16,-3-1-4 0,1 2-7 0,-3-1-7 0,1 3-7 0,-2-3-10 16,-1 1 5-16,1-2-4 0,-2-3 9 0,3 1-3 15,-2-1-7-15,0 2-18 0,2 0 12 0,-1-1-14 0,7 2-5 0,0 2-10 16,2 2-15-16,0-1-43 0,-2-1-4 0,0 0-2 0,0 0-8 16,2-1-66-16,1 0-30 0,-3 1-140 0,3 2-75 0,1-1 8 0</inkml:trace>
  <inkml:trace contextRef="#ctx0" brushRef="#br0" timeOffset="118416.39">18348 9162 650 0,'-7'10'251'0,"0"1"91"16,0 0-201-16,2 1 7 0,1-1-37 0,1 1-37 0,2 1-38 16,1-3 29-16,1-1-32 0,1 2 30 15,3-4-14-15,0 0-25 0,2-1-13 0,1-1 16 0,1-1-16 16,1 0 26-16,-1-3-3 0,1 0-13 0,0-1-19 15,0 0 22-15,2-1-24 0,-1-3 28 0,0 1-8 0,-1-1-13 0,1-3-8 16,-2 0-9-16,0-1 0 0,-1 2-67 0,-1 0-49 0,-1 0-23 0,-1 2-139 16,-1 0-88-16,0 0 3 0</inkml:trace>
  <inkml:trace contextRef="#ctx0" brushRef="#br0" timeOffset="119033.64">18823 8850 857 0,'-4'0'231'0,"1"2"-144"0,0-1 79 0,0 2-90 16,2-2 28-16,1 1-55 0,0 0-1 0,1-1-14 0,2 3-23 0,-1-2-18 15,1 0 11-15,1 0-10 0,-1 2 26 0,-1-1-3 16,0-1-7-16,1 2-3 0,-2 0 18 0,1 0-14 0,0 0 22 15,1-1-2-15,-1 2-9 0,1-1-6 0,1 0-2 0,-1 0-4 16,1 1-3-16,1-4-1 0,0 3 0 0,1-1-13 0,-1-3 17 0,-1 0-15 16,1 0 26-16,-1-1-10 0,-1-3-12 0,2 0 12 15,1-3 4-15,-2 2 3 0,3-2 9 0,-1-1 2 0,3-1-4 32,-1 0-19-32,0 3 21 0,0-2-25 0,0 2 19 0,-2 0-6 0,-1 4-12 0,0-2 1 0,-1 1 2 0,1 2-1 0,-2 1 7 0,1 0-7 15,0 0-4-15,1 1-15 16,1 1 16-16,1-1-9 0,1 0 26 0,0 1-4 15,1-1-13-15,0-1-13 0,1-1 17 0,0-1-11 0,0 1 23 16,0 1-1-16,-1-1-14 0,-2-1-5 0,-2 1 9 0,-4-1-8 0,1-2 10 0,-2 3 11 16,-2-2 0-16,2 0 25 0,2 1 12 15,-2 1-5-15,0-1 13 0,0 0-3 0,-2-2-4 0,1 0-27 16,-1-1 18-16,0-1-19 0,0-2 17 0,2 0-8 0,1-1-15 0,0-1-24 16,1-2 14-16,-4 1-14 0,0-1 21 0,-1 3-7 0,2 0-10 15,-1 0-12-15,0 1 9 0,1 0-6 0,-2 1 15 0,2 4-1 16,-1-3-7-16,1 3-15 0,-1-1 13 0,0 0-13 0,1 1 8 15,-1 0-6-15,1 0-14 0,-1 0-33 0,1-2-2 0,-2 1-10 0,3-1-45 16,0 2-31-16,0-4-28 0,3 1-223 0,0 1-75 0,3-2-46 16</inkml:trace>
  <inkml:trace contextRef="#ctx0" brushRef="#br0" timeOffset="119207.73">19317 8349 1723 0,'-4'9'132'0,"1"-1"44"0,0 5-9 0,2 1-39 0,-2 3-38 0,3 2-58 0,0-1 4 0,0-1-21 0,1 2-1 0,-1-2-3 0,2 1-3 0,-1-3-16 0,-1-2 11 0,1 0-13 0,2-1 10 15,-1 5-19-15,1 0-16 0,0 2-59 0,-1-1-49 0,2-2 23 16,-3 4-250-16,0-2-114 0,3-1-45 0</inkml:trace>
  <inkml:trace contextRef="#ctx0" brushRef="#br0" timeOffset="119961.36">16690 11067 1171 0,'-30'-6'-442'0,"15"5"776"0,1 1-87 0,4 1-162 0,-2 6 16 0,3-1 12 0,-1 3-19 0,-3 3-26 0,2 0-20 0,0 1-22 0,0 3-14 0,3-1 1 0,1-1-3 16,1 1 8-16,3 0-4 0,1-1-5 0,1 0-8 0,1-3 8 15,3-2-9-15,-1 0 16 0,2-4-5 0,1 0-3 0,0 1-7 16,3-4 9-16,-1-1-7 16,1-1 18-16,-1 0-6 0,-1-2-6 0,4-3-11 0,-1 1 13 15,0-3-11-15,0-2 28 0,-2 2-7 0,-2-3-12 16,0-1-18-16,-5-1 20 0,0-1-17 0,0-1 31 0,-1 0-3 0,1 1-16 0,1-1-5 0,-1 1 13 16,0-1-13-16,0 2 11 0,0 2-7 0,0 1-6 0,1 1 3 15,-1 1 10-15,1 2-2 0,2-1 9 0,-1 3-3 0,0-1-9 0,3 2-8 16,-2 1 7-1,2 1-6-15,0 0 13 0,1 1-5 0,1 2-8 0,-1 0-4 0,3 0 7 0,0 0-3 0,0 1 6 0,2-2 3 16,1 0-4-16,-1 0-19 0,0 1 22 0,-1-2-17 0,1 0 22 16,1-1-15-16,-1 0-21 0,0 0-57 0,1-2 3 15,2-1-22-15,1 1-121 0,-1 0-51 0,1 0-72 0</inkml:trace>
  <inkml:trace contextRef="#ctx0" brushRef="#br0" timeOffset="120343.25">17227 10516 1171 0,'-7'0'241'0,"1"1"-54"0,1 1-26 0,2-2-64 0,2 1 4 0,1 1-27 0,2-2-35 0,3 6-27 0,2-1 11 0,0 2-15 0,3 4 13 15,0 0-3-15,0-1-10 0,1 3-10 0,0-3 10 0,0 1-10 16,1 3 14-16,-1-1 0 0,2-2-7 0,0 3-14 0,0-4 11 16,-1-1-12-16,2 0 24 0,-1-2-2 0,0-1-8 0,0 1-25 15,-2-2 7-15,-2-2-13 0,0 4-19 0,-1-3-23 16,-3 1-13-16,0-3-80 0,-3 4-35 0,0-3 20 0,-2 0-123 16,-1 1-36-16,-1 0 3 0</inkml:trace>
  <inkml:trace contextRef="#ctx0" brushRef="#br0" timeOffset="120666.71">17141 10714 762 0,'-4'0'111'0,"1"-2"97"0,-1-2-31 16,3 2-28-16,0-4-33 0,1 1-49 0,0-1 27 0,0-2-43 15,0-1 22-15,0-1-15 0,1-2-22 0,2 1-31 0,-1-3 21 16,0 1-26-16,1-4 37 0,1 1-6 0,-2-2-9 0,1-1-8 16,1-1 15-16,-2 1-13 0,0-1 34 0,-1 4-11 0,0-2-13 15,2 3-7-15,-1 2 15 0,-1-2-14 0,1 2 30 16,-1 2-11-16,2-1-8 0,-1 3-28 0,0 1 21 0,0 2-21 16,1 1 32-16,-1 2-10 0,-1 1-17 0,1 1-18 0,2 1 17 15,-1 0-15-15,2 3 22 0,0 0-2 0,1 2-10 16,1 1-10-16,-1 1 14 0,1-1-11 0,0 2 20 0,-1-2-8 0,1 2-12 0,2 0-43 15,-1-1-4-15,2 1-13 0,0-2-60 0,0 1-24 0,2 1-27 16,0-3-198-16,3 1-106 0,5 0-34 0</inkml:trace>
  <inkml:trace contextRef="#ctx0" brushRef="#br0" timeOffset="121477.3">17263 10327 91 0,'0'-6'-55'0,"-1"5"131"0,0-1 0 0,1 0-12 0,-1 1-16 0,1 1 39 0,0 0-44 0,-2 0 58 0,2 0-23 0,-2 1-20 0,0 2 43 15,1-1-7-15,-1 0 14 0,-1 0-6 0,1 0-5 0,0 0-12 0,0-1-16 0,-1 2 27 0,2-2-35 16,-1 1 23-16,1-1-12 0,-1 1-26 0,0 1-19 31,0 1 16-31,0 0-23 0,0-2 11 0,-2 3-2 0,1-1-12 0,-1 3-1 16,-1 0 13-16,2 1-13 0,-3 1 17 0,2 0-8 15,-2 1-9-15,-1 0-6 0,2 1 19 0,-1-3-17 0,0 4 23 16,1-4-8-16,-1-1-14 0,0 2-5 0,1-4 3 0,-1 4-6 16,1-1 4-16,0-1-1 0,0 1 0 0,0 0-13 0,5 0 11 15,1 0-10-15,0-2 15 0,0 2-1 0,-2-1-9 0,-1 0-5 0,1-1 7 16,1 0-6-16,-1 1 8 0,1-2 3 0,0 1-1 0,0 0-19 15,0 0 12-15,0-1-13 0,0-1 23 0,1 1-3 0,-1-2-5 16,0 2-6-16,0-1 6 0,0-3-5 0,0 1 11 0,0 1-4 0,0-2-4 16,0 0-8-16,0-1 5 0,0 0-4 0,0 0-1 0,0 0-7 15,1 0-9-15,0-1-16 0,0-1 1 0,2-2-4 16,-2 0-17-16,1-1-2 0,1 1-9 0,-4-2-37 0,0 0-14 0,0 0-6 16,0 0-90-16,4 2-18 0,1-1-28 0</inkml:trace>
  <inkml:trace contextRef="#ctx0" brushRef="#br0" timeOffset="121909.82">17170 10316 738 0,'-6'2'118'0,"-1"-1"54"0,3 0 27 0,0 0-34 0,1 2-41 0,0 1-29 0,1-2 6 0,-1 0-22 0,1 3 7 0,1-1-4 0,0 2-13 0,1 0-9 0,0 1 9 0,0 2-20 0,2 1 6 0,1 0-10 15,2 3-10-15,0 1-16 0,2 2 11 0,1 0-14 0,3 1 10 16,2 1-8-16,0 1-8 0,2 1-10 0,-3 2 4 16,-1-1-4-16,2 0 10 0,-2-3-3 0,1 0-5 0,-1 1-13 15,0-3 14-15,-2-1-11 0,0 1 27 0,-2-6-7 0,2 1-9 16,2 1-13-16,-2-2 13 0,-1-1-12 16,1 0 24-16,0-3 0 0,-1 2-9 0,0-1-17 0,-1 0 17 0,0-2-17 0,-1 0 12 15,0 2-6-15,0-3-16 0,-2 0-20 0,2-2 0 0,-2 1-6 16,1-2-18-16,-1 1-11 0,1-2-10 0,-2 0-84 15,2 0-26-15,-1 0-11 0,-1-2-133 0,0 1-20 0,2-1-34 16</inkml:trace>
  <inkml:trace contextRef="#ctx0" brushRef="#br0" timeOffset="122189.95">17228 10918 1190 0,'-20'6'-132'0,"9"-3"277"0,4 0-9 0,2-1-32 15,2-2 8-15,3 0 7 0,0-1-24 0,1-4-33 0,3 1-4 0,0-3-15 0,2 0-18 16,2 0 22 0,1 0-27-16,1-1 30 0,0 0-9 0,2-2-14 0,0 1-22 0,2 1 15 0,-1-1-18 0,4 1 17 15,0 0-4-15,2 0-9 0,2-1-6 0,3 0 14 0,-1-1-14 16,2-2 13-1,-1 2-1-15,0-1-11 0,-1-1-12 0,-2 2 19 0,0-2-19 16,-2 2 21-16,-1 0-19 0,-3 0-18 0,0-1-71 0,-6 1-13 0,-2 3-1 0,-1-2-79 16,-1 2-38-16,3 1-16 0,-3 3-157 15,2 2 218-15</inkml:trace>
  <inkml:trace contextRef="#ctx0" brushRef="#br0" timeOffset="122673.88">17701 10351 1072 0,'-7'0'134'0,"2"0"212"0,0 0-184 0,2 1-18 0,0-1-21 0,3 1-73 0,0-1 11 0,2 0-41 15,0 3-7-15,3-2 0 0,1 2-12 0,2 1-12 0,1 0 20 16,0-1-21-16,1 2 25 0,-1 1 1 0,1-3-9 0,0 3-17 16,1-3 27-16,1-3-25 0,-1 2 37 15,0-2-7-15,0 0-15 0,3-2-4 0,-1-3 5 0,1 1-4 0,0-1 11 31,-1 0-3-31,-2-1-7 0,-1-1-3 0,-1 2 8 0,-2-2-8 0,-2 1 8 0,-1 1-3 0,-2-1-5 0,-1 0-8 16,-1 0 12-16,-2-1-9 0,-2-1 26 0,1 2-5 0,-3-2-9 0,1 0-8 16,-2-1 5-16,0 0-5 0,1 0 2 0,-1 2 2 15,1-1-2 1,2 0-8-16,0 3 10 0,2 0-7 0,1 3 15 0,0-1 1 16,0 2-8-16,1 1 8 0,0 0 3 0,0 0-2 0,0 0 0 0,0 1-1 0,0 0 0 0,1 3 0 0,1 1 6 0,0 0-3 31,1 3 6-31,1 0-5 0,2 1-8 0,1 1-15 0,0-1 13 0,1 1-9 15,1-2 18-15,0 0-5 0,0-3-8 0,0-2-16 0,1 1 11 16,0 0-13-16,2-3-6 0,-2 2-9 0,0-2-17 0,0-1-52 16,-1 0-9-16,1-2-16 0,0 0-134 0,0-1-38 0,-2-3-59 0</inkml:trace>
  <inkml:trace contextRef="#ctx0" brushRef="#br0" timeOffset="123006.07">18148 10118 1614 0,'-10'18'-299'0,"5"-9"562"16,2-2-63-16,1 1-103 0,0-1-48 0,2 0 14 15,2-2-33-15,0 0-6 0,1-1-7 0,1-1-13 0,-1-1-5 16,-1-2 1-16,2 2-2 0,-3-1 12 0,1-1-4 0,-1 0 0 0,-1 0-13 16,0 0 16-16,0 0-11 0,0-3 36 0,-1 1-8 15,-1-5-12-15,-1 1-10 0,1 0 3 0,0-3-5 0,0 0 8 16,-2-2-6-16,2 1-3 0,1-3-19 0,0-10 6 15,2 12 33-15,1 1-2 0,0-1-10 0,2 0 1 16,-1 2 16-16,1 1-13 0,0 1 27 0,1 1-4 0,-1 3-11 0,1 0-19 16,-1 2 23-16,3-1-23 0,-1 1 30 0,2 1-4 15,1 1-13-15,3 1-27 0,-2-1 20 0,1 2-18 0,-1-2 30 0,0 3-8 16,1 0-11-16,2-2-14 0,-1 2 11 0,0 0-6 0,1-2 19 16,-1 2-5-16,0-3-10 0,1 1-16 0,0-2 2 0,0 1-7 15,-1-1-12-15,-2 0-8 0,0-1-7 0,-1-1-70 0,-1 1-8 0,-1-1-19 16,-3-1-111-16,0 0-22 0,-3 1-41 0,-1-2-63 0,2 2 207 15</inkml:trace>
  <inkml:trace contextRef="#ctx0" brushRef="#br0" timeOffset="123132.35">18444 9925 1157 0,'0'5'208'0,"0"0"-28"16,0-1-26-16,0 1-55 0,1-1-16 0,2-1-28 0,-1 0-22 0,0 0-28 15,3-3 1-15,-1 0-5 0,1 0-25 0,0-2-77 0,1-3-27 16,-1 0-324-16,4-1 251 0</inkml:trace>
  <inkml:trace contextRef="#ctx0" brushRef="#br0" timeOffset="123461.25">18563 9603 1359 0,'-21'0'284'0,"6"0"-232"0,2 1 44 0,1 1-37 0,4-1 13 16,2 0-24-16,4-1-12 0,1 0-13 0,1 0-20 0,2-1-14 15,1 0 11-15,3-3-12 0,2 0 12 0,0-2-16 0,1-1-11 16,1-2-52-16,0 2-25 0,-1 0 13 0,0 0-56 0,-1 0 4 16,-2 1 11-16,2-1-11 0,-2 2 8 0,-2 1 13 0,2 2 52 15,-4 1 23-15,2-2 24 0,-3 2 55 0,0-1 28 16,-1 2 1-16,0 0 128 0,0 2-20 16,0 0-15-16,1 3-21 0,0 1 34 0,0 1-46 0,3 6 28 0,-4-1-19 0,-2 0-32 15,2 1-28-15,0-3 5 0,6 2-23 16,1-1 1-16,1 2-12 0,0 0-6 0,-1 2-32 0,0 1 13 15,1-1-13-15,0-1 16 0,-1-2-4 0,2-1-12 0,1 1-5 16,-1-1 5-16,0 0-4 0,0-1 9 0,-3 0-1 0,0-1-5 16,1 0-17-16,-1-1 5 0,0 1-11 0,0-2-12 0,-1 1-5 0,-1-2-7 0,0-1-43 0,0 2-10 0,-1-3-10 15,0 0-78 1,-2-2-45-16,2-1-40 0,-3-1-142 0,2 3 223 0</inkml:trace>
  <inkml:trace contextRef="#ctx0" brushRef="#br0" timeOffset="123625.35">18634 9770 1549 0,'-12'-3'-415'0,"8"1"795"0,0 0-81 0,2 0-133 0,0-2-71 0,1 1 12 0,1-2-45 15,3 0 6-15,-1-3-13 0,1-1-14 0,3 0-29 16,1 0 6-16,-1-1-15 0,4-3 5 0,-1 2-4 16,3-1-1-16,1 2-28 0,-1-3 0 0,2 1-10 0,0 0-44 15,0-2-34-15,-2 2-18 0,3-2-147 0,-3 2-69 0,2 1 32 0,4 0 1 0</inkml:trace>
  <inkml:trace contextRef="#ctx0" brushRef="#br0" timeOffset="124036.41">19221 9328 798 0,'-9'13'410'0,"7"-6"-234"0,1 0 274 0,0 1-333 0,1-2 7 0,2 0-43 0,0 2-5 0,1-2-26 0,1-2-27 0,-1 3-18 0,2-2 1 15,-1-1-4-15,2-1-14 0,0 0-10 0,-1 0-6 0,1-2-49 16,-2 1-29-16,0 0 10 0,0-1-175 0,0 0-74 0,-1 1-34 16</inkml:trace>
  <inkml:trace contextRef="#ctx0" brushRef="#br0" timeOffset="124194.66">19147 9190 863 0,'-19'-4'284'15,"7"0"-191"-15,4 1 135 0,0 2-149 0,4-1-5 0,0 0-14 0,-1 1-22 16,2-2-16-16,2 2-14 0,1-3-26 0,2 1 6 16,3-1-11-16,2-1-59 0,-1-2-56 0,2 3-33 0,0-1-126 15,-5 1 140-15</inkml:trace>
  <inkml:trace contextRef="#ctx0" brushRef="#br0" timeOffset="124513.72">19348 9237 222 0,'7'6'124'0,"1"3"-68"0,-1-2 83 16,0 1-98-16,0-2 46 0,-1 0-45 16,2-2 80-16,-3 1-36 0,1-2-44 0,-1-1-24 0,0 1 12 0,-2-2-13 0,0-1 36 15,-1 2-4-15,-1-2-8 0,-1 0 23 0,0 0 15 0,0-2-12 16,-1 0-1-16,0-2-13 0,-2 0-20 0,1-2-15 16,-1-3 14-16,-1-2-17 0,0 2 22 0,1 0 0 0,0-1-9 0,0-3-6 15,2 2 22-15,0-1-24 0,1 2 24 0,0-1-1 16,1 0-9-16,2 0 0 0,1 1 9 15,-1-1-13-15,3 2 14 0,-2 0-6 0,3 0-9 16,0 1 0-16,-1 0 9 0,1 1-9 0,0 2 17 0,1 1-3 0,-2 1-4 16,2 1-24-16,0 1 18 0,1 1-18 0,-1 0 24 0,2 1-4 0,0 1-10 0,1 1-12 15,2 3 6-15,0-1-7 0,1 1 5 0,-1 1-2 0,0 0-6 0,-6 0-18 16,0-1 14-16,0 0-12 0,-2 0 22 0,6-1-7 0,-2 1-8 16,1-1-36-16,-1 0 10 0,-2-1-16 0,1 0-9 0,0-1-5 15,-1-2-17-15,0 0-41 0,-2 0-28 0,1 1 0 0,-2-2-121 16,0 0-1-16,-1-3-18 0,2 2-121 15,1-2 243-15</inkml:trace>
  <inkml:trace contextRef="#ctx0" brushRef="#br0" timeOffset="124782.77">19833 8761 834 0,'-10'2'128'15,"1"2"122"-15,1-1-75 0,3 3-33 0,-1-1-38 0,2 3-76 0,0 2 22 0,2 2-40 16,1 1 34-16,0-2-8 0,1 1-15 0,2 0-19 0,0-3 19 0,2 2-20 0,1-2 38 16,0 0-9-16,0-2-13 0,2 2-13 0,-1-1 23 15,0-2-20-15,2-1 48 0,-1 0-10 0,1-1-9 0,1-2-16 16,-1 1 8-16,1 0-13 0,1 0 10 0,0-3-8 0,0 2-9 0,-1-2-13 16,0 1 10-16,-1-1-9 0,1-1 23 0,-1-1-3 15,0 0-5-15,1-2-22 0,0 1 16 0,0-4-16 0,0-2 24 16,0 0-25-16,1-4-20 0,0 1-96 0,0-1-10 0,0 0-13 31,1-1-96-31,2 0-20 0,-1-1-39 0</inkml:trace>
  <inkml:trace contextRef="#ctx0" brushRef="#br0" timeOffset="125020.29">20234 8393 964 0,'-12'0'270'0,"4"0"-181"0,-1 0 99 16,0 0-92-16,2 2 7 0,2 3-31 0,-1-1-24 0,3 2-5 16,-2 2-18-16,1 2-8 0,-1 1 13 0,2 5-16 0,1 3 33 15,-1 0-6-15,1 2-2 0,1-2-4 0,-1-1 7 0,2-2-8 16,-1 4 20-16,1-1-12 0,0-1-11 0,0 1-24 16,1-4 13-16,-1 1-15 0,1-2 17 0,1-4-8 0,0 2-12 0,2-3-6 15,-1-2 7-15,2-2-6 0,-2 2 5 0,1-3-10 16,2-1-10-16,-1 0-32 0,0-3-20 0,2 0 9 0,0-3-74 15,-1 0-30-15,1-1-7 0,0-3-122 0,0-2-20 0,0 0 7 16,2 0 116-16</inkml:trace>
  <inkml:trace contextRef="#ctx0" brushRef="#br0" timeOffset="125894.43">20382 8461 631 0,'-1'0'230'0,"0"-1"47"16,1-2-131-16,0 3-52 0,1-2-24 0,0-2-25 0,3 0-31 15,-2-2 13-15,3-1-18 0,-1 0 19 16,2-1-5-16,-1-1-6 0,1 0-15 0,-1 0 18 0,1 1-16 16,-1-1 37-16,-2 2-4 0,0 0-13 0,0 1-10 0,-1 0 17 0,-2 2-19 15,0-1 25-15,0 2 2 0,-2 0-2 0,-2 2-6 0,1 0 13 16,-2 1-17-16,-1 0 17 0,0 1-8 0,-2 2-12 0,0 1-23 16,0-1 25-16,1 3-25 0,-1 3 38 0,1-1-3 15,-1 1-12-15,1 4-8 0,1 1 21 0,-1 2-21 16,1 2 27-16,1 0-12 0,0 2-15 0,1-1-14 0,0 0 15 0,2-3-11 0,1-3 20 15,0-4-8-15,2-2-10 0,1 2-7 0,2-1 2 0,0 0-2 16,2-3 4-16,-1-1 0 0,2-1-2 0,0-1-10 16,-1 0 14-16,2-2-10 0,0-1 15 0,1-2-2 0,2-2-8 0,2-1-14 0,0-3 19 15,2-1-16-15,-1-1 15 0,2-1-5 0,-1 3-15 0,0-4-22 16,2-1 2-16,-2-2-8 0,1-3-11 0,-2 1-4 0,0 0-6 0,-1-1-9 16,-6 0-1-16,-1 2 3 15,-3-1 31-15,-1 3 6 0,4-3 13 0,-1-1 6 0,0 2 5 16,-2 1-2-16,1 2 11 0,-3 3 4 0,-1 1 1 0,-1 2-7 15,-2 2 16-15,0 1-14 0,1 1 23 0,-3 1-3 0,2 2-12 0,-3 1-12 16,2 3 21-16,-2 1-17 0,5-1 31 0,1 4-2 0,-1-1-9 16,0 2-13-16,-5 1 17 0,2 0-14 0,-2 0 24 0,2 1-5 15,-1 0-9-15,1 0-15 0,1 2 16 0,1-2-14 0,1-2 18 0,1-2-9 0,0-1-13 16,3-1-7-16,1-2 7 0,0-1-3 0,2-1 12 16,-1 0-2-16,2-1-8 0,0-2-9 0,0-1 9 0,-5 0-7 15,-1-1 13-15,1 1-3 0,-1-2-7 0,6 1 0 0,0-2 3 16,0 1 0-16,-2 1 6 0,0 0-2 0,-1 1-5 0,1 0-5 0,-1 2 5 15,0-1-3-15,-1 0 10 0,-1 1 1 0,2 1-4 0,-2 1-12 16,2-2 11-16,2 0-10 0,1-1 11 0,3 1 1 0,-1 0-5 16,3-3-15-16,0 1 17 0,2-1-14 0,2 1 24 0,2-2 1 0,0 1-10 15,3-1-8-15,1 2 9 0,2-1-9 0,1 5 9 0,-3-2 0 0,-2 2-4 16,1 2-4-16,-3 0 5 0,-3 2-3 0,-1 1 6 16,-4 1-3-16,-3 0-7 0,-3 1 2 0,-3 1 6 0,-3 2-1 15,-3 0 13-15,-1 2-4 0,-4 1-7 0,-2 2-1 0,-2 0 2 0,-2 0-2 0,-2-3 3 0,0 2-1 16,-1-2-4-16,-1 2-3 15,1-2 9-15,1-1-6 0,0-1 15 0,3-1-4 0,2-1-4 0,1-2-19 16,3 1 20-16,3-3-14 0,1-4 30 0,3 0-4 16,1-2-12-16,1-4-5 0,1-2-3 0,2-3 1 0,2-2 3 0,2-2-2 15,2-1 2-15,1 0-7 0,3-1 3 0,2-2-4 0,2-3 7 16,1 1 1-16,2 0-4 0,1-4-8 0,2 5 11 0,-1-3-8 16,-1 1 14-16,0-1-1 0,-3 1-8 0,0-3-10 0,-5-1 11 0,-1 0-8 15,-2 2 22-15,-2 2-3 0,-3 1-7 0,-2-4-9 0,-3 2 7 16,-1 0-6-16,-3 1 12 0,-3 5-5 0,0 2-4 0,-1 4-6 15,0 3 11-15,1 4-5 0,-4 4 21 0,0 3-5 0,0 3-10 0,-4 5-15 16,2 0 16-16,-2 4-12 0,1 3 25 0,0 2-1 0,3-2-6 16,-1 1-3-16,3 1 8 0,2-1-5 0,1-1 13 0,6-6-8 15,0-4-8-15,7-3-12 0,3-1 9 0,4-1-6 0,4-3 21 16,3 0-1-16,4-2-3 0,4-3-17 0,3-3 13 0,2 2-13 16,-4-2 15-16,0-2 0 0,-1-3-7 0,2-1-9 0,4-2 0 0,-2 2-4 15,-4 2-19-15,-2-1-9 0,0 2-9 0,-3 1-44 16,-1 1-5-16,-3 3-11 0,-3-2-90 0,-2 1-72 0,-5 1-61 0,-1 4-247 15,-3-2 316-15</inkml:trace>
  <inkml:trace contextRef="#ctx0" brushRef="#br0" timeOffset="126443.19">16860 11754 1651 0,'-8'5'170'0,"0"0"-66"0,2-1 6 0,3 1-64 0,3-2 34 0,0 1-24 0,2-2-24 0,2-1-27 0,0 2 5 0,3 0-10 0,1-1 8 0,0-1-4 16,1-1-3-16,0 0-8 0,-2 2 7 0,2-2-6 15,0 1 15-15,-1 0 2 0,-1-1-6 0,1 0-8 0,-2 0 5 16,-1 0-7-16,0 0 4 0,-2 0-20 0,0 0-12 0,1 0-77 16,-2-1-42-16,0-2 14 0,0 2-216 0,1-3-75 0,0-1-22 15</inkml:trace>
  <inkml:trace contextRef="#ctx0" brushRef="#br0" timeOffset="126568.38">16768 11421 1071 0,'-10'0'144'0,"-3"3"194"0,-1-1-202 16,2 1-22-16,2 1-41 0,0-2-46 0,3 0 12 0,2-1-30 0,1-1 4 16,3 0-11-16,0-1-7 0,2-1-48 0,4-2-7 15,0 1-7-15,6-3-87 0,0 3-48 0,1-3-25 0,3 3-135 16,0 0 178-16</inkml:trace>
  <inkml:trace contextRef="#ctx0" brushRef="#br0" timeOffset="126861.81">17050 11536 601 0,'1'20'131'0,"-1"-2"182"0,1-1-149 16,0 0-28-16,2-3-37 0,0 0-52 0,0-4 24 0,0-2-39 0,1-1 27 15,-2-4-7-15,1 1-19 0,0 0-24 0,-1-3 21 0,-1-1-27 16,0 0 26-16,0 0 4 0,0 0-8 0,0-2 6 0,-1-3 10 16,0 0-14-16,-2-4 10 0,0-4-6 0,0 0-12 0,-1-5-17 15,1 0 25-15,0-1-24 0,1-3 36 0,1 3-8 0,0-2-18 16,2 4-15-16,0 0 23 0,2 4-22 0,-1 0 40 15,0 7-6-15,1 0-12 0,0 2-2 0,1 2 8 0,-2-1-10 0,3 0 3 16,-1 2-2-16,1 1-8 0,0 0-11 16,-1 0 7-16,-3 0-8 0,0 2 11 0,1 1-2 15,1-1-3-15,5 1-13 0,3 1 11 0,-1 0-9 0,0-2 7 16,1-1-7-16,0 2-14 0,0 1-35 0,-1 1-2 0,0 1-10 0,1 2-51 0,-2-2-29 0,-1 2-27 0,-1 1-173 16,-1 0-65-16,5 6-32 0</inkml:trace>
  <inkml:trace contextRef="#ctx0" brushRef="#br0" timeOffset="127603.08">17833 10956 1232 0,'-1'4'146'16,"-1"-4"130"-16,1 2-112 0,1-1-19 0,2 3-40 0,1 3-33 0,2 1 17 0,1 0-36 0,1 5 2 0,2 1-15 0,-1 2-19 0,0 3-15 0,-1-2 2 0,0-2-6 0,-1 0 7 0,1-4-3 15,0 1-3-15,0-1-14 0,-1-2 15 0,0 0-13 0,0 0 28 0,-1-3-9 0,1 0-9 0,1 0-11 16,-1-2 10-16,1 0-9 0,-1-1 21 0,-1-1-2 0,0 0-10 16,-1 0-20-16,0-2 17 0,-2 0-19 0,0-2 19 15,-1 1 0-15,-1 0-6 0,0-1-4 0,-1-1 5 0,-2-1-6 16,-2 0-4 0,0-2-3-16,-2 0-6 0,-2 0-11 0,0-2 21 0,-2 1-10 0,-1-4 35 0,1 1-3 15,-1 0-9-15,-2-3 0 0,0 2 3 0,0-1-2 0,0-2 6 0,1 2 0 0,2 1-3 0,0 1-16 31,1 2 19-31,0 2-13 0,1-2 21 0,1 4-2 0,0-1-10 0,0 1-16 0,1-1 22 0,1 2-16 0,0-2 30 0,2 1-4 16,-1 1-11-16,2-2-7 16,-1-2 15-16,2 2-11 0,1 0 17 0,-1 1-6 15,2-2-12-15,0 1 5 0,0-6 3 0,0 2 1 0,1 0 10 16,1 2-4-16,0-1-6 0,2-1-15 0,-1 0 18 0,0 1-13 0,2-1 26 0,-1 2-6 0,2 0-9 0,1 1-18 0,-1 0 13 0,1-1-10 31,1 3 20-31,0-1-7 0,0 3-10 0,2-1-2 0,1 2 3 16,1-1 0-16,2 2 11 0,-1 0-4 0,0 4-3 0,-1-1-3 15,-2 2 1-15,0 0 0 0,-2 2 2 0,-1 1 2 0,-3 0-2 0,1 2-12 16,-2-1 11-16,-2 4-10 0,1-1 15 0,-2 0 1 0,0-1-8 16,0 2-12-16,-2 1 21 0,1-4-18 0,-1-2 25 0,1-3-5 15,1-1-11-15,-1-2-13 0,1 3 13 0,1-2-10 0,1 1 20 16,2-3-2-16,-1-1-7 0,3 0-12 0,0 0 11 0,1 0-9 0,2 0 17 16,1-1-3-16,0 1-7 0,1 0-10 0,1 0 14 0,0 3-8 15,0 0 17-15,0 3-2 0,-1 1-9 0,0-1-15 0,0 1 17 16,-2 0-13-16,1 1 26 0,-2 0-1 0,-1-1-10 0,-1 2-19 0,-1 0 17 15,-5 0-15-15,-1 0 28 0,0 0 0 0,-2 0-6 0,4 0 7 16,-1 1 4-16,1 1-2 0,-1-1-5 0,-2-1-3 0,-1 0-6 16,0 0-13-16,1-2 15 0,2 0-11 0,1 0 21 0,-1-1-3 15,0-3-12-15,-5 1-14 0,1-1 15 0,-2-2-12 0,0 0 14 0,-1-1-8 16,-1-1-16-16,1-3-47 0,-1 0-2 0,2-2-14 16,-1 0-64-16,0-2-35 0,1-1-34 0,3-3-58 0,2-3-4 0,3-4-7 15,5-3 112-15</inkml:trace>
  <inkml:trace contextRef="#ctx0" brushRef="#br0" timeOffset="128105.48">18247 10654 1478 0,'-3'12'150'0,"1"-2"43"0,2 2-89 0,0 0 16 0,2 1-27 0,3 0-30 0,0 1-46 0,1-2 14 0,1 2-25 0,0-2 19 0,-2 1-9 16,0-1-9-16,0-3-16 0,0-3 16 0,0 1-13 0,0 0 28 15,-1-2-6-15,1 0-13 0,-2-1-7 0,-1-1 11 16,1-1-10-16,-2 0 18 0,-1-2-3 0,1 1-7 0,-1-1-8 16,0 0 11-16,0 0-9 0,-1-3 18 0,-1 2-3 0,-3-4-8 0,-1 0-9 15,-1-3 8-15,-1 1-9 0,-2-2 14 0,-2 0-1 16,2-2-5-16,-2-1-13 0,2-1 16 0,0 1-14 0,1 1 27 16,1 1-4-16,2-1-13 0,0 1-10 0,1 0 11 0,1 0-8 15,0 1 18-15,1 1-7 0,2 0-6 0,0 3-6 0,1 1 4 16,0 0 0-16,0 4 13 0,0 0-4 0,1-1-6 0,-1 1-3 0,1 0 10 15,0 0-6-15,0 1 8 0,2 1-1 0,2 0-8 0,1 2 7 16,1-1 1-16,1 0-2 0,-1 0-3 0,1 0 3 0,0-3-1 0,1 0-15 16,0 0 16-16,1-4-14 0,0-1 19 0,0 0-1 15,0-3-8-15,1-1-3 0,-1-1 5 0,-1-2-3 0,0 1 3 0,-1-3 0 16,0 1-3-16,-1-1-5 0,-1 0 9 0,-1-2-7 0,-1 2 7 16,-1 0-2-16,-1 1-5 0,-1 0-6 0,-1 3 9 0,1-1-4 15,-1 0 9-15,0 1 0 0,0-3-7 0,0 4-13 16,0 3 18-16,0 2-13 0,3 2 26 0,-2 2-1 0,1 0-8 0,0 0-4 0,3 2 8 15,0 5-6-15,2 0 17 0,2 3-2 0,1-1-4 0,1 3-7 16,2-2 10-16,-1-3-9 0,2-4 8 0,-1 3-7 0,1-4-9 0,0 3-14 16,2-1 15-16,1 0-10 0,0-3 22 15,-1-1-5-15,1 0-10 0,-4-1-5 0,-1-2-6 16,-1 1 0-16,-1-1-22 0,5-2-5 0,-2 1-5 0,1-3-40 16,-1 4-5-16,-1-3-10 0,-2 1-51 0,-1-2-23 0,-3-4-21 0,1-1-153 0,0 1-57 0,-2 2-29 0</inkml:trace>
  <inkml:trace contextRef="#ctx0" brushRef="#br0" timeOffset="128262.76">18726 10136 1637 0,'-1'4'-214'0,"0"-2"475"0,1 2-46 0,0 1-59 0,0 3-81 0,2 0 20 0,0 2-50 0,3 1 4 0,0 0-12 0,2 1-16 0,1 0-14 16,0-1 6-16,-1 2-9 15,2 1 8-15,-2-1-4 0,1-1-4 0,2-1-16 0,1-2 3 0,-1 0-5 0,1 0-4 0,0 1-24 16,-1-1-16-16,0 3-79 0,0-2-47 0,-2-1 20 0,-2 1-257 15,1 0 253-15,1 1-24 0</inkml:trace>
  <inkml:trace contextRef="#ctx0" brushRef="#br0" timeOffset="128494.11">18810 10586 1843 0,'-17'2'-1158'0,"14"0"2010"15,2 0-272 1,0-2-438-16,1-2-80 0,2 1 19 0,3-2-37 0,1-3 5 0,2-3-15 0,2-1-20 0,3-2-19 16,-1-2 14-16,1 1-13 0,1 2 21 0,-2-1-5 0,1 1-9 0,0 1-14 0,1-1 13 0,-1 4-12 15,2-2 18 1,-4 1-9-16,-1-3-13 0,-1 2-29 0,0-2-10 0,-1 2 0 16,-1-1-74-16,-3 0-27 0,1 1-10 0,-2 0-160 15,0 3-55-15,0-1 24 0,0-2 57 0</inkml:trace>
  <inkml:trace contextRef="#ctx0" brushRef="#br0" timeOffset="128706.52">18651 10264 1865 0,'-21'11'-143'0,"8"-6"319"0,3 1 22 0,6-3-59 15,0 1 31-15,4-2-32 0,0-2-40 0,-1 0-34 16,1-3 3-16,0-1-20 0,2-1-7 0,2-1-7 0,0-5-8 0,-2 2-24 15,1 0 15-15,0 0-18 0,4-1 20 0,4 0-4 16,2-2-10-16,4-2-16 0,2 0 16 0,1 2-15 0,1-6 23 16,-1 1-11-16,-2 0-11 0,6-4-34 0,-2-1-14 15,3-1 4-15,3-3-64 0,1 6-29 0,0-1-6 0,3-3-180 16,-3 2-105-16,1-2-20 0</inkml:trace>
  <inkml:trace contextRef="#ctx0" brushRef="#br0" timeOffset="129209.62">19829 9217 908 0,'-9'-4'122'0,"-2"0"118"0,-1 3-68 0,2-1-18 0,2 2-33 0,1 2-64 0,0 3 29 0,1 0-53 0,-1 3 23 0,2 1-11 0,-2 2-18 0,0 4-11 0,4 5 13 16,0-1-16-16,2 8 22 0,1 0-3 0,1 1-3 0,2 5-15 15,0-1 18-15,3-3-19 0,0 3 31 16,0-1-8-16,3-1-14 0,0 4-25 0,0-3 16 0,0-2-20 15,0 0 26-15,1-5-7 0,0-2-10 0,3-2-7 16,-3-2 6-16,-1-3-5 0,1 3 4 0,-2-4-6 16,0-1-8-16,1-1-7 0,0-2-6 0,0-2 6 0,0 1-35 0,-1-2-14 0,-3 1-6 0,2-3-56 15,-4 2-7-15,1-5-4 0,-1 1-90 16,-2-2-6-16,0-1-27 0</inkml:trace>
  <inkml:trace contextRef="#ctx0" brushRef="#br0" timeOffset="129577.82">19723 9864 567 0,'-8'3'141'0,"2"0"198"0,0-2-139 0,2-1-39 0,1 0-44 0,3-4-68 0,1-1 30 0,4-2-47 15,2-3 51-15,1 0-17 0,-1 0-18 0,3-3-34 0,3 3 15 16,-2-1-21-16,4 2 22 16,-2 0-4-16,2 2-13 0,3-1 0 0,0 2 8 0,0 1-9 15,2-3 10-15,-2 4-4 0,1-1-7 0,0 0-11 0,-2 0 12 16,0 2-12-16,0-2 18 0,-3 1-2 0,1 0-8 0,-2 1-18 15,-3-1 19-15,0 0-18 0,1-1 32 0,-1 0-6 0,0-2-12 16,2 0-11-16,-1-2 19 0,-4-2-16 0,1 0 25 16,-1-1-4-16,1-2-13 0,4 0-8 0,-1-1 10 0,-1 2-9 0,-2-2 12 0,-2 2-3 15,-3 0-7-15,-1 1-1 0,-2 2 13 16,0 0-4-16,-1 4 31 0,-2-2-5 0,-2 4-7 0,0 0-5 16,-2 0 8-16,-1 1-3 0,0 3 17 0,-2 0-8 0,0 3-5 0,-1 2-21 15,2 3 15-15,-1 1-12 0,-3 0 18 0,2 1-4 0,-7 2-11 0,0 1-12 16,0 6 9-16,-1 0-9 0,0 0 6 0,2-1-3 0,1-2-5 0,2 1-7 0,2-1 8 0,1-3-6 15,1-1 7 1,4-1 0-16,1-2-4 0,3-3-30 0,2-1 4 0,0-2-13 0,4-1-29 0,1-2-7 0,3 0-15 0,1-2-70 16,2-2-19-16,0-3-14 0,1-1-134 0,2-1-25 0,2-2-42 15</inkml:trace>
  <inkml:trace contextRef="#ctx0" brushRef="#br0" timeOffset="129797.96">20361 9197 1378 0,'-9'4'228'0,"1"-1"49"0,2 1-119 0,-1-1-18 0,1 3-39 0,1 1-33 0,-1 2-47 0,1 1 0 0,1-1-12 0,-1 6-2 16,3-4-4-16,0 2-3 0,0 2-10 0,2-1 3 0,0 0-5 15,2 6-27-15,-1-5-27 0,1 0-17 0,1 4-78 16,0-3-85-16,-1 1 53 0,3 0-300 16,3 1 287-16,3-4 6 0</inkml:trace>
  <inkml:trace contextRef="#ctx0" brushRef="#br0" timeOffset="130877.32">20624 8984 1055 0,'-10'5'322'16,"5"1"-208"-16,1-3 140 0,2 3-162 0,0 2 17 16,2-2-47-16,0 3-7 0,2-1-14 0,1 2-21 0,0 4-19 15,1-1 15-15,0 1-16 0,1-2 16 0,0-1-2 16,0 1-10-16,0-2-9 0,0 0 13 0,0-2-12 0,0-1 18 16,-2 0-4-16,2-1-9 0,-2 1-8 0,1-4 7 0,-1 4-6 0,-1-5 14 15,0 2 0-15,0-1-3 0,0-2-7 0,-1 0 8 0,0-1-8 16,-1 0 10-16,0 0-2 0,0 0-5 0,0 0-11 0,0 0 22 15,-1-1-18-15,0-1 28 0,0-1-8 16,-2 0-14-16,1 2-1 0,0-1 2 0,0-1 0 0,-1 0 3 0,1 1 2 16,1-2-4-16,-1 1-8 0,1 1 13 0,-2-2-11 15,1 2 8-15,1-2 1 0,0 0-7 0,0 0 0 0,0-2 8 16,1 0-5-16,-1 1 9 0,-1-1-2 0,1 1-6 0,0-2-5 0,0 0 6 0,0 0-6 16,0 0 8-16,1-1 0 0,-1-1-2 0,1 3-6 0,0-3 9 0,0 2-8 15,-1 0 15-15,1 1 1 0,-2-1-3 0,1 2-9 0,1 0 15 0,-1-2-12 16,1 2 19-16,0 1-6 0,0 2-7 0,0 0-2 0,0-2 2 15,0-1 0-15,1-2 0 0,-1 2 3 0,3-2-3 0,-2 1-11 16,2 1 10-16,-1 0-12 0,2-1 10 0,-1 3 0 16,0-1-5-16,1 0-12 0,0 3 13 0,1-2-10 15,-2 2 17-15,2 1-2 0,-1 0-9 0,1 1-13 0,0 2 18 0,1 0-14 16,-1 3 23-16,1-1-6 0,-1 2-12 0,0 2 3 0,1 0 1 16,-1 0 2-16,1 0 5 0,0 0-2 0,-1-2-3 0,0-2-13 15,0-1 15-15,0-2-11 0,-1 1 23 0,1 1-5 0,-1-2-11 0,1 2-3 16,-2-2 3-16,2 1-1 0,-2 0 7 0,-1-1 0 15,1-1-4-15,-1 1-5 0,-1-2 6 0,0 0-5 0,-1 0 10 0,1-2 1 16,0 2-3-16,-1-3-17 0,1-1 17 0,1-3-15 0,0 1 28 16,-1-2-5-16,1 1-8 0,0-4-16 0,1-3 12 0,1 1-9 15,0-4 18-15,1 0-4 0,1 2-8 0,0 0-10 0,1 1 11 0,0 4-7 16,1 0 19-16,0 2-5 0,-2 2-7 0,1-1-7 0,0 4 7 0,-2-1-3 0,1 2 9 16,-1 2-2-16,-2-1-3 0,0 1-8 15,0 0 7-15,0 1-7 0,-1 1 14 0,0 2-2 0,1-2-5 0,0 1-5 0,-1 1 6 0,2-2-2 16,-1-1 9-16,-1 1-4 15,2-1-6-15,-1-1-4 0,0 1 6 0,2-1-2 0,-1 0 10 16,1-1-2-16,-1 0-5 0,1 1-9 0,0-3 10 0,0 1-7 0,1-1 15 16,-2 2-1-16,1-1-8 0,-1 0-8 0,-2 1 11 0,1-1-9 0,-1 1 13 0,-1 0-2 15,0-1-6-15,-1 2 3 0,0 0 4 16,-2-2-2-16,0-1 4 0,-1 1-2 0,0-2-3 0,0-1-4 16,-2 0 3-16,2 0-2 0,-3-1 3 0,2 3-3 0,-1 0-5 0,2 0-6 15,-1 2 9-15,1 1-7 0,1 0 6 0,1 3 1 0,-2-1-3 0,1 0-13 0,1 1 16 0,0 1-12 16,0 1 20-16,1 1-2 15,0-1-6-15,0 1-8 0,1 0 10 0,0-2-6 0,1 1 14 16,1-1-4-16,0-1-6 0,0 1-6 0,1-4 7 0,0 1-4 0,1 0 9 0,0-1 1 16,1 0-6-16,1-1 0 0,2 0 1 0,0-3-1 15,0-1 4-15,-1 1-3 0,3-3 0 0,-1 1-4 0,0-2 3 0,2 1 0 0,-2-2 4 16,-1 0-6-16,-4 0-9 0,-2 0-50 0,0-1-4 16,1 1-14-16,3 0-53 0,-1 0-3 0,1 0-16 0,-1 0-53 15,-2 0-23-15,1 0-3 0,-2 1-85 0,0 0-2 16,0 0-13-16</inkml:trace>
  <inkml:trace contextRef="#ctx0" brushRef="#br0" timeOffset="131240.75">21104 8478 541 0,'-3'-41'-340'0,"2"26"655"0,0 7-45 0,-2 1-98 0,0 4-31 0,1-1 44 0,2 3-65 0,0 1 58 0,0 1-31 16,0 3-38-16,0 2 5 0,0 3 4 0,0 3-13 0,0 3-20 0,2 3-16 0,1 1-20 0,0 1-30 16,0 0 11-1,2-5-20-15,0 2 15 0,1-5-4 0,0 1-9 0,0 3-18 16,1-4 18-16,0 0-19 0,2 0 22 0,-1-4-4 0,1 1-10 0,1 0-8 15,-1-2 11-15,0-3-8 0,2-1 16 0,-2-1-4 0,2 0-10 16,0-2-2-16,-1 0 10 0,1 0-6 0,0-2 8 16,-1-1-4-16,0 1-5 0,0-3-3 0,-1-1 5 0,0-1-1 0,0 0 11 0,-2 2-5 0,1-2-5 0,-3 0-8 15,1 1 9-15,-2-2-5 0,1-1 16 0,-2 1-1 0,-1-2-9 16,1 0-6-16,-2 1 6 0,-1-1-5 0,0 1 9 0,-1 1 0 16,-2 3-4-16,1 0-12 0,-2-2 13 0,-1 2-10 0,2-1 18 0,-2-1-3 15,2 1-9-15,0 4-8 0,-1-1 10 0,2 2-8 0,0 1 12 31,1 2-2-31,-2 2-5 0,1 2-14 0,1 3 15 0,-1 0-12 0,0 0 23 16,0 2-2-16,1-1-9 0,1 3-13 0,0 1 15 0,3 2-11 0,0-3 22 0,1-1-4 16,2-1-9-16,1-2-3 0,1-1 3 15,1 0-1-15,1-3 5 0,1-1-3 0,0-3-1 0,3-1-12 0,0-4 12 16,2 0-10-16,0-4 2 0,-2 2-14 0,2-3-20 0,0-1-45 0,1 0-18 16,-1-3-4-16,1-1-105 0,0 2-30 0,-1-2-39 15,-6 3-118-15,0-1 225 0</inkml:trace>
  <inkml:trace contextRef="#ctx0" brushRef="#br0" timeOffset="131476.95">21785 8118 821 0,'-9'-5'148'0,"0"2"116"0,0 2-38 0,0 1-41 16,-1 3-51-16,0 3-67 0,0 1 22 0,-1-1-44 0,-1 2 15 16,2 1-5-16,0 0-21 0,-1 0-10 0,3 1 17 0,2 0-23 15,2 0 22-15,4-2 6 0,1 0-3 0,5-1-20 16,7 0 33-16,3-2-35 0,7 1 68 0,2-3-12 0,2 2-16 15,7-1-42-15,1 1 14 0,3-1-29 0,4 2 14 16,-3-2-4-16,-1 2-6 0,-5-1-8 0,-7 2 6 0,-6 1-6 0,-5 0 14 16,-9 1-3-16,-6 0-5 0,-5 3-8 0,-4-1 0 0,-4 4-4 15,-4-1 0-15,-2 1-8 0,-3 3-4 0,-2 1-32 16,-1 0 10-16,-2 1-10 0,-2-1-7 0,0 0-15 0,1 1-19 0,-2 0-61 16,2-2-26-16,1 2-8 0,2-1-147 0,0 2-58 15,4 0-49-15</inkml:trace>
  <inkml:trace contextRef="#ctx0" brushRef="#br0" timeOffset="132302.6">20408 10072 1486 0,'-8'-4'266'0,"4"0"-141"16,5-5-52-16,8-5-40 0,8-6 96 0,5-7-25 0,6-4-26 0,8-13-13 16,1 0 9-16,-1-5-16 0,11-9 2 0,1 6-16 15,4-3-14-15,21-7-18 0,-2 3 13 0,4 2-12 0,6-1 16 16,-14 10-7-16,-3 2-14 0,6-1-8 0,0 6 10 0,5 6-9 15,5-5 14-15,-12 5-1 0,-9 2-7 0,0-3-12 0,-9 6 12 16,-2 3-12-16,7-2 19 0,-8 9-2 0,-2-1-8 0,-2 2-6 16,-11 5 5-16,-6 3-6 15,-5 4 11-15,-10 3-6 0,-5 3-4 0,-6 2-9 16,-6 6 2-16,-7 4-1 0,-5 6 3 0,-9 5-3 0,-6 6-5 0,-10 5-2 0,-6 4 1 0,-4 4-1 0,-8 2 1 16,0 0-3-16,-1 4-4 0,-11 9-20 0,-6 4 12 0,-4 10-12 15,-6 6 22-15,4-1 5 0,3 5-1 0,-6-2 4 0,2 1 11 0,2 2-7 16,-1 1 12-16,13-4-1 0,7-4-4 15,5-5-6-15,6-7 8 0,3-10-3 16,6-7 15-16,6-8-4 0,7-5-8 0,6-1-5 0,5-10 7 0,8-4-4 0,5-8 16 16,6-6-4-16,3-3-1 0,6-8-7 0,5-5 7 0,5-5-3 0,7-7 21 0,4-5-4 0,6-3-5 15,8-8-4-15,4-6 15 0,6-3-9 16,-3-8 24-16,4-3-6 0,3-3-9 0,9-6-3 0,10 0 7 0,4 1-5 0,4 4 9 16,-77 68-26-16,370-321-2 0,-302 266 3 15,-10 10-5-15,-17 8-4 0,-9 7-24 16,-10 8 16-16,-10 7-14 0,-4 6 23 0,-11 4-3 0,-4 5-9 0,-10 6-9 0,-6 5 6 15,-5 8-5-15,-4 8 10 0,-5 4-1 0,-6 7-3 0,-9 6-17 0,-9 3 14 32,-4 2-13-32,-3 3 9 0,-1-1-10 0,1 3-13 0,-2 1-12 0,-3 6 1 0,0 3 0 0,-2 3 4 15,41-43-33 1,-215 247 86-16,211-237 5 0,14-7-9 0,7-8-8 16,8-10-5-16,7-5 11 0,5-11-5 0,2-6 28 0,6-7-2 15,6-6-9-15,12-11-2 0,10-6 9 0,9-10-7 0,8-6 21 16,5-6 0-16,7-3-1 0,6-2 6 0,-2 1 11 0,-1 3-7 0,7 2 6 0,3 4-9 0,4 2-10 0,1-2-24 0,-6-1 6 0,-3 5-9 31,-3 5 8-31,-6 8-2 0,-8 6-4 0,-9 4-14 0,-15 7 13 16,-15 9-9-16,-10 5 18 0,-10 6 0 0,-6 3-9 0,-2 7-12 15,-8 8 12-15,-6 4-13 0,-8 11 14 0,-8 4-1 0,-8 6-4 0,-14 6-15 16,-5 2 14-16,-4 1-13 0,-4 0 17 0,2 0-2 0,-1-1-7 0,-3 4-10 16,3-2 15-16,2-6-10 0,7 0 22 0,12-12 0 15,14-12-7-15,14-8 0 0,12-11 1 0,11-8-1 0,11-5 2 0,10-6-4 16,11-8-1-16,14-9-11 0,8-5 12 0,7-5-8 0,3-2 20 15,2-3-4-15,7-5-8 0,14-11-12 0,6-3-1 0,3-2-21 16,1-1-21-16,3 3 0 0,7 1-7 0,13-10-57 0,5-7-23 0,6-2-13 16,0-1-172-16,1 5 1 0,11 6-42 0</inkml:trace>
  <inkml:trace contextRef="#ctx0" brushRef="#br0" timeOffset="151366.84">22910 5286 217 0,'-9'-11'246'0,"-4"3"-138"0,-4 2 148 0,0 3-165 0,2 2-59 0,2 1-2 0,-1 2 10 0,2 2-3 0,0 1 0 0,1 2-9 0,-2 0 28 16,1 4-19-16,1-1 42 0,0 1-7 0,3 5-11 0,-3 0-19 15,4 2 9-15,-1 5-12 0,1 2 10 16,1 3-4-16,2 3-6 0,0 2-18 0,1 1 17 0,0 4-15 0,-1-1 14 16,2 0-7-16,0 3-8 0,-3 7-16 0,2 7-3 15,0 6 0-15,0 6 6 0,3 1-2 0,0 3 1 0,-1 2-17 0,0 0 21 0,0 2-18 0,0 4 18 16,0 0-3-16,0 4-12 0,-2-2 3 0,-2-2 4 15,0-4 1-15,0 0 6 0,1-2-5 0,0 0-6 0,-1-3-6 0,2-8 7 0,0-3-1 16,1-11 13-16,1-6-3 0,2-3-7 0,3-2-25 0,0-2 17 16,4-5-14-16,-1-5 38 0,3-6-5 0,1-4-6 0,5 0-19 15,2-2 13-15,1-1-10 0,4 0 22 0,-2-5-1 0,1 1-4 16,5 1-18-16,-1 0 17 0,4 0-14 0,3-2 24 0,5-2 6 0,9-5-5 16,8-6-1-1,5-2 12-15,6-1-10 0,5-4 9 0,4-1-8 0,9-1-7 16,8-3-3-16,5 1 8 0,3 0-4 0,4 0-1 0,3 3-3 15,1 2-10-15,7 0-10 0,2 2 14 0,-1 5-11 0,1 4 14 0,-7 6-4 16,-2 6-9-16,5 1 6 0,2 0 1 0,1-3 3 0,0-1 3 0,-1-3-3 0,-2 1-1 0,3 4-13 0,-1 9 9 16,-4 4-8-1,-1 5 15-15,-1 2 0 0,1 0-5 0,8-6-5 0,0 0 6 16,0-2-3-16,2-1 7 0,-9 3 1 0,1-4-7 0,0 0-8 16,-3-4 9-16,2 0-6 0,-4-7 13 0,-6-1 0 0,-5-5-7 0,2-2-17 15,-5 0 16-15,-2-3-14 0,-5-3 27 0,-11 1-4 0,-4 2-7 16,63-9 0-16,-130 13 4 0,106-21-11 0,-63 6 7 15,-3-2 0-15,-1-3-4 0,-7-1 14 0,-5-1-13 0,-5-2 14 16,-5 1 7-16,-2-3-7 0,1-3-4 0,-2-3 13 0,0-6-14 16,-1-3 5-16,1 0-5 0,0 2-10 0,3-6-5 0,1-2 6 0,0-6-4 15,-5-6 8-15,2-2-4 0,2-1-3 0,6-5-8 0,6 4 5 16,-1-5-4-16,1-2 15 0,-2-7-5 0,0-2-4 0,-2-5-17 16,-2 4 11-16,-6 6-7 0,-2 2 29 0,-2 3-7 0,-1 1-5 0,0-9-16 15,-4 2 15-15,-4 6-10 0,-3 4 20 0,-1 10 2 0,-3 2-6 16,-2-1-5-16,-5 3 0 0,-5 3-1 0,-5 3 5 0,-2 9 0 15,-4 0 2-15,-4 3-6 0,-4 1 0 0,-3 4-1 0,-3 6 2 0,-3-1-1 16,-7 4 0-16,-6 0 0 0,2-1 0 0,-4 1 1 0,1-3 5 16,1 1-3-16,-7-1-1 0,-2 0-13 0,-3 0 12 0,-3 2-7 15,-4 2 22-15,1-1-4 0,1 2-4 0,-4-1-9 0,-5-1 7 0,-6 3-5 16,-1 1 15-16,2 1-5 0,-2 1-6 0,-2 1-3 0,-8-5 1 16,1-1 0-16,1-1 4 0,0-2-2 0,-3 5-2 0,-15 4-5 15,-8 4 5-15,-3 5-4 0,-5 2 6 0,2 2-3 0,-3 5-5 0,-13 0-12 16,-4 3 15-16,2 5-10 0,-5 1 24 15,5 2-5-15,-4 4-11 0,-3 0-13 0,0 3 19 0,0-2-12 0,4 2 19 0,6-1 0 16,4-4-11-16,-1 2-1 0,3-3 2 0,5 2-2 0,5-1 3 16,9 0-2-16,2-2 0 0,2-1-16 0,3 0 15 0,9-3-11 0,3 2 14 15,10-6-2-15,6-3-12 0,1 0-24 16,10-2 7-16,7 1-11 0,6 5-4 0,11-2 3 0,6-3-9 0,1-1-18 0,7 0 1 16,7-2-7-16,6 1-20 0,11-2-10 0,4-1-10 0,8 2-34 0,7 0 14 15,7 0-9-15,8-1 7 0,6-1-36 16,2-1-34-16</inkml:trace>
  <inkml:trace contextRef="#ctx0" brushRef="#br0" timeOffset="153875.57">18388 6913 256 0,'-16'12'35'0,"9"-15"491"0,1-3-241 0,3 3 3 0,0 2-308 0,3 1 22 0,0 1-21 0,3-1 37 0,-1 3-1 0,1 0-6 0,3-2 6 0,1-1 13 0,0 1-5 0,2-1 25 16,4 0-11-16,0 0-13 0,5-1-13 0,1 1 12 0,1 0-8 0,5 0 22 15,0 0-5-15,6-1-7 0,4-1-25 16,-2 0 19-16,4 0-16 0,2-3 27 0,0 1-6 0,8 1-9 15,2-2-9-15,-1-2 8 0,3 2-8 0,0-1 8 0,0 0 1 0,-2 1-1 0,-4-1-17 16,2-2 11-16,-1 2-11 0,-1-1 18 0,1-2-4 16,-3 4-8-16,-2 0-14 0,0-1 14 0,-1 2-11 0,-3 0 17 15,-3 2 0-15,-1-4-9 0,-4 3-20 0,-9 0 29 0,-5-1-24 0,-3 0 33 0,-4 3-4 16,3-1-16-16,-3 0-11 0,-4 1 15 0,-2 0-11 0,-2-1 39 16,-2 2 4-16,-2 0 4 0,-6-2-42 0,-4 1 22 15,-4-1-27-15,2 1 22 0,-7 1-3 0,-4 0-16 0,-4 0-11 0,-10 0 22 0,1 3-15 16,-4-1 26-16,1-1-9 0,-3 3-14 0,-6 1 5 0,-2-2 1 15,-2 2 5-15,2-1 3 0,2 0-5 16,0 0-4-16,-2-2 0 0,-1 3-2 0,4-1 2 0,0 1 4 0,2-1 0 0,1 0-1 0,-3-2-7 16,5 2 3-16,3 0-5 0,2-3 9 0,5 3 0 0,-1-1 1 15,2-1-20-15,3 0 16 0,4-1-12 0,6 2 27 0,3-1-2 32,3-1-10-32,5 1-12 0,2-1 9 0,4 0-6 0,4 0 14 0,1-1-1 0,3 2-5 0,1 0-15 0,5 0 23 0,5 0-17 0,3 1 37 15,6-2 2-15,5-1-7 0,8-1-7 0,7-3 9 0,6 0-9 16,7-2 8-16,-4-1-3 15,8 1-5-15,4-3-18 0,2 0 16 0,8 0-15 0,-1 0 18 0,-1 3-2 16,-2-5-13-16,1 4-11 0,-5-2 13 0,-4 0-11 0,-2-1 17 0,-5 2-1 16,-4 1-9-16,2 1-10 0,-5 0 10 0,-5 2-7 15,-10-1 16-15,-8 1-2 0,-2 1-8 0,-4 1-12 0,1 0 16 0,-5 2-13 0,-7-1 19 0,-5 1-2 16,-3 0-9-16,-1 0-2 0,-6 1 8 0,-6-1-6 0,-8 3 3 0,-3 0 2 16,-5-1-7-16,-3-1-5 0,-5 1 10 15,-5 0-6-15,-4 1 13 0,-3-1-3 0,-3 1-7 0,-4 1-8 0,-7 0 9 0,-2 1-5 16,0-1 14-16,0 1-4 0,3-1-6 0,-3-2-20 0,0 3 25 15,2 0-19-15,-1 0 31 0,3 1-3 0,4-3-15 0,-1 1-9 0,6 0 10 16,3 0-7-16,2 1 17 0,6-1-5 0,4 1-8 0,3-1-12 16,6 2 21-16,2-3-13 0,6 2 21 15,7-3-4-15,5 0-12 0,5 0-3 0,3-2 1 16,5 2-1-16,5-1 5 0,5-1 0 0,4 0 0 0,6-3-8 0,3-1 13 0,5-2-10 0,7 0 15 0,1-2-1 16,6-1-7-16,10 0-7 0,1-2 5 0,4 0-4 0,2-1 7 0,-4 0 2 15,4-1-4-15,8 0-14 0,2-1 17 0,0 2-14 0,-1-3 24 16,-5-1-5-16,-5-1-9 0,1-1-14 15,-1 2 16-15,-4 0-11 0,-2 3 21 16,-6 4-2-16,-6 0-10 0,-10 6-10 0,-5-2 12 0,-5 3-8 16,-7 1 15-16,-4-2-4 0,-6 3-6 0,-8 2-14 0,-3 2 14 0,-10 1-10 0,-7 0 22 15,-9 4 0-15,-5 1-7 0,-11 5-12 0,-5 3 10 0,-9 3-10 0,-8 0 12 0,-1 1 0 0,-10-1-4 0,-7 3-7 32,-6-2 9-32,-4 3-5 0,1 2 11 0,2 0-4 0,1 1-4 0,0 3-4 0,5-3 4 15,8-1-2-15,6-3 5 0,11-3-1 0,4-1-2 16,7-2 1-16,7-1 1 0,14-8 0 0,11-3 2 0,8-2 0 15,8-3 0-15,-2 2-10 0,3-2 11 0,5 1-9 0,3-2 15 16,2 0-1-16,6-2-5 0,6-3-13 0,9 0 10 0,7-1-7 16,4-2 19-16,2-1 0 0,3-1-6 0,6-4-15 0,6 0 10 15,5-2-9-15,-3 0 18 0,3-1-2 0,-1-3-5 0,3-4-2 16,6 3 0-16,-1-4-1 0,1 5-2 0,-4 2 1 0,-6 0 2 0,1 0-15 16,-6 1 17-16,-1 0-15 0,-3 2 23 0,-7 3-4 0,-5 1-10 15,-1 4-5-15,-8 2 6 0,-7 0-3 0,-6 1 8 0,-11 2-1 16,-3 1-3-16,-5 1-11 0,-7 3 12 0,-9 1-9 0,-8 1 15 0,-10 1-2 15,-8 4-6-15,-10 4-5 0,-9 2 5 0,-9 2-3 0,-5 1 3 16,-4 1 0-16,-3 1-5 0,-3 3-4 0,0 2 9 0,2-1-5 16,4 0 7-16,12-5 2 0,10-3-4 0,6-3-6 0,11-3 8 15,9-2-5-15,9-4 12 0,12-1-2 0,6-2-7 0,5-1-5 16,4-1 5-16,6-1-5 0,7-2 9 0,5-3 1 0,4-1-2 0,7-4-7 16,5-1 6-16,4-4-6 0,-4 0 8 0,1-2 1 0,2 0-3 15,2-2-6-15,8 1 6 0,-3-1-5 0,-1 4 5 0,-2 2 2 16,-2 1-4-16,-2 1-15 0,-4 3 20 0,-4 0-16 0,-8 2 26 0,-7 2-5 15,-9 1-10-15,-4 1 0 0,-4 2 9 0,-1 0-4 16,-2-1 26-16,-5 2-10 0,-5 0-6 0,-9 0-21 0,-6 6 10 0,-6-3-7 16,-2 4 21-16,-2 2-5 0,-1 1-9 0,-2 3-16 0,-2 0 16 15,3-1-11-15,-1 2 19 0,1-2-4 0,5 2-10 0,3-1-4 0,6-2 6 16,12 1-3-16,3-2 7 0,4-2-5 0,5-2-5 0,-3-1-39 16,1 2 6-16,3-1-15 0,0 1-24 0,5 2-24 0,-1 0-25 15,3-1-110-15,1 4-56 0,-1-3-14 0,3 1 23 0</inkml:trace>
  <inkml:trace contextRef="#ctx0" brushRef="#br0" timeOffset="156090.16">18558 7084 217 0,'0'5'179'0,"1"2"-100"0,2 2 101 0,6 4-124 0,3 1-14 0,4-2-24 0,3 2 25 0,-5-3-12 0,1 2-16 0,5 0-16 0,4-4 27 16,8-1-13-16,1-4 60 0,2-4-12 0,2-2-22 0,5-3-36 15,2-1 29-15,4-1-28 0,2-2 24 0,0 0-6 0,-1-1-15 16,2-6 6-16,-1-2 15 0,-1-4-8 0,0-2 12 0,0 0-2 0,2 1-15 16,3-1-20-16,1-1 34 0,-1-2-29 0,-7-5 46 0,-3 0-14 15,-3 0-16-15,2-2-7 0,4 4 3 0,-4-1 1 0,-3 3 7 0,-4 0 1 16,-2-2-12-16,-3-3-18 0,-2-6 27 0,-3 0-24 0,-2-4 30 16,-6 3-10-16,-2-4-13 0,-3-2 11 0,-3 1-10 0,-3 3 12 15,-3 2-12-15,-2 3-2 0,-5-1 1 0,-2-6-16 0,-4-5 18 16,-4 0-14-16,-2-7 24 0,-1 0-6 0,-3 1-9 0,-4 1-29 15,-2 4 17-15,-1 4-15 0,-4-1 37 0,1 0-5 0,-1 0-3 0,-6-2-5 16,-1 2-8-16,-6 3 5 0,-3 0-4 0,-1 7 0 0,-1 5 4 0,-6 3-14 16,-3 4 12-16,-4 2-7 0,-3 4 30 0,-1 4 0 15,-6 1-7-15,-4-1-14 0,-5 4 11 0,-1 2-13 0,2 3 7 0,1 4 0 16,-4 5-1-16,-4 3-7 0,-2 3 5 16,-1 5-1-16,3 3 12 0,5 2 1 0,-5 2-4 0,-3 3-26 0,-2 2 27 0,1 4-22 15,7 6 39-15,5 4-5 0,6 6-11 0,-1 6 1 16,3-2 15-16,5 2-7 0,6-1 27 0,9-4-5 0,6 2-11 0,7 6-26 15,8 5 22-15,6 4-20 0,8 3 33 0,6-6-9 0,5-2-13 0,6-2-12 16,6 0 14-16,5 0-10 0,4 2 22 0,6-1-2 16,9-3-14-16,8-6-6 0,11-5 14 0,6-1-14 0,3-6 10 0,0-6 0 0,1-2-3 15,1-2-13-15,5-3 1 0,5-1-4 0,2 2 17 0,-2-4-6 16,-5 1 2-16,1-1-15 0,-5-2 7 0,-1-3-5 0,4 0 9 16,-7-3-1-16,-1-4-6 0,1 1-8 0,-11-3 9 0,-1 2-6 0,-2-1 17 15,-7-3 1-15,4 2-7 0,-4-5-5 0,-2 2 10 0,-4-1-11 16,0-2 4-16,-5 0 5 0,-4 2 0 0,-1-3-15 15,-4 1 6-15,-3-1-9 0,-1-1 23 0,-3-1-3 0,-2 1-1 0,-2-1-31 16,-2 2 24-16,0-2-22 0,-1 0 29 0,1 0-3 0,-1 0-9 0,0 1-16 16,-2-2 12-16,1-1-8 0,0 0 29 0,-2 2-4 0,1-3-5 15,-1 2-14-15,-1-1 5 0,1 0-7 0,-1 1 12 0,1 0 0 16,-1 1 1-16,0 0-12 0,0 1 9 16,0 0-7-16,0 1 19 0,-1-2-2 0,0 2-6 0,-1 0-17 0,0 0 10 0,-2 0-11 0,1 0 15 15,-2 0-1-15,-1 2-1 0,0 0-11 0,-1 0 11 0,2 0-5 16,-1 2 21-16,-1-2-1 0,1 0-9 0,-1-1-20 0,0 2 33 15,1-2-27-15,1 0 34 0,0 0 1 0,1-1-13 16,-1 0-1-16,2 0 4 0,-2 0-5 0,2 0 5 0,1 0 6 16,-1-1-2-16,0 0-11 0,0-2 18 0,1 2-17 0,-2-2 12 0,1 1-5 15,1-2-10-15,-1 2-11 0,1 0 12 0,1 0-7 0,-1 0 23 16,1 1-8-16,0-1-7 0,-2 2-8 0,3-3 5 0,-1 2-2 0,0-2 4 0,0 2 5 16,1 0-3-16,0 1-6 0,-1-3 4 0,1 2-5 0,0-2 11 15,0 1 0-15,0 0-3 0,0 0-5 16,0-2 7-16,0 1-5 0,0 2 6 0,0 0-4 0,0-2-6 0,0 1 0 0,0 0 4 0,0-1-1 15,-1 1 1-15,1 0 2 16,-1 0-9-16,-1 1-8 0,2-1 19 0,-1 0-15 0,1 1 18 0,0 0-5 0,-1 1-10 0,1 0-7 16,0 0 12-16,0 0-7 0,0 0-9 0,0 0-6 0,0 0-20 0,2-1-25 15,1 2 15 1,1 0-18-16,1 3-3 0,-1-2-19 0,3 2-19 0,0 1-65 0,3-2-63 0,2 2 17 0,3-1 26 0</inkml:trace>
  <inkml:trace contextRef="#ctx0" brushRef="#br0" timeOffset="158992.26">23094 6778 428 0,'0'-4'52'0,"0"0"94"0,-6 1-141 0,1 3 20 0,1-1-22 0,1 1 22 0,1 0-4 0,0 1-11 0,1 1 11 0,1-1 6 0,0 0-3 16,1 2 3-16,2-1-8 0,1 0-7 0,1 0-9 0,1 2 4 0,-1-3-2 15,2 3 10-15,-5-1 4 0,2-1-3 0,0 0-13 0,4-2 23 16,7 0-22-16,3 0 23 0,2 0-10 0,0-2-9 0,3 1-12 16,-2 0 7-16,-1-2-4 0,1 2 21 0,-1-2-5 0,0 2-7 0,-1 0-14 15,2-2 13-15,3 1-12 0,-1 0 14 0,1 1-8 0,1 0-8 16,0 1-4-16,5-1 10 0,0 1-2 0,1 0 22 0,-6 0-3 15,0 0-10-15,4 0-15 0,0 1 20 0,7-1-15 0,-1 1 34 16,-6 0-9-16,2-1-9 0,-1 3-1 0,1 0 3 0,2-1 1 16,-1 1 1-16,1 1 4 0,2-1-8 0,2 1-19 0,-6 1 25 0,3-1-25 15,1 1 24-15,-2-1-6 0,7 1-11 0,0-1-9 0,-2 1 11 16,1-1-6-16,-1 1 21 0,-1-2 3 0,2 2-12 0,5-3-20 16,1 4 28-16,-1-3-26 0,-4-1 34 0,0-1-5 0,2 0-12 0,2-1 2 15,4 0 0-15,-1 0 2 0,0-1 10 0,1 1 0 16,1 0 0-16,3 0-31 0,-4 1 29 0,4 0-28 0,-1 1 31 0,-2-1-4 15,4 0-13-15,-1 1-12 0,1-1 13 0,1 1-8 0,0 2 21 16,-3-2-2-16,0 0-12 0,2 1-25 0,-2-1 32 0,0 1-27 0,2-1 38 16,-5 2-7-16,2-1-14 0,8-1-11 0,-1 1 11 0,-4-1-6 15,1-2 24-15,-4 0-4 0,0 0-10 0,6 0-3 16,-4 0 2-16,2 0-4 0,1 0 4 0,-2 0 0 0,1 0 4 0,-1 0-12 16,-3 2 3-16,0-2-4 0,-4 0 13 0,-1 0 0 0,-5-2-7 0,3 2-18 15,0 0 24-15,0 0-18 0,2 0 35 0,-3 0-5 0,-7 0-11 16,3 0-11-16,-1-1 18 0,-2 1-12 0,3 0 24 0,-7 1-2 15,-2-1-13-15,1 0-11 0,-2 2 11 0,0-2-12 0,-2 0 6 16,-2 0 0-16,-1 0-1 0,2 0-10 0,-3 0 15 0,-1-2-11 0,-2 2 17 16,-3-1-1-16,-4 0-16 0,-1-2-7 0,-7 2 18 0,-3-1-16 15,0-1 17-15,-1-1-2 0,5 0-7 0,3-1-5 0,-4 0 11 16,1-1-6-16,0-1 25 0,0 1-3 0,0-1-10 0,2-2-21 16,0 0 21-16,1 1-20 0,-2-1 19 0,1 0-3 15,0 0-10-15,1-2-1 0,-1 0 2 0,0-3 0 0,-1 1 10 0,0-1-5 16,-1 0-4-16,2-2-3 0,-1-1 1 0,-1-1-1 0,1-3-2 0,-3-1 3 15,1 1 1-15,0-4-22 0,-2 2 22 0,-1 0-18 0,-1-1 40 0,0 0-10 16,0-1-13-16,0-2-13 0,0-1 14 0,-1 1-8 0,1-2 20 16,-1 3 0-16,0 2-11 0,0-2-5 0,-1 1 5 0,-1-1-5 15,0-3 10-15,1-1-3 0,-2-4 1 0,0-1-20 0,-1-1 15 16,1 2-10-16,-2-1 27 0,2 1-2 0,-1 2-12 0,2 0-16 0,-1 2 8 16,-1 3-8-16,-2 2 25 0,-1 0-3 0,1 2-2 0,-1-2-17 15,0-4 9-15,0 3-8 0,0-6 13 0,0 1 2 0,0 1-3 16,-1 2-22-16,2 0 20 0,-1 2-18 0,-1 0 30 0,5 3-4 0,0-1-9 15,-3 1-13-15,-1 3 20 0,-6 3-15 0,-4 3 27 0,1 0-3 16,-2 3-13-16,-1-1-10 0,2 1 6 0,-2-1-7 0,0 2 16 0,1 0-2 16,-1 1-3-16,-4 2-15 0,-3 1 11 15,-2-1-11-15,-2 2 19 0,-2 1 2 0,-6-1-3 0,-5 1-24 0,-3-1 14 16,2 2-15-16,-1-1 29 0,1 0-4 0,1 1-4 16,-5 1-21-16,-1-1 20 0,-1 2-15 0,-10 0 30 0,-1 1-7 15,-3-3-12-15,-3 0-2 0,2 2 4 0,-1-1 0 0,-2 2 2 16,-2 0 1-16,-4-2-5 0,-5 1-17 0,-1-1 25 0,4 0-19 15,1 1 31-15,0 1-7 0,-4 1-13 0,-4-1 0 0,-4 0 2 0,4 0 0 0,5 0 1 0,-3 3 1 16,-2-1-2-16,0-3-7 0,0-3 10 0,7 0-8 0,2 3 11 0,-1 2 1 16,-4 2-3-16,-3 2-25 0,-1-2 29 0,4-2-25 0,5 1 35 15,4 2-5-15,1-1-17 0,-5-1-7 0,4 0 10 0,0-4-7 16,6-1 19-16,6 0-6 0,2 0-6 0,-4 2-2 16,-4 1-2-16,-3 1 4 0,0 1 7 0,4-2-2 15,4 0 0-15,2-2-11 0,3 0 4 0,2 2-2 0,0-1 15 0,-1 1-5 0,-2 2-5 16,3 2-9-16,4-1 8 0,3 0-5 0,5 1 20 0,2 0-3 0,4 3-1 0,4-2-12 15,0 1 11-15,2 0-9 0,2 1 20 0,3-2-1 0,2 1-5 16,1 1-21 0,2-1 21-16,3 1-19 0,4 2 22 0,3-2-3 0,0 1-15 0,1 2-2 0,1 0 6 0,2 3-4 0,5 3 7 15,0-1 1-15,2 3-3 0,-2 4-10 16,-4 4 6-16,1 1-4 0,1 3 10 0,-1 2 0 16,3 0-1-16,1 1-11 0,2-1 8 0,1 0-6 0,0-2 13 0,1 0-3 0,-4-2-6 0,0-1-1 0,2 1 0 15,0 1 1-15,5 1 7 0,2 2-3 0,1 3 0 0,3 1-21 0,-1 1 22 16,1-1-17-1,-3-2 28-15,-2-3-2 0,-2 2-13 0,-3-2-4 0,2 4 3 0,-1-2-4 0,0-2 8 0,-2 2-3 0,-1 3-1 0,0 3-13 16,-1 4 15 0,2-5-9-16,0-3 20 0,2-5-2 0,-2-1-10 0,1-1-8 15,-2 2 7-15,0-3-5 0,2-4 17 0,0-1-4 0,3-4-6 16,1-3-5-16,-1 1 9 0,4-3-6 0,1-1 12 0,0 1-1 0,3 0-6 0,3 0-1 16,3-3 21-16,4-4-14 0,4 0 20 15,3-1-5-15,6-1-16 0,3-3-14 0,-3-1 13 0,6 0-10 0,2-1 15 16,0-2-1-16,9-2-9 0,1 1-13 0,3-1 17 0,6 1-15 15,2 0 17-15,-3 0 0 0,6 3-7 0,0 1-22 0,-2 1 0 16,4 2 16-16,0 3 23 0,0-3 2 0,1 1-15 0,4-2-19 0,-2 0 16 0,0 1-14 0,-1 4 25 0,-2 2-10 16,-2 2-5-16,6 1-1 15,-2-2 0-15,0-1-4 0,1 1 10 0,-2-1-7 0,3 2-5 0,4 4 1 0,-1 0 6 0,-1 1 0 16,0-2 18-16,-3-3-15 0,5-1-3 16,4-2-10-16,1-4 10 0,-3 0-11 0,0-4 26 15,-3 1 0-15,3-1-13 0,5-1-8 0,-1-2 13 0,1-1-13 16,-4 2 9-16,-2-3 2 0,4 0-5 0,3-1-4 0,1 0 5 15,-5 1-5-15,-5-1 6 0,-6 2 1 0,1-1-1 0,2-2-13 0,-2 1 16 16,-2-3-14-16,-6-1 19 0,-4-1-2 0,-2 1-8 0,-2 0-10 16,3 0 8-16,-4 1-6 0,-5 2 13 0,-3 1 2 0,-3-1-4 15,-1 4-5-15,1-3 1 0,-5 3-4 0,-6 0 1 0,-1 1-1 16,-1 2 0-16,-2 0-23 0,2-2 11 0,-3 2-12 0,-3 0 6 0,-3-1-8 16,-6 1-11-16,-7 0-25 0,-3 0 3 0,-2 1-10 0,0 1-53 15,1-2-16-15,1 1-33 0,-3 0-93 0,1 2-45 0,1 0-19 16</inkml:trace>
  <inkml:trace contextRef="#ctx0" brushRef="#br0" timeOffset="166950.41">24797 7022 80 0,'-5'-7'-53'0,"0"1"48"0,1 1 30 0,0-1 6 0,-1 2 23 0,2-4-6 0,0 2-5 0,-2-3-20 0,2 0 30 0,-1 0-26 16,2-1 35-16,0 1-11 0,0-3-13 0,0 1-18 0,1-1 9 16,0 0-6-16,0 1 13 0,1 0 0 0,0 2-12 0,-1 1-23 0,0 0 36 15,0 1-31-15,0 2 44 0,-2 0-7 0,1 1-16 0,0-1 4 16,-2 1-6-16,1-1 6 0,-1 2 2 0,0-2-3 0,0 2-2 0,-1-2-16 0,0 1 22 0,-3 2-19 0,-1-2 24 15,-1 1-11-15,0 1-10 16,-1-2-16-16,0 1 13 0,2 1-8 0,-2-2 19 0,2 2 0 0,-1 2-13 0,0-3-16 0,4 2 26 0,1-1-24 16,-2 1 24-16,-1 1-6 15,-7 0-12-15,0 0-11 0,0 1 13 0,-1 3-9 16,1-1 14-16,0 2 2 0,0 1-10 0,0 2-11 0,0 1 14 16,1 2-15-16,-1 1 17 0,1 0-5 0,1 0-4 0,1 4 4 15,-1 2-6-15,1 0 8 0,0-1-5 0,1 1 4 0,1 0-3 0,1 2-7 0,0-3 15 0,0 3-13 0,2-2 14 16,-1 1-3-1,0-3-5-15,1 2-3 0,1 0 0 0,2 1 1 0,-1 1 6 0,3 0-2 0,0-1-1 0,2 1-5 0,0-3 9 0,1 1-7 0,2 0 8 16,1-1-4-16,0 1-5 0,1 2 5 16,0 2-7-16,2-1 8 15,2-2-3-15,0 0-1 0,0-1 3 0,2 0-8 0,2-1 5 16,-1 0-4-16,2-2 7 0,-2-1-3 0,0-2-2 0,-1 1-1 0,2 0 7 0,-1 0-1 0,1-2 13 0,0-3 4 0,0-2-8 0,1 2-19 16,1 0 27-16,0 2-25 0,0 0 25 0,1-1-1 0,-2-1-14 15,2-2 8 1,-1-1 2-16,0 1-1 0,-2-3 5 0,-8 1-7 15,1-2 0-15,-1-2-11 0,1 1 4 0,4-1-2 0,1 0 12 0,1-1-4 16,0-1-3-16,0-2 1 0,2 1-6 0,-1-3 5 0,0 0-3 16,-1 0 1-16,-1-3 3 0,0-2-28 0,1 2 28 0,-2-3-22 0,0-1 37 15,0 4-5-15,-1-3-17 0,0-2-7 0,1 1 8 0,-1-4-8 16,1-3 8-16,-2 4 2 0,0 0-2 0,1 0-3 0,-1 0 3 16,0 0-4-16,-1 3 5 0,-1-1-3 0,0 4-2 0,-2-3-6 0,1 1 4 15,-2 2-2-15,-1 0 17 0,-1 2-5 0,1 2-3 0,-1-2-15 16,-1 2 10-16,0-3-6 0,-3 1 19 0,2 2-7 0,0-2-9 15,-1 0-12-15,0 1 13 0,-1-2-7 0,2 1 26 0,-1-1-5 0,0 0-9 16,0-1-12-16,-1-1 9 0,1 1-8 0,1-3 13 0,-1 1-3 16,-1-4-5-16,1 0-1 0,-1 0 6 0,-1 0-3 0,0 2 1 15,-2-1 4-15,1 1-6 0,-2-1-9 0,-1-2 17 0,1 1-15 16,0 2 13-16,-2 2 0 0,1 1-5 0,-1 0 0 0,0 1-1 0,0 0 1 16,0 0 5-16,0 1-3 0,-1-2 3 0,-2 2-7 0,2 0-1 15,0 1 1-15,0-1 3 0,1 2 3 0,-1-1 0 0,0 1-18 16,0 2 14-16,2 0-12 0,0-2 19 0,2 5 2 0,0-4-9 15,0 1-17-15,1 3 26 0,-1-2-23 0,1 1 29 16,1 1-5-16,1-2-14 0,-3 1 1 0,1 2 0 0,1-1 1 0,-2-1 2 0,2 2-1 16,3-1 3-16,0 2-9 0,-1 0 2 0,-1 0-4 0,-5 0 9 15,-1 0 2-15,0 0 4 0,-2 0-23 0,0 3 19 0,0 1-18 16,0 0 21-16,1 1 3 0,-1-1-13 0,1 2-3 0,0 0 12 0,1 0-11 16,1 1 10-16,0 0 1 0,0-1-5 0,1 2-4 0,-1-1 3 15,0 2-3-15,1 0 6 0,0 0 2 0,1 2-2 0,-1-2-7 16,0 0 9-16,0-1-9 0,2 0 9 0,-2-3 3 0,1 2-4 0,1-1-14 15,-1-2 12-15,1 2-12 0,-1-3 21 0,1 2 0 0,0-1-7 0,0 1-8 16,1-1 8-16,-2 1-8 0,2 0 13 0,-2 1-7 0,1 1-3 16,-2 1-14-16,0-2 13 0,1 3-7 0,0 0 21 0,0 1 0 15,0-1-11-15,2 1-7 0,-1-2 10 0,0-2-8 16,0 2 12-16,0 0-6 0,-1 5-6 0,1-2 2 0,-1 4 4 0,1 1-1 16,1-1 1-16,-1 1 2 0,1-2-2 0,-2 0-16 0,0 1 19 0,0-2-16 15,-1 1 26-15,0-3-10 0,2 4-10 16,0-1-6-16,1 0 18 0,1-2-8 0,0 4 12 0,1-2 3 0,2 0-14 15,0 0 0-15,0-1 5 0,3-2-5 0,0 1 3 16,2-1-4-16,0 0-5 0,3-1-2 0,1 0 9 0,1-1-3 0,-1 0 12 0,1 0-2 0,-1-1-8 16,2-1-15-16,1 0 19 0,1 1-16 0,-1 0 24 0,2 0 1 15,1 1-7-15,1 0-4 0,2-1 2 0,0-3-3 0,0 0-2 16,-1 0 4-16,1 0-3 0,2 3-10 0,0-2 22 0,1 1-19 0,2-1 18 16,-1-1-3-16,2 0-7 0,1 1-5 0,-2-1 6 0,-5-2-2 15,-1 3 16-15,0-4-4 0,-1 1-6 0,6-2-20 0,-1 0 15 16,-2-1-13-16,-2 0 24 0,-2 0-3 15,-3 0-8-15,0-1 1 0,-2-2 4 0,-1 2 0 0,-2-1 0 16,1-4 0-16,-1 3-4 0,0-4-10 0,0 1 15 0,-1-3-11 16,0 1 18-16,0-2-1 0,-2-2-7 0,2 2-14 0,-3-3 13 15,0 1-11-15,0-3 19 0,-2-2 0 0,-1-3-8 0,0 2-10 16,-1-6 13-16,-2 1-11 0,0-3 15 0,0 1-10 0,-2-1-7 0,2 1-10 16,-1-1 11-16,0 2-2 0,1-1 28 0,-1 2-5 0,0-2-12 0,0-3-24 15,0-1 27-15,-1 0-23 0,1 3 33 0,-1-1-1 16,1 2-14-16,-1-2-4 0,0-1-3 0,-1 0 0 0,1 1 4 0,-1 2 0 15,-1 2 2-15,2 0-10 0,-2 3 13 0,0 2-11 0,0 1 11 16,-1 3 1-16,1 0-5 0,0 1-26 0,-2 1 8 0,0 0-13 0,-2 1-3 16,-1 0 1-16,1 1-8 0,0 0-35 0,0 1 17 0,1 0-22 15,0 1-12-15,1 0-22 0,0 5-24 0,3 0-172 0,-2 7 191 0</inkml:trace>
  <inkml:trace contextRef="#ctx0" brushRef="#br0" timeOffset="189017.14">5276 13229 256 0,'-12'-5'11'0,"7"0"183"0,0-1-51 0,1 1 22 0,-1-2-90 0,1 2 7 0,-1-1-20 0,1 0 17 0,0 0-4 0,1-1-11 0,0 0-28 0,-1 1 23 0,1 0-31 0,3 0 31 0,1 2-8 0,0-1-8 0,-1 1-17 16,-3-1 24-16,-2 1-19 0,0-3 17 0,-1 4-2 0,0-2-19 16,0-1-18-16,-1 1 26 0,0-2-23 0,1 0 31 0,0 1-10 15,-1-2-16-15,0-2-1 0,0-2 10 0,-1 0-4 0,-1-4 11 0,2 2-10 16,0-3-11-16,1 2-9 0,-1 0 7 0,1-1-3 0,2 1 16 15,0 1-12-15,2 2-8 0,0 0-4 0,2-1 5 16,0 1 1-16,2-1 15 0,0 1-5 0,2 3-7 0,1-2-8 0,0 2 3 16,0 2-3-16,2 0 3 0,-1 2 2 0,0 1-1 0,1 2-15 0,1-1 16 15,-1 2-14-15,1 1 16 0,-2 0 0 0,2 3-11 0,1 0 3 16,0 1 3 0,1 1-2-16,-2 1 3 0,0 1 0 0,-1 2 0 0,-2 1-14 0,-3 3 5 0,-2 0-6 0,0 2 12 0,-2 2 3 0,4 0-2 15,-1-3-10-15,-1 2 15 0,1-4-13 0,0 1 15 0,0 0-1 16,1-2-7-16,2-2-11 0,-1-1 12 0,0-2-7 0,1-3 11 0,-1-2 1 15,0 0-6-15,2 0-13 0,-3-1 18 0,3 0-13 0,-2 0 22 32,2 0-7-32,-1 0-12 0,1 0 0 0,-2 0 6 0,-1 3-1 0,0-2 6 0,1 1 1 0,-3 0-4 0,0 2-6 0,0-1 4 15,0 3-4-15,0-1 6 0,-3 2 2 0,1-1-1 0,-1 0-6 0,1 1-3 32,-2 0-1-32,1 0 8 0,-1-2-1 0,1 0 5 0,0-1-17 0,0 1 15 0,2-2-12 15,0-2 19-15,0 0-6 0,0-1-10 0,0 0-33 16,0 0 3-16,1-1-13 0,1 0-53 0,1-3-26 0,1 0-36 15,1-1-114-15,-1-2-42 0,4-2-23 0</inkml:trace>
  <inkml:trace contextRef="#ctx0" brushRef="#br0" timeOffset="189318.93">5410 12978 562 0,'-1'9'135'0,"1"-1"-10"0,0-2 3 0,1 0-49 0,0 1 20 0,2-3-20 0,-1-1-34 0,0 0-13 0,0 0 18 16,2-3-22-16,-1 0 24 0,-1 0-6 0,2-3-4 0,-1-1-6 0,2 2 17 15,-2-4-11-15,0 1 36 0,0-1-5 0,-1 1-9 0,-1-2-15 16,-1 2 18-16,0 1-17 0,-2-1 19 0,-1 2-14 0,1-1-11 0,-3 0-15 15,0 0 5-15,-2 0-6 0,1 2-10 0,-1 2-6 0,0-2-12 16,-1 2 0-16,-1 0 1 0,1 2-1 0,-2-2 0 0,1 2-10 16,0 1-6-16,2-1-48 0,0 1-15 0,1 1-10 0,2 0-125 15,3 1-49-15,-1-2-52 0</inkml:trace>
  <inkml:trace contextRef="#ctx0" brushRef="#br0" timeOffset="190129.39">5495 13688 345 0,'-6'3'189'0,"1"-2"95"0,0 1-203 0,-2-1 47 0,3-1-24 0,-1 1-26 0,-1-1-40 0,2-1 24 0,-1 0-33 0,2-1 26 0,0 0-14 15,-1-2-15-15,1 1-5 0,1 0 18 0,0-3-10 0,-1 1 19 0,1 0-1 16,0-1-19-16,1 1-9 0,-2-1 30 0,1 0-24 0,1 1 30 16,0-1-11-16,-1 0-15 0,-1 1-6 0,1-2 8 0,0 2-5 15,0-2 6-15,-2-1-5 0,1 1-10 0,-2-2-9 0,1 0 13 0,-1-1-11 16,1-2 14-16,-2-1 8 16,1-1-5-16,-1-2-8 0,3-1 7 0,-1 3-14 0,1-2-3 0,2 6-5 0,-1 1-2 0,1 0-7 15,1 0 5-15,0 2-4 0,1 4 11 0,0 2-1 0,-1 1-3 0,1 0-14 16,0-3 15-1,0 2-13-15,0 0 21 0,0-1-5 0,1 1-9 0,0 0-13 0,1-2 15 0,1 2-8 0,-1 0 21 0,0-1-5 16,1 2-11-16,0 0-4 0,2 0 4 0,-1 0-1 0,3 0 10 16,-1 2-2-16,1 0-4 0,1 1-7 15,-1-1 8-15,1 4-7 0,1-3 5 0,-2 0 1 0,-1-2 0 0,1 2-13 0,-1-1 13 0,0 3-11 16,-2 1 10-16,2 0 3 0,-1-2-8 0,-2 1 2 0,2 0 6 16,-2 0-4-16,1-1 6 15,-1 0-2-15,0 0-3 0,0-2-14 0,0 2 17 0,-1-3-12 0,1-1 25 0,1 0-5 16,-1 0-9-16,2-1-18 0,-1-1 20 0,0-2-15 0,0 1 29 15,-2-2-1-15,-1 2-14 0,0 2-5 0,-2 1 7 16,0 0-6-16,-1 3 6 0,-3 3 1 0,-2 4-5 0,-2 3-5 16,-3 3 6-16,-1 1-4 0,-3 0 10 0,1 1-1 0,-3 0-5 0,-1 0-13 15,0 1 15-15,1-1-11 0,1 1 20 0,3-2-3 0,3-2-9 16,1-1-10-16,1-3 15 0,1-1-11 0,2 0 14 0,0-2 0 0,-1-1-8 0,3 0-8 16,1-3 10-16,1-2-9 0,1 1-16 0,0-3-17 15,0 0-24-15,2-3-56 0,0-1-15 0,3-3-12 16,-1-2-100-16,1-2-38 0,1 1-34 0</inkml:trace>
  <inkml:trace contextRef="#ctx0" brushRef="#br0" timeOffset="190336.14">5669 13423 1628 0,'-7'21'-105'0,"2"-10"206"0,3 2-10 0,0 1-27 0,1 0-25 0,0-1 8 0,1 0-24 0,0 1-10 0,0-2-15 0,0 0-11 0,0 0-48 15,1-1 8-15,0-2-14 0,1 0-39 0,-1 0-29 0,3-2-34 16,1 0-123-16,2-1 163 0</inkml:trace>
  <inkml:trace contextRef="#ctx0" brushRef="#br0" timeOffset="191297.46">5502 14194 528 0,'-4'0'264'0,"-1"0"99"0,2 0-248 0,-1-1-24 0,0 1-12 0,0 0-20 0,-1-1-13 0,1 1 17 0,-1 0-23 0,1-2 14 0,-2 2-11 0,3-1-22 0,-2 1-19 0,1-1 16 0,-1 1-15 0,2-2 23 0,-2 2-4 16,2-1-8-16,0-1-1 0,-1 0 17 0,1 0-10 0,0 1 29 16,-1-2-7-16,1-1-8 0,-1 2-26 0,1-4 24 0,0 3-21 0,-1-1 26 15,2-1-4-15,-1 0-12 0,0-1-12 0,0-1 9 0,0 0-10 16,-1 0 5-16,1-2-1 0,0 1-6 0,-1-2-7 16,1-1 19-16,1-1-14 15,-1 1 25-15,3 0-10 0,0 2-17 0,3-1-5 0,-1 1 3 0,1 0-2 16,2 0 7-16,-1 0 0 0,1 0-5 0,-1 0 2 0,1-3-1 0,0 0 0 15,1 1-1-15,1-1 0 0,1 0 2 0,-1 1-13 16,1 2 10-16,1 0-8 0,0 0 22 0,-1 2-6 0,1-3-6 0,-1 1-4 16,0 3 3-16,-3 1 0 0,1 1 3 0,-1 2-3 0,-2 2-6 15,-2 2-2-15,1 2 6 0,-2 1-2 0,0 1 7 0,0 3 0 0,0 3-3 16,-2 0-14-16,-1-1 11 0,-2-1-10 0,1 1 17 16,-1 2-3-16,0 4-6 0,-1-2 1 0,1 1 1 0,1-4 0 15,-1-1 1-15,3-4 4 0,0 1 0 0,2-2-12 0,0-3 13 0,1 1-12 16,2-3 16-16,2-1-3 0,-1-1-4 0,3-3-17 0,0 1 22 0,2-3-14 0,0 0 26 0,0-1-3 0,1-1-14 15,0 1-3-15,1-1 4 0,1 0-3 0,-1 2 8 0,-1 0-6 16,-2 0 0-16,0 4-11 16,-3 1 12-16,0-1-5 0,-3 2 18 0,0 0-5 0,-2 2-10 0,0 0-9 15,0 5 15-15,-2-2-7 0,0 2 25 0,-2 1-5 16,0-2-12-16,-1 3-6 0,0 0 6 0,-1 0-5 0,1 2 8 0,-2-2-3 0,0 0-4 16,-1-1-14-16,-1 1 14 0,1 0-10 0,0-1 22 0,2-2-3 15,-1 2-13-15,-1-1-15 0,1-1 21 0,1-1-16 0,-1 2 22 16,1-2-8-16,1-2-12 0,0 1-30 15,0 1-6-15,1-2-4 0,1 1-48 0,1-2-15 0,0-2-22 0,1 0-78 16,1 0-19-16,1 0-9 0,2-1-96 0,5-7 192 0,1 1-8 0</inkml:trace>
  <inkml:trace contextRef="#ctx0" brushRef="#br0" timeOffset="191646.57">5670 13878 847 0,'-1'5'251'0,"-2"-4"-89"0,2 1-37 0,0-1-69 0,0 0 39 0,1 0-11 0,0-1-8 0,1 0-40 0,0 0 18 0,0-1-21 0,3 0 10 0,-1 0-13 0,2-1-16 0,1 0-9 0,0-1 1 15,1-1 0-15,-2 3 3 0,1-1-1 0,0-1-3 0,-2 2-10 16,-1 1 7-16,1 0-6 0,-2 1 15 0,0 2-6 0,-1 0-5 16,0 3 4-16,-5 0-2 0,3 2 5 0,0-1-5 0,-2 1 2 0,3 3-3 15,-3 2-12-15,-2 5 18 0,-2 1-16 0,0 1 20 0,0-2-1 16,-1-1-6-16,1 0-9 0,0-2 6 0,2-3-4 0,2-1 23 16,3-3-6-16,1-1-4 0,4-5-2 0,1 1 2 0,3-2 1 15,1-1 12-15,1-1 2 0,0-3 0 0,0-1-26 0,-4 0 24 0,-1-3-23 16,1 2 20-16,1-2-6 0,6 1-17 0,0-2-34 0,2 1-11 15,-2 0-9-15,0-1-99 0,-2 1-65 0,-2 1-53 0,3-2-211 16,1 5 268-16</inkml:trace>
  <inkml:trace contextRef="#ctx0" brushRef="#br0" timeOffset="192343.78">5718 14861 697 0,'-4'-4'106'0,"-1"0"210"0,-7-4-232 0,-1 0-9 0,0-2-21 0,-1 1-22 0,3-2 32 0,0 0-36 0,-1-2 45 0,0 0-6 0,0-1-13 0,2 0-15 0,1 0 8 15,0 1-14-15,1 0 20 0,1 1-8 0,1 1-6 0,-1-1-23 0,1 0 26 0,-1 1-20 16,3-1 36-16,-1 2-6 0,1 0-14 0,-1 1-26 0,1 0 17 16,1 0-17-16,-2-2 20 0,1 2-6 0,0-1-15 15,1-1-11-15,0 0 17 0,0 0-12 0,1-1 24 0,0 0-9 0,1 1-10 0,0-1-6 16,1-3 9-16,1 1-5 0,1 0 15 16,1 0-9-16,2 1-6 0,0 4-12 0,2 0 4 0,1 1-3 0,0-1 11 15,1-3 2-15,1 2-6 0,-1 1-19 0,1 1 23 0,-1 0-21 16,0 5 23-16,-1 0-2 0,0 2-10 0,0 0-5 0,-1 1 6 0,0 0-5 0,0 2 12 15,0 2 0-15,-2 1-3 0,1 1-20 0,0 3 21 0,-2 2-17 16,-2 0 29-16,0 1-3 0,1-1-12 0,-2-1-9 0,-1-1 9 0,1 2-9 16,-1-1 15-16,1 3 1 15,0-1-5-15,0 0-4 0,0 0 4 0,2-4-4 0,-2 0 5 0,2-1-4 16,1-2-1-16,0 0-6 0,2-1 2 0,-1 0 0 0,1-4 9 0,0 1 3 0,-1 0-1 0,1-1-21 16,-1 0 18-16,1 1-16 0,-2 1 30 0,1-1-8 0,-2 1-10 0,-3 1-3 15,-1 2 2-15,-2 0 2 0,-1 2 7 0,4 0-1 0,0 0-3 16,-1 0-6-16,-1 1 3 0,1 0-2 0,-1 1 11 15,2-2-3-15,2 2-3 0,-1-1-12 0,0 1 7 0,-4-1-6 0,-3-2 20 16,2 1-5-16,-2 0-7 0,2-3-3 0,-1 1 1 0,1-2 0 0,0 1 9 16,1-3-7-16,-2 0-1 0,2-1-35 0,-1 0-7 0,-1-1-3 15,2-3-34-15,-1 1-20 0,1-4-16 0,0-1-121 0,0-1-19 16,2-1-24 0,2-2-181-16,4 3 272 0,-2 0-32 0</inkml:trace>
  <inkml:trace contextRef="#ctx0" brushRef="#br0" timeOffset="192757.21">5770 14443 1036 0,'-3'1'118'0,"1"0"157"0,1 0-129 0,1-1-25 0,0 0-19 0,0 0-53 0,0 0 11 0,1-2-20 0,-1 1 8 0,2-5-8 0,1 3-7 0,0-4-21 0,0 2 7 0,3-1-9 0,-2-2 2 0,1 3-2 0,2-2-6 0,-4 5-4 16,3 2 3-16,-2 0-3 0,-2 0 3 0,2 2-5 0,-3-2-2 15,0 0 2-15,0 0 6 0,0 0 1 0,-1 4 17 0,1 3-9 16,-1 2-7-16,0 0-16 0,0 2 9 0,-2 1-6 0,1-1 19 0,0-1-4 16,0 1-9-16,1-2 0 0,0 0-1 0,0 0 1 0,3-6 2 15,2 3-3-15,-1-6 0 0,3 1-2 0,0-1 2 16,2 0 1-16,1-1 8 0,0-5-4 0,1 3-3 0,-1-3-7 0,1 3 7 15,0-1-4-15,0 1 12 0,-2 3-7 0,-1 0-5 0,-3 1-21 16,0 3 6-16,-2 1-4 0,-2 2 24 0,-1 1-2 0,-1 0-2 0,-1 3 0 16,-3 0 3-16,1 1 1 0,-2-2 7 0,1 2-3 0,-1-4-3 0,-1 4-14 15,2 0 14-15,-2 0-9 0,1 0 29 0,1-1-2 0,-1 0-7 16,0-1-20-16,2-2 10 0,-2-1-10 0,2 0 17 16,-1 0-1-16,2-2-4 0,0 1-21 0,0-3 9 0,1 0-15 0,1-1-22 15,1-2-27-15,0 0-25 0,0 0-186 0,1-3-25 0,4-5-48 16,5-1 84-16</inkml:trace>
  <inkml:trace contextRef="#ctx0" brushRef="#br0" timeOffset="195056.71">14139 12098 256 0,'-19'-7'20'0,"9"2"305"0,0-2-113 0,1 1 20 0,-1-3-171 15,1 1 17-15,0-1-32 0,-2 0 14 0,1-2-10 0,1-1-15 0,-2-1-8 0,1-2 16 0,-1 1-16 0,-2-1 12 0,3 0 0 0,0 1-17 0,0-2 1 16,2 4 15 0,2-2-16-16,-2 3 16 0,1 0-13 0,0 0-7 0,0-1-4 0,2 1 15 0,-2-1-8 0,0 0 20 15,2 0-4-15,-2 0-15 0,0 1-6 0,2-2 14 0,0-1-16 16,0-3 16-16,1-1-6 0,1 3-10 15,1-2-15-15,-1 2 13 0,2-2-13 16,-1-2 18-16,1 0-5 0,1 0-12 0,0 0-5 0,2 2 11 16,-1 0-6-16,1 2 13 0,1 1-7 0,0 0-6 0,-1 2-10 0,1 1 6 0,0 2-3 0,-1 1 18 0,0 0-5 0,2 2-1 31,-2 0-20-31,1 2 19 0,1 3-14 0,-1 1 21 0,2 0 2 16,-1-4-11-16,1 1-11 0,0 2 9 0,0 1-10 0,0 1 11 15,1 3 4-15,0 1-4 0,-2 0-15 0,2 2 19 0,-2-1-17 16,1 3 29-16,-2 5-11 0,0-1-8 0,1 2-16 0,-2-1 16 0,1 0-9 15,0-1 29-15,0-1-4 0,-1-3-9 0,2 1-13 0,-2-1 9 16,1 1-8-16,1-1 12 0,-2-1-1 0,1 1-4 0,1-2-10 16,-3 2 5-16,1-1-5 0,-1-2 23 0,0 2-6 0,1-3-4 0,0 0-6 15,0 1 5-15,-1-3-2 0,0 0 5 0,0-1-1 0,0 1-4 16,-1 0-5-16,1-2 7 0,-1 1-5 0,0 2 8 0,0-1 1 16,0-1-4-16,-1 4-15 0,-1-4 16 0,1 2-13 0,0-2 25 15,-1 2-3-15,0-1-12 0,1-1-2 0,0 1 3 0,-1 1-3 16,1-2 0-16,0 0 2 0,0-1-3 0,1 0 0 0,-2-1 6 0,2 2-4 15,0-2 10-15,0 0-6 0,0 0-6 0,0 0 1 0,0 0 2 16,0 0 1-16,-1 0-1 0,1 0-15 0,-1 0-11 0,1 0-87 16,0 0 2-16,0 0-26 0,-2 1-62 0,2 0-39 0,1 2-41 0</inkml:trace>
  <inkml:trace contextRef="#ctx0" brushRef="#br0" timeOffset="195884.86">13805 11685 167 0,'-2'-1'35'0,"0"1"22"0,1 0 5 0,0 1-12 0,-2 0 20 0,1 2 11 0,1-2-4 0,-1 0-11 0,0 1 27 0,-2-1-40 0,2 1 19 0,0 0-9 0,-1-1-14 16,1 0-5-16,0-1 4 0,1 0-9 0,0 2 14 0,0-2-7 16,-1 0-10-16,2 0-13 0,-1 0 20 0,1 0-22 0,0 0 21 15,0 0-14-15,0 0-14 0,0 0-3 0,0 0 11 16,0 0-6-16,1-6 24 0,1 5-6 0,0-1-15 0,0-1-15 16,0-1 22-16,1 2-23 0,1-4 21 0,-1 1-9 0,2 2-12 15,1-3 1-15,-1 1-1 0,1 1 3 0,0-2 11 0,1 0-5 16,0 1 0-16,1-4-22 0,0 3 16 0,0 0-13 0,1 0 21 15,0 1-3-15,0-1-8 0,1 4-5 0,0-2 2 0,-1 0-1 0,0 0 3 16,-1 2 3-16,-1 0-5 0,1 0-11 0,-1 2 18 0,-1 0-15 16,-2 0 21-16,1 0-7 0,-1 1-6 15,1 0-2-15,-1 2 5 0,-1 0-1 0,2 0 2 0,-1-1 1 0,1 2-8 0,-1-1 3 16,1 0 8-16,-1 0-6 0,1 0 5 0,-1 0 1 16,1 2 0-16,0-2-22 0,1 2 14 0,0-1-14 0,-1 2 31 15,1-1-3-15,0 1-8 0,0 0-23 0,2-1 20 0,-1 1-16 0,0 1 27 0,-1-2-3 16,1 2-9-16,0 0-2 0,2 2 3 15,0 0-3-15,-1 1 4 0,-3 0 1 0,0 0-7 0,-2 1-10 16,1-4 19-16,-2 0-14 0,-1-1 17 0,0 1-3 0,-1-1-8 0,0 2 1 16,0-1 3-16,-2 1 0 0,0 0 6 0,-1 1-1 0,-1 0-4 15,-2 0-11-15,-1-1 12 0,0 3-11 0,-1-1 20 0,0 0-7 16,-1 2-5-16,0 1-9 0,-2-5 8 0,1 1-2 0,-2 0 21 0,1-2-6 0,2 3-8 16,-1 0-15-16,0-1 10 0,0-1-9 0,0-2 15 0,2-1 2 0,1-2-4 15,1 0-17-15,1-3 11 0,1 0-13 0,2-3-8 0,0 0-14 16,2-4-23-16,0-1-104 0,2-2-32 0,2 0-30 15,1-2 2-15</inkml:trace>
  <inkml:trace contextRef="#ctx0" brushRef="#br0" timeOffset="196440.18">14241 11677 703 0,'-12'1'211'0,"4"1"-130"0,2-2 77 0,1 0-59 0,2 0 29 0,1-2-49 0,2 1 18 0,0-3-16 0,0 2-38 0,0-5-14 0,4 4 19 0,0-3-26 15,3-3 16-15,1 3-16 16,1-2-15-16,1-1-3 0,0 2-2 15,0-2 4-15,0 0-3 0,0 2 5 0,0 0-5 0,-1 2-16 0,-1 0 24 0,-1 2-24 16,-2 2 30-16,0 1-1 16,-2 4-10-16,0-1-18 0,-1 4 17 0,-1 0-17 0,-1 4 33 15,0 1-5-15,0 3-13 0,-2 0 0 0,-2-2 9 0,1 1-7 16,-2 1 20-16,0-1 5 0,1 0-1 0,1 0-2 0,0-1 10 16,0-1-12-16,2-3 17 0,0-2-7 0,0-1-9 0,1 0-18 15,1-2 11-15,3 1-11 0,-2-1 7 0,1 0-3 0,1-2-9 0,-1 1-14 16,3-1 14-16,-1 1-11 0,1-1 21 0,1 0-1 0,-1-2-10 15,3 0-11-15,0 0 13 0,1 0-11 0,3-3 20 0,0 1-7 16,2-2-7-16,-1 1-21 0,2-3-13 0,0 1-1 0,1-1-68 0,-1-1-28 16,4-2-23-16,2-1-115 0,0-2-213 0,1-2 31 0</inkml:trace>
  <inkml:trace contextRef="#ctx0" brushRef="#br0" timeOffset="197970.83">15576 14265 386 0,'-1'3'88'0,"-1"1"102"0,-1 1-139 0,-1 0-15 0,1 1-24 0,1 0 9 0,-1-3 21 0,1-1 2 0,0 1 17 0,-2-2 27 0,2 2-29 0,0-3 40 0,0 1-16 16,-2 0-24-16,2-1-28 0,0-1 23 0,0 0-30 0,-1-1 22 15,0 0-9-15,1-1-12 0,-3-1 2 0,2 0 10 0,-2 1-8 16,0-4 36-16,-1 1-14 0,1-1-6 0,-2 1-24 0,-1 0 13 16,1-1-15-16,-1 0 39 0,0-1-12 0,1 0-14 0,-2-1-20 15,-1 2 15-15,1-1-17 0,0-1 25 0,1 1-9 16,1-2-11-16,-1-2-4 0,0 1 5 0,-1-1-6 0,1-2 8 16,-1 2-8-16,0-3-6 0,0 0-16 0,-2-2 13 0,0-1-8 0,-1-3 33 15,-1-1-6-15,1-4-12 0,0-2-22 0,0 0 21 16,1 4-16-16,0-1 32 0,1 4-3 0,1 0-11 0,1-2-10 0,0 3 10 15,2 0-10-15,0 2 8 0,1 4-1 0,0-1-6 0,0 4 0 0,1-2 6 16,-1 1-2-16,2-1 9 0,-2 1-1 0,2-1-6 0,0 0-2 16,-1 1 5-16,2 1-5 0,0-1 6 0,3 3-1 0,1 0-1 0,0 1-19 15,2-1 19-15,-4 0-15 0,0 2 23 16,0 2 3-16,0-1-12 0,0 2-12 0,1-1 10 0,0 2-12 0,0-2 12 0,-2 2-1 16,0 1-4-16,0-1-17 0,0 2 16 0,5 0-12 0,2 0 24 15,0 1-2-15,1 1-9 0,1 1-15 0,1 2 17 0,0-1-13 16,0 2 25-16,1-1-4 0,-1 2-10 0,2-2-3 0,-1 1 3 15,-2-1-2-15,0 1 4 0,-1-1 0 0,0 1-2 0,2-1-9 0,-3 1 5 16,2-1-5-16,-1 1 18 0,-2-1-3 16,1 1 0-16,1 0-15 0,-2 0 9 0,1-1-7 0,0 2 16 0,-2-2 2 0,2 3-6 0,-2-4-14 15,2 3 11-15,-2-1-11 0,1-1 13 0,-3-1 1 0,2 1-4 16,-3-1-10-16,1 2 11 0,-1-1-9 16,1 0 22-16,-1-1-7 0,-1 1-8 0,1 1-8 0,-1-2 11 0,2 0-7 0,-2 0 14 15,1-1-2-15,-1 0-8 0,0 1-8 0,0 1 10 16,0-3-7-16,-1 1 13 0,1 0 0 0,-2 2-8 0,1-2-8 0,0 2 15 0,-1 0-12 15,0 2 15-15,0-2-2 0,-1 1-12 0,1 0-1 0,-1 0 7 16,-1 1-3-16,1-1 6 0,0-3-1 0,-1 2-5 0,1-1-17 16,-1-1 14-16,1 2-14 0,1-1 7 0,0-3-6 0,0 1-13 15,2 0-41-15,-1-1 2 0,1 0-12 16,0 0-24-16,1 0-14 0,1 0-19 0,1 0-69 0,0-2-61 16,1-1 3-16,1-3 20 0</inkml:trace>
  <inkml:trace contextRef="#ctx0" brushRef="#br0" timeOffset="198550.8">15290 13778 305 0,'-10'6'181'0,"3"-4"-75"15,0-2 144-15,1 1-167 0,0-1 30 0,0-1-48 0,1-1 35 0,0 2-15 0,2-1-12 0,0 0-13 0,1-2 10 0,1 1-17 0,0 1 6 16,1-2-10-16,0 0-17 0,0 0-34 0,2 0 23 0,1-1-27 0,0 0 32 0,0 0-6 0,2-1-12 0,0 0-6 31,0 1 15-31,1-2-11 0,-1 2 21 0,1-1-1 0,2 2-14 0,1-2-7 0,1 2 16 0,-1 0-17 16,3-1 17-1,-1 2-5-15,1 0-6 0,2 0-18 0,0 0 13 0,-1 1-13 16,3 0 30-16,0 1-7 0,0 0-7 0,1 0-12 0,-2 2 4 16,-2 1-5-16,-1 0 13 0,-2 0-4 0,-1 3-1 0,-1 0-4 15,-2 2 2-15,0 1 1 0,-3 1 14 0,-1 0-4 0,0 2-4 0,-2-1-5 16,-2 2 3-16,-1 0-2 0,-1 2 8 0,-1 0 3 0,-2 1-1 16,1 3-16-16,-1-2 13 0,0-2-13 0,-2 0 17 0,0 1-3 15,-1 2-9-15,-2 0 1 0,-2-1-1 0,1 1 1 0,-1-4 4 16,2 1-6-16,1-5-2 0,0 0 0 0,0-2 0 0,1-1 0 0,2 1 0 15,1-3 1-15,0-1-1 0,1-1-16 0,1-1 6 0,-1-1-12 16,3 1-15-16,0-2-9 0,2-3-9 0,1 1-75 0,0-5-24 16,2 1-12-16,3-4-166 0,-1-3-55 0,4 1-64 0</inkml:trace>
  <inkml:trace contextRef="#ctx0" brushRef="#br0" timeOffset="199123.21">15640 13723 939 0,'1'0'59'0,"-1"0"53"0,-2 1-42 0,1-1-5 0,1 0-5 0,0-1-11 0,0-2 30 0,1 3-31 0,1-3 34 0,2-1-9 0,-4 1-19 0,0-2-6 15,2 1 9-15,0-2-16 0,8 1 1 0,-1-2-9 16,3-2-16-16,1 0-18 0,1 0 24 0,0 2-23 0,1-2 26 16,-3 4-1-16,0 0-13 0,-1-1-13 0,-2 4 2 0,-2 1-7 15,0 1 20-15,-2 0-5 0,-2 5 1 0,-1 1-14 16,0 3 10-16,-2 1-10 0,2 4 20 0,-2-1-5 0,-2 1-9 0,-1 2-4 16,0-2 6-16,-1 4-4 0,-1 2 4 0,-2 2 3 15,0-2-6-15,2 2-6 0,-1-1 11 16,2-1-10-16,-1-1 18 0,2-6 5 0,0 0 0 0,2-2 5 0,0-2 12 0,1 2-8 0,0-2 5 15,0-3-4-15,1-2-12 0,2 1-14 0,-1-2 9 0,1-2-9 16,1-1 12-16,-1 1-3 0,1-1-5 0,3-1-16 0,1 0 15 16,0-2-11-16,1-1 25 0,0 0-8 0,0-2-8 0,2 1-20 0,0-3 17 15,1-1-11-15,-1 0 26 16,-1-1-7-16,0 0-15 0,2 2-27 0,1-1-6 0,-1-2-5 0,-1-2-24 0,-2-4-14 0,0 2-8 16,0-3-62-16,0 1-34 0,-2 1-4 0,1-2-243 15,-3 0 261-15,0 0-46 0</inkml:trace>
  <inkml:trace contextRef="#ctx0" brushRef="#br0" timeOffset="199356.92">15955 13162 1341 0,'0'3'299'0,"-4"1"-239"0,1 0 50 0,2-1-88 0,1 2 14 0,2 2-41 0,3-1 25 16,0 2-1-16,2 0-12 0,1 1-7 16,-1 0 6-16,-2-3-8 0,3 2 10 0,-2-1-2 0,0 0-1 0,1 0-15 0,-1 1 9 15,0-1-10-15,1-1 24 0,-1 2-16 0,1-1-7 0,-2 1-46 16,0 0-20-16,-1-2 8 0,1 0-76 0,-2 1-23 16,0-3-4-16,0 3-137 0,-2-3 161 0</inkml:trace>
  <inkml:trace contextRef="#ctx0" brushRef="#br0" timeOffset="199516.89">15978 13356 997 0,'0'-3'105'0,"0"0"62"0,0 0-9 15,0 0-12-15,1-2-27 0,2 0-3 0,0-2 19 0,2 0-32 16,0-2-1-16,1-1-19 0,0 1-26 0,2-4-36 0,2 0 8 16,2 1-22-16,1-2-3 15,-1 2-3-15,3 0-2 0,0-2-24 16,-1 2-2-16,0-2-5 0,-1 2-29 0,-3 0-25 0,-4-1-12 0,1 3-78 0,-2 0-63 0,1 1 36 0,10 0-39 31</inkml:trace>
  <inkml:trace contextRef="#ctx0" brushRef="#br0" timeOffset="200189.49">16557 13571 954 0,'-3'7'68'0,"0"-2"17"0,1 3-23 0,-1-1-15 16,1-2-22-16,1 1-2 0,0-2 20 0,0 1-13 0,-1-2 40 15,-1 0-10-15,1-1-19 0,0-1 5 0,0 0 27 0,1-1-24 16,-2-1 32-16,2 0-8 0,-1-3-18 0,0-1-22 0,-1-2 10 16,1 1-20-16,0-2 21 0,0-1-6 0,-1-2-6 0,0-1-21 15,-1-2 20-15,-1 0-22 0,-2-4 25 0,1 0-14 16,-1-2-14-16,-1-5-7 0,-2 5 7 0,0 2-4 0,-3-4 23 16,0 4-6-16,-1-2-6 0,0-2-9 0,2 2 7 0,0 3-7 15,1-2 14-15,1 3-3 0,1 1-4 0,1 1-19 0,0 0 24 16,2 2-19-16,0-2 37 0,0 1-6 0,3 1-13 0,-2-2-19 15,1 1 12-15,1 0-9 0,-1 1 19 0,1 0-3 0,1-1-11 0,0 0-4 16,0-2 12-16,2-1-9 0,-1 1 17 0,1 0-6 0,1-1-4 16,3 2-10-16,-2-2 2 0,1 1 0 0,1 1 16 0,-1 2-2 15,-1 1-4-15,2 1-12 0,-1 1 8 0,1 3-8 0,1 2 9 16,-1 3 0-16,2-1-5 0,0 2-8 0,-1-2 5 16,1 2-4-16,1 0 8 0,-1 4 1 0,2-2-3 0,0 5-8 0,1-2 5 0,-2 2-5 15,1 2 8-15,-3 3 0 0,1 6-3 0,-2 2-18 16,-1 1 23-16,-1 2-16 0,-2-1 25 0,-2-5-4 0,-2 1-13 0,0 0-12 0,-1-1 19 15,1-3-13-15,-2-1 20 0,2-2-2 0,-1 0-11 0,2-2 4 16,1 0-2-16,-1-4 2 0,2-2-3 0,1-1-1 0,0-1 0 0,0-1-4 16,2 0 8-16,1 1-6 0,-1-1 7 0,1 0 1 0,2 0-6 15,-1 0-16-15,1-1 21 0,1 0-15 0,1 1 30 0,1-2-6 16,-1 2-12-16,0 0-6 0,-1 0 7 0,1 2-5 16,-2-2 8-16,-1 1-1 0,1 2-2 0,-2-2-8 0,0 1 8 15,1 1-5-15,-1 1 12 0,-1 0-1 0,-1 1-5 0,2-1-17 16,-2 1 18-16,0 0-15 0,-1 0 25 0,0-1-2 0,0 1-10 0,-1-1-11 0,-2 1 13 15,1 0-12-15,0 0 13 0,0-2-9 0,0 1-15 16,-2-2-24-16,1-1-8 0,-2 1-3 0,2-2-43 16,-2 0-17-16,1-2-16 0,1-3-145 0,-1 0-92 0,3-4-21 0</inkml:trace>
  <inkml:trace contextRef="#ctx0" brushRef="#br0" timeOffset="200861.62">16657 13116 528 0,'-3'0'138'0,"0"-1"-106"0,-2-2 37 0,2 2-51 0,1-1 11 0,0 0-17 0,0 0 50 0,0-1 0 0,1 1-10 0,-1-1-2 0,0 0 23 0,0 1-27 0,1 1 30 0,1 1-5 0,0-2-10 16,0 1 2-16,-1 1 10 0,1 0-14 0,0 0 8 15,4-1-5-15,-4 1-12 0,0 0-14 0,0 0 14 0,0 0-21 16,0 0 17-16,3 0-11 0,-3 0-13 0,0 0-11 0,4 0 15 16,-4 0-14-16,4 0 25 0,-4 0-3 0,0 0-11 0,0 0-5 15,0 0 9-15,0 0-12 16,0 0 16-16,0 0-6 0,0-2-4 0,0 2-21 0,0-1 14 0,0 1-14 0,0-1 17 0,0 0 0 15,0 1-10-15,1-2-9 0,0-1 10 0,-4 0-8 0,-1 0 15 16,0 2 1-16,0-1-5 0,6-1-21 0,0 0 16 0,0 0-14 16,0-1 31-16,1 1-6 0,-1-2-6 0,1 1-16 0,1-2 12 0,0 2-8 15,2-1 17-15,-1 1-5 0,1-1-8 0,2 1-1 0,-2 0 8 16,3 0-4-16,2 2 11 0,0-1-4 0,0 1-6 16,0 0-10-16,0 2 5 0,-2 0-3 0,-1 2 10 0,1 2 0 0,-1-1-6 0,-1 2-12 15,-1 1 16-15,-2 3-14 0,-1 0 16 0,1 0 0 0,-3 2-8 0,0 2-7 16,-1 0 8-16,0 1-5 0,-2 0 12 0,0-1-3 0,-1 1-5 15,-6 14-2 1,5-14 1-16,-2-3 6 0,3 0 0 0,-1-2-6 0,1 0-7 0,1-4 8 0,0-1-5 0,-1-1 10 16,3-1 1-16,0-1-5 0,0-1-15 0,1 0 16 0,2 0-14 0,0-3 21 15,2 1 0-15,0-1-9 0,2-2-10 0,0 0 13 0,1-1-11 16,-1 1 20-16,1-1-3 0,2 1-6 0,2 1-15 0,-1 2 15 16,2-1-11-16,0 3 24 0,-1-1-7 0,-1 1-10 0,2 1-15 15,-3 1 15-15,0 1-11 0,-1-1 27 0,-1 2-4 0,-2-1-8 0,0 4-6 16,-2 0 5-16,0 2-3 0,-3 0 10 0,-1 0-1 0,0 0-4 0,-2 0-8 31,-1 0 10-31,-1 2-7 0,-1 1 20 0,-1-1 0 16,-2 1-4-16,1 2-23 0,-2 2 17 0,-1-1-15 0,1 2 23 0,-1-1-6 15,1-5-9-15,0 0-5 0,-1-1 2 0,1-1 0 0,1 2 6 16,1-4-3-16,2 0-4 0,-1-2-23 0,3-4 10 0,-1-1-13 16,2-4-12-16,0-2-13 0,1-6-17 0,1-3-76 0,2-2-19 0,2-3-17 15,3-3-166-15,2 1-114 0,4-4-89 0</inkml:trace>
  <inkml:trace contextRef="#ctx0" brushRef="#br0" timeOffset="201420.86">17347 12377 1016 0,'-11'6'222'0,"-1"-3"-176"0,0 1 39 0,0 3-36 0,1 0 8 0,0-1-22 0,-2-1 16 0,1 2-6 0,-1 0-3 0,0 3-23 15,-2 1 10-15,2 0-17 0,1 3 21 0,0-1-4 0,3-1-13 0,0 1-16 16,4-3 23-16,0-1-23 0,2-1 31 0,2-2-10 16,0 0-12-16,1 0-12 0,2-3 20 0,1 0-16 0,2 0 37 15,0 0-8-15,2-3-13 0,3 1-15 0,0-1 28 0,2 0-25 16,2 0 43-16,0-1-12 0,-1 1-19 15,3 0-4-15,-3 1 5 0,1 0-7 0,1 2-1 0,-2 0 2 0,0 1-6 0,1 1-15 16,-2 1 23-16,2-1-22 0,-1 1 25 16,1 2 0-16,-1-1-8 0,-1 2-19 0,0 2 23 0,-1-1-19 0,-1 1 30 0,-2 0-3 15,-1 3-13-15,-2 0 15 0,-1 0 2 0,-3-3 3 0,-1 2 3 0,-3-1-3 16,-1 1-3-16,-3-1-14 0,-2 0 10 0,0-1-11 0,0 2 6 16,-1-1-3-16,-1-1-6 0,0 0-7 0,-2 0 5 0,1-1-5 15,0-1 9-15,2-2-2 0,-1-2-4 0,2-1-16 0,0-4 19 0,2 0-14 16,-1-4 21-16,1-3-10 15,-1-2-15-15,-1-2-33 0,1-3-1 0,0 0-8 0,2 0-21 0,1-3-6 0,1 3-8 0,1-1-48 16,0-3-13-16,1 2-11 0,0-2-145 0,0-3-54 0,4 0-71 0</inkml:trace>
  <inkml:trace contextRef="#ctx0" brushRef="#br0" timeOffset="201788.67">17255 12198 540 0,'0'-6'97'0,"0"1"44"0,0 1 58 16,0 1-22-16,1 1-27 0,-1 2-64 0,0-2 19 0,1 2-48 0,0 3 10 0,1 1-4 15,1 0-12-15,0 3-4 0,2 2 6 0,0 2-13 0,2 1 7 16,0 3-7-16,1-3-6 0,1 6-15 0,-1 0 16 0,-1 1-18 16,2 3 15-16,0-3-13 0,3 1-13 0,0-1-3 0,0-4 0 15,3-3 1 1,2-3 2-16,-2-6-3 0,3 1-3 0,3-2-17 0,-1-2-6 0,0-4-3 0,1-1-9 16,-1-4 13-16,-5 4 13 0,0-4 6 15,-5 1 3-15,-1 0-1 0,-2-3 4 0,-3 2 69 16,0 0 7-16,-1 0-142 0,-1 0 89 0,-2-1-137 0,1 2 120 15,-1 1-5-15,0 4-4 0,1 0-8 0,-1 2 8 0,2 1-4 16,-1 0 11-16,0 4 3 0,1-1-10 0,-1 4 0 0,0 1 13 0,0-1-11 16,2 2 10-16,-2-1-6 0,1-2-4 0,-1-1 7 0,1-1 5 0,1-1 2 0,-1-1 9 0,0 0-3 0,1-2-5 15,2 0-17 1,-5-2 15-16,0 0-12 0,0-1 23 0,0-2-4 0,3 1-9 0,2-2-4 0,-3-1 8 16,0 1-6-16,-1-2 12 0,-1 2 1 0,0 0-3 0,0 0-21 15,-1-1 26-15,-1 0-21 0,0 1 27 0,-2 0-8 0,1-1-15 16,0 2-20-16,-1 0 18 0,1 1-15 0,0 0 25 15,4 0-6-15,0 2-10 0,0-2-40 0,-1 1 5 0,-3-2-17 0,-1 2-39 0,1-1-22 16,0 0-30-16,1-1-152 0,1 0-112 0,1-2-18 0</inkml:trace>
  <inkml:trace contextRef="#ctx0" brushRef="#br0" timeOffset="202489.4">17873 12116 764 0,'0'4'302'0,"0"3"-181"0,0-2 178 0,0 2-252 0,1 4 16 0,0-2-49 0,2 3 8 0,1-1 1 0,-1 0-5 0,0-1-7 0,2 1 12 0,0-2-13 16,2 1 23-16,0-1-7 0,0 1-8 0,1 2-2 16,-1-3 6-16,1 2-4 0,1 2 7 0,0 0-9 0,-1-1-14 0,1-1 19 15,-1-2 3-15,1 0 5 0,-1-3 7 0,-1-1-12 16,-1 2-9-16,1-2-15 0,-2 0 5 0,-3 1-6 0,0-1 13 15,-2-2 2-15,0-2-3 0,-2 0-11 0,-3-1 10 0,1-1-10 16,-4-3 15-16,0 0-3 0,-2-1-8 0,-1-2-10 0,-2 0 13 16,0-2-11-16,1-1 19 0,-1 0-9 0,2 0-9 0,-1-2 1 15,0 1 5-15,1-2 2 0,0 0 11 0,0 0-6 0,1 0-7 16,1 1-11-16,2 0 9 0,2 2-6 0,3 1 13 0,1 0-3 0,1 0-7 16,0-1-12-16,1-1 13 0,1 1-10 0,2 1 30 0,-1-1-8 15,2 2-6-15,-1-2-7 0,2 1 3 0,0 0-1 0,1 0 12 16,0-1 1-16,0 1-4 0,-1 0-11 0,2-1 14 0,0 2-11 15,0-1 28-15,0 1-4 0,-1 2-8 0,-1 0-15 16,1-1 10-16,1 3-10 0,0 2 9 0,0 1-2 0,-2 1-5 0,1 1-11 0,0 3 14 16,-2-1-11-16,1 3 16 0,-1 0-1 0,-2 2-10 0,0-2-5 15,1 2 7-15,-2 1-6 0,-2 1 16 0,0-1-3 16,0 1-3-16,-2 0-11 0,-2 1 9 0,1-1-7 0,-2 0 16 16,0 0-4-16,-2-1-8 0,1 2-10 0,0-2 10 0,0-1-5 0,-1 1 13 0,2-1 1 15,0-3-9-15,1 0-6 0,0-2 6 0,1 0-5 16,2-1 5-16,1-2-2 0,0 0-3 0,0 0-10 0,0-1 9 0,2-2-9 15,2-1 4-15,0-1 2 0,3 0-4 0,1-1-4 0,1-1 8 0,0 0-6 16,2-1 15-16,0 0-1 0,1 1-4 0,2-4-8 0,0 2 11 16,2-2-6-16,0-2 17 0,0 2-4 0,-1-2-8 15,1-1-3-15,-7 0 4 0,0-2-1 0,-2 0 3 0,0-1 3 0,4 0-3 16,-1 1-3-16,0-1 7 0,-1 0-6 0,0 5 9 0,-1-3-1 16,-3 3-5-16,1 0-6 0,-1-2 5 0,-2 1-4 0,0 2 9 0,-2 1 0 15,1-1-2-15,-2 1-8 0,-2 1 8 0,0 1-6 0,0 1 15 16,-1 0-6-16,-2 2-5 0,1-1-3 0,-1 2 0 0,1 0 2 0,1 2 1 15,1 0 5-15,0 1-1 0,1 1-4 16,1 0 7-16,0 0-9 0,0 3 3 0,-1-1 0 0,1 5-4 0,1-2-14 0,0 4 15 16,2 2-12-16,1 1 22 0,1-1-1 0,1 2-6 0,2-2-6 0,0 2 4 15,0-2-3-15,1-1 3 0,2-3-1 0,-1 1-6 0,2 0 0 16,0-2 6-16,1-3-2 0,-1-1 5 0,2 0-2 0,-2-2-5 0,1-3-39 16,1 0 1-16,-1-2-16 0,2 2-37 0,-2-1-21 0,1-1-19 15,-2 1-107-15,-1 0-117 0,-2 0 2 16</inkml:trace>
  <inkml:trace contextRef="#ctx0" brushRef="#br0" timeOffset="203242.4">17907 12722 1435 0,'-25'-8'-14'0,"7"1"67"0,2 1-10 0,1 3-1 0,0 1-16 0,3 1 18 0,2 1-16 0,-2 3 45 0,2-1-17 0,0 3-15 0,0-1-9 0,1 1-2 0,0 0-3 16,1 2-10-16,1 0 0 0,3 2-3 0,0 2-22 0,4 0 19 15,0 2-22-15,2 2 30 0,1 1 2 0,1 0-6 0,2 4-14 31,1 1 11-31,-1 0-12 0,3 4 16 0,0 0-6 16,1 2-10-16,3 6 0 0,-1-5 1 0,0-2 0 0,1-3 9 16,-1-5-8-16,0-3-2 0,3-2-21 0,-1-3 16 0,-1 0-13 15,0-1 17-15,-1-2-6 0,-2 0-13 0,0 0-13 0,-2-2 4 16,0 0-4-16,-3-3 5 0,2 2 1 0,-2 1 1 0,-2-2-2 16,-1 0 0-16,-1 0 0 0,-1-1-7 0,0 2-3 0,-1-2-6 0,-1 1 6 15,-3-1 17-15,0 1-6 0,-1-1 35 0,-1-2-3 0,0 0-8 16,-1 0 5-16,-1-2 3 0,1-1 1 0,0 1 5 0,1-1 10 15,2-1 0-15,1 0 4 0,1-2 27 0,1 1-22 0,-1-3 21 16,2 1-11-16,1-2-16 0,1 0 6 0,3-2-8 0,-1 2 8 0,3-1-5 16,-1 2-2-16,3 0 0 0,0 0-9 0,0 1 8 0,0 1-8 15,0 0 2-15,1 1-4 0,0-1-4 0,0 3-15 0,2-1 14 16,-1 1-10-16,0-1 23 0,-2 0-6 0,1-1-9 0,0-2-12 16,-1-1 14-16,1-1-9 0,-1 0 23 0,-3-1 3 0,1 0-6 0,-3-3-9 15,1 0 12-15,-2 0-12 0,0 0 11 0,0 3-3 0,-1-1-7 0,2 0-11 16,-1 1 7-16,-2 6-6 0,0-1 13 0,0 3 3 15,-3-1-1-15,0-3-12 0,0 2 13 0,0 0-12 0,-3 1 12 16,0 1 0-16,-2-1-4 0,-1-1-11 0,2 4 8 0,-2-1-9 16,2 0 6-16,0 1-1 0,2 1-5 0,-2 0-12 0,1 3 15 0,1 0-12 15,0 1 19-15,1 2-2 0,0 2-9 0,0-3-14 0,0 3 8 16,1-1-9-16,0 2-11 0,0 1-6 0,1 1-16 0,1 1-62 16,0-2 4-16,1-3-22 0,2-3-65 0,2-4-28 0,0-2-38 0,2-5-189 15,0-5 268-15</inkml:trace>
  <inkml:trace contextRef="#ctx0" brushRef="#br0" timeOffset="203414.53">18324 12627 844 0,'-2'-5'297'0,"0"4"-177"0,-2-1 136 0,0 2-132 0,-1 3 3 0,0 0-41 0,-1 2 15 0,0 0-14 0,1 3-18 0,-2 0-33 0,-1 1 23 0,1 3-32 0,0 2 20 15,2-1-11-15,-1 0-17 0,0-1-13 0,0-1 11 0,-1 0-13 16,0 2 6-16,2-1-1 0,1-4-10 15,1 3-4-15,3-2 5 0,0-2-7 0,5 1-38 0,2-3-27 16,0 2-18-16,5-4-81 0,-2 1-102 0,2-1 56 0,4-1-118 0</inkml:trace>
  <inkml:trace contextRef="#ctx0" brushRef="#br0" timeOffset="203890.4">18016 13572 823 0,'0'4'194'0,"-1"1"470"0,0 1-566 0,1 2-23 0,4 2-48 0,3 3 4 0,2 0 23 0,3 1-19 0,3 3 50 15,0-5-20-15,3 4-17 0,2-2-44 0,-4 1 17 16,0 1-23-16,2 3 25 0,-2 0-4 0,7 1-13 16,0 6-14-16,-4-2 12 0,-2 3-13 0,-1-1 26 0,-4-3-8 15,-1-3-5-15,-1 2-12 16,-1-3 6-16,-3-2-6 0,0 0-2 0,-2-3-13 0,0-1-11 0,-1-3-20 0,-1 0-7 0,1-1 7 16,-3 0-28-16,0-1-9 0,-1-3-5 0,-2 0-38 0,-1-1-14 31,-2 0 14-31,-2-4-11 0,-1 0 15 0,-1-2 28 0,-2-4-64 0,0-1-5 15,-2-2-4-15,-1-2 75 0</inkml:trace>
  <inkml:trace contextRef="#ctx0" brushRef="#br0" timeOffset="204115.99">18019 13822 658 0,'0'-8'208'0,"-1"0"-136"0,-1-2 84 0,1-2-50 0,1 0 11 0,0-2-21 0,0-2 47 0,4 3-15 16,0-2-19-16,3-3-28 15,1 0 19-15,0-2-33 0,2-5 19 0,1 0-23 16,2-2-22-16,3-6-15 0,0-2 8 0,-2-1-10 0,-1-2 3 15,-3 7-2-15,1 4-10 0,1 2-5 0,5 5 12 0,1 1-13 16,-1 3 9-16,-3 1-3 0,-2 3-11 0,-1 0-6 16,-1 2 7-16,-1 1-8 0,0-1 12 0,-1 2 0 0,-1 0-4 0,-2-1-18 15,2 2 16-15,-2 0-16 0,-1 1 26 0,1 1-2 16,-2 2-9-16,0-2-32 0,-1 3 7 0,0 0-18 0,-1 2-13 16,0 0-4-16,0 0-9 0,0 2-55 0,2 3-15 0,-2-2-13 15,0 4-157-15,-1-1-85 0,0 1-80 0</inkml:trace>
  <inkml:trace contextRef="#ctx0" brushRef="#br0" timeOffset="204319.3">18252 13801 1821 0,'-8'21'-266'0,"8"-19"566"0,0-2-92 0,0 0-91 15,0 0-72-15,4-1 26 0,0-2-29 0,4-4 76 0,1-1-11 16,1-4-15-16,4-3-20 0,0 1 5 0,1-3-22 0,4-1-26 15,0 1-9-15,2-1-13 0,5-5-7 0,-1-1 5 16,0 1-5-16,0-2 4 0,-1 1 0 0,-2 0-1 0,3-2-22 16,-3 0-11-16,-2 0-3 0,-1 2-84 0,-9 4-46 0,0 5-21 0,0 1-337 15,0 2 303-15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8:53:17.01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18719 5117 341 0,'-4'-6'39'0,"-3"-3"-27"0,4 2-4 0,1 5-9 0,-1 1 13 0,2-2 12 0,1 3 1 0,0-2 14 0,0 0 10 0,0 0-11 0,1 0-14 0,2 1-11 0,-1 0-9 16,1 0-16-16,1-1 6 0,2 0-3 0,2 0 25 0,1 0-5 15,0 1-9-15,2 1-11 0,1-2 11 0,0 2-10 0,2 0 14 16,1 0-7-16,2 2-6 0,1-2-1 0,2 2 5 0,1-1 1 15,3 2 14-15,2 0-5 0,2-2-7 0,6 0-10 0,2 0 12 0,3 1-9 16,-1-1 8-16,-5-1 1 0,0-1-5 0,4-1-38 0,2-1-12 16,3 1-5-16,0 0-46 0,-2-2-15 0,1 3-12 0</inkml:trace>
  <inkml:trace contextRef="#ctx0" brushRef="#br0" timeOffset="427.22">20143 5209 367 0,'-1'-17'-18'0,"2"9"30"0,3 1-3 0,1 1-8 0,4 1-16 0,0 0 22 0,4 1-16 0,1-1 39 0,2 1-8 0,0-1-10 0,0 1-2 15,0-1-9-15,0 1 8 0,1 0 1 0,-2 0-3 16,3 1 3-16,0-1-9 0,0 2 11 0,1-1-9 0,1 0 10 0,0 0-10 16,2 2-5-16,3 0-8 0,2 1 6 0,2-1 1 0,2 1 21 0,1 0-3 15,-1 0-11-15,-3 1-27 0,4 0 29 0,3-1-26 0,3 1 36 16,5 1-5-16,-1-1-11 0,2 3-17 0,2 0 5 0,5 1-12 16,1 1-47-16,0 1-23 0,-7 2-41 0</inkml:trace>
  <inkml:trace contextRef="#ctx0" brushRef="#br0" timeOffset="3617.39">14847 7035 256 0,'47'4'7'0,"-17"-7"108"0,5 3-49 0,6 0 5 0,10-1-63 0,2 1 17 0,-3-1-9 0,6 1 47 0,3-2-8 0,2-1-3 0,18 0-7 0,5 1-5 0,2-1 5 0,0 0 1 0,-2 1-6 16,2 1-2-16,11-2-15 0,4 0 5 0,-3 2-7 0,-3 1-5 15,-4-1-3-15,1 0-6 0,7 2 3 0,-5-2-1 0,-5-1 4 0,-1 0 5 0,-5-2-5 16,5 1-3-16,-1-2-11 0,-7 1 8 0,-4-2-8 15,-6 0 7-15,-5-1 0 0,4 0 0 0,-1-1-16 0,1 1 9 0,-10 1-6 16,-11-2 27 0,-11 1-6-16,-5-1-8 0,-4 0-8 0,1 1 10 0,-6-1-8 15,-9 0 8-15,-5 2 9 0,-4 2-2 0,-4-2 33 0,-2 0 10 16,-4 0-3-16,-4-3-16 0,-4-1-12 0,-9 0-22 0,-8-2-12 0,-4 2 8 16,-6 0-8-16,-12 1 8 0,-7 1-3 0,-11 3-2 0,-12-2-1 15,-3 5-2-15,-5-2 5 0,-5 2 6 0,-3-4-2 0,-1 3-2 0,-7 0-17 16,-4-2 20-16,-1 2-15 0,-3-2 28 0,3 1-6 0,3-1-9 15,-5 0-13-15,1-3 12 0,2 1-8 0,-2 0 37 0,7 2-27 16,0-1 0-16,-4 3-14 0,0 1 11 0,2 2-11 0,5 2 27 16,6 0-7-16,7 0-9 0,2 3 0 0,6-1 4 0,10 1 3 0,7-1-1 15,5 0 10-15,6-2-13 0,5 4-5 0,5-3 9 0,10 4-12 16,8-2 14-16,9 1-11 0,6-1-7 0,7 1-13 0,3 1 8 16,3 1-1-16,7 2 21 0,6 0-1 0,4 3-6 0,12 0-13 0,7 0 15 15,10 0-11-15,8-2 20 0,0-3-5 0,5-3-7 0,7 0 0 16,10-2 0-16,10-3 3 0,3 1 4 0,1-1-1 0,0 0-2 0,6-1-1 15,9 1 4-15,-2 0-3 0,2-2 2 0,-6 1-2 16,-3 1 1-16,8 0-5 0,-4 0-3 0,-4 3 3 0,-6-2 12 0,-10 3-2 16,-1 0 0-16,0 2-13 0,-11 0 6 0,-4 2-7 15,-8-2 11-15,-13 3 1 0,1-3 1 0,-7 0 5 0,-4 2-3 16,-4-3 6-16,-6 0 15 0,-8 0 0 0,-4-1 4 0,-5 1-18 16,-3-2 25-16,-3-1-19 0,-2-1 32 0,-1 1-7 0,-2-1-15 0,-3 1-3 15,-5 1 2-15,-6 2-4 0,-8-1-11 0,-7 2-2 0,-8 1-6 0,-10 0-1 0,-12 4 2 16,-9 0-2-16,-14-1-6 0,-3-2 1 0,-4 0-1 0,-9 0-9 15,-2-1-7-15,-7 5-4 0,-1-1-53 0,2-1-6 0,0 2-16 16,-2 0-68-16,-2-2-22 0,7 1-10 0,2 0-191 0,11 3 242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6B407-4044-4905-8848-53B7999B3405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1D044A-4BA0-4D2B-8664-C78A918E1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14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26BB7-C17D-364B-AFAE-2A13FAC2448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LA’s BEST @USC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800001-2C82-E944-9063-7C8D26F589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Directors: Kim </a:t>
            </a:r>
            <a:r>
              <a:rPr lang="en-US" dirty="0" err="1"/>
              <a:t>Siegmund</a:t>
            </a:r>
            <a:r>
              <a:rPr lang="en-US" dirty="0"/>
              <a:t> and Juan Pablo </a:t>
            </a:r>
            <a:r>
              <a:rPr lang="en-US" dirty="0" err="1"/>
              <a:t>Lewinger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07487-2ADB-C84F-A552-0F18CD840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62AEF-EE20-9E4F-9CA2-B848711B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CC1A90-0967-C84B-A715-B8EE33176B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454" y="180919"/>
            <a:ext cx="2585546" cy="258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753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8ACB8-DE30-2F4C-85D3-92382A52C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4D68B-CE47-2446-AFF5-29610007C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FAF80-99F0-444D-8B88-E60757E7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3ABFB-72E0-1044-BDDA-6B26155A2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843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206B3-D7D4-2543-BB50-711F9DAD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892BE-4D4E-DC41-A491-3265E387F6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0F8AF-156B-C44D-880F-2BE09F9E2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B2060-AD1C-DA4E-9554-762835BFB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704C1-6845-044B-BE32-E3337578A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4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CF072-FE07-6A4E-97CF-C1F6359D4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CA002-15D7-8443-B81E-FDF75668F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EA395-ADC2-EB44-A13A-A4B84AA4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69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0066B-3327-0049-A7E6-451D7F0C8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91FCA-1EEB-554C-8383-9E957971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74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9F93E-C2EF-9542-812C-52B1B46EC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4ECF2-7F93-0644-BD57-CACB18444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E35E0-13BC-E24F-8623-922E05017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F125C-4D7E-014E-A1BB-DCC9AAD09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ack and red text&#10;&#10;Description automatically generated with low confidence">
            <a:extLst>
              <a:ext uri="{FF2B5EF4-FFF2-40B4-BE49-F238E27FC236}">
                <a16:creationId xmlns:a16="http://schemas.microsoft.com/office/drawing/2014/main" id="{802468F1-29EE-314A-7149-F9384EA8984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8499" y="6092102"/>
            <a:ext cx="833186" cy="73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592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customXml" Target="../ink/ink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customXml" Target="../ink/ink2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A8446-4BC8-0645-862D-31817EEC1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LA’s </a:t>
            </a:r>
            <a:r>
              <a:rPr lang="en-US" dirty="0" err="1"/>
              <a:t>BeST</a:t>
            </a:r>
            <a:r>
              <a:rPr lang="en-US" dirty="0"/>
              <a:t> @ USC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4C5722-7060-8F42-B407-A196418D1D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Multiple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8AE65-D34B-02D7-EFE5-182B0E988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87D4CFB-2121-92AA-6195-11084466D14E}"/>
                  </a:ext>
                </a:extLst>
              </p14:cNvPr>
              <p14:cNvContentPartPr/>
              <p14:nvPr/>
            </p14:nvContentPartPr>
            <p14:xfrm>
              <a:off x="685080" y="195840"/>
              <a:ext cx="8825760" cy="5072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87D4CFB-2121-92AA-6195-11084466D1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5720" y="186480"/>
                <a:ext cx="8844480" cy="509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3219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Predictors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96749" cy="4351338"/>
          </a:xfrm>
        </p:spPr>
        <p:txBody>
          <a:bodyPr/>
          <a:lstStyle/>
          <a:p>
            <a:r>
              <a:rPr lang="en-US" dirty="0"/>
              <a:t>Last session we discussed linear regression with a </a:t>
            </a:r>
            <a:br>
              <a:rPr lang="en-US" dirty="0"/>
            </a:br>
            <a:r>
              <a:rPr lang="en-US" dirty="0"/>
              <a:t>dichotomous/binary predictor</a:t>
            </a:r>
          </a:p>
          <a:p>
            <a:r>
              <a:rPr lang="en-US" dirty="0"/>
              <a:t>How could we use a regression approach with a </a:t>
            </a:r>
            <a:br>
              <a:rPr lang="en-US" dirty="0"/>
            </a:br>
            <a:r>
              <a:rPr lang="en-US" dirty="0"/>
              <a:t>multi-category predictor?</a:t>
            </a:r>
          </a:p>
          <a:p>
            <a:r>
              <a:rPr lang="en-US" dirty="0"/>
              <a:t>Example: is city miles per gallon (Y) associated with car manufacturer (X)? </a:t>
            </a:r>
            <a:br>
              <a:rPr lang="en-US" dirty="0"/>
            </a:br>
            <a:r>
              <a:rPr lang="en-US" dirty="0"/>
              <a:t>(We’ll focus on only 4 manufacturers for simplicity)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C985E-D9C1-D905-F26E-EEBB57B9E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3ACC824-DAA0-C870-03EC-CE77F6A81E92}"/>
                  </a:ext>
                </a:extLst>
              </p14:cNvPr>
              <p14:cNvContentPartPr/>
              <p14:nvPr/>
            </p14:nvContentPartPr>
            <p14:xfrm>
              <a:off x="2769840" y="3993480"/>
              <a:ext cx="9025560" cy="130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3ACC824-DAA0-C870-03EC-CE77F6A81E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60480" y="3984120"/>
                <a:ext cx="9044280" cy="14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9295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Predictors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87" y="1825625"/>
            <a:ext cx="511193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mpg2 &lt;-  mpg %&gt;%  filter(manufacturer %in% c("dodge", "ford", "</a:t>
            </a:r>
            <a:r>
              <a:rPr lang="en-US" sz="1600" dirty="0" err="1">
                <a:latin typeface="Consolas" panose="020B0609020204030204" pitchFamily="49" charset="0"/>
              </a:rPr>
              <a:t>toyota</a:t>
            </a:r>
            <a:r>
              <a:rPr lang="en-US" sz="1600" dirty="0">
                <a:latin typeface="Consolas" panose="020B0609020204030204" pitchFamily="49" charset="0"/>
              </a:rPr>
              <a:t>", "</a:t>
            </a:r>
            <a:r>
              <a:rPr lang="en-US" sz="1600" dirty="0" err="1">
                <a:latin typeface="Consolas" panose="020B0609020204030204" pitchFamily="49" charset="0"/>
              </a:rPr>
              <a:t>volkswagen</a:t>
            </a:r>
            <a:r>
              <a:rPr lang="en-US" sz="1600" dirty="0">
                <a:latin typeface="Consolas" panose="020B0609020204030204" pitchFamily="49" charset="0"/>
              </a:rPr>
              <a:t>"))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mpg2 %&gt;%  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 err="1">
                <a:latin typeface="Consolas" panose="020B0609020204030204" pitchFamily="49" charset="0"/>
              </a:rPr>
              <a:t>ggplot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aes</a:t>
            </a:r>
            <a:r>
              <a:rPr lang="en-US" sz="1600" dirty="0">
                <a:latin typeface="Consolas" panose="020B0609020204030204" pitchFamily="49" charset="0"/>
              </a:rPr>
              <a:t>(x=manufacturer, group=manufacturer, y=</a:t>
            </a:r>
            <a:r>
              <a:rPr lang="en-US" sz="1600" dirty="0" err="1">
                <a:latin typeface="Consolas" panose="020B0609020204030204" pitchFamily="49" charset="0"/>
              </a:rPr>
              <a:t>cty</a:t>
            </a:r>
            <a:r>
              <a:rPr lang="en-US" sz="1600" dirty="0">
                <a:latin typeface="Consolas" panose="020B0609020204030204" pitchFamily="49" charset="0"/>
              </a:rPr>
              <a:t>)) +  </a:t>
            </a:r>
            <a:r>
              <a:rPr lang="en-US" sz="1600" dirty="0" err="1">
                <a:latin typeface="Consolas" panose="020B0609020204030204" pitchFamily="49" charset="0"/>
              </a:rPr>
              <a:t>geom_boxplot</a:t>
            </a:r>
            <a:r>
              <a:rPr lang="en-US" sz="1600" dirty="0">
                <a:latin typeface="Consolas" panose="020B0609020204030204" pitchFamily="49" charset="0"/>
              </a:rPr>
              <a:t>()</a:t>
            </a:r>
            <a:br>
              <a:rPr lang="en-US" sz="1600" dirty="0">
                <a:latin typeface="Consolas" panose="020B0609020204030204" pitchFamily="49" charset="0"/>
              </a:rPr>
            </a:b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OR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mpg2 &lt;-  subset(mpg, manufacturer %in%   c("dodge", "ford", "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toyota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","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volkswagen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"))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boxplot(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cty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~ manufacturer, mpg2)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It appears that </a:t>
            </a:r>
            <a:r>
              <a:rPr lang="en-US" dirty="0" err="1"/>
              <a:t>cty</a:t>
            </a:r>
            <a:r>
              <a:rPr lang="en-US" dirty="0"/>
              <a:t> (city MPG) varies by manufacturer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362942-CA90-4CF8-A448-B3F9D92C1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700" y="1614231"/>
            <a:ext cx="5837613" cy="456273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EB171-EE3E-1085-B41B-C8D2AC51B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AB82F79-ECBA-6C56-01F8-4FC595669689}"/>
                  </a:ext>
                </a:extLst>
              </p14:cNvPr>
              <p14:cNvContentPartPr/>
              <p14:nvPr/>
            </p14:nvContentPartPr>
            <p14:xfrm>
              <a:off x="513720" y="1672560"/>
              <a:ext cx="10946880" cy="3211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AB82F79-ECBA-6C56-01F8-4FC5956696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4360" y="1663200"/>
                <a:ext cx="10965600" cy="323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324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 Reference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23600" cy="4351338"/>
          </a:xfrm>
        </p:spPr>
        <p:txBody>
          <a:bodyPr>
            <a:normAutofit/>
          </a:bodyPr>
          <a:lstStyle/>
          <a:p>
            <a:r>
              <a:rPr lang="en-US" dirty="0"/>
              <a:t>We will code “manufacturer” with a series of indicator variables </a:t>
            </a:r>
            <a:br>
              <a:rPr lang="en-US" dirty="0"/>
            </a:br>
            <a:r>
              <a:rPr lang="en-US" dirty="0"/>
              <a:t>(extension of indicator for female last session)</a:t>
            </a:r>
          </a:p>
          <a:p>
            <a:r>
              <a:rPr lang="en-US" dirty="0"/>
              <a:t>To do this, we must pick a reference group. The reference group is somewhat arbitrary, but consider the following suggestions:</a:t>
            </a:r>
          </a:p>
          <a:p>
            <a:pPr lvl="1"/>
            <a:r>
              <a:rPr lang="en-US" dirty="0"/>
              <a:t>Reference group should serve as a useful “baseline” comparison </a:t>
            </a:r>
            <a:br>
              <a:rPr lang="en-US" dirty="0"/>
            </a:br>
            <a:r>
              <a:rPr lang="en-US" dirty="0"/>
              <a:t>(e.g., a control group).</a:t>
            </a:r>
          </a:p>
          <a:p>
            <a:pPr lvl="1"/>
            <a:r>
              <a:rPr lang="en-US" dirty="0"/>
              <a:t>Reference group should be a well-defined group for clear interpretations; </a:t>
            </a:r>
            <a:br>
              <a:rPr lang="en-US" dirty="0"/>
            </a:br>
            <a:r>
              <a:rPr lang="en-US" u="sng" dirty="0"/>
              <a:t>not</a:t>
            </a:r>
            <a:r>
              <a:rPr lang="en-US" dirty="0"/>
              <a:t> a “catch-all” group (e.g., “other”)</a:t>
            </a:r>
          </a:p>
          <a:p>
            <a:pPr lvl="1"/>
            <a:r>
              <a:rPr lang="en-US" dirty="0"/>
              <a:t>Avoid a reference group with very small sample size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0A0D0-2C52-FB19-A3A3-34BAA9225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B0A4874-BA00-E335-F993-DD5614D0E716}"/>
                  </a:ext>
                </a:extLst>
              </p14:cNvPr>
              <p14:cNvContentPartPr/>
              <p14:nvPr/>
            </p14:nvContentPartPr>
            <p14:xfrm>
              <a:off x="544680" y="2224440"/>
              <a:ext cx="8985600" cy="3364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B0A4874-BA00-E335-F993-DD5614D0E7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5320" y="2215080"/>
                <a:ext cx="9004320" cy="338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2655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indicator variables for categorical 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23600" cy="4351338"/>
          </a:xfrm>
        </p:spPr>
        <p:txBody>
          <a:bodyPr/>
          <a:lstStyle/>
          <a:p>
            <a:r>
              <a:rPr lang="en-US" dirty="0"/>
              <a:t>Let’s create a set of indicator variables using “Dodge” as the reference group</a:t>
            </a:r>
          </a:p>
          <a:p>
            <a:r>
              <a:rPr lang="en-US" dirty="0"/>
              <a:t>For a variable with </a:t>
            </a:r>
            <a:r>
              <a:rPr lang="en-US" i="1" dirty="0"/>
              <a:t>k</a:t>
            </a:r>
            <a:r>
              <a:rPr lang="en-US" dirty="0"/>
              <a:t> categories, we will create </a:t>
            </a:r>
            <a:r>
              <a:rPr lang="en-US" i="1" dirty="0"/>
              <a:t>k-1</a:t>
            </a:r>
            <a:r>
              <a:rPr lang="en-US" dirty="0"/>
              <a:t> variables</a:t>
            </a:r>
          </a:p>
          <a:p>
            <a:endParaRPr lang="en-US" dirty="0"/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C40CD759-806B-4F62-968F-02AF7080B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103294"/>
              </p:ext>
            </p:extLst>
          </p:nvPr>
        </p:nvGraphicFramePr>
        <p:xfrm>
          <a:off x="2722880" y="3267556"/>
          <a:ext cx="6746240" cy="3378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6560">
                  <a:extLst>
                    <a:ext uri="{9D8B030D-6E8A-4147-A177-3AD203B41FA5}">
                      <a16:colId xmlns:a16="http://schemas.microsoft.com/office/drawing/2014/main" val="1545208976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921221938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3725606139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289362353"/>
                    </a:ext>
                  </a:extLst>
                </a:gridCol>
              </a:tblGrid>
              <a:tr h="445932"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  <a:r>
                        <a:rPr lang="en-US" sz="2000" baseline="-25000" dirty="0"/>
                        <a:t>MANUFACTURER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</a:t>
                      </a:r>
                      <a:r>
                        <a:rPr lang="en-US" sz="2000" baseline="-25000" dirty="0"/>
                        <a:t>F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</a:t>
                      </a:r>
                      <a:r>
                        <a:rPr lang="en-US" sz="2000" baseline="-25000" dirty="0"/>
                        <a:t>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</a:t>
                      </a:r>
                      <a:r>
                        <a:rPr lang="en-US" sz="2000" baseline="-25000" dirty="0"/>
                        <a:t>V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652740"/>
                  </a:ext>
                </a:extLst>
              </a:tr>
              <a:tr h="682300">
                <a:tc>
                  <a:txBody>
                    <a:bodyPr/>
                    <a:lstStyle/>
                    <a:p>
                      <a:r>
                        <a:rPr lang="en-US" sz="2000" dirty="0"/>
                        <a:t>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466919"/>
                  </a:ext>
                </a:extLst>
              </a:tr>
              <a:tr h="672136">
                <a:tc>
                  <a:txBody>
                    <a:bodyPr/>
                    <a:lstStyle/>
                    <a:p>
                      <a:r>
                        <a:rPr lang="en-US" sz="2000" dirty="0"/>
                        <a:t>Toyota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260949"/>
                  </a:ext>
                </a:extLst>
              </a:tr>
              <a:tr h="788957">
                <a:tc>
                  <a:txBody>
                    <a:bodyPr/>
                    <a:lstStyle/>
                    <a:p>
                      <a:r>
                        <a:rPr lang="en-US" sz="2000" dirty="0"/>
                        <a:t>Volkswagen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209766"/>
                  </a:ext>
                </a:extLst>
              </a:tr>
              <a:tr h="788957">
                <a:tc>
                  <a:txBody>
                    <a:bodyPr/>
                    <a:lstStyle/>
                    <a:p>
                      <a:r>
                        <a:rPr lang="en-US" sz="2000" dirty="0"/>
                        <a:t>Dodge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58963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AD59F-2F13-64A9-1910-92A8446F7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1EF00FD-9284-0380-D29B-73D9F813588E}"/>
                  </a:ext>
                </a:extLst>
              </p14:cNvPr>
              <p14:cNvContentPartPr/>
              <p14:nvPr/>
            </p14:nvContentPartPr>
            <p14:xfrm>
              <a:off x="2172600" y="2315520"/>
              <a:ext cx="7810200" cy="4595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1EF00FD-9284-0380-D29B-73D9F81358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3240" y="2306160"/>
                <a:ext cx="7828920" cy="461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8816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1979" y="1550932"/>
                <a:ext cx="9314794" cy="522605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In other words:</a:t>
                </a:r>
                <a:endParaRPr lang="en-US" b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			</a:t>
                </a:r>
                <a:r>
                  <a:rPr lang="en-US" b="0" dirty="0"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𝑀𝐴𝑁𝑈𝐹𝐴𝐶𝑇𝑈𝑅𝐸𝑅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𝐹𝑜𝑟𝑑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𝑂𝑡h𝑒𝑟𝑤𝑖𝑠𝑒</m:t>
                              </m:r>
                            </m:e>
                          </m:mr>
                        </m:m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1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b="0" dirty="0">
                    <a:cs typeface="Segoe UI" panose="020B0502040204020203" pitchFamily="34" charset="0"/>
                  </a:rPr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𝑀𝐴𝑁𝑈𝐹𝐴𝐶𝑇𝑈𝑅𝐸𝑅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𝑇𝑜𝑦𝑜𝑡𝑎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𝑂𝑡h𝑒𝑟𝑤𝑖𝑠𝑒</m:t>
                              </m:r>
                            </m:e>
                          </m:mr>
                        </m:m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endParaRPr lang="en-US" b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1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b="0" dirty="0">
                    <a:cs typeface="Segoe UI" panose="020B0502040204020203" pitchFamily="34" charset="0"/>
                  </a:rPr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𝑉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𝑀𝐴𝑁𝑈𝐹𝐴𝐶𝑇𝑈𝑅𝐸𝑅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𝑉𝑜𝑙𝑘𝑠𝑤𝑎𝑔𝑒𝑛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𝑂𝑡h𝑒𝑟𝑤𝑖𝑠𝑒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We will know a car is a Dodge if it has a 0 for all 3 of these.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1979" y="1550932"/>
                <a:ext cx="9314794" cy="5226050"/>
              </a:xfrm>
              <a:blipFill>
                <a:blip r:embed="rId2"/>
                <a:stretch>
                  <a:fillRect l="-1090" t="-28329" b="-24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AD2FBF47-5092-DD90-6362-33EC968002CF}"/>
              </a:ext>
            </a:extLst>
          </p:cNvPr>
          <p:cNvSpPr txBox="1">
            <a:spLocks/>
          </p:cNvSpPr>
          <p:nvPr/>
        </p:nvSpPr>
        <p:spPr>
          <a:xfrm>
            <a:off x="838200" y="3694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Creating indicator variables for categorical 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749121-97A4-F959-C82D-797CCC3AD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10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indicator variables for categorical 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236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Let’s create the variables needed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Consolas" panose="020B0609020204030204" pitchFamily="49" charset="0"/>
              </a:rPr>
              <a:t>mpg2 &lt;-  mpg2 %&gt;%  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mutate(</a:t>
            </a:r>
            <a:r>
              <a:rPr lang="en-US" sz="1400" dirty="0" err="1">
                <a:latin typeface="Consolas" panose="020B0609020204030204" pitchFamily="49" charset="0"/>
              </a:rPr>
              <a:t>mf_f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if_else</a:t>
            </a:r>
            <a:r>
              <a:rPr lang="en-US" sz="1400" dirty="0">
                <a:latin typeface="Consolas" panose="020B0609020204030204" pitchFamily="49" charset="0"/>
              </a:rPr>
              <a:t>(manufacturer=="ford", 1, 0),         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       </a:t>
            </a:r>
            <a:r>
              <a:rPr lang="en-US" sz="1400" dirty="0" err="1">
                <a:latin typeface="Consolas" panose="020B0609020204030204" pitchFamily="49" charset="0"/>
              </a:rPr>
              <a:t>mf_t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if_else</a:t>
            </a:r>
            <a:r>
              <a:rPr lang="en-US" sz="1400" dirty="0">
                <a:latin typeface="Consolas" panose="020B0609020204030204" pitchFamily="49" charset="0"/>
              </a:rPr>
              <a:t>(manufacturer=="</a:t>
            </a:r>
            <a:r>
              <a:rPr lang="en-US" sz="1400" dirty="0" err="1">
                <a:latin typeface="Consolas" panose="020B0609020204030204" pitchFamily="49" charset="0"/>
              </a:rPr>
              <a:t>toyota</a:t>
            </a:r>
            <a:r>
              <a:rPr lang="en-US" sz="1400" dirty="0">
                <a:latin typeface="Consolas" panose="020B0609020204030204" pitchFamily="49" charset="0"/>
              </a:rPr>
              <a:t>", 1, 0),         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       </a:t>
            </a:r>
            <a:r>
              <a:rPr lang="en-US" sz="1400" dirty="0" err="1">
                <a:latin typeface="Consolas" panose="020B0609020204030204" pitchFamily="49" charset="0"/>
              </a:rPr>
              <a:t>mf_v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if_else</a:t>
            </a:r>
            <a:r>
              <a:rPr lang="en-US" sz="1400" dirty="0">
                <a:latin typeface="Consolas" panose="020B0609020204030204" pitchFamily="49" charset="0"/>
              </a:rPr>
              <a:t>(manufacturer=="</a:t>
            </a:r>
            <a:r>
              <a:rPr lang="en-US" sz="1400" dirty="0" err="1">
                <a:latin typeface="Consolas" panose="020B0609020204030204" pitchFamily="49" charset="0"/>
              </a:rPr>
              <a:t>volkswagen</a:t>
            </a:r>
            <a:r>
              <a:rPr lang="en-US" sz="1400" dirty="0">
                <a:latin typeface="Consolas" panose="020B0609020204030204" pitchFamily="49" charset="0"/>
              </a:rPr>
              <a:t>", 1, 0))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OR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mpg2$mf_f &lt;-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ifelse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(mpg2$manufacturer=="ford", 1, 0)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mpg2$mf_t &lt;-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ifelse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(mpg2$manufacturer=="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toyota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", 1, 0)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mpg2$mf_v &lt;-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ifelse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(mpg2$manufacturer=="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volkswagen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", 1, 0)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AA503-8046-413D-8305-E554F440E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4C6CEA9-61DD-491C-19F1-64AA84073E8C}"/>
                  </a:ext>
                </a:extLst>
              </p14:cNvPr>
              <p14:cNvContentPartPr/>
              <p14:nvPr/>
            </p14:nvContentPartPr>
            <p14:xfrm>
              <a:off x="374400" y="3702960"/>
              <a:ext cx="5670720" cy="1776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4C6CEA9-61DD-491C-19F1-64AA84073E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5040" y="3693600"/>
                <a:ext cx="5689440" cy="179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1281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656"/>
            <a:ext cx="10515600" cy="1325563"/>
          </a:xfrm>
        </p:spPr>
        <p:txBody>
          <a:bodyPr/>
          <a:lstStyle/>
          <a:p>
            <a:r>
              <a:rPr lang="en-US" dirty="0"/>
              <a:t>Regression with the set of indicator variables</a:t>
            </a:r>
            <a:br>
              <a:rPr lang="en-US" dirty="0"/>
            </a:br>
            <a:r>
              <a:rPr lang="en-US" sz="2800" i="1" dirty="0">
                <a:solidFill>
                  <a:schemeClr val="bg1">
                    <a:lumMod val="65000"/>
                  </a:schemeClr>
                </a:solidFill>
              </a:rPr>
              <a:t>Code implementation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23600" cy="522605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en-US" sz="1400" dirty="0" err="1">
                <a:latin typeface="Consolas" panose="020B0609020204030204" pitchFamily="49" charset="0"/>
              </a:rPr>
              <a:t>lm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cty</a:t>
            </a:r>
            <a:r>
              <a:rPr lang="en-US" sz="1400" dirty="0">
                <a:latin typeface="Consolas" panose="020B0609020204030204" pitchFamily="49" charset="0"/>
              </a:rPr>
              <a:t> ~ </a:t>
            </a:r>
            <a:r>
              <a:rPr lang="en-US" sz="1400" dirty="0" err="1">
                <a:latin typeface="Consolas" panose="020B0609020204030204" pitchFamily="49" charset="0"/>
              </a:rPr>
              <a:t>mf_f</a:t>
            </a:r>
            <a:r>
              <a:rPr lang="en-US" sz="1400" dirty="0">
                <a:latin typeface="Consolas" panose="020B0609020204030204" pitchFamily="49" charset="0"/>
              </a:rPr>
              <a:t> + </a:t>
            </a:r>
            <a:r>
              <a:rPr lang="en-US" sz="1400" dirty="0" err="1">
                <a:latin typeface="Consolas" panose="020B0609020204030204" pitchFamily="49" charset="0"/>
              </a:rPr>
              <a:t>mf_t</a:t>
            </a:r>
            <a:r>
              <a:rPr lang="en-US" sz="1400" dirty="0">
                <a:latin typeface="Consolas" panose="020B0609020204030204" pitchFamily="49" charset="0"/>
              </a:rPr>
              <a:t> + </a:t>
            </a:r>
            <a:r>
              <a:rPr lang="en-US" sz="1400" dirty="0" err="1">
                <a:latin typeface="Consolas" panose="020B0609020204030204" pitchFamily="49" charset="0"/>
              </a:rPr>
              <a:t>mf_v</a:t>
            </a:r>
            <a:r>
              <a:rPr lang="en-US" sz="1400" dirty="0">
                <a:latin typeface="Consolas" panose="020B0609020204030204" pitchFamily="49" charset="0"/>
              </a:rPr>
              <a:t>, data=mpg2) %&gt;% summary()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Residuals: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  Min      1Q  Median      3Q     Max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-7.5294 -2.1351 -0.1351  1.4695 14.0741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Coefficients: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400" dirty="0" err="1">
                <a:latin typeface="Consolas" panose="020B0609020204030204" pitchFamily="49" charset="0"/>
              </a:rPr>
              <a:t>Pr</a:t>
            </a:r>
            <a:r>
              <a:rPr lang="en-US" sz="1400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(Intercept)  </a:t>
            </a:r>
            <a:r>
              <a:rPr lang="en-US" sz="1400" dirty="0">
                <a:highlight>
                  <a:srgbClr val="FFFF00"/>
                </a:highlight>
                <a:latin typeface="Consolas" panose="020B0609020204030204" pitchFamily="49" charset="0"/>
              </a:rPr>
              <a:t>13.1351</a:t>
            </a:r>
            <a:r>
              <a:rPr lang="en-US" sz="1400" dirty="0">
                <a:latin typeface="Consolas" panose="020B0609020204030204" pitchFamily="49" charset="0"/>
              </a:rPr>
              <a:t>     0.5620  23.372  &lt; 2e-16 ***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 err="1">
                <a:latin typeface="Consolas" panose="020B0609020204030204" pitchFamily="49" charset="0"/>
              </a:rPr>
              <a:t>mf_f</a:t>
            </a:r>
            <a:r>
              <a:rPr lang="en-US" sz="1400" dirty="0">
                <a:latin typeface="Consolas" panose="020B0609020204030204" pitchFamily="49" charset="0"/>
              </a:rPr>
              <a:t>          0.8649     0.8850   0.977     0.33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 err="1">
                <a:latin typeface="Consolas" panose="020B0609020204030204" pitchFamily="49" charset="0"/>
              </a:rPr>
              <a:t>mf_t</a:t>
            </a:r>
            <a:r>
              <a:rPr lang="en-US" sz="1400" dirty="0">
                <a:latin typeface="Consolas" panose="020B0609020204030204" pitchFamily="49" charset="0"/>
              </a:rPr>
              <a:t>          </a:t>
            </a:r>
            <a:r>
              <a:rPr lang="en-US" sz="1400" dirty="0">
                <a:highlight>
                  <a:srgbClr val="00FFFF"/>
                </a:highlight>
                <a:latin typeface="Consolas" panose="020B0609020204030204" pitchFamily="49" charset="0"/>
              </a:rPr>
              <a:t>5.3943 </a:t>
            </a:r>
            <a:r>
              <a:rPr lang="en-US" sz="1400" dirty="0">
                <a:latin typeface="Consolas" panose="020B0609020204030204" pitchFamily="49" charset="0"/>
              </a:rPr>
              <a:t>    0.8121   6.642 9.75e-10 ***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 err="1">
                <a:latin typeface="Consolas" panose="020B0609020204030204" pitchFamily="49" charset="0"/>
              </a:rPr>
              <a:t>mf_v</a:t>
            </a:r>
            <a:r>
              <a:rPr lang="en-US" sz="1400" dirty="0">
                <a:latin typeface="Consolas" panose="020B0609020204030204" pitchFamily="49" charset="0"/>
              </a:rPr>
              <a:t>          </a:t>
            </a:r>
            <a:r>
              <a:rPr lang="en-US" sz="1400" dirty="0">
                <a:highlight>
                  <a:srgbClr val="00FF00"/>
                </a:highlight>
                <a:latin typeface="Consolas" panose="020B0609020204030204" pitchFamily="49" charset="0"/>
              </a:rPr>
              <a:t>7.7908 </a:t>
            </a:r>
            <a:r>
              <a:rPr lang="en-US" sz="1400" dirty="0">
                <a:latin typeface="Consolas" panose="020B0609020204030204" pitchFamily="49" charset="0"/>
              </a:rPr>
              <a:t>    0.8653   9.004 4.25e-15 ***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 err="1">
                <a:latin typeface="Consolas" panose="020B0609020204030204" pitchFamily="49" charset="0"/>
              </a:rPr>
              <a:t>Signif</a:t>
            </a:r>
            <a:r>
              <a:rPr lang="en-US" sz="14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Residual standard error: 3.418 on 119 degrees of freedom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Multiple R-squared:  0.4722,	Adjusted R-squared:  0.4589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F-statistic: 35.49 on 3 and 119 DF,  p-value: &lt; 2.2e-16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E5CF47-6DFB-4374-A080-513451E64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71" y="1879599"/>
            <a:ext cx="5278742" cy="412591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1E16FE-F6CA-455B-A09F-25C250D6761D}"/>
              </a:ext>
            </a:extLst>
          </p:cNvPr>
          <p:cNvCxnSpPr>
            <a:cxnSpLocks/>
          </p:cNvCxnSpPr>
          <p:nvPr/>
        </p:nvCxnSpPr>
        <p:spPr>
          <a:xfrm>
            <a:off x="7353300" y="4959350"/>
            <a:ext cx="45593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Left Brace 7">
            <a:extLst>
              <a:ext uri="{FF2B5EF4-FFF2-40B4-BE49-F238E27FC236}">
                <a16:creationId xmlns:a16="http://schemas.microsoft.com/office/drawing/2014/main" id="{8BA4EEAB-A0D7-4A57-8A02-05BC63DD0573}"/>
              </a:ext>
            </a:extLst>
          </p:cNvPr>
          <p:cNvSpPr/>
          <p:nvPr/>
        </p:nvSpPr>
        <p:spPr>
          <a:xfrm>
            <a:off x="11055350" y="3942555"/>
            <a:ext cx="165100" cy="972343"/>
          </a:xfrm>
          <a:prstGeom prst="leftBrace">
            <a:avLst>
              <a:gd name="adj1" fmla="val 145313"/>
              <a:gd name="adj2" fmla="val 49347"/>
            </a:avLst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F4D4EBD4-4235-428F-BDCA-4E3D1441A2F5}"/>
              </a:ext>
            </a:extLst>
          </p:cNvPr>
          <p:cNvSpPr/>
          <p:nvPr/>
        </p:nvSpPr>
        <p:spPr>
          <a:xfrm>
            <a:off x="9912350" y="4337051"/>
            <a:ext cx="165100" cy="600073"/>
          </a:xfrm>
          <a:prstGeom prst="leftBrace">
            <a:avLst>
              <a:gd name="adj1" fmla="val 145313"/>
              <a:gd name="adj2" fmla="val 49347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9C230-97CD-DD0B-6CE7-85A805845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7E2D161-9E8C-D6B5-CA6D-88FC591CB072}"/>
                  </a:ext>
                </a:extLst>
              </p14:cNvPr>
              <p14:cNvContentPartPr/>
              <p14:nvPr/>
            </p14:nvContentPartPr>
            <p14:xfrm>
              <a:off x="793440" y="865440"/>
              <a:ext cx="11100240" cy="5326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7E2D161-9E8C-D6B5-CA6D-88FC591CB0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4080" y="856080"/>
                <a:ext cx="11118960" cy="534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1125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1023600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What is our regression equation?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dirty="0"/>
                  <a:t> quantifies difference in mean MPG for Ford vs Dodge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quantifies difference in mean MPG for Toyota vs Dodge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dirty="0"/>
                  <a:t> quantifies difference in mean MPG for Volkswagen vs Dodge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4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400" dirty="0">
                    <a:latin typeface="Consolas" panose="020B0609020204030204" pitchFamily="49" charset="0"/>
                  </a:rPr>
                  <a:t>Coefficients: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400" dirty="0">
                    <a:latin typeface="Consolas" panose="020B0609020204030204" pitchFamily="49" charset="0"/>
                  </a:rPr>
                  <a:t>            Estimate Std. Error t value </a:t>
                </a:r>
                <a:r>
                  <a:rPr lang="en-US" sz="1400" dirty="0" err="1">
                    <a:latin typeface="Consolas" panose="020B0609020204030204" pitchFamily="49" charset="0"/>
                  </a:rPr>
                  <a:t>Pr</a:t>
                </a:r>
                <a:r>
                  <a:rPr lang="en-US" sz="1400" dirty="0">
                    <a:latin typeface="Consolas" panose="020B0609020204030204" pitchFamily="49" charset="0"/>
                  </a:rPr>
                  <a:t>(&gt;|t|)  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400" dirty="0">
                    <a:latin typeface="Consolas" panose="020B0609020204030204" pitchFamily="49" charset="0"/>
                  </a:rPr>
                  <a:t>(Intercept)  13.1351     0.5620  23.372  &lt; 2e-16 ***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400" dirty="0" err="1">
                    <a:latin typeface="Consolas" panose="020B0609020204030204" pitchFamily="49" charset="0"/>
                  </a:rPr>
                  <a:t>mf_f</a:t>
                </a:r>
                <a:r>
                  <a:rPr lang="en-US" sz="1400" dirty="0">
                    <a:latin typeface="Consolas" panose="020B0609020204030204" pitchFamily="49" charset="0"/>
                  </a:rPr>
                  <a:t>          0.8649     0.8850   0.977     0.33  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400" dirty="0" err="1">
                    <a:latin typeface="Consolas" panose="020B0609020204030204" pitchFamily="49" charset="0"/>
                  </a:rPr>
                  <a:t>mf_t</a:t>
                </a:r>
                <a:r>
                  <a:rPr lang="en-US" sz="1400" dirty="0">
                    <a:latin typeface="Consolas" panose="020B0609020204030204" pitchFamily="49" charset="0"/>
                  </a:rPr>
                  <a:t>          5.3943     0.8121   6.642 9.75e-10 ***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400" dirty="0" err="1">
                    <a:latin typeface="Consolas" panose="020B0609020204030204" pitchFamily="49" charset="0"/>
                  </a:rPr>
                  <a:t>mf_v</a:t>
                </a:r>
                <a:r>
                  <a:rPr lang="en-US" sz="1400" dirty="0">
                    <a:latin typeface="Consolas" panose="020B0609020204030204" pitchFamily="49" charset="0"/>
                  </a:rPr>
                  <a:t>          7.7908     0.8653   9.004 4.25e-15 ***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1023600" cy="5226050"/>
              </a:xfrm>
              <a:blipFill>
                <a:blip r:embed="rId2"/>
                <a:stretch>
                  <a:fillRect l="-996" t="-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24F27DC7-55B7-C28D-A3D0-EA100EB92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656"/>
            <a:ext cx="10515600" cy="1325563"/>
          </a:xfrm>
        </p:spPr>
        <p:txBody>
          <a:bodyPr/>
          <a:lstStyle/>
          <a:p>
            <a:r>
              <a:rPr lang="en-US" dirty="0"/>
              <a:t>Regression with the set of indicator variables</a:t>
            </a:r>
            <a:br>
              <a:rPr lang="en-US" dirty="0"/>
            </a:br>
            <a:r>
              <a:rPr lang="en-US" sz="2800" i="1" dirty="0">
                <a:solidFill>
                  <a:schemeClr val="bg1">
                    <a:lumMod val="65000"/>
                  </a:schemeClr>
                </a:solidFill>
              </a:rPr>
              <a:t>Model and interpretation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A0431-09F7-CBDB-4A15-042A43159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4208B7B-5708-6672-6A24-CF0BC58DC420}"/>
                  </a:ext>
                </a:extLst>
              </p14:cNvPr>
              <p14:cNvContentPartPr/>
              <p14:nvPr/>
            </p14:nvContentPartPr>
            <p14:xfrm>
              <a:off x="2036160" y="5064120"/>
              <a:ext cx="4443480" cy="1153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4208B7B-5708-6672-6A24-CF0BC58DC4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6800" y="5054760"/>
                <a:ext cx="4462200" cy="117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1919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9E91933-683D-ECE3-B34F-34E2F6050B5A}"/>
              </a:ext>
            </a:extLst>
          </p:cNvPr>
          <p:cNvSpPr/>
          <p:nvPr/>
        </p:nvSpPr>
        <p:spPr>
          <a:xfrm>
            <a:off x="735724" y="5623034"/>
            <a:ext cx="7304690" cy="388882"/>
          </a:xfrm>
          <a:prstGeom prst="ellipse">
            <a:avLst/>
          </a:prstGeom>
          <a:solidFill>
            <a:srgbClr val="FFFF00">
              <a:alpha val="48235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5724" y="1466850"/>
                <a:ext cx="11126076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We saw that there were 2 statistically significant differences vs Dodge. </a:t>
                </a:r>
                <a:br>
                  <a:rPr lang="en-US" dirty="0"/>
                </a:br>
                <a:r>
                  <a:rPr lang="en-US" dirty="0"/>
                  <a:t>We can test the </a:t>
                </a:r>
                <a:r>
                  <a:rPr lang="en-US" u="sng" dirty="0"/>
                  <a:t>overall effect</a:t>
                </a:r>
                <a:r>
                  <a:rPr lang="en-US" dirty="0"/>
                  <a:t> of manufacturer on MPG with the F-test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&amp;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&amp;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dirty="0"/>
                  <a:t>at least one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The overall F test will determine if the entire model, collectively, is statistically significant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18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700" dirty="0">
                    <a:latin typeface="Consolas" panose="020B0609020204030204" pitchFamily="49" charset="0"/>
                  </a:rPr>
                  <a:t>Residual standard error: 3.418 on 119 degrees of freedom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700" dirty="0">
                    <a:latin typeface="Consolas" panose="020B0609020204030204" pitchFamily="49" charset="0"/>
                  </a:rPr>
                  <a:t>Multiple R-squared:  0.4722,	Adjusted R-squared:  0.4589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700" dirty="0">
                    <a:latin typeface="Consolas" panose="020B0609020204030204" pitchFamily="49" charset="0"/>
                  </a:rPr>
                  <a:t>F-statistic: 35.49 on 3 and 119 DF,  p-value: &lt; 2.2e-16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5724" y="1466850"/>
                <a:ext cx="11126076" cy="5226050"/>
              </a:xfrm>
              <a:blipFill>
                <a:blip r:embed="rId2"/>
                <a:stretch>
                  <a:fillRect l="-986" t="-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A39DEE82-AF6D-01A0-CF85-95C7C399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656"/>
            <a:ext cx="10515600" cy="1325563"/>
          </a:xfrm>
        </p:spPr>
        <p:txBody>
          <a:bodyPr/>
          <a:lstStyle/>
          <a:p>
            <a:r>
              <a:rPr lang="en-US" dirty="0"/>
              <a:t>Regression with the set of indicator variables</a:t>
            </a:r>
            <a:br>
              <a:rPr lang="en-US" dirty="0"/>
            </a:br>
            <a:r>
              <a:rPr lang="en-US" sz="2800" i="1" dirty="0">
                <a:solidFill>
                  <a:schemeClr val="bg1">
                    <a:lumMod val="65000"/>
                  </a:schemeClr>
                </a:solidFill>
              </a:rPr>
              <a:t>Overall F-test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A36FB0-A07E-BD05-8066-8748994F6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BDA088D-722F-5862-8701-1A48597C6BE6}"/>
                  </a:ext>
                </a:extLst>
              </p14:cNvPr>
              <p14:cNvContentPartPr/>
              <p14:nvPr/>
            </p14:nvContentPartPr>
            <p14:xfrm>
              <a:off x="713880" y="2502360"/>
              <a:ext cx="9865440" cy="3863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BDA088D-722F-5862-8701-1A48597C6B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4520" y="2493000"/>
                <a:ext cx="9884160" cy="388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9688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 Variables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23600" cy="522605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Using a factor variable in a linear regression model will automatically create the indicator variables for us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lm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cty</a:t>
            </a:r>
            <a:r>
              <a:rPr lang="en-US" sz="1600" dirty="0">
                <a:latin typeface="Consolas" panose="020B0609020204030204" pitchFamily="49" charset="0"/>
              </a:rPr>
              <a:t> ~ factor(manufacturer), data=mpg2) %&gt;% summary()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Residuals: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    Min      1Q  Median      3Q     Max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-7.5294 -2.1351 -0.1351  1.4695 14.0741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Coefficients: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                     Estimate Std. Error t value </a:t>
            </a:r>
            <a:r>
              <a:rPr lang="en-US" sz="1600" dirty="0" err="1">
                <a:latin typeface="Consolas" panose="020B0609020204030204" pitchFamily="49" charset="0"/>
              </a:rPr>
              <a:t>Pr</a:t>
            </a:r>
            <a:r>
              <a:rPr lang="en-US" sz="1600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(Intercept)                     13.1351     0.5620  23.372  &lt; 2e-16 ***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factor(manufacturer)ford         0.8649     0.8850   0.977     0.33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factor(manufacturer)</a:t>
            </a:r>
            <a:r>
              <a:rPr lang="en-US" sz="1600" dirty="0" err="1">
                <a:latin typeface="Consolas" panose="020B0609020204030204" pitchFamily="49" charset="0"/>
              </a:rPr>
              <a:t>toyota</a:t>
            </a:r>
            <a:r>
              <a:rPr lang="en-US" sz="1600" dirty="0">
                <a:latin typeface="Consolas" panose="020B0609020204030204" pitchFamily="49" charset="0"/>
              </a:rPr>
              <a:t>       5.3943     0.8121   6.642 9.75e-10 ***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factor(manufacturer)</a:t>
            </a:r>
            <a:r>
              <a:rPr lang="en-US" sz="1600" dirty="0" err="1">
                <a:latin typeface="Consolas" panose="020B0609020204030204" pitchFamily="49" charset="0"/>
              </a:rPr>
              <a:t>volkswagen</a:t>
            </a:r>
            <a:r>
              <a:rPr lang="en-US" sz="1600" dirty="0">
                <a:latin typeface="Consolas" panose="020B0609020204030204" pitchFamily="49" charset="0"/>
              </a:rPr>
              <a:t>   7.7908     0.8653   9.004 4.25e-15 ***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latin typeface="Consolas" panose="020B0609020204030204" pitchFamily="49" charset="0"/>
              </a:rPr>
              <a:t>Signif</a:t>
            </a:r>
            <a:r>
              <a:rPr lang="en-US" sz="16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Residual standard error: 3.418 on 119 degrees of freedom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Multiple R-squared:  0.4722,	Adjusted R-squared:  0.4589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F-statistic: 35.49 on 3 and 119 DF,  p-value: &lt; 2.2e-16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6FE72-5869-48AA-612B-C1434DD4B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09A06D3-1678-2487-E6F5-7D8B283FB054}"/>
                  </a:ext>
                </a:extLst>
              </p14:cNvPr>
              <p14:cNvContentPartPr/>
              <p14:nvPr/>
            </p14:nvContentPartPr>
            <p14:xfrm>
              <a:off x="1936440" y="2225520"/>
              <a:ext cx="2093400" cy="619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09A06D3-1678-2487-E6F5-7D8B283FB0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27080" y="2216160"/>
                <a:ext cx="2112120" cy="63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1783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Categorical Predictors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5156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Each value of the manufacturer variable will be translated into a unique combination of indicator values</a:t>
            </a:r>
          </a:p>
          <a:p>
            <a:pPr>
              <a:lnSpc>
                <a:spcPct val="120000"/>
              </a:lnSpc>
            </a:pPr>
            <a:r>
              <a:rPr lang="en-US" dirty="0"/>
              <a:t>All indicator variable coefficients will be interpreted relative to the reference group</a:t>
            </a:r>
          </a:p>
          <a:p>
            <a:pPr>
              <a:lnSpc>
                <a:spcPct val="120000"/>
              </a:lnSpc>
            </a:pPr>
            <a:r>
              <a:rPr lang="en-US" dirty="0"/>
              <a:t>All indicator variables must be included in the regression equation as a complete set</a:t>
            </a:r>
          </a:p>
          <a:p>
            <a:pPr>
              <a:lnSpc>
                <a:spcPct val="120000"/>
              </a:lnSpc>
            </a:pPr>
            <a:r>
              <a:rPr lang="en-US" dirty="0"/>
              <a:t>Note: this method is analogous to a one-way ANOVA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6A6F8-39C1-4D7B-362B-5C0BF9993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DA69CFB-5146-D240-477D-C0556E943867}"/>
                  </a:ext>
                </a:extLst>
              </p14:cNvPr>
              <p14:cNvContentPartPr/>
              <p14:nvPr/>
            </p14:nvContentPartPr>
            <p14:xfrm>
              <a:off x="657360" y="1413720"/>
              <a:ext cx="10843560" cy="4153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DA69CFB-5146-D240-477D-C0556E9438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8000" y="1404360"/>
                <a:ext cx="10862280" cy="417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3540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How do SBP and DBP affect total cholesterol?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07C29E-4B3C-64AF-54AA-F9ADD92B6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139" y="2002002"/>
            <a:ext cx="5237874" cy="423147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9970E8-F4E2-BA97-D841-692E2DBAE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5B32FE9-EE97-2F21-34ED-80377ED1A6EE}"/>
                  </a:ext>
                </a:extLst>
              </p14:cNvPr>
              <p14:cNvContentPartPr/>
              <p14:nvPr/>
            </p14:nvContentPartPr>
            <p14:xfrm>
              <a:off x="2178720" y="373680"/>
              <a:ext cx="8628480" cy="6145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5B32FE9-EE97-2F21-34ED-80377ED1A6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69360" y="364320"/>
                <a:ext cx="8647200" cy="616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252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Single Regression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23600" cy="522605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sz="4500" dirty="0"/>
              <a:t>How do SBP and DBP affect total cholesterol?</a:t>
            </a:r>
          </a:p>
          <a:p>
            <a:pPr>
              <a:lnSpc>
                <a:spcPct val="120000"/>
              </a:lnSpc>
            </a:pPr>
            <a:r>
              <a:rPr lang="en-US" sz="4500" dirty="0"/>
              <a:t>One way to examine this would be to perform two separate regressions: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&gt; </a:t>
            </a:r>
            <a:r>
              <a:rPr lang="en-US" sz="1800" dirty="0" err="1">
                <a:latin typeface="Consolas" panose="020B0609020204030204" pitchFamily="49" charset="0"/>
              </a:rPr>
              <a:t>lm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chol</a:t>
            </a:r>
            <a:r>
              <a:rPr lang="en-US" sz="1800" dirty="0">
                <a:latin typeface="Consolas" panose="020B0609020204030204" pitchFamily="49" charset="0"/>
              </a:rPr>
              <a:t> ~ </a:t>
            </a:r>
            <a:r>
              <a:rPr lang="en-US" sz="1800" dirty="0" err="1">
                <a:latin typeface="Consolas" panose="020B0609020204030204" pitchFamily="49" charset="0"/>
              </a:rPr>
              <a:t>sbp</a:t>
            </a:r>
            <a:r>
              <a:rPr lang="en-US" sz="1800" dirty="0">
                <a:latin typeface="Consolas" panose="020B0609020204030204" pitchFamily="49" charset="0"/>
              </a:rPr>
              <a:t>, data=</a:t>
            </a:r>
            <a:r>
              <a:rPr lang="en-US" sz="1800" dirty="0" err="1">
                <a:latin typeface="Consolas" panose="020B0609020204030204" pitchFamily="49" charset="0"/>
              </a:rPr>
              <a:t>chol</a:t>
            </a:r>
            <a:r>
              <a:rPr lang="en-US" sz="1800" dirty="0">
                <a:latin typeface="Consolas" panose="020B0609020204030204" pitchFamily="49" charset="0"/>
              </a:rPr>
              <a:t>) %&gt;% summary()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Residuals: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Min      1Q  Median      3Q     Max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-108.67  -43.15  -20.74   23.99  282.51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Coefficients: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800" dirty="0" err="1">
                <a:latin typeface="Consolas" panose="020B0609020204030204" pitchFamily="49" charset="0"/>
              </a:rPr>
              <a:t>Pr</a:t>
            </a:r>
            <a:r>
              <a:rPr lang="en-US" sz="1800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(Intercept) 107.5553    30.6800   3.506 0.000571 ***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 err="1">
                <a:latin typeface="Consolas" panose="020B0609020204030204" pitchFamily="49" charset="0"/>
              </a:rPr>
              <a:t>sbp</a:t>
            </a:r>
            <a:r>
              <a:rPr lang="en-US" sz="1800" dirty="0">
                <a:latin typeface="Consolas" panose="020B0609020204030204" pitchFamily="49" charset="0"/>
              </a:rPr>
              <a:t>           0.7794     0.2597   3.001 0.003058 **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 err="1">
                <a:latin typeface="Consolas" panose="020B0609020204030204" pitchFamily="49" charset="0"/>
              </a:rPr>
              <a:t>Signif</a:t>
            </a:r>
            <a:r>
              <a:rPr lang="en-US" sz="18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Residual standard error: 65.32 on 186 degrees of freedom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Multiple R-squared:  0.04619,	Adjusted R-squared:  0.04106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F-statistic: 9.007 on 1 and 186 DF,  p-value: 0.003058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BB6BBC-84F4-4652-99D0-60D555951F55}"/>
              </a:ext>
            </a:extLst>
          </p:cNvPr>
          <p:cNvSpPr txBox="1"/>
          <p:nvPr/>
        </p:nvSpPr>
        <p:spPr>
          <a:xfrm>
            <a:off x="6096000" y="2779353"/>
            <a:ext cx="9340850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&gt; </a:t>
            </a:r>
            <a:r>
              <a:rPr lang="en-US" sz="1100" dirty="0" err="1">
                <a:latin typeface="Consolas" panose="020B0609020204030204" pitchFamily="49" charset="0"/>
              </a:rPr>
              <a:t>lm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chol</a:t>
            </a:r>
            <a:r>
              <a:rPr lang="en-US" sz="1100" dirty="0">
                <a:latin typeface="Consolas" panose="020B0609020204030204" pitchFamily="49" charset="0"/>
              </a:rPr>
              <a:t> ~ </a:t>
            </a:r>
            <a:r>
              <a:rPr lang="en-US" sz="1100" dirty="0" err="1">
                <a:latin typeface="Consolas" panose="020B0609020204030204" pitchFamily="49" charset="0"/>
              </a:rPr>
              <a:t>dbp</a:t>
            </a:r>
            <a:r>
              <a:rPr lang="en-US" sz="1100" dirty="0">
                <a:latin typeface="Consolas" panose="020B0609020204030204" pitchFamily="49" charset="0"/>
              </a:rPr>
              <a:t>, data=</a:t>
            </a:r>
            <a:r>
              <a:rPr lang="en-US" sz="1100" dirty="0" err="1">
                <a:latin typeface="Consolas" panose="020B0609020204030204" pitchFamily="49" charset="0"/>
              </a:rPr>
              <a:t>chol</a:t>
            </a:r>
            <a:r>
              <a:rPr lang="en-US" sz="1100" dirty="0">
                <a:latin typeface="Consolas" panose="020B0609020204030204" pitchFamily="49" charset="0"/>
              </a:rPr>
              <a:t>) %&gt;% summary()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Residuals: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    Min      1Q  Median      3Q     Max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-106.91  -44.11  -17.55   22.63  263.55 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Coefficients: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100" dirty="0" err="1">
                <a:latin typeface="Consolas" panose="020B0609020204030204" pitchFamily="49" charset="0"/>
              </a:rPr>
              <a:t>Pr</a:t>
            </a:r>
            <a:r>
              <a:rPr lang="en-US" sz="1100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(Intercept)  120.835     28.351   4.262 3.21e-05 ***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 err="1">
                <a:latin typeface="Consolas" panose="020B0609020204030204" pitchFamily="49" charset="0"/>
              </a:rPr>
              <a:t>dbp</a:t>
            </a:r>
            <a:r>
              <a:rPr lang="en-US" sz="1100" dirty="0">
                <a:latin typeface="Consolas" panose="020B0609020204030204" pitchFamily="49" charset="0"/>
              </a:rPr>
              <a:t>            1.045      0.376   2.780    0.006 **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 err="1">
                <a:latin typeface="Consolas" panose="020B0609020204030204" pitchFamily="49" charset="0"/>
              </a:rPr>
              <a:t>Signif</a:t>
            </a:r>
            <a:r>
              <a:rPr lang="en-US" sz="11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Residual standard error: 65.54 on 186 degrees of freedom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Multiple R-squared:  0.03989,	Adjusted R-squared:  0.03473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F-statistic: 7.727 on 1 and 186 DF,  p-value: 0.005999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F5367-6B6C-466C-D4BA-31584C7C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104C8DA-6466-9544-8485-390B5AB41BE9}"/>
                  </a:ext>
                </a:extLst>
              </p14:cNvPr>
              <p14:cNvContentPartPr/>
              <p14:nvPr/>
            </p14:nvContentPartPr>
            <p14:xfrm>
              <a:off x="1344240" y="2497680"/>
              <a:ext cx="8597160" cy="3105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104C8DA-6466-9544-8485-390B5AB41BE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4880" y="2488320"/>
                <a:ext cx="8615880" cy="312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2984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Single Regression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1023600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It appears that SBP and DBP are both associated with cholesterol</a:t>
                </a:r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Based on this output, what would you think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value is for the combined effect of SBP and DBP?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1023600" cy="5226050"/>
              </a:xfrm>
              <a:blipFill>
                <a:blip r:embed="rId2"/>
                <a:stretch>
                  <a:fillRect l="-996" t="-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AA3382-5D71-4321-B7D9-A631A1B20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960647"/>
              </p:ext>
            </p:extLst>
          </p:nvPr>
        </p:nvGraphicFramePr>
        <p:xfrm>
          <a:off x="2095500" y="2386013"/>
          <a:ext cx="8128000" cy="11125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105392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9283455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560371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58975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  <a:r>
                        <a:rPr lang="en-US" baseline="30000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953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1: SBP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243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2: DBP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91199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FE81FB-BC53-5E0B-0E64-886FBEFF7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67B4D11-86B5-7660-589B-5C69A13D0C18}"/>
                  </a:ext>
                </a:extLst>
              </p14:cNvPr>
              <p14:cNvContentPartPr/>
              <p14:nvPr/>
            </p14:nvContentPartPr>
            <p14:xfrm>
              <a:off x="3474360" y="2157840"/>
              <a:ext cx="7422480" cy="3078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67B4D11-86B5-7660-589B-5C69A13D0C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65000" y="2148480"/>
                <a:ext cx="7441200" cy="309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5093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Multivariable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236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We can examine the effect of SBP and DBP on cholesterol simultaneously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&gt; </a:t>
            </a:r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 ~ </a:t>
            </a:r>
            <a:r>
              <a:rPr lang="en-US" sz="1200" dirty="0" err="1">
                <a:latin typeface="Consolas" panose="020B0609020204030204" pitchFamily="49" charset="0"/>
              </a:rPr>
              <a:t>sbp</a:t>
            </a:r>
            <a:r>
              <a:rPr lang="en-US" sz="1200" dirty="0">
                <a:latin typeface="Consolas" panose="020B0609020204030204" pitchFamily="49" charset="0"/>
              </a:rPr>
              <a:t> + </a:t>
            </a:r>
            <a:r>
              <a:rPr lang="en-US" sz="1200" dirty="0" err="1">
                <a:latin typeface="Consolas" panose="020B0609020204030204" pitchFamily="49" charset="0"/>
              </a:rPr>
              <a:t>dbp</a:t>
            </a:r>
            <a:r>
              <a:rPr lang="en-US" sz="1200" dirty="0">
                <a:latin typeface="Consolas" panose="020B0609020204030204" pitchFamily="49" charset="0"/>
              </a:rPr>
              <a:t>, data=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) %&gt;% summary()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7AD07-1834-DA7B-5EC5-A056CB945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55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99"/>
            <a:ext cx="10515600" cy="1325563"/>
          </a:xfrm>
        </p:spPr>
        <p:txBody>
          <a:bodyPr/>
          <a:lstStyle/>
          <a:p>
            <a:r>
              <a:rPr lang="en-US" dirty="0"/>
              <a:t>Multivariable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49234" y="999468"/>
                <a:ext cx="10851606" cy="522605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>
                    <a:latin typeface="Consolas" panose="020B0609020204030204" pitchFamily="49" charset="0"/>
                  </a:rPr>
                  <a:t>&gt; </a:t>
                </a:r>
                <a:r>
                  <a:rPr lang="en-US" sz="1500" dirty="0" err="1">
                    <a:latin typeface="Consolas" panose="020B0609020204030204" pitchFamily="49" charset="0"/>
                  </a:rPr>
                  <a:t>lm</a:t>
                </a:r>
                <a:r>
                  <a:rPr lang="en-US" sz="1500" dirty="0">
                    <a:latin typeface="Consolas" panose="020B0609020204030204" pitchFamily="49" charset="0"/>
                  </a:rPr>
                  <a:t>(</a:t>
                </a:r>
                <a:r>
                  <a:rPr lang="en-US" sz="1500" dirty="0" err="1">
                    <a:latin typeface="Consolas" panose="020B0609020204030204" pitchFamily="49" charset="0"/>
                  </a:rPr>
                  <a:t>chol</a:t>
                </a:r>
                <a:r>
                  <a:rPr lang="en-US" sz="1500" dirty="0">
                    <a:latin typeface="Consolas" panose="020B0609020204030204" pitchFamily="49" charset="0"/>
                  </a:rPr>
                  <a:t> ~ </a:t>
                </a:r>
                <a:r>
                  <a:rPr lang="en-US" sz="1500" dirty="0" err="1">
                    <a:latin typeface="Consolas" panose="020B0609020204030204" pitchFamily="49" charset="0"/>
                  </a:rPr>
                  <a:t>sbp</a:t>
                </a:r>
                <a:r>
                  <a:rPr lang="en-US" sz="1500" dirty="0">
                    <a:latin typeface="Consolas" panose="020B0609020204030204" pitchFamily="49" charset="0"/>
                  </a:rPr>
                  <a:t> + </a:t>
                </a:r>
                <a:r>
                  <a:rPr lang="en-US" sz="1500" dirty="0" err="1">
                    <a:latin typeface="Consolas" panose="020B0609020204030204" pitchFamily="49" charset="0"/>
                  </a:rPr>
                  <a:t>dbp</a:t>
                </a:r>
                <a:r>
                  <a:rPr lang="en-US" sz="1500" dirty="0">
                    <a:latin typeface="Consolas" panose="020B0609020204030204" pitchFamily="49" charset="0"/>
                  </a:rPr>
                  <a:t>, data=</a:t>
                </a:r>
                <a:r>
                  <a:rPr lang="en-US" sz="1500" dirty="0" err="1">
                    <a:latin typeface="Consolas" panose="020B0609020204030204" pitchFamily="49" charset="0"/>
                  </a:rPr>
                  <a:t>chol</a:t>
                </a:r>
                <a:r>
                  <a:rPr lang="en-US" sz="1500" dirty="0">
                    <a:latin typeface="Consolas" panose="020B0609020204030204" pitchFamily="49" charset="0"/>
                  </a:rPr>
                  <a:t>) %&gt;% summary()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15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>
                    <a:latin typeface="Consolas" panose="020B0609020204030204" pitchFamily="49" charset="0"/>
                  </a:rPr>
                  <a:t>Coefficients: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>
                    <a:latin typeface="Consolas" panose="020B0609020204030204" pitchFamily="49" charset="0"/>
                  </a:rPr>
                  <a:t>            Estimate Std. Error t value </a:t>
                </a:r>
                <a:r>
                  <a:rPr lang="en-US" sz="1500" dirty="0" err="1">
                    <a:latin typeface="Consolas" panose="020B0609020204030204" pitchFamily="49" charset="0"/>
                  </a:rPr>
                  <a:t>Pr</a:t>
                </a:r>
                <a:r>
                  <a:rPr lang="en-US" sz="1500" dirty="0">
                    <a:latin typeface="Consolas" panose="020B0609020204030204" pitchFamily="49" charset="0"/>
                  </a:rPr>
                  <a:t>(&gt;|t|) 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>
                    <a:latin typeface="Consolas" panose="020B0609020204030204" pitchFamily="49" charset="0"/>
                  </a:rPr>
                  <a:t>(Intercept)  97.5134    32.2223   3.026  0.00283 **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 err="1">
                    <a:latin typeface="Consolas" panose="020B0609020204030204" pitchFamily="49" charset="0"/>
                  </a:rPr>
                  <a:t>sbp</a:t>
                </a:r>
                <a:r>
                  <a:rPr lang="en-US" sz="1500" dirty="0">
                    <a:latin typeface="Consolas" panose="020B0609020204030204" pitchFamily="49" charset="0"/>
                  </a:rPr>
                  <a:t>           0.5336     0.3544   1.506  0.13388 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 err="1">
                    <a:latin typeface="Consolas" panose="020B0609020204030204" pitchFamily="49" charset="0"/>
                  </a:rPr>
                  <a:t>dbp</a:t>
                </a:r>
                <a:r>
                  <a:rPr lang="en-US" sz="1500" dirty="0">
                    <a:latin typeface="Consolas" panose="020B0609020204030204" pitchFamily="49" charset="0"/>
                  </a:rPr>
                  <a:t>           0.5210     0.5115   1.019  0.30975 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>
                    <a:latin typeface="Consolas" panose="020B0609020204030204" pitchFamily="49" charset="0"/>
                  </a:rPr>
                  <a:t>---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 err="1">
                    <a:latin typeface="Consolas" panose="020B0609020204030204" pitchFamily="49" charset="0"/>
                  </a:rPr>
                  <a:t>Signif</a:t>
                </a:r>
                <a:r>
                  <a:rPr lang="en-US" sz="1500" dirty="0">
                    <a:latin typeface="Consolas" panose="020B0609020204030204" pitchFamily="49" charset="0"/>
                  </a:rPr>
                  <a:t>. codes:  0 ‘***’ 0.001 ‘**’ 0.01 ‘*’ 0.05 ‘.’ 0.1 ‘ ’ 1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15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>
                    <a:latin typeface="Consolas" panose="020B0609020204030204" pitchFamily="49" charset="0"/>
                  </a:rPr>
                  <a:t>Residual standard error: 65.32 on 185 degrees of freedom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>
                    <a:latin typeface="Consolas" panose="020B0609020204030204" pitchFamily="49" charset="0"/>
                  </a:rPr>
                  <a:t>Multiple R-squared:  0.05151,	Adjusted R-squared:  0.04125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>
                    <a:latin typeface="Consolas" panose="020B0609020204030204" pitchFamily="49" charset="0"/>
                  </a:rPr>
                  <a:t>F-statistic: 5.023 on 2 and 185 DF,  p-value: 0.007509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endParaRPr lang="en-US" sz="2400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en-US" sz="2600" dirty="0">
                    <a:solidFill>
                      <a:schemeClr val="tx1"/>
                    </a:solidFill>
                  </a:rPr>
                  <a:t>Wait – what happened?! SBP and DBP now both don’t appear to predict cholesterol individually (p-values &gt; 0.05)… and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4300" dirty="0">
                    <a:solidFill>
                      <a:schemeClr val="tx1"/>
                    </a:solidFill>
                  </a:rPr>
                  <a:t> </a:t>
                </a:r>
                <a:r>
                  <a:rPr lang="en-US" sz="2600" dirty="0">
                    <a:solidFill>
                      <a:schemeClr val="tx1"/>
                    </a:solidFill>
                  </a:rPr>
                  <a:t>value is only 5.1%.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600" dirty="0">
                    <a:solidFill>
                      <a:schemeClr val="tx1"/>
                    </a:solidFill>
                  </a:rPr>
                  <a:t>                  Recall: </a:t>
                </a:r>
                <a:endParaRPr lang="en-US" sz="39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10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18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18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9234" y="999468"/>
                <a:ext cx="10851606" cy="5226050"/>
              </a:xfrm>
              <a:blipFill>
                <a:blip r:embed="rId2"/>
                <a:stretch>
                  <a:fillRect l="-899" t="-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1B07C6-B75A-ACFB-6E37-3C6C4982D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552526"/>
              </p:ext>
            </p:extLst>
          </p:nvPr>
        </p:nvGraphicFramePr>
        <p:xfrm>
          <a:off x="3413758" y="5534297"/>
          <a:ext cx="4780644" cy="914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95161">
                  <a:extLst>
                    <a:ext uri="{9D8B030D-6E8A-4147-A177-3AD203B41FA5}">
                      <a16:colId xmlns:a16="http://schemas.microsoft.com/office/drawing/2014/main" val="3610539225"/>
                    </a:ext>
                  </a:extLst>
                </a:gridCol>
                <a:gridCol w="1195161">
                  <a:extLst>
                    <a:ext uri="{9D8B030D-6E8A-4147-A177-3AD203B41FA5}">
                      <a16:colId xmlns:a16="http://schemas.microsoft.com/office/drawing/2014/main" val="592834550"/>
                    </a:ext>
                  </a:extLst>
                </a:gridCol>
                <a:gridCol w="1195161">
                  <a:extLst>
                    <a:ext uri="{9D8B030D-6E8A-4147-A177-3AD203B41FA5}">
                      <a16:colId xmlns:a16="http://schemas.microsoft.com/office/drawing/2014/main" val="2756037168"/>
                    </a:ext>
                  </a:extLst>
                </a:gridCol>
                <a:gridCol w="1195161">
                  <a:extLst>
                    <a:ext uri="{9D8B030D-6E8A-4147-A177-3AD203B41FA5}">
                      <a16:colId xmlns:a16="http://schemas.microsoft.com/office/drawing/2014/main" val="658975114"/>
                    </a:ext>
                  </a:extLst>
                </a:gridCol>
              </a:tblGrid>
              <a:tr h="1951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</a:t>
                      </a:r>
                      <a:r>
                        <a:rPr lang="en-US" sz="1400" baseline="30000" dirty="0"/>
                        <a:t>2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953719"/>
                  </a:ext>
                </a:extLst>
              </a:tr>
              <a:tr h="1951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1: SBP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243341"/>
                  </a:ext>
                </a:extLst>
              </a:tr>
              <a:tr h="1951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2: DBP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91199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5C49F4-52FA-07AD-14DD-6025376D1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508CD20-A6B0-042D-7E15-3133687ADE6E}"/>
                  </a:ext>
                </a:extLst>
              </p14:cNvPr>
              <p14:cNvContentPartPr/>
              <p14:nvPr/>
            </p14:nvContentPartPr>
            <p14:xfrm>
              <a:off x="2796120" y="2207160"/>
              <a:ext cx="5202360" cy="4449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508CD20-A6B0-042D-7E15-3133687ADE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86760" y="2197800"/>
                <a:ext cx="5221080" cy="446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8734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5257800" cy="522605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This is because SBP and DBP are related to each other, so they do not contribute independent effects on cholesterol.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i.e., part of the reason that SBP is associated with cholesterol is because DBP is associated with cholesterol, and SBP is associated with DBP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We saw in the model that after “adjusting” for one another, neither SBP nor DBP uniquely predicts cholesterol</a:t>
            </a:r>
            <a:endParaRPr lang="en-US" sz="20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1E04DC-13C9-4955-8B24-975576FDF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504" y="2393950"/>
            <a:ext cx="5305145" cy="414655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433F32-7EA2-D5C8-E741-6A0A746D6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F98FDFF-D2CE-A83C-03E8-FFA646922515}"/>
                  </a:ext>
                </a:extLst>
              </p14:cNvPr>
              <p14:cNvContentPartPr/>
              <p14:nvPr/>
            </p14:nvContentPartPr>
            <p14:xfrm>
              <a:off x="2949840" y="1890000"/>
              <a:ext cx="8611560" cy="4799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F98FDFF-D2CE-A83C-03E8-FFA6469225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40480" y="1880640"/>
                <a:ext cx="8630280" cy="481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7395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Regression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0833100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The multiple regression equation gives us a way to examine the effects of certain independent variables, adjusting for others in the model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The multiple regression equation is defined as: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000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𝑌</m:t>
                          </m:r>
                        </m:e>
                      </m:acc>
                      <m:r>
                        <a:rPr lang="en-US" sz="24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+…+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𝐾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0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0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0833100" cy="5226050"/>
              </a:xfrm>
              <a:blipFill>
                <a:blip r:embed="rId2"/>
                <a:stretch>
                  <a:fillRect l="-1013" t="-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B6D1F-D191-839B-FAF8-36FCE87EC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907DC0F-99D3-AEAA-E7EB-195598A905CF}"/>
                  </a:ext>
                </a:extLst>
              </p14:cNvPr>
              <p14:cNvContentPartPr/>
              <p14:nvPr/>
            </p14:nvContentPartPr>
            <p14:xfrm>
              <a:off x="1416240" y="1927440"/>
              <a:ext cx="9889920" cy="2186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907DC0F-99D3-AEAA-E7EB-195598A905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6880" y="1918080"/>
                <a:ext cx="9908640" cy="220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8210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Interpretations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0833100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The estimated mean when all X variables equal 0.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: The estimated difference in mean Y associated with a 1-unit change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:r>
                  <a:rPr lang="en-US" b="1" dirty="0"/>
                  <a:t>when all other X variables are held constant</a:t>
                </a:r>
                <a:r>
                  <a:rPr lang="en-US" dirty="0"/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The slope estimates represent “partial” regression coefficients. </a:t>
                </a:r>
                <a:br>
                  <a:rPr lang="en-US" dirty="0"/>
                </a:br>
                <a:r>
                  <a:rPr lang="en-US" dirty="0"/>
                  <a:t>The following terminology is also interchangeably used: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Holding all other X constant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Controlling for all other X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Adjusting for all other X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0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0833100" cy="5226050"/>
              </a:xfrm>
              <a:blipFill>
                <a:blip r:embed="rId2"/>
                <a:stretch>
                  <a:fillRect l="-1013" t="-233" r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8D5C44-2EFC-6757-2187-8DF5E6693CDE}"/>
                  </a:ext>
                </a:extLst>
              </p:cNvPr>
              <p:cNvSpPr txBox="1"/>
              <p:nvPr/>
            </p:nvSpPr>
            <p:spPr>
              <a:xfrm>
                <a:off x="7966841" y="259693"/>
                <a:ext cx="3857295" cy="376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𝑌</m:t>
                          </m:r>
                        </m:e>
                      </m:acc>
                      <m:r>
                        <a:rPr lang="en-US" sz="18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+…+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𝐾</m:t>
                          </m:r>
                        </m:sub>
                      </m:sSub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8D5C44-2EFC-6757-2187-8DF5E6693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841" y="259693"/>
                <a:ext cx="3857295" cy="376770"/>
              </a:xfrm>
              <a:prstGeom prst="rect">
                <a:avLst/>
              </a:prstGeom>
              <a:blipFill>
                <a:blip r:embed="rId3"/>
                <a:stretch>
                  <a:fillRect t="-333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81A4D-D878-F43D-6B61-6A7B77F7B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5A5CC87-BADD-81AB-444A-0A6CD9618D67}"/>
                  </a:ext>
                </a:extLst>
              </p14:cNvPr>
              <p14:cNvContentPartPr/>
              <p14:nvPr/>
            </p14:nvContentPartPr>
            <p14:xfrm>
              <a:off x="704880" y="1249200"/>
              <a:ext cx="11439000" cy="5142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5A5CC87-BADD-81AB-444A-0A6CD9618D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5520" y="1239840"/>
                <a:ext cx="11457720" cy="516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4330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236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3200" dirty="0"/>
              <a:t>What is the effect of triglycerides and age on cholesterol levels?</a:t>
            </a:r>
            <a:endParaRPr lang="en-US" sz="40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232706-1A74-9952-7E06-C9F2625C5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124" y="2396360"/>
            <a:ext cx="4905339" cy="396282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C95704-A1B8-6A7F-1166-FF3BE2C2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7CEECCD-31FF-5678-219F-44EBA4B55135}"/>
                  </a:ext>
                </a:extLst>
              </p14:cNvPr>
              <p14:cNvContentPartPr/>
              <p14:nvPr/>
            </p14:nvContentPartPr>
            <p14:xfrm>
              <a:off x="3896640" y="2285280"/>
              <a:ext cx="4370040" cy="2451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7CEECCD-31FF-5678-219F-44EBA4B551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87280" y="2275920"/>
                <a:ext cx="4388760" cy="247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3930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23600" cy="522605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4000" dirty="0"/>
              <a:t>What is the effect of triglycerides and age on cholesterol levels?</a:t>
            </a:r>
            <a:endParaRPr lang="en-US" sz="45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en-US" sz="1400" dirty="0" err="1">
                <a:latin typeface="Consolas" panose="020B0609020204030204" pitchFamily="49" charset="0"/>
              </a:rPr>
              <a:t>lm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chol</a:t>
            </a:r>
            <a:r>
              <a:rPr lang="en-US" sz="1400" dirty="0">
                <a:latin typeface="Consolas" panose="020B0609020204030204" pitchFamily="49" charset="0"/>
              </a:rPr>
              <a:t> ~ </a:t>
            </a:r>
            <a:r>
              <a:rPr lang="en-US" sz="1400" dirty="0" err="1">
                <a:latin typeface="Consolas" panose="020B0609020204030204" pitchFamily="49" charset="0"/>
              </a:rPr>
              <a:t>tg</a:t>
            </a:r>
            <a:r>
              <a:rPr lang="en-US" sz="1400" dirty="0">
                <a:latin typeface="Consolas" panose="020B0609020204030204" pitchFamily="49" charset="0"/>
              </a:rPr>
              <a:t>, data=</a:t>
            </a:r>
            <a:r>
              <a:rPr lang="en-US" sz="1400" dirty="0" err="1">
                <a:latin typeface="Consolas" panose="020B0609020204030204" pitchFamily="49" charset="0"/>
              </a:rPr>
              <a:t>chol</a:t>
            </a:r>
            <a:r>
              <a:rPr lang="en-US" sz="1400" dirty="0">
                <a:latin typeface="Consolas" panose="020B0609020204030204" pitchFamily="49" charset="0"/>
              </a:rPr>
              <a:t>) %&gt;% summary()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Call: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 err="1">
                <a:latin typeface="Consolas" panose="020B0609020204030204" pitchFamily="49" charset="0"/>
              </a:rPr>
              <a:t>lm</a:t>
            </a:r>
            <a:r>
              <a:rPr lang="en-US" sz="1400" dirty="0">
                <a:latin typeface="Consolas" panose="020B0609020204030204" pitchFamily="49" charset="0"/>
              </a:rPr>
              <a:t>(formula = </a:t>
            </a:r>
            <a:r>
              <a:rPr lang="en-US" sz="1400" dirty="0" err="1">
                <a:latin typeface="Consolas" panose="020B0609020204030204" pitchFamily="49" charset="0"/>
              </a:rPr>
              <a:t>chol</a:t>
            </a:r>
            <a:r>
              <a:rPr lang="en-US" sz="1400" dirty="0">
                <a:latin typeface="Consolas" panose="020B0609020204030204" pitchFamily="49" charset="0"/>
              </a:rPr>
              <a:t> ~ </a:t>
            </a:r>
            <a:r>
              <a:rPr lang="en-US" sz="1400" dirty="0" err="1">
                <a:latin typeface="Consolas" panose="020B0609020204030204" pitchFamily="49" charset="0"/>
              </a:rPr>
              <a:t>tg</a:t>
            </a:r>
            <a:r>
              <a:rPr lang="en-US" sz="1400" dirty="0">
                <a:latin typeface="Consolas" panose="020B0609020204030204" pitchFamily="49" charset="0"/>
              </a:rPr>
              <a:t>, data = </a:t>
            </a:r>
            <a:r>
              <a:rPr lang="en-US" sz="1400" dirty="0" err="1">
                <a:latin typeface="Consolas" panose="020B0609020204030204" pitchFamily="49" charset="0"/>
              </a:rPr>
              <a:t>chol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Residuals: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 Min     1Q Median     3Q    Max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-92.34 -44.97 -19.76  19.71 257.77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Coefficients: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400" dirty="0" err="1">
                <a:latin typeface="Consolas" panose="020B0609020204030204" pitchFamily="49" charset="0"/>
              </a:rPr>
              <a:t>Pr</a:t>
            </a:r>
            <a:r>
              <a:rPr lang="en-US" sz="1400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(Intercept) 168.1503     9.8133   17.14  &lt; 2e-16 ***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 err="1">
                <a:latin typeface="Consolas" panose="020B0609020204030204" pitchFamily="49" charset="0"/>
              </a:rPr>
              <a:t>tg</a:t>
            </a:r>
            <a:r>
              <a:rPr lang="en-US" sz="1400" dirty="0"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highlight>
                  <a:srgbClr val="00FF00"/>
                </a:highlight>
                <a:latin typeface="Consolas" panose="020B0609020204030204" pitchFamily="49" charset="0"/>
              </a:rPr>
              <a:t>0.3825</a:t>
            </a:r>
            <a:r>
              <a:rPr lang="en-US" sz="1400" dirty="0">
                <a:latin typeface="Consolas" panose="020B0609020204030204" pitchFamily="49" charset="0"/>
              </a:rPr>
              <a:t>     0.1084    3.53 0.000524 ***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 err="1">
                <a:latin typeface="Consolas" panose="020B0609020204030204" pitchFamily="49" charset="0"/>
              </a:rPr>
              <a:t>Signif</a:t>
            </a:r>
            <a:r>
              <a:rPr lang="en-US" sz="14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Residual standard error: 64.75 on 186 degrees of freedom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Multiple R-squared:  0.06279,	Adjusted R-squared:  0.05775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F-statistic: 12.46 on 1 and 186 DF,  p-value: 0.0005239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6A6A4A-B729-4CDC-82FD-82DE1A68C689}"/>
              </a:ext>
            </a:extLst>
          </p:cNvPr>
          <p:cNvSpPr txBox="1"/>
          <p:nvPr/>
        </p:nvSpPr>
        <p:spPr>
          <a:xfrm>
            <a:off x="6407150" y="2707223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&gt; </a:t>
            </a:r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 ~ </a:t>
            </a:r>
            <a:r>
              <a:rPr lang="en-US" sz="1200" dirty="0" err="1">
                <a:latin typeface="Consolas" panose="020B0609020204030204" pitchFamily="49" charset="0"/>
              </a:rPr>
              <a:t>tg</a:t>
            </a:r>
            <a:r>
              <a:rPr lang="en-US" sz="1200" dirty="0">
                <a:latin typeface="Consolas" panose="020B0609020204030204" pitchFamily="49" charset="0"/>
              </a:rPr>
              <a:t> + age, data=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) %&gt;% summary()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Call: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(formula = 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 ~ </a:t>
            </a:r>
            <a:r>
              <a:rPr lang="en-US" sz="1200" dirty="0" err="1">
                <a:latin typeface="Consolas" panose="020B0609020204030204" pitchFamily="49" charset="0"/>
              </a:rPr>
              <a:t>tg</a:t>
            </a:r>
            <a:r>
              <a:rPr lang="en-US" sz="1200" dirty="0">
                <a:latin typeface="Consolas" panose="020B0609020204030204" pitchFamily="49" charset="0"/>
              </a:rPr>
              <a:t> + age, data = 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Residuals: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Min     1Q Median     3Q    Max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-90.45 -42.52 -19.95  19.49 270.17 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Coefficients: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dirty="0" err="1">
                <a:latin typeface="Consolas" panose="020B0609020204030204" pitchFamily="49" charset="0"/>
              </a:rPr>
              <a:t>Pr</a:t>
            </a:r>
            <a:r>
              <a:rPr lang="en-US" sz="1200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(Intercept) 160.2270    10.6258  15.079  &lt; 2e-16 ***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tg</a:t>
            </a:r>
            <a:r>
              <a:rPr lang="en-US" sz="1200" dirty="0"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highlight>
                  <a:srgbClr val="00FF00"/>
                </a:highlight>
                <a:latin typeface="Consolas" panose="020B0609020204030204" pitchFamily="49" charset="0"/>
              </a:rPr>
              <a:t>0.3085</a:t>
            </a:r>
            <a:r>
              <a:rPr lang="en-US" sz="1200" dirty="0">
                <a:latin typeface="Consolas" panose="020B0609020204030204" pitchFamily="49" charset="0"/>
              </a:rPr>
              <a:t>     0.1147   2.690  0.00779 **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age           0.6113     0.3263   1.873  0.06260 .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Residual standard error: 64.32 on 185 degrees of freedom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Multiple R-squared:  0.08023,	Adjusted R-squared:  0.07029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F-statistic: 8.069 on 2 and 185 DF,  p-value: 0.0004367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D4812-B63D-5996-4814-E2B97CF6A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A377285-E7CE-4C1D-9512-A8C8F9264213}"/>
                  </a:ext>
                </a:extLst>
              </p14:cNvPr>
              <p14:cNvContentPartPr/>
              <p14:nvPr/>
            </p14:nvContentPartPr>
            <p14:xfrm>
              <a:off x="1844280" y="83880"/>
              <a:ext cx="8800560" cy="6222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A377285-E7CE-4C1D-9512-A8C8F92642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34920" y="74520"/>
                <a:ext cx="8819280" cy="624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3783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Multiple Regression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5359400" cy="5226050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Our regression equation is:</a:t>
                </a:r>
                <a:br>
                  <a:rPr lang="en-US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=160.23+0.31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𝑇𝐺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+0.61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𝐴𝐺𝐸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Each 1-unit increase in triglycerides is expected to increase cholesterol by 0.31 units, adjusting for age (p=0.008)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Each 1-unit increase in age is expected to increase cholesterol by 0.61 units, adjusting for triglycerides (p=0.06)</a:t>
                </a:r>
                <a:endParaRPr lang="en-US" sz="20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5359400" cy="5226050"/>
              </a:xfrm>
              <a:blipFill>
                <a:blip r:embed="rId2"/>
                <a:stretch>
                  <a:fillRect l="-1820" t="-117" r="-2048" b="-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15BABC0-3D8B-42E5-89DF-842F60E81D64}"/>
              </a:ext>
            </a:extLst>
          </p:cNvPr>
          <p:cNvSpPr txBox="1"/>
          <p:nvPr/>
        </p:nvSpPr>
        <p:spPr>
          <a:xfrm>
            <a:off x="6673850" y="1805523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&gt; </a:t>
            </a:r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 ~ </a:t>
            </a:r>
            <a:r>
              <a:rPr lang="en-US" sz="1200" dirty="0" err="1">
                <a:latin typeface="Consolas" panose="020B0609020204030204" pitchFamily="49" charset="0"/>
              </a:rPr>
              <a:t>tg</a:t>
            </a:r>
            <a:r>
              <a:rPr lang="en-US" sz="1200" dirty="0">
                <a:latin typeface="Consolas" panose="020B0609020204030204" pitchFamily="49" charset="0"/>
              </a:rPr>
              <a:t> + age, data=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) %&gt;% summary()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Call: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(formula = 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 ~ </a:t>
            </a:r>
            <a:r>
              <a:rPr lang="en-US" sz="1200" dirty="0" err="1">
                <a:latin typeface="Consolas" panose="020B0609020204030204" pitchFamily="49" charset="0"/>
              </a:rPr>
              <a:t>tg</a:t>
            </a:r>
            <a:r>
              <a:rPr lang="en-US" sz="1200" dirty="0">
                <a:latin typeface="Consolas" panose="020B0609020204030204" pitchFamily="49" charset="0"/>
              </a:rPr>
              <a:t> + age, data = 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Residuals: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Min     1Q Median     3Q    Max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-90.45 -42.52 -19.95  19.49 270.17 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Coefficients: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dirty="0" err="1">
                <a:latin typeface="Consolas" panose="020B0609020204030204" pitchFamily="49" charset="0"/>
              </a:rPr>
              <a:t>Pr</a:t>
            </a:r>
            <a:r>
              <a:rPr lang="en-US" sz="1200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(Intercept) 160.2270    10.6258  15.079  &lt; 2e-16 ***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tg</a:t>
            </a:r>
            <a:r>
              <a:rPr lang="en-US" sz="1200" dirty="0"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highlight>
                  <a:srgbClr val="00FF00"/>
                </a:highlight>
                <a:latin typeface="Consolas" panose="020B0609020204030204" pitchFamily="49" charset="0"/>
              </a:rPr>
              <a:t>0.3085</a:t>
            </a:r>
            <a:r>
              <a:rPr lang="en-US" sz="1200" dirty="0">
                <a:latin typeface="Consolas" panose="020B0609020204030204" pitchFamily="49" charset="0"/>
              </a:rPr>
              <a:t>     0.1147   2.690  0.00779 **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age           0.6113     0.3263   1.873  0.06260 .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Residual standard error: 64.32 on 185 degrees of freedom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Multiple R-squared:  0.08023,	Adjusted R-squared:  0.07029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F-statistic: 8.069 on 2 and 185 DF,  p-value: 0.0004367</a:t>
            </a: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3B576-5E50-61AC-4A41-2CC3D418B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62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Multiple Regression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5359400" cy="5226050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The multiple R</a:t>
                </a:r>
                <a:r>
                  <a:rPr lang="en-US" baseline="30000" dirty="0"/>
                  <a:t>2</a:t>
                </a:r>
                <a:r>
                  <a:rPr lang="en-US" dirty="0"/>
                  <a:t> now reflects the proportion of variation in Y that is explained by all the X variables in the model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In single linear regression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reflected the correlation between X and Y.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In multiple linear regression, multiple R reflects the correlation between an optimally-weighted linear combination of independent variables (i.e., our predicted value of Y) and the actual value of Y.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Unlike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, multiple R always ranges between 0 and 1.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5359400" cy="5226050"/>
              </a:xfrm>
              <a:blipFill>
                <a:blip r:embed="rId2"/>
                <a:stretch>
                  <a:fillRect l="-1365" t="-817" r="-2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15BABC0-3D8B-42E5-89DF-842F60E81D64}"/>
              </a:ext>
            </a:extLst>
          </p:cNvPr>
          <p:cNvSpPr txBox="1"/>
          <p:nvPr/>
        </p:nvSpPr>
        <p:spPr>
          <a:xfrm>
            <a:off x="6673850" y="1805523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&gt; </a:t>
            </a:r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 ~ </a:t>
            </a:r>
            <a:r>
              <a:rPr lang="en-US" sz="1200" dirty="0" err="1">
                <a:latin typeface="Consolas" panose="020B0609020204030204" pitchFamily="49" charset="0"/>
              </a:rPr>
              <a:t>tg</a:t>
            </a:r>
            <a:r>
              <a:rPr lang="en-US" sz="1200" dirty="0">
                <a:latin typeface="Consolas" panose="020B0609020204030204" pitchFamily="49" charset="0"/>
              </a:rPr>
              <a:t> + age, data=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) %&gt;% summary()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Call: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(formula = 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 ~ </a:t>
            </a:r>
            <a:r>
              <a:rPr lang="en-US" sz="1200" dirty="0" err="1">
                <a:latin typeface="Consolas" panose="020B0609020204030204" pitchFamily="49" charset="0"/>
              </a:rPr>
              <a:t>tg</a:t>
            </a:r>
            <a:r>
              <a:rPr lang="en-US" sz="1200" dirty="0">
                <a:latin typeface="Consolas" panose="020B0609020204030204" pitchFamily="49" charset="0"/>
              </a:rPr>
              <a:t> + age, data = 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Residuals: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Min     1Q Median     3Q    Max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-90.45 -42.52 -19.95  19.49 270.17 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Coefficients: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dirty="0" err="1">
                <a:latin typeface="Consolas" panose="020B0609020204030204" pitchFamily="49" charset="0"/>
              </a:rPr>
              <a:t>Pr</a:t>
            </a:r>
            <a:r>
              <a:rPr lang="en-US" sz="1200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(Intercept) 160.2270    10.6258  15.079  &lt; 2e-16 ***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tg</a:t>
            </a:r>
            <a:r>
              <a:rPr lang="en-US" sz="1200" dirty="0"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highlight>
                  <a:srgbClr val="00FF00"/>
                </a:highlight>
                <a:latin typeface="Consolas" panose="020B0609020204030204" pitchFamily="49" charset="0"/>
              </a:rPr>
              <a:t>0.3085</a:t>
            </a:r>
            <a:r>
              <a:rPr lang="en-US" sz="1200" dirty="0">
                <a:latin typeface="Consolas" panose="020B0609020204030204" pitchFamily="49" charset="0"/>
              </a:rPr>
              <a:t>     0.1147   2.690  0.00779 **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age           0.6113     0.3263   1.873  0.06260 .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Residual standard error: 64.32 on 185 degrees of freedom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Multiple R-squared:  0.08023,	Adjusted R-squared:  0.07029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F-statistic: 8.069 on 2 and 185 DF,  p-value: 0.0004367</a:t>
            </a: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BE889-EC9E-4E2E-DA4B-A2D73621E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209E00E-0565-0D8D-2A28-4FAEDB0CAEE6}"/>
                  </a:ext>
                </a:extLst>
              </p14:cNvPr>
              <p14:cNvContentPartPr/>
              <p14:nvPr/>
            </p14:nvContentPartPr>
            <p14:xfrm>
              <a:off x="2285280" y="742680"/>
              <a:ext cx="9349560" cy="4952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209E00E-0565-0D8D-2A28-4FAEDB0CAE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75920" y="733320"/>
                <a:ext cx="9368280" cy="497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45044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Confounding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661650" cy="522605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If we were interested in the association between triglycerides and cholesterol, we might want to develop a model that provides the best “picture” of this association</a:t>
            </a:r>
          </a:p>
          <a:p>
            <a:pPr>
              <a:lnSpc>
                <a:spcPct val="120000"/>
              </a:lnSpc>
            </a:pPr>
            <a:r>
              <a:rPr lang="en-US" dirty="0"/>
              <a:t>Confounding occurs when the association between an outcome (Y) and an independent variable (X) is distorted by the influence of a third (or more) variable</a:t>
            </a:r>
          </a:p>
          <a:p>
            <a:pPr>
              <a:lnSpc>
                <a:spcPct val="120000"/>
              </a:lnSpc>
            </a:pPr>
            <a:r>
              <a:rPr lang="en-US" dirty="0"/>
              <a:t>Questions to ask: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Does the effect estimate change by more than ~10-20% after adding the confounder?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Can the variable sensibly be a confounder?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96A76-AFEB-2453-D7C7-9D7AF61D4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D869F37-03B0-2D33-42AB-CA07BE32E4C8}"/>
                  </a:ext>
                </a:extLst>
              </p14:cNvPr>
              <p14:cNvContentPartPr/>
              <p14:nvPr/>
            </p14:nvContentPartPr>
            <p14:xfrm>
              <a:off x="1243800" y="199440"/>
              <a:ext cx="8963640" cy="5511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D869F37-03B0-2D33-42AB-CA07BE32E4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440" y="190080"/>
                <a:ext cx="8982360" cy="553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6191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Confounding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934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Our original research question might be: </a:t>
            </a:r>
            <a:br>
              <a:rPr lang="en-US" dirty="0"/>
            </a:br>
            <a:r>
              <a:rPr lang="en-US" dirty="0"/>
              <a:t>how is triglycerides related to cholesterol?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1C512B-BD67-4296-A794-F3393BDC823A}"/>
              </a:ext>
            </a:extLst>
          </p:cNvPr>
          <p:cNvSpPr/>
          <p:nvPr/>
        </p:nvSpPr>
        <p:spPr>
          <a:xfrm>
            <a:off x="2445786" y="3731419"/>
            <a:ext cx="2211185" cy="14921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Triglycerides</a:t>
            </a:r>
            <a:endParaRPr lang="en-US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F35248-58FF-4AEC-95D8-510556CBFC31}"/>
              </a:ext>
            </a:extLst>
          </p:cNvPr>
          <p:cNvSpPr/>
          <p:nvPr/>
        </p:nvSpPr>
        <p:spPr>
          <a:xfrm>
            <a:off x="7738229" y="3731419"/>
            <a:ext cx="2211185" cy="1492135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Cholesterol</a:t>
            </a:r>
            <a:endParaRPr lang="en-US" sz="28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7F4B93-475D-4EA9-873E-3AF22D92906E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656971" y="4477487"/>
            <a:ext cx="308125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E29D86-0860-4638-A2A3-AFA0EEFCFC87}"/>
                  </a:ext>
                </a:extLst>
              </p:cNvPr>
              <p:cNvSpPr txBox="1"/>
              <p:nvPr/>
            </p:nvSpPr>
            <p:spPr>
              <a:xfrm>
                <a:off x="5250758" y="4622908"/>
                <a:ext cx="1885950" cy="481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=0.38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E29D86-0860-4638-A2A3-AFA0EEFCF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758" y="4622908"/>
                <a:ext cx="1885950" cy="4816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BC2C2-B5A1-9EE1-78CB-56BF7AD0C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A9C34DA-3C76-7231-B79F-DED65CEF8799}"/>
                  </a:ext>
                </a:extLst>
              </p14:cNvPr>
              <p14:cNvContentPartPr/>
              <p14:nvPr/>
            </p14:nvContentPartPr>
            <p14:xfrm>
              <a:off x="8093160" y="1136520"/>
              <a:ext cx="12240" cy="2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A9C34DA-3C76-7231-B79F-DED65CEF87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83800" y="1127160"/>
                <a:ext cx="30960" cy="2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0718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Confounding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934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What if we consider the effect of age? Can age be amplifying the true relationship between triglycerides and cholesterol because it is associated with both variables?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1C512B-BD67-4296-A794-F3393BDC823A}"/>
              </a:ext>
            </a:extLst>
          </p:cNvPr>
          <p:cNvSpPr/>
          <p:nvPr/>
        </p:nvSpPr>
        <p:spPr>
          <a:xfrm>
            <a:off x="2445786" y="4645082"/>
            <a:ext cx="2211185" cy="14921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Triglycerides</a:t>
            </a:r>
            <a:endParaRPr lang="en-US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F35248-58FF-4AEC-95D8-510556CBFC31}"/>
              </a:ext>
            </a:extLst>
          </p:cNvPr>
          <p:cNvSpPr/>
          <p:nvPr/>
        </p:nvSpPr>
        <p:spPr>
          <a:xfrm>
            <a:off x="7738229" y="4645082"/>
            <a:ext cx="2211185" cy="1492135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Cholesterol</a:t>
            </a:r>
            <a:endParaRPr lang="en-US" sz="28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7F4B93-475D-4EA9-873E-3AF22D92906E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656971" y="5391150"/>
            <a:ext cx="308125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45944A4-3662-4EE5-809C-515043F087D7}"/>
              </a:ext>
            </a:extLst>
          </p:cNvPr>
          <p:cNvSpPr/>
          <p:nvPr/>
        </p:nvSpPr>
        <p:spPr>
          <a:xfrm>
            <a:off x="4933257" y="3152947"/>
            <a:ext cx="2211185" cy="149213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Age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0E485A1-E28B-474F-9E42-B2165094D15D}"/>
              </a:ext>
            </a:extLst>
          </p:cNvPr>
          <p:cNvCxnSpPr>
            <a:stCxn id="9" idx="1"/>
          </p:cNvCxnSpPr>
          <p:nvPr/>
        </p:nvCxnSpPr>
        <p:spPr>
          <a:xfrm flipH="1">
            <a:off x="3392629" y="3899015"/>
            <a:ext cx="1540628" cy="746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903AC6-00A9-43C5-B5B2-3E68B34DD90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7144442" y="3899015"/>
            <a:ext cx="1540630" cy="746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A102A4-ABEA-4DCA-AF91-66148AA3EE08}"/>
                  </a:ext>
                </a:extLst>
              </p:cNvPr>
              <p:cNvSpPr txBox="1"/>
              <p:nvPr/>
            </p:nvSpPr>
            <p:spPr>
              <a:xfrm>
                <a:off x="5250758" y="5505972"/>
                <a:ext cx="1885950" cy="481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=0.31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A102A4-ABEA-4DCA-AF91-66148AA3E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758" y="5505972"/>
                <a:ext cx="1885950" cy="4816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D5F071-1154-4C0E-107F-B621CE09D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C350EF3-D181-9300-0187-DC2C3D5931EF}"/>
                  </a:ext>
                </a:extLst>
              </p14:cNvPr>
              <p14:cNvContentPartPr/>
              <p14:nvPr/>
            </p14:nvContentPartPr>
            <p14:xfrm>
              <a:off x="2722320" y="127800"/>
              <a:ext cx="7301160" cy="56455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C350EF3-D181-9300-0187-DC2C3D5931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12960" y="118440"/>
                <a:ext cx="7319880" cy="566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76708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Confounding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934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The slope coefficient for triglycerides went from 0.38 in the unadjusted model to 0.31 in the adjusted model</a:t>
            </a:r>
          </a:p>
          <a:p>
            <a:pPr>
              <a:lnSpc>
                <a:spcPct val="120000"/>
              </a:lnSpc>
            </a:pPr>
            <a:r>
              <a:rPr lang="en-US" dirty="0"/>
              <a:t>This is a percent change of (0.38-0.31)/0.38 = 0.18 = 18%</a:t>
            </a:r>
          </a:p>
          <a:p>
            <a:pPr>
              <a:lnSpc>
                <a:spcPct val="120000"/>
              </a:lnSpc>
            </a:pPr>
            <a:r>
              <a:rPr lang="en-US" dirty="0"/>
              <a:t>We can conclude age is a confounder of this relationship and, to get a better sense of the relationship between triglycerides and cholesterol, </a:t>
            </a:r>
            <a:br>
              <a:rPr lang="en-US" dirty="0"/>
            </a:br>
            <a:r>
              <a:rPr lang="en-US" dirty="0"/>
              <a:t>we should include age in the model</a:t>
            </a:r>
          </a:p>
          <a:p>
            <a:pPr>
              <a:lnSpc>
                <a:spcPct val="120000"/>
              </a:lnSpc>
            </a:pPr>
            <a:r>
              <a:rPr lang="en-US" dirty="0"/>
              <a:t>Note: we include age as a confounder regardless of its statistical significance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0C15E-A98C-9419-928C-C0216A56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3712C8B-1735-2D72-FDD6-FA920250BF5D}"/>
                  </a:ext>
                </a:extLst>
              </p14:cNvPr>
              <p14:cNvContentPartPr/>
              <p14:nvPr/>
            </p14:nvContentPartPr>
            <p14:xfrm>
              <a:off x="674280" y="1208520"/>
              <a:ext cx="10182240" cy="5068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3712C8B-1735-2D72-FDD6-FA920250BF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4920" y="1199160"/>
                <a:ext cx="10200960" cy="508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1569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Interactions / Effect Modification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6616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We have so far assumed that the effect of our variables is constant for everybody in the data set</a:t>
            </a:r>
          </a:p>
          <a:p>
            <a:pPr>
              <a:lnSpc>
                <a:spcPct val="120000"/>
              </a:lnSpc>
            </a:pPr>
            <a:r>
              <a:rPr lang="en-US" dirty="0"/>
              <a:t>What if we wanted to allow these relationships to be different for certain subgroups (e.g., males vs. females)?</a:t>
            </a:r>
          </a:p>
          <a:p>
            <a:pPr>
              <a:lnSpc>
                <a:spcPct val="120000"/>
              </a:lnSpc>
            </a:pPr>
            <a:r>
              <a:rPr lang="en-US" dirty="0"/>
              <a:t>Interactions occur when the association between an outcome (Y) and an independent variable of interest (X) depends on a third variable</a:t>
            </a:r>
          </a:p>
          <a:p>
            <a:pPr>
              <a:lnSpc>
                <a:spcPct val="120000"/>
              </a:lnSpc>
            </a:pPr>
            <a:r>
              <a:rPr lang="en-US" dirty="0"/>
              <a:t>Example: is HDL cholesterol associated with BMI?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8C373-1E2C-7418-B8DB-269A64695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29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204E28C-A288-C25D-BC53-FAD5F7881068}"/>
                  </a:ext>
                </a:extLst>
              </p14:cNvPr>
              <p14:cNvContentPartPr/>
              <p14:nvPr/>
            </p14:nvContentPartPr>
            <p14:xfrm>
              <a:off x="851760" y="1234800"/>
              <a:ext cx="10081440" cy="5514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204E28C-A288-C25D-BC53-FAD5F78810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2400" y="1225440"/>
                <a:ext cx="10100160" cy="553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9493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1: Separate Regressions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661650" cy="522605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sz="4000" dirty="0"/>
              <a:t>We could run separate regressions for this association</a:t>
            </a:r>
          </a:p>
          <a:p>
            <a:pPr>
              <a:lnSpc>
                <a:spcPct val="120000"/>
              </a:lnSpc>
            </a:pPr>
            <a:r>
              <a:rPr lang="en-US" sz="4000" dirty="0"/>
              <a:t>Here we see that BMI is associated with HDL for men but not women (take note of these equations!)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2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lm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hdl</a:t>
            </a:r>
            <a:r>
              <a:rPr lang="en-US" sz="1600" dirty="0">
                <a:latin typeface="Consolas" panose="020B0609020204030204" pitchFamily="49" charset="0"/>
              </a:rPr>
              <a:t> ~ </a:t>
            </a:r>
            <a:r>
              <a:rPr lang="en-US" sz="1600" dirty="0" err="1">
                <a:latin typeface="Consolas" panose="020B0609020204030204" pitchFamily="49" charset="0"/>
              </a:rPr>
              <a:t>bmi_new</a:t>
            </a:r>
            <a:r>
              <a:rPr lang="en-US" sz="1600" dirty="0">
                <a:latin typeface="Consolas" panose="020B0609020204030204" pitchFamily="49" charset="0"/>
              </a:rPr>
              <a:t>, data=</a:t>
            </a:r>
            <a:r>
              <a:rPr lang="en-US" sz="1600" dirty="0" err="1">
                <a:latin typeface="Consolas" panose="020B0609020204030204" pitchFamily="49" charset="0"/>
              </a:rPr>
              <a:t>chol</a:t>
            </a:r>
            <a:r>
              <a:rPr lang="en-US" sz="1600" dirty="0">
                <a:latin typeface="Consolas" panose="020B0609020204030204" pitchFamily="49" charset="0"/>
              </a:rPr>
              <a:t> %&gt;% filter(gender=="Male")) %&gt;% summary()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Call: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latin typeface="Consolas" panose="020B0609020204030204" pitchFamily="49" charset="0"/>
              </a:rPr>
              <a:t>lm</a:t>
            </a:r>
            <a:r>
              <a:rPr lang="en-US" sz="1600" dirty="0">
                <a:latin typeface="Consolas" panose="020B0609020204030204" pitchFamily="49" charset="0"/>
              </a:rPr>
              <a:t>(formula = </a:t>
            </a:r>
            <a:r>
              <a:rPr lang="en-US" sz="1600" dirty="0" err="1">
                <a:latin typeface="Consolas" panose="020B0609020204030204" pitchFamily="49" charset="0"/>
              </a:rPr>
              <a:t>hdl</a:t>
            </a:r>
            <a:r>
              <a:rPr lang="en-US" sz="1600" dirty="0">
                <a:latin typeface="Consolas" panose="020B0609020204030204" pitchFamily="49" charset="0"/>
              </a:rPr>
              <a:t> ~ </a:t>
            </a:r>
            <a:r>
              <a:rPr lang="en-US" sz="1600" dirty="0" err="1">
                <a:latin typeface="Consolas" panose="020B0609020204030204" pitchFamily="49" charset="0"/>
              </a:rPr>
              <a:t>bmi_new</a:t>
            </a:r>
            <a:r>
              <a:rPr lang="en-US" sz="1600" dirty="0">
                <a:latin typeface="Consolas" panose="020B0609020204030204" pitchFamily="49" charset="0"/>
              </a:rPr>
              <a:t>, data = </a:t>
            </a:r>
            <a:r>
              <a:rPr lang="en-US" sz="1600" dirty="0" err="1">
                <a:latin typeface="Consolas" panose="020B0609020204030204" pitchFamily="49" charset="0"/>
              </a:rPr>
              <a:t>chol</a:t>
            </a:r>
            <a:r>
              <a:rPr lang="en-US" sz="1600" dirty="0">
                <a:latin typeface="Consolas" panose="020B0609020204030204" pitchFamily="49" charset="0"/>
              </a:rPr>
              <a:t> %&gt;% filter(gender ==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    "Male"))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Residuals: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     Min       1Q   Median       3Q      Max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-19.0015  -8.9759  -0.6354   7.7349  22.4085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Coefficients: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600" dirty="0" err="1">
                <a:latin typeface="Consolas" panose="020B0609020204030204" pitchFamily="49" charset="0"/>
              </a:rPr>
              <a:t>Pr</a:t>
            </a:r>
            <a:r>
              <a:rPr lang="en-US" sz="1600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(Intercept)  59.4159     5.1341   11.57   &lt;2e-16 ***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latin typeface="Consolas" panose="020B0609020204030204" pitchFamily="49" charset="0"/>
              </a:rPr>
              <a:t>bmi_new</a:t>
            </a:r>
            <a:r>
              <a:rPr lang="en-US" sz="1600" dirty="0">
                <a:latin typeface="Consolas" panose="020B0609020204030204" pitchFamily="49" charset="0"/>
              </a:rPr>
              <a:t>      -0.5815     0.2211   -2.63     0.01 *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latin typeface="Consolas" panose="020B0609020204030204" pitchFamily="49" charset="0"/>
              </a:rPr>
              <a:t>Signif</a:t>
            </a:r>
            <a:r>
              <a:rPr lang="en-US" sz="16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Residual standard error: 10.44 on 92 degrees of freedom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Multiple R-squared:  0.06993,	Adjusted R-squared:  0.05983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F-statistic: 6.918 on 1 and 92 DF,  p-value: 0.01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3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C05642-C4B4-4997-8307-6981C8ECF2B4}"/>
              </a:ext>
            </a:extLst>
          </p:cNvPr>
          <p:cNvSpPr txBox="1"/>
          <p:nvPr/>
        </p:nvSpPr>
        <p:spPr>
          <a:xfrm>
            <a:off x="6388100" y="3095591"/>
            <a:ext cx="6096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&gt; </a:t>
            </a:r>
            <a:r>
              <a:rPr lang="en-US" sz="1100" dirty="0" err="1">
                <a:latin typeface="Consolas" panose="020B0609020204030204" pitchFamily="49" charset="0"/>
              </a:rPr>
              <a:t>lm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hdl</a:t>
            </a:r>
            <a:r>
              <a:rPr lang="en-US" sz="1100" dirty="0">
                <a:latin typeface="Consolas" panose="020B0609020204030204" pitchFamily="49" charset="0"/>
              </a:rPr>
              <a:t> ~ </a:t>
            </a:r>
            <a:r>
              <a:rPr lang="en-US" sz="1100" dirty="0" err="1">
                <a:latin typeface="Consolas" panose="020B0609020204030204" pitchFamily="49" charset="0"/>
              </a:rPr>
              <a:t>bmi_new</a:t>
            </a:r>
            <a:r>
              <a:rPr lang="en-US" sz="1100" dirty="0">
                <a:latin typeface="Consolas" panose="020B0609020204030204" pitchFamily="49" charset="0"/>
              </a:rPr>
              <a:t>, data=</a:t>
            </a:r>
            <a:r>
              <a:rPr lang="en-US" sz="1100" dirty="0" err="1">
                <a:latin typeface="Consolas" panose="020B0609020204030204" pitchFamily="49" charset="0"/>
              </a:rPr>
              <a:t>chol</a:t>
            </a:r>
            <a:r>
              <a:rPr lang="en-US" sz="1100" dirty="0">
                <a:latin typeface="Consolas" panose="020B0609020204030204" pitchFamily="49" charset="0"/>
              </a:rPr>
              <a:t> %&gt;% filter(gender=="Female")) %&gt;% summary()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Call: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lm</a:t>
            </a:r>
            <a:r>
              <a:rPr lang="en-US" sz="1100" dirty="0">
                <a:latin typeface="Consolas" panose="020B0609020204030204" pitchFamily="49" charset="0"/>
              </a:rPr>
              <a:t>(formula = </a:t>
            </a:r>
            <a:r>
              <a:rPr lang="en-US" sz="1100" dirty="0" err="1">
                <a:latin typeface="Consolas" panose="020B0609020204030204" pitchFamily="49" charset="0"/>
              </a:rPr>
              <a:t>hdl</a:t>
            </a:r>
            <a:r>
              <a:rPr lang="en-US" sz="1100" dirty="0">
                <a:latin typeface="Consolas" panose="020B0609020204030204" pitchFamily="49" charset="0"/>
              </a:rPr>
              <a:t> ~ </a:t>
            </a:r>
            <a:r>
              <a:rPr lang="en-US" sz="1100" dirty="0" err="1">
                <a:latin typeface="Consolas" panose="020B0609020204030204" pitchFamily="49" charset="0"/>
              </a:rPr>
              <a:t>bmi_new</a:t>
            </a:r>
            <a:r>
              <a:rPr lang="en-US" sz="1100" dirty="0">
                <a:latin typeface="Consolas" panose="020B0609020204030204" pitchFamily="49" charset="0"/>
              </a:rPr>
              <a:t>, data = </a:t>
            </a:r>
            <a:r>
              <a:rPr lang="en-US" sz="1100" dirty="0" err="1">
                <a:latin typeface="Consolas" panose="020B0609020204030204" pitchFamily="49" charset="0"/>
              </a:rPr>
              <a:t>chol</a:t>
            </a:r>
            <a:r>
              <a:rPr lang="en-US" sz="1100" dirty="0">
                <a:latin typeface="Consolas" panose="020B0609020204030204" pitchFamily="49" charset="0"/>
              </a:rPr>
              <a:t> %&gt;% filter(gender ==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"Female"))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Residuals: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Min      1Q  Median      3Q     Max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-18.727  -7.958  -1.205   5.522  26.684 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100" dirty="0" err="1">
                <a:latin typeface="Consolas" panose="020B0609020204030204" pitchFamily="49" charset="0"/>
              </a:rPr>
              <a:t>Pr</a:t>
            </a:r>
            <a:r>
              <a:rPr lang="en-US" sz="1100" dirty="0">
                <a:latin typeface="Consolas" panose="020B0609020204030204" pitchFamily="49" charset="0"/>
              </a:rPr>
              <a:t>(&gt;|t|)   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(Intercept) 49.45668    4.87364  10.148   &lt;2e-16 ***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bmi_new</a:t>
            </a:r>
            <a:r>
              <a:rPr lang="en-US" sz="1100" dirty="0">
                <a:latin typeface="Consolas" panose="020B0609020204030204" pitchFamily="49" charset="0"/>
              </a:rPr>
              <a:t>      0.08473    0.22706   0.373     0.71   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Signif</a:t>
            </a:r>
            <a:r>
              <a:rPr lang="en-US" sz="11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Residual standard error: 11.21 on 92 degrees of freedom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Multiple R-squared:  0.001511,	Adjusted R-squared:  -0.009342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F-statistic: 0.1392 on 1 and 92 DF,  p-value: 0.7099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2188A-5C69-160A-B880-83E0F32C1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C51A041-0838-CE62-2183-9EFF961DA640}"/>
                  </a:ext>
                </a:extLst>
              </p14:cNvPr>
              <p14:cNvContentPartPr/>
              <p14:nvPr/>
            </p14:nvContentPartPr>
            <p14:xfrm>
              <a:off x="1319040" y="257040"/>
              <a:ext cx="9480600" cy="5387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C51A041-0838-CE62-2183-9EFF961DA6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9680" y="247680"/>
                <a:ext cx="9499320" cy="540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7774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2: Interaction Term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53206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3000" dirty="0"/>
              <a:t>Another approach is to add an interaction term:</a:t>
            </a:r>
            <a:br>
              <a:rPr lang="en-US" sz="3000" dirty="0"/>
            </a:br>
            <a:r>
              <a:rPr lang="en-US" sz="3000" dirty="0"/>
              <a:t>a multiplicative term between X and X (literally: X times Z)</a:t>
            </a:r>
          </a:p>
          <a:p>
            <a:pPr>
              <a:lnSpc>
                <a:spcPct val="120000"/>
              </a:lnSpc>
            </a:pPr>
            <a:r>
              <a:rPr lang="en-US" sz="3000" dirty="0"/>
              <a:t>Allows the relation between X and Y to vary based on the level of Z</a:t>
            </a:r>
          </a:p>
          <a:p>
            <a:pPr>
              <a:lnSpc>
                <a:spcPct val="120000"/>
              </a:lnSpc>
            </a:pPr>
            <a:r>
              <a:rPr lang="en-US" sz="3000" dirty="0"/>
              <a:t>Why use an interaction instead of stratifying?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Fit one model instead of two, assumes similarities between group in error variance (and any other terms in model)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Allows for straightforward test of difference in slopes between groups</a:t>
            </a:r>
            <a:br>
              <a:rPr lang="en-US" sz="2600" dirty="0"/>
            </a:br>
            <a:r>
              <a:rPr lang="en-US" sz="2600" dirty="0"/>
              <a:t>(e.g., p-value for the multiplicative term tells us if an interaction exists)</a:t>
            </a:r>
          </a:p>
          <a:p>
            <a:pPr>
              <a:lnSpc>
                <a:spcPct val="120000"/>
              </a:lnSpc>
            </a:pPr>
            <a:endParaRPr lang="en-US" sz="40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2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2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A6B8F-E5DE-674B-4059-2FE6042E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7C844BF-E725-0E6B-353E-FFB3AA9D8477}"/>
                  </a:ext>
                </a:extLst>
              </p14:cNvPr>
              <p14:cNvContentPartPr/>
              <p14:nvPr/>
            </p14:nvContentPartPr>
            <p14:xfrm>
              <a:off x="1364760" y="755280"/>
              <a:ext cx="10104840" cy="5257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7C844BF-E725-0E6B-353E-FFB3AA9D84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5400" y="745920"/>
                <a:ext cx="10123560" cy="527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69300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the Interaction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0661650" cy="5226050"/>
              </a:xfrm>
            </p:spPr>
            <p:txBody>
              <a:bodyPr>
                <a:normAutofit fontScale="3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8600" dirty="0"/>
                  <a:t>Our model will become (sex01: 1=female, 0=male)</a:t>
                </a:r>
                <a:br>
                  <a:rPr lang="en-US" sz="8600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8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sz="8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8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8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8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𝑆𝐸𝑋</m:t>
                        </m:r>
                      </m:sub>
                    </m:sSub>
                    <m:sSub>
                      <m:sSubPr>
                        <m:ctrlPr>
                          <a:rPr lang="en-US" sz="8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𝑆𝐸𝑋</m:t>
                        </m:r>
                      </m:sub>
                    </m:sSub>
                    <m:r>
                      <a:rPr lang="en-US" sz="8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8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𝐵𝑀𝐼</m:t>
                        </m:r>
                      </m:sub>
                    </m:sSub>
                    <m:sSub>
                      <m:sSubPr>
                        <m:ctrlPr>
                          <a:rPr lang="en-US" sz="8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𝐵𝑀𝐼</m:t>
                        </m:r>
                      </m:sub>
                    </m:sSub>
                    <m:r>
                      <a:rPr lang="en-US" sz="8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8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𝐼𝑁𝑋</m:t>
                        </m:r>
                      </m:sub>
                    </m:sSub>
                    <m:r>
                      <a:rPr lang="en-US" sz="8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8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𝑆𝐸𝑋</m:t>
                        </m:r>
                      </m:sub>
                    </m:sSub>
                    <m:sSub>
                      <m:sSubPr>
                        <m:ctrlPr>
                          <a:rPr lang="en-US" sz="8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𝐵𝑀𝐼</m:t>
                        </m:r>
                      </m:sub>
                    </m:sSub>
                    <m:r>
                      <a:rPr lang="en-US" sz="8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8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34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34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&gt; </a:t>
                </a:r>
                <a:r>
                  <a:rPr lang="en-US" sz="3400" dirty="0" err="1">
                    <a:latin typeface="Consolas" panose="020B0609020204030204" pitchFamily="49" charset="0"/>
                  </a:rPr>
                  <a:t>lm</a:t>
                </a:r>
                <a:r>
                  <a:rPr lang="en-US" sz="3400" dirty="0">
                    <a:latin typeface="Consolas" panose="020B0609020204030204" pitchFamily="49" charset="0"/>
                  </a:rPr>
                  <a:t>(</a:t>
                </a:r>
                <a:r>
                  <a:rPr lang="en-US" sz="3400" dirty="0" err="1">
                    <a:latin typeface="Consolas" panose="020B0609020204030204" pitchFamily="49" charset="0"/>
                  </a:rPr>
                  <a:t>hdl</a:t>
                </a:r>
                <a:r>
                  <a:rPr lang="en-US" sz="3400" dirty="0">
                    <a:latin typeface="Consolas" panose="020B0609020204030204" pitchFamily="49" charset="0"/>
                  </a:rPr>
                  <a:t> ~ sex01*</a:t>
                </a:r>
                <a:r>
                  <a:rPr lang="en-US" sz="3400" dirty="0" err="1">
                    <a:latin typeface="Consolas" panose="020B0609020204030204" pitchFamily="49" charset="0"/>
                  </a:rPr>
                  <a:t>bmi_new</a:t>
                </a:r>
                <a:r>
                  <a:rPr lang="en-US" sz="3400" dirty="0">
                    <a:latin typeface="Consolas" panose="020B0609020204030204" pitchFamily="49" charset="0"/>
                  </a:rPr>
                  <a:t>, data=</a:t>
                </a:r>
                <a:r>
                  <a:rPr lang="en-US" sz="3400" dirty="0" err="1">
                    <a:latin typeface="Consolas" panose="020B0609020204030204" pitchFamily="49" charset="0"/>
                  </a:rPr>
                  <a:t>chol</a:t>
                </a:r>
                <a:r>
                  <a:rPr lang="en-US" sz="3400" dirty="0">
                    <a:latin typeface="Consolas" panose="020B0609020204030204" pitchFamily="49" charset="0"/>
                  </a:rPr>
                  <a:t>) %&gt;% summary()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34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Call: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 err="1">
                    <a:latin typeface="Consolas" panose="020B0609020204030204" pitchFamily="49" charset="0"/>
                  </a:rPr>
                  <a:t>lm</a:t>
                </a:r>
                <a:r>
                  <a:rPr lang="en-US" sz="3400" dirty="0">
                    <a:latin typeface="Consolas" panose="020B0609020204030204" pitchFamily="49" charset="0"/>
                  </a:rPr>
                  <a:t>(formula = </a:t>
                </a:r>
                <a:r>
                  <a:rPr lang="en-US" sz="3400" dirty="0" err="1">
                    <a:latin typeface="Consolas" panose="020B0609020204030204" pitchFamily="49" charset="0"/>
                  </a:rPr>
                  <a:t>hdl</a:t>
                </a:r>
                <a:r>
                  <a:rPr lang="en-US" sz="3400" dirty="0">
                    <a:latin typeface="Consolas" panose="020B0609020204030204" pitchFamily="49" charset="0"/>
                  </a:rPr>
                  <a:t> ~ sex01 * </a:t>
                </a:r>
                <a:r>
                  <a:rPr lang="en-US" sz="3400" dirty="0" err="1">
                    <a:latin typeface="Consolas" panose="020B0609020204030204" pitchFamily="49" charset="0"/>
                  </a:rPr>
                  <a:t>bmi_new</a:t>
                </a:r>
                <a:r>
                  <a:rPr lang="en-US" sz="3400" dirty="0">
                    <a:latin typeface="Consolas" panose="020B0609020204030204" pitchFamily="49" charset="0"/>
                  </a:rPr>
                  <a:t>, data = </a:t>
                </a:r>
                <a:r>
                  <a:rPr lang="en-US" sz="3400" dirty="0" err="1">
                    <a:latin typeface="Consolas" panose="020B0609020204030204" pitchFamily="49" charset="0"/>
                  </a:rPr>
                  <a:t>chol</a:t>
                </a:r>
                <a:r>
                  <a:rPr lang="en-US" sz="3400" dirty="0">
                    <a:latin typeface="Consolas" panose="020B0609020204030204" pitchFamily="49" charset="0"/>
                  </a:rPr>
                  <a:t>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34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Residuals: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     Min       1Q   Median       3Q      Max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-19.0015  -8.3969  -0.7866   6.7354  26.6836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34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Coefficients: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              Estimate Std. Error t value </a:t>
                </a:r>
                <a:r>
                  <a:rPr lang="en-US" sz="3400" dirty="0" err="1">
                    <a:latin typeface="Consolas" panose="020B0609020204030204" pitchFamily="49" charset="0"/>
                  </a:rPr>
                  <a:t>Pr</a:t>
                </a:r>
                <a:r>
                  <a:rPr lang="en-US" sz="3400" dirty="0">
                    <a:latin typeface="Consolas" panose="020B0609020204030204" pitchFamily="49" charset="0"/>
                  </a:rPr>
                  <a:t>(&gt;|t|)  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(Intercept)    59.4159     5.3257  11.156   &lt;2e-16 ***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sex01          -9.9592     7.1097  -1.401   0.1630  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 err="1">
                    <a:latin typeface="Consolas" panose="020B0609020204030204" pitchFamily="49" charset="0"/>
                  </a:rPr>
                  <a:t>bmi_new</a:t>
                </a:r>
                <a:r>
                  <a:rPr lang="en-US" sz="3400" dirty="0">
                    <a:latin typeface="Consolas" panose="020B0609020204030204" pitchFamily="49" charset="0"/>
                  </a:rPr>
                  <a:t>        -0.5815     0.2293  -2.536   0.0121 *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sex01:bmi_new   0.6662     0.3174   2.099   0.0372 *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---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 err="1">
                    <a:latin typeface="Consolas" panose="020B0609020204030204" pitchFamily="49" charset="0"/>
                  </a:rPr>
                  <a:t>Signif</a:t>
                </a:r>
                <a:r>
                  <a:rPr lang="en-US" sz="3400" dirty="0">
                    <a:latin typeface="Consolas" panose="020B0609020204030204" pitchFamily="49" charset="0"/>
                  </a:rPr>
                  <a:t>. codes:  0 ‘***’ 0.001 ‘**’ 0.01 ‘*’ 0.05 ‘.’ 0.1 ‘ ’ 1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34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Residual standard error: 10.83 on 184 degrees of freedom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Multiple R-squared:  0.08292,	Adjusted R-squared:  0.06797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F-statistic: 5.546 on 3 and 184 DF,  p-value: 0.00115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2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2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4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0661650" cy="5226050"/>
              </a:xfrm>
              <a:blipFill>
                <a:blip r:embed="rId2"/>
                <a:stretch>
                  <a:fillRect l="-1030" t="-1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ADE293-7F59-4158-A039-5CB1AE2C4A9D}"/>
              </a:ext>
            </a:extLst>
          </p:cNvPr>
          <p:cNvCxnSpPr>
            <a:cxnSpLocks/>
            <a:stCxn id="4" idx="2"/>
          </p:cNvCxnSpPr>
          <p:nvPr/>
        </p:nvCxnSpPr>
        <p:spPr>
          <a:xfrm flipH="1" flipV="1">
            <a:off x="7904771" y="2496986"/>
            <a:ext cx="816652" cy="242426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6EA39D-FD3F-4BE4-9EF6-F361DC38D832}"/>
              </a:ext>
            </a:extLst>
          </p:cNvPr>
          <p:cNvCxnSpPr>
            <a:cxnSpLocks/>
            <a:stCxn id="4" idx="3"/>
          </p:cNvCxnSpPr>
          <p:nvPr/>
        </p:nvCxnSpPr>
        <p:spPr>
          <a:xfrm flipH="1">
            <a:off x="4775203" y="4416612"/>
            <a:ext cx="5530846" cy="68296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3ADCE9EC-13B2-4A92-B605-CB3D006EA6E2}"/>
                  </a:ext>
                </a:extLst>
              </p:cNvPr>
              <p:cNvSpPr/>
              <p:nvPr/>
            </p:nvSpPr>
            <p:spPr>
              <a:xfrm>
                <a:off x="7136796" y="3911974"/>
                <a:ext cx="3169253" cy="1009276"/>
              </a:xfrm>
              <a:prstGeom prst="round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tabLst>
                    <a:tab pos="228600" algn="l"/>
                    <a:tab pos="457200" algn="l"/>
                  </a:tabLst>
                </a:pPr>
                <a:r>
                  <a:rPr lang="en-US" dirty="0"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test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𝐼𝑁𝑋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will test whether the effect of BMI on HDL varies by sex</a:t>
                </a: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3ADCE9EC-13B2-4A92-B605-CB3D006EA6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6796" y="3911974"/>
                <a:ext cx="3169253" cy="1009276"/>
              </a:xfrm>
              <a:prstGeom prst="roundRect">
                <a:avLst/>
              </a:prstGeom>
              <a:blipFill>
                <a:blip r:embed="rId3"/>
                <a:stretch>
                  <a:fillRect b="-479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A5F12-B1C5-3CE0-51B3-9E135E7D3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B64A14C-42FD-BFFC-432E-5ABFB9D7AA4F}"/>
                  </a:ext>
                </a:extLst>
              </p14:cNvPr>
              <p14:cNvContentPartPr/>
              <p14:nvPr/>
            </p14:nvContentPartPr>
            <p14:xfrm>
              <a:off x="514080" y="1752480"/>
              <a:ext cx="9919800" cy="3727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B64A14C-42FD-BFFC-432E-5ABFB9D7AA4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4720" y="1743120"/>
                <a:ext cx="9938520" cy="374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06977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the Interaction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0661650" cy="5226050"/>
              </a:xfrm>
            </p:spPr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3800" dirty="0"/>
                  <a:t>Full interaction model:</a:t>
                </a:r>
                <a:br>
                  <a:rPr lang="en-US" sz="3800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=59.42−9.96</m:t>
                    </m:r>
                    <m:sSub>
                      <m:sSub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𝑆𝐸𝑋</m:t>
                        </m:r>
                      </m:sub>
                    </m:sSub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−0.58</m:t>
                    </m:r>
                    <m:sSub>
                      <m:sSub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𝐵𝑀𝐼</m:t>
                        </m:r>
                      </m:sub>
                    </m:sSub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+0.67(</m:t>
                    </m:r>
                    <m:sSub>
                      <m:sSub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𝑆𝐸𝑋</m:t>
                        </m:r>
                      </m:sub>
                    </m:sSub>
                    <m:sSub>
                      <m:sSub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𝐵𝑀𝐼</m:t>
                        </m:r>
                      </m:sub>
                    </m:sSub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800" dirty="0"/>
              </a:p>
              <a:p>
                <a:pPr>
                  <a:lnSpc>
                    <a:spcPct val="120000"/>
                  </a:lnSpc>
                </a:pPr>
                <a:endParaRPr lang="en-US" sz="3800" dirty="0"/>
              </a:p>
              <a:p>
                <a:pPr>
                  <a:lnSpc>
                    <a:spcPct val="120000"/>
                  </a:lnSpc>
                </a:pPr>
                <a:r>
                  <a:rPr lang="en-US" sz="3800" dirty="0"/>
                  <a:t>Interaction model just for males (sex=0):</a:t>
                </a:r>
                <a:br>
                  <a:rPr lang="en-US" sz="3800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=59.42−9.96</m:t>
                    </m:r>
                    <m:d>
                      <m:d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−0.58</m:t>
                    </m:r>
                    <m:sSub>
                      <m:sSub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𝐵𝑀𝐼</m:t>
                        </m:r>
                      </m:sub>
                    </m:sSub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+0.67</m:t>
                    </m:r>
                    <m:d>
                      <m:d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sSub>
                          <m:sSubPr>
                            <m:ctrlP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  <m:t>𝐵𝑀𝐼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sz="3800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=59.42−0.58</m:t>
                    </m:r>
                    <m:sSub>
                      <m:sSub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𝐵𝑀𝐼</m:t>
                        </m:r>
                      </m:sub>
                    </m:sSub>
                  </m:oMath>
                </a14:m>
                <a:endParaRPr lang="en-US" sz="3800" dirty="0"/>
              </a:p>
              <a:p>
                <a:pPr>
                  <a:lnSpc>
                    <a:spcPct val="120000"/>
                  </a:lnSpc>
                </a:pPr>
                <a:endParaRPr lang="en-US" sz="3800" dirty="0"/>
              </a:p>
              <a:p>
                <a:pPr>
                  <a:lnSpc>
                    <a:spcPct val="120000"/>
                  </a:lnSpc>
                </a:pPr>
                <a:r>
                  <a:rPr lang="en-US" sz="3800" dirty="0"/>
                  <a:t>Interaction model just for females (sex=1):</a:t>
                </a:r>
                <a:br>
                  <a:rPr lang="en-US" sz="3800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=59.42−9.96</m:t>
                    </m:r>
                    <m:d>
                      <m:d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−0.58</m:t>
                    </m:r>
                    <m:sSub>
                      <m:sSub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𝐵𝑀𝐼</m:t>
                        </m:r>
                      </m:sub>
                    </m:sSub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+0.67</m:t>
                    </m:r>
                    <m:d>
                      <m:d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sSub>
                          <m:sSubPr>
                            <m:ctrlP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  <m:t>𝐵𝑀𝐼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sz="3800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59.42−9.96</m:t>
                        </m:r>
                      </m:e>
                    </m:d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−0.58</m:t>
                        </m:r>
                        <m:sSub>
                          <m:sSubPr>
                            <m:ctrlP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  <m:t>𝐵𝑀𝐼</m:t>
                            </m:r>
                          </m:sub>
                        </m:sSub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+0.67</m:t>
                        </m:r>
                        <m:sSub>
                          <m:sSubPr>
                            <m:ctrlP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  <m:t>𝐵𝑀𝐼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sz="3800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=49.46+0.08</m:t>
                    </m:r>
                    <m:sSub>
                      <m:sSub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𝐵𝑀𝐼</m:t>
                        </m:r>
                      </m:sub>
                    </m:sSub>
                  </m:oMath>
                </a14:m>
                <a:endParaRPr lang="en-US" sz="3800" dirty="0"/>
              </a:p>
              <a:p>
                <a:pPr>
                  <a:lnSpc>
                    <a:spcPct val="120000"/>
                  </a:lnSpc>
                </a:pPr>
                <a:endParaRPr lang="en-US" sz="8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34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4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0661650" cy="5226050"/>
              </a:xfrm>
              <a:blipFill>
                <a:blip r:embed="rId2"/>
                <a:stretch>
                  <a:fillRect l="-801" t="-9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A2A98-6344-B28E-AFB1-4131DA975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043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the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6045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Thus we can reproduce the </a:t>
            </a:r>
            <a:br>
              <a:rPr lang="en-US" dirty="0"/>
            </a:br>
            <a:r>
              <a:rPr lang="en-US" dirty="0"/>
              <a:t>sex-specific equations from before</a:t>
            </a:r>
          </a:p>
          <a:p>
            <a:pPr>
              <a:lnSpc>
                <a:spcPct val="120000"/>
              </a:lnSpc>
            </a:pPr>
            <a:r>
              <a:rPr lang="en-US" dirty="0"/>
              <a:t>We can also graph these effects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chol</a:t>
            </a:r>
            <a:r>
              <a:rPr lang="en-US" sz="1600" dirty="0">
                <a:latin typeface="Consolas" panose="020B0609020204030204" pitchFamily="49" charset="0"/>
              </a:rPr>
              <a:t> %&gt;%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+   </a:t>
            </a:r>
            <a:r>
              <a:rPr lang="en-US" sz="1600" dirty="0" err="1">
                <a:latin typeface="Consolas" panose="020B0609020204030204" pitchFamily="49" charset="0"/>
              </a:rPr>
              <a:t>ggplot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aes</a:t>
            </a:r>
            <a:r>
              <a:rPr lang="en-US" sz="1600" dirty="0">
                <a:latin typeface="Consolas" panose="020B0609020204030204" pitchFamily="49" charset="0"/>
              </a:rPr>
              <a:t>(x=</a:t>
            </a:r>
            <a:r>
              <a:rPr lang="en-US" sz="1600" dirty="0" err="1">
                <a:latin typeface="Consolas" panose="020B0609020204030204" pitchFamily="49" charset="0"/>
              </a:rPr>
              <a:t>bmi</a:t>
            </a:r>
            <a:r>
              <a:rPr lang="en-US" sz="1600" dirty="0">
                <a:latin typeface="Consolas" panose="020B0609020204030204" pitchFamily="49" charset="0"/>
              </a:rPr>
              <a:t>, y=</a:t>
            </a:r>
            <a:r>
              <a:rPr lang="en-US" sz="1600" dirty="0" err="1">
                <a:latin typeface="Consolas" panose="020B0609020204030204" pitchFamily="49" charset="0"/>
              </a:rPr>
              <a:t>hdl</a:t>
            </a:r>
            <a:r>
              <a:rPr lang="en-US" sz="1600" dirty="0">
                <a:latin typeface="Consolas" panose="020B0609020204030204" pitchFamily="49" charset="0"/>
              </a:rPr>
              <a:t>, group=gender, color=gender))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+   </a:t>
            </a:r>
            <a:r>
              <a:rPr lang="en-US" sz="1600" dirty="0" err="1">
                <a:latin typeface="Consolas" panose="020B0609020204030204" pitchFamily="49" charset="0"/>
              </a:rPr>
              <a:t>geom_point</a:t>
            </a:r>
            <a:r>
              <a:rPr lang="en-US" sz="1600" dirty="0">
                <a:latin typeface="Consolas" panose="020B0609020204030204" pitchFamily="49" charset="0"/>
              </a:rPr>
              <a:t>()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+   </a:t>
            </a:r>
            <a:r>
              <a:rPr lang="en-US" sz="1600" dirty="0" err="1">
                <a:latin typeface="Consolas" panose="020B0609020204030204" pitchFamily="49" charset="0"/>
              </a:rPr>
              <a:t>geom_smooth</a:t>
            </a:r>
            <a:r>
              <a:rPr lang="en-US" sz="1600" dirty="0">
                <a:latin typeface="Consolas" panose="020B0609020204030204" pitchFamily="49" charset="0"/>
              </a:rPr>
              <a:t>(method="</a:t>
            </a:r>
            <a:r>
              <a:rPr lang="en-US" sz="1600" dirty="0" err="1">
                <a:latin typeface="Consolas" panose="020B0609020204030204" pitchFamily="49" charset="0"/>
              </a:rPr>
              <a:t>glm</a:t>
            </a:r>
            <a:r>
              <a:rPr lang="en-US" sz="1600" dirty="0">
                <a:latin typeface="Consolas" panose="020B0609020204030204" pitchFamily="49" charset="0"/>
              </a:rPr>
              <a:t>")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3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4400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BECEB1-AE84-4267-B600-F9D13FF2E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516" y="1562099"/>
            <a:ext cx="5837284" cy="45624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A7D5D-466F-46DB-7B13-BD6D5242B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327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42462"/>
            <a:ext cx="12033250" cy="1325563"/>
          </a:xfrm>
        </p:spPr>
        <p:txBody>
          <a:bodyPr/>
          <a:lstStyle/>
          <a:p>
            <a:r>
              <a:rPr lang="en-US" dirty="0"/>
              <a:t>Flowchart for Assessing Interactions &amp; Confounding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0912F4-9754-4440-970F-867D88E9025B}"/>
              </a:ext>
            </a:extLst>
          </p:cNvPr>
          <p:cNvSpPr/>
          <p:nvPr/>
        </p:nvSpPr>
        <p:spPr>
          <a:xfrm>
            <a:off x="3927872" y="1365645"/>
            <a:ext cx="3893343" cy="12358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Is the association between X and Y different across levels of Z? (Is there effect modification?)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9DBC13-4776-4561-9994-74C3F12315D4}"/>
              </a:ext>
            </a:extLst>
          </p:cNvPr>
          <p:cNvSpPr/>
          <p:nvPr/>
        </p:nvSpPr>
        <p:spPr>
          <a:xfrm>
            <a:off x="230981" y="3101992"/>
            <a:ext cx="4362450" cy="9048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In the presence of effect modification, report the </a:t>
            </a:r>
            <a:r>
              <a:rPr lang="el-G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β</a:t>
            </a:r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for X-Y by levels of Z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4889DB-C7A2-421B-8812-56B6F3A3ABD0}"/>
              </a:ext>
            </a:extLst>
          </p:cNvPr>
          <p:cNvSpPr/>
          <p:nvPr/>
        </p:nvSpPr>
        <p:spPr>
          <a:xfrm>
            <a:off x="7546182" y="3097523"/>
            <a:ext cx="4362450" cy="12358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In the absence of effect modification, report a single </a:t>
            </a:r>
            <a:r>
              <a:rPr lang="el-G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β</a:t>
            </a:r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estimate to summarize the association between X-Y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31029F-0226-45EC-9D57-11425EA54F37}"/>
              </a:ext>
            </a:extLst>
          </p:cNvPr>
          <p:cNvSpPr/>
          <p:nvPr/>
        </p:nvSpPr>
        <p:spPr>
          <a:xfrm>
            <a:off x="5642369" y="4790082"/>
            <a:ext cx="3939779" cy="930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Does the </a:t>
            </a:r>
            <a:r>
              <a:rPr lang="el-G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β</a:t>
            </a:r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for X change when adjusting for Z? (Is Z a confounder?)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94D7FA-7DB9-4B04-A181-0CEF7111EF63}"/>
              </a:ext>
            </a:extLst>
          </p:cNvPr>
          <p:cNvSpPr/>
          <p:nvPr/>
        </p:nvSpPr>
        <p:spPr>
          <a:xfrm>
            <a:off x="3427809" y="6222500"/>
            <a:ext cx="3939779" cy="4653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Report and test the unadjusted </a:t>
            </a:r>
            <a:r>
              <a:rPr lang="el-G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β</a:t>
            </a:r>
            <a:endParaRPr lang="en-US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62416E-9381-4A21-A8A3-AE38510FC84D}"/>
              </a:ext>
            </a:extLst>
          </p:cNvPr>
          <p:cNvSpPr/>
          <p:nvPr/>
        </p:nvSpPr>
        <p:spPr>
          <a:xfrm>
            <a:off x="8066484" y="6222500"/>
            <a:ext cx="3939779" cy="4653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Report and test the Z-adjusted </a:t>
            </a:r>
            <a:r>
              <a:rPr lang="el-G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β</a:t>
            </a:r>
            <a:endParaRPr lang="en-US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2F43EBA-DCB9-4AB4-A5C4-F2FCE8BB7FCC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16200000" flipH="1">
            <a:off x="7552970" y="923086"/>
            <a:ext cx="496010" cy="38528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FFEFB7CA-EF06-4961-B3D9-FA8B6AB68DFC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rot="5400000">
            <a:off x="3893136" y="1120583"/>
            <a:ext cx="500479" cy="34623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A804FEA8-3A34-4E03-804A-79F47B29ECE2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rot="16200000" flipH="1">
            <a:off x="8573493" y="4759619"/>
            <a:ext cx="501646" cy="24241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ABA497D-04E8-4137-928E-4F460D4B0DB1}"/>
              </a:ext>
            </a:extLst>
          </p:cNvPr>
          <p:cNvSpPr/>
          <p:nvPr/>
        </p:nvSpPr>
        <p:spPr>
          <a:xfrm>
            <a:off x="2823728" y="2510963"/>
            <a:ext cx="4822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Yes</a:t>
            </a: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9FE914-3585-4ECB-A033-761817C7450A}"/>
              </a:ext>
            </a:extLst>
          </p:cNvPr>
          <p:cNvSpPr/>
          <p:nvPr/>
        </p:nvSpPr>
        <p:spPr>
          <a:xfrm>
            <a:off x="8767545" y="2510964"/>
            <a:ext cx="463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No</a:t>
            </a: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37839DF-0DBD-45C6-A0FD-E775E9905DD6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rot="5400000">
            <a:off x="6254156" y="4864397"/>
            <a:ext cx="501646" cy="22145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730577A-E025-4410-AF77-05C4EF749088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rot="5400000">
            <a:off x="8441488" y="3504162"/>
            <a:ext cx="456691" cy="211514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F9DB10A-CBB2-4D65-9214-95C5C61FA563}"/>
              </a:ext>
            </a:extLst>
          </p:cNvPr>
          <p:cNvSpPr/>
          <p:nvPr/>
        </p:nvSpPr>
        <p:spPr>
          <a:xfrm>
            <a:off x="5056446" y="5594236"/>
            <a:ext cx="463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No</a:t>
            </a: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478681-FBF1-4CEE-8459-60838AD01369}"/>
              </a:ext>
            </a:extLst>
          </p:cNvPr>
          <p:cNvSpPr/>
          <p:nvPr/>
        </p:nvSpPr>
        <p:spPr>
          <a:xfrm>
            <a:off x="9806637" y="5572449"/>
            <a:ext cx="4822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Yes</a:t>
            </a: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03E74B-9451-E9FB-D9EB-0819B82F2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35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51A07C0-6E26-29D8-5274-638926ACF075}"/>
                  </a:ext>
                </a:extLst>
              </p14:cNvPr>
              <p14:cNvContentPartPr/>
              <p14:nvPr/>
            </p14:nvContentPartPr>
            <p14:xfrm>
              <a:off x="5188680" y="1824120"/>
              <a:ext cx="2417400" cy="756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51A07C0-6E26-29D8-5274-638926ACF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79320" y="1814760"/>
                <a:ext cx="2436120" cy="77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3920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asbestPPT" id="{F1F4BCA4-C984-894E-B819-BB8D32D226B6}" vid="{B0A982C2-C77C-7041-BB5E-E4B4907542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BEST_regression_1</Template>
  <TotalTime>738</TotalTime>
  <Words>3629</Words>
  <Application>Microsoft Office PowerPoint</Application>
  <PresentationFormat>Widescreen</PresentationFormat>
  <Paragraphs>499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Aptos</vt:lpstr>
      <vt:lpstr>Arial</vt:lpstr>
      <vt:lpstr>Calibri</vt:lpstr>
      <vt:lpstr>Calibri Light</vt:lpstr>
      <vt:lpstr>Cambria Math</vt:lpstr>
      <vt:lpstr>Consolas</vt:lpstr>
      <vt:lpstr>Segoe UI</vt:lpstr>
      <vt:lpstr>Segoe UI Semibold</vt:lpstr>
      <vt:lpstr>Segoe UI Semilight</vt:lpstr>
      <vt:lpstr>Office Theme</vt:lpstr>
      <vt:lpstr>LA’s BeST @ USC</vt:lpstr>
      <vt:lpstr>Categorical Predictors</vt:lpstr>
      <vt:lpstr>Categorical Predictors</vt:lpstr>
      <vt:lpstr>Identifying a Reference Group</vt:lpstr>
      <vt:lpstr>Creating indicator variables for categorical X</vt:lpstr>
      <vt:lpstr>PowerPoint Presentation</vt:lpstr>
      <vt:lpstr>Creating indicator variables for categorical X</vt:lpstr>
      <vt:lpstr>Regression with the set of indicator variables Code implementation</vt:lpstr>
      <vt:lpstr>Regression with the set of indicator variables Model and interpretation</vt:lpstr>
      <vt:lpstr>Regression with the set of indicator variables Overall F-test</vt:lpstr>
      <vt:lpstr>Factor Variables in R</vt:lpstr>
      <vt:lpstr>Notes on Categorical Predictors</vt:lpstr>
      <vt:lpstr>How do SBP and DBP affect total cholesterol?</vt:lpstr>
      <vt:lpstr>Multiple Single Regression Equations</vt:lpstr>
      <vt:lpstr>Multiple Single Regression Equations</vt:lpstr>
      <vt:lpstr>Multivariable Regression</vt:lpstr>
      <vt:lpstr>Multivariable Regression</vt:lpstr>
      <vt:lpstr>Shared Variance</vt:lpstr>
      <vt:lpstr>Multiple Regression Equation</vt:lpstr>
      <vt:lpstr>Parameter Interpretations</vt:lpstr>
      <vt:lpstr>Another Example</vt:lpstr>
      <vt:lpstr>Another Example</vt:lpstr>
      <vt:lpstr>Interpreting Multiple Regression Output</vt:lpstr>
      <vt:lpstr>Interpreting Multiple Regression Output</vt:lpstr>
      <vt:lpstr>Confounding</vt:lpstr>
      <vt:lpstr>Confounding</vt:lpstr>
      <vt:lpstr>Confounding</vt:lpstr>
      <vt:lpstr>Confounding</vt:lpstr>
      <vt:lpstr>Interactions / Effect Modification</vt:lpstr>
      <vt:lpstr>Approach 1: Separate Regressions</vt:lpstr>
      <vt:lpstr>Approach 2: Interaction Term</vt:lpstr>
      <vt:lpstr>Interpreting the Interaction</vt:lpstr>
      <vt:lpstr>Interpreting the Interaction</vt:lpstr>
      <vt:lpstr>Interpreting the Interaction</vt:lpstr>
      <vt:lpstr>Flowchart for Assessing Interactions &amp; Confounding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Trevor Pickering</dc:creator>
  <cp:lastModifiedBy>Sandrah Proctor Eckel</cp:lastModifiedBy>
  <cp:revision>44</cp:revision>
  <dcterms:created xsi:type="dcterms:W3CDTF">2021-06-19T17:44:50Z</dcterms:created>
  <dcterms:modified xsi:type="dcterms:W3CDTF">2026-06-25T18:54:39Z</dcterms:modified>
</cp:coreProperties>
</file>