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7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306" r:id="rId9"/>
    <p:sldId id="307" r:id="rId10"/>
    <p:sldId id="265" r:id="rId11"/>
    <p:sldId id="266" r:id="rId12"/>
    <p:sldId id="264" r:id="rId13"/>
    <p:sldId id="325" r:id="rId14"/>
    <p:sldId id="267" r:id="rId15"/>
    <p:sldId id="268" r:id="rId16"/>
    <p:sldId id="308" r:id="rId17"/>
    <p:sldId id="309" r:id="rId18"/>
    <p:sldId id="311" r:id="rId19"/>
    <p:sldId id="312" r:id="rId20"/>
    <p:sldId id="313" r:id="rId21"/>
    <p:sldId id="310" r:id="rId22"/>
    <p:sldId id="326" r:id="rId23"/>
    <p:sldId id="314" r:id="rId24"/>
    <p:sldId id="317" r:id="rId25"/>
    <p:sldId id="269" r:id="rId26"/>
    <p:sldId id="270" r:id="rId27"/>
    <p:sldId id="315" r:id="rId28"/>
    <p:sldId id="316" r:id="rId29"/>
    <p:sldId id="318" r:id="rId30"/>
    <p:sldId id="319" r:id="rId31"/>
    <p:sldId id="320" r:id="rId32"/>
    <p:sldId id="321" r:id="rId33"/>
    <p:sldId id="322" r:id="rId34"/>
    <p:sldId id="323" r:id="rId35"/>
    <p:sldId id="32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19D2F4-BA77-44DB-B6B6-8048B57E05E3}">
          <p14:sldIdLst>
            <p14:sldId id="256"/>
          </p14:sldIdLst>
        </p14:section>
        <p14:section name="Categorical Predictors" id="{73725E44-3A1D-48D7-8AAA-19904A40FC50}">
          <p14:sldIdLst>
            <p14:sldId id="258"/>
            <p14:sldId id="259"/>
            <p14:sldId id="260"/>
            <p14:sldId id="261"/>
            <p14:sldId id="262"/>
            <p14:sldId id="263"/>
            <p14:sldId id="306"/>
            <p14:sldId id="307"/>
            <p14:sldId id="265"/>
            <p14:sldId id="266"/>
            <p14:sldId id="264"/>
          </p14:sldIdLst>
        </p14:section>
        <p14:section name="Shared Covariance" id="{DFDA9CC6-9B73-4B7F-A640-3B801280D71D}">
          <p14:sldIdLst>
            <p14:sldId id="325"/>
            <p14:sldId id="267"/>
            <p14:sldId id="268"/>
            <p14:sldId id="308"/>
            <p14:sldId id="309"/>
            <p14:sldId id="311"/>
            <p14:sldId id="312"/>
            <p14:sldId id="313"/>
            <p14:sldId id="310"/>
            <p14:sldId id="326"/>
            <p14:sldId id="314"/>
            <p14:sldId id="317"/>
          </p14:sldIdLst>
        </p14:section>
        <p14:section name="Confounding" id="{E32B823E-767B-49B0-8792-F1EEC1E292CE}">
          <p14:sldIdLst>
            <p14:sldId id="269"/>
            <p14:sldId id="270"/>
            <p14:sldId id="315"/>
            <p14:sldId id="316"/>
          </p14:sldIdLst>
        </p14:section>
        <p14:section name="Interactions" id="{160820C7-C365-402E-B1AF-56D872C85443}">
          <p14:sldIdLst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3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4" d="100"/>
          <a:sy n="94" d="100"/>
        </p:scale>
        <p:origin x="37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591432-CBB7-384D-A97F-673ECC661E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F6CE5-02D6-6D4F-AD45-7844B411CE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7AE39-24BF-9046-BF66-BB2858E2304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5E1F7-41DE-654A-918C-860256E539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D8D32-797E-7941-8DCD-7AA2B43770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FAACD-045F-6042-AD24-A0A2B32F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37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21:57.8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4090 7497 412 0,'3'1'96'0,"4"2"119"0,3 2-148 16,5 2-26-16,1-1-7 0,6 2 31 0,1 1-5 0,2-3-5 0,3-1-18 0,-3 2 25 15,1 0-21-15,3 2 29 0,0-1-14 0,5 1-15 0,1-1-17 16,0 0 2-16,3-1-2 0,3 1 3 0,4-1-4 16,4 0-8-16,5-1-15 0,-4-1 18 0,1-1-16 0,-3 0 21 0,-7-2-7 15,7 2-9-15,0 1 1 0,1-1 1 0,6 1 3 0,4-1 8 0,0 0-2 16,-3-1-5-16,2-1-15 0,-4-1 18 0,0 1-16 0,7-1 21 15,-2-1-4-15,9 0-10 0,6 0 3 0,0 0-2 0,-1-1 3 16,-3-3 6-16,-3 1 2 0,9 1 1 0,10-2-11 0,0 0 13 16,-1-1-14-16,-1 0 9 0,-6-2-3 0,10 1-4 0,8 1-13 0,1-2 11 15,-2 1-8-15,-1 0 19 0,-4-1-8 0,7 1-7 0,1 1-3 16,-1 0-1-16,-2-2 2 0,-3 3 2 0,0 4-3 0,2 0-3 0,-1-1 1 16,-2-4 2-16,-3 1 1 0,4-1-1 0,-2 2 2 0,-1 0-2 15,0-2 0-15,-5-1 6 0,-4 3-5 0,9-1 7 0,-5 0-6 16,-2 1-2-16,1-1 5 0,-6 3 3 0,-1 0 5 0,5 1 5 15,-2 1-2-15,-4-2-6 0,0-2-5 0,-6 1 4 0,-4-2-2 16,1 1 1-16,-3 1 2 0,2-1-3 0,0 2-18 0,-3 0 12 16,-5-1-12-16,-9 2 19 0,-5 0-2 0,-2 2-6 0,-3-1-6 0,-1 3 5 15,-4-2-6-15,-1 2-1 0,-4 1-15 0,1-1-10 0,0 1-47 16,-1-3 2-16,-5-1-13 0,-3 0-62 0,1-1-32 0,3 3-42 16</inkml:trace>
  <inkml:trace contextRef="#ctx0" brushRef="#br0" timeOffset="1197.57">16685 6455 526 0,'-7'-6'148'0,"1"3"207"15,3 1-284-15,1 2-53 0,-1 0-15 0,2 1 11 0,-1 0-1 16,1 0-6-16,0 2 16 0,-1 0 13 0,5 0-4 0,0 0 18 0,1 1-7 15,-1 0-6-15,-4 2-12 0,-2-1-4 0,-2 2 2 0,2-1-4 16,-3 0-1-16,0 3-2 0,3 2-9 0,-4 0 11 0,1 2-9 16,-2 4 17-16,-4-2-5 0,1 3-3 0,-2 5-8 0,-1 2 2 15,0 4-3-15,-2-1 0 0,-1-3 0 0,1 1-4 0,0 1-5 16,-2 0 8-16,-1 1-8 0,-3 1 9 0,1 1-4 0,-2 1-3 0,1 1-7 16,-3 0 8-16,-2 0-4 0,-1-2 19 0,0-3 2 0,-1 1-7 15,0-1-15-15,6 1 14 0,3-2-15 0,1-3 12 0,1-4-2 16,-3-2-7-16,3-2-6 0,3 1-1 0,5-2-1 0,0-2-13 15,3 1 1-15,2-1-7 0,1-1-16 0,2-2-3 0,1-1-8 0,0-3-42 16,1 0-12-16,-1-2-11 0,1-1-101 0,-2-2-21 0,1 0-22 16</inkml:trace>
  <inkml:trace contextRef="#ctx0" brushRef="#br0" timeOffset="1523.48">16001 6236 1195 0,'-6'-14'22'0,"3"3"-31"16,2 4 18-16,1 3-10 0,2 3 21 0,2 1-5 0,2 0-15 15,4 3 24-15,4 2 12 0,4 1 3 0,2 2 36 0,4 1-2 16,3 1-6-16,4 2-15 0,-4 2 9 0,2 0-14 0,3 1-6 15,3 4-8-15,6 4-8 0,-1 4-13 0,-1 1 9 0,0 2-7 0,0 1 18 16,0 1-6-16,0-2-8 0,4 6-18 0,-1-3 13 0,-10 3-12 16,0-4 11-16,-5-2-5 0,0-1-8 0,3-1-4 0,-2-1 1 15,-4 1 2-15,-2 3 9 0,-1 0 2 0,1 0-2 0,-1-2-22 16,2 0 24-16,-4-3-22 0,0 0 26 0,-1 1-7 0,0-4-10 0,2 2-13 16,-1 1 5-16,1-1-4 0,1 2-8 0,-1-2-10 0,-1-2-17 0,-1-3-66 15,-3 2-31-15,-5-2-19 0,-1 0-318 0,4 0 300 16,3-5-67-16</inkml:trace>
  <inkml:trace contextRef="#ctx0" brushRef="#br0" timeOffset="4597.27">16635 6510 256 0,'-2'0'12'0,"1"0"201"0,-1 0-56 0,0 0 25 0,1-1-134 15,1 0 14-15,0-2-37 0,0 0 9 0,0 2-8 16,0 1-15-16,0-1 0 0,0 1 26 0,0 0-19 0,0 0 54 15,-1 0-11-15,1 0-9 0,0 0-4 0,0 0 0 0,0 0-6 16,0 0 1-16,0 0-5 0,0 0-8 0,0 0-3 16,0 0 20-16,0 0-17 0,1 0 38 0,-1 0-12 0,3-4-10 0,-1 2-19 15,-1-2 12-15,1-1-17 0,2-1 10 0,-1 3-10 16,0-4-13-16,2 0-2 0,-2-1 5 0,1-1-5 0,0 0 4 16,1-1-1-16,0-1-1 0,2-1-13 0,-2-1 12 0,2-1-11 15,1 0 11-15,-1 0 3 0,1-4-10 0,2 0-11 0,-1 1 18 16,-1-1-16-16,-1-1 20 0,0 0-6 0,1 0-12 0,0-3-3 15,1-1 10-15,-1 4-4 0,0-2 18 0,0 4-8 0,-2 5-5 16,2 3-13-16,-1 2 6 0,-2 0-5 0,1 4 15 0,-1-3 1 16,-3 3-5-16,0 0-25 0,-1 1-1 0,-1 2-8 0,0 0-13 0,1 0-12 15,-1 0-9-15,0 0-83 0,0 0-43 0,0 0-23 0,1 2-36 16</inkml:trace>
  <inkml:trace contextRef="#ctx0" brushRef="#br0" timeOffset="11313.47">2486 8870 256 0,'-13'0'24'16,"5"-4"360"-16,1-1-174 0,3 3 2 0,0 1-222 0,3 0 22 0,1 1-20 0,0 0 32 15,0 0-3-15,0 0-10 0,0 0 0 0,0 0-4 0,0 0 4 16,0 0 6-16,0 0-1 0,0 0 1 0,0 0-12 0,0-1 17 16,0 1-13-16,0 0 16 0,0-2-9 0,0 2-12 0,-3-2-1 0,1 2 1 15,-2 0 2-15,0 1 5 0,-1 3 0 0,-2 0-3 0,-2 1-3 16,2 2 10-16,-4 1-8 0,2 1 8 0,-1 0-4 0,-2 3-5 0,1 0-4 15,-3 1 19-15,1 1-9 0,0 2 38 0,1-2-5 16,0 2-11-16,-2-2-8 0,0 1 9 0,-2 0-11 0,-1 2 2 16,0 0 0-16,0 3-1 0,-1-1-14 0,1-1 3 0,-1 1-7 0,0-1 1 15,3 0-2-15,-1 0-4 0,1 2-8 0,-1-1 3 0,0 5-4 16,0-1 8-16,3 0 0 0,-2 0-2 0,2 0-21 0,-2-2 20 16,2 1-17-16,-1-1 20 0,1-1 2 0,0-1-14 0,1 1 8 15,1-5 3-15,-3-1-1 0,1 1-3 0,1-1 3 0,-2 2 2 0,3 0-13 16,1 0 11-16,0-3-11 0,2-1 9 0,1-1-5 15,-1-1-15-15,1 0-26 0,3-2-5 0,-2 0-7 0,3-2-43 0,0 0-17 16,0-3-14-16,0 2-104 0,0-2 136 0</inkml:trace>
  <inkml:trace contextRef="#ctx0" brushRef="#br0" timeOffset="11715.42">1903 8712 793 0,'-12'0'440'0,"5"0"-455"16,3 1 33-16,2 3 0 0,2 1-1 0,2 1-2 0,1 0-4 0,2 2 5 16,-1 1 0-16,1 1-1 0,-1 0-1 0,1 2 0 0,1 0 6 15,2 1 2-15,1 0 2 0,1 0 2 0,2 2 12 0,2-1-1 16,2 2-3-16,5 4-23 0,4 4 26 0,3 1-24 0,2 0 33 16,2-3-8-16,-2-1-9 0,1-1-11 0,-1 2-1 0,-2 0-2 15,-2 1-4-15,-4-4 1 0,1 0-3 0,0-1-7 16,0-1 21-16,-2-1-17 0,-1 0 26 0,-3-1 0 15,-1-1-8-15,-2 1-25 0,-1 0 19 0,-1-1-18 0,-1-3 20 0,0 2-5 16,1-2-14-16,0 2-1 0,-1 1 3 0,0-2-3 16,0-1 0-16,-2 0-6 0,0 1-4 0,1-1-37 0,-1 1-3 0,1 0-12 15,-2-3-82-15,1 1-52 0,-2 0-55 0</inkml:trace>
  <inkml:trace contextRef="#ctx0" brushRef="#br0" timeOffset="13583.87">3309 9893 217 0,'-2'1'130'0,"0"-2"-84"0,0-1 64 0,-1 1-38 0,2 1-29 16,1 0 8-16,1-1-18 0,0 1 0 0,2 0-5 0,-1 0 11 15,2 0-5-15,0 0 6 0,1 0 2 0,2 0 2 0,0 0 2 16,1-3-13-16,1 2 15 0,0 0-17 0,0-1 6 0,-1 0-3 16,-1 0-5-16,2 0-3 0,1 1 6 0,1-1-3 0,-1 0 8 15,0 1-1-15,0-1-6 0,1 0-22 0,0 0 20 0,1 2-20 0,0 0 24 16,1 0-3-16,1 0-8 0,1 0-24 0,0 0 24 0,1 2-21 16,1 0 28-16,0 0 1 0,1-1-16 0,3 1-7 0,0 0 23 15,2 1-19-15,1 1 20 0,0-2-7 0,-5 0-12 0,1 2-4 0,1-1-1 16,1-1 1-16,6 1 4 0,0-1-2 0,-1 0 0 0,1-2-18 15,0 0 13-15,3 1-12 0,-1-1 19 0,2 1-7 0,1 0-7 16,4-1-3-16,3 0 2 0,1 2 2 0,-1-2 8 0,-7 1 2 16,-1-1-5-16,1 1-3 0,-2 0 6 0,4 1-6 0,-3 0 4 15,-2 0-3-15,3 0-3 0,3-1 2 0,1 2 3 0,2 1 3 16,4 0 7-16,0 1 0 0,0-1-8 0,-4-1-7 0,0 1 13 0,-4 0-11 16,1 0 14-16,3-1-3 0,-2-1-9 0,4-1-9 0,4-1 9 0,2 2-6 15,6-2 16-15,-1 0-1 0,-4-2-6 0,1-1-8 16,-1 3 5-16,-2-4-4 0,3-1 8 0,-3 2-4 0,1-3-5 15,8 2 2-15,5-1 2 0,0 1 2 0,0-3 0 0,-5 2-1 0,-2-1-6 16,2-2 4-16,7-1 0 0,5-1 2 0,7 1-2 0,-1-1-2 16,-3 1-1-16,-3 0-5 0,-4-1 8 0,1 1-5 0,4 0 13 15,2 2-2-15,1-2-4 0,1 2-12 0,-6-1 11 0,-3 0-7 16,-3 1 21-16,-1 2-9 0,0-2-9 0,5 2 1 0,-1 0-2 0,-4 1 6 16,-3-1 15-16,-9 2 0 0,-3 1 3 0,4-2-10 0,-5 1 11 15,-3 3-10-15,2-1 12 0,-4 0-2 0,2 1-5 0,4 0-12 0,-8-1 4 16,-1 1-4-16,-2 0 12 0,-2 0-9 0,2 0-2 15,0 0-13-15,-6 1 4 0,-1-1-3 0,-1 1 11 0,-3 0-1 0,-1 2-3 16,2 1-43-16,-3 0 8 0,0 1-17 0,-1-1-6 16,-1 2-5-16,0 0-12 0,2 2-79 0,-3 2-21 0,-1 2-25 0,1-1 17 15</inkml:trace>
  <inkml:trace contextRef="#ctx0" brushRef="#br0" timeOffset="20547.25">8016 11133 217 0,'-3'-5'155'0,"-3"2"-92"0,-2 0 82 0,1-1-108 16,1 2-14-16,1 0-19 0,0 2 18 0,2-1 2 16,1 1-7-16,-1 0 10 0,1 0-3 0,2 0 3 15,-1 0-6-15,1 0-6 0,0 0-6 0,1 0-5 0,0-2 8 0,1 2-6 0,1-1 5 16,-1 0 0-16,1-1-4 0,1 2-9 0,0 0 10 0,1 0-7 16,-1 0 19-16,2 0-4 0,-1 0-9 0,2 0-21 0,-1 0 23 0,1 3-21 15,-2-2 29-15,1 2-3 0,-1-1-9 0,1 1 2 0,0 0 4 16,-1-1 2-16,1-1 21 0,-2 2 0 0,1 0-2 0,-1-1-25 15,1-1 22-15,0 2-23 0,2 1 24 0,0-2-8 0,2 0-7 16,0 1-11-16,-1-1 10 0,2 0-3 0,2 0 23 0,1 0-5 16,1 1-13-16,2-1-16 0,-2 0 23 0,-5-1-19 0,-1 1 21 15,1 1-6-15,0 0-12 0,7-2-7 0,2 1 5 0,1 1-2 0,-1-1 18 16,-1 0-4-16,0 2-8 0,-3-2-3 0,3 1 6 0,0-1-4 16,0 2 0-16,0-3 1 0,-1 2-1 0,4 1-13 0,0-2 10 15,1 0-8-15,0-1 15 0,1 0 2 0,1 0-8 0,3 1-4 16,5-1 8-16,-1-1-9 0,-1 1 3 0,-6-1 0 0,-4 0-3 0,3-1-3 15,2 1 8-15,5 0-6 0,0-1 16 0,-2 1 1 0,-3 0-8 16,0 0-13-16,1 0 16 0,1 1-16 0,0 0 17 0,-1 1-2 16,1-2-4-16,3 2-4 0,1-1 0 0,2 2 1 0,1 0 9 15,-4-3-4-15,-4 2-1 0,-3-1-19 0,3 1 19 0,0-1-15 0,6-1 21 16,-3 0 1-16,-1 0-9 0,1-1-18 0,0-1 15 0,0 1-14 16,1-1 26-16,0 2-1 0,-1-2-8 0,2 1-10 0,2 0 14 15,2-1-13-15,-1 1 10 0,-3 0 2 0,-7 0-5 0,0 1-14 16,2 0 12-16,-2 0-10 0,5 0 22 0,-2-2-2 0,-4 2-8 0,1 0-19 15,1 0 23-15,0-1-20 0,3 0 28 0,-2-1-1 0,1 1-12 0,2 0-9 16,1 0 6-16,4-2-6 0,-1 1 19 0,-1-1-3 16,-7 0-6-16,1 1-9 0,2-2 8 0,-1 1-6 0,6 0 12 15,-2-1-1-15,-5 1-3 0,4 1-7 0,-4-1 0 0,2 1-1 0,1 2 10 16,-1-3-3-16,1 2 1 0,3 1-13 0,0-2 11 0,3 2-7 16,0 0 19-16,-10 0 0 0,0 2-5 0,1-2-12 0,-1 1 10 15,7 0-8-15,-1 1 12 0,-2-2 2 0,-1 1-9 0,1 0-14 16,0 0 17-16,0 2-16 0,0-2 17 0,0 0 2 0,1 1-8 0,4 0-3 15,1 1-2-15,1-1-1 0,-3 1 7 0,-6 1-1 16,-1-2 4-16,2 1-19 0,0 0 12 0,3-1-10 0,-1 1 25 16,-3-3-4-16,0 1-8 0,0 0-18 0,-1 2 16 0,2-2-13 0,0 0 31 15,0-1-7-15,1 2-5 0,5-2-12 0,2 1 5 0,-1 0-3 0,0 0 8 16,-9 1 4-16,0-1-5 0,4 2-10 0,-1-3 7 0,4 2-7 16,-1 1 17-16,-3-2-2 0,-1 2-1 0,1-2-7 0,0 0 3 15,0 2-4-15,2-1 3 0,2-1-2 0,0 1-2 0,3 0-5 16,-1 2 8-16,-2-3-2 0,-6 2 9 0,0 1 2 0,0-2-6 0,3-2-7 15,4 3 7-15,-2 0-8 0,0-2 6 0,0 0-2 0,2 0 0 16,5-1-6-16,0 2 4 0,3-1-3 0,3-1 9 0,-2 0 2 16,-6 0-6-16,2 0-12 0,-5-1 17 0,2 1-14 0,2-2 18 15,-6 1-6-15,2 0-12 0,0 0 4 0,2 1 5 0,-1-2 0 16,0 2 8-16,1 0-2 0,1-1-6 0,2 1-13 0,-8 0 13 16,1 0-11-16,0 1 23 0,0-1-7 0,2 2-11 0,1-2 0 15,-5 0 3-15,1 0 0 0,0 0 9 0,0 1-2 0,-1-1-1 0,4 1-15 16,-1-1 10-16,5 1-8 0,1-1 22 0,-3 0-7 0,-4 2-6 0,1-2-3 15,-2 0 2-15,3 1 0 0,4-1 3 0,-4 0 1 16,0 0-2-16,2 0-6 0,2 0 8 0,5-1-7 0,2-1 7 16,0 2 3-16,4-1-4 0,-7-3-19 0,3 2 16 0,-1-1-15 0,-3-2 32 15,3 2-5-15,-5-2-5 0,1 1-16 0,1-1 10 0,0 2-8 16,3 1 15-16,0-2 3 0,-1 2-4 0,-5 1-14 0,-1-1 8 16,-1 1-9-16,1-2 17 0,1 2-2 0,-2 0-2 0,-1 0-12 0,0-1 9 15,2 1-8-15,0 1 11 0,1-1 6 0,5 1-5 0,0-2-12 16,3 1 7-16,-3 0-9 0,-2 0 17 0,-1-1-3 0,1 0-2 15,2-1-18-15,0 1 15 0,-2 0-11 0,2 0 22 0,2-1-1 16,1 2-7-16,1-2-15 0,-6 2 10 0,1-1-10 0,-4-1 26 16,-4 0-7-16,5 2-4 0,-4-1-13 0,-2 0 10 0,-1 0-7 15,-2 1 13-15,0 1 0 0,0-2-6 0,2 2-12 0,-1-1 12 0,3 1-10 16,-1 0 22-16,-4-1-3 0,-4 1-7 0,-1 0-2 0,1 0 5 16,0 0-5-16,6 0 1 0,-3 0-1 0,-1 0-1 0,0 0-11 15,-3 0 12-15,3 1-7 0,-1 2 23 0,-2-3-5 0,1 1-6 0,2 1-10 16,0 1 4-16,1-1-4 0,2 0 9 0,-1 2-3 0,-1-2-3 15,-1-1 0-15,-7 2-2 0,-2-2 4 0,-1 2 2 0,0-2 1 16,4 0 0-16,-1 1-8 0,-2 0 6 0,-1 1-4 0,-4-2 9 16,0 2-4-16,-2-3-7 0,0 1-3 0,-1 0 2 0,0 0 0 0,0 1 17 15,-1-1-6-15,1 2 2 0,-2-3-16 0,2 1 9 16,0-1-5-16,-1 1 13 0,1 0 1 0,-1 1-6 0,1 0-15 0,-1 0 9 16,0 0-10-16,0 1 16 0,-2 1 3 0,1-2-6 0,0 3-8 15,0-1 6-15,-2 2-12 0,1 0-6 0,-1 0-8 0,-1 0-8 0,-1 2-17 16,-1-2-24-16,2 2 8 0,-2 1-98 0,-1 0-37 0,0 3-33 15</inkml:trace>
  <inkml:trace contextRef="#ctx0" brushRef="#br0" timeOffset="24696.34">23890 11367 434 0,'-5'-3'62'0,"2"0"97"0,-1-1-110 0,3 3-1 0,1 1-19 15,-1 0 0-15,1 0-6 0,0 1-2 0,0-1 5 0,0 0-4 16,0 0 6-16,1 0-4 0,1 1 3 0,-1-1 1 0,2 2-3 0,-1-2 13 16,0 0-10-16,0 1 7 0,1-1 0 0,-1 0-4 0,1 0-13 15,-1 0 6-15,2 0-10 0,-1 0 2 0,1 0 3 0,-1-1-4 16,1 1-14-16,1-2 17 0,-1 1-17 0,1 1 13 0,-1 0-3 0,2-1-6 16,0 1-13-16,0 0 20 0,1-1-12 0,0 1 36 15,1-2-2-15,0 2-11 0,1-1-7 0,1 1 22 16,0-1-17-16,2-1 26 0,2 2-13 0,0-2-16 0,3 1 13 0,0-1-7 0,0 1 11 15,-6-1-12-15,0 0-3 0,0 0-4 0,4 0-7 16,5 1 7-16,0 0-7 0,1 0 3 0,-3-1 2 0,-2 1-1 0,1 1-18 16,0-1 14-16,-1 1-12 0,1 0 28 0,0 0-4 0,1 1-6 0,-1 0-19 15,1 1 12-15,2-1-10 0,0 0 15 0,1 0-3 0,5 1-7 16,4-1-5-16,4 0 8 0,1 1-6 0,-6-2 7 16,0 0-1-16,3 0-7 0,0-2-7 0,6 0 10 0,-2 0-6 0,-3 2 12 15,-2-1-5-15,1 0-5 0,4 0-1 0,0-1 4 0,1 1-1 16,2 0 4-16,0-1-1 0,1 1-6 0,-6 1-9 0,1 0 16 0,0 0-10 15,-1 1 20-15,0-1-3 0,0 4-9 0,0 1-7 0,1 1 5 16,2-1-4-16,1 2 9 0,2 0 1 0,5-1-2 0,1 2-4 16,-5-1 6-16,0 1-4 0,0-1 11 0,-3-1-2 0,1 2-3 0,3-3-17 15,-2-1 10-15,4 2-9 0,5-2 22 0,5 1-3 0,0-2-3 16,1-3-17-16,-2 0 14 0,-4 0-13 0,2 0 17 0,-1 0-1 16,1 1-7-16,8 1-8 0,4 2 10 0,2-3-6 0,2 2 19 15,-7-2-6-15,-3 1-8 0,1 0-12 0,1 1 11 0,7 2-9 16,4-1 16-16,0 0 1 0,-3-1-6 0,0 0-8 0,-5 1 7 15,0 0-7-15,7-1 10 0,3 3-2 0,1-3-7 0,2 1-2 0,-2-1 8 16,-6-1-4-16,1 1 12 0,0-1-4 0,6 4-6 0,7-3-4 16,-1 0 4-16,-4-2-2 0,-4 1 5 0,-5-1-1 0,7 1-1 15,8 0-5-15,-1 2 1 0,1-2-1 0,-7 1 6 0,-6 0 4 16,1 3-2-16,5 1-5 0,1 0 0 0,-2-1-3 0,-2-1 6 0,-10-1 0 16,-3 0 1-16,2-2-7 0,2 4 6 0,2-3-4 0,-1 1 4 15,-7 0 2-15,-3-3-3 0,-3 1-1 0,-4-1 6 0,-1 0-6 16,-3 2-1-16,-1-1 1 0,3 0-2 0,7 0-7 0,1 1 13 0,-5 1-9 15,0-3 9-15,-6 1-1 0,-1 1-6 0,4 0-4 0,-1-1 7 16,0 2-4-16,3 0 7 0,5 1 1 0,3 0-7 0,3 1 3 16,-4 0 1-16,-5-1-1 0,0 0-6 0,-4 0 1 0,2 1 1 15,2 1-4-15,3-2 2 0,4 3-1 0,0-1 1 0,-8 0 2 16,2-2-2-16,-5 2-6 0,-3-1 10 0,3-1-7 0,-5 0 14 0,-3-1-1 16,-1-1-2-16,3 1-9 0,1-1 4 0,2 1-4 0,-1-2 9 15,-5 0 2-15,-1 0 0 0,-1 1-17 0,-3-1 21 0,1 1-19 16,-3-1 23-16,-2 1-4 0,-2-1-10 0,2 1-5 0,-3 2 4 15,0-2-4-15,-1 3-4 0,-2-1-8 0,0 2-10 0,0-2-36 16,1 2-5-16,0 1-9 0,0 1-54 0,-3 1-33 0,-3 1-27 0,-3 1-243 16,-2 0 267-16</inkml:trace>
  <inkml:trace contextRef="#ctx0" brushRef="#br0" timeOffset="32130.84">11116 12343 706 0,'-1'-3'86'0,"-3"0"280"0,2 0-355 0,2 3 6 0,0 0-6 0,2 0 8 0,2 1 6 16,-2 1 2-16,5 0 19 0,0-1 1 0,3 1 3 0,1-1-1 15,-1 1-6-15,1 0-8 0,2 0-19 0,-7 0 18 0,2 1-18 16,1 0 11-16,0 0-2 0,8-2-6 0,1 1-18 0,3 2 12 16,1-2-12-16,-1 1 16 0,-1 1 0 0,2-3-11 0,1 5-19 15,2-3 18-15,1-1-17 0,1 2 23 0,0-2-2 0,2 1-8 0,2-1-11 16,2 1 13-16,3-2-9 0,0 0 17 0,-7-1-2 0,0 2-9 0,1-1-4 15,0 0 6-15,3 2-5 0,0-2 9 0,-3 0-2 16,0 1-4-16,2-2-4 0,2 1 7 0,0 1-2 0,6 0 11 16,0-4 1-16,4 0-8 0,2 1-4 0,-5-1 16 0,2 2-13 0,-1 0 15 15,-3 0-5-15,4 0-9 0,2 2-5 0,2-2 5 0,4 1-4 0,7-1 13 16,-2 0-6-16,-3 0-2 0,0 0-12 0,-3-1 9 16,-2-1-6-16,6-1 15 0,-3 3 2 0,3 0-6 0,6 0-10 0,2 0 7 15,-4-6-6-15,2 3 15 0,-7-3 0 0,-1 0-2 0,5 1-24 16,-1-2 20-16,2 2-18 0,6 2 26 0,-3-3-6 0,-2 3-9 0,0 0-5 15,-7 0 9-15,2 0-6 0,1 1 10 0,1 0 0 16,5 0-9-16,4 1-2 0,-1 0 2 0,1-2-2 0,-4 1 5 0,-1-2-3 16,1 0-3-16,8-2 2 0,6 2 2 0,3-3 2 0,0 0 7 15,-6 0-2-15,-4-2-4 0,4 0-12 0,7-1 8 0,1 0-8 16,1 0 14-16,-5 1-2 0,-6 1-6 0,3-1-12 0,1 1 15 0,2 1-8 16,0 0 23-16,-5 0-3 0,-5 2-8 0,-4-1-5 0,2 3 21 15,0-1-15-15,2 2 30 0,2 1-3 0,-5 0-7 0,0 1-17 16,-4-1 8-16,-5 1-10 0,1 0 12 0,-1-2-8 0,0 1-7 0,6 1-4 15,1-1 3-15,-5 0-1 0,0-1 11 0,-7 0-6 16,-6-1-7-16,8 1 1 0,-4-2 4 0,-2-1 0 0,4 3 12 0,-1-2-6 16,0 2-2-16,1-1-8 0,-8 2-1 0,-2-1 1 0,-3 2 7 15,-3 0-5-15,-1 0-2 0,-3 1-6 0,-2 1 6 0,-2 3-5 16,-1 1-6-16,-4-1-13 0,-1 1-18 0,0 1-58 0,-1 1-18 16,0 1-13-16,-1 0-174 0,0 3-135 0,-7-1-101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22:48.3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15957 10818 256 0,'-6'4'12'15,"2"-1"212"-15,0-3-48 0,1 0 28 0,0 1-113 0,0-1 31 0,0 0-50 0,2 0 36 0,-1 0-19 0,1 1-25 0,-1-1-10 16,1 0 4-16,1 1-11 0,0-1-5 0,0 0-15 16,0 0-12-16,1 0-12 0,2 2 20 0,1-2-15 0,3 0 31 15,0 0-5-15,2 1-12 0,2 0 4 0,1 1 8 16,0-2-10-16,2 1 10 0,0 0-2 0,0-1-4 15,4 1-25-15,-2-1 20 0,2 0-23 0,2-1 31 0,-1 1-10 16,-3-1-15-16,-3 1-6 0,-1 0 5 0,-5-1-3 16,6 1 14-16,-2-3-3 0,-1 2-3 0,1-2-11 0,-1 2 8 0,-2 0-8 15,-2-1 11-15,-2 1 0 0,0-2-6 0,-2 2-11 16,0 1 13-16,-1 0-10 0,-1 0 25 0,2 0-6 0,-2 0-9 16,0 0 8-16,-3 0 2 0,-1 1 3 0,-2-1 2 0,-1 3-7 0,0-2-6 0,-2 1-19 15,-2-2 11-15,0 1-8 0,0-1 21 0,0 1 0 0,0-1-8 16,-2 0-8-16,4 0 2 0,1-1-4 0,-1 0 7 0,-2 1 2 0,-3-3 1 15,-1 2-21-15,1-1 21 0,1 1-19 0,1 0 25 0,-1 0-1 16,2-1-10-16,1 0-6 0,1-2 12 0,0 3-9 0,0-3 9 16,2 0 1-16,-1 0-10 0,2-1-3 0,0 1 13 0,2-1-8 15,0 1 10-15,2-1-5 0,1 3-8 0,1-4-1 0,0 1 3 0,2 0 0 16,3 1 8-16,0-1-4 0,2 0-1 0,1 0 2 0,2 0-4 16,-1 0 3-16,1 2-1 0,0-2 2 0,0 2 0 0,0-2-4 15,2 2 3-15,-2-1-3 0,-1 0 6 0,-2 1 0 0,-1-1-3 0,0 1-6 16,-1 0 12-16,0-1-9 0,-1 2 21 0,-1 0 3 0,-1-2 3 15,-2 2-7-15,0-1 12 0,-2-2-9 0,-2 1 14 0,-1-2-6 16,-1 0-8-16,-2-2-15 0,-2-1 12 0,-2-1-12 0,0-2 10 16,0 2-3-16,1-2-9 0,0 0-16 0,0-2 18 0,4-1-15 15,-1 1 22-15,1 5-2 0,3 2-6 0,-1 0-2 0,3 2 16 16,1-2-10-16,1 0 16 0,1 3-2 0,2 2-10 0,3-1-3 0,1 2 25 16,2 0-18-16,1-1 32 0,0 1-8 0,1 0-18 0,2 1-6 15,1-2 5-15,-2 1-6 0,2 1 2 0,-3-2-2 0,1 0-3 16,1 1-19-16,-2-3 15 0,-1 0-12 0,-1 2 17 0,-2-2-4 15,-5 0-9-15,0 0-4 0,0 0 6 0,1 1-4 0,2-1 9 0,1 3-3 16,-3-3-6-16,2 0-5 0,-1 0 2 0,2 0-5 0,-2 2-1 16,1-2-5-16,-2-1-7 0,2 2-37 0,-1-1 4 0,1 0-14 15,-2 1-24-15,-1-3-19 0,-1 1-21 0,-1 0-115 0,0-2-35 16,-4-2-17-16,1 0 77 0</inkml:trace>
  <inkml:trace contextRef="#ctx0" brushRef="#br0" timeOffset="175.52">16147 10213 958 0,'0'6'454'0,"-1"-2"162"0,-1 1-435 0,2-2-54 0,4-2-33 15,0-1-36-15,1-1-50 0,0-2 17 0,1 0-26 0,0 0 22 16,-1-1-8-16,1 0-11 0,0 1-12 0,-2-1-4 0,0 1-1 16,1 0-46-16,-2-1-31 0,1 0-16 0,-1-1-104 0,-2 0-46 15,-1-1 27-15,-1-1-180 0,-2-2 240 0,3 0 4 0</inkml:trace>
  <inkml:trace contextRef="#ctx0" brushRef="#br0" timeOffset="277.43">16056 10158 449 0,'-11'7'192'0,"-1"0"76"0,1-1 0 0,1 0-74 0,1-3-35 16,2 0-38-16,1-2-32 0,-1 0-60 0,1-1-1 0,2 0-18 0,-2-1-30 16,2 0-39-16,-2-2-17 0,-2 0-195 0,-2-4-73 0,-1-2-35 0</inkml:trace>
  <inkml:trace contextRef="#ctx0" brushRef="#br0" timeOffset="567.4">15845 9939 815 0,'0'3'200'0,"0"3"399"15,0-3-374-15,0 3-37 0,2-4-46 0,2 2-55 0,1-1 14 16,-1-2-36-16,4 0 19 0,0 0-7 0,2 2-11 0,4-3-11 16,1 2 9-16,1-2-19 0,3 0 3 0,-3 0-8 0,1 0-13 15,1 0-22-15,-3-2 14 0,3-1-17 16,3 0 16-16,-1 0-4 0,0-1-10 0,-2 2-8 0,-3-2 11 16,-3 0-10-16,-4 0 9 0,-3 0-8 0,0 2-11 0,-2-3-22 0,4-1-9 15,-2 3 4-15,0-5-37 0,-1 1-6 0,-2 0 0 16,0-2-43-16,-2 2-47 0,-1 0 31 0,-2-3-154 0,-2 2-37 15,-4-2 2-15</inkml:trace>
  <inkml:trace contextRef="#ctx0" brushRef="#br0" timeOffset="842.85">16101 9775 290 0,'3'6'199'0,"-1"-5"-33"16,-1-1 148-16,1 0-124 0,-2 0 35 0,0 0-92 0,-2-3-19 15,0-1-21-15,0 0-31 0,-3-2-23 0,1 0 12 16,-1 0-20-16,0 0 19 0,-1-3-9 0,2 2-13 0,-2 0-9 15,-1-1 5-15,2 0-9 0,-3-1 6 0,2 2-5 0,1 0-4 0,-1 2-4 16,2 0 8-16,-1 2-6 0,1 0 22 0,0 1-3 16,1 1-3-16,-1 0-11 0,1 1 21 0,1 1-20 15,0 0 31-15,2 2-12 0,-2-1-17 0,2 1 0 0,3 2 4 16,0-1-5-16,4 4-1 0,1-2-2 0,3 2-6 0,4 1-5 16,-2 0 14-16,3-2-10 0,1 2 20 0,-3-2-4 0,3 0-10 0,-2 0-7 15,-8-3 4-15,-1 1-5 0,-1-3 3 0,-3-1-1 0,5-1-3 16,-2-1-13-16,0-3 7 0,-2-1-10 0,0-2-8 15,0-1-6-15,-2-2-13 0,0-4-28 0,-1-1 2 0,-1-2-10 16,-3 0-35-16,1-1-21 0,0-1-24 0,-3-2-111 0,-1-3-22 16,-2 1-34-16,1-3 56 0</inkml:trace>
  <inkml:trace contextRef="#ctx0" brushRef="#br0" timeOffset="1073.04">16020 9418 846 0,'3'16'266'15,"-1"-3"87"-15,1 1-185 0,-1-2-7 0,-1-7-34 0,1 0-46 0,1-4-38 16,-2-3 27-16,2-2-35 0,2-4 30 0,0 0-10 16,3-2-18-16,1-3-2 0,-1 2 13 0,1-1-15 0,3-1 14 15,1 5-9-15,-1-1-7 0,1 1-6 0,-3 3 12 16,-4 3-11-16,0 1 24 0,-1 1-10 0,3 4-11 0,5 2-18 16,-2 2 12-16,0 1-15 0,-2 1 12 0,0 1-3 0,0-1-10 0,-1 3-13 15,-1-1 11-15,-2-1-12 0,0 0 15 16,-2-1-17-16,-1 1-12 0,-1-4-45 0,1-2-27 0,-2-1 12 0,0-4-126 15,-3-1-21-15,-1-4-31 0,-4-5-141 0,-1-6 227 0</inkml:trace>
  <inkml:trace contextRef="#ctx0" brushRef="#br0" timeOffset="1867.85">16097 8606 1238 0,'-8'18'-267'0,"4"-7"542"16,1 0-60-16,-1-1-82 0,3 1-56 0,1 0 9 0,0-2-34 0,3 2-6 0,1 1-10 0,1-1-11 15,4 2-19-15,2-2 17 0,1 1-18 0,1-1 33 0,0 0-10 16,-8-1-13-16,2-2 5 0,-1 1 3 0,-1-4-2 0,8 0 11 16,-3-1 2-16,0-4-3 0,-1 0-7 0,-1-4 16 15,-2-1-20-15,2-3 17 0,-2 0-9 0,0-1-13 0,-2-1-8 16,-1-1 6-16,0-1-7 0,-2-2 8 0,-1 0 0 0,0 0-4 15,-2-1-14-15,-1 2 10 0,0-1-12 0,-2 1 20 0,1 1-2 16,-3 1-8-16,-1 1-3 0,0 1 2 0,1 1-2 0,-1 3 7 16,0-2-4-16,-1 5-2 0,0-1-1 0,0 5 5 0,-1-2-2 15,0 2 5-15,5-1-4 0,1-1-5 0,1 0 0 0,2 0 0 16,-4 3 1-16,1 0 3 0,2-1 0 0,2 1-2 0,0-1-13 0,1 2 16 16,0-1-12-16,3 2 26 0,0-1-5 0,2-3-8 0,-1 1-6 15,2 1 8-15,-5-3-6 0,2 0 12 0,0-3-1 0,2 1-7 0,7 1-15 16,1-3 18-16,2 0-14 0,0 1 24 0,0-1-3 15,0 1-11-15,0 0-14 0,-2-1 12 0,2 0-10 0,2-1 19 16,0 5-2-16,1-1-9 0,0 0-8 0,1-1 8 0,0-4-5 16,2 2 13-16,-2-1-2 0,-1 2-5 0,0 0-2 0,0-2 2 0,1 1-1 15,1 1 4-15,-3 2-2 0,0 0-3 0,-2 1-2 0,1 1 1 16,-7 0-2-16,-1 2-11 0,-2-1 10 0,-2 2 2 0,1 2 1 16,0 2 10-16,-2 1-8 0,1-2 17 0,-3-1 0 0,0 2-3 0,-2-2-2 15,-1 4 5-15,-1 1-4 0,-1-3 3 0,-2 1-2 0,0 0-5 16,-3 2-16-16,0-1 11 0,0-1-10 0,-1-1 14 0,6 0-3 15,-2 0-9-15,1 0-13 0,-2-2 5 0,-6-1-8 0,-2 2-8 0,3-3-4 16,-1 1-7-16,0-3-28 0,0 0-11 0,0-2-3 16,-2 0-55-16,2-2 33 0,0-3 3 0,-1-3-83 0,2 0 22 0,1-4-52 15,-1 2-48-15,-3-2 151 0,4-3-10 0</inkml:trace>
  <inkml:trace contextRef="#ctx0" brushRef="#br0" timeOffset="2170.67">16184 8226 1323 0,'-2'15'-305'0,"0"-5"612"0,4-1-68 0,1 1-94 0,1 2-60 0,4-2 8 0,1 0-33 0,2 3-7 16,2-1-10-16,-1 1-9 0,1-4-5 0,-3-2 9 16,-3-3-10-16,1 0 16 0,-2-4-8 0,0 0-8 0,-1-4 0 15,-1 0 5-15,-2-3-5 0,0-2 6 0,-2-2-2 0,0 2-8 16,0-2 6-16,-2 2 6 0,0 0-6 0,-2 0 4 0,2 1-6 15,-3 1-8-15,2-1 2 0,0 3 12 0,0-2-10 16,1 2 22-16,1 1-5 0,1 1-11 0,1-1-8 0,3 1 10 16,1 1-13-16,3-2 15 0,1 3-4 0,0-1-8 0,0 1-15 15,0 0 9-15,0-2-13 0,-1 1 9 0,0-2-2 16,-2-1-7-16,2-4-3 0,-2 1-3 0,1-2-2 0,-3 0-17 0,0 1-5 16,-1-3-6-16,-2 0-23 0,0 1-5 0,-1 2-4 0,0 4-40 15,0 0-15-15,-2 2-16 0,-1-2-89 0,-2-1-53 0,-2-2 2 16,1-2 53-16</inkml:trace>
  <inkml:trace contextRef="#ctx0" brushRef="#br0" timeOffset="2401.12">15859 7815 1936 0,'-2'2'147'0,"2"0"68"0,1 0-65 0,2 1-33 16,3-1-44-16,6 0-29 0,4 0 17 0,4 2-25 0,5-2 28 15,-1 2-8-15,0 0-11 0,3-1-17 0,-1-1 8 0,4 2-15 16,2 0-2-16,-7 0-4 0,-9-3-8 0,-1-1-11 0,-1-1 11 16,-2-3-12-16,8 0 17 0,-3-2-5 0,-1 1-7 15,-2-2-13-15,-1 2-8 0,-1 1 2 0,-2-2-22 0,-1 3-7 16,-1-1 6-16,-1 1-51 0,-2-1-14 0,0 1 6 0,-2-1-72 16,-1 2-41-16,-2-3-17 0,0 0-120 0,-3-2-189 15,1-2 32-15</inkml:trace>
  <inkml:trace contextRef="#ctx0" brushRef="#br0" timeOffset="2612.21">15932 7561 1439 0,'0'4'160'0,"0"1"111"0,1 2-52 0,3-2-36 0,1 1-46 0,3-1-51 16,2-1 16-16,3 1-38 0,4 2 11 15,-2-2-15-15,4 2-21 0,5-1-7 0,-2-1 3 0,3 0-8 16,1 1-3-16,-9 1-7 0,-2-1-6 0,-1 0-12 0,-3-3 7 15,5-1-7-15,0 0 13 0,-2-2-4 0,0-2-8 0,-3-3-25 16,-2 0-5-16,0-1-4 0,-2-4-38 0,-2-1-17 0,0 2-8 16,-2-3-63-16,-2-2-59 0,-1-3 38 0,-4-7-211 15,-1-2-99-15,1-4-5 0</inkml:trace>
  <inkml:trace contextRef="#ctx0" brushRef="#br0" timeOffset="2841.35">16194 7331 959 0,'11'13'286'15,"1"-2"-164"-15,2 2 121 0,-1-3-93 0,-1-2 12 16,-2-3-45-16,-1 0-32 0,-1-4-24 0,-2-1-21 0,1-1-15 16,-1-4 0-16,-2 0-3 0,1-3 1 0,-2-1-7 0,-1-1-8 15,-1-2-11-15,-1 1 10 0,0-1-8 0,-1 1 25 0,-1 1 1 16,-1 1-7-16,-1 0 21 0,0 2 10 0,-3 1-6 0,0 2 24 16,-1 0-4-16,1 2-8 0,-2 0-5 0,-1 2 3 15,-2 0-13-15,0 2-16 0,1 0-7 0,1 2-9 0,1-1-10 16,2 0 3-16,0 1-3 0,0 0 4 0,3 1-2 0,-1-2-6 15,1-1-28-15,1 1 3 0,-1-1-9 0,1-2-22 0,1 0-11 16,-2 0-14-16,3 0-69 0,-1-3-42 0,0-2-1 0,-1-1-179 16,3 1-64-16,6-2-45 0</inkml:trace>
  <inkml:trace contextRef="#ctx0" brushRef="#br0" timeOffset="3142.13">16259 7113 1134 0,'9'8'-398'0,"-3"-6"775"0,-2 0-78 0,2 0-128 16,-1 0-52-16,1-1 14 0,-2 0-44 0,1 0-17 0,-3 1-4 15,0-2-17-15,1 2 11 0,-2 1 12 0,0 1-16 0,0-2 13 16,0 1-8-16,-1 1-13 0,0-4-13 0,-1 0 22 16,0 0-24-16,-1 0 27 0,-2 0-10 0,0 0-16 0,-3-2-19 15,-1-3 16-15,-1 3-21 0,-1-6 17 0,1-2-5 0,-1-1-9 0,0-10-5 16,2-2 5-16,0-3-7 0,1-2 5 15,3 2-2-15,2 4-2 0,2-2-3 0,1 6 12 0,3 3-11 16,3 0 17-16,1 4-3 0,2 2-7 0,0 2-8 0,-1 0 6 16,1 2-7-16,0 0 5 0,0 2-1 0,-1 1-6 0,3 1-7 15,-3-2 9-15,0 2-6 0,0-1 12 0,0 2-4 0,0 0-5 16,1-1-27-16,1 2-15 0,0 1 2 0,0-1-44 0,-1-1-61 0,2 0-31 16,0-1-370-16,2-2 338 0</inkml:trace>
  <inkml:trace contextRef="#ctx0" brushRef="#br0" timeOffset="4083.49">15640 9144 217 0,'1'7'418'0,"-4"-3"-201"0,0 1 274 0,0-1-278 0,2-3-87 15,1 1-31-15,-1-2-17 0,1 0-23 0,0 0-26 0,0 0-19 16,1 0 21-16,2-2-18 0,1 0 58 0,1 2-4 0,-1-1-7 16,-1 1-3-16,0 0 14 0,1 0-18 0,4 0 26 15,4 0-13-15,3-2-14 0,4 1-15 0,-1 0-1 0,0-1-8 16,2 0-7-16,-3 1-7 0,1-2-4 0,3 2-11 16,-3-2 4-16,0 2-4 0,-1 0 11 0,-3-3-2 0,1 0-5 0,2 1-2 15,-2 0 2-15,-2-1-3 0,0 1-11 0,-3 1-11 16,-2-1-8-16,1 0-20 0,-3 3-13 0,0-1 6 0,-2 0-54 15,-1 1-14-15,-1 0-15 0,-1-1-87 0,-1 1-9 0,-1-2-15 0,-4 0-101 16,0 0 207-16,-1 0-22 0</inkml:trace>
  <inkml:trace contextRef="#ctx0" brushRef="#br0" timeOffset="4372.1">15656 9118 1133 0,'-11'6'-315'0,"10"-4"631"0,0 0-59 0,1 0-95 0,0-2-60 15,-4 0 8-15,2-2-39 0,0-2-16 0,1 3-17 0,1-3-16 16,0-1-27-16,0-1 19 0,2-2-18 0,0-2 38 16,1 0-10-16,2 1-12 0,-1-2-6 0,-4 2 7 0,0-2-6 15,0-4 14-15,2 0-4 0,4 1-8 0,2-1-18 0,0 3 18 16,-1 2-19-16,1 0 29 0,-1 4-5 0,1-1-10 0,0 3 1 16,-1 2 5-16,1 1-4 0,0 2 8 0,-2 1 7 15,1 2-4-15,-1 3 1 0,-2-1 15 0,1 2-18 0,-2 2 13 16,2-1-6-16,-2 2-10 0,1 0-9 0,0 1 7 0,-1 0-8 15,0-2 13-15,0 0-5 0,-1-2-4 0,-1 0-9 0,-1-2 2 16,0 1-2-16,0-5 9 0,-1 2-2 0,0-3-2 0,-1 1-28 16,-1-1 0-16,0-1-12 0,-1 0-46 0,-1-3-9 0,1-2-21 0,-2 0-100 15,1-1-8-15,0-2-29 0,0 0-154 0,1-4 242 0,4-5-33 16</inkml:trace>
  <inkml:trace contextRef="#ctx0" brushRef="#br0" timeOffset="4683.08">15709 8897 484 0,'-1'-6'-126'15,"-3"3"281"-15,1-4-11 0,0 1-25 0,-1-1-32 16,0 0 23-16,0-1-42 0,0-1 32 0,-1 0-13 0,2-1-20 0,-3 0-27 16,2 1 26-16,-2-2-35 0,1 2 30 0,0 3-4 15,0 2-13-15,5-1 3 0,-2 2 1 0,1 2-6 0,0 0 9 16,-4 1 1-16,0 1-6 0,-1 0-18 0,2 3 24 0,-1 0-30 15,2 0 24-15,2 1-11 0,1-1-14 0,0 2-16 16,3 1 14-16,0-1-13 0,2 2 30 0,3 0-7 0,0-2-7 0,2 2 1 16,-5-1 17-16,0-2-12 0,2 3 34 0,0-4-9 15,4 0-14-15,1 0-19 0,-1-4 8 0,0 1-14 0,-3-1 5 16,-1 0-4-16,0-1-7 0,-1-4-8 0,-1-1 8 0,0 0-7 16,-2-2 10-16,-2-2-4 0,-1-1-8 0,0-4-26 0,0 1-3 15,0-2-6-15,-1-1-37 0,-1 2-11 0,0-3-14 0,-3-1-69 16,1-3-25-16,-3 1-5 0,0-2-96 0,-1 2-59 0,-1-1-30 0</inkml:trace>
  <inkml:trace contextRef="#ctx0" brushRef="#br0" timeOffset="4825.59">15552 8359 853 0,'-2'16'-528'0,"5"-8"1125"0,-2 0-146 0,2 1-166 0,2 1-114 16,0 0-6-16,2-1-41 0,2 3-57 0,0-1-16 15,2 2-13-15,3-1-33 0,-1 2 10 0,0-2-15 0,-4 1 17 16,-2 1-6-16,1-3-9 0,1 1-43 0,6-3-10 15,-1 0-9-15,4 0-129 0,-1-1-66 0,1-2-31 0</inkml:trace>
  <inkml:trace contextRef="#ctx0" brushRef="#br0" timeOffset="5201.46">16763 9336 1273 0,'-11'3'315'0,"-1"-3"-230"16,-2-1 87-16,-4-3-72 0,4-3 12 0,-1-1-33 16,-2-4-17-16,1 0-16 0,5-2-30 0,-5-3-13 0,1 2 16 15,0-1-15-15,-4-3 40 0,4 2 10 0,5 1 3 0,1-1 8 16,5 6 9-16,2-1-16 0,3 3 6 0,4 1-5 0,2 1-9 0,3 0-14 16,1 2 12-16,3 0-20 0,5 1 6 15,-1 0-8-15,1 3-14 0,-3 0-2 0,0 1 1 0,-3 2-4 16,3 2 0-16,1-2-3 0,-2-2-2 0,2 0-26 0,-2 0-7 15,-1-2-6-15,0-2-76 0,-2 1-64 0,0-5-26 16,0 0-307-16,1-3 297 0</inkml:trace>
  <inkml:trace contextRef="#ctx0" brushRef="#br0" timeOffset="71941.83">19973 12596 217 0,'-3'-1'239'0,"-1"0"-111"0,-1 0 147 0,1 1-127 15,0-2-40-15,1 2-22 0,1-1-5 0,0 1-10 0,-1-1-17 0,1-1-9 16,0 2 14-16,1-1-20 0,-1 0 20 0,0 0-6 16,1 1-5-16,1-2-10 0,-1 2 16 0,1 0-18 0,0 0 36 15,0 0-8-15,0 0-14 0,0 0-16 0,0 0 15 0,0-1-22 16,0 1 16-16,0 0-5 0,2-3-13 0,1 2-9 0,-1-1 8 15,1-2-12-15,1 1 9 0,0-2-4 0,2 1-2 0,2-3-3 16,-1 0 6-16,4 2-5 0,0-4 14 0,1 0-1 0,0-1-8 16,2-3-11-16,-1 2 7 0,2-3-11 0,1 1 7 0,-2 0-1 15,2 3-3-15,-6-3-12 0,-1-2 10 0,1-2-8 0,1-5 14 16,5 2 0-16,2 0-7 0,0-1-15 0,-1 1 16 0,-1 3-14 16,-3-1 20-16,2 1-3 0,-1 2-9 0,3-5-21 0,2 4 15 15,0-3-15-15,2 1 7 0,-3 0-11 0,0 0-14 0,0 0-42 16,-3 1-13-16,1 2-4 0,-4-1-66 0,0 1-10 0,-5 1-15 0,1 0-93 15,-1 2-66-15,-4 2-14 0</inkml:trace>
  <inkml:trace contextRef="#ctx0" brushRef="#br0" timeOffset="72187.08">20299 11917 633 0,'-3'0'-393'0,"3"3"800"16,0-1-81-16,0 0-120 0,0 1-84 0,2-1 10 15,0 0-50-15,3 0-33 0,1 0-7 0,-1-2-15 0,3-2 4 16,1-2 14-16,1-3-13 0,2-4 25 0,3 0-6 0,2-2-12 0,5 0-14 16,1 1 22-16,0-1-24 0,6 0 21 0,-6 0-14 15,2 4-17-15,-1 3-19 0,-3-1 13 0,-8 4-12 0,1 0 29 16,-5 2-4-16,-4 1-8 0,4 1 1 0,-3 2 12 0,-2 0-8 16,0 5 19-16,-3 1-1 0,-1 3-7 0,0 2-21 15,-4 1 12-15,1 2-19 0,-1 4 14 0,-3 2-5 0,1 2-9 16,0-1-50-16,0 2-9 0,-1-2-17 0,2-1-94 0,5 1-50 15,0-4-43-15</inkml:trace>
  <inkml:trace contextRef="#ctx0" brushRef="#br0" timeOffset="73419.99">20734 11307 1104 0,'-6'1'-154'0,"3"-1"352"0,1 0-30 15,1 0-39-15,-1 0-49 0,2 0 4 0,0 0-30 0,0 0-27 16,0 0-9-16,2 0-13 0,-1 0 9 0,0-1 7 16,0 1-2-16,2-1 15 0,1 1 2 0,-1 0-9 0,3-1 14 15,-2 3 20-15,2-1-17 0,0 2 32 0,1 0-11 0,0 0-12 0,2 1-14 16,-1 0 13-16,1 0-19 0,1 1 11 0,-1 0-5 15,0 2-11-15,2-2-13 0,1 2 12 0,1 2-15 0,-1 2 12 16,-1-2-5-16,-1-2-11 0,1-2-2 0,0 6 4 16,-1-4-3-16,1 4 6 0,-1-2-3 0,0-2-2 0,3 3-10 15,-2-3 5-15,0 1-5 0,-1-2 8 0,-1-2 1 0,-1 0-3 16,1 2-6-16,-1-1 4 0,-1 2-4 0,-2-2 1 0,1-2-7 0,1 1-8 16,-3 0-18-16,2-3-7 0,-2 3-1 0,1-2-35 0,0 1-8 15,-1-3-12-15,0 2-60 0,-1-2-21 0,-1-2-7 0,0 2-148 16,-1-1-98-16,0 0-81 0</inkml:trace>
  <inkml:trace contextRef="#ctx0" brushRef="#br0" timeOffset="73672.28">21136 11319 1319 0,'1'2'334'16,"-1"0"-243"-16,0-1 92 0,1 1-90 0,1-2 6 16,2 3-35-16,-2-2-11 0,1 1-17 0,1-1-19 0,-1 0-9 15,1 0-1-15,-1-1 0 0,1 0 1 0,1 0-5 16,-1 0-3-16,1 0-10 0,-2 0 7 0,1 0-7 0,-1 0 11 0,0 0-11 16,1 0-11-16,-2 0-15 0,-1 0-13 0,1 0 9 0,-1 0-62 15,2-1-56-15,-1-1-15 0,0-2-420 0,3-1 349 16</inkml:trace>
  <inkml:trace contextRef="#ctx0" brushRef="#br0" timeOffset="74099.17">21147 10862 1105 0,'-4'1'101'0,"-2"0"44"0,2 1 8 15,0-1-30-15,1-1-30 0,2 0-48 0,0 0 16 0,-1 0-29 16,2 0 14-16,0-1-10 0,0-1-13 0,2 0-6 16,-1 0 13-16,1 1-12 0,-1-1 26 0,0-1-1 0,1 0-6 0,1 0-3 15,0-3 27-15,0 4-26 0,1-4 37 0,0 3-11 0,1-2-20 16,2 1-15-16,-2-2 8 0,1-1-16 0,-1 0 3 16,2-1-7-16,0-1-9 0,1-1-8 0,-2 1 9 0,1 0-8 15,-1-2 13-15,-1 3-1 0,2-3-7 0,0 2-7 0,0 0 5 16,-2 3-6-16,1-2 11 0,-2 2-8 0,-1 1-4 0,0 0-25 15,-2 1 1-15,1 0-5 0,1 1-19 0,-2 1-8 0,0-1-12 16,0 1-45-16,1 0-8 0,-1 0-11 0,2-2-89 0,-2 1-34 16,0 1-42-16</inkml:trace>
  <inkml:trace contextRef="#ctx0" brushRef="#br0" timeOffset="74531.19">21189 10752 906 0,'-5'7'248'0,"-2"-2"-157"0,1 2 79 15,0 0-37-15,1 0 2 0,1-1-29 0,1 1-38 16,-1-3-10-16,3 1-23 0,1-2-16 0,0 1 9 0,0-1-16 16,3 1 1-16,-1-2 2 0,0 0-2 0,4 1-13 0,-2 0 16 15,-1 0-16-15,3 0 23 0,0 0-2 0,-2-1-9 0,2-2-6 16,-1 3 20-16,-1-2-18 0,0 2 31 0,0-2-8 15,-1-1-11-15,0 1-11 0,1-1 12 0,0 0-12 0,1 0 23 16,-2 0-9-16,3-1-11 0,-2 0-9 0,3-2 11 16,-1 2-10-16,0-2 16 0,0 2-5 0,1 0-8 0,1-2-9 0,-1 1 9 15,1 1-7-15,0 1 13 0,0 0-6 0,1 0-7 0,1 0 0 16,1 0-1-16,1 0 1 0,-1 0 3 0,0 0 1 0,-1 0-3 16,2 1-10-16,2 1 11 0,-2 0-9 0,2 0 18 0,-4-1-4 15,-2 1-6-15,1-1-1 0,0 0 0 0,-1 2 0 0,-1-1 4 0,-1 1 0 16,-1 1-2-16,-1-2-3 0,-2 4 6 0,-1-1-5 0,-1 4 13 15,-1 0-1-15,-1 0-4 0,-2-1-6 0,0 3 14 0,0 2-10 16,0 1 17-16,0 0-4 0,-1-1-9 0,0-1-5 0,-2 2 1 0,0-1-1 16,-1 4 3-16,0-1 1 0,0 2 0 0,-1-2-9 0,0-3 5 15,-2-2-5-15,1-1 3 0,1-2-1 0,1-2-2 0,1-3-9 16,-1 0 11-16,2-2-9 0,1-1 7 0,1-1-6 0,1-3-12 0,1-1-49 16,-1-6-9-16,3-1-12 0,0-6-79 0,1-2-47 15,3-4-39-15</inkml:trace>
  <inkml:trace contextRef="#ctx0" brushRef="#br0" timeOffset="75068.46">21631 10368 1156 0,'-1'0'-263'0,"-2"0"542"0,0-2-60 0,1 1-80 0,0-2-63 16,2 3 9-16,0-1-33 0,0 1 5 0,0-1-7 15,0 1-10-15,0 0-13 0,0 0 28 0,0 0-28 0,0 0 39 16,0 0-9-16,0 0-16 0,0 0-14 0,0 2 16 0,0 1-20 15,-1 0 26-15,1-1-6 0,0 2-12 0,0 0-2 16,0 1 5-16,1 0-9 0,0 1 5 0,0 0-5 0,1-1-5 16,1 1-17-16,0 0 7 0,-1 2-10 0,2 0 12 15,-2 1-5-15,0 0-4 0,0-3-3 0,-2-1 0 16,1 0 0-16,1 2 6 0,-1 3-3 0,0-2-2 0,-1 2-6 16,0-2 7-16,0 2-4 0,0 0 5 0,0 2-2 0,0-2-4 0,-2 1-24 0,2-2 11 15,-2-1-13-15,1-2 2 0,0 0-10 0,1-3-15 0,0 0-36 16,0-2-18-16,0 1 0 0,-1-2-67 0,1-2-23 0,0 0-19 0,-1-1-268 15,1-1 300-15</inkml:trace>
  <inkml:trace contextRef="#ctx0" brushRef="#br0" timeOffset="75316.1">21515 10452 799 0,'-4'6'241'0,"-1"-4"71"15,2-2-172-15,1 0-23 0,1-2-23 0,1 2-29 0,-1 0-34 16,1 0 8-16,1 2-19 0,1-1 25 0,1 0-7 0,1 1-7 16,0 0-12-16,2-1 31 0,1 2-28 0,2-2 45 0,1-1-10 15,3 0-19-15,2 0 9 0,-4-2 4 0,-1-1-7 0,4-1 0 16,-2 0-5-16,4-3-8 0,5 4-20 0,-3-2 10 16,0 2-17-16,1-2 11 0,-3-1-7 0,-2-2-6 0,3 1-9 15,-1 1-7-15,0 1 3 0,0 0-14 0,1 0 5 0,-2 0 5 16,1 1-42-16,-3-1-16 0,1 2-2 0,-3 1-102 15,-1 1-42-15,-1-2-37 0</inkml:trace>
  <inkml:trace contextRef="#ctx0" brushRef="#br0" timeOffset="75865.28">21911 9945 1295 0,'-4'0'113'0,"1"3"49"0,1-3-18 0,1 1-31 0,1 3-34 0,2-3-50 0,2 3 18 0,2 2-29 0,3-1 28 16,0 0-9-16,2-1-17 0,2 3-9 0,-2 0 15 15,1 2-16-15,2 2 24 0,-2-2-6 0,1 0-9 0,0 2-7 16,-1-1 14-16,0 1-14 0,2 1 20 0,-1-1-7 0,-1-2-10 15,-3 3-15-15,-3 0 5 0,1-2-8 0,0-1 7 0,2-4-4 16,1 0-1-16,1 0-37 0,-1 1 1 0,2-3-9 0,-2 3-33 16,0-4-15-16,-2 2-11 0,-2-2-62 0,0 2-38 0,0 0 23 15,0-1-221-15,-1 2 244 0,-2-1-22 0</inkml:trace>
  <inkml:trace contextRef="#ctx0" brushRef="#br0" timeOffset="76160.31">22095 10352 1313 0,'-2'1'103'0,"1"-1"52"0,-1 2-17 16,2-2-26-16,0 0-25 0,0-2-47 0,2 0 20 16,-1 1-32-16,2-3 17 0,0-1-13 0,-3 2-18 0,-1-1-7 15,1 2 7-15,0-1-6 0,7-2 18 0,-1 2-3 16,0-2-6-16,2 1-6 0,0-1 9 0,0 0-8 0,1-2 16 15,1-2-7-15,-1-2-9 0,5 1-10 0,-3-1 10 0,0-1-9 16,2-2 13-16,-2 0-5 0,1 0-9 0,1-2-11 16,-1 0 10-16,0-1-9 0,1-1 23 0,-1 3-6 0,0-2-7 0,0 1-10 15,0 2 6-15,-1-1-6 0,-1 1 2 0,-1 4-4 16,-2 1-5-16,-1 3-22 0,-1 1 13 0,-3-3-13 0,0 4-1 0,1-1-7 16,-3 1-12-16,1 0-47 0,-1 0-12 0,0 1-8 0,0-1-82 15,-1 2-35-15,-2 0-35 0</inkml:trace>
  <inkml:trace contextRef="#ctx0" brushRef="#br0" timeOffset="76387.75">21877 10056 1216 0,'-7'-3'306'0,"1"-3"-204"0,1-1 84 0,2-1-63 0,2-1 6 16,1 1-46-16,1-4-31 0,1 1-16 0,2-3-21 0,2 0-16 16,1-1 7-16,1 2-8 0,3-4 10 0,2 1-7 15,1-1-10-15,2-2-34 0,-1 2-10 0,2-1-1 0,3-1-71 16,-1 3-27-16,2 0-9 0,2-2-123 0,-4 2-152 0,-3 0 14 16</inkml:trace>
  <inkml:trace contextRef="#ctx0" brushRef="#br0" timeOffset="76764.8">22289 9436 550 0,'-4'2'292'15,"-2"1"115"-15,0 0-238 0,1 0 20 0,1 1-37 16,0 0-50-16,1 2-40 0,-1-1 7 0,1 2-23 0,0 2 4 16,1-6-13-16,0 3-12 0,-1 1-5 0,3 0 0 0,-1 3-3 15,1 1-7-15,1 2 1 0,0 3-2 0,2 1-7 16,2 1 11-16,-1 2-11 0,4-2 18 0,0-1-5 0,1 1-7 0,2 2-8 15,0-5 8-15,1-2-8 0,1 0 16 0,3-4-3 0,1-4-6 16,3 0-5-16,-1-3 7 0,-1-2-7 0,1-4 18 16,-1-1-2-16,1-2 0 0,2-1-3 0,-1 0 0 0,-3 1-3 15,1-2 0-15,-2 0 0 0,-1 0 1 0,-7 0-8 0,-1-1 4 0,-1 1-7 16,-1 0 3-16,2 0 2 0,-1-2-1 0,1 2-10 0,-2 2 9 16,-1-1-7-16,-1 0 13 0,-2-1 3 0,-1 2-3 0,0 0-9 15,-2 1 10-15,0-2-9 0,-3 1 17 0,1-1-1 0,-2 0-3 16,1-1-2-16,-3 0 4 0,0-1-4 0,0-1 3 0,-2 0-5 15,4 2-4-15,1 0-11 0,-2 2 5 0,0 2-5 0,-4-1 11 0,1 1-2 16,0 2-5-16,0 0-9 0,-2 0 8 0,2 1-7 0,-1 1 7 16,1 1-6-16,1 0-9 0,-1 0-23 0,1 1-4 0,1 0-4 15,0 2-31-15,3-2-9 0,-1 2-12 0,0-2-62 0,2 1-45 0,0 0-4 16,0 0-308-16,1 1 313 0,0-1-53 0</inkml:trace>
  <inkml:trace contextRef="#ctx0" brushRef="#br0" timeOffset="77025.67">22418 9547 1360 0,'9'0'-218'0,"-5"2"472"0,-1 2-38 0,2-1-61 16,0 2-49-16,3 0 19 0,1 0-47 0,0-1-10 0,-1 1-12 0,1-2-19 0,1 2-12 0,0-3 5 16,0 1-12-16,0 1-5 0,0-3-5 0,0 0-6 0,1-1 0 0,-1 0 3 15,-1 2-2-15,-1-2 2 0,-5 0-8 0,0 1-5 0,1-1-37 16,-1 1-33-16,5-1 17 0,-1 0-68 16,-1 0-48-16,0 0 13 0,2-1-335 0,-1 0 274 0</inkml:trace>
  <inkml:trace contextRef="#ctx0" brushRef="#br0" timeOffset="77282.02">22527 9261 986 0,'-1'4'166'0,"0"0"3"0,1 1-9 0,0 0-50 15,3 0-26-15,2 1-19 0,2 0-30 0,2-2-8 0,2 2 11 16,-1-2-12-16,1 2 3 0,-3 0 0 0,-1-1-12 0,3 2-9 16,-2-2 15-16,5 1-17 0,3 1 19 0,0-2-10 15,-2 2-8-15,0-1-14 0,-3-1 8 0,-2-1-7 0,1-3 11 16,0 1-14-16,-1 0-15 0,0 1-54 0,-1-2-32 0,0 0 11 16,-1 1-187-16,-2-1-106 0,0 0-33 0</inkml:trace>
  <inkml:trace contextRef="#ctx0" brushRef="#br0" timeOffset="77647.69">22547 9273 260 0,'-6'-6'193'0,"-2"-1"-56"16,1-1 151-16,3-1-106 0,3 3 5 0,1 0-40 0,0-3-38 15,1 0-20-15,3 0-22 0,1-4-22 0,2 1 21 0,0 2-26 16,2-5 26-16,0 3-7 0,0-2-15 0,2 0-22 15,-5 0 15-15,0 3-22 0,0-4 14 0,-1 4 0 0,5 1-10 0,0 2-13 16,1 3 17-16,-2 1-20 0,0 2 19 16,-1-1-6-16,0 3-7 0,0 0-18 0,-1 3 13 0,-3 2-12 15,1 2 24-15,-2 2-3 0,-2 3-11 0,0 1-1 0,-1 1 2 0,-1 0-3 16,1 2-6-16,-1 0-5 0,0-2 1 0,1 2-2 16,0-4 11-16,0 0-3 0,1-1 11 0,1-2-1 0,2-1-7 0,0-1-4 15,2-1 5-15,2 1-3 0,-1-3 9 0,1 1-1 0,1-2-2 16,0-1 8-16,1 1 15 0,0-3-5 0,2 0 26 0,0 0-7 15,1 0-10-15,2 0-19 0,0 0 7 0,-1 0-9 0,0 0 2 16,-2-1-1-16,0-1-3 0,1 0-7 0,-2 0 5 0,0 2-5 16,-2 0 5-16,-2 0-2 0,-1 0-3 0,-2 2-10 0,1-1 12 0,-2 0-8 15,-1-1 12-15,-1 2-10 0,0-2-12 0,1 1-20 0,-2-1-9 16,1 0-1-16,0 0-61 0,0-1-23 0,1-2-23 0,0 2-188 16,1-1-148-16,-2 2-17 0</inkml:trace>
  <inkml:trace contextRef="#ctx0" brushRef="#br0" timeOffset="78115.28">22576 9500 123 0,'0'-2'58'0,"0"-2"44"0,0 2 21 0,1 1-39 0,-1-2 11 0,1 2-2 0,0-2-17 0,-1 2 16 0,0 1 20 16,1-1-25-16,-1 1 15 0,1 0-14 0,0 0-19 0,-1 0 9 16,1 1 6-16,1 0-9 0,0 2 12 0,0-1-10 15,1 1-12-15,2 1-18 0,-1 0 12 0,3-2-20 0,0 3 11 16,0-2-8-16,0 1-10 0,2-3-15 0,0 0 3 0,0 0-9 15,4 1 5-15,-3-2-4 0,1 1-3 0,-1-1-17 0,-1 0 12 16,0-1-13-16,0-1 19 0,-1 1-8 0,-1 0-6 16,-1 1-26-16,0 0-15 0,0-1 6 0,-1 1-77 0,-1-2-8 0,0 1-17 15,0 1-135-15,-2 0-78 0,-1 0-22 0</inkml:trace>
  <inkml:trace contextRef="#ctx0" brushRef="#br0" timeOffset="78374.94">22287 9409 170 0,'-6'2'12'0,"2"1"-11"0,-1-1-70 15,3 1 51-15,2-1-34 0</inkml:trace>
  <inkml:trace contextRef="#ctx0" brushRef="#br0" timeOffset="80265.35">19739 11967 104 0,'-3'0'-63'0,"1"0"169"0,0 0 1 15,1 0-6-15,1 0-38 0,-2 0 26 0,1-2-45 0,0 1 24 16,0 0-16-16,-1-2-20 0,2 2-14 16,-1 1 18-16,0-1-17 0,1-1 32 0,-1 0-9 0,0-1-17 0,0 1 3 0,0 0 9 15,1 0-10-15,0 0 11 0,-1 1-2 0,-1 0-5 0,1 0 16 16,0-1-1-16,0 1 1 0,0 0 3 0,-1-2 1 15,-1 2-7-15,0 0-1 0,0-1 13 0,-1 2-19 0,1 0 3 16,1 0-7-16,-2 0-9 0,1 0-14 0,1 0 12 16,-1 2-13-16,0 0 24 0,-1 0-10 0,0-1-10 0,0 1-8 0,0 2 7 15,1 0-7-15,0-1 7 0,-2-1 0 0,2 3-3 0,-2-3-2 16,2 3-3-16,-2-1 3 0,2-2 0 0,-1 2 2 0,0-1 0 0,-1-1-8 16,0 1 13-16,2 0-12 0,-2-3 8 0,1 2 0 15,4-1-7-15,0-1-5 0,-1 0 5 0,1 1-5 0,-4 1 5 16,0-2 0-16,0 1-3 0,0-1-3 0,1 1 7 0,-1 0-4 0,1-1 4 15,1 3-3-15,-2-2-3 0,1 2 1 0,-1-1-1 0,1 1 2 16,1 1 0-16,0 0 2 0,-1-2-1 0,1 3-9 0,0-2 12 16,0 1-9-16,-1 0 12 0,1-2-5 0,0 2-8 0,0-1-3 15,-1 0 13-15,1 2-7 0,0-3 13 0,-1 2-4 0,0-2-9 0,0 1-2 16,0 1 6-16,0-1-3 0,0 0 7 0,1 2-5 0,-1-1-5 16,1 0-7-16,-1 0 17 0,1-1-9 0,-1 1 11 0,2 0 4 15,-1 3-15-15,1-2-7 0,-1 0 19 0,0 1-16 0,0-1 17 0,1 0-7 16,0 2-8-16,1-1 2 0,-1 1-1 0,0 0 5 0,1 0 8 15,0-2-1-15,1 2 0 0,-1-1-19 0,1-1 12 0,0 0-11 16,0-3 19-16,0 4-3 0,0-3-5 0,2 4-1 0,-1-3-2 16,0 1 1-16,2-1-1 0,-1 2 5 0,-1-1 0 0,2 2-10 15,-1-1 14-15,-1-1-12 0,2 1 13 0,-2 2-1 0,0-1-6 0,0-1-9 16,1 2 13-16,-2-1-10 0,1 1 11 0,-2-2 5 0,1 1-11 16,0 2-6-16,-1 0 12 0,0 1-11 0,0 0 10 0,0-1 1 15,0 1-4-15,-1 3-2 0,-1-3 1 0,2 5-2 0,-1-7 4 16,0 0 1-16,1 1-2 0,0-1-12 0,-2 5 11 0,2-1-10 15,0 2 19-15,0 1-4 0,0-4-5 0,0 1 0 0,2-1 0 0,-1-1 3 16,0 2-4-16,0-1 2 0,1 1-6 0,-1-1 0 0,0 1 5 16,0 1-4-16,1-2 3 0,-2 0-3 0,0-1-1 0,0 0-4 15,0 0 2-15,0 2-1 0,-2 1-3 0,0-1 6 0,0 0-4 0,-1-2-8 16,-1-1 20-16,1 0-16 0,0 0 24 0,-1-1-4 0,1 1-8 16,1 0-5-16,-1-2 5 0,1 2-3 0,0-2 15 0,1 0-8 15,0 1-3-15,1-2-3 0,0 2-4 16,1-1 4-16,0 0 6 0,1-2 0 0,0 3-1 0,1 1-4 0,0 0-1 0,0-1 0 15,0 2 6-15,0-1 1 0,0 0-2 0,0-2-5 0,0-1 13 0,0-1-10 16,-1 0 13-16,2 3 1 0,-2-1-5 0,1 1-16 0,1 0 6 16,-2-2-8-16,1-2 16 0,0 1 2 0,-1-1-1 0,1 2-26 15,2 1 21-15,-2-4-22 0,3 3-3 0,1-3-19 0,-1 0-26 0,2-1-86 16,0 2-63-16,-4 0-13 0,3 3-46 0</inkml:trace>
  <inkml:trace contextRef="#ctx0" brushRef="#br0" timeOffset="81516.34">19903 14973 217 0,'0'-2'40'0,"-2"2"-17"0,1 0 4 0,-1-1 33 0,1 1 10 0,1-1-14 0,-1-1-29 0,1 1-8 16,0 0-13-16,0 0-11 0,0 1 10 0,0-2-8 0,0 1 31 15,0 1 11-15,1 0-6 0,-1 0 18 0,0 0 36 0,0 0-31 16,0 0 53-16,0 0-20 0,0 0-23 0,0 0-3 16,0 0-8-16,0 0 0 0,0 0-20 0,0 0-4 0,1 0-10 0,1 0-8 15,0 1 11-15,-1-1-14 0,1-1 7 0,-1 0-6 16,2-1-6-16,0 1-11 0,-1 1 9 0,2-1-7 0,-2 0 19 16,0 1-2-16,0 0-9 0,2 0-2 0,-2 0 10 0,1 0-10 15,1 1 13-15,0 0-7 0,1 0-3 0,-1 1 3 0,2 0 0 16,-1 0 5-16,2-2 6 0,0 1-5 0,1 0-7 0,-2 0-16 15,2 1 15-15,0-2-12 0,1 1 20 0,1 0-2 0,0 1-9 0,0-1-1 16,1 0 1-16,-1-1 0 0,0 0 0 0,-1-1-2 0,1 0-3 16,-6 1 1-16,2 0 1 0,-2 0-2 0,1 0 4 0,3 0-1 15,0 0 2-15,-2 0-7 0,1 1 4 0,1 0-3 0,0 2 9 0,0-1 2 16,-2 1-6-16,2 1-3 0,-1-2 6 0,-1 1-6 0,-1-1 1 16,-1 1 3-16,0-1-3 0,-2 1-7 0,1 0 13 0,-1 0-9 15,-1 0 17-15,0 1-2 0,0 0-12 0,-1-2-3 0,0 3 8 16,0-2-6-16,0 1 9 0,0 0-3 0,1-1-6 0,-1 3-3 15,0-3 9-15,0 2-5 0,0 1 7 0,-1-1-1 0,0 1-8 0,0 2-14 16,0-1 19-16,-1 1-13 0,-2-1 26 0,1 2-3 0,0 1-10 16,-2 1-4-16,1 2 1 0,0-1-1 0,0 2 3 0,0-3 2 15,2 1-1-15,-2 1-9 0,-1-2 8 0,1 1-6 0,-2 2 10 16,3-2-1-16,-2 1-5 0,1 1 1 0,-2 0-3 0,2 2 2 0,-1 0-2 16,1-1 3-16,-2-1 3 0,1 1-17 0,2-1 20 15,-1 1-20-15,0-3 21 0,1-1 0 0,-1 0-7 0,2-2-4 0,0 2 11 16,-1-1-7-16,5 1 22 0,0-1-2 0,1-1-9 0,0-1-8 15,-3 1 14-15,-3-2-10 0,1 0 18 0,0-2-3 0,0 1-6 0,-1-2 2 16,1 0-1-16,0-2 1 0,-1 1 2 0,0-2 0 16,0 0 2-16,1 1-28 0,-2-2 12 0,1 0-14 0,-1-2 21 0,-1 1-8 15,-1 0-7-15,2 0-18 0,1-1-12 0,-1 2 2 0,1-1-51 16,-2 0-8-16,1 0-12 0,-1 1-55 0,0 0-34 0,-1 2-7 16,2-1 16-16</inkml:trace>
  <inkml:trace contextRef="#ctx0" brushRef="#br0" timeOffset="86848.06">21321 14617 217 0,'-2'-3'101'16,"0"2"-11"-16,-1 0 53 0,1-1 8 0,1 1 16 0,-1 0-48 16,1-1-4-16,0 2-20 0,-1-1-25 0,0 0-21 0,1 0 24 15,-1 1-28-15,0 0 26 0,-1-2-11 0,2 2-15 0,-1 0-3 16,0 0 10-16,0 2-12 0,-2-1 9 0,1 1-6 15,-1-2-13-15,1 3-2 0,0 0 9 0,0 0-10 0,0 0 14 16,1 2-2-16,0-2-5 0,-1 2-15 0,1 0-2 0,1 1-7 16,-1 1 2-16,1-2-5 0,1 2 0 0,0 2-21 0,1-1 17 15,0 2-15-15,1 1 27 0,0 0-2 0,1 3-12 0,0 2-11 16,0-1 17-16,1 2-15 0,-1 0 20 0,2 1 0 16,-2 0-12-16,1-1 0 0,2 0 9 0,0-6-6 0,-1-2 6 0,2-3 0 15,0 0-5-15,2 3-11 0,0-3 15 0,0-2-12 0,1 0 19 16,0-2-5-16,-1-2-10 0,0 0-8 0,0-2 11 0,0-3-7 0,1-2 24 15,-1 2-8-15,0-3-9 0,1-1 9 0,-1 0 0 16,0 0 5-16,0 2 3 0,-1 0-8 0,0-2-4 0,0 2-6 16,-2-6 0-16,2 1 3 0,-1 2 4 0,0 0-2 0,-3 0-2 0,1-2-15 15,-2 2 13-15,-1-2-10 0,2 3 21 0,-3 2-2 0,-1-1-6 0,0 2-11 16,-1-2 9-16,-1 2-9 0,0 0 12 0,-1 1 1 0,1 0-2 16,-3 0-14-16,-1 1 14 0,1 0-12 0,-2 1 17 0,0-3 0 15,1 4-10-15,-1-2-3 0,-1 1 4 0,1 0-4 0,-1-1 5 16,2 3 0-16,-1-3 0 0,0 1-15 0,1 1 11 0,-1-1-11 15,1 2 3-15,2-2-5 0,-1 2-13 0,1 0-20 0,-2 1-6 16,3 0-3-16,-2 0-32 0,2 0-17 0,-1 0-12 0,1 0-64 0,1 0-55 16,-2 0 1-16,2 2 4 0</inkml:trace>
  <inkml:trace contextRef="#ctx0" brushRef="#br0" timeOffset="87273.02">21382 14740 545 0,'-1'1'158'15,"-2"0"248"-15,2 0-217 0,0-1-36 0,1 0-45 0,0 2-46 0,1-1 0 0,2 2-19 0,-1-2-2 0,2 1-1 0,1 0-7 16,0-2-14-16,2 2 5 0,1-1-12 0,0 2-4 15,1 0-2-15,-1-1-2 0,2 2 0 0,-2 0 12 0,1 0-6 0,0 0 37 16,-1-1-6-16,1 2-7 0,1-1-22 16,0 1 16-16,-1 1-21 0,0 0 17 0,0-1-11 0,-1 0-10 15,1 0-3-15,1 0 0 0,0 1 1 0,0 1-10 0,-2 1-2 16,-5-2-9-16,-1-1-1 0,-1-1-17 0,2-4 8 0,1 0-94 16,2 0-46-16,-2 0-9 0,1 0-255 0,-1 0 251 15</inkml:trace>
  <inkml:trace contextRef="#ctx0" brushRef="#br0" timeOffset="87536.39">21703 14645 1275 0,'0'2'-347'0,"1"1"699"0,0-1-78 0,2 1-106 16,0 1-65-16,0 0 1 0,2 1-33 0,-1 0-33 15,2 1-13-15,-1 1-15 0,2 0-18 0,-1 0 17 0,-1 1-15 16,2 3 20-16,0-1-20 0,-1 3-18 0,-1-1 10 0,0-3 3 16,-1-2 10-16,1 1 11 0,-2-3-10 0,1 1-3 0,0 0-138 15,-1-3-136-15,1 1 38 0,1-4-218 0</inkml:trace>
  <inkml:trace contextRef="#ctx0" brushRef="#br0" timeOffset="88980.35">21261 12870 156 0,'-3'0'139'0,"1"0"-28"16,0 2 111-16,0-2-90 0,-1 0 19 0,1 0-51 0,1 1-14 15,0-1-22-15,1 0-25 0,-1-1-15 0,0 1 0 0,1 0-3 0,0 0 10 16,0 0-1-16,0 0-3 0,-2 0-10 0,-1 1 21 16,2 0-22-16,1 2 34 0,-1 1 0 0,0-3-9 0,0 1-8 15,-2 4 14-15,2-5-19 0,-1 4 15 0,1-2-4 16,0 0-9-16,0 5-7 0,0 2 9 0,-1 2-14 0,2 1 4 15,-1 3-2-15,1 1-5 0,0 2-18 0,1-1 11 0,1 1-14 16,0 0 25-16,0-2-2 0,1 0-8 0,2-2-2 16,-2 0 7-16,3-3-6 0,-2 2 9 0,2-2-1 0,-2-1-2 0,2 1 3 15,1-2-1-15,0-2 0 0,0-1-8 0,1-2 2 0,1 3-2 16,2-2-12-16,1 1 10 0,-1-2-8 0,0-2 14 0,0-1-6 16,-1-1-7-16,2 1-1 0,-2-2 2 0,1 0 1 0,0 0 10 15,1 0-4-15,-1-3-5 0,0 1-1 0,-1-4 2 0,0 3-2 0,1-5 0 16,0 1 3-16,-1 1 0 0,-1-2-6 0,1-2 8 0,-1 0-6 15,-1-3 13-15,-1 2-5 0,1-2-5 0,-1-3-11 0,-1 2 10 16,-2-2-6-16,0-1 14 0,-2 0-2 0,-1 0-8 0,-1 0-3 16,0 0 4-16,-3 1-4 0,-2 0 3 0,-1 1 0 0,-1 1-3 0,-2 2 2 15,1 1 3-15,-1 0-2 0,0 3 0 0,-1-1 3 0,0 3-2 16,-1 3 1-16,1-1 0 0,1 1-1 0,0-2-3 0,0 0 2 16,-1 1 0-16,0-1-11 0,-1 2 16 0,1 1-10 0,0-1 20 0,1 2-5 15,0-2-9-15,0 3-6 0,-1-1 5 0,1 0-4 0,0-2 7 16,0 1-1-16,1 1-2 0,0-2-11 0,1 0 13 0,2 2-9 15,0-1 12-15,1 0 0 0,-1 1-9 0,2-2-20 0,-1 2 12 16,2 0-15-16,-1 0-11 0,2 1-8 0,-2-2-18 0,2 0-70 16,0 2 39-16,0-2-66 0,1 2-314 0,3 2 324 0,3-2-146 0</inkml:trace>
  <inkml:trace contextRef="#ctx0" brushRef="#br0" timeOffset="89319.82">21442 13038 1135 0,'0'-2'113'0,"0"0"78"0,0 0-49 0,2 0-34 0,0 1-35 16,0 0-32-16,3 0 2 0,-1 1-11 0,3 0 9 15,-2 0-9-15,2 1-4 0,0 1-20 0,1 2 12 0,-1-1-12 16,1 2 26-16,1 0-8 0,2 1-8 0,-1 3-14 0,1-1 1 16,-2-1-4-16,2-2 12 0,0 0-4 0,-1-1 0 0,-4-1-7 15,-1 3 4-15,-2-1-6 0,0 0 0 0,4 0-2 16,-1-3-2-16,0 0-28 0,-1 0-11 0,2-2 0 0,-2 0-69 15,1 0-44-15,-2-2-18 0,1-1-387 0,3-1 339 0</inkml:trace>
  <inkml:trace contextRef="#ctx0" brushRef="#br0" timeOffset="89915.85">21667 12788 558 0,'-1'0'106'0,"-1"0"93"0,1 0-38 15,-1 0-31-15,2-1-35 0,-1 1-37 0,1-1 4 16,0 1-19-16,0-1 10 0,0-1-5 0,0 1-9 0,0 0-9 16,0-1 19-16,1 2-21 0,2-1 22 0,-2 0-6 0,0 0-9 0,1-1-10 15,-1 1 8-15,2 0-12 0,-1 0 5 0,0 1-4 16,0-2-10-16,2 2-16 0,-1-1 12 0,2 1-14 0,-2 0 21 15,0 0-8-15,2 0-9 0,-2 0-2 0,1 1 4 0,-2 1-1 16,0-1 8-16,-1 1-1 0,0 2-5 0,-1-1-3 16,0 1 6-16,0-1-4 0,0 3 3 0,0-3 0 0,-1 3-3 15,0-3-1-15,0 1 1 0,0 1-1 0,1-2 7 0,-1 1-2 0,0-2 2 16,1 0-11-16,0 0 5 0,0-1-4 0,1 1 9 16,0-1-1-16,-1-1-3 0,1 1-13 0,-1-1 16 0,1 0-11 0,2-1 39 15,1 0-2-15,-1-1-5 0,2 2-9 0,0-1 3 0,1 0-5 16,-1 0 0-16,0 1-3 0,1 0-3 0,-3 1-18 0,0 0 14 15,2 0-12-15,-2 1 18 0,1 0 2 0,-1 0-11 0,0-1-2 0,1 3 4 16,-2-2-4-16,1 1 8 0,1 1-3 0,-1-1-2 0,0 3-6 16,1-1 7-16,-3 1-3 0,1 1 21 0,-2-2-6 0,1 2-5 15,0 1-4-15,-1-3 3 0,0 2-1 0,-2-2 4 0,1 0-2 16,-1 5-3-16,-2 0-13 0,1 0 9 0,0 1-7 0,-1 0 8 0,1-1 2 16,-1-1-5-16,1 0-15 0,0 0 18 0,-2-2-18 0,2-3-5 15,0-1-24-15,-1 1-25 0,1-2-162 0,1-2-133 0,0 2-14 16</inkml:trace>
  <inkml:trace contextRef="#ctx0" brushRef="#br0" timeOffset="91286.59">22445 11174 527 0,'0'1'182'0,"0"2"220"15,0-1-240-15,0 4-17 0,3-3-47 0,0 4 12 0,1-2-22 16,1 1-32-16,2-1-20 0,0 2 11 0,0-1-17 16,1 1 9-16,0-1-11 0,1 0-12 0,1 0-8 0,-2-1 2 0,2 0-3 15,0 1-2-15,0-1 1 0,1 0-5 0,0 1-10 16,-4-3 16-16,-3 1-15 0,-1-1 20 0,-1 1-7 0,-1-2-6 16,6 1-39-16,-1 1-14 0,-2-1 1 0,1 0-57 15,-1 1-27-15,0 0-6 0,-2 1-190 0,1 0 188 0</inkml:trace>
  <inkml:trace contextRef="#ctx0" brushRef="#br0" timeOffset="91549.57">22559 11530 1142 0,'-4'1'-170'0,"2"1"353"0,0-2-21 16,1 0-44-16,1-3-41 0,1-3 22 0,0-1-43 0,1-1 22 15,2 0-13-15,-1-1-16 0,3-2-13 0,-2 0 12 0,2 4-17 16,-1-2 26-16,-4 0-11 0,3 1-9 0,-2-7-15 0,1 3 11 16,4-2-14-16,2-1 11 0,0 1-6 0,0 2-12 0,1-4 1 15,1 3-1-15,2 3-1 0,0-4-6 0,0 3-4 16,-2-1-1-16,0-1-4 0,-1 2 7 0,0 0-3 0,-1 1 6 16,-1 0-14-16,-1 0-9 0,0 0-27 0,-2 2-16 15,0 0 10-15,-1 2-62 0,0 2-23 0,-2 0-5 0,0 2-106 16,-1-1-66-16,-1 0 19 0,0 2 36 0</inkml:trace>
  <inkml:trace contextRef="#ctx0" brushRef="#br0" timeOffset="91775.89">22376 11242 1274 0,'-5'-5'295'0,"1"0"-69"16,1-3-52-16,1-2-61 0,3-4-5 0,2 0-26 0,1-3-34 16,2-7-30-16,0-2 4 0,3-2-14 0,0-7 0 0,1 2-1 15,1 1-5-15,0 3-5 0,2 6 6 0,1 3-6 16,3 0-3-16,-2 1-15 0,2 3-11 0,2 0-52 0,-1 2-21 16,0 1 6-16,-3-1-125 0,-3-2-70 0,0 2-20 0</inkml:trace>
  <inkml:trace contextRef="#ctx0" brushRef="#br0" timeOffset="92114.39">22769 10458 865 0,'-7'4'217'0,"0"5"-28"0,0-1-14 0,2 7-66 0,-2 2 30 16,1 2-23-16,1 0-28 0,-1 7-37 0,1-2 13 15,1 1-28-15,1 3 13 0,1-5-8 0,2-1-10 0,0 1-12 16,3-5 10-16,2-2-14 0,1 1 15 0,3-3-6 0,0-1-7 15,0-2-14-15,1-2 5 0,-1-1-8 0,3 0 5 0,0-5 1 16,0 0-4-16,3-1-1 0,1-3 7 0,2-1-6 0,2-2 9 16,-1-1-3-16,-1-3-4 0,1-1-4 0,0-2 9 0,0-4-7 15,2 1 19-15,-4-1-1 0,-1-2-5 0,1-2-8 16,-3-3 6-16,0 1-9 0,-4-1 11 0,-1-1-2 0,-7 1-5 0,0-4-14 16,-2 2 11-16,0 2-10 0,2 1 13 0,-2 4-1 0,0 2-6 15,-2 0 1-15,-1 7 0 0,-1-1 0 0,2 1 0 0,1 3 2 16,-3-3-1-16,-2 3-9 0,-7 0 9 0,-1 1-7 0,0 1 12 15,-1 1-1-15,2 1-7 0,-2 1-10 0,2 0 13 0,-2 1-9 16,1 1 14-16,2 1-9 0,1 0-12 0,1 0-36 0,-1 3-2 16,-1-3-7-16,1 2-33 0,1 3-12 0,0-3-19 0,1 2-78 0,1-3-63 15,1-1-8-15,1-1-16 0</inkml:trace>
  <inkml:trace contextRef="#ctx0" brushRef="#br0" timeOffset="92355.26">22888 10572 1131 0,'4'5'186'0,"0"3"-2"16,1-3-11-16,1 2-45 0,2-1 23 0,2-2-29 0,0 0-35 0,4 0-34 15,0-2 12-15,2 1-25 0,2-1 11 0,0 0-15 16,0 0-11-16,0 1-17 0,-4-3 0 0,0 0-4 0,-5-3 2 15,-2 1 0-15,0 0-2 0,0-2-2 0,3 1 1 0,-1 0-3 16,0-1-11-16,-1 0-14 0,-1 1-9 0,-1-1-44 16,0 1-22-16,-2-1 10 0,-1 0-127 0,0 1-123 0,-1-1-35 0</inkml:trace>
  <inkml:trace contextRef="#ctx0" brushRef="#br0" timeOffset="92600.75">23056 10183 1271 0,'1'0'312'0,"0"4"-80"16,2 2-81-16,-1 2-40 0,5 1-23 0,-1 0-23 16,2 0-32-16,-2 1-22 0,-2-1 0 0,2-1-6 0,1 0 0 15,6-1 0-15,2 0 3 0,4 0-8 0,-1 0 4 16,-1-1-4-16,1 1 6 0,-5-2 0 0,-1-2-4 0,3-1-13 15,-3 0 12-15,0 2-11 0,-1-3 22 0,-2 1-11 0,-1 0-8 16,0 1-68-16,-3-1 25 0,1 0-31 0,-2-1 3 0,0-1-29 16,-2 0-26-16,0 0-78 0,-2 0-130 0,0 0 19 0</inkml:trace>
  <inkml:trace contextRef="#ctx0" brushRef="#br0" timeOffset="92984.24">23008 10206 625 0,'-2'-5'192'0,"-1"-3"56"16,1 1-25-16,2 0-43 0,0-2-39 0,1 0-29 0,1-1-35 15,1-1-28-15,0 0 16 0,0 2-23 0,2-2 22 16,1 1-10-16,0-1-13 0,4 0-6 0,1-1 14 0,0 3-16 16,1-2 15-16,-5 1-7 0,1-1-14 0,1-1-20 0,1 1 18 15,6 2-21-15,1-1 16 0,1 1-6 0,-2 2-10 0,1 0-11 16,-2 6 10-16,-3 1-8 0,-1 0 16 0,-2 0-4 15,0 2-7-15,0 4-5 0,-2 2 5 0,-1 0-4 0,-2 4 7 16,-2 2 1-16,-1 5-5 0,-1 5-14 0,-2 3 15 0,0 1-16 16,0 1 23-16,-2-6-1 0,0-2-6 0,0 0-11 0,1-3 14 15,1-3-10-15,1-1 17 0,1-4-2 0,1-1-8 0,2-2-9 16,1-3 9-16,-1 1-8 0,1-3 15 0,1 0 0 0,-1-2-4 0,3 0-13 16,-1-2 15-16,2-2-10 0,-1 1 33 0,2-3 2 0,2 0-3 15,-2-2-5-15,2 2 11 0,0-2-10 0,1 2 3 0,3 0-6 16,1 2-11-16,-2 0-15 0,-1 1 9 0,-4 1-8 0,0-2 17 0,0 1-3 15,0 1-7-15,1 0-3 0,-1 1 1 0,0-1-2 0,-2 0 5 16,1 2 0-16,-2 0 0 0,0-1-26 0,-1 1-8 0,1 0-6 16,-1-1-49-16,1 1-14 0,0-1-15 0,-2-1-130 0,1 1-92 15,-2-2-13-15,0 3-30 0</inkml:trace>
  <inkml:trace contextRef="#ctx0" brushRef="#br0" timeOffset="93347.69">23502 9748 1512 0,'2'-3'-319'0,"-2"2"644"0,-1 0-65 0,-1-2-93 0,2 1-73 0,0-1 7 0,1-1-40 0,0 0-27 0,1 1-15 16,1-3-19-16,1 3 0 0,-1-1 2 0,1 0 2 0,-1-1 5 16,2 2-3-16,-2-2-6 0,3 3-4 0,-1-4 6 15,1 3-5-15,1-3 8 0,-1 1 0 0,0-2-3 0,1-1-2 16,-1 2-2-16,0-1 1 0,-4-2 6 0,1 2-4 0,-1-2 3 0,0 0-30 15,5 1-1-15,0-2-6 0,-1-1-23 0,0 2-26 16,1 2-15-16,-1-2-81 0,1 4-57 0,-1 0 34 0,-1 2-259 16,-1 2 275-16,0 2-13 0</inkml:trace>
  <inkml:trace contextRef="#ctx0" brushRef="#br0" timeOffset="93534.68">23638 9820 947 0,'1'1'257'0,"0"0"-151"16,-1-1 84-16,1 1-40 0,3-1 12 0,-1-1-44 0,3 0-23 15,-2 0-20-15,2-3-23 0,-1-1-38 0,1-1 12 0,1 1-22 16,0 0 10-16,0 0-5 0,1-1-8 0,-1-1-4 0,0 1-13 16,0-2 3-16,1-2-98 0,0 1-79 0,-1-1-30 0</inkml:trace>
  <inkml:trace contextRef="#ctx0" brushRef="#br0" timeOffset="94649.79">23917 8932 320 0,'-2'0'134'0,"0"-1"30"0,-1-1 16 0,-1 0-65 0,2 1 20 0,0 0-20 0,-1-1-32 0,0 2-34 16,1-1 25-16,0 0-36 0,-1 1 22 0,1 0-12 0,0 0-15 15,-1-1-11-15,0 1 7 0,1 0-8 0,-1 1 22 16,0 1-4-16,0 0-7 0,0 2-4 0,-1-1 15 0,0 4-16 0,-1-2 20 16,1 1-8-16,-1 2-12 0,2 3-6 0,0 1 0 15,1 2-4-15,2 3 4 0,2 2-6 0,2 4-4 0,1 10-15 16,1 2 16-16,1-1-14 0,2 2 34 0,0-5-8 15,1-4-10-15,2-3 0 0,0-5 13 0,0-3-9 0,0-5 29 0,0-2-12 16,-1-4-9-16,1 0-5 0,2-1-2 0,-1-2 0 0,2 0-2 16,-2-2-3-16,2 0-1 0,1 0-10 0,-5-2 3 0,-2 0-3 15,0 0 3-15,-1-2 0 0,4 0-2 0,0-1-1 0,1 0 3 16,-1-2-3-16,2 0 1 0,-3 2 0 0,-1-2 0 0,0-3 0 0,-2 0 4 16,-1-3-2-16,0-1 3 0,0 0-1 0,0 1-5 0,-3-4-10 15,-1-1 11-15,-1 0-7 0,-2 1 14 0,0 0 2 0,-2 2-7 16,-3-2-13-16,0 0 13 0,-3 1-14 0,-1 0 17 0,0 3-2 15,-3-1-5-15,-2 2-2 0,-2 1 0 0,-2 1 0 0,1 2 5 16,2 2-3-16,-1 2-2 0,6-1-6 0,-1 0 6 0,0 1-3 0,1 2 7 16,-2-1 0-16,1 0-5 0,1 2-6 0,0 0 4 0,-1 0-6 15,4 1-11-15,-2 0-2 0,2 0-7 0,0-2-21 0,1 1-11 16,2 1-1-16,1 0-31 0,-2 0 18 0,1 0 8 0,1-1-256 16,1 1 13-16,1 0-103 0,1 0 142 0</inkml:trace>
  <inkml:trace contextRef="#ctx0" brushRef="#br0" timeOffset="94951.72">24123 9191 1587 0,'0'0'117'15,"2"0"22"-15,0 0 6 0,3 0-39 0,2 0-30 0,-1-1-21 0,3-1-21 0,4 2-34 16,-1 0 12-16,-1 0-16 0,1 2 21 0,-2-2-5 0,0 0-9 16,1-2-3-16,0 2 2 0,-1 0-2 0,2 2 8 15,-1-1-1-15,-2 2-4 0,2 0-7 0,-2-1 4 0,0 1-7 0,0-1 2 16,0-2-23-16,-1 1-11 0,0-1-70 15,-3 0-55-15,2 0 26 0,-1-1-277 0,-2-1 251 0,1 2-21 0</inkml:trace>
  <inkml:trace contextRef="#ctx0" brushRef="#br0" timeOffset="95533.53">24327 8905 602 0,'-3'3'194'0,"0"-2"-103"0,-1 1 83 0,1 0-58 16,1-1 5-16,-1-1-36 0,2 2-17 0,0-2-3 15,0 1-13-15,1-1-11 0,0 0 27 0,0 0-31 0,0 0 26 0,0 0-10 16,0 0-14-16,0 0 32 0,0 0-41 16,0-1 7-16,0 1-4 0,1-2-6 0,-1 2-11 0,1-1 8 15,0 0-12-15,-1 0 6 0,1-1-2 0,2-2-4 0,-2 4-12 16,0-1 11-16,1-1-11 0,0-1 20 0,1 1-6 16,-1-1-5-16,2-1-5 0,0 2 2 0,0-2-1 0,2-1 6 15,0 2-3-15,0-1-7 0,1 0 3 0,0-1-2 0,-1 1 2 16,1 2-4-16,0-1 0 0,-1 1 0 0,-1 0-12 0,1 2 17 15,-2 0-11-15,1 0 18 0,-2 0 2 0,-1 2-10 0,1-1-17 16,-1 2 13-16,-1 0-12 0,-1 0 21 0,1 2-2 0,-1 0-7 0,0 2-9 16,0-2 12-16,-1 1-9 0,0 1 20 0,0-1-5 0,0-1-9 15,0 1-2-15,-1 2 2 0,1-3 0 0,1 0 0 0,0-1 2 16,0 0 0-16,3-1-9 0,-1-3 7 0,0 1-7 0,1-1 15 0,2 0-5 16,-1-1-4-16,2-2-9 0,1-1 12 0,-1 0-6 0,2 1 16 15,1-1-2-15,0 1-8 0,0-1-10 0,1 2 11 0,-2 0-9 16,-1 2 13-16,0 0 0 0,-2 0-7 0,1 0-7 0,-2 2 8 0,2-1-7 15,-3 2 16-15,2-1-1 0,-1 1-4 0,0 2-17 0,0 0 13 16,0 0-10-16,-1 1 23 0,-1 0-7 0,-2 0-7 0,1 0-1 16,-1 3 3-16,-2 2 0 0,0-1 10 0,-2 0-4 0,1 0-2 15,-2 1-1-15,1 1 9 0,0 2-5 0,-2 2 7 0,2-2-2 16,-2 0-8-16,0-1-17 0,1-2 15 0,0-2-13 0,1-2 23 16,1-2-9-16,0-3-10 0,1-2-77 0,0-2-29 0,-1-6-20 0,1-2-288 15,1-4 260-15,-1 1-60 0</inkml:trace>
  <inkml:trace contextRef="#ctx0" brushRef="#br0" timeOffset="95849.88">24573 8514 1388 0,'4'-2'180'0,"-4"-3"14"0,3 3-19 16,-2-1-44-16,-3-3-48 0,0 1-24 0,0-4-27 0,2-2-22 15,4 3-1-15,0-3-4 0,2 1 0 0,0 0-2 0,-1 1 0 16,0-1-6-16,0 1 5 0,1 1-5 0,0 0 10 0,-1 3-4 15,0-1-5-15,-1-1-17 0,1 3-4 0,-2 1 0 0,1-1-37 16,0 3-17-16,-1-2-7 0,2 0-85 0,-3 1-71 0,1 1 28 16,1 1-105-16</inkml:trace>
  <inkml:trace contextRef="#ctx0" brushRef="#br0" timeOffset="96381.6">24846 7956 496 0,'-4'-4'200'0,"-1"1"-79"0,1 2 119 0,-1 0-93 16,1 2 26-16,-1 1-57 0,1 2-7 0,-1 0-16 0,1 3-22 16,-1-2-34-16,1 0 25 0,-1 2-33 0,2 1 32 15,-1 1-13-15,2 1-20 0,0 1-19 0,1-2 14 0,0 1-17 0,1 3 21 16,0 3-3-16,0 1-7 0,1 5 4 0,2-3 0 0,1 0-2 16,1 2 7-16,1-4 0 0,-1 4-2 0,4 1-22 15,-1-2 19-15,1-1-21 0,2 3 21 0,0-3-6 0,0-2-10 16,1 0-12-16,1-8 10 0,-2 0-9 0,2-2 20 0,-2-2-5 15,2-1-8-15,-1-3-5 0,2-1 7 0,-1 0-3 0,2-1 11 16,2-1-2-16,-2-4-5 0,3 3 16 0,0-4-1 0,-5 0 5 16,-1-2-8-16,0-2-2 0,-2 2-3 0,7-3-17 0,0 0 15 15,0 1-14-15,0-1 16 0,-5 1 0 0,-1 0-7 0,-2 0-14 0,-1-1 16 16,-1 1-13-16,-3-2 12 0,-1 3-3 0,-2 1-14 0,-1-2-5 16,-1 3 13-16,-3-1-10 0,-1 0 18 0,-2 2-3 0,-2 1-3 0,-1-2 2 15,-3 0 0-15,-1-1 2 0,-2 0 2 0,-1 1-2 16,0-1-2-16,0-2-10 0,1 1 11 0,2 0-7 0,1 0 16 15,-2 1-3-15,2 0-9 0,-4 4-6 0,0 1 10 0,4 0-7 0,-1 3 11 16,2-2-2-16,3 0-4 0,-1 3-6 0,1-1 2 0,1 2-2 16,1 1-6-16,0 0-10 0,3 1-12 0,-2-1-28 0,2 2 6 15,-1-1-8-15,2-3-37 0,2 0-32 0,0 1-46 0,1 2-94 0,-1 1-165 16,1 3 12-16</inkml:trace>
  <inkml:trace contextRef="#ctx0" brushRef="#br0" timeOffset="96798.78">25058 8201 1322 0,'0'-1'123'0,"-2"-3"73"0,-1 2-23 0,0 0-32 0,2-1-35 0,0 0-57 0,1 0 10 0,0 1-28 0,0-1 12 0,1 1 1 0,-1 0-4 0,1 0-14 16,1-1 12-16,-1 1-19 0,2 1 15 0,-1 1-4 0,2-2-9 0,0 2-13 15,2 0 16-15,-5 0-17 0,2 2 26 0,1-2-2 16,-1 1-8-16,6 0-8 0,-1 0 12 0,1 1-15 0,1 0 11 16,0-1-6-16,0 2-7 0,3 0-14 0,-2-1 8 15,0-1-10-15,-1 2 17 0,-1 0-3 0,-1-1-6 0,1-1-6 16,0-1-1-16,-1 2-2 0,1-2-4 0,-2 0-5 0,-1 0-2 0,1 0-26 16,-1 0-6-16,0-2 0 0,0 2-24 0,0 0-6 15,-2-1-8-15,2 0-58 0,-2-2-53 0,2 1-2 0,-2 0-370 0,2 0 348 16,-1 2-64-16</inkml:trace>
  <inkml:trace contextRef="#ctx0" brushRef="#br0" timeOffset="96985.32">25426 7913 1941 0,'9'13'-171'0,"-3"-5"409"0,0-1-43 0,3 4-39 16,3 3-77-16,1 2 5 0,0 1-34 0,1 2 0 0,-4-6-15 15,1-1-10-15,1 0-16 0,-1-1 1 0,0 3-4 0,-6-1-12 16,-1-3-19-16,-1-1-11 0,1-2-65 0,3-1-66 0,1-3 31 16,0 1-310-16,4 3 268 0,5 2-19 0</inkml:trace>
  <inkml:trace contextRef="#ctx0" brushRef="#br0" timeOffset="98500.68">18315 13161 271 0,'0'-3'63'0,"0"1"26"0,-1 1 28 0,0-3 37 0,1 0-38 0,-1 1 19 0,0 1-19 0,1-1-24 15,-2 1-30-15,2 0 33 0,-1 1-39 0,1 0 44 0,-1 0-14 0,0-1-21 16,0 2-12-16,-1-1 12 0,1 1-20 0,-2 0 22 16,1-1-6-16,0 1-11 0,0 0-24 0,-1 0 27 0,1 0-32 15,0 0 28-15,0 0-8 0,-1-2-18 0,1 2-16 0,0 0 11 16,-1 2-15-16,-1-1 18 0,1 0-7 0,-2 2-7 0,1-1-13 15,-2 0 9-15,2 2-8 0,-3 1 16 0,0-3-2 16,-1 3-9-16,-2-1-5 0,0 0 8 0,1 0-6 0,1 1 10 16,0 0-2-16,1 0-4 0,0 0-8 0,0 0 7 0,0-1-6 15,1 1 11-15,0 1 2 0,0-3-1 0,2 4-17 0,1-1 15 0,-1 1-13 16,2-2 15-16,-1 0 1 0,-1 0-10 0,5 0-3 0,2 0 8 16,-1 0-5-16,0 0 12 0,-4-2-5 0,1 2-6 0,0-1-7 15,-1 1 8-15,1-1-4 0,0 1 15 0,1-1-5 0,-1 2-4 0,0-1-10 16,-1 2 7-16,1 0-5 0,-1 0 17 0,0-1-5 0,1 1-8 15,-1 2-4-15,0 1 9 0,-1 0-3 0,1 3 9 0,0-2-1 16,1 2-7-16,0-3 0 0,0 2-1 0,1 0 0 0,-2 2-3 16,1 5 5-16,1-1 3 0,-1 1-10 0,1 0 9 0,-1-2-10 15,1-1 15-15,0 0-5 0,-1-1-3 0,1-1-4 0,0 2 3 0,0-1-1 16,0-1 3-16,0 1 0 0,0 1-2 0,-1-2-8 0,1 0 12 16,0 0-9-16,-1 3 12 0,0 1 2 0,-1 1-8 0,0 3-7 15,0 1 11-15,0 1-11 0,1 0 13 0,-2 1-4 0,1-6-6 0,0 1 2 16,0 1 3-16,-2-1 0 0,1 1 1 0,-2-1 0 0,1-2-4 15,-2 0-12-15,1-1 13 0,-1-1-10 0,2 0 17 0,-1-1-2 16,2 0-5-16,-1 0-8 0,1 0 8 0,0 2-7 0,0-3 8 16,1 0 0-16,0 2-3 0,1 1-4 0,0 2 5 0,1 0-4 15,0 1 7-15,-2 1 0 0,2 0-1 0,-1-2-11 0,1 2 10 0,-1-4-7 16,0-1 10-16,1-5 1 0,-1 0-4 0,0-2-8 0,1-1 7 16,-1 3-6-16,1-2 11 0,0-3-1 0,0-1-2 0,0 0-13 15,0-2 9-15,0-1-9 0,0 1 19 0,0-2-4 0,0 1-2 0,0-2-2 16,0 0-1-16,0 0 2 0,0 0 2 0,0 1 4 0,0 0-1 15,0 0-8-15,-1 1 4 0,1-1-4 0,-2 2 7 0,2-3-1 16,0 3-2-16,0 1-12 0,-1 0 14 0,1 0-9 0,-1 0 17 16,1 1-4-16,-1-1-8 0,0 1-4 0,-1 0 4 0,1 1-1 15,-1-2 8-15,1 3 0 0,1-4-3 0,-1 3-11 0,-1-3 12 16,1 3-10-16,0-3 14 0,1 2 1 0,-1-1-4 0,-1 1-13 0,1-2 10 16,0 2-10-16,0-2 14 0,0 1-1 0,1-1-3 0,0-1 1 15,0 1-2-15,0 0 0 0,1 0-1 0,1-2 0 0,1 1 0 0,0 1-9 16,0 0 10-16,2-2-6 0,-1 3 19 0,1 0-2 15,-2-3-4-15,3 0-2 0,-2 2 2 0,1-1 0 0,0-1 4 0,1 1-6 16,2 0-4-16,0 1-2 0,1-2 1 0,0 0 0 0,1-1 4 16,2 3-1-16,2-2-4 0,-1 2-13 0,1-2 17 0,-5 0-13 15,0 2 13-15,0 1-4 0,1-2-11 0,5 1-107 16,1-3-54-16,2-1-25 0,2-1-45 0</inkml:trace>
  <inkml:trace contextRef="#ctx0" brushRef="#br0" timeOffset="158393.1">26917 7561 217 0,'-1'-1'-48'0,"-4"-3"24"0,3 2-60 0,0 0 107 0,1 1 32 0,1 1-8 15,-2 0-23-15,2 0-4 0,0 0-12 0,0 0-3 0,0 0-2 16,0 0 2-16,-1 0 7 0,-2 3 4 0,2-2-1 0,-1 3 6 16,-1 0 17-16,0-3-13 0,0 3 11 0,-1-1-1 0,1 1-5 0,-2 0 4 15,1 1-1-15,-2 0 1 0,2 1 5 0,-1-1-7 0,2 1-3 16,0 0-19-16,-1 1 12 0,2-1-13 0,1-1 9 0,1 0-6 16,0 1-4-16,0-1-10 0,1 2 2 0,0 0 1 15,1-1 18-15,-1 1 0 0,2-1-9 0,-2 0-1 16,1 0 12-16,-1 1-12 0,0-2 12 0,0 0-1 0,1 2 2 15,-2-2-6-15,0 1 16 0,0 1-10 0,0-2 20 0,-2 3-6 0,1-2-15 0,0 0-5 16,-1 3 11-16,-1 0-10 0,0 2 10 0,0 0-7 0,-2 1-6 0,2 2-6 16,-1-2 3-16,1 3-1 0,0-1 10 0,1 0 0 0,-1 0-5 0,1 0-5 15,1-1 12-15,1-1-12 0,0 0 3 0,0 0 1 16,2-2-2-16,2 3-9 0,-1-1 4 0,3 1-4 0,-1-3 10 0,1 1-1 16,1-2-4-16,-1 0-8 0,1 3 5 0,1-1-6 0,-1 0 1 15,1 1 0-15,-3-2 0 0,2 1 3 0,0-2-3 0,-1-1 3 16,2 0-1-16,-1-1 2 0,0 1-2 0,0 1-13 0,0-2 24 15,0 1-21-15,0 1 21 0,1-1-5 0,-3 1-11 0,1 0 1 0,0 1 3 16,-2 1 1-16,1-3 10 0,-1 5 2 0,2 0-3 0,-1 1-15 16,1 3 18-16,-3-1-17 0,2 2 23 0,-2-2-7 0,-1-1-8 0,3 0-10 15,-3 2 7-15,1 0-2 0,2 1 18 0,-2-3-1 0,2 3-9 16,0 0-14-16,-1 0 18 0,0-3-14 0,2-1 16 0,-6 2-6 16,0-4-11-16,2 6-2 0,-1-2 3 0,6 0-1 0,0 0 10 15,-3-2 0-15,1 0-3 0,-1-1-12 0,1 1 14 0,0-1-13 0,0-1 13 16,-2 2-2-16,-1-1-7 0,1 3 6 0,-2 0-5 0,0 1 6 15,0 1-4-15,-1 0 4 0,0 0 2 0,0 0-15 0,0 1 20 16,0 0-18-16,0 1 19 0,-1-2-3 0,1 3-9 0,-2 1-8 16,2-1 11-16,-1-3-7 0,1-1 21 0,-2 0-3 0,2-1-9 15,-1 5-5-15,1-3 0 0,0 0-1 0,3 0 1 0,-2-1 0 16,0 1 0-16,1 0 3 0,-1-2-3 0,0 0 3 0,2 0 3 0,-1-2 1 16,0 2 3-16,3 4-10 0,-2-2 11 0,1-1-10 15,0 3 13-15,-1-2 2 0,0-1-2 0,1 3-10 0,-2-1 9 0,0 1-9 16,-1 2 10-16,-1-1 0 0,0-2-7 0,0 4-11 0,-2 0 16 15,0 3-13-15,-1-1 18 0,-2-4-7 0,1-3-8 0,-1-1 5 16,0 1-1-16,1-1 4 0,2 0-5 0,0-2 0 0,2 0-4 0,0 3-7 16,1-2 16-16,2-1-13 0,2 2 16 0,0 1-5 0,3-3-7 15,0 2-11-15,-1-1 12 0,1 1-7 0,-2 0 15 0,2-1 0 16,0 1-9-16,1 1-7 0,0 0 12 0,-1-3-11 0,0 0 15 0,0 1-2 16,-1-2-5-16,2 5-11 0,0 0 8 0,2 3-6 0,-1-1 13 15,-1-1 2-15,0 0-9 0,-2 0-1 0,2-4 5 0,0 0-5 16,0 0 7-16,0 0-5 0,1-1-3 0,1 3 1 0,-1-1 7 15,0 1-3-15,1-2-1 0,-1 0 3 0,1 0-8 0,1 2-4 0,-1 0 12 16,2 3-9-16,0 2 11 0,0 0-3 0,-1-2-5 0,2 1 2 16,1-3-3-16,-1-2 5 0,1 1 3 0,-3-1-1 0,-6-2 1 15,0 0-5-15,1-1 0 0,0 0-1 0,4 1 0 0,2-3 4 16,-2 1 5-16,2-1-18 0,2 2 9 0,-3-1-9 0,-1-1 20 16,1 2-3-16,-3-1-3 0,2 3-17 0,0-2 13 0,-1 0-9 0,1 1 21 15,0-3-7-15,0 2-10 0,0 0 1 0,0 1 3 0,0-1 0 16,2 2 11-16,-2-4-3 0,1 4-2 0,2 0-9 0,-1 1 7 15,2-4-6-15,1 4 7 0,-2 2 0 0,2 1-2 0,3 3 1 16,-1-5 1-16,1-2-2 0,1-2 1 0,-2-2-3 0,1 1-2 0,-1-1-6 16,-8 1 7-16,1-2-4 0,-1 1 11 0,-4-2-4 15,9 3-4-15,-2 1-4 0,3 4 5 0,0 1-1 0,0 4 12 16,-2-4-3-16,-1-1-4 0,-1-3-5 0,0-1 1 0,1 2-1 0,-1-1 4 16,-1 1-1-16,0-2-4 0,2 2-1 0,-2 0 1 0,3 0 1 15,-2-5 7-15,0-1-3 0,1-1 0 0,-2 1-11 0,0 4 6 0,0-2-5 16,0 0 14-16,0 0 0 0,-2-2-3 0,1 0-4 15,-1 3-2-15,-1 0 0 0,-1 0 3 0,2 2 1 0,-1-2 2 0,-1 2-9 16,1-1 8-16,-3 0-7 0,3 3 9 0,0 2 1 0,0 1-5 16,2 3-8-16,-2-3 8 0,-1-2-7 0,1-3 14 0,-2-1-5 0,2 4-3 15,-1 0 0-15,0-1 0 0,-6 1 1 0,-1 0 2 0,1 0 0 16,-1-2-3-16,6 1-8 0,-1-2 8 0,0 1-8 0,0 2 15 16,-1 0-1-16,-1-1-1 0,0 1-17 0,-2-1 14 0,1 0-10 15,-1 1 22-15,-1-3-5 0,-1 0-11 0,-2 1 2 0,1 2 0 16,0 3 0-16,-2 0-6 0,2-1 4 0,-3 0-1 0,0 0-13 0,0 2 22 15,-1 1-18-15,0 2 28 0,5 4-7 0,-1 0-13 0,-3 3-6 16,0 4 10-16,-6 2-3 0,-3-1 14 0,1-2-2 16,-1-6-9-16,2 0-11 0,-1-2 12 0,0-1-10 0,2 3 19 0,-2 1 2 15,4 0-5-15,0 3-23 0,2 2 19 0,-1-1-17 0,0-4 26 16,1-5-4-16,2 0-13 0,-1 0-2 0,0 2 8 0,1-1-3 0,-1-5 10 16,0-1-6-16,1-1-4 0,-3 0-1 0,0 1-1 0,0 0 3 15,-1 0 2-15,0 1-1 0,0-2 0 0,1-1-6 0,1 0 6 16,-2 0-4-16,0 1 5 0,0 0-1 0,-1 0-3 0,1 7 1 15,-3-2 0-15,0 0 2 0,0 3 3 0,-3-1-2 0,-1 0 0 0,-3 4-8 16,-2-2 7-16,-2-2-4 0,0 0 11 0,5-1-3 0,-5 2-8 16,0 3 1-16,-3-2 4 0,-5 0-1 0,1 1 0 0,3 0-2 15,4 1-8-15,-2 4-12 0,2-1 15 0,-1 0-12 0,3-1 25 16,0-2-6-16,2-2-5 0,-1 1-7 0,0-4 12 0,-1 0-5 0,-3-1 11 16,1 0 0-16,2 2-10 0,0 3-9 0,5-1 15 0,-1 2-11 15,-3 2 19-15,-1 3-4 0,-6-3-7 0,0 3-3 0,3 0 7 16,0 3-3-16,1-3 4 0,1 0 5 0,0-2-9 0,0 3-12 15,-1-1 19-15,3 2-19 0,1 1 23 0,3 2 3 0,1 0-7 0,-2 3-10 16,2-4 3-16,-1 0-4 0,1-3 8 0,0-1-1 0,2-3 1 16,0 0-17-16,3 0 6 0,2-2-8 0,4 1 12 0,0-3 3 15,3-2 0-15,0-2-8 0,1-3 0 0,2-3-7 0,2 0-28 16,0-3-6-16,3-1-13 0,1 3-69 0,1-3-35 0,2-2-12 16,0 0-198-16,2-4 221 0,0-2-28 0</inkml:trace>
  <inkml:trace contextRef="#ctx0" brushRef="#br0" timeOffset="160084.78">26947 7483 295 0,'-12'0'83'16,"3"4"-2"-16,1 0-72 0,1 3-19 0,2 0 18 0,-1 1-20 0,0 1 19 16,1-2 1-16,-2 2-8 0,-1-1-15 0,-1 0 16 0,0-2-11 15,-1 3 37-15,0 1 2 0,-1 0-10 0,1 4-6 0,-2 1 21 0,3-4-18 16,-1 1 24-16,2-1 4 0,2-1-3 0,-2 1-21 0,2 0 19 16,-1-1-18-16,3-1 31 0,0 0-8 0,-1 0-8 0,2 0-12 15,-1 0 9-15,2 0-10 0,-1 0 0 0,2 1-5 0,-2 1-8 0,2 0-10 16,0 1 11-16,0-1-7 0,1 1 24 0,0 0-2 0,0 0-10 15,1 1-7-15,0 0 8 0,0 1-11 0,-1-2 6 0,0 3-2 16,0-3 0-16,0 5-9 0,0 0 3 0,0 2-1 0,-1 3 12 16,-1-2-3-16,-1 1-6 0,-1 2-11 0,0 2 9 0,-1 1-8 15,1 1 11-15,-1-4-4 0,1 1-3 0,-3 0-12 0,-1-1 16 0,-1 4-9 16,1-1 28-16,2 0-2 0,1 0-10 0,3 3-17 0,-2 1 16 16,2 0-14-16,-1 1 27 0,1-5-2 0,0-3-7 0,0 3-20 15,2-3 14-15,0 1-11 0,0 3 21 0,1-1-1 0,0 0-13 0,1-2-13 16,-1 0 19-16,0-3-17 0,0-1 16 0,0-1 1 0,0 3-10 15,3 0-1-15,-1 2-4 0,0 3 1 0,1 3 6 0,-2 5 3 16,0 2 2-16,-2 1-23 0,-1-3 24 0,-2-3-22 0,-2-2 28 16,0-1-4-16,-2-2-9 0,-1 0-1 0,-1 1-3 0,0 0 3 0,0 3 9 15,0 1-4-15,0 1-3 0,5 5-6 0,-4-1 6 0,0-1-4 16,-2-4 8-16,-6-4-2 0,1 0-3 0,0 0 1 0,-1 0-2 16,2-1 2-16,0-3 5 0,0 0 2 0,2-3 0 0,0 2-18 15,0 0 16-15,1-1-13 0,-1 2 23 0,0-2-6 0,-1 3-7 0,0 0-8 16,0-1 3-16,0 2-2 0,-3 1 13 0,2 0-1 0,-2-2-5 15,0 2-16-15,3-1 22 0,-3-2-18 0,1 3 25 0,-2-3 1 16,-2-2-8-16,-2 0-8 0,-1 0 3 0,-2 0-4 0,2-1 9 16,6 0-1-16,-1 1-2 0,-2-1-12 0,-1 0 16 0,-6-1-15 15,1 1 18-15,4-1-4 0,0-1-8 0,0 3-2 0,1-1 5 0,0-1-1 16,0-3 13-16,3-3-3 0,1 1-10 0,1-1-14 0,2 3 18 16,0 0-15-16,-1-2 21 0,2-1-3 0,-1 1-11 0,0 2-12 15,-1-3 11-15,-1 2-8 0,-2-1 20 0,0-2-1 0,-1 1-10 0,1 1-3 16,0 1 6-16,3-1-6 0,-1 2 8 0,6-1-6 0,0 0-4 15,-2 0-1-15,0 1 0 0,-6-2 5 0,2 3 8 0,1 0 0 16,1-1-5-16,0 3-9 0,0-1 11 0,2 1-9 0,1-3 10 16,0-2-3-16,2-1-6 0,1 0-14 0,1 2 15 0,0 0-10 15,2-3 27-15,0 1-3 0,2-2-10 0,0 1-3 0,1 1 5 0,1-1-4 16,-1 2 2-16,1-2 4 0,0 1-4 0,0 2-12 0,0-3 13 16,1 3-12-16,1 1 25 0,0-2-6 0,1 3-5 0,2 1-5 15,-1 0-1-15,2 1 0 0,0-1 3 0,-2 1-2 0,3 3-1 0,-1 4-4 16,-1 1 1-16,2 1 2 0,1 0 13 0,-2-1-1 0,1 0-3 15,2 7-14-15,0-4 17 0,1-3-14 0,0-1 21 0,2-2-11 16,1 5-11-16,2 3-6 0,2 2 10 0,-3 2-2 0,-5-3 22 16,0 2-5-16,-2-1-10 0,2 1-10 0,4-1 10 0,2 0-9 15,1 0 10-15,-1 0 2 0,1 3-3 0,-1 0-5 0,-1-1-1 16,0-1-1-16,-1-1 11 0,1-3 0 0,-1 5 3 0,1 4-18 0,0 0 15 16,1 2-14-16,3 1 14 0,-1-3-2 0,2 0-7 0,1-2-6 15,0-4 6-15,0-4-3 0,-1-1 15 0,3-3-3 0,-2 3-5 16,5 4-3-16,1 6 2 0,-2 2-3 0,-2 4 1 0,-4 2 1 15,-3-5 1-15,2 1-6 0,4-6 5 0,2-2-4 0,-3-2 12 0,-1 1 0 16,-3 1-5-16,1 9-29 0,0 6 29 0,-1 4-24 0,2 1 42 16,-1-5-11-16,-2-4-16 0,-1-3 1 0,1-4 3 0,-1-2 2 15,1 2 11-15,0 1-2 0,-1 8-6 0,2 5-13 0,0 3 15 16,0-3-13-16,-1-4 19 0,0-5 1 0,-2-3-4 0,2-2-2 16,0-2 2-16,-2 0-1 0,1 6 4 0,-4 5-6 0,-6 1-5 0,0 2-9 15,-4-5 14-15,0-4-8 0,2-5 17 0,-1-6-3 0,1 0-10 16,-1-1-14-16,-1 2 16 0,0 0-13 0,-1 2 13 0,-2 2-2 15,-2 3-12-15,-1-1-26 0,4 0 0 0,-1-2-13 0,-1-2-43 16,-2-3-17-16,-6-3-19 0,-3-1-122 0,3-6-61 0,-1-4-19 16</inkml:trace>
  <inkml:trace contextRef="#ctx0" brushRef="#br0" timeOffset="174547.13">26911 7708 89 0,'0'-3'-48'0,"-1"-1"40"0,0 2 49 15,0 2-13-15,1-1 28 0,-1 0-8 0,0 0-17 0,1 1 3 0,0 0-1 16,0 0 5-16,-2-2 13 0,1 1-8 0,0 0-5 0,0 1-38 16,0-1 35-16,1 1-32 0,-1-2 39 0,0 1-13 0,0 0-17 0,1-1-2 15,-2 1-3-15,2 0 4 0,0 1-3 0,-1-3-1 0,4 2-5 16,-1 1-11-16,0 0 15 0,1-1-12 0,2 1 23 0,-1 0-3 16,2 0-4-16,-1 2-5 0,0 0 11 0,0 0-1 0,0 1 40 15,0 1-7-15,-2-2-6 0,0 3-25 0,0-1 21 0,-1 2-18 16,0-2 25-16,0 1-8 0,0 1-13 0,-2-3-10 0,0 4 10 0,0-2-7 15,-2 3 20-15,0-3-6 0,0 1-9 0,0 2-14 0,-1-1 7 16,0 2-9-16,2 0 3 0,-1 2-2 0,0-2-3 16,-1 1-1-16,1 1-6 0,0 0 5 0,1 0 1 0,1 1-3 0,0-1 1 15,0 3-5-15,0-1 8 0,1 1-5 0,0 0 6 0,0 0-1 0,0-1-5 16,0 2-4-16,0 3 6 0,-1-1-1 0,2 0 28 0,-2-5-5 16,0 1-2-16,-2 0-15 0,2 1 17 0,-1 3-15 15,-1-1 15-15,0 0 1 0,-2-2-8 0,2 1-12 0,-2-2 11 0,1 1-11 16,0-2 15-16,0 2 0 0,0-1-9 0,1-2-5 0,-1 2 8 0,2 0-10 15,0 1 1-15,-1-1-1 0,2 1-1 0,0 1 0 0,3 0-1 16,-1-1 2-16,1 1-1 0,1-3 3 0,0 2-1 0,1 2-11 16,0 0 13-16,1 2-13 0,1 0 16 0,-1 0-4 0,0 1-5 15,1 2-1-15,1-4-3 0,-2-2 4 0,1 2 5 0,0-2-1 0,-3 3-1 16,2 0-16-16,-2 0 18 0,2-3-12 0,-1 2 20 0,-1-2-4 16,-2-2-11-16,2 1-3 0,-2 0 3 0,0 0 1 0,0-1 6 15,1 1 2-15,-1-1-5 0,0 3-15 0,0-1 20 0,1 0-17 16,-1 0 23-16,-1-3-7 0,2 2-7 0,1-1-4 0,-4 1 1 15,0 0 3-15,-1 2 11 0,-2-1-2 0,7 0-5 0,-1 2-6 16,0-1 8-16,1 1-7 0,-2-3 6 0,0 0 1 0,1 0-3 0,-1 4-4 16,-1 1 1-16,0 3-1 0,0-2 4 0,-1-2 5 0,0 0-3 15,0-1-18-15,-1 0 22 0,0-1-20 0,0 1 24 0,0 0-8 16,1 0-12-16,0 1 1 0,0 0 7 0,0 1 0 0,1 1 11 16,0-1-1-16,-1 1-9 0,1 1-1 0,1-2 2 0,-1-1-4 0,1 2 0 15,-2-2 1-15,1 2 1 0,-1-2 0 0,1-1 0 0,-1 0 2 16,0 1-2-16,0 0 1 0,0 0-3 0,-1 0-1 0,1-2 9 15,-1 1-9-15,-1 0 3 0,1 1 0 0,-1-3-2 0,1 2-10 0,-1-1 12 16,1 1-6-16,-1 1 21 0,2-2-3 0,0 2-11 0,-1 3-6 16,1 1 7-16,0-2-7 0,0 1 9 0,0-3 1 0,0 2 0 15,-1 2-23-15,0-2 20 0,1 1-17 0,0-3 29 0,0 0-1 16,0-2-13-16,0 2-6 0,0 1 11 0,1-1-9 0,0-1 11 16,2-2-6-16,-1 1-5 0,-1 2 5 0,1 0-6 0,-1-2 9 15,2 3-2-15,-2-1 0 0,0 1-2 0,0 5-9 0,0-1 16 0,1 0-14 16,-1-2 13-16,-1 2-2 0,1 2-8 0,-1 0-9 0,-1 4 13 15,0-3-8-15,-1-1 25 0,1-1-5 0,-1 0-9 0,-2 2-8 16,0 0 8-16,-1-5-6 0,1 2 11 0,-2-2 0 0,2-1-3 16,-2 1-17-16,2 2 10 0,4 0-10 0,1 3 18 0,0-5 3 15,0 4-5-15,-2 0-8 0,-3 0 11 0,2 1-12 0,0 1 5 0,0-1 5 16,-1-2-3-16,1 1-2 0,0-1 1 0,1 2-3 0,-1 0 2 16,0 0 4-16,0-3-2 0,1 1-4 0,-1 1 5 0,0-2-6 15,-2 4 1-15,1 0 1 0,-2-1-1 0,2 3-7 0,1 1 11 0,-2 2-6 16,0 3 19-16,1-2-2 0,-2-1-6 0,-1 0-10 0,2-1 14 15,-2 0-11-15,2-1 12 0,-1-3-4 0,2-1-9 0,0-1-3 16,0 4 1-16,2-3 2 0,1 1 10 0,0 2-2 0,0-3-2 16,0 4-22-16,0 2 21 0,0-1-17 0,0 2 27 0,0-4-3 15,0 0-10-15,0 1-5 0,-1 0 3 0,-1 0-2 0,0 0 6 0,-1-2 3 16,0 1-4-16,0 2-12 0,-1 2 16 0,0 5-13 0,-1 1 16 16,1 1-2-16,0-2-8 0,1-2 2 0,0 0-1 0,-1-1 2 15,1-3-3-15,1-2 1 0,-1-1-2 0,2-1-9 0,-1-1 16 0,1 1-12 16,1 1 19-16,0-1-7 0,0 1-7 0,1-3 2 15,1 4-4-15,1 1 8 0,-1 1 6 0,1-2-3 0,-1 0 0 0,2 2-11 16,-1-2 13-16,1 2-10 0,-1-1 13 0,-1-4 1 0,2 0-7 0,0 2-6 16,1 0 0-16,-2 0 0 0,1 2 3 0,0-2 1 15,-1 1-1-15,-1 7-13 0,1 4 15 0,-1-2-13 0,0 0 19 16,1-6-3-16,0-3-7 0,0-2-9 0,0-1 9 0,0 0-6 0,-1-2 16 16,1 1-1-16,0-2-8 0,0 3-8 0,0 1 8 0,1 0-6 15,-1 3 12-15,0 1-7 0,2 1-6 0,-1 1 1 0,2-1 2 16,0-1 2-16,-1 0 11 0,0-1-5 0,-2 1-3 0,-1 3-5 15,1-4 2-15,-1 0-1 0,1-3 7 0,-2-4-4 0,2 2-2 0,-1 1-7 16,-2 2 6-16,0 2-2 0,-2-1 9 0,-1-1 1 0,1-2-6 16,-1 0-15-16,-1 0 22 0,-1-3-18 0,-1 2 29 0,2-5-11 15,-2-1-14-15,0 1 0 0,2-3 7 0,1-1-1 0,-1-1 4 16,3 1 3-16,0-2-7 0,0 1-8 0,1-1 12 0,0-3-13 0,0-1 9 16,1 1-2-16,0-3-4 0,2 1-24 0,0-2-9 0,-1-1-3 15,1 0-35-15,1-2-10 0,0-1-8 0,2 0-57 0,-1-3-23 16,0-1-7-16,0-3 37 0</inkml:trace>
  <inkml:trace contextRef="#ctx0" brushRef="#br0" timeOffset="175215.04">27618 10338 85 0,'-7'0'35'0,"-1"1"1"0,2 1 23 0,1 0-30 15,-1 2 43-15,2-1-7 0,-2 2-10 0,0 0-9 0,-2 1-1 16,2 2-1-16,2 1 1 0,0 1-6 0,1 0-4 0,-4 2-26 0,-4 3 28 16,-1 1-24-16,0 2 33 0,0-4-7 0,-2 1-12 0,0 3-21 15,-2 2 20-15,-1 3-17 0,0 0 20 0,-1-1-3 0,-1 0-16 0,-2 0-13 16,-2 1 19-16,1 0-17 0,-2 2 23 0,3 0-9 16,0 2-9-16,0 1-9 0,2 3 3 0,0-3 0 0,-3 2 13 15,-1 2 0-15,0-2-8 0,-3 2-9 0,1-1 14 0,4-4-13 0,-1 1 11 16,2-1-5-16,-1-3-6 0,-4-1 5 0,2-1-6 0,0-2 7 15,2-1 0-15,2 1-1 0,0-2-4 0,2-1-25 0,2-1 13 16,4-1-16-16,2-3-7 0,3-3-22 0,4-4-20 0,2-3-63 0,4-2-31 16,2-2-1-16</inkml:trace>
  <inkml:trace contextRef="#ctx0" brushRef="#br0" timeOffset="175458.96">27686 10764 326 0,'13'-9'71'16,"-4"4"-46"-16,-2 1 12 0,-2 2-7 0,-2 2 31 0,-3 1-27 0,0 3 61 16,-2 1-5-16,-3 3-11 0,-1 3-10 0,-3 2 9 0,-3 3-12 15,0-1-9-15,-4 4-5 0,-2 2-8 0,-3 3-11 0,-4 3-2 0,2 1-1 16,0 0 0-16,0 0-6 0,-2-1-2 0,-3 4-24 0,-6 0 13 16,-1-1-14-16,-1 1 17 0,2-3-6 0,-2-1-9 0,3 3-12 15,4 2 9-15,3-2-4 0,5-2 19 0,-1 1 1 0,2-1-8 0,1 1-22 16,0-1 15-16,4-2-18 0,2-3 4 0,3-2-9 15,3-4-13-15,0 4-30 0,2-3 0 0,1-1-5 0,2-2-24 16,2-4-16-16,1 0-23 0,3-4-89 0,2-3 139 0</inkml:trace>
  <inkml:trace contextRef="#ctx0" brushRef="#br0" timeOffset="175656.05">28059 11142 451 0,'-19'14'30'0,"-6"7"4"16,-4 0 17-16,-4 8-18 0,-7 1 3 0,-4 4-11 16,-2 5-21-16,-3 7-13 0,-1 4 8 0,-1 1-6 0,-2-1 17 0,2-3-1 15,0-4-4-15,-1-2-18 0,-1 3 13 0,0-5-15 16,3 3 10-16,7 1-7 0,6-4-9 0,3 4-9 0,2-6 10 0,3-3-4 16,3-4 18-16,3-5-5 0,7-2-12 0,3-3-102 0,8-5 6 0,5-3-24 15,0-4 100-15</inkml:trace>
  <inkml:trace contextRef="#ctx0" brushRef="#br0" timeOffset="175850.24">28023 11751 268 0,'8'13'108'0,"-13"-2"-49"0,-5 3 75 0,-3 4-53 16,-5 5 9-16,-6 6-15 0,-5 6-35 0,-6 2-10 0,-5 5-12 15,-7 3-11-15,-5 0 10 0,-4 2-5 0,-2-1 20 0,0 0 0 16,-3 4-9-16,-3 10-32 0,-3 2 25 0,0 0-27 0,2-1 25 15,3-10-2-15,3-4-12 0,3-1-7 0,7-4-3 0,5-1-2 0,5-2-9 16,8-6-1-16,2-1 0 0,7-1-32 0,3-4 4 0,4-5-18 16,5-7-60-16,4-5-42 0,6-3-37 0</inkml:trace>
  <inkml:trace contextRef="#ctx0" brushRef="#br0" timeOffset="176034.2">27917 12627 816 0,'-129'90'1'0,"61"-42"3"15,7 4-1-15,-1 7-3 0,-3 2-21 0,-2 0 22 0,-4-4-19 16,0-2 18-16,6-3-4 0,3-1-10 0,-50 58-16 16,109-107-1-16,-85 94 30 0,52-57-61 0,9-8-7 15,3-5-58-15,8-8-15 0,8-6-13 0</inkml:trace>
  <inkml:trace contextRef="#ctx0" brushRef="#br0" timeOffset="176215.44">27988 13190 743 0,'-18'17'73'0,"-3"1"-44"0,-5 3 106 0,0 3-37 16,-3 4-39-16,-5 7-41 0,-1 3 22 0,-2 2-22 0,1 3 25 15,-1-4-12-15,-2-1-11 0,-5 2-15 0,2-1 7 0,-2 2-5 16,-1 2 8-16,0 1-2 0,-3 2-11 0,-2 7-15 0,3-2 7 0,2-1-13 15,5-6-6-15,3-9-6 0,2-4-9 0,1-3-19 0,6-6-12 16,11-1 3-16,6-5-36 0,7-3-14 0,2-4-13 0,1-4-92 16,4-2 133-16</inkml:trace>
  <inkml:trace contextRef="#ctx0" brushRef="#br0" timeOffset="183937.83">19599 4647 649 0,'-9'-6'97'0,"-6"1"199"0,4 4-285 0,3 1 9 16,3 0-5-16,2 0 22 0,1 0-2 0,0 1-1 0,2-1-3 16,0 0 6-16,0 0-3 0,0 0-2 0,1 0-8 0,1 0-18 0,2 0-12 15,3 1 17-15,2 0-15 0,2-1 16 0,4 3-2 0,-2-2-7 16,3 3-9-16,-5 0 2 0,2 2-3 0,3 2 16 0,-1 2-1 15,7 2-4-15,-2 2-4 0,-1 0 5 0,-2 1-7 0,-3 1 0 16,0-2 1-16,-3 2 1 0,0 0-8 0,-1 0 8 0,-2 1-6 16,-2 0 14-16,-3 2 2 0,-2 1-9 0,0 5-13 0,-1 3 22 15,0 4-18-15,-1 2 28 0,0 1 1 0,-1 1-4 0,-1-2-5 0,-1 4 15 16,1-3-12-16,-1 3 11 0,1-3 4 0,0-4-12 0,-1 2 4 16,1-2 9-16,2 4-11 0,1 4-6 0,3 4-4 0,2 3-5 15,-1 4-9-15,2-4 13 0,-3-1-9 0,2-2 17 0,-1 1-3 16,1 0-11-16,-1 2-2 0,0 3 6 0,0 2-5 0,-1 2 5 15,2 2-5-15,-1 3-3 0,0 0 6 0,-2 1 0 0,-1-4 5 16,0 0 1-16,0 0-3 0,2 4-3 0,-1 10-9 16,-1-1 12-16,-1 0-8 0,0-4 17 0,-2-7-4 0,-2 1-10 0,1 5-14 15,0 5 14-15,-2 0-10 0,0-2 17 0,-2-4 2 0,-2-5-11 0,0 0-18 0,-1-1 24 16,1-1-21-16,-1 2 32 0,2-4-9 0,-1 1-11 0,0 2-5 16,0-2-6-16,0-5 5 0,0-1-10 0,2-7 0 0,1-3 0 15,0-1-39-15,1-1 5 0,2-3-15 0,1-2-21 0,2-5-13 16,1 0-15-16,1-5-40 0,1-9-43 0,1-3 12 15,-1-5 30-15</inkml:trace>
  <inkml:trace contextRef="#ctx0" brushRef="#br0" timeOffset="184781.24">19732 4527 574 0,'-9'1'-20'0,"5"-1"47"0,0 0-9 0,3 2-1 0,1-1-9 0,1 1 8 0,3 2-1 0,0-2 26 16,1 1-9-16,-2 1-13 0,0-1-21 0,2 2 13 0,-2-1-13 16,1 3 12-16,-1-1-7 0,-1 3-10 0,1 3-7 0,-2 1 12 15,-1 3-6-15,-1-2 24 0,-3 0 0 0,1 2-10 0,-3 2-20 0,-1 1 22 16,0 2-21-16,-1-1 26 0,-2-4-2 0,1 0-8 0,-1-1 10 16,1-1 24-16,0-2-8 0,1 1 48 0,1-1-12 0,0 2-18 15,3 0-8-15,-1 1 6 0,1 1-7 0,2 2 3 0,-1 1-7 16,1 1-6-16,2 2-8 0,0 2 1 0,0-1-1 0,0 2 2 0,1 0-2 15,0 1-3-15,0-2-19 0,2 1 19 0,-3 1-16 0,1 0 22 16,0 0-3-16,-1-3-12 0,0 0-14 0,-1-2 16 0,-1 1-14 16,-2 1 16-16,0-2 3 0,0 3-10 0,0 3-9 0,4 0 16 0,-1 1-14 15,0 1 20-15,-3 0-7 0,-5 1-10 0,-2 2 13 0,-1-3 3 16,-1-3 3-16,2-3-5 0,0 1 0 0,0-3-9 0,-1 1-6 16,0-3 8-16,1-1-8 0,-2-1 12 0,2-1-10 0,-1 1-5 0,0 1-9 15,-3 1 11-15,-1 0-4 0,-2 3 21 0,0-3-7 16,0 3-10-16,-3 2-13 0,0 0 10 0,-3-1-8 0,0 3 13 15,-1-1-3-15,-5-3-9 0,0 4-2 0,-1-1 13 0,4-2-6 16,1 2 14-16,2 0 1 0,0-4-10 0,-6-1-9 16,3-1 14-16,1 0-11 0,1 0 11 0,2 1 2 0,2-1-6 0,0 1-2 15,2-1 1-15,3-1-4 0,1-1 0 0,4-3 5 0,2 1 1 0,1-3-6 16,1 1 13-16,4-2-13 0,0 0 12 0,3-3-2 0,0 3-4 0,0-1-3 16,3 3 1-16,2 0 0 0,0 3 8 0,3-3 3 15,1 2-2-15,2 2-9 0,1 2 12 0,0 3-13 0,1 1 10 0,0-1-3 16,1 0-4-16,2 2 5 0,1-1-3 0,0-1 7 0,2-1 7 15,0 0-1-15,3-1-4 0,10 6-17 0,3 1 12 0,3 0-11 16,-2 2 17-16,-3-3-4 0,-1 1-7 0,-2 2 3 0,3-1-1 0,-3 2 2 16,3 1-5-16,-1-2 3 0,1 0-2 0,3 1-9 0,1-2 10 15,1 0-9-15,0 0 14 0,-1 2-4 0,-7-2-5 0,2 1 1 16,-1 3-2-16,0 0 3 0,1 2-8 0,-4-1-9 0,-1 0-8 0,-2 4-51 16,0-1 17-16,-2-2-25 0,-3 0-36 0,-3-4-16 0,-2-2-36 15,-3 2-200-15,-1 5 236 0</inkml:trace>
  <inkml:trace contextRef="#ctx0" brushRef="#br0" timeOffset="185667.76">23270 4317 722 0,'-2'-4'25'0,"1"0"-13"0,1 4-16 0,1 0-4 0,3 2-5 0,1 0 2 16,2 1 9-16,0-1-1 0,0 2 23 0,0 0-5 0,1 1-9 16,2 2-16-16,1 0 28 0,0 2-20 0,0-1 45 0,1 1-5 15,2 1-8-15,2 2-2 0,-2 0-1 0,0 3 3 0,-2-3 9 0,-1 2-2 16,-1 2-3-16,2-1-24 0,-1 0 19 0,-1 3-19 0,-1 0 15 15,-2-1-2-15,-1 2-8 0,1 4-7 0,-4 0 2 0,1-1-2 16,-1 2 3-16,-2 1 3 0,2-1-2 0,-3 4-17 0,0 2 25 0,-3-2-21 16,0 0 29-16,1 1-7 0,-3 6-10 0,3 6-6 0,-1 5-4 15,-1 4 4-15,0 4 17 0,0-4-1 0,0 2 6 0,-1-2-28 16,1-3 16-16,-1 1-17 0,1-1 18 0,0 2-4 0,1 3-8 16,1 5-2-16,1-4-2 0,0 2 2 0,1-3 4 0,0-9 1 15,2 1-1-15,1-1-8 0,1 0 8 0,0 0-8 0,2 6 11 16,-2 1-3-16,1 0-2 0,0 1-4 0,0-1 2 0,-2-4 1 15,1-4 12-15,-2-1-6 0,1 3-6 0,1 5-11 0,-1 6 11 0,1 4-7 16,0 2 17-16,-1-5-10 0,-1-1-9 0,0-3 4 16,0 1-1-16,-2-4 4 0,0 3 2 0,0-3-1 0,-2 2-2 0,-2 1-8 15,0 0 6-15,0-1-7 0,1-4 1 0,-2-6 1 0,2 0-1 0,0-2-18 16,-2 0 13-16,1 1-12 0,0 0 8 0,1-5-5 0,0 4-14 16,-1-2-19-16,2-2 16 0,1-1-16 0,0-4 2 0,1-6-1 15,2-1-13-15,0-3-71 0,2-3-17 0,0-3-16 0,2-4 50 16</inkml:trace>
  <inkml:trace contextRef="#ctx0" brushRef="#br0" timeOffset="186650.3">23134 4187 772 0,'-9'0'-164'0,"4"0"272"0,2-3-15 0,1 2-49 0,2 1 1 0,0 1 9 0,2 0-12 0,2 2-1 0,2 1-5 0,1-2-9 0,2 3-19 0,1-1 11 16,1 3-12-16,1-2 10 0,1 1-9 0,-3 2-8 0,1-1 4 0,0 2-9 0,-1 0 10 0,2 0-2 16,-1 0 1-16,-2 0 1 0,-1 1-9 0,-2 1 6 0,-1 0-6 15,-3 1 9-15,-2 1 5 0,0-3 3 0,-2 4 1 0,-2-1 7 0,0 3-4 16,0 0 9-16,-2-1-4 0,0 2-7 0,1 2-15 15,-2-1 18-15,-1 1-15 0,0 2 19 0,0-2-4 0,0 0-7 0,0 3-6 16,-3 1 1-16,0-3 0 0,0 1 7 0,-3-3 0 16,3 1-4-16,-2 3-9 0,0-1 12 0,2-1-12 0,0-5 11 0,5 0-7 15,1-1-7-15,-3-1-11 0,0 0 13 0,-7-1-7 0,1 0 20 0,0 1 1 16,2-1-7-16,0-1-13 0,-2 2 12 0,1 0-13 0,-1 1 13 16,0-1-3-16,0 1-2 0,1 0-4 0,-2 1-2 0,0-1 2 0,0 2 5 15,-1-4 1-15,-1 3-4 0,-1-1-17 0,1 1 25 16,-2 2-21-16,1-2 24 0,-1 2-4 0,1-5-13 0,-3 2 4 0,-3 1-5 15,1-4 6-15,-1 6 2 0,2-1 1 0,-1 1 0 0,5-2-24 16,-2 1 20-16,0-2-21 0,-3 0 25 0,-2 0-6 0,0-2-9 16,0 3-16-16,0-2 16 0,0 2-9 0,0-1 33 0,0 0-3 15,2 0-10-15,-1 2-18 0,-1 0 21 0,1 1-18 0,-2 1 29 0,-1-3-7 16,1 2-6-16,0 0-9 0,1 0 10 0,9 1-5 0,-1 2 16 16,1 0-1-16,1-2-8 0,-2 0-19 0,0-3 23 0,2-2-20 15,3 0 28-15,2-2-4 0,2 2-10 0,1 1-7 0,3-2 8 16,0-2-4-16,2 0 14 0,2 1-2 0,0-1-8 0,0-1-13 0,2 1 15 15,2-1-11-15,-1 1 17 0,1-1-2 0,1 0-7 0,-1 1-7 16,2 1 9-16,1-2-5 0,-1 2 12 0,2-1-1 0,-1 3-6 16,1 0-15-16,-2 2 21 0,0 1-16 0,2-2 23 0,1 1-4 0,0 2-9 15,1 1 0-15,-1 1-1 0,-1 0 4 0,1 2 6 16,-1-1-2-16,1 1 0 0,-6 2-7 0,3-3 6 0,1 2-5 0,0 0 14 16,9 1-6-16,2 2-2 0,2 3-1 0,2-1-1 0,-2 0 5 15,0 0 11-15,0-1-1 0,1 1 1 0,1 1-23 0,3 2 19 16,2 2-17-16,1-1 20 0,0 2-7 0,1 5-10 0,1-3-5 15,6 4 3-15,0-2-1 0,-5-1 10 0,0 0 0 0,-1-4-6 0,3 0-12 16,4 2 13-16,-1 1-12 0,-4 1 15 0,-4-2-2 16,1 1-7-16,-3 1-7 0,-1 1 2 0,-1-1-1 15,-1-3 9-15,-1-2 1 0,-2-2-3 0,1 2-22 0,-1-2 13 0,0-1-17 0,0 2 17 16,-2-1-4-16,-7 1-1 0,1 0-18 0,1-1-16 0,0 1 4 16,8 4-43-16,3-4-26 0,1 2-13 0,4-3-50 0,0-4-36 15,6-4 7-15</inkml:trace>
  <inkml:trace contextRef="#ctx0" brushRef="#br0" timeOffset="200963.45">30258 8373 256 0,'5'-1'-5'0,"2"-2"-49"0,1 0 40 0,1-2 7 0,3 2 28 0,2 0 30 0,1-2-21 15,3 1 45-15,0-1-6 0,2 1-12 0,3-4-36 0,0 2 30 16,4-3-31-16,2 0 25 0,-4-1-13 0,-2 1-16 0,0 0-7 15,2-1 5-15,1 1-1 0,5 0 23 0,-1 0-1 0,-2-1-5 16,3-1 0-16,1-2 6 0,0-1-6 0,1 2 1 0,-3-2-5 0,-2-4-1 16,1-2-17-16,0 0 10 0,2-4-6 0,-1-2 22 0,-7 2-4 15,0-1-8-15,3-3-17 0,-1 1 17 0,6-3-16 0,-2 0 12 16,-3 3-3-16,2-1-9 0,0 0-13 0,3 0 12 0,-1 1-9 0,0 0 17 16,-1-1 1-16,1 0-10 0,-1-10-15 0,0-1 20 0,1-3-18 15,-2-2 21-15,-1 2-5 0,-1 0-6 0,0-5-2 0,1 3-3 16,-2 1 3-16,-2 2 6 0,-3-3-1 0,0-4-2 0,-1-8-8 15,-3-2 10-15,0 1-9 0,-2 2 9 0,-3 6-3 0,-1-1-3 0,-1 1-8 16,-1 5 2-16,-3-9 0 0,-1-2 8 0,-3-1 1 0,-1-3-2 16,-2-1-16-16,-2 2 19 0,-1 0-16 0,-2 3 26 0,-1 3-4 15,-1-3-7-15,-1-7-11 0,-2-2 6 0,-2 3-5 0,0 2 9 0,-1 7 0 16,0 2-7-16,1 1-3 0,-2-1 9 0,-2-2-6 0,-1-6 11 16,-2 2-4-16,-1-2-3 0,-1 2-5 0,-1 4-3 0,1 4 3 15,-2 4 1-15,1 3 3 0,-2-3 2 0,-2-8-7 0,0 2 0 16,-2-1-4-16,-3 4 0 0,1 5 2 0,-2-1 6 0,1 4 1 15,-1 3-1-15,-3 2 2 0,-3 5 0 0,1-2 3 0,1 1-3 0,-1-4-6 16,-1 1 16-16,0 2-11 0,-6 1 16 0,1 5-2 0,-3 2-6 0,-2 0-12 16,0 5 6-16,-1 2-4 0,3 1 29 0,2 5-2 15,0 1-4-15,-2 2-16 0,-2 3 15 0,-4 4-13 0,1 1 22 16,3 4-9-16,-2 4-8 0,0 5-8 0,-2 2 6 0,1 4-2 0,0 6 8 16,5 3 1-16,-2 2-10 0,-4 7-14 0,4 4 16 0,-1 1-16 15,1 2 13-15,3-2-1 0,2 3-5 0,1 7-6 0,4 6-6 16,1 6 5-16,1 1-6 0,0-2 3 0,1 0-1 0,-1 2-11 15,2 2 23-15,4 2-18 0,2 8 22 0,2-2-1 0,-1-2-4 0,-4 1-4 16,5-2 3-16,2 7 0 0,6 6 17 0,3 1 0 0,-2 2-5 16,-1 2-13-16,-4-1 16 0,2 3-14 0,2 2 14 0,0-4-5 15,0-2-7-15,1 1 9 0,1-4-5 0,4 3 10 0,1 1-3 16,6-13-3-16,1-2-2 0,6-5-10 0,7-1 8 0,4-1-4 16,7-2 27-16,3-3-4 0,5-4 1 0,6-4-17 0,5-4 12 15,2 0-8-15,-1-2 24 0,6-2-7 0,3 2-10 0,4 3-22 0,8-2 21 16,1 0-18-16,0-1 24 0,2-8-12 0,1 0-11 0,-3-2 1 15,2 0-2-15,-1-2 5 0,3 1-3 0,1 1-6 0,0-1-10 0,4 4-46 16,-2-3 3-16,-2-1-15 0,-2-3-44 0,-3-4-53 0,0-3-41 16</inkml:trace>
  <inkml:trace contextRef="#ctx0" brushRef="#br0" timeOffset="-205244.62">2247 13642 254 0,'-7'-5'7'0,"-1"-1"0"16,3 2 26-16,-1 0-15 0,2 2 48 0,1 2-14 0,0-3-11 0,1 2-27 15,-2 1 10-15,1-2-7 0,1 2 31 0,1 0-9 0,0 0-12 16,-1 0-27-16,1 0 26 0,0 0-24 0,1 0 29 0,0 0-6 16,0 0-13-16,0 0-16 0,0 0 12 0,0 0-9 0,0 0 12 15,0 2 1-15,-1 0-13 0,2 0-17 0,0-2 24 0,3 2-20 0,0 1 29 16,1-1-10-16,1 1-11 0,2 1-5 0,-1-2 8 0,2 2-1 16,0 0 19-16,-1 0-3 0,0 1-11 0,0 0-12 0,-1 0 14 15,2-1-12-15,0 1 16 16,0-1-4-16,1 0-3 0,3 0-12 0,0-3 10 0,1 3-5 0,-1-2 26 0,0 0 4 0,0-1-7 15,1 0-19-15,0-1 31 0,2 0-27 0,1 0 40 0,1-2-10 16,2 0-12-16,2 0-13 0,2-2 12 0,2 3-8 0,1-4 15 0,1-1-3 16,0 1-11-16,3 0-15 0,1-3 14 0,-1 3-13 0,3-1 22 15,0 0-9-15,-2 0-6 0,2 1 0 0,-3 0-1 0,0 0 5 16,-1 0 3-16,0 1-4 0,3-1-4 0,-1 1-8 0,3-1 13 0,-1 1-9 16,2 0 15-16,-1 0 0 0,-2 2-8 0,-2-2-21 15,0 2 15-15,-1 0-13 0,2-2 30 0,2 2-3 0,-3-1-9 0,2 1-18 16,0-1 23-16,3 1-20 0,1 0 21 0,1 1-4 0,2-2-11 0,1 1-3 15,-5 1 2-15,1-3 1 0,0-1 15 0,-2 0-4 0,3-2-3 16,-2-1-7-16,-2 2 7 0,-2 0-6 0,0 1 7 0,-1 2-4 16,0-1-3-16,-1 3-12 0,-1 1 7 0,0 1-5 0,1 3 8 15,-2-1-8-15,-6 2-16 0,-1 1-50 0,1 0 8 0,0 3-23 16,5-1-61-16,0 0-28 0,-1-1-33 0</inkml:trace>
  <inkml:trace contextRef="#ctx0" brushRef="#br0" timeOffset="-201194.69">4858 13537 256 0,'-28'-3'0'0,"14"0"11"0,4 0 8 0,2 2 8 0,3 0-6 15,0 0 22-15,2-1-20 0,2 2 12 0,-2 0-6 0,3 0-13 0,0 0-23 16,0 2 8-16,2-1-9 0,1 1 16 0,-1 0 0 16,3 2-6-16,-1-1-6 0,1 1 8 0,0 1-8 15,2-1 7-15,-1 1-3 0,2-1-1 0,-2 1-14 0,0-2 17 0,1 2-9 0,-2-1 23 16,0 1-1-16,-1-1-14 0,2 2-15 0,-1-2 18 0,1 2-16 15,-1 1 22-15,0-2-6 0,0 3-5 0,0-1-10 0,2 0 11 16,-1 0-1-16,1 0 26 0,0 0 0 0,1 2-12 0,2-1-12 0,0-1 26 16,2-2-23-16,-2 1 25 0,0-2-7 0,-1 2-8 0,2-1-8 15,0 1 3-15,0 1-1 0,2 0 12 0,-3-1-6 0,0 0-7 16,0 2-9-16,0 0 5 0,1-1-4 0,0 0 6 0,-3 1-3 0,0-1-2 16,1 1-14-16,-1 0 7 0,-1 1-4 0,0-2 22 15,-3 1-3-15,2 1-6 0,-2 2-31 0,2 1-1 0,-1-1-16 0,2-2-83 16,1 0-24-16,3-4-37 0</inkml:trace>
  <inkml:trace contextRef="#ctx0" brushRef="#br0" timeOffset="-200775.04">5431 13426 364 0,'-15'0'25'0,"1"0"-39"0,2 1 38 16,3 2-8-16,1 3-16 0,-1 2-13 0,0 2 13 0,1 0-9 0,2 2 30 0,-1-1-2 16,-1 4-9-16,-1-1-19 0,0 1 25 0,-1 2-23 0,0-2 17 15,0 0-1-15,1 1-9 0,0 0-5 0,1 4 4 0,0-1-1 16,3 0 12-16,-1-1 3 0,0 0-6 0,2 2-18 0,0 1 20 16,1 2-20-16,3 1 17 0,1 0 0 0,1 3-8 0,1 2-6 15,-6-3 4-15,1 0-3 0,-1 0 12 0,-2 1-2 0,1-2-4 16,-3-1-30-16,0-1 32 0,-2 2-25 0,-1-3 35 0,1 2-1 15,0-1-16-15,1 3-14 0,-2-2 20 0,1 0-15 0,0 3 28 0,-1 0 1 16,2 2-14-16,2 1-18 0,-1-1 12 0,0-4-20 0,3-2-19 16,0-3-12-16,3 1-17 0,1 0 1 0,2 0 28 0</inkml:trace>
  <inkml:trace contextRef="#ctx0" brushRef="#br0" timeOffset="-193922.23">1938 11946 327 0,'-13'-5'41'0,"1"2"30"0,4 0-25 0,1 0 9 15,1 3-23-15,3 1 18 0,-1 1-9 0,2-1-9 0,0-1 0 16,1-1-6-16,0 1 6 0,0 0-10 0,-1 0-1 0,2 0-4 0,-1 0-25 16,0 0 18-16,1 0-20 0,-1 1 15 0,0 1 0 0,0-2-8 15,0 0-4-15,-3 4 4 0,2 0-1 0,-1 4 10 0,-2 1 0 16,3 1-3-16,-1 1-16 0,-1 2 21 0,1 0-19 0,1 0 17 15,-2 0-1-15,2-1-7 0,1 3-8 0,-1-1 10 0,2-3-7 16,-1 3 16-16,1-2-2 0,0 1-10 0,0-1-1 0,0 4 7 16,0-3-5-16,0 3 4 0,0-2-3 0,0 0-2 0,1 2-1 15,0 0-1-15,-1 0 5 0,0 2 9 0,-1-4-1 0,-2 1-2 0,0 0-25 16,1 2 22-16,-2 0-18 0,1 1 29 0,1 0-6 0,-2 0-8 16,1-3-1-16,1 2-3 0,0-1 5 0,0 1 4 0,2-1-3 15,0 0-3-15,4-1-14 0,0-2 17 0,2-2-13 0,2 0 16 0,2-4-5 16,1 1-9-16,0-2-9 0,1 2 7 0,-1-4-3 0,-1 1 20 15,-1-1-2-15,0 0-8 0,1-2-4 0,-1 2 11 0,0-2-9 16,1 1 8-16,-1-1-2 0,0 0-4 0,0 1 2 0,1 1-2 16,-1-3 4-16,2 3 5 0,-1-2 1 0,1 0-4 0,-1-1-10 15,2 1 14-15,-1 0-13 0,2 0 17 0,-1 0-2 0,-1-1-4 0,2-1-4 16,-1 0 3-16,1 0-2 0,3 0 13 0,-1 0 1 0,0-1-5 16,3-1-10-16,1 0 16 0,2-2-15 0,1 1 15 0,-1-1-4 15,3 1-6-15,2-3-13 0,0 3 12 0,-2-4-8 0,0 3 17 16,-2 1 0-16,0-3-9 0,2 3-16 0,0-3 18 0,0 4-17 0,-1-1 18 15,-1 1 0-15,0 0-7 0,0 2-16 0,1 0 15 0,-2 0-11 16,1 0 27-16,-1 0-7 0,0 2-10 0,3-1-1 0,-2-1 3 16,1 0-1-16,0 1 3 0,0-1-2 0,-1 0-3 0,1 0-2 15,-3 0 2-15,0 0 0 0,0 0 10 0,2 0 0 0,-1 0-2 16,1 0-8-16,2 0 15 0,0 0-12 0,-1 2 24 0,1-2-1 0,1 0-1 16,1 0-7-16,3 0 2 0,-1 0-4 0,-1-2 4 0,-6 1-2 15,1 0-2-15,2-1-13 0,1 1 11 0,4 0-11 0,-1 0 7 16,-3-1-4-16,-1 0-4 0,1 1 0 0,3-1 0 15,0 1 3-15,1 0 1 0,1-1 4 0,-1 1-3 16,1 1-11-16,4-1 14 0,-2 1-14 0,-2 0 9 0,-2-1 0 0,1-1-3 0,2 0-3 16,6-1 3-16,0-1 0 0,-2-1 16 0,0 0-4 0,1-1-2 0,3-1-19 15,3 2 24-15,-1-1-19 0,2 2 24 0,-3-1-3 16,-5 1-14-16,5-1-9 0,-5 0 10 0,0 0-6 0,3-2 21 0,-5 3-4 0,-2 1-11 16,4-1-9-16,1 2 11 0,-1 2-10 0,0 0 6 0,-3 0 0 15,2 2-3-15,1 0-1 0,0 1 1 0,-6 1 1 0,0-2 7 16,-1 2-1-16,-1-1-3 0,6-1-15 0,-2-1 15 0,2 1-13 15,0-1 19-15,3-1-2 0,1 0-7 0,4 0-3 0,0-1-2 16,2-1 3-16,-1 0 7 0,-6 1 0 0,1-2 0 0,1-1-18 16,-2 2 18-16,3-2-15 0,-2 0 22 0,-2 1-9 0,2 2-9 0,2-1 4 15,1 0 2-15,-2 1 2 0,1 0 2 0,-2 1 3 0,-7 0-7 16,4 0-1-16,-3 0 8 0,2 1-8 0,3 0 3 0,-3 1-2 16,-2 0-3-16,0-1-9 0,4 2 11 0,0 0-6 0,1 0 19 0,0 0-3 15,1 1-9-15,3 0-5 0,0-3 7 0,-5 1-4 16,2 1 7-16,-5-2-4 0,1 1-3 0,5-2-8 0,-2 0 9 0,1 0-5 15,2 0 17-15,-1 1-1 0,2 1-8 0,0 1-13 0,2-2 15 16,-2 1-13-16,-4-1 19 0,0 1-3 0,-1 0-7 0,0-1-2 0,4 1 0 16,-2 0 1-16,-1-1 1 0,1 2 2 0,0-1 0 0,1-1-4 15,1 1 4-15,2 0-4 0,-1 0 5 0,-5-1-3 0,2-1 0 0,1 0 3 16,-1 0-9-16,4 0 10 0,-3-1-4 0,-2-1 0 16,1 2 1-16,2-1-11 0,1 1 18 0,-1 0-16 0,1 0 15 0,-3 0-1 15,-3 1-6-15,5-1-3 0,-2 2 6 0,1-1-2 0,2 0 31 16,-6 0-9-16,-1 1-4 0,2 2-19 0,1-1 13 0,0 1-12 15,2 0 20-15,0-1-7 0,1 0-6 0,1 0-15 0,-4 0 13 16,0-3-8-16,0 0 21 0,-3 0-2 0,4 0-13 0,1 0-15 16,-1 0 17-16,0-3-14 0,0 2 24 0,-1 1-7 0,0-2-12 0,1 2 4 15,0 0-1-15,-6-1 3 0,2 0-2 0,-1 0-1 0,1-1-1 16,6 0 2-16,-2-2 1 0,-2 1 0 0,1-2-2 0,0 1 0 16,1 2-1-16,1-2-6 0,3 1 8 0,0 0-4 0,1-1 5 15,-8 1 5-15,2-1-8 0,0 1-18 0,-1-4 29 0,4 2-23 0,-4-1 32 16,-1-2-10-16,0 3-16 0,0-2 10 0,-1 1-4 0,1 1 7 15,-2 0-5-15,2 0 4 0,0 0-2 0,-6 1-8 0,1-1 12 16,1 2-11-16,-2-1 11 0,5 2-3 0,-4-1-4 0,-1 0 3 16,0 1-2-16,1 1 6 0,2 2 7 0,-1 1-7 0,0 1-4 0,2 0-6 15,1-3 3-15,2 0-2 0,1 0 1 0,-7 0 0 0,3-3 1 16,2 2 7-16,-1-2-9 0,5 1 8 0,-2 2-4 0,-3-2-3 16,-2 1 1-16,3 0-8 0,0 0 8 0,-2-1-5 0,1 2 14 15,-2 0-4-15,1 0-5 0,1 2-10 0,-4-1 5 0,0 1-2 16,0 0 17-16,-1 0-1 0,6 2-6 0,2-4-13 0,-4 0 14 0,0 0-11 15,1 0 16-15,-1 3-3 0,-1-1-8 0,3 2 3 0,1-1-2 16,1-1 4-16,2 2-1 0,-7-1-1 0,4-2 0 0,1 1-15 16,1 0 19-16,5-1-15 0,-2 0 26 0,-4 0-7 0,0 2-9 0,2 0 0 15,-2-1-4-15,2 1 5 0,-1-1 4 0,1 2 0 16,2-1 0-16,-5 1-14 0,3-2 11 0,-3 1-10 0,-1-3 19 0,5 1-4 16,-6 0-7-16,3 0-12 0,-1 1 14 0,0-1-8 0,0 0 21 15,1 1-4-15,-1-2-10 0,6 0-11 0,-2 1 14 0,-3-1-11 16,2 0 20-16,-1 0 1 0,0 0-9 0,3 0-1 0,-2 0-4 15,-1 2 1-15,1 0 6 0,-1 0-4 0,1 0 5 0,2 0-12 0,0 1 2 16,1-2-2-16,-8 0 10 0,1 1 2 0,-3-2 0 0,3-2-16 16,2 1 15-16,-3-2-11 0,1 1 27 0,0-1-4 0,1-1-9 0,2 1-14 15,0-1 17-15,3 0-14 0,2 1 14 0,-5 0-4 16,5-3-9-16,2 3 2 0,0-3-3 0,5 3 5 0,-3-3-2 0,-6 3 1 16,2-1-3-16,1 1-13 0,1-1 18 0,2 2-14 0,-1-1 27 15,-5 1-9-15,1-1-9 0,0 1-2 0,-1 2-1 0,1-3 3 16,-1 2 4-16,-6-1-2 0,2 2-1 0,1 0 0 0,0 0 0 15,2 0 1-15,0 2-2 0,-2-1 1 0,-7 0 3 0,3 1-6 16,-2-1 1-16,2 0-3 0,2 2 7 0,-4-1-1 0,-3 0-2 0,3 1 0 16,-4 1 2-16,1 0-1 0,-3 0-2 0,0-2 0 0,-1 2-1 15,2 0-11-15,0-1 12 0,1-1-9 0,0 1 18 0,-2-1-1 16,-7 0-7-16,0 0-5 0,-1 1 9 0,4-2-7 0,3 0 10 0,-2 1-7 16,-2-2-5-16,-2 0 5 0,-1 0 0 0,-2-2 5 0,-1 0-5 15,0-2 4-15,-2 0-4 0,0-1-9 0,-1-1 22 0,-1-1-19 16,0 0 21-16,-1-2 2 0,0 1-8 0,0 3-12 0,0-2 15 15,0-2-12-15,0 2 22 0,0-5 0 0,-2-1-10 0,-1 1-16 16,1 0 18-16,-1-2-15 0,-2 1 17 0,1-1-1 0,-2 0-9 0,0-1-5 16,0-3 8-16,-1 2-8 0,-1 0 0 0,1 0 2 0,-2 0-4 15,1 0-4-15,-1 0 13 0,-1 0-10 0,-1-2 8 0,0 3 0 16,-2 0-8-16,-1-3-11 0,-1 0 12 0,-2-1-11 0,0-2 19 16,-1 1-3-16,0 0-4 0,0 0-6 0,-1 1 4 0,1 3-7 15,0 0-8-15,2 0 3 0,0 4-3 0,-1-5-4 0,1 3-5 0,0 0 1 16,2 2-15-16,0 1-6 0,1-1-4 0,1 3-44 0,0 2-17 15,2 0-1-15,1 1-54 0,0 1-47 0,5 0-19 0</inkml:trace>
  <inkml:trace contextRef="#ctx0" brushRef="#br0" timeOffset="-113910.24">15643 11556 353 0,'-2'-6'54'0,"2"3"0"16,0-1 33-16,-2 1-47 0,0 2 47 0,1 0-9 0,0-1-12 0,1 1-25 15,-1 0 12-15,1 0-15 0,-2-1 1 0,2 2-10 0,0 0-13 0,0-1-13 16,0 1 9-16,0 0-5 0,0 0 18 0,0 0-6 15,0 0-9-15,3 4-1 0,-1-2 13 0,1 0-8 0,3 3 17 16,-3-1-2-16,0 2-2 0,0 2-3 0,0-1 2 0,4 1-2 16,0 1-1-16,1 1-2 0,-1 1-4 0,2 0-11 0,3 1 9 15,-1 2-11-15,1-2 1 0,-1 4-1 0,1-2-3 0,-1 3-10 16,0-1 7-16,-1 1-6 0,0-3 20 0,-1-1-4 0,0-2-6 0,0-1-4 16,0 1 4-16,0-1-2 0,-2 0 4 0,0 0-2 0,-1-1-2 0,0 2 0 15,1-2-6-15,1 0 6 0,-2 0-3 0,3-1 0 0,0 1 1 16,2 0-20-16,-1 2 15 0,0-2-17 0,0 0-4 0,0-4-8 15,0 0-13-15,1-1-28 0,1 1 3 0,-2 1-7 0,1 1-34 16,-1-2-5-16,0-1-26 0,2-1-51 0,1 0 118 0</inkml:trace>
  <inkml:trace contextRef="#ctx0" brushRef="#br0" timeOffset="-113543.52">16316 11269 520 0,'-9'-5'36'0,"0"1"26"15,4 1 6-15,-1 3-14 0,3 0-28 0,-1 4-8 16,2 1-12-16,1 0 1 0,-1 4 3 0,1 2 2 0,-1-1 21 0,0 4-2 15,1 3-4-15,-1 3-6 0,0 3 14 0,-1 5-13 16,0-1 12-16,-1 4-4 0,-2 0-6 0,-2 4-11 0,-1 3 10 0,-3-3-6 16,-1 4 16-16,1 0-3 0,1 4-9 0,0 5-12 0,-2 5 6 15,5 1-8-15,-2-2 3 0,-1-3-5 0,-1-2-2 0,-6 1-3 16,-1-2 0-16,1-3 3 0,0 2 4 0,0-2-1 0,1 5-2 0,0 3-20 16,0-4 23-16,-2 2-18 0,0-2 27 0,0-4-5 0,0 0-11 15,0 1-14-15,1-2 13 0,1 2-9 0,1 2 24 0,2-4-1 16,0 3-12-16,-1-1-13 0,2 3 17 0,1-3-15 0,2-3 14 0,1-4-7 15,1-6-13-15,3 1-36 0,4-1-23 0,4 0 1 0,5-2-131 16,6-5 124-16,5-1-19 0</inkml:trace>
  <inkml:trace contextRef="#ctx0" brushRef="#br0" timeOffset="-112508.87">27351 17223 644 0,'-11'-10'206'0,"-1"1"294"0,1 3-406 0,0 2-84 16,4 2-15-16,0 2 8 0,0 2 0 0,2 0-3 0,1 3-2 15,-1 1 3-15,-1-1-4 0,0 2 1 0,1 4-4 0,-2 1-1 16,-1 2-18-16,-1 3 14 0,-2-1-7 0,-3-1 30 0,0 3-3 0,-3 0-9 16,-2 5-7-16,-2-1 10 0,-1-1-6 0,1 2 10 15,1-3 2-15,6 3 0 0,-3 1-7 0,-1 2 17 0,-1 0-10 16,-5 3 25-16,-1-1-4 0,4 1-11 0,-2 4 3 0,2 1 3 0,-1-1-3 16,0 2-1-16,1-2-10 0,-2-2-2 0,2 2-6 0,-3-2 2 15,2-4 4-15,-5-2 16 0,1-2-4 0,-3 0-6 0,1 0-19 0,2 2 14 16,6-2-15-16,1-2 14 0,0 1 2 0,-1 0-4 0,-3-2-13 15,0 3 9-15,3-1-11 0,2-3-5 0,2 1-2 0,3-4-14 0,2 1-6 16,0-3-5-16,0 0-3 0,2-2-38 0,4-2-9 0,-1-1-8 16,3-2-13-16,1 0-18 0,-1-2 11 0,2 0-58 0,0-4-10 15,1-1-20-15</inkml:trace>
  <inkml:trace contextRef="#ctx0" brushRef="#br0" timeOffset="-112185.95">26287 17146 1198 0,'2'3'217'0,"-1"-7"-200"0,0-2 3 0,2 3-18 0,2 2 14 16,3 1-17-16,2 2 15 0,3 5 5 0,1 3-4 0,6 4 16 15,3 4 5-15,5 6-4 0,3 5 2 0,6 0-3 0,4-1-1 0,0 3-4 16,6 0-3-16,2-2 2 0,-1 3 0 0,4-4-3 16,-3 0-2-16,3 4-1 0,3 0 9 0,4 3-5 0,1 0 13 0,-3-2 2 15,-2 3-2-15,-2 0-16 0,-4 1 4 0,0 0-8 0,-3-3 0 16,-3-2-4-16,1-1-4 0,1-3-21 0,-1-1 18 0,-8-4-14 16,-2 2 26-16,-4-4-3 0,-3 1-12 0,5 0-20 0,-4-2 17 0,-5-1-17 15,-4 1 13-15,-3-4-5 0,-2 1-13 0,1 0-25 16,-2 1-4-16,0-1-7 0,0 1-47 0,1 0-23 0,-1-2-19 15,2 0-58-15,3 2-68 0,5 0 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28:19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10704 3828 256 0,'7'-5'26'0,"-2"2"368"0,2 3-179 0,4 2 1 0,5 0-219 16,3-1 9-16,3 3-9 0,3 0 18 0,1-3 6 15,2-1 0-15,3 2 7 0,4-2 3 0,1 0-1 0,4 0 5 0,-1-2-3 16,3 2-5-16,6 0-21 0,-2-2 17 0,5-1-16 0,4 1 25 16,2 0-1-16,5 1-4 0,5 1 6 0,3 1-4 0,5-1 3 15,1 3-9-15,2 0-2 0,2-1-2 0,8 1-19 0,6 2 18 0,6-1-15 16,2 1 22-16,-1-3-3 0,3 3-11 0,122 6 13 16,-227-10 18-16,243 9-55 0,-123-6 41 0,3-1-1 0,10-1-14 15,1-1 6-15,5-1-8 0,-2-1 11 0,-1 0-3 0,2-2-2 16,7 2-18-16,2-1 18 0,2-1-15 0,2-2 29 0,-4 0-5 0,0 0-13 15,7-1-13-15,0 1 8 0,2-1-8 0,-1 0 10 0,-3 0-4 16,-1-1-4-16,6 2 9 0,2-2 2 0,-2 0 2 0,0 3 0 16,-4-1 3-16,-2 1-3 0,5 0-11 0,2 3 21 0,-4-3-17 15,-2 3 23-15,-7-2-8 0,-2 0-13 0,-1 2-4 0,-2 0 12 0,-4-2-8 16,-2 1 13-16,-6 0-6 0,-6 0-9 0,1 1-8 16,-5-1 7-16,-2 2-5 0,-4-2 15 0,-10 0-9 0,-2 0-7 0,1-2-9 15,-6 0 10-15,-4-3-5 0,-4 1 17 0,-6 0-1 0,0-2-10 0,1-1-15 16,-6-2 18-16,-5 1-11 0,-8-1 16 0,-3 4-1 0,-4-1-10 15,3 0-2-15,-2 3 2 0,-6 0 0 0,-3-1 12 0,-7 2-7 16,-2-5-2-16,-1 1-12 0,-7 1 10 0,-5 1-6 0,-4 3 15 16,-5 0-2-16,-3 0-7 0,-2 3-13 0,-3-1 5 0,-3 1-9 15,-2 0-30-15,-3 1-17 0,0 1-23 0,-1 2-43 0,-2 1-36 16,-4 5 5-16,-3 1-170 0,-1 5 192 0,-5 2-18 0</inkml:trace>
  <inkml:trace contextRef="#ctx0" brushRef="#br0" timeOffset="3017.03">10196 4527 476 0,'-4'-6'90'0,"0"3"-27"0,1 1 0 0,1 2-27 0,-5 0 23 15,0 2-8-15,1-1-18 0,-2 3 0 0,-1 1 6 0,0 0-3 16,1 2 12-16,0 2-5 0,-1 0-9 0,0 2-10 0,-1 2 10 16,0 1-10-16,-1 3 5 0,2-4-3 0,-3 1-3 0,1 2-4 15,-1 1 9-15,-1 3-7 0,1 0 6 0,1 0-4 0,0-1-9 16,-1 1-12-16,1 0 6 0,-1 1-8 0,-2 2 7 0,2 0-4 0,-1 4-3 15,1 1-7-15,1 2 4 0,0 1-1 0,0-1 10 0,-2-4 0 16,1 4-4-16,-3-1-7 0,0 0 5 0,-2-1-8 0,0-3 2 16,0 0-5-16,1-1-2 0,2-4-6 0,-1 0 1 0,8-2 2 0,1-3 2 15,0-2-1-15,3 1-5 0,-5-1-14 0,0-3 4 0,3-1-8 16,1 0-12-16,3-2-2 0,0-1-2 0,1-3-17 0,1 0-11 16,1 0 2-16,1-2-50 0,3-1-9 0,0 0-17 0</inkml:trace>
  <inkml:trace contextRef="#ctx0" brushRef="#br0" timeOffset="3407.35">9457 4693 1 0,'-6'-1'0'0,"1"0"0"0,2 1 0 0,2 1 0 0,-2-1 0 16,3 1 0-16,-1-1 0 0,1 0 0 0,0 3 5 0,0 1 2 0,1-2 7 16,1 5 27-16,-1-3-15 0,1 3 47 0,1-2-2 0,1 2-3 0,0 2-3 15,3-1 0-15,1 0-1 0,1 3-6 0,1-2-2 0,1 1-10 16,3 0-13-16,0 3 24 0,2-1-24 0,2 0 10 15,2 2-8-15,4-1-10 0,5 3 5 0,1 0-12 0,-5 0 11 0,-3-1-8 16,-2 2 2-16,1-2 2 0,5 3-20 0,-3 0 18 0,1 1-17 16,-6-1 30-16,-1-1-7 0,-3-1-6 0,2 3-16 0,0 2 6 0,0-3-4 15,2 1 14-15,-1-1-3 0,0 1-9 0,0 2-12 0,1-2 15 16,-1-1-14-16,-2-2 15 0,-1 0-8 0,1-2-9 0,-1 2-10 16,2 2 10-16,2 2-5 0,0 0 17 0,1-1-4 0,-1 3-8 0,0 0-52 15,-5 0 0-15,0 1-19 0,2 0-72 0,2-2-40 16,6 1-38-16</inkml:trace>
  <inkml:trace contextRef="#ctx0" brushRef="#br0" timeOffset="7848.9">17829 6147 178 0,'-1'-9'-25'0,"-1"3"-59"0,0 3 72 15,0-1 44-15,1 0-16 0,0 3 44 0,0-1-10 0,1 2-11 0,0-1 19 16,-1 1-15-16,1 0 16 0,0 0-30 0,0 0 1 0,0 0-4 0,0 0-27 16,0 0 29-16,0 0-26 0,0 0 37 0,2 0-11 0,-1 0-17 15,1 0-6-15,1 0 13 0,1 0-6 0,2 0 20 0,0 0-3 16,2 0-12-16,2 0-24 0,2 0 22 0,-1 0-22 0,2 0 25 0,0 1-9 16,-1-1-10-16,3 0 1 15,-1 0-5-15,2 0 8 0,2 0 3 0,-1 0-1 0,0 0-3 0,0 0-17 16,1 0 28-16,2 0-22 0,0 2 35 0,0-2-8 0,0 1-16 0,-6-1-6 0,-1 1 20 15,3 1-10-15,1 0 38 0,4 1-4 0,3-2-13 0,-2 3-18 16,2 0 19-16,-2-2-19 0,2 3 18 0,-1 0-5 0,3 1-7 0,3-1-7 16,2 0 6-16,0 1-3 0,3-2 16 0,-1 2-8 0,3-2-7 15,4 1-9-15,-4-1 6 0,3 1-5 0,-1-2 4 16,-2-1-3-16,3 1-1 0,2 0-8 0,-3-2 7 0,2 3-3 0,0 0 21 16,-1-2-2-16,3 2-7 0,0-2-30 0,-1 1 34 0,1 1-29 0,1-2 38 15,-3 0-3-15,4 0-14 0,0 1-7 0,0-1 4 0,0 0-5 16,2 2 11-16,0-1-2 0,1 1-3 0,-2 0-9 0,3-1 11 15,0-1-10-15,-1 1 8 0,3-1 1 0,-4 0-4 0,2 0 0 16,2 2-2-16,1 0 2 0,3 0 5 0,-1 0-4 0,-1-1 0 0,2 1-13 16,-2-1 14-16,1 1-10 0,3-1 19 0,-3 0-5 0,2 1-9 15,6-2-8-15,-6 2 7 0,5-1-4 0,1-1 12 0,-4 0 3 16,5-2-7-16,0 1-8 0,-3 0 13 0,4 0-14 0,0 1 8 0,-7-1 0 16,3 0-3-16,-3-1-5 0,1 2 5 0,0-2-2 15,-2 0 9-15,-1 0 2 0,1 1-7 0,-3 0-13 0,5-1 19 0,-1 1-16 16,-2-1 18-16,5 2-1 0,-4-2-9 0,3 0-11 15,1 0 13-15,3 1-8 0,-4-1 24 0,1 0-3 0,-1 0-10 0,3 0-17 16,3 0 17-16,-3 0-15 0,0 0 26 0,1 1-5 0,-2 1-7 0,7-1-5 16,-1 0 2-16,2 0-1 0,3 2 12 0,-7 0-3 0,3-2-5 15,5 3-11-15,0-2 12 0,1 1-10 0,-4-1 12 0,1 1-3 16,-1-1-7-16,6 1-1 0,0 0 5 0,-1-2-1 0,0-1 11 16,-4 1-1-16,-2-1-8 0,4 0-4 0,1-1 9 0,-4 0-8 15,2-1 3-15,-3 0 2 0,0 0-3 0,5 0-13 0,-4 1 13 0,3-1-10 16,-2 1 32-16,0 0-1 0,1 1-5 0,1-2-6 0,1 2 16 15,2 0-12-15,1 0 18 0,-4 2-4 0,6-1-9 0,4 0-12 16,-2-1 1-16,5 2-2 0,-2-1 5 0,-7 0 2 0,6 0-4 0,1-1-14 16,-1 0 20-16,2 0-19 0,-3 0 22 0,-1 0-6 15,-3 0-6-15,4 0-11 0,-4 0 8 0,-2 0-4 0,0 0 15 0,-3 0-1 16,0 0-11-16,4 0-2 0,-3 0 10 0,-1 0-9 0,1 0 6 16,-2 0-3-16,-2 2-5 0,6-2 1 0,-4 0 2 0,-1 0 0 15,-2-2 3-15,-2 1-1 0,-1 0-4 0,1-2-10 0,-6 1 9 0,0 0-12 16,-1-1 32-16,-7-2-8 0,2 1-16 0,-4-1-3 15,-5 2 7-15,-2-2-3 0,0 2 7 0,-1 1 1 0,-2-2-4 0,-5 1-15 16,-1 1 15-16,-2 1-15 0,1 1 6 0,3 0 0 0,-5 0-10 16,-3 1-28-16,-2 1-9 0,-4 1-8 0,-1 2-68 0,-6-1-7 15,-1 1-21-15</inkml:trace>
  <inkml:trace contextRef="#ctx0" brushRef="#br0" timeOffset="18187.03">13527 8679 256 0,'2'-18'13'0,"-3"10"189"0,1 1-94 0,1 1 3 0,3 1-111 0,0 3 1 0,3 1-1 0,1 1 7 16,2-2 4-16,0 0 4 0,1 0 0 0,3 1 19 0,-2 0-12 0,4 0 30 16,-1-1-5-16,1 1-11 0,-5-2-13 0,-1 2 11 0,2 0-12 15,1 0 18-15,7 1-6 0,3-3-4 0,-1 2-10 0,2-2-8 16,-2 2 5-16,2 0-7 0,-1 1-3 0,2-2-1 0,3 2-15 15,1-1 20-15,3 1-16 0,0 0 25 0,2 0-4 0,2 1-8 16,2-1-8-16,-3 0 4 0,2-1-3 0,2 0 18 0,-2-2 3 16,6 1 0-16,1-1-10 0,-1 1 18 0,-2 0-17 0,2 1 19 0,1 0-3 15,0 1-6-15,5 0-15 0,-3 0 9 0,4 1-7 0,0-1 12 16,0 1-3-16,3 1-9 0,2 0-9 0,1 1 9 0,2 1-9 16,3-1 3-16,-2 0-1 0,4-1-4 0,2 0 1 0,1-1-2 15,5-1 3-15,-3 1 10 0,2 1-5 0,-3-2 0 0,7 0-18 0,-1 0 15 16,1 0-12-16,4 1 21 0,-4 0 2 0,2 2-8 0,2 1-1 15,3-2 1-15,-3 2-1 0,2-1 13 0,-1 3 1 0,4 0 2 0,4 1-6 16,4-1 13-16,2-1-11 0,0 2 5 0,-1-1 1 0,4 0-6 16,2 1-11-16,1 1 15 0,0-3-11 0,0 0 13 15,3 1-2-15,-4-2-11 0,103 2 14 0,-203-4 4 0,209 3-39 16,-106-4 12-16,-1 0-2 0,1-1-12 0,1 0 14 16,0 0-6-16,-2 0 26 0,-3-1-10 0,-6 0-8 0,3 0-5 0,-2 1-1 15,-4-2 2-15,-5 1 3 0,-10 0 1 0,-5-1 1 0,3 2-22 16,-3 0 9-16,-3 0-14 0,-6 0-4 0,-7 0-7 0,-7 0-12 0,-4-1-45 15,-3 2-4-15,-4-1-14 0,-4 3-62 0,-6 1-22 0,-3-2-19 16</inkml:trace>
  <inkml:trace contextRef="#ctx0" brushRef="#br0" timeOffset="24634.31">9965 9945 587 0,'-26'-10'119'0,"1"-4"-75"0,6 6-53 0,4 3 12 0,0 0 17 0,3 1-2 16,-1 0-4-16,2 0-9 0,-1 0 15 0,-1 1-14 0,0-1 12 15,-2 0-4-15,1 1-9 0,-2 0 0 0,-1-3-4 0,-1 3 5 16,5-3 2-16,-3 3-2 0,-3-1 0 0,-2 0-9 0,-9 0 9 0,1 0-8 16,0-1 6-16,-1 3-1 0,-3-2-4 0,-4 1-4 0,-2 1 2 15,-4-1 1-15,-5-1 5 0,-2 2 3 0,1 0-3 0,-6 2-11 16,0 0 14-16,0 2-13 0,-4 1 12 0,6 1 7 16,-5 1-1-16,-2 1 13 0,-3-1 5 0,1-2-1 0,2 3 9 0,7-3-2 15,1 3-4-15,-2-3-21 0,2 3 22 0,0-3-20 0,-2 1 24 0,1 0-7 16,1-1-11-16,-2-1-11 0,2 2-2 0,0-1 0 0,-1 0-1 15,5 3-1-15,-2-4-3 0,-5 2-11 0,-2-1 19 0,-1 0-15 16,-2 2 19-16,4 1-7 0,0-3-8 0,-2 4 2 0,-1-1-7 16,-1 1 9-16,-3 2-1 0,-2-3 3 0,1 0-3 0,1 0 0 15,1-3 2-15,5 1-4 0,-2-3-1 0,2 1-2 0,-3 0 1 0,-6 1-7 16,0-1 6-16,2-2-3 0,2-1 17 0,7 1-5 0,1 0-5 16,-1 1-20-16,-2 2 21 0,-3-2-18 0,3 1 15 0,-2-2 1 15,1 2-11-15,1-1-16 0,-1 3 16 0,4 1-15 0,1-1 21 16,-1 1-3-16,-1-1-8 0,-1-1 1 0,0-2 3 0,3 0-4 0,1-1 0 15,4 0 2-15,3 0 1 0,2 0 2 0,1 0 10 0,-2 0-4 16,-1 0 21-16,-1 0-1 0,2 0-8 0,2 2-23 0,1-2 21 16,2 1-19-16,-2 3 30 0,6 0-9 0,1-1-7 0,-1 2-7 15,2-1 9-15,3 1-1 0,-1 1 18 0,0-3 1 0,0 1-10 0,-2 0-14 16,8-1 19-16,-2 1-17 0,2-2 29 0,2 1-9 0,-2-1-7 16,1 2-12-16,3 0 4 0,2 0-1 0,-1 1 18 0,4 1-6 15,-1 1-10-15,-1-1-4 0,1 0 9 0,0 3-7 0,3 0 11 16,-1 0-2-16,3 2-5 0,-1-1-9 0,1 3 11 0,-3-1-6 0,2 2 21 15,-3 1-1-15,2 0-9 0,-2 4-5 0,1 0 4 0,2 1-7 16,0-3 2-16,4 1-1 0,0 2 1 0,2 1-2 0,1 1-5 16,1-1 4-16,2-1 4 0,1-1-2 0,1-2 0 0,0 2-5 15,-1 2 4-15,1 0-4 0,-1 2 3 0,0 0-1 0,-3-1-2 0,1 1-10 16,4-2 13-16,0 1-8 0,1 1 21 0,0-2-2 0,-3 2-8 16,-2 4-19-16,1-2 19 0,1 0-16 0,1 0 22 0,1-1-5 15,1 1-8-15,1 1 0 0,1 0-5 0,2-3 6 0,2-2-4 16,-5-3 5-16,1 2 0 0,2 0-27 0,3-2 29 0,6-3-25 15,5-1 30-15,3-2-3 0,-1-2-12 0,4 0 2 0,-2-2-1 16,-1-1 4-16,1-1 1 0,1-1 2 0,2-1 0 0,4 0-21 0,1 0 24 16,3-2-19-16,1 1 30 0,3-1-4 0,1 0-9 0,0-2-8 15,0 0 6-15,0 0-4 0,-1 0 17 0,4-2-1 0,-1 0-6 16,3-1-15-16,2 1 18 0,5-2-16 0,2 0 21 0,0 0-5 16,-1-1-8-16,7-1-10 0,-3-2 16 0,1 0-9 0,6-1 22 0,-3 2 5 15,6-2-13-15,73-8 19 0,-136 16-33 0,132-13 12 16,-69 7-10-16,5-1-2 0,6 3-5 0,4 2 11 0,-1-3-4 15,-1 1 17-15,-5 1 0 0,0 1-12 0,8 3-2 0,2 0 10 16,0 0-10-16,-1 0-2 0,-3 0 3 0,0 0 0 0,4 1-3 0,1 1 2 16,-1 2-4-16,-1-2 11 0,-5 1-3 0,1 1-1 0,1-2-20 15,2 1 16-15,-3 0-12 0,1-2 26 0,-3 0-8 0,-2-1-12 16,3 0 1-16,0 0 4 0,-1 0 1 0,-3 0 2 0,-5 0 2 16,-4 0-7-16,1 0 2 0,0 0 5 0,2 0-5 0,-2 0 0 15,-6 0-3-15,0-2 3 0,1-2 0 0,-4-1-4 0,3-1 6 0,-4 0 2 16,-5 3 1-16,1-3-1 0,2 3-6 0,-5-2 12 0,2-1-10 15,-3 1 7-15,-3 1 0 0,2 1-5 0,-2 0-4 0,-1 0 10 16,-1 2-5-16,-1 1 20 0,1-1-5 0,0 1-11 0,3-1-18 16,-4 1 15-16,0-2-12 0,-3 1 26 0,-4 0-5 0,2 0-9 0,-2 1-5 15,-1-2 1-15,-2 1-1 0,-3-2 3 0,-4 0 2 0,0 0-3 16,-3-1-2-16,0 3 7 0,-2 0-7 0,-3-1 6 0,-2 0 0 16,-2-3-3-16,-4-2-3 0,-3 1 9 0,-1-1-3 0,-2-2 37 15,0 2-2-15,-3-2-5 0,0-1-15 0,-2-3 14 0,0 0-16 16,-3-1 0-16,-2-1-3 0,-2-1-10 0,-1 0-4 0,-4-4 3 0,1 0-2 15,-1-1 4-15,3 1 6 0,0-1-4 0,1 0-1 0,1 0 13 16,1-2-14-16,1-1 4 0,4-2-1 0,-2-3-3 0,3-5-6 16,0 1 0-16,2 1-1 0,0-1 6 0,2 2-2 0,0 2-3 0,2-2-9 15,-1 2-1-15,0 0-4 0,1 2-12 0,-1 3-8 0,-1 2-8 16,2 3-21-16,-1-1-6 0,-1 0-3 0,3 1-50 0,-1 0-7 16,0 2-16-16,0 0-196 0,-3 2 222 0</inkml:trace>
  <inkml:trace contextRef="#ctx0" brushRef="#br0" timeOffset="54285.73">14898 13010 256 0,'-3'-6'12'0,"2"0"184"0,1 4-83 0,0-2 9 0,2 1-128 0,1 0 20 16,2-1-17-16,-1 1 45 0,3 1 0 0,0-2-6 0,2 3-19 15,1-3 9-15,0 1-10 0,1 1 10 0,2 0-8 0,2 0-14 0,1 0-8 16,-2 0 19-16,4 1-14 0,0-1 24 16,3 1-4-16,2-2-8 0,3 1-12 0,1-1 10 0,-4 1-7 15,3-2 15-15,4 1-3 0,0 0-8 0,6-3-15 0,-1 4 14 0,-2-1-12 0,1-1 22 16,0 4-5-16,0-2-5 0,4 1-11 0,-1 1 9 16,1-2-5-16,0 2 24 0,-7-1-2 0,2 1-9 0,0-1-3 0,1 1 12 15,6-1-10-15,-3 1 13 0,-4-2 0 0,2 1-3 16,1-2-6-16,2 5 6 0,2-1-7 0,0 0 5 0,0 1-2 15,1-2-6-15,-2 0-7 0,3 0 11 0,-2 0-12 0,2 0 9 0,1 0-2 16,1-2-4-16,0 2-1 0,3 0 4 0,2 0-3 0,2-1 10 16,1 1-3-16,-1-1-7 0,2 1-7 0,-1-2 13 0,0 1-13 0,1-1 9 0,-1 0-4 15,2 0-6-15,3-1-5 0,-1 2 6 0,1 0-3 0,0-3 14 16,-5 0-2-16,-2 1-5 0,4 0-14 0,-1 0 16 0,3 0-14 16,0 0 13-16,0 0 2 0,-4 0-7 0,2 0-10 0,-3-1 10 0,1 0-8 15,2 0 25-15,-6 2 0 0,3-1-7 0,2-1-10 0,2 2 16 16,-5-1-14-16,5 0 20 0,-5 0-5 0,-2-1-5 0,6 0-2 15,-3 0 0-15,-1 0 2 0,1 0 14 0,1 2-6 0,0-2 0 16,-1 1-16-16,4 1 11 0,-2-1-11 0,-1 1 11 0,0 0-1 0,-3 2-6 16,4-1-16-16,-2 1 11 0,4 0-9 0,-1 0 20 0,-7 0-2 15,2 0-8-15,-2 0-4 0,-1-1 6 0,1 1-5 0,-2-1 4 16,-2 1-6-16,0 0-5 0,6 0 3 0,-2 0 6 0,-6 0 1 16,3 0 10-16,-2 0-3 0,-1 0-11 0,7-2-16 0,-4 2 23 15,0 0-18-15,0 0 26 0,1-1-3 0,1 1-12 0,3-1-6 0,-4 1 4 16,4-2-5-16,-1 2 16 0,-3 0-5 0,4 0 1 0,-2 0-22 15,-1 0 16-15,-1 0-13 0,1 0 25 0,0 0 1 0,-1 2-10 16,-2-1-10-16,2 0 13 0,-1 1-12 0,-2-1 11 0,4 0 2 16,-5-1-6-16,0 1-2 0,1 1 4 0,0-1-4 0,0 0 7 15,2 2 0-15,-1-2-4 0,-3 0-8 0,4-1 6 0,-1 3-6 16,-1-2 13-16,4 1-1 0,-3-1 0 0,1 0-19 0,0 0 18 0,0-1-14 16,5 0 23-16,-1 0 0 0,-3 0-6 0,7 2-25 0,-4-2 18 15,0 0-16-15,3 0 27 0,-8 0-1 0,1 0-10 0,2 0-7 16,0 0 12-16,3 0-11 0,-2 0 11 0,-6 0 1 0,3 0-6 0,2 0 2 15,-3 0-1-15,2 0 2 0,-3 1-5 0,-2-1 3 16,-1 1-1-16,3 0-7 0,3 1 16 0,1 0-14 0,-4 0 16 16,2-1-4-16,0 1-7 0,1 0 0 0,2 0-2 0,-2 0 2 0,-5 0 6 15,1 1-2-15,0-1 1 0,5 0-22 0,3 0 18 0,-6-1-15 0,5 1 29 16,-5-1-2-16,1 0-11 0,6-1-14 0,-7 0 10 16,2 2-8-16,-1-2 22 0,-1 0-4 0,4 1-5 0,2-1-3 15,-3 0 4-15,4 0-3 0,0 0 0 0,-4 0-2 0,5-1-5 0,-4 1 4 16,-1 0 2-16,1-2 1 0,1 2 3 0,2 0 1 0,-6-1-5 15,8 0-4-15,0-1 8 0,-1 1-7 0,5 0 7 0,-8 1-3 0,0-1-6 16,4 1-2-16,2 0 12 0,2 0-6 0,-2 1 12 0,1 0-3 16,-1-1-10-16,0 0-5 0,3 0 5 0,-5 0-4 0,0 0 8 15,-1 0 1-15,1 0-3 0,0 0 0 0,3 0-1 0,0-1 0 16,-3 0 4-16,2-1 1 0,-7 1 1 0,0-2-9 0,2 2 4 0,-2-1-5 16,2 2 9-16,0-2-2 0,-3 1-1 0,2 0 0 0,0-2 5 15,-3 3-1-15,2 0 7 0,-4-1-3 0,1 1-3 0,7 0-8 16,2 0 2-16,1 0-3 0,1 0 4 0,-1 0 3 0,-2 0-1 0,2 0-5 15,-1 0 5-15,-1 1-5 0,1-1 2 0,1 1 3 16,0-1-4-16,2 2-8 0,2-2 12 0,-4 0-9 0,-1 0 14 0,-4 0-4 16,-5 0-5-16,5 0-9 0,1 1 8 0,0 0-5 0,3-1 17 15,-6 2-2-15,3-2-2 0,-2 1-21 0,-1 0 16 0,1-1-13 16,-1 1 25-16,-5 1-1 0,2-1-9 0,3 0-17 0,1-1 11 16,-4 0-10-16,1 0 28 0,-1 0-4 0,-2-1-7 0,4 0-4 15,-4-2 4-15,-4 2-3 0,1 0 5 0,-3-1 0 0,1 1-1 0,5 1 2 16,2 0 3-16,0 1 0 0,-5 1 14 0,-1-2-6 0,0 2-3 15,2 1-20-15,1 1 12 0,-2-1-9 0,-5 3 13 0,-1-1 1 16,-1 0-8-16,4 1-19 0,3-1 19 0,0 2-18 0,0-1 26 16,-6-1 0-16,-2 2-11 0,2-4-15 0,-1 3 19 0,2-3-16 0,-5-1 24 15,-5-2-6-15,-3 1-10 0,0-1-9 0,-1 3 7 0,-2 0-3 16,-4 0 15-16,0-1-2 0,-3 1-4 0,-1 0-23 0,0-1 10 16,-2 1-13-16,1 1 2 0,-2-1-5 0,-2 1-9 0,2 1-43 0,0 0-12 15,-1 1-5-15,1 1-42 0,-2 0-3 0,-1 0-11 0,1 1-106 16,-4 1 159-16</inkml:trace>
  <inkml:trace contextRef="#ctx0" brushRef="#br0" timeOffset="70129.39">4803 15264 258 0,'-2'-5'22'0,"0"0"4"0,2-1-15 15,2 1 11-15,-1 0-15 0,1-1 13 0,0 3 7 0,-1 0 1 0,3 0-22 16,-2 0 36-16,1 1-33 0,2 0 31 0,-2-1-10 15,2 2-17-15,-1-2-16 0,2 2 10 0,0-1-6 0,2-2 31 0,0 2-5 16,1-1-8-16,2 1-4 0,1 0 16 0,2 0-11 0,1 1 17 16,3 0-6-16,0-2-9 0,1 2-1 0,2 0 0 0,1 0 0 0,-1 1-1 15,0-2-5-15,1 1-6 0,0 0-12 0,-1 1 18 16,0-2-14-16,0 2 21 0,-1 0-7 0,-1 2-11 0,-3-1-8 0,-3 2 8 16,2-2-4-16,1 1 19 0,5 1-1 0,0-1-6 0,1 1-4 15,-1 2 9-15,-1-4-9 0,3 3 4 0,-1 0 0 0,4-3-3 0,3 1-1 16,4-1 3-16,0 0-3 0,2-1 5 0,-1 0-1 15,1-1-5-15,2 0-10 0,-5-1 13 0,1 2-11 0,1-2 17 16,-3 1-4-16,5 1-5 0,2-2-4 0,1 2-3 0,2 2 3 0,2-2 6 16,-2 2-3-16,2-1 0 0,1 2-25 0,-1 1 24 0,-4-2-20 15,-1 1 32-15,-2-1-6 0,0 1-12 0,5 0 9 0,1-1-10 0,2 1 10 16,3 1-5-16,-1-3 0 0,1 0 3 0,1 0-14 0,-5 1 13 16,1-2-11-16,-1 0 22 0,-3 0-3 0,5 0-4 0,1 0-11 15,-1 0 19-15,3 0-12 0,-2 1 40 0,-2 2-7 0,-2-2-12 0,2 1-9 16,-6 1 2-16,2-1-4 0,-3 2 1 0,-2 1 2 15,2-1 0-15,1 1-20 0,0 3 12 0,1-2-13 0,1 2 21 0,-3-1-1 16,0-1-7-16,2-2-13 0,0 2 16 0,-3-2-15 0,4 1 18 16,-5-2-7-16,3-1-8 0,5 1-4 0,-1-2 2 0,3 0 0 15,1-1 14-15,0 0-2 0,1-1-6 0,1 0-13 0,-3 0 12 16,1-2-12-16,-2 2 16 0,-4-1-5 0,4 0-2 0,0 1-7 16,2-2 3-16,0 3-1 0,0 0 12 0,-2 1 0 0,-1 1-5 0,0 1-16 15,-3 0 19-15,0 1-15 0,-2 0 20 0,-2-2-7 0,4 2-10 0,-2 0 10 16,0 1-4-16,4 3 9 0,-1-1-5 0,1 1 0 15,1 0 0-15,2-1-4 0,-3 0 8 0,3-3-6 0,0 0 6 0,0-2-3 16,6-2-5-16,4 0-6 0,3-2 5 0,2-2-4 0,3 0 16 16,-5-3-5-16,3 2-3 0,1-2-13 0,1-1 12 0,3 0-8 15,0 1 16-15,1 2-6 0,-3-1-8 0,0 1 7 0,0 4-6 16,-3 1 9-16,1 0-9 0,0 0 4 0,-2 0-1 0,6 0-13 16,-4 0 19-16,-4 0-16 0,1 0 21 0,-6 1-6 0,1 1-5 0,5 0-9 15,-2-2 7-15,-1 1-4 0,0 1 18 0,-4-1-3 0,-4 5-6 16,4-1-10-16,-2 1 8 0,3 1-7 0,3-2 14 0,-2 1-8 15,1-3-6-15,6 2-2 0,0-2 8 0,0-2-2 0,3 1 14 16,-3-2-2-16,1-2-8 0,7 0-12 0,2 0 11 0,3-1-9 16,-1-1 16-16,-1-1 0 0,-2 0-2 0,5-1-4 0,2 3-3 0,2-1 1 15,1-1 4-15,-5 2-1 0,-2-1 3 0,2 2-8 0,-1 0 2 16,2 1-4-16,2 1 2 0,-4 0 2 0,-2 0 3 0,3 0-12 0,0 1 14 16,-1-1-12-16,3 3 12 0,-2 0 3 0,-1-2-8 0,2 0-5 15,2 0 10-15,-1 1-9 0,4-2 8 0,0 1-1 0,-3-1-3 16,6 0-9-16,-2-1 13 0,1-2-8 0,3 1 12 0,-1-2 2 15,-1 1-10-15,4-3-2 0,-2 3 10 0,0-1-8 0,2 2 9 16,-4-1 0-16,0-3-6 0,4-1-13 0,1 0 15 0,-2 0-12 16,3 0 30-16,-5-1-16 0,0 4-1 0,0-1-6 0,0 2 1 15,0 0-2-15,2-1 5 0,-2 2 0 0,0-1-5 0,1-1-5 16,1 0 14-16,0-2-8 0,3 0 12 0,-2 3-2 0,-2-4-11 0,7 3 0 16,-4-1 3-16,3-1-2 0,2-1 1 0,-4 1-1 0,0 0 2 0,3-1-15 15,3 0 13-15,0 1-9 0,1 0 21 0,-4 0-2 16,-3-1-11-16,6 2-8 0,3-1 12 0,0 2-10 0,-1-3 13 15,-5 4-4-15,-3-3-4 0,6 3-6 0,-3-3 8 0,-1 3-3 16,0-2 11-16,-7 1 0 0,4 0-8 0,89-3 7 0,-178 7-3 16,173-7-4-16,-91 2 0 0,0 1 0 0,88-4-5 15,-168 7 23-15,159-7-34 0,-87 3 17 0,-1 1-1 0,6 0-6 16,-6 2 15-16,4-1-13 0,-4-1 4 0,-7 1 6 0,1-1-3 0,68-1-11 16,-135 3 23-16,134 0-30 0,-68-2 25 0,-3 1-2 15,3-2-18-15,-1 1 11 0,-1 2-8 0,3-1 17 0,-3 2 1 16,-3-2-7-16,1 1-2 0,-2-1 4 0,-4 1-3 0,-1 0 9 15,-6 0-1-15,-1 1 0 0,4-1-12 0,-8 1 7 0,1 0-6 0,0 0 13 16,-7 1-2-16,3-3-4 0,-2 0-8 0,-8 3 3 0,-3-1-1 16,-2 1 13-16,-2 1-6 0,-4 1-4 0,0-1-11 0,-2 0 2 15,-2 1-3-15,-1 0-4 0,-1-1-9 0,-2 1-9 0,2-2-32 16,-3 1-7-16,0 0-4 0,0-1-58 0,1 1-28 0,-3 1-32 0,1-1-171 16,-1 4 221-16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30:11.12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7:30:44.610"/>
    </inkml:context>
  </inkml:definitions>
  <inkml:trace contextRef="#ctx0" brushRef="#br0">11581 8751 669 0,'-26'-16'207'0,"2"2"312"0,2 1-420 0,0 2-90 0,2 2-9 0,1 2 6 0,3 1 2 0,0 0-4 0,-1-1 9 0,0 0 9 15,-1-1-2-15,-1 0 20 0,-1-1-11 0,-2 2-10 0,-3-2-20 16,-1-2 10-16,-3 2-9 0,5 0 12 0,-1 0-5 0,-2 3-9 0,-2 1-5 16,-7 0 2-16,3 1 1 0,-3 1 9 0,2 2 2 0,-2 0-4 15,-7 2-8-15,-3 2 12 0,-4-1-12 0,-3 2 5 0,5-1 0 16,1-1 0-16,-2-1-11 0,3-1 14 0,-2 0-10 0,1 2 17 15,2-1 0-15,-3-1-12 0,-7-1-13 0,-4-1 22 0,3-3-17 0,0 2 26 16,4-4-8-16,3 1-12 0,-6 1-3 0,2-1 7 16,-4 1-3-16,-5 3 14 0,-1-2-2 0,0 1-8 0,-1 3-4 0,1-3 7 15,4 0-7-15,-3 2 4 0,-1 1 1 0,-2 2 2 0,-7 3 2 16,1 1 0-16,2-3 2 0,3 1 0 0,4 3 0 0,-2-1-5 0,-7 6-10 16,-2 0 19-16,0 2-15 0,2-1 26 0,7 0-6 0,5 0-13 15,-3 2-5-15,-3-2 7 0,1 4-5 0,0-5 16 0,3 3-6 16,5-4-6-16,2 4-10 0,1-1 6 0,7 2-3 0,3 2 11 15,3 0 2-15,-1 1-4 0,-2 1-14 0,1 2 13 0,7 0-13 16,2 4 19-16,4 0-4 0,1 5-8 0,-4 2-3 0,4 1 3 0,1 0-1 16,3 1 7-16,1-2-2 0,1 2-3 0,0-2-3 0,2 2 4 15,1 0-3-15,1 4 4 0,1 0 5 0,1 2-4 0,2 7-4 16,-2-2 7-16,2 4-8 0,-1-2 0 0,-1-1 2 0,3 1 0 0,-1 0-6 16,2 3 10-16,2 3-8 0,1 7 14 0,0 3-3 0,7 0-9 15,-2 3-6-15,1-3 10 0,1 0-5 0,-7 1 16 0,1 3-4 16,-3 6-9-16,-2 4 9 0,1 2-1 0,-2-5 3 0,0-1 0 15,0 1 1-15,-1 5-2 0,-2 7-15 0,-1-1 18 0,-1 0-15 16,1-3 23-16,0-1-7 0,1 5-11 0,1 4-7 0,-1-1 12 0,2-5-8 16,1-1 8-16,2-3 2 0,2 4-11 0,0 2-3 15,2 0 9-15,2-5-9 0,2 1 11 0,1 0-8 0,1 3-6 0,1 4 2 16,1-1 4-16,0-4 1 0,1 3 5 0,1 2-1 0,1 0-5 0,0 3-14 16,0-3 14-16,0-3-10 0,0 5 25 0,-1-1-5 0,-2 1-9 15,-1 0-10-15,1-1 9 0,-1 4-8 0,0 3 11 0,-3-3 0 16,1-2-5-16,0-3-10 0,-1 2 15 0,1 0-10 0,-2 3 18 15,1-5-3-15,-1-8-10 0,2 6-3 0,2 0 8 0,1 1-4 16,0 0 1-16,0-7 5 0,3-7-5 0,2 7-9 0,0 1 11 16,0 1-9-16,-1 2 13 0,2-8-4 0,1-6-5 0,1 8-7 0,0 2 10 15,1 2-5-15,-3 0 17 0,2-5-3 0,-1-7-9 16,-2 5-8-16,2 4 8 0,-1-1-7 0,-2 3 15 0,1-7-3 0,-1-7-5 16,2 2-13-16,0 0 18 0,0 6-13 0,1-1 22 0,-1-3-4 15,0-9-13-15,2-2-5 0,1-7 8 0,1 3-5 0,2 2 6 16,-1-4-1-16,0 2-5 0,1 0-2 0,3-10 8 0,0-2-3 0,0-5 12 15,3-3-3-15,1-3-5 0,3 5-14 0,0-2 13 0,-6 6-10 16,0 0 21-16,-2-1-3 0,3 1-9 0,5-1 2 0,1-4 2 16,-1-4-2-16,-1 0-2 0,-1-6 1 0,0 3-1 0,2 0-12 15,1 0 19-15,1 0-15 0,-1 4 24 0,1-1-6 0,0-1-10 0,3 4-7 16,1-6 6-16,5 1-3 0,0-4 13 0,0-3-5 0,-2-3-1 16,3-1-15-16,1-4 12 0,1-2-8 0,5 0 22 0,-6-2-3 15,3-2-10-15,2 1-4 0,3-1 3 0,0-2-3 0,6-1 10 16,-3 1-2-16,-1 1 0 0,3 1-11 0,-3 2 7 0,-1 0-5 15,3 1 12-15,-3-1-3 0,-1 1-7 0,3 2-9 0,3-2 11 16,1-1-7-16,1-1 20 0,-3-2-3 0,0 1-7 0,3-1-5 16,-2 2 2-16,4-4-1 0,0 1 5 0,0-1 1 0,3-1-2 0,4 0-2 0,1-2 4 15,1 1-3-15,-3-2 7 0,-1-1-2 0,0-1-4 0,3 1-15 16,4-2 17-16,1-1-13 0,-1-1 22 0,-2 0-3 0,-2-1-10 16,0-5-9-16,2 3 8 0,-1 0-6 0,3-2 12 15,-3 2-1-15,0-2-5 0,2 1-7 0,-2-2 9 0,-3 1-6 0,2-2 11 16,-6 0-4-16,2 0-7 0,1 0-10 0,-4-2 16 0,2 0-9 15,-1-3 25-15,-4 1-7 0,1-2-10 0,-2-2-10 0,-4-3 7 0,0-3-7 16,0-1 15-16,-3 1 0 0,1-2-2 0,-4 0-9 0,1-1 5 16,-2 1-4-16,0-3 12 0,2-1 0 0,-5-3-7 0,1-4-1 15,-3-3 6-15,0-2-6 0,0-4 6 0,-4 0-4 0,2 1-3 0,0-1-2 16,0 3 0-16,-7 3 2 0,-1 1 2 0,1 3 2 0,-3-1-1 16,7-2-3-16,-2-2 9 0,-5-4-7 0,-1-4 14 0,-3-3-3 15,0 0-3-15,-1 0-7 0,0 0 7 0,-3 3-4 0,1 1 14 16,-2 0-6-16,1-2-7 0,0-10-12 0,0-4 7 0,0-6-5 15,1 0 7-15,0 3 2 0,-1 2-5 0,2-2-4 0,0-8 2 16,0-6-2-16,4-4 4 0,-2 6 0 0,14-69-6 0,-5-11-5 16,-12 72 4-16,3 1-1 0,2 4 0 0,-1 3-11 15,0 0 10-15,-2-8-8 0,-4-1 20 0,0 1-1 0,-2 4-3 16,-1 5-13-16,0-3 5 0,-2-6-5 0,0-2 13 0,-1-1 1 16,-2 5-3-16,0 3-16 0,0-6 17 0,-1-4-14 0,-1-4 20 0,-1 1 0 15,1 6-8-15,-2-3-7 0,1-5 7 0,-1-3-7 0,0 1 10 16,0 5-2-16,2 7 0 0,-1-11-10 0,-1-4 17 0,1 1-10 15,-1-2 16-15,-1 12 1 0,1-5-12 0,-1-5 0 0,0-1 6 16,-2 3-6-16,-1 7 4 0,-2 0 2 0,-1-2-2 0,-3-3-4 16,-2-1 1-16,0 7 5 0,0 4 9 0,-1 0-1 0,-2-4-9 0,-4-3-9 15,2 4 12-15,0 5-7 0,-3-3 21 0,2 1-4 0,-4-5-9 16,1 0-6-16,3 7 12 0,3 2-8 0,1 0 13 0,7-2-11 16,-1-1-3-16,0-3-5 0,-1 6 2 0,-4 7-3 0,-1-5 9 15,0-1 1-15,2-4-5 0,-1-4-13 0,0 7 15 0,-1 5-10 0,-1-2 5 16,2-2 7-16,0-5-12 0,-12-76 6 0,23 157-3 15,-20-133 2-15,9 68 3 0,2-2 0 0,0-3-12 0,0 2 13 16,-1 8-10-16,-1 5 19 0,-1 5-1 0,1-1-11 0,-3-5-10 16,-2-1 11-16,1-1-9 0,-4 1 16 0,1 6-2 0,-2 6-6 0,-3 1-11 15,0 4 10-15,-2-2-8 0,0-3 15 0,6 2-2 16,-1-2-6-16,-3-4-10 0,0 9 10 0,-4 3-7 0,4 3 15 0,0 5-2 16,2 3-6-16,-1 2-18 0,2 2 11 0,1 2-11 0,2 4 3 15,2 1-10-15,0 0-9 0,2 0-37 0,1 2-9 0,3 2-6 16,2 1-61-16,4 4-29 0,3 1-27 0,2 2-201 0,7 1 239 15</inkml:trace>
  <inkml:trace contextRef="#ctx0" brushRef="#br0" timeOffset="21927.46">11814 9674 256 0,'-28'-16'21'16,"14"9"309"-16,1 1-144 0,3 1 10 0,1 1-169 0,4-1 12 0,-1 0-7 15,2-2 21-15,0 0-8 0,1-1-10 0,2 1-14 0,-2 0-5 16,2-2 1-16,1 0-6 0,-1 1 4 0,0-1 2 0,0-2-10 15,0 1 13-15,1 0-13 0,-1 0 10 0,1 1-5 0,0 0-5 0,0 2-6 16,0 1 5-16,2-1-1 0,0 1 15 0,2-3-3 16,0 1-7-16,1-1-10 0,1 2 8 0,1-1-8 0,1 0 0 0,2 1 2 15,1-1 0-15,2 0 4 0,0-1-3 0,2 0 6 0,-2 0 7 16,2-1-1-16,2 0 1 0,-1-3-14 0,4 0 22 0,0 1-18 16,0-1 23-16,1 1-7 0,1 1-11 0,1-2 3 0,3 1 7 15,1 1-4-15,1-1 8 0,2 3 2 0,2 0-7 0,-1 0 0 16,0 1 12-16,1 0-9 0,1 0 16 0,0 0-11 0,6 2-8 0,-1 1-6 15,2-1 10-15,3 2-5 0,1 0 4 0,1 3-1 0,1-2-14 16,1 2-8-16,-5-2 13 0,0 2-13 0,-5 0 14 0,-3-1-5 16,2 2-8-16,-2 0 3 0,1 0 10 0,1 0-4 0,1 3 19 15,-3 1-6-15,0-2-8 0,3 1-18 0,1 2 14 0,0-2-11 0,-4 0 22 16,1 1-6-16,1-2-11 0,2-1 0 0,2 0-2 0,-2-1 1 16,0 0-2-16,1 0 2 0,-1 1-2 0,1-1-12 0,2 2 16 15,-2-1-15-15,-2-1 20 0,-9 0-1 0,-3 1-5 0,2-1-8 0,-4 0 6 16,4 0-6-16,-2 0 3 0,-6 0 4 0,-1 0-6 15,-1 0-14-15,-3 1 12 0,1-1-15 0,-2 2 3 0,0-1-3 0,-1 0-9 16,-2 2-26-16,0-2-1 0,-2 0-8 0,-1 1-29 16,-3-1-1-16,0-1-8 0,-1 0-37 0,-3 0-17 0,0-3-13 0,-3 2-186 15,-4-5 215-15,-2 2-45 0</inkml:trace>
  <inkml:trace contextRef="#ctx0" brushRef="#br0" timeOffset="22251.15">13418 8751 656 0,'-18'-22'746'16,"9"3"-776"-16,9 13 50 15,3-1-1-15,9 3-4 0,3-1 6 0,3 1 4 0,4 0-3 0,1 2-1 16,1-1-2-16,3 3-8 0,3 1-6 0,3 2 19 0,-1 2-13 16,1 0 29-16,-7 2-4 0,-1-1-5 0,4 3-17 15,0 0 16-15,6 2-14 0,-4 1 13 0,-2 2-6 0,1 0-15 0,2 4-2 0,3 1 0 16,0 2-3-16,-1-1-5 0,2 1 2 0,-1 0 5 15,0 2-14-15,-9 6 10 0,-4-3-9 0,-3 0 22 0,-4-2-6 0,4 1-5 16,-3 0-10-16,-5 2 9 0,-3-2-5 0,-4-2 20 0,-3-3 7 16,-1-1-3-16,-2 2-18 0,-5-1 23 0,-2 2-22 0,-2 0 25 15,0 1-6-15,-1 1-13 0,-3 0-17 0,2 2 17 0,-3 0-14 0,3-1 17 16,1 0 2-16,-4-1-9 0,-2 0-11 0,-6 1 8 16,0-2-9-16,3 1 6 0,1-1-3 0,1 0-7 0,-1-2-38 0,1 2-3 15,0-2-11-15,0 0-36 0,1-1-8 0,-1 1-7 0,0-2-68 16,-1 0-42-16,-2 0-1 0,1-1 40 0</inkml:trace>
  <inkml:trace contextRef="#ctx0" brushRef="#br0" timeOffset="22865.48">11800 10392 1111 0,'-2'-12'33'0,"-1"2"-90"0,3 1 77 0,0 3-4 0,3-1-12 0,1 0 11 0,1-2 10 0,1 1-2 0,2 0 20 16,0-1-8-16,1 0-10 0,2-3-28 0,2-1 23 0,2-3-20 16,1 2 32-16,2 0-2 0,1 0-9 0,1-1-4 0,3-2 3 15,1 1-3-15,3-2 8 0,5 2-1 0,2-2-3 0,3-1-15 16,1-1 17-16,-2-5-15 0,2 1 22 0,0 0-4 0,2 3-7 0,8-3-8 16,0 1 1-16,4 0-1 0,6-3 2 0,2 3 0 0,-1-3-3 15,3 1-11-15,-3-1 12 0,-1 1-11 0,4-1 17 0,4 0 0 16,3 3-4-16,9-2 0 0,-3-1 9 0,0-1-4 0,2-2 15 0,-1-2-2 15,5 2-8-15,9 1-10 0,-1-1 11 0,2 1-12 16,1 0 5-16,1 0-4 0,4-2-6 0,7 2-13 0,-1-2 6 0,1 1-5 16,5 3 12-16,0-1-2 0,113-25-2 0,-222 52 20 15,227-56-31-15,-114 27 18 0,-6 2-6 0,0 0-4 0,4 3-5 16,0 0 4-16,-3 4-1 0,0 0 16 0,-8-1-3 0,3 2-4 0,5 0-11 16,-3 1 10-16,-1 1-8 0,-3-1 11 0,-1 2 1 15,1-1-3-15,-3 1-9 0,-3 1 2 0,-3 2-1 0,0 1 8 16,-3 3 2-16,-5 0-4 0,-1 1-1 0,-5 0 19 0,-1 2-11 0,3 2 27 15,0 1-6-15,-5 3-11 0,4-1-10 0,-3 1 4 0,-3 0-6 16,8 1-6-16,-1 3 4 0,-1 0-6 0,3 3 0 0,-4-4 1 16,-6 2-3-16,-3 3 4 0,-3 0-4 0,2 0-2 0,-3 0-6 0,-7 1 8 15,-4 0-2-15,-10 0 14 0,-7 0-4 0,-3 2-9 0,-3 0-11 16,-5 1 13-16,-3-3-8 0,-5 1 18 0,-4-1-1 0,-2-2-8 16,-1 2-23-16,-5-1 3 0,-1-3-10 0,-3 2-5 0,-2-5-7 0,0 1-4 15,0-1-41-15,-3-2 5 0,-4 0-15 0,-4-1-60 0,-3-4-53 16,-5 0-50-16</inkml:trace>
  <inkml:trace contextRef="#ctx0" brushRef="#br0" timeOffset="23216.96">18250 8212 623 0,'13'-6'293'0,"-7"0"13"0,4 4-292 0,4 0-4 16,2 4 43-16,4 0 3 0,3 1 6 0,9 0 2 0,2 3 7 15,8 0-9-15,7 0-14 0,4 2-6 0,-2 0-10 0,7 1-22 0,-3 1 2 16,-1 0-5-16,6 3 15 0,-7 0-7 0,2 3-2 16,5 0-14-16,-4 0 8 0,-3 1-7 0,-10 1 9 0,-6 1-2 15,-6 0-5-15,-3 4 1 0,0 1 2 0,-6 1 2 0,-4-1 20 16,-6 1-7-16,-2 0 0 0,-3 2-19 0,-3 4 15 0,-3-2-12 15,-2 0 22-15,-3-1 0 0,-3 2-7 0,-1 4-10 0,-4 2 8 16,-3-1-9-16,-3 3 4 0,-2-1 0 0,-6 2-4 0,-4 1-14 0,-5-1 19 16,1 0-16-16,-4-2 18 0,-5-2-2 0,-1-3-10 0,-11-1-7 0,0-2 10 15,-1 1-8-15,-2-1 4 0,-3-2-3 0,-6-3-12 0,-5 2-42 16,-3-2 7-16,0-1-19 0,0 1-36 0,-3-2-15 0,-6-1-22 0,-8-3-161 16,-3-2-75-16,6 3-30 0</inkml:trace>
  <inkml:trace contextRef="#ctx0" brushRef="#br0" timeOffset="23905.96">11933 11197 1362 0,'11'-34'-23'0,"21"-2"5"16,9 8 44-16,23-8 16 0,10-10-12 16,-44 19-22-16,5 1 4 0,-3 3-5 15,-4 1-6-15,5 1 1 0,0-1-3 0,1-3 8 0,3 0-8 16,6-2 8-16,4 0-5 0,5 0-4 0,4-2-8 0,0 1 10 16,1-2-4-16,1 1 12 0,-3-2 1 0,9-1-9 0,4-5-15 15,6 0 22-15,3-2-19 0,-1 3 23 0,-4 1-1 0,0 3-9 0,6-6 3 16,9 3-2-16,1 0 3 0,0 0 15 0,-5 2 1 0,0-1 1 15,11-5-13-15,4-2 16 0,5-2-14 0,-1 0 16 0,-3 1-6 16,6 3-9-16,12-4 3 0,1 1 0 0,5-1 5 0,4-1 7 0,1 4-1 16,6-3-3-16,12-5 0 0,0-3 5 0,2 3-5 15,9-1 1-15,-5 5-4 0,0 0-3 0,10-3-15 0,6 5 12 0,-3 1-9 16,8 0 15-16,-4 5-5 0,-4-5-8 0,17-1-4 0,-1 1 2 16,-2-2-2-16,6 3 3 0,-12 3-3 0,0 2-3 0,12 0 2 15,-6 3-2-15,2 1 3 0,1 3 5 0,-13 2-3 0,-1 4 0 0,6-1-15 16,-6 1 13-16,-2 1-10 0,-1-1 14 0,-13 1 3 15,-1 2-7-15,5 0-4 0,-6 1-6 0,-2 4-3 0,-1 2 22 0,-11 1-1 16,-3 1-4-16,4-1-5 0,-4 4 10 0,-3 0-7 0,-2 6 19 16,-8 0-4-16,0 2-2 0,4 3-4 0,-4 4 8 0,-2 1-4 0,-7 3 5 15,-6 2-4-15,-3-2-12 0,-1 3-5 0,-6 1 5 0,-8 2-4 16,-4 3 4-16,-6 2-4 0,-2-1-2 0,-7-1 1 0,-6-1 2 16,-9-2 1-16,-6 1 7 0,-6-1-5 0,-3 3-3 0,0 0-5 15,-6 4 2-15,3-2-1 0,-3 2 5 0,1-1 3 0,0-1-3 0,-1 3-21 16,-5 0 17-16,0 0-17 0,1-3 10 0,-1-4-16 0,2-1-19 15,0 1-21-15,-3-4-12 0,-2 2 2 0,-3-5-61 0,-3-3-19 16,-2-6-21-16,-3 0-150 0,-4-3-62 0,-5-1-26 0</inkml:trace>
  <inkml:trace contextRef="#ctx0" brushRef="#br0" timeOffset="24211.99">22814 8121 1582 0,'-11'-12'52'0,"7"2"-75"0,3 5 55 0,6 5-12 16,7 2-18-16,6 3 5 0,6 4 15 0,7-1-7 0,6 2 25 0,7 1-10 0,7 3-9 0,9 0-20 0,-1 2 13 0,0 1-13 16,-3 2 13-1,-5 0-4-15,4 7-8 0,5 4-8 0,4 2 6 0,1 1-5 0,-4 1 14 0,-6 0-4 0,-7-2-5 0,-2 4-13 0,-2-6 14 16,-6 2-9-16,-4-2 18 0,-6-3-1 0,-3 2-6 0,-4-1 2 15,-3-1-6-15,-4 0 5 0,-3 2 17 0,-5 0 6 16,-2-1 10-16,-4 2 2 0,-6-1 5 0,-3 1-3 0,-4 2 2 0,-4 0-4 16,-2-2-4-16,-3 2-20 0,-4 0 13 0,-4-1-15 0,-5 3 11 15,-5-4-8-15,-13-1-10 0,-10 3-11 0,-10 1-2 0,-11 3-4 16,1 3-18-16,-5-1-53 0,-6 0 1 0,-12 6-62 0,-7-2-120 0,-4 6 20 16,-3 1-28-16</inkml:trace>
  <inkml:trace contextRef="#ctx1" brushRef="#br0">18348 12551 0,'0'0'0,"0"0"0,0 0 16,0 0-16,0 0 15,0 0-15,0 0 0,0 0 16,0 0 0,0 0-16,0 0 15,0 0 1,0 0-16,0 0 15,0 0-15,0 0 16,0 0 0,0 0-16,0 0 15,0 0 1,0 0-16,0 0 16,0 0-1,0 0-15,0 0 16,0 0-16,0 0 15,0 0 1,0 0-16,0 0 16,0 0-1,0 0-15,0 0 16,0 0-16,0 0 16,0 0-1</inkml:trace>
  <inkml:trace contextRef="#ctx1" brushRef="#br0" timeOffset="1803.51">19276 13450 0,'0'0'0,"0"0"0,-137-44 15,71 22 1,14 3-16,12 4 15,6 2 1,5 1-16</inkml:trace>
  <inkml:trace contextRef="#ctx0" brushRef="#br0" timeOffset="35672.51">15117 9992 475 0,'1'-3'98'0,"0"-3"13"0,0 4 8 0,2 1-41 0,-2-2 21 0,0 2-9 16,0-2-17-16,-1-2-13 0,0 3 23 0,0-2-28 15,0-1 30-15,-1 2-13 0,0-2-21 0,0 1-9 0,1-1 19 16,-2 2-23-16,0 0 29 0,0-3-8 15,0 4-12-15,-2-2-22 0,0 1 15 0,-2 1-22 0,1-3 19 16,0 2-12-16,0-2-16 0,-1 1-12 0,-1-1 13 0,-1 1-12 16,2 0 22-16,-1 2-4 0,2 1-9 0,1 1-7 0,-1 0 12 0,2 1-11 15,0 3 15-15,-3 0-5 0,2 2-8 0,-2 2 0 16,-1-1 3-16,2 2-1 0,-1 4 8 0,0-1 3 16,1 3 0-16,0-1-16 0,1-2 5 0,-1 0-10 0,3-1 9 0,0-2 2 15,2 3 1-15,0 1-12 0,3-3 14 0,2-1-12 0,-1 2 20 0,3-5-1 16,1-1-7-16,0 2-4 0,1-5 9 0,1 3-7 0,-1-2 15 0,2-1-1 15,1 0-4-15,1-2-16 0,0 0 20 0,2-3-16 16,-1 1 29-16,1-1-11 16,-2-1-13-16,0 0 8 0,-1 0 1 15,-7-1 4-15,0 0 6 0,0 0-8 0,-2-3-5 0,5 1-16 0,-1-1 10 0,-3 0-8 16,1 1 18-16,-2-2-2 0,-1 1-7 0,-1-1-7 0,-1 0 9 0,0 1-9 0,-2-1 9 16,-1 2-2-16,-2 0-4 0,-2 0-12 0,1-1 11 0,-2-2-10 0,0 0 17 0,0 2-3 15,6 0-9-15,-3 0-11 0,1 0 12 0,-2-1-9 0,-4 2 18 0,0 1-3 0,0-1-8 16,0 1-16-16,0 1 12 0,3-2-11 0,0 2 9 15,2 1-9-15,0 1-13 0,1-1-13 0,0 1 1 0,1 1-2 0,1-1-11 16,-1 2-9-16,1 0-9 0,0 1-59 0,1 0-6 0,0 0-8 16,1 0-11-16,1 0-65 0,2 0-17 0</inkml:trace>
  <inkml:trace contextRef="#ctx1" brushRef="#br0" timeOffset="2389.71">18813 13210 0,'0'0'0,"174"59"15,-78-24-15,-39-16 16,-22-7-16,-11-5 15,-3-1 1,-8-3-16,0-1 16,-1 1-1,-1 0-15,0-1 16,-2 1-16,0-2 16,-4 0-1,-3 1-15</inkml:trace>
  <inkml:trace contextRef="#ctx0" brushRef="#br0" timeOffset="36450.44">15502 9912 1 0</inkml:trace>
  <inkml:trace contextRef="#ctx0" brushRef="#br0" timeOffset="36998.36">15557 9839 258 0,'-3'2'97'0,"-1"0"-40"0,1-1 50 0,1 0-12 16,1 0 21-16,-2-1-30 0,3 0 26 0,-1 0-12 15,0 0-23-15,0 0-42 0,0 0 35 0,1 0-46 0,-1 0 45 16,0-1-10-16,-2-1-18 0,2-1-8 0,-1 0 16 0,1 2-17 16,-2-1 30-16,0-2-5 0,0 3-15 0,0-3-19 0,0 1 27 15,0 2-31-15,0 0 29 0,0 1-11 0,1-2-12 0,0 2-14 16,0-1 9-16,-1 1-11 0,0 0 8 0,1 0 2 0,0 0-11 15,-2 1-1-15,1 1 15 0,1-1-15 0,-3 1 15 16,2 2 0-16,-2-1-6 0,1 2-9 0,-1 0 17 0,1 1-15 16,-1 1 26-16,1-1-7 0,-1 1-9 0,0 2-25 0,-1 1 21 15,2 0-18-15,-1 0 27 0,1 2-2 0,0-1-11 0,0 1-14 0,0 1 15 16,0 0-13-16,0-3 18 0,0-3-3 0,2 0-12 0,-2-2-4 16,2 1 2-16,1 2-1 0,-1 0 1 0,1-2 1 0,1 2-1 0,0 1-14 15,0-2 18-15,1 2-13 0,0-2 18 0,0-1 3 0,0 1-12 16,0-4 0-16,1 1 6 0,1-1-5 0,-1 1 9 0,0 0 3 15,0-3-1-15,1 1-17 0,-1 0 22 0,-1-2-19 0,0 0 29 16,-1 0-3-16,1 0-9 0,0-2-15 0,-1 0 18 0,2 1-17 16,-2-3 23-16,0 0-6 0,1 1-14 0,-1-3-10 0,0 0 12 0,0-2-9 15,-1 0 16-15,1 0-5 0,-2 3-11 0,2 0-3 0,-1 0 7 16,1 1-3-16,-1 2 5 0,0-1-3 0,-1 2-7 0,1 0-12 16,-2 1 3-16,1 0-4 0,0 0-3 0,-1 0-6 0,-1 0-7 0,1 0-30 15,0 0 1-15,1 0-12 0,0 0-56 0,2-3-30 0,0-1-33 16,2 0-177-16,3-3-58 0,0 2-32 0</inkml:trace>
  <inkml:trace contextRef="#ctx0" brushRef="#br0" timeOffset="37521.76">15754 9519 948 0,'-8'0'-254'0,"3"1"496"0,0-1-41 0,0 3-79 16,0 0-25-16,0 1 34 0,2 1-48 0,-2 3 44 0,2 1-22 0,1 1-28 0,-2 2-37 0,1 1 8 0,0 1-22 0,0 4 0 0,1-1-5 0,0 4-5 0,0 2-16 0,0-1 7 0,-1 3-9 0,3 1 7 0,-1-2-1 0,1-1-5 0,1 3 0 0,1-3 1 0,1 0 0 0,-1 1 4 0,1-2 1 0,1 0-2 0,0 0-7 0,-1-7 6 0,2-1-6 0,1-1 8 15,0-2-6-15,1 4-3 0,1-1-12 0,0-3 10 0,-2-3-4 16,2-2 19-16,-2-1-3 0,-3-3-9 0,-2-1-9 0,1-1 17 16,-2 0-11-16,0 0 21 0,0-1-3 0,0-2-9 0,-3-3-3 15,2-2 2-15,-2-1-1 0,-2-3 6 0,-1 2-1 16,-1-1-3-16,-1-2-7 0,-1-1 9 0,0 2-8 0,-2 0 8 0,2 0 1 0,-1 0-5 15,-2 0-4-15,1 3-2 0,6 4 1 0,-2-1 8 0,1 6-1 16,0-1 2-16,-7 2-15 0,0 1 8 0,-1 2-8 0,1-1 15 16,2 4-2-16,-1-1-4 0,1 2-4 0,0 2 8 0,2 0-4 15,2 2 7-15,1-2 3 0,3-2-6 0,1 1 5 0,1-2 5 0,1 2-4 16,3 2 17-16,2-1 2 0,0 0 3 0,3 0-4 0,1-1 8 16,3-1-7-16,0 0 11 0,1-3-7 0,2 1-6 0,2-2-22 15,1 1 7-15,0-1-9 0,-7 0 6 0,-1-2-1 0,0 0-6 0,0-1-50 16,5-1 11-16,0 0-24 0,0-1-5 0,-2-1-11 15,-1-1-12-15,-2-1-56 0,-2 0-40 0,-3 0-7 0,-1 2-284 16,-1 2 289-16,1 0-54 0</inkml:trace>
  <inkml:trace contextRef="#ctx1" brushRef="#br0" timeOffset="4188.24">19315 13188 0,'119'49'0,"-31"-13"0,-48-18 16,-22-11-16,-11-4 15,-6-3 1,-240-113-16,64 34 15,63 26 1,44 21-16,15 9 16</inkml:trace>
  <inkml:trace contextRef="#ctx0" brushRef="#br0" timeOffset="38124.78">14801 9692 413 0,'0'-2'65'0,"0"2"78"0,0-1-47 0,-2 1-11 0,-1 0-13 0,-2 1-10 0,0 1 21 0,-1-1-24 0,-2 3 35 0,-1-2-8 0,1 0-23 0,-2 3-13 0,2-2 32 0,2 0-37 0,-2 2 30 0,1-2-6 0,0 2-20 0,1-1-11 0,0 2 7 0,2-1-16 0,0 2 21 0,2 2-9 0,0-2-5 0,-1 3-20 0,1-1 8 0,0 3-12 0,0 2 2 0,1 0-4 16,-1 1-9-16,2 5-5 0,0-2 3 0,0 1-4 0,3 4 7 15,-2-1 0-15,2-1-2 0,-1 2-4 0,1-3 3 16,0 0-5-16,0 2-39 0,1-2 15 0,-1 0-1 0,2-5 10 16,0-4 2-16,0-2-5 0,-1 0-29 0,1 0 1 0,-1-1-8 0,0-2-153 15,-1 1 75-15,0-2-76 0,1-1 176 0,-2 0-34 0,0-2-12 16,-2-1-120-16,1-1-33 0,-1 0-12 0</inkml:trace>
  <inkml:trace contextRef="#ctx0" brushRef="#br0" timeOffset="38389.21">14700 9773 789 0,'0'-2'223'0,"-1"1"-138"16,1-2 75-16,0 1-37 0,1 2 7 0,2-2-32 0,-1 0 2 16,1 0-20-16,2 1-21 0,0 0-40 0,0 0 19 15,2 1-27-15,0-2 27 0,0 1-9 0,2-2-11 0,2 2-23 16,-2-1 18-16,-1 0-18 0,1 0 27 0,-3-1-7 0,-1 1-12 0,3-1-13 16,-1 2 9-16,0-2-9 0,-2 1 16 0,0 2-4 15,-2-2-4 1,1 2-19-16,-2-1-4 0,0 1 0 0,0 0-14 0,-1 0-7 0,-1 0-2 0,0 0-54 0,0 1-12 0,0-1 2 15,0 2-73-15,-1 0-44 0,0 1-8 0</inkml:trace>
  <inkml:trace contextRef="#ctx0" brushRef="#br0" timeOffset="38578.39">14703 9941 1005 0,'2'7'234'0,"0"-5"-28"0,1 2-31 0,0-1-57 0,2-2 11 15,2 1-15-15,1 0-17 0,3-1-25 0,0-1 3 16,2 0-20-16,0-3-16 0,0 0-15 0,-1-1-15 0,0 0-16 16,0 0 0-16,-2 0-3 0,0 2-11 0,-1-1-8 0,-1-1-5 0,-1 2-40 15,0 0-40-15,-1 1 21 0,-1-1-205 0,0-1-172 16,1-1-55-16</inkml:trace>
  <inkml:trace contextRef="#ctx0" brushRef="#br0" timeOffset="42725.35">14085 11323 315 0,'-16'-9'41'0,"2"1"46"0,-1 2-50 15,5 0-12-15,0 3 1 0,0-3 12 0,2 3-3 0,1 0 0 0,-1-1-10 0,3 0 17 0,-1 2-16 0,2-2 5 0,0 1-4 0,2 2-7 0,1 0-16 0,0 0 10 0,0-1-7 0,1 2 20 0,-2-1-4 0,2 1-9 0,0 0-33 0,0 0 31 0,0 0-28 0,0 0 41 0,0 0-9 0,3-3-16 0,-2 3 0 0,2 0 5 0,-1 0 2 0,3 0 33 0,-1 0-2 0,3 0 0 0,0 0-1 16,1 3 16-16,1-2-12 0,2 2 9 0,-1-1-4 0,5 0-7 0,0 0-18 31,2 1 11-31,5-1-9 0,-1 1 18 0,1-1-1 0,1 2-8 0,-7-2-24 0,0 0 30 0,2-1-27 0,3 1 33 0,3-1-8 16,2-1-11-16,-1-1-8 0,-2-1 8 0,0 1-5 0,-1-1 11 15,2-1-5-15,-2-1-11 0,2 2-17 0,-2-1 17 0,0-1-14 0,-1 2 24 16,2 0-9-16,-2-1-12 0,4 0-8 0,-2 0 5 0,1 2-2 16,-1-1 16-16,-7-1-2 0,-1 2-6 0,3-1-10 0,2 0 6 15,6 1-6-15,3-2 5 0,-2 3-2 0,0-1-3 0,2 0-7 16,1 1-9-16,3 0 2 0,1 2-34 0,1 1-8 0,5 0-5 0,5 3-58 16,0-1-10-16,-4 2-16 0,4 0-122 0,-5 0-41 0,2 1-50 15</inkml:trace>
  <inkml:trace contextRef="#ctx0" brushRef="#br0" timeOffset="44172.49">9869 10485 256 0,'-39'-19'0'0,"13"8"17"0,-1 4 10 0,2-1 10 0,-2 1-10 0,6-1 29 0,1-2-25 0,-2 1 40 0,-1 0-10 0,-4 1-9 0,0-2-15 0,2 1-1 0,-2 0 0 0,0 0 10 0,0 3-8 0,-1-2-6 0,-3 0-32 0,1 3 24 15,-3-1-22-15,-1-1 34 0,-2 2-8 0,-1 2-13 0,1-5-5 0,-1 3 5 0,-3-2-2 0,-1 0 9 0,-4-2-4 0,1 2-7 0,-1 2-10 0,-1-1 8 0,-1 4-9 16,-4 0 4-16,1 2-4 0,-1 0-4 0,-4 2 9 0,-1 1-11 0,-2 3 14 16,-3 1-7-16,5 2-1 0,0 0 0 0,-4 0-13 0,0 1 27 15,-3-1-18-15,2 2 41 0,2 0-4 0,4 0-12 0,0 5 2 16,2-1-2-16,0 2 3 0,0 2-1 0,2 0-3 0,1-1-4 0,2 1-17 15,2 2 13-15,2 0-12 0,-1 6 6 0,5-1 0 0,2 1-6 16,-1 1 4-16,0 0-6 0,0 3 3 0,-1 2-5 0,3 2 4 16,5 0 4-16,-1 3-13 0,1 4 14 0,1-1-15 0,-1 2 18 15,4-2-3-15,4 2-3 0,2 0-11 0,4-2 7 0,3 1-5 0,4-1 14 16,4-1 2-16,4-3-7 0,3 1-16 0,2 0 15 0,4-3-15 16,3 0 23-16,3-3-9 0,3 1-7 0,4 1 0 0,2-1 2 15,4-1 4-15,4-3 10 0,5-4-1 0,3-4-4 0,3 0-9 16,1-2 20-16,-1-4-12 0,4-2 42 0,1-5-8 0,7-3-8 0,8-4-9 15,4-2 17-15,8-7-12 0,-1-1 15 0,0-2-8 0,0-4-16 16,6-2-11-16,7-1 13 0,2-2-11 0,1-1 11 0,-5-3-6 16,-1-3-9-16,-1-4-2 0,7-3 3 0,-1-2-1 0,-3 1 8 15,-4 1-2-15,-5-1-3 0,0 0-15 0,0-2 10 0,-1 0-9 16,0 0 19-16,-11 2-7 0,-1 3-4 0,-5-2 4 0,-6-1-4 16,0-3 8-16,-5 0-2 0,-6 2-1 0,-3 1-2 0,-1 1-11 0,-5 3 15 15,-4 0-12-15,-4 2 17 0,-4 3-5 0,-5 0-7 0,-5 1-7 16,-6 1 12-16,-6 3-6 0,-3 1 4 0,-6 2-5 0,-2-2-18 0,-6 0-13 15,-2-1-3-15,-4 1-4 0,-4-2-22 0,1 3-8 16,-5 1-4-16,-4 3-66 0,-2 1-27 0,-7 3-7 0,-3 6-140 0,-3 3 182 16,-7 0-16-16</inkml:trace>
  <inkml:trace contextRef="#ctx0" brushRef="#br0" timeOffset="47364.19">15126 13271 403 0,'-14'-9'60'0,"1"0"-31"0,4-1 7 0,2 2-19 0,3-1 51 16,-1-1-6-16,3 0-10 0,0-3 2 0,0-1 8 0,0-1-4 0,2-1 8 0,0 2-10 0,3-3-11 0,-1 2-26 0,0 0 12 0,2-2-16 0,-1-1 0 0,1-1-2 0,0-2-6 0,1-3-15 15,1-1 11-15,1-4-9 0,2 3 20 0,0-1-3 0,0-2-7 0,0 0-8 0,0-3 6 0,-1 1-7 0,1-1 8 0,-3 2-3 0,-2-4 0 16,-1 4-9-16,-1-4 9 0,0 4-5 0,5-4 13 0,-2-2-1 0,-2 1-8 0,-1-3-2 0,-1 3 7 0,-1-1-5 0,-3 1 6 0,-1 1-5 0,-2 2-2 0,-2 0 2 0,-1 2-1 0,5 2 3 0,-4 1 4 16,-5 1 2-16,-1 0-4 0,-10-4-5 0,-2-2 11 0,-1 0-12 0,2 0 3 0,-3 3-1 0,1 1-4 0,-1 1 4 0,-1-2-2 0,3 1 3 0,-1 1 3 0,1 4-3 0,0-1-1 0,-3 0-18 15,-2 1 21-15,2 1-17 0,0 3 23 0,8 1-4 0,-2 0-11 0,-3 0 0 0,-1-1 1 0,-6 0 1 0,2 1 2 0,3 1 4 0,3 2 0 0,-1-2-6 0,-1 2 8 0,1 2-10 0,0 0 9 0,4 3-3 16,-2 5 0-16,-2-2 1 0,-1 2-5 0,1 3 5 0,1-5 2 0,2 5 1 0,2-1 1 15,4 3-24-15,1 3 22 0,-1 0-20 0,2 3 22 0,-3 1 1 0,-1 0-9 16,2 0-2-16,1 5 0 0,3 1 0 0,-1 6 2 0,1 1 3 0,-1 3 0 16,1 4-7-16,-2-1 11 0,2 3-11 0,-3-1 9 0,0 3-1 15,0 2-2-15,2 6-6 0,-1 3 8 0,2 2-3 16,-1 0 13-16,0 0-1 0,0 2-8 0,0 3-13 0,-3-3 19 0,0 0-15 16,1 0 23-16,1-2-5 0,2 2-10 0,1 4-12 0,1 5 11 0,0-2-8 15,2 4 18-15,0-4 1 0,8 1-11 0,-2 3-6 0,2-2 18 16,1 0-16-16,-6 5 14 0,3-3 0 0,1 1-7 0,-1 4 7 0,2-2 3 15,0-3 0-15,1 0 12 0,-1-2-3 0,1 1-3 16,1 5-16-16,1 3 19 0,0-1-16 0,-2-1 22 0,0-5-3 16,-2 0-13-16,0 2-12 0,-1 2 14 0,-2 3-11 0,1 3 19 15,0-1-2-15,0-1-13 0,-1 2-7 0,3 1 19 0,0 0-16 0,2 5 25 16,1 0-3-16,2-2-8 0,4 4-18 0,1-5 6 0,1-1-5 16,2 0 21-16,0 0-5 0,-4 1-5 0,8 68-7 0,-20-136-1 15,36 128-3-15,-13-70 0 0,0 3 0 0,-2 3-9 16,-2 3 4-16,-2-3-5 0,-1-1 13 0,1-5 9 0,-3-2-10 0,-1 7 0 15,-1 3 5-15,-2 0-7 0,-1 3 7 0,-2-5-1 0,-2-2 0 16,0 3-6-16,-4 4 0 0,1 4 0 0,-3 4 9 0,1-4-2 0,-2-3-1 16,2-2-26-16,1-3 23 0,0 1-19 0,2-1 27 0,1 0-2 15,1-3-11-15,1-1-17 0,3-7 17 0,1-3-14 0,2-2 22 0,1-4-2 16,0 2-8-16,2 5-9 0,0-1 11 0,-1 0-9 16,2-5 20-16,-1-3-7 0,1-2-4 0,2-2-11 0,0-1 9 15,0-1-3-15,0-1 16 0,-1 1-4 0,2-1-8 0,1 6-11 0,-1-1 16 16,0-3-11-16,1 0 20 0,0-8-6 0,0-4-9 0,1-1 0 15,2-3 2-15,0-4 2 0,1 1 9 0,-1-4-2 0,-6-1-7 16,0-2-17-16,1-1 17 0,3-3-14 0,7 1 23 0,-2-3-4 16,0 0-7-16,-1 0-9 0,1-3 12 0,-2 1-6 0,-1 1 18 0,1-2 2 15,0 1-12-15,2-1-14 0,2 1 22 0,-2-4-20 0,0 2 21 16,1-1 2-16,-1-1-8 0,4-1-7 0,-1-1 6 0,3 0-5 16,-1-1 12-16,-1-3-1 0,-6-2-3 0,1-2-1 0,2-3 1 15,0-2-1-15,7-3-2 0,-2 0-2 0,-1-2 0 0,0-3-4 0,-1-2 2 16,0-4 0-16,3-2 16 0,-1-2-2 0,3-5-4 0,-1-1-14 15,1-7 9-15,0-5-9 0,1-2 10 0,-3 3 4 0,-3 1-1 16,-9 0-19-16,0-1 13 0,-2 1-12 0,-1-3 18 0,4-6 1 0,-3-7-8 16,-2-5-3-16,-3 1 8 0,-4 2-8 0,0 2 5 0,-3 3-5 15,0-6-6-15,-1-11 5 0,-1-3-3 0,0 1 5 0,-1 2 5 16,1 9-3-16,0-2 0 0,0-11-3 0,0-3 2 0,0-3-2 16,0 4 0-16,0 6 1 0,0-1 0 0,0-13-12 0,0 0 12 15,-1 0-8-15,1 5 19 0,0 9 0 0,-1-2-11 0,0-11-6 0,-1 1 14 16,-2-1-12-16,1 6 12 0,1 9-8 0,-1-7-6 0,0-3-1 15,-4-4 7-15,2 1-1 0,-1 7 13 0,2 6-2 16,-1-3-7-16,-2-7-12 0,-3-1 9 0,1 5-9 0,0 4 12 0,1 8-2 16,2-6-4-16,-4-8-11 0,3-4 10 0,-1 1-5 0,-2 6 19 15,0 7-2-15,-9 0-8 0,-1-5-11 0,-1 1 10 0,0 3-8 16,1 3 17-16,0 12-9 0,-1 2-5 0,1-5-8 0,-1 1 6 0,2-1-4 16,0 1-14-16,3 4-4 0,0 6-15 0,3-3-35 0,3 5-10 15,1-3-11-15,3-1-96 0,4-2-55 0,1-1-42 0</inkml:trace>
  <inkml:trace contextRef="#ctx0" brushRef="#br0" timeOffset="53380.25">19760 9999 227 0,'-2'-4'0'0,"0"1"-20"16,1 2 32-16,0-1 22 0,1 0-9 0,0 0 2 0,1 0-4 0,-1-1-11 0,1 0-15 0,0 0 18 0,0 2-13 0,0-3 37 0,0 2-1 0,0 2-12 0,1 0 1 0,-2 0 19 0,0 0-16 0,0-1 13 0,0 1-6 0,0-3-8 0,-2 2 1 0,2 1-11 0,-1-2 9 0,1 1-4 0,0 1-3 0,0 0 2 16,0 0-29-16,0 0 15 0,0 0-17 0,0 0 18 0,0 0-8 0,0 0-4 0,0 0-11 0,-2 3 6 0,1-2-1 0,1 2 20 0,0 0-1 15,0 0-4-15,-1-1-5 0,0-2 5 0,0 4-5 0,1 0 9 0,-2 0 0 16,2 2 2-16,-1 0-13 0,1-1 18 0,0 1-14 0,0-2 27 16,1 2-3-16,2-1-13 0,-1 1-17 0,0 0 22 0,0-1-20 15,1 1 26-15,0-2-8 0,-1 1-10 0,3-3-13 0,-2 2 7 16,2-3-4-16,-2 0 14 0,-1 0 5 0,1-1-8 0,0 0-13 15,-1 0 28-15,0 0-24 0,0-1 35 0,0 1-7 0,-1-1-12 16,0 0-16-16,0-1 20 0,0 0-14 0,0 0 31 0,0 0-6 0,1-1-17 16,-1-1-15-16,-1 3 19 0,0-3-18 0,0 0 17 0,0 1-3 15,0-1-8-15,0 0-9 0,-1-1 3 0,-1 1-3 0,0-2 11 16,0 2 2-16,0-1-4 0,-2 1-13 0,1-1 16 0,0 2-15 16,-1-2 14-16,0 2-4 0,-2 1-5 0,1-2-17 0,-2 3 18 0,1-1-12 15,1 0 21-15,0 1-5 0,3-1-16 0,0 2-70 16,0 0 6-16,2 0-29 0,3 0-42 0,-1 3 3 0,4-2-8 0,3-1-36 15,0 0 101-15</inkml:trace>
  <inkml:trace contextRef="#ctx0" brushRef="#br0" timeOffset="53837.47">19886 9967 669 0,'-4'-3'42'0,"-1"1"35"0,2 0-46 0,0 1-5 16,2 1-6-16,0 0-3 0,1 0 7 0,-1 0-5 0,1 0 14 0,0 0-12 0,0 0-7 0,0 3-16 0,1-2 9 0,0 2-4 0,0 0 30 0,2-1 0 0,-1-1-6 0,0 1-12 0,2 0 15 0,1 4-16 0,2 1 13 0,1-1-6 0,2 0-4 0,1 3-4 0,2-2 0 0,0 0 1 0,4 1 6 0,2 1-5 15,2-1-3-15,2-1-23 0,0 1 14 0,1-1-13 0,-2-1 22 0,-1 2-5 0,-8-1-9 0,-2 0-9 0,-1-1-1 0,-1 0-1 0,4 1-3 0,-1-2-6 0,0 1-6 16,0-2-43-16,-1 1 10 0,-1-1-21 0,-2-1-39 0,-1 1-19 16,-1-4-28-16,1 2-33 0,2-2 103 0</inkml:trace>
  <inkml:trace contextRef="#ctx0" brushRef="#br0" timeOffset="54111.11">20358 9958 1125 0,'-26'-3'-22'0,"14"5"50"0,0 1-6 16,2 4-2-16,1 0 1 0,0 0 7 0,1 2-1 0,-1 1 18 15,3 2-8-15,-1 2-9 0,0-2-18 0,0 4 7 0,1-3-9 16,-1 1 8-16,-1-1-6 0,1-1-5 0,1 2-12 0,-1-2 13 0,1 1-8 16,0 0 19-16,0 1-4 0,1-2-13 0,1 4-3 15,-1-1 4-15,2 1-4 0,-1 1 0 0,0 1-6 0,2-1-3 0,0-2-3 16,-1 1-8-16,0-1 6 0,1-1-24 0,0 2-3 0,-1-2-9 16,1-2-43-16,2 1 6 0,0-1-16 0,0-3-17 0,2-3 1 15,2-1-8-15,0-3-11 0,4-2-5 0,2-4-1 0</inkml:trace>
  <inkml:trace contextRef="#ctx0" brushRef="#br0" timeOffset="54427.71">20708 9982 1113 0,'-23'10'-48'0,"6"-4"41"16,5 1 18-16,3 2-6 0,0-2 20 0,7-1-2 0,1-1-6 0,1 1-19 16,0 0 18-16,2-3-16 0,1 3 23 0,-1-3-6 0,2 0-9 15,0 0-12-15,0-1 9 0,1-1-5 0,-2-1 30 0,3 0-6 16,-1-2-4-16,2-2-15 0,1 0 11 0,1-4-11 0,0 1 9 0,0-2-2 16,-1 0-6-16,0-1-20 0,-2 1 18 0,0 0-16 0,0 1 28 15,-3 0 0-15,1 1-10 0,-1 2-14 0,-2 1 19 0,0-1-17 16,-1 2 23-16,-1-3-4 0,-2-2-8 0,1 3-8 0,-1 0 2 0,0 1-2 15,-2 0 9-15,2 3 1 0,-2-1-6 0,0 2-33 0,-1 0 8 16,0 3-20-16,1 0-40 0,0-1-29 16,3 1-28-16,1 1-97 0,2-2-15 0,5 1-14 0</inkml:trace>
  <inkml:trace contextRef="#ctx0" brushRef="#br0" timeOffset="54655.4">21056 9704 1024 0,'0'-1'190'0,"-11"-1"-182"0,-1 2 12 0,0 0-38 16,5 2 18-16,1 3-11 0,1 2 26 0,3-1-2 0,0 0-13 16,2 5-3-16,1-4 11 0,0 2-9 0,3-1 10 0,-1 1-4 15,0 1-5-15,1 0-9 0,1 2 7 0,-1 1-4 0,1 0 13 16,-1-5-6-16,0 3-6 0,1-1-31 0,-1-1 8 15,-1 0-14-15,2 0-19 16,-1 0-11-16,0 0-20 0,0 1-38 0,0-1 3 0,-2-1-7 0,-1 2 4 0,-1-2 1 0,0 1-7 0</inkml:trace>
  <inkml:trace contextRef="#ctx0" brushRef="#br0" timeOffset="55037.88">20982 9914 468 0,'-1'-4'50'0,"0"3"-12"0,1 0 35 16,0 1-28-16,1-1-26 0,2 1-28 0,1-2 15 0,1 0-8 15,3 1 30-15,2-2-2 0,3-1-12 0,1-1-18 0,4-1 17 16,1-1-17-16,2 1 12 0,-2-1-2 0,-5-2-6 0,1 2-11 16,-1-2 13-1,3 0-7-15,6 1 18 0,-2 0 1 16,0 2-13-16,0-2-18 0,-2 2 24 0,-1 1-23 0,-3 0 29 0,0 1-2 0,-3 0-8 0,1 1 0 0,-3 2-1 0,-1-1 4 0,-1 0 14 15,-3 2 4-15,-1 0 1 0,-2 0-14 0,-1 0 34 0,0 2-26 16,-1-1 49-16,0 1-7 0,-1 0-11 0,-2 2-19 0,0-1 9 0,-1 3-10 0,-2-1 6 16,1 1-6-16,-1 0-13 0,0 1-17 0,1 1 15 0,1-3-15 15,2 0 14-15,2-1-8 0,0-2-7 0,0-1 4 0,2 2-3 16,2 0 8-16,1-2 7 0,2 1-4 0,2-2-2 0,-1 2-6 0,2-2 7 16,0 0-6-16,1 0 4 0,2-2-3 0,-1 2-6 0,2 0-7 15,-1 2 9-15,2-1-5 0,-1 3 13 0,0-2 2 0,-1 1-5 16,0 2-12-16,0-2 12 0,-1 2-12 0,1-1 6 0,-3 1 0 15,-1 0-3-15,-1 0-4 0,0-1 5 0,-1-2-3 0,1 2-4 16,-5-2-32-16,-1-2-24 0,1 0-149 0,1 0-59 0,6-3-24 16</inkml:trace>
  <inkml:trace contextRef="#ctx0" brushRef="#br0" timeOffset="55218.42">21733 9721 1219 0,'-21'1'18'0,"-4"2"-20"0,3 2 9 0,4 3-2 0,3 1 15 15,5 0 1-15,8 0-4 0,2-1-15 0,1-1 21 0,4-2-19 16,-3 1 17-16,-3 1-7 0,1-1-11 0,2 1-19 0,2-1 7 0,10-2-13 16,3 2-61-16,3-3-70 0,2 2-63 0</inkml:trace>
  <inkml:trace contextRef="#ctx0" brushRef="#br0" timeOffset="56821.2">19316 13181 527 0,'-22'-8'57'0,"4"1"166"0,-1 2-220 0,5 2 14 0,1 3-12 0,0 0 18 0,3 0-3 0,1 0-7 0,1 3-3 0,1 0 5 0,0-1-2 0,2 3 6 0,0 0-4 0,2 0-9 0,0 4-7 0,0 0 9 0,2 0-9 0,0 2 14 0,1-2 1 0,0 0 0 0,1 2-7 0,0 1 8 0,3 0-6 0,0-1 15 0,2 0-2 0,3 1-6 0,2-1 3 0,4-1 14 0,3-1-10 16,2 2 10-16,0-6-5 0,1-1-7 0,3-2-7 0,1-2 5 15,3-2-1-15,2-6 22 0,3-2-7 0,3-2-4 0,5-4-25 16,4-2 21-16,1 0-19 0,-4-3 26 0,-3 1-4 0,-2-5-8 0,2 1 5 15,4-3 4-15,-3-1-2 0,1 1-2 0,-3 2-3 0,1-1-9 16,4-4-1-16,2-2 5 0,0-2-5 0,-9-1 6 0,-5 1-3 16,-2 0-5-16,-3 0-14 0,4 1 9 0,-4-2-7 0,-3-1 11 15,-3 0 1-15,-2 1-8 0,-2-4-8 0,-4 2 18 0,-3-3-16 0,-3-1 13 16,-3-3 2-16,-3 3-4 0,-2-2-11 0,-3 1 2 0,-3 2-5 16,-1-1 17-16,-2 4-3 0,-2 5 1 0,-3 0-7 0,-4 2 2 15,-3 1-2-15,-6-1 4 0,-2-2-3 0,-6 0-1 0,-5 1-20 16,-4 7 9-16,-6 2-8 0,0 5 24 0,-2 6 0 0,0-1-8 0,-6 4-7 15,-4 7 12-15,-3 1-9 0,-9 3 10 0,1 6 0 0,2 6-6 0,-3 3-16 16,1 2 20-16,-2 7-14 0,-1 0 29 0,0 1 0 16,3 6-11-16,0 0-10 0,2 3 16 0,0 3-13 0,2 2 27 0,4 3-7 15,1 5-11-15,3 6 0 0,3 3 9 0,7 3-4 16,6 0 7-16,6 0 5 0,2-2-7 0,6 2-12 0,4 2 27 0,8 0-22 16,7-3 21-16,8-3-11 0,5-5-21 0,3-5 15 0,6-6 5 15,3-7 3-15,4-3 11 0,6-6-7 0,2-4-5 0,6 0-21 16,4-5 18-16,1-5-14 0,9 1 26 0,3-4-7 0,9-2-13 15,14-4-17-15,-1-3 13 0,6-2-9 0,0-2 22 0,-3-2-7 0,7-2-9 16,7-1-6-16,2 0 2 0,0-1-1 0,-5 0 8 0,-9-1-4 16,0 0-3-16,8-1-21 0,0-1 7 0,-6 2-10 0,-4 1-9 15,-13-1-10-15,-5 4-16 0,-3-1-60 0,-3 2-1 0,-2 2-21 16,-1 0-92-16,-2 3-64 0,-4-1-56 0</inkml:trace>
  <inkml:trace contextRef="#ctx0" brushRef="#br0" timeOffset="59313.44">19600 11341 533 0,'-2'-6'70'0,"-2"1"155"15,3 1-228-15,1 1 9 0,0 0-11 0,1 0 19 0,1 3-3 0,1-2-7 0,0-1-8 0,-1 1 26 0,0-1-17 0,1-1 49 0,-2 1-14 0,1-4-12 0,0 1-12 0,2-1 11 0,-3-2-5 0,1 0 26 0,-1 0-9 0,0-1-14 0,0-3-7 0,1 1 2 0,-1-1-5 0,-1-3-2 0,1 2-3 0,0 2 0 0,1-5-7 16,3 2-5-16,-5-3 4 0,0-2 1 0,0 0-2 16,0-2-1-16,3-3-17 0,3-4 21 0,-2 0-16 0,1 0 28 0,-2 2-7 15,0-2-11-15,1 0 2 0,-3-2-2 0,0-3 2 0,-1-1-4 0,0 3 6 16,0-1-2-16,0 0-6 0,-3-2 12 0,-2-1-14 0,1-5 9 15,-4 2-1-15,0-1 2 0,-3-2-2 0,3 3-3 0,-3 3 3 16,-4 0 3-16,-1 3 1 0,-8 2 0 0,-2 3-15 0,0 1 15 16,-1 4-14-16,0 2 20 0,1 1 3 0,-1 4-5 0,-1 2-9 15,-1 0 5-15,-2 3-6 0,-3 2 8 0,-2 2 2 0,-1 4-2 16,-5 2-6-16,3 2 6 0,-1 4-7 0,-3 4 2 0,1 3-1 0,0 2-3 16,-1 5-9-16,3 3 10 0,0 2-5 0,-1 3 17 0,0 2 1 15,1 5-9-15,-4 2-18 0,3 5 19 0,-1 2-17 0,2 4 25 16,3 0-6-16,-2 1-8 0,3 2 1 0,2 1-3 0,0 1 5 0,4 0 3 15,3-2 0-15,3 0-2 0,2 4-10 0,0-4 12 0,4 0-11 16,4-3-1-16,6-5-7 0,4-3-11 0,6-4-27 0,4 0 9 16,8-3-9-16,4 1 22 0,4-5-5 0,4 1-8 0,2 1-21 15,5 1-5-15,3 2-6 0,4 2-66 0,3 3-34 16,6 5-31-16</inkml:trace>
  <inkml:trace contextRef="#ctx0" brushRef="#br0" timeOffset="60161.92">19732 14026 256 0,'-85'-57'32'0,"42"26"458"0,6 4-218 0,0 2 7 0,-4 2-279 0,2 2 11 0,3 2-15 0,3 2 9 0,1-1-4 0,1 3-1 0,-1 0-11 0,-2 1 11 0,-3-1-5 0,1 5 12 0,5 0 4 0,1 1-11 0,-1 3-2 0,-2 0 11 0,-5 4-11 0,1 1 2 16,3 1 0-16,3 1-2 0,-3 5-1 0,3 2-2 0,0 2 1 0,1 3 5 0,0 2 0 0,-2 5 0 0,-2 4 0 0,0 3 2 0,3 4-2 0,1-1-1 0,-1 5 2 0,0 2 1 0,-2 4-12 0,1 4 10 15,3 3-8-15,0 1 20 0,3 5 2 0,1 5-6 0,3 9-10 16,-1 3 15-16,1 2-14 0,-3 1 15 0,3-2-5 0,0 4-6 0,0 11-5 15,0 4 8-15,2 3-4 0,5 4 20 0,6-7-3 16,3 5-9-16,3 9-11 0,-2 0 9 0,1 2-10 0,1-2 0 0,4 1-2 16,5-2-1-16,4 5-10 0,4-4-2 0,-3-1-1 0,5 3 0 15,3-5 6-15,4 0 0 0,9-4-1 0,0 1 10 0,2-4-7 16,0-2 10-16,2-7-1 0,1-12-2 0,5-4-9 0,3 0 6 16,4-1-2-16,0-1 15 0,-5-7-4 0,-2-5-4 0,1-3-23 0,-2-7 23 15,3-5-18-15,-1-4 32 0,-1-6-4 0,-2-4-10 0,3-6-1 16,1 0 1-16,-2-8 1 0,1-7 20 0,-8-6 4 0,1-4 4 15,-3-6-11-15,1-7 28 0,3-3-22 0,-3-4 35 0,-1-5-12 16,1-3-15-16,4-6-17 0,2-2 4 0,1-7-5 0,2-6 4 0,-3-7-2 16,-4-1-5-16,0-5-13 0,-1 1 19 0,-1 2-15 0,4-2 31 15,-5-1-11-15,-1-10-12 0,0-5 0 0,-1-1-5 0,0 2 6 16,1 6-6-16,-1-1 2 0,3-5-2 0,1-5-7 0,-4 1 9 16,-7 4-7-16,-3 6 4 0,-4 4 0 0,-1-3-4 0,5-9-14 0,-4 1 11 15,-5 3-7-15,-1 6 17 0,-5 10-3 0,-3-4-6 0,-3-5-11 16,-2-4 6-16,-8-2-7 0,-4 3 0 0,-1 8-2 0,-4 0-4 0,-24-73-27 15,43 141-10-15,-45-153 66 0,19 83-49 16,-3 6-4-16,-8-1-45 0,2 0-19 0,-1-2-7 0,4-2-150 0,1 2-56 16,2 2-65-16</inkml:trace>
  <inkml:trace contextRef="#ctx0" brushRef="#br0" timeOffset="63340.79">24723 9899 164 0,'-3'-6'-25'0,"1"-2"-68"0,-1 3 81 0,-1 0 45 0,2 0-19 0,-2-1 30 0,-1 3-1 0,0-3-9 0,-2 3-10 0,2-3 18 0,0 4-15 15,0-2 29-15,1 0-10 0,0 0-4 0,1 1-7 0,-2-3-3 0,2 3 4 0,0-1 3 0,-1 0-6 0,1 1-6 0,0-1-12 0,-1 1 10 0,1 1-10 0,1 0 3 0,-1-1-6 0,1 2-4 0,0 0-12 0,-1-1 4 0,0 2-2 0,1-1 16 16,0 0-4-16,-2 1-8 0,2-1-21 0,-2 1 22 0,0-2-17 0,5 1 31 15,1 0-6-15,-1 1-13 0,-1-2-7 0,-6 2 8 0,-1 0-3 16,-1 2 15-16,-1-1 4 0,-1 2-7 0,-1 0-12 0,-2 1 23 16,1 3-20-16,2 0 31 0,0 1-5 0,2 1-8 0,-1 0-8 15,2 0 5-15,0 1-4 0,1 0 3 0,3 1 2 0,1-2-8 16,-1 2-12-16,1-1 17 0,1 2-16 0,1-2 11 0,0 0-3 0,0-1-8 16,0-1-5-16,0 0 10 0,1-2-4 0,1-1 15 0,2-4 4 15,-2-1-8-15,2 0-12 0,2 0 22 0,0 2-19 0,2-2 25 16,-1 0-6-16,0 0-7 0,1 0-7 0,1-2-3 0,0 1 4 15,0 1 6-15,1-2 0 0,-1 0-4 0,0-1-13 0,-1-3 21 0,-1 1-17 16,-1-2 23-16,-1 0-4 0,-2 0-11 0,1-1 3 0,-1 0-3 16,-2 0 4-16,1 1 0 0,-2 0-4 0,1 1-1 0,-1 0-13 15,0 0 11-15,2 4-8 0,-2 1 8 0,0-1-10 0,0 2-12 16,1 0-42-16,0 0-11 0,1 2-4 0,-4-2-62 0,0 1-12 16,0 1-22-16</inkml:trace>
  <inkml:trace contextRef="#ctx0" brushRef="#br0" timeOffset="63738.07">24829 9587 995 0,'-8'-7'44'0,"2"1"-58"0,1 4 56 0,3 0-16 0,2 2-16 0,0 1-22 0,0 0 12 0,1 2-7 0,2 2 28 0,1 0-1 15,0 0-11-15,2 4-13 0,-2 2 15 0,2-2-14 0,-2 2 13 0,0 1-4 0,-2 0-6 0,0 3 1 0,-2 0-3 0,0 2 5 0,0 0 3 0,-1 3 3 0,0-2-5 0,-1 2-6 0,1 2 13 0,0 0-12 0,1-2 7 0,-2-2-3 0,2 1-4 0,0-2-9 0,0 1 9 16,0 1-4-16,0-1 16 0,2-3-2 0,-1-2-8 0,0 0-17 0,1-2 22 0,0 5-18 0,1-3 20 0,-1-2-4 0,0 1-11 0,0-3-19 0,2-3 3 0,-2 2-6 16,0-5 4-16,0 1 1 0,1-1-6 0,-2 1-16 0,0 0 3 15,0-2-13-15,1 2-37 0,-1-1-12 0,2 0-11 0,-1 1-67 16,-1-1 98-16</inkml:trace>
  <inkml:trace contextRef="#ctx0" brushRef="#br0" timeOffset="64169.71">25020 9716 538 0,'2'-5'92'15,"-5"0"-88"-15,-1 0-4 0,0 2 28 0,2 2 2 0,1 1 5 16,0 0 9-16,0 0-6 0,-1 0-5 0,1 1-28 0,1 0 36 16,-1 1-30-16,0 0 43 0,0 2-6 0,-1 0-15 0,1 1-5 0,-2 0 0 15,2 1-1-15,0 3-2 0,0 0-4 0,1 2-7 0,0 0 1 16,2 4-1-16,0 1-2 0,2 2-8 0,-1-2-2 0,1 2 2 16,0 0-8-16,1 0 1 0,0 1-1 0,1 2 8 0,1-1 0 15,-1 0-4-15,1-3-17 0,0 1 10 16,-2-1-13-16,2 1 0 0,-2-1-7 0,-2-2-10 0,0 0-11 0,0-3-7 15,-2-1 4-15,1-2-13 0,-1-1 1 0,-1-2-3 0,0 1-23 0,0-3 19 16,0-2-17-16,0-1 24 0,0-1-3 16,0 2-4-16,0-2-4 0,0 0 34 0</inkml:trace>
  <inkml:trace contextRef="#ctx0" brushRef="#br0" timeOffset="64484.96">25125 9878 540 0,'-18'-2'8'0,"5"1"-25"0,2 1 31 0,2 2-27 15,0 2 31-15,-4 0-3 0,3 1-10 0,-1 0-5 16,5 0 11-16,1-1-5 0,3 1 23 0,1 0-9 0,1 0-15 0,0 4-5 16,0-2 11-16,1 2-8 0,0 0 7 0,2 0-1 0,1 0-5 0,0-3-10 15,3 0 6-15,-1 1-4 0,0-3 24 0,1 3-4 0,0 0-4 16,1-3-11-16,0 1 24 0,1-1-17 0,-2-2 33 15,2 1-3-15,-4-2-10 0,-1 0 3 0,2-1 2 0,0 0-1 0,7-1 1 0,2-2-4 16,0 1-5-16,1 1-24 0,0-2 21 0,1-1-21 0,-3 2 19 16,0-1-5-16,-1 0-12 0,0 0-4 0,-2 1 3 0,-1 1-1 15,1 0 10-15,-2 1-3 0,0 1-7 0,-2 0-5 16,0 2 5-16,-3 1-6 0,1 0 2 0,-1 1-8 0,-1-1-3 0,2 1-25 16,-1-1 2-16,2 2-3 0,-1 0-8 0,-1-1-4 0,2 3-16 0,-1-3-28 15,2 2-9-15,1-2-7 0,1-1-57 0,0 1 96 0,-1 0-4 0</inkml:trace>
  <inkml:trace contextRef="#ctx0" brushRef="#br0" timeOffset="64989.16">25687 9776 801 0,'-22'-20'-18'0,"12"12"34"16,3 3 0-16,0 0-6 0,0 3-7 0,3 1 13 0,-2 0-12 0,2 0 15 0,0 1-7 0,0 0-2 0,-1 0 7 0,0 0-15 0,0 1 14 0,0 1-9 0,4 0 3 0,1 0 5 0,-4 2-21 0,3-1 20 0,-7 0-19 0,2 3 20 0,0-4-3 0,0 3-10 0,3-1-9 16,0 1 1-16,0 0-1 0,2 0 10 0,1 3 4 0,2-1-3 0,3 1-26 0,-2 0 28 0,3 1-26 0,-2 0 31 0,3-1-4 0,0-1-12 0,0 2-4 0,0-2 8 0,-4-1-4 0,-2 1 18 0,1 0-2 15,-1-2-7-15,7 2-6 0,0-1 2 0,-1-2-3 0,-1 1 6 16,2-1 1-16,-2 0 2 0,1-2-15 0,-3 1 13 0,-1 1-7 15,2-2 31-15,-2 0-3 0,0 0-9 0,0 1-11 0,-2-1 14 16,0 1-15-16,0-1 10 0,-1 1-2 0,0 0-5 0,-1-1-3 0,-1 3 10 16,-1 0-6-16,-3 1 8 0,-1 0 0 0,-1-4-12 0,-1 2-17 15,-1 0 27-15,-1 0-24 0,0 2 22 0,-2 1-2 0,7-1-12 16,-2 1-14-16,-2-4 9 0,0 3-7 0,-7-3 17 0,1 3-7 16,2-4-8-16,0 2-20 0,2-2 6 0,0 2-10 0,2 0-14 15,2 0-13-15,2 0-12 0,0 0-66 0,1 0-11 0,1-1-7 0,1 1 69 16</inkml:trace>
  <inkml:trace contextRef="#ctx0" brushRef="#br0" timeOffset="65470.03">25884 9855 839 0,'-5'-2'3'0,"2"-3"5"0,-1 3 1 16,3 2-15-16,0 4 12 0,0 1-14 0,1 2 13 0,0 2-1 16,1 1-1-16,1 2 1 0,1 0 3 0,0 2 2 15,2 2 12-15,-1-1-3 0,2 1-6 0,-1-6-15 0,2 1 14 0,1-2-12 16,0 0 14-16,2 1-6 0,1-1-8 0,3-1-14 0,0-2 15 15,1-2-10-15,2 0 29 0,-1-3-4 0,0-1-9 0,1 0-6 16,0-2 6-16,-4-2-6 0,0 0 4 0,-8-2-2 0,-1 1 1 16,-2 0-16-16,1-3 13 0,3 3-7 0,0-2 31 0,-3 1 5 15,-1 1-7-15,-1-2 5 0,0 1 24 0,1 2-17 0,-1 0 23 0,-1 3-6 16,1 0-14-16,0 0-14 0,-1-5 15 0,2 3-14 0,-1 1 9 16,1 0-4-16,1-1-13 0,-1 2-27 0,2 0 22 0,1 1-21 0,-1 0 23 15,3-2 0 1,-1 2-11-16,1 0 0 0,0 0 1 0,-1 0-2 0,-1 0-1 0,-2 0 3 15,-1 0 1-15,1 0-9 0,0 0 18 0,-2-1-15 0,1-2 17 0,-1 2-1 0,1-1-6 16,0-1-5-16,0-1 3 0,0 0-1 0,0 1 13 0,1-3-8 0,0 1-7 16,0-1-4-16,2 0 1 0,-2-3-1 0,2 2 3 0,-2-1-2 15,0 2-3-15,0-2-8 0,0-1 8 0,-1 3-6 0,2 0-2 0,-2 0-7 16,0 3-15-16,-1-1-58 0,0 3-2 0,1 1-19 0,-1 0-66 16,0 1 1-16,0 3-20 0,1 1 3 0,-1 1 101 0</inkml:trace>
  <inkml:trace contextRef="#ctx0" brushRef="#br0" timeOffset="66174.86">26377 9893 962 0,'-7'-8'2'0,"1"-1"0"0,2 1-2 0,0 4 1 0,2 1-11 16,2 1 6-16,0 2-2 0,0 0 17 0,1 0-1 0,2 0-8 15,1 2-12-15,1 0 12 0,0-1-11 0,1 2 16 0,-2 1-5 0,1 0-2 16,-2-1 0-16,1 3-4 0,-2-1 5 0,-1-1 9 0,0 1-3 15,0-1-1-15,1-1-14 0,0 1 14 0,-1-1-12 0,0-1 14 16,0 0-4-16,0 0-4 0,0-1-8 0,1-1 5 0,-1 2-1 0,2-1 19 16,-1 0-1-16,0-1-8 0,0 2-24 0,2-2 25 15,-2-2-22-15,3 1 32 0,-1 0-2 0,1-1-11 0,0-1-8 0,2-3 23 16,0 1-15-16,3 0 43 0,-1-2-6 0,1 0-13 0,0 1-6 16,1 1 7-16,0 0-8 0,3 1-1 0,-3 1 0 0,1 2-3 15,0 1-11-15,-3 0-1 0,0 2-2 0,-1 0-1 0,-6 2 1 0,0 1 1 16,0-2-6-16,2 3 4 0,2 0-5 0,3-1 2 15,-2 2 1-15,0-4-2 0,1 2-1 0,-2-1 3 0,1-1-1 0,-1-1 6 16,-1-2 5-16,0 0-6 0,-2 0-7 0,1 0 14 0,-1 0-13 16,-1-1 25-16,0 0-2 0,1-3 0 0,-2 1-4 0,0-2 9 15,0 0-6-15,0-2 8 0,-1 0-3 0,1 2-15 0,-1-1-10 16,1-2 14-16,1 3-13 0,-1 0 13 0,1 1-9 0,-1-1-5 0,1 3-8 16,-1 0 10-16,1 1-2 0,0 1 10 0,-1 0 3 0,2 2-11 0,0 1-14 15,1 2 18-15,1 1-15 0,0 1 26 0,1 2-6 0,-3 0-9 16,2 0 0-16,-2 2-1 0,-1 2 2 0,0 0 1 0,0 1-1 15,-1 0-1-15,0-3-12 0,-1 2 11 0,0-3-8 0,0 2 17 16,-1 2-6-16,-2 0-6 0,0 1-10 0,-1-3 12 0,-2 1-5 16,-1-3 13-16,-1 0 2 0,2-2-12 0,-2-2-7 0,0-1 15 0,-1 1-13 15,0-4 15-15,-1-1-3 0,1-1-4 0,1 0-9 0,1 0 8 16,2 0-5-16,1-1 21 0,2-1-1 0,0-2-5 0,1 1-33 16,0-2 23-16,1 0-26 0,3-3 17 0,1 1-5 0,3-2-11 0,2 0-15 15,2-2-2-15,2 0 0 0,-2-2-2 0,0 0 5 16,-1 0-3-16,3 1-17 0,-2 1 15 0,0 1-16 0,-1 3 19 0,0-1 0 15,-1 1-2-15,0 1-1 0,-1-4 7 0,0 1-1 0,0 1 24 16,-1 0 2-16,-1 0-4 0,1 0-6 0,0 0 25 0,-2-1-19 16,0 0 34-16,-1 0-4 0,0 2-8 0,-1-4 5 0,-1 2 15 15,0 0-3-15,-2 0 48 0,0 3-2 0,0-2-7 0,-3 5-3 16,1-1 19-16,0 2-16 0,-2 1 4 0,0 0-11 0,-1 1-16 0,0 2-7 16,-1 1-6-16,1 2 4 0,-2 0-6 0,0 2-3 0,0 2-5 15,2 0-18-15,0-2 12 0,2 1-13 0,0 0 11 0,0-2-4 16,2 0-4-16,0 0-1 0,1-1-9 0,1 1 8 0,0-1 1 0,2 0 1 15,-1-1 5-15,0 0-25 0,1-1 24 0,1 0-21 0,0 0 28 16,1-1-7-16,-1 1-13 0,2 1-12 0,-1-2 1 0,2 0-2 16,0 0-7-16,1 1-25 0,2-1-20 0,2 2-223 0,3-2 195 15</inkml:trace>
  <inkml:trace contextRef="#ctx0" brushRef="#br0" timeOffset="67585.33">24421 14204 457 0,'-24'-10'48'0,"0"0"122"0,2 1-158 0,1 3 1 0,0-1-7 0,2 2 2 0,1 0 6 0,-1 2 2 0,0 0-10 0,-3 0 22 0,-3 0-19 0,0 3 26 15,1-1-11-15,1 0-11 0,4-2-3 0,-2 2 4 0,-3 0 1 0,-2-1 16 0,-4 2-4 0,2-2-5 0,0 1-3 0,2 1 9 0,0 0-7 0,0 1 8 0,0 1-7 0,2 1-6 0,-2 2-18 0,1 3 7 0,-3 1-5 16,-2 1 12-16,1 2 1 0,-2 3-12 0,8 4-4 0,-2 4 9 0,-1 4-8 0,-1 5 6 0,-3 1-1 0,3 1-3 0,3 5-10 15,1 1 12-15,0 0-6 0,3 3 22 0,2-2-2 0,5 1-10 0,3 2-8 0,3 2 9 16,3 0-9-16,4 3 9 0,4-4-3 0,1-1-1 0,3 2 3 16,4-3 1-16,2-1 4 0,5-2 9 0,1-3-4 0,3-4-9 15,3 2-19-15,2-7 20 0,4-3-16 0,3 0 27 0,-3-4-5 16,-3-1-11-16,1 0-2 0,0-3 4 0,1-6-1 0,2-4 9 0,-1-6 5 16,-1-1-2-16,3-3 0 0,3 0 28 0,4-8-17 0,5-3 36 15,2-5-7-15,4-7-13 0,0-2-31 0,0-2 16 0,-2-2-17 16,0-3 22-16,-1 0-9 0,0 2-12 0,5-4-13 0,1 0 3 15,0-4-3-15,-6-3 7 0,-5 3-6 0,-6-2-5 0,-2-1-7 0,0 3 9 16,-7 2-3-16,-5-1 19 0,-6 5-4 0,-4 1-8 0,-2 1-23 16,-3-2 14-16,-4 0-14 0,-4 0 18 0,-2-1-6 0,-4-3-8 15,-2 4-19-15,-5-1-1 0,-1 1-2 0,-4 3-24 16,-2 3-13-16,-3 2-19 0,-8 1-76 0,-4 2-35 0,-4 1-12 16,-1 4 28-16</inkml:trace>
  <inkml:trace contextRef="#ctx0" brushRef="#br0" timeOffset="68836.72">24443 13155 939 0,'-1'-22'249'0,"0"-2"-159"0,2 2-90 0,3 0-18 0,2 0-8 0,1-1 14 0,1-1-6 0,2-7 6 0,1-1 22 0,0-2-18 0,1-1 19 0,1 3-3 0,-1-3-5 0,2-2-3 0,0-2 0 15,-1-2 2-15,-2 1 5 0,-1-2-1 0,-1-3-5 0,-2-8-16 0,-1-4 20 0,3-5-17 0,1-2 22 0,10 3-3 0,1-2-8 0,5-5-5 0,0-6-1 0,-3-5 2 0,0-5-8 0,-3 3-9 16,0 5-15-16,1-1-3 0,1-5-3 0,-3-2 1 0,-3-1-19 0,-4 5 0 0,-3 5-2 0,-4 2-28 0,-2-2 7 0,-4-2-8 0,-5-1 27 0,-3 4 8 0,-4 5 2 0,-4 2 15 0,-2 2 20 15,-2-1-10-15,-1 0 43 0,-1 0-5 0,-1 2-7 0,-7 3-14 0,-1 5 21 0,-4 4-10 0,-1 4 50 0,4 4-2 16,-4 0-10-16,-4-4-31 0,-3 1 30 0,-2 3-28 0,1 3 38 0,2 8-14 16,1 4-15-16,-8 0-10 0,0 5 7 0,-3 4-1 0,2 3 27 0,2 4-5 15,0 5-8-15,-3 3-8 0,0 4 21 0,4 2-17 0,1 4 6 0,0 6 1 16,-1 3-14-16,0 8 1 0,1 4 1 0,1 6-2 16,0 8 10-16,3 4 4 0,-2 3 0 0,6 8-18 0,2 1 26 0,3 3-26 15,5 3 23-15,3 2-5 0,5 5-12 0,1 12 0 0,3-3-4 16,1 1 3-16,5 0-3 0,5-6-2 0,4 3-4 0,2 10-2 15,2-2 8-15,-1-1-7 0,4 1-1 0,3-8-4 0,0 2-3 16,1 6-10-16,0-1-1 0,-3 0 13 0,1-2 10 0,1-8 2 0,11 86-24 16,0-3 1-16,-10-85 14 0,3-7-3 15,1-3-3-15,4 1-15 0,1-3 1 0,4 0-2 16,6-3-5-16,1-4-8 0,8-6-10 0,8 1-26 0,6-3-20 16,-1-3-1-16,7-3-115 0,-5-2 122 0,3-4-17 0</inkml:trace>
  <inkml:trace contextRef="#ctx0" brushRef="#br0" timeOffset="69535.09">24341 15823 558 0,'-34'-7'161'0,"-4"3"229"0,-5 4-300 0,-1 4-69 0,-3 3-8 15,1-2-9-15,1 2 3 0,2 5-7 0,-1 2 0 0,-1 5 12 0,3 2-10 0,2-1 15 0,3-1 1 0,0 1-3 0,-5-1-15 0,1 3 13 0,-1-1-12 16,5 4 13-16,3 3-3 0,2 3-9 0,1 10-4 0,0 8 9 0,2 8-8 0,4 9 7 0,4 6 0 0,3 2-2 0,4 4-4 0,4 7-1 0,3 5 0 0,2 2 8 0,2-4-4 0,0-2 1 16,4-4-22-16,5 2 19 0,1 1-14 0,3-7 28 0,2-6-6 0,4-14-12 0,4-8 3 0,5-9-8 0,2-5 9 0,3-8 11 0,4-5-5 0,4-6 1 0,-1-3-8 0,5-2 10 0,-2-6-6 0,0-1 16 0,3-7 1 0,-4-4-2 0,3-4 9 0,0-6 1 15,2-4 2-15,5-4 11 0,0-4-2 0,-2-5-2 0,6-7-24 0,-2-7 21 0,-3-7-22 0,4-6 15 0,-6-1-9 0,-3 0-12 0,2 5-8 0,1 1 4 0,0 0-3 0,-1-1 9 0,-5 1-3 0,-9-1-8 0,20-68-49 0,-54 121-55 0,46-105 135 16,-26 58-90-16,-6 4-2 0,-2-4-47 0,-4-3-43 0,-5-3 3 0,-7-6-225 0,-3 2 223 0,-3 1-32 0</inkml:trace>
  <inkml:trace contextRef="#ctx0" brushRef="#br0" timeOffset="99858.22">13691 10462 256 0,'-35'-2'43'0,"13"-2"598"0,-4-3-296 0,3 4 4 0,1 0-366 0,2-1 15 0,3 0-16 0,1 1 30 0,3-4-3 0,-1-2-7 0,1-2-11 0,0-3 15 0,2-4-10 0,1-2 20 0,0-1-1 0,0-1-13 0,0-2-1 0,-2-5 12 0,3 1-10 0,0-2 18 0,3 1-4 0,0-1-2 0,2 0-4 0,-1-4 3 0,3-1-1 0,0-1 7 15,2 3-4-15,0 0-6 0,2-1-10 0,1 2 9 0,2-4-8 0,0-1 6 0,3 4-2 16,0-1-4-16,3-2 2 0,1-1 1 0,0-3 0 0,0-2-1 16,1-1 3-16,-1-1-5 0,1-3-5 0,2 3 16 0,0-2-12 0,1-3 22 15,1 3-6-15,2-2-7 0,4-1-10 0,2-3 8 0,3-4-7 16,0 0 21-16,-6 1-8 0,1 3-4 0,6-1-19 0,2-2 10 15,9 1-8-15,0-4 21 0,2 2-4 0,2-3-6 0,9-2-7 16,7 0 6-16,1 1-5 0,0 1 4 0,1 4 3 0,-1-2-5 0,7-7-4 16,9 0 13-16,7-3-11 0,3 0 14 0,-4 6-3 0,3 1-7 0,2-2 0 15,10 1 2-15,5-2 1 0,3-2 8 0,-4 0-3 16,4 2-2-16,6 1-7 0,-1 5 0 0,1 3 0 0,0 2 7 16,-7 3-4-16,5-4-2 0,5 2 5 0,2 1 3 0,-1 2 1 15,6 0 4-15,-1 3-1 0,0 3-4 0,8 0-6 0,2 4 9 0,-1-1-7 16,3-1 12-16,-2 2-6 0,0-3-6 0,5 4-5 0,3 1 12 15,-1 2-7-15,-1 5 8 0,-3 1 2 0,1 1-13 0,3 0-1 16,2 2 12-16,2 2-9 0,1 4 12 0,-7 2-7 0,-1 2-7 0,4 4 2 16,-2 0 5-16,-1 2 0 0,2 2 1 0,-5 2 0 15,0 1-4-15,9 4-1 0,2 0 7 0,-1 2-4 0,2 3 9 0,-4 1-1 16,2 3-6-16,4 2-21 0,-1 3 21 0,0 2-19 0,-1 2 20 16,-9 3 1-16,0 0-11 0,7 5 0 0,-4 2 6 0,-2 2-6 15,-4 0 2-15,-7 2 0 0,-2 4-3 0,4 0-4 0,-2 5 0 0,-1-3 3 16,0 3 7-16,-8-1 0 0,1-2-1 0,2 7-17 0,-2 1 12 15,0 7-10-15,-5 1 20 0,-9 1-6 0,2 0-8 0,4 4 2 16,-4-4 4-16,-4 0-1 0,-4 1 1 0,-3-2 1 0,2 5-4 0,2 2-7 16,-3 1 9-16,-5-1-5 0,2-1 15 0,-2-5-2 15,0 2-6-15,3 3-7 0,-7 3 9 0,-2 3-7 0,2 1 15 0,-7-5-3 16,-2-1-5-16,-2-3-7 0,-11 1 11 0,-3-2-7 0,-3 3 18 16,-5-3-2-16,1 0-7 0,0 0-11 0,-8 0 15 0,-2-6-12 15,-7 1 26-15,-6-3-7 0,2 0-11 0,-5 3-11 0,-3 2 10 16,-6 0-8-16,-2 0 14 0,-5-7-3 0,-4-2-10 0,-3 0-16 0,-1-3 19 15,-2-1-15-15,-2 0 29 0,-1-3-7 0,0-2-11 0,1-3-1 16,-2 1-1-16,1-6 2 0,0-3 6 0,1-2-4 0,2-2-1 16,1-2-3-16,2 2 1 0,-1-4 0 0,1 0 5 0,1-5 0 15,-2 0-2-15,3-1-12 0,-2-1 10 0,-1-2-8 0,1-1 15 16,-1 0 0-16,0-1-7 0,0-1-9 0,-1 0-2 0,0 0-4 16,0 1-26-16,1-3-10 0,1 3-11 0,1-1-81 0,1 1-22 15,-3 0-21-15,2 5-271 0,-3-1 282 0,-8 0-65 0</inkml:trace>
  <inkml:trace contextRef="#ctx0" brushRef="#br0" timeOffset="108953.72">26822 10791 256 0,'-14'-2'26'0,"6"-2"360"0,4 0-169 0,-1 3 4 0,4-1-202 16,0 2 14-16,0 0-11 0,1 0 18 0,0 0-3 0,1 0-7 0,1 2-21 0,0-2 22 0,3 1-21 0,-1 2 36 0,2-2-6 0,1-1-2 0,0 1-5 0,2-1 6 0,3 0-3 0,0 0 4 0,2-1-1 0,1 1-12 0,2-3-11 15,3 2 26-15,6-2-21 0,6 2 29 0,2-1-8 0,5-1-10 0,-5 1-10 0,2 0 13 0,4 0-10 0,-1-1 9 0,6 2-7 0,-1 0-12 0,3 1-9 16,3 0 9-16,6 0-8 0,4 2 11 0,-3 1-4 0,-2 1-8 0,-1-1 4 16,-4 2 8-16,-2-1-3 0,1 0 13 0,-4-1-3 0,2 1-3 0,7-1-9 15,0 0 6-15,0 1-6 0,-6 0 4 0,-4-2-1 16,-2 1-4-16,-2 1-18 0,4 1 16 0,-3-1-14 0,1 3 20 15,2-2-3-15,2 2-10 0,3 0-6 0,2 2 5 0,-7 0-5 16,-3 2 6-16,-3-4-1 0,-2 2-2 0,1 1-2 0,-3-1 3 0,-3-1-1 16,0-1-5-16,-3-2-5 0,-2 0-10 0,2-1-21 0,0-3 7 0,-1 0-9 15,-3-1-7-15,-3 0-3 0,-4-2-11 0,-5-1-56 16,-3-2 0-16,-4 0-18 0,-2-2-57 0,-3 0-43 0,-3-1-38 0</inkml:trace>
  <inkml:trace contextRef="#ctx0" brushRef="#br0" timeOffset="109458.55">27271 10439 1361 0,'-11'-15'33'0,"1"2"-27"15,2 4 9-15,1 1-6 0,0 3 27 0,1 1-4 0,2 2-7 0,-1-2-11 16,2 1 5-16,0 1-8 0,-1-1-3 0,1 2-2 0,1 0-2 16,-3 0 12-16,-1 1 0 0,0-2 3 0,-2 2-7 0,-1 0-2 15,0 2-9-15,-2 1-14 0,-1 2 23 0,0 2-20 0,0 1 20 16,-1-1-2-16,5 3-10 0,-3 2-6 0,-2 1 3 0,-3 2-2 0,-9-2 10 15,1 1 1-15,-1 0 0 0,1 3-5 0,1 3 5 0,1-1-5 16,1 1 2-16,0-2 4 0,-1-3-2 0,0 2-12 0,1-2 11 16,-1-1-10-16,0 0 14 0,-1-1 4 0,-1 1-5 0,-3-1-11 15,2 2 27-15,1-2-21 0,6 0 40 0,10-2-8 16,1 0-11-16,1 0-16 0,4-2 17 0,-4-1-14 0,4-1 19 0,1 1 1 16,2 0-10-16,2 1-11 0,4 1 17 0,1 1-14 0,2 0 20 0,-4 0-4 15,2 1-10-15,4 1-10 0,3-2 12 0,8 2-11 0,1-2 9 16,-1 1 3-16,0-1-7 0,0-3-12 0,2-1 18 15,1 0-16-15,2 0 26 0,1 2-4 0,1-2-6 0,6 1-18 0,4 1 9 0,2-1-9 16,2-1 14-16,-9 0-4 0,1-2-2 0,-1 1-10 0,-2-2 1 16,3 0-3-16,-4 0 2 0,-4 1-2 0,-1 1-3 0,0 2-16 15,-3 0-7-15,1 2 0 0,-1 1-19 0,-2 0-17 0,1 1-6 16,2 0-78-16,1 1-36 0,-2 1-8 0,-1 2-246 0,-5 2 265 16,-4-2-46-16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33:30.8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11067 7511 192 0,'-4'-6'-10'0,"2"1"-46"0,1 2 62 0,0 1 52 0,0 0-25 0,1 0 58 0,0 1-21 0,0-2-20 0,0-1-16 0,0 2 5 0,0-1-1 0,0-1 11 0,0 2-5 0,1 2-10 0,-1-3-17 0,1 0 27 0,0 1-23 0,0 1 25 16,0-1-9-16,3 0-14 0,-1-2 6 0,1 1-7 0,3 1 7 0,0-2-12 0,2 1 3 0,0 0 0 0,2 0-25 16,1 0 25-16,4 1-23 0,0 1 35 0,0-2-7 0,-5 2-9 15,3 0-7-15,6-1 5 0,2 0-1 0,9-1 17 0,3 1-1 16,0-4-7-16,2 3-8 0,-1-3 5 0,-1 3-8 0,0-1-4 16,-3 0-1-16,0 1-3 0,-3 1 14 0,0-2-3 0,1 1 8 15,-2 1 1-15,-6-2-1 0,-3 1-1 0,3-2-19 0,1 2 20 0,5-1-19 16,0-1 16-16,-5 2-3 0,-1-2-7 0,-2 2-13 0,-1 1 8 15,0-1-7-15,-3 2 16 0,0 1-5 0,0 0-9 0,-1 0-11 16,1 1 13-16,0 0-12 0,0 1-5 0,1 0-11 0,0 0-13 0,-1-2-39 16,2 1-13-16,0 0 2 0,0-1-57 0,-1 0-31 0,-1-2-36 15</inkml:trace>
  <inkml:trace contextRef="#ctx0" brushRef="#br0" timeOffset="4231.85">13550 6660 256 0,'-5'-9'-7'0,"3"5"-74"0,2 0 47 0,-1 2 10 0,1 0 64 0,0 2-6 0,-2-1 9 0,2 0 6 0,0-2-6 0,0 2 0 0,0 0-28 0,0-1 16 0,0 2-18 0,0-1 11 0,0 0-6 0,2 0-7 0,-2 1-11 0,1-2 16 0,0 0-8 0,-1 1 25 0,1-1-6 0,1 1-18 0,-1 0-16 0,1-2 22 16,1 2-20-16,0 0 24 0,-1-1-3 0,2 0-6 0,0-1 4 16,0 1 7-16,0 0-4 0,1 1-14 0,-2 0 10 0,1-1-13 0,0 1-9 15,-1 0 25-15,1 0-23 0,-1-1 28 0,1 2-6 0,1 0-9 16,0-1-7-16,2 1 1 0,1 0-1 0,0-1 9 16,1 1 2-16,0-1-5 0,2-1-9 0,-4 1 13 0,0 0-13 0,2-1 8 15,1 2-1-15,7-1-3 0,3-1-1 0,0 0-3 0,2 1 3 16,-1 0 7-16,-2-1-2 0,2 1-3 0,0-1-1 0,3 0 4 15,1 0-4-15,1 2 2 0,-2 1 1 0,2-1-1 0,0 0-18 16,2-3 13-16,-1 1-11 0,2-2 30 0,-1 0-4 0,-1-1-9 0,-2 1-9 16,0 0 8-16,1 1-7 0,1-4 8 0,5 3-2 0,-2-1-2 15,-1 1-10-15,3 1 9 0,0-1-6 0,1 2 20 0,0-1-1 16,0 1-8-16,2 0-15 0,2 0 18 0,1 0-17 0,-5-1 20 0,1 2 0 16,-1-1-7-16,4 0-19 0,5 1 15 0,-2 0-13 15,0-1 25-15,-1 2 2 0,1 0-9 0,2 2-12 0,1-1 18 0,-2 0-17 16,-1 1 13-16,-5 0-4 0,3-1-6 0,1 3 2 0,-1-3-9 15,3 2 10-15,-4 0-4 0,-2-1-3 0,1 1-4 0,0 1-20 16,1-1 10-16,0 3-13 0,0-3-16 0,-1 1-12 0,-3 1-18 0,4-2-58 16,1 2 79-16</inkml:trace>
  <inkml:trace contextRef="#ctx0" brushRef="#br0" timeOffset="11684.3">10778 10976 345 0,'6'-5'52'0,"0"-1"66"0,3 0-101 0,4 0 10 0,1 4-21 0,4 0 48 0,0-2-11 0,2 1-20 0,3-4 12 0,-1 2 13 16,3-1 0-16,0 0 34 0,-1 2-7 0,1-1-11 0,0 1-19 0,0 0 21 0,0 1-20 0,3 0 18 0,-2-1-7 0,-3 2-12 0,-1-1-18 0,3 2-4 0,2-1-1 0,7 0 2 0,-2-2 0 0,2-2 4 0,-1-1-31 0,2 1 18 0,1-1-19 0,-1 4 19 16,-2 0-8-16,-2 2-12 0,-1 1-1 0,2-2-5 0,-1 2 5 0,-6-2-32 0,0-2-14 0,-3 3-18 0,5 0-93 0,3 1-8 0,0 0-36 0,-2 0 31 15</inkml:trace>
  <inkml:trace contextRef="#ctx0" brushRef="#br0" timeOffset="13056.54">11010 14851 313 0,'4'-3'37'0,"-1"1"26"0,2 1-31 0,0-2 25 0,2-2-21 0,1 0 56 0,1 0 0 0,1-1-4 0,1 0-22 16,2-2 16-16,-1 2-21 0,4 0 2 0,0-1-4 0,4 2-7 0,1 0-18 0,-3-1 15 0,2 2-15 0,4-3 12 0,0 1-6 0,9 1-12 0,3-2-31 0,0 4 24 0,3-3-25 0,3 1 19 0,-1 1-4 0,2 1-11 0,5-1-8 0,0 0-4 0,-2-2 1 0,4 0-20 15,-2 3-12-15,2-3-16 0,7 4-76 0,-1 1 7 0,0-1-38 0,1 4 30 0</inkml:trace>
  <inkml:trace contextRef="#ctx0" brushRef="#br0" timeOffset="16416.27">8222 17985 281 0,'2'0'20'0,"3"-3"18"0,2 2-34 0,4-1 20 15,2 0-14-15,3 0 64 0,1 0-8 0,0 0-9 0,0 1 3 0,-1-3 0 0,1 0 1 0,2 1-2 0,-1-2-7 0,3 1-5 0,1-1-42 0,2 1 25 0,1-2-25 0,1 2 28 0,0-1-8 0,1 3-15 0,0-1-7 0,2 0 7 0,1 2-2 0,-1 1 15 0,-6 0-5 0,-2 1-8 0,4 2-11 16,0 0 9-16,4 0-9 0,0 2 9 0,-3-1-1 0,-1 1-4 15,1 1-14-15,1-1 14 0,1 1-9 0,2 0 27 0,-1 1-2 16,3 1-12-16,0-2-13 0,4-1 12 0,1 1-13 0,-3 1 10 16,0-3 1-16,-2 0-2 0,4-1-18 0,6 0 17 0,-1 0-13 15,0-1 27-15,0-1-2 0,1-1-11 0,1 2-12 0,3-2 21 16,-1 1-18-16,-4 0 22 0,-1-1-2 0,0 1-9 0,0 1-2 0,5 0 10 16,0 0-6-16,-2 0 15 0,0 2-2 0,1 0-6 0,2 2-5 15,0-1 11-15,0 2-9 0,-4 2 7 0,-1 1-3 0,0 0-4 0,3 0-19 16,4 1 9-16,1-1-8 0,2 0 15 0,-2 0 4 15,3-1-6-15,2 2-5 0,-5-2 10 0,3-2-10 0,-1 0 1 16,0-2-3-16,3 1-3 0,0-2 9 0,-1 1-7 0,0-1 9 0,4 0-2 16,-8-2 3-16,4-2 3 0,2 2-16 0,-1-2 13 0,4 0-13 15,-1 0 15-15,-2-2-2 0,0 2-5 0,6-1 2 0,-7 0 8 16,2-2-4-16,-1 2 8 0,-3 0 3 0,4 1-6 0,0 1-9 0,1 2 18 16,3-1-16-16,-1 1 23 0,-4-1-2 0,2 1-6 0,1-1-11 15,0 1 6-15,6 2-7 0,0-1 11 0,0 0-2 0,5 0-4 0,-2-3-19 16,3 1 12-16,-2-2-12 0,1 0 14 0,2-1-8 15,2-1-5-15,5-4-2 0,0 1 2 0,-1-2 2 0,1-2 14 16,-4 2-2-16,2 1-5 0,6-1-19 0,-3 2 15 0,-1-1-12 16,-1 0 24-16,-5 2-3 0,4 0-10 0,4 1-1 0,-2 1 0 0,0 0 0 15,-1 0 8-15,-5 2-4 0,1 0-2 0,5 1-8 0,2 0 8 16,-1 1-4-16,2-1 7 0,-4-1-1 0,3 3-5 0,7-3 1 0,2 0 5 16,5-3-2-16,1-3 1 0,2 1 2 0,3-2-7 0,7-2-6 15,5-1 10-15,2-2-9 0,3 1 11 0,-3-1 4 0,1 0-2 16,6-3-11-16,0 3-1 0,2-2-3 0,2 3 7 0,-8 0 1 15,2 1 2-15,5 1-12 0,-3 2 16 0,1 2-12 0,-3 1 20 16,-4 2-5-16,1 0-9 0,0 2-7 0,-1 0 13 0,-3 2-6 16,2 0 21-16,-4 1 2 0,-1 1-5 0,2-1-9 0,-1 4 20 0,0-2-14 15,-2 1 22-15,-4 1-7 0,0-2-14 0,2 1-3 0,2-2 5 16,0 1-2-16,0-3 15 0,-2 0-7 0,3 1-2 0,5-3-3 16,-1 1 4-16,2 0-3 0,0-1-3 0,0 2-2 0,1-2-5 0,5 0-6 15,0-2 10-15,4 1-8 0,1-2 14 0,-5 1-4 0,1 1-7 16,4-5-22-16,-1 3 21 0,-2 1-19 0,1 0 26 0,-6-1-1 15,1 1-10-15,5 0-15 0,-1 1 13 0,-1 0-11 0,-1 1 20 16,-5-1-1-16,0 1-9 0,4 0-11 0,0 1 15 0,-2 0-10 16,0 0 17-16,-7 1-3 0,-1-1-8 0,5 1-3 0,-4 2 2 0,-1 0-1 15,-2 1 7-15,-7-1-2 0,-5 1-1 0,2 0-9 0,-4 2 1 16,-1 0-3-16,-2 2-17 0,-4 0-4 0,-6 2-11 0,87 12-199 16,-169-23-234-16,172 30 602 0,-93-14-449 0,1 4-17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33:57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2966 10931 239 0,'0'-14'15'0,"0"0"-17"0,-1 0 34 0,-1 3 0 16,1 2-5-16,-1 0 1 0,1 0 0 0,-2 3 0 0,-1 0 11 0,1-2 9 0,-2 2-3 0,-1-2 11 0,-1 1-6 0,0 1-12 0,-2-2-13 0,0 2 10 0,-1 0-11 0,0-1 3 0,0 0 1 0,-1 1-2 15,-3 1-5-15,0-1-6 0,0 2 4 0,1 0 2 0,0 2 2 0,1-1 3 0,0 2-26 0,0 0 27 0,0-1-25 0,-2 1 29 0,2 1-6 0,0 0-14 0,-1 0-5 0,2 0 4 16,0 0-2-16,-1 0 8 0,-1 1-1 0,0 1-6 0,-2 0-4 0,2 1 9 0,-3-2-10 0,0 3 4 0,1 0 2 0,-1-1-1 0,-1 3-9 0,-1 0 0 0,0 0 0 0,-1 2 10 0,0-2-1 0,0 3 0 16,-1 0-13-16,-4 2 9 0,-1 0-10 0,2 1 8 0,-2 0-2 0,3 1-2 15,-2 1-12-15,0 0 14 0,2 0-8 16,-1 3 20-16,3-3-2 0,1 0-12 0,0-3-16 0,1-1 23 0,3 0-18 0,0 2 26 15,2 2-5-15,0 0-11 0,1 0-5 0,-1 1 5 0,2-1-2 16,1 2 12-16,1-1 1 0,0-1-3 0,1 3-25 16,-1 1 26-16,1 1-22 0,0 1 35 0,1 2-4 0,0 1-11 0,-1 1-6 15,1 3 1-15,-1 0 0 0,2 1 12 0,-1 1-3 0,-1 1-5 16,0 5-6-16,0-2 7 0,2 0-6 0,-1 1 8 0,1-4-7 16,-1 2-4-16,2-2-1 0,-1-1 4 0,4-2 1 0,2 4 9 0,2-3-3 15,4 2-6-15,1 2 0 0,-1 1 2 0,1 3-2 16,2 5 0-16,0-2 0 0,0 1 1 0,1 4 0 0,0-3-1 15,-1-1 1-15,0 1 0 0,1-2 6 0,-1 1-4 0,0 1-4 0,0 1 6 16,-2 5-8-16,-1-1 5 0,-2 0 3 0,-2 2 2 0,1 0-13 0,-3 0 7 16,0-1-6-16,-2 0 12 0,0-2 2 0,0 0-5 15,-3 6-13-15,0-2 16 0,-1 3-14 0,-1 1 14 0,2-6 1 16,-2-2-5-16,2-1-22 0,-1-3 20 0,1-2-17 0,1 1 33 16,2-5 0-16,-1 0-14 0,2 2-7 0,0-1 12 0,0 1-11 0,1-2 18 15,0-2-5-15,1-2-5 0,1 0-6 0,0-2 5 0,-1-1-1 16,2 1 15-16,0-3-4 0,2-1-5 0,1-2-15 0,0 1 10 0,2-2-10 15,1 2 10-15,0-3 0 0,2 0-4 0,4 1-18 0,0-3 11 16,2-6-11-16,4 0 19 0,-1-4 1 0,2 0-6 0,4 1-17 0,2-1 18 16,3-2-17-16,0-2 17 0,-1-3-5 0,4 0-8 0,1-2-26 15,0 0 13-15,2-2-13 0,-1 1 22 0,-2 1 2 0,5 0-7 16,2 0-18-16,5 4 22 0,5 0-20 0,3-1 15 0,2 1-7 16,0-1-13-16,1-1-47 0,0 2-28 0,1-1-4 0,5 3 12 15</inkml:trace>
  <inkml:trace contextRef="#ctx0" brushRef="#br0" timeOffset="49096">4549 13925 402 0,'2'11'314'0,"3"0"-13"0,0 1-280 0,5 2-15 0,1-2 13 0,1-3-11 0,3 0 36 16,1-2-1-16,2-5-2 0,6-2-23 0,2-3 6 0,2-3-12 0,-5-3-3 0,0-2-4 0,0-4 0 0,2-3-3 0,4-4 0 0,1-4 3 0,-5 2 7 0,1-2 1 0,0-1-6 0,0-3-8 0,2-2 15 0,1 0-14 0,-1 0 16 0,1 0-5 15,-1 1-11-15,4-4 0 0,-2 1 0 0,-1-2 0 0,-5-5 9 0,-3-3-3 0,2-2-3 0,0-2-6 0,3 2 12 0,0 2-8 0,-2-1 21 0,-5 6-1 0,1-1-6 0,-2 0-14 0,1-1 12 0,-1-4-11 0,-1-4 21 0,-1 0-5 0,-2-2-9 0,2 1-13 0,-2 2 19 0,0-2-16 0,-1 4 21 0,0 2-2 16,-1-3-9-16,0-8-5 0,1-2 4 0,-1-5-3 0,-1-2 14 0,-1 8-5 0,-2 2-3 0,1 0-10 15,0-1 18-15,-2-1-12 0,-1-7 26 0,-2-1-8 0,0-1-10 16,-3 0-13-16,-1 7 1 0,-1 7-3 0,-4 4 3 0,-1 6 4 16,-1-2-1-16,-2-1-7 0,-4-1 14 0,-3-1-13 0,0 1 7 15,-5 5-4-15,-1 0-7 0,-4 3-2 0,-1 3 2 0,-2 3 0 16,-2 3 8-16,0 4-4 0,0 2-1 0,-6-3-11 0,-5 1 9 0,-2 0-6 16,-3 0 14-16,5 2-5 0,-2 1-9 0,-2 3-4 0,-1 8 7 15,-4 1-1-15,2 5 15 0,1 2-3 0,-3-2-5 0,-4 3-9 16,-2 3 8-16,-4 5-6 0,2 2 7 0,4-2 1 0,-1 6-1 0,1 6-15 15,-2 6 19-15,-2 4-16 0,-3 3 19 0,2-3 1 16,1 3-14-16,0 3-2 0,3 3 18 0,-1 6-13 0,3 5 18 0,3 4-3 16,1 1-11-16,-2 6 7 0,5 0-4 0,2-2 5 0,6 2-5 15,2 0 3-15,2 4 1 0,0 11-14 0,5 3 20 0,3-1-17 16,1-1 21-16,7-6-6 0,2 0-11 0,4 6-6 0,4 4 6 16,2-2-2-16,1-3 16 0,4-9-4 0,3-2-4 0,5 1-25 0,4 3 19 15,3-1-16-15,3-1 27 0,3-2-1 0,3-7-9 0,5 0 2 16,3-4 3-16,2 1-2 0,3 1-2 0,1-3 4 0,3-3-4 15,2-2-8-15,-3-5 21 0,1-4-17 0,1-3 24 0,-2-5-5 16,2-1-12-16,3 5-20 0,0-1 14 0,2-1-11 0,1-1 27 0,2-7-4 16,-1 0-9-16,-1-5-8 0,1 2 4 0,-2-4-6 0,-2-1-14 15,1-3-15-15,-4-4-16 0,3 0-106 0,2-4-37 0,0-4-7 16,1-2-178-16,2 0 222 0,-1-8-12 0</inkml:trace>
  <inkml:trace contextRef="#ctx0" brushRef="#br0" timeOffset="65523.33">4889 6574 104 0,'-5'-2'-39'0,"0"-2"28"0,1 2 64 0,-2 2-33 0,2 0 52 16,-2-1-7-16,3 0-19 0,-2 1-22 0,2 0 22 0,-2 0-22 0,0 1 23 0,0 0 0 0,0-1-7 0,1 0 4 0,1 0 20 0,1 0-10 0,-1-1 28 0,3 1-13 0,-1 0-19 0,1 0-41 0,0 0 26 16,0 0-30-16,0 1 11 0,1-1-5 0,2 0-14 0,-1 0 8 0,2 0-5 0,2 2 8 0,-1 0 4 0,1 1 0 0,0-2-2 0,0 0-11 0,0 2 17 0,2 1-14 0,0 4 19 0,0-1-4 15,0 2-9-15,2 1-3 0,-1 2 3 0,2-1-2 0,2 1 9 0,2-2-3 0,0 0-5 0,2 1-12 0,1-1 16 0,2-1-13 0,1 0 12 0,2-1 0 16,1-1-6-16,3 0 4 0,3 2 0 0,2-3 3 0,-1 0 10 0,-5 0 5 0,-1 0-1 0,3-1-10 0,0 1 17 0,6 0-17 0,-3-1 16 0,-3-1-7 0,1-1-6 0,3 1-1 0,1-1-6 0,3-1 7 0,1 0-2 0,2-1 0 0,0 0-1 16,1 0-9-16,-5-1 12 0,-1 0-11 0,-2 0 13 0,0-1-2 0,4 0-4 0,-1 0-7 0,-4-1 1 0,2 0-2 0,0-2 10 0,1 1-2 0,1-2-1 0,4 1-11 0,1-1 7 15,3 0-8-15,-2-3 7 0,-7 3-3 0,1-2 0 0,1-1-8 0,-2-2 5 0,3 1-3 0,-3-5 8 0,-2 2 0 0,3-2-8 0,1-1-17 0,1-1 23 0,-1-2-19 0,1 1 21 0,-2-1-4 0,-4-2-12 0,-4 4-4 16,-6-1-6-16,1 0 4 0,-3 0 4 0,1-3-2 0,-3 4 2 0,-4-2-10 0,-2 1 17 15,-5 0-13-15,-1 2 25 0,-4-2-4 0,-1 2-6 0,-4-2-9 0,-1 0 6 16,-3 0-3-16,-3 0 15 0,-3 2 0 0,-4 0-6 0,-1-2-1 16,-3 2 6-16,-1-3-6 0,4 0 5 0,-1 0 1 0,-2-1 1 0,-3-3-5 15,-5 1 8-15,0 0-4 0,2 0 22 0,2 4-4 0,1 2-4 16,-2-2-22-16,-1 2 16 0,0-2-16 0,-2 2 17 0,1 0-7 16,-3 1-8-16,-5 0 0 0,-4 2 0 0,1-1 3 0,-2 0 0 0,-2 4 2 15,1-2-6-15,-6-1-17 0,2 3 21 0,1 0-16 0,0 2 28 16,-3 0-9-16,-2 2-10 0,-7 1 2 0,-4 1-4 0,-1 0 6 0,0 2 1 15,2 2 0-15,4 0 4 0,-3 3-19 0,-1 0 15 0,-2 1-11 16,2-1 26-16,6 2-11 0,2 1-9 0,3 2 4 0,2 2-3 0,5-1 5 16,4 3 1-16,0 1 1 0,-1 0-2 0,-1 3-15 0,3 2 16 15,0 3-15-15,0 0 21 0,3 2-3 0,0 0-6 0,2 2-11 16,3 2 11-16,2 2-7 0,-1 0 16 0,4 2 3 0,1 0-8 16,0 2-15-16,2-1 20 0,1 3-17 15,0 0 22-15,4-2-7 0,1 0-13 0,2-1 5 0,4 3-3 0,5-2 5 16,1 1 0-16,4-2 2 0,1-1-1 0,6 1-14 15,2-3 16-15,5-6-16 0,0 0 19 0,2-3-3 0,3-2-4 0,0-1 0 0,2 0-1 16,4-3 4-16,1 1 16 0,4-2 1 0,4-1 2 0,4-1-1 16,6-1 11-16,5-1-8 0,2-2 11 0,-4 1-9 0,-1-4-6 0,-2 0-1 15,1 0 2-15,3-3 0 0,-1 1-1 0,1-2-3 0,2-1-5 0,5-1-11 16,0-2 8-16,-7 0-9 0,1-2 11 0,-8-1 2 0,-3 1-3 0,4-2-15 16,-4 0 8-16,-2 1-8 0,0-2 11 0,-1 0 1 15,-1 2-5-15,4 0-27 0,-1-1 1 0,-1 1-15 0,-8 2-40 16,-3-1-18-16,1 4-23 0,1-3-116 0,7 2-105 0,-4 2-8 0</inkml:trace>
  <inkml:trace contextRef="#ctx0" brushRef="#br0" timeOffset="75372.85">2920 5696 217 0,'-25'-10'389'0,"1"3"-223"0,2 1 246 0,1 2-297 0,4 3-88 0,2-3-6 16,5 0 56-16,3-1-42 0,2 0 3 0,-1-2-35 0,0 2-26 0,-1 1 34 0,-4 1 24 0,0 0-1 0,-3 2-9 0,-3 0-6 0,-1 1 7 0,-2 2-9 0,-3 4-6 0,-2 1-9 0,0 2-4 0,-3 4 0 0,-2-1 4 0,1 4 0 0,-2 0 0 0,2 1 2 0,-1 1-3 0,-2 2-17 0,-2-2 19 0,0 4-16 0,1 0 23 0,2-2-6 0,3 3-9 15,-1 1-11-15,1 0 14 0,2-2-8 0,3 2 24 0,1-2-2 0,1 1-11 0,1 2-13 0,1 2 17 0,1 0-14 0,0 6 18 16,3-1-5-16,-1 4-8 0,1 6 5 0,-1 1-3 0,0 3 5 16,1 1-1-16,0-1 2 0,0-2-1 0,-2-1-5 0,1 2 6 0,-1-1-6 15,0 2 1-15,3-1 1 0,1-3 0 0,0 5-11 0,0 1 17 16,2 4-13-16,1-1 21 0,3 0-2 0,0 2-12 0,3 1-11 16,0 1 14-16,2-1-12 0,2-1 17 0,2-1-2 0,3 1-6 0,2 4-2 15,-1 4 2-15,0-2 0 0,0 6 3 0,-2-2-1 0,-2 0-4 0,3 3-1 16,-1-3 1-16,2 0-2 0,1 0 3 0,-1-8 2 0,2 1 2 15,0 0-6-15,-1-2 8 0,-1 2-7 0,1-3 15 16,0-1 4-16,0 0-2 0,1 0 1 0,-2 2 12 0,1 0-10 16,0-2 11-16,0-8-5 0,2-3-4 0,1-4-11 0,3-5 3 0,3-5-4 15,3-4 0-15,6-5 2 0,3-3-5 0,8-4-19 0,5-3 15 16,5-4-16-16,5-3 9 0,-1-2-10 0,3-2-13 0,3-6-42 16,1-1-27-16,-1-4-2 0,1-1-160 0,-2-3-90 15,2 0-74-15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0" timeString="2025-06-26T17:35:31.8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6-26T17:35:33.051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7480 8182 0,'0'0'0,"0"0"0,0 0 16,0 0-1,0 0-15,0 0 16,0 0-16,0 0 16,0 0-1,0 0-15,0 0 16,0 0 0,0 0-16,0 0 31,0 0-31,0 0 0,0 0 15,0 0-15,0 0 16,0 0 0,0 0-16,0 0 15,0 0 1,-84 2-16,73-3 16,2 1-16,0 0 15,1 0 1,2 0-16,2 0 15,-1 0 1,2 0-16,0 0 16,-1 0-1,1 0-15,-1 0 16,1 0-16,0 0 16,-1 0-1,1 0-15,-2 0 16,-1 0-1,-11-1-15,-2 0 16,-3-1-16</inkml:trace>
  <inkml:trace contextRef="#ctx0" brushRef="#br0" timeOffset="288.98">7436 8186 0,'160'-22'0,"49"-2"16</inkml:trace>
  <inkml:trace contextRef="#ctx1" brushRef="#br0">3261 5019 256 0,'-2'-4'26'0,"2"3"374"0,-4 1-177 0,1 0 9 0,-4 0-204 0,2 0 4 0,-3 0 0 0,-2 1 8 0,0-1-1 16,-3 0-10-16,1 0 5 0,-2-1 8 0,0 1-6 0,-1-2 10 0,2 0-3 0,0-1-2 0,2 1-4 0,2-1 2 0,2-1-3 0,1 2-3 0,2 0-6 0,1 1-5 0,0 0-24 0,1 1 14 0,1-1-14 0,0 1 12 0,0 0-3 0,1 0-7 0,-1 0-10 0,1 0 10 0,0 0-5 0,0 0 12 0,0 0 4 0,1 0-9 0,2-2-1 0,1 1 22 0,0-2-16 0,3 2 33 0,0 0-3 0,2-2-7 0,2 1-15 0,0-1 12 0,2 1-12 15,0-2 6-15,-1 2-2 0,0 0-9 0,0-1-13 0,0-1 12 0,1 2-11 16,-1-2 14-16,0 2 1 0,-1-2-4 0,-2 0 2 0,1 0 5 16,-8 0-2-16,0 2 11 0,0-2-5 0,-1 1-6 0,6 1-2 15,0 0 4-15,-1 1-3 0,0 1 1 0,-1-1 1 0,0 1-2 0,0 0-10 16,1 1 6-16,-1 0-5 0,2-1 17 0,2 3-6 0,1-2-1 16,1 2-6-16,2-1 5 0,1 0-4 0,1 1 2 0,2 0-1 15,1 0-5-15,1-2-3 0,3-1 6 0,3 0-5 16,2-1 3-16,1 1-2 0,0-3-4 0,2 0-3 0,1 1 4 0,0 1-2 15,-1-2 5-15,-4 2-2 0,-9-1-3 0,-1 1-6 0,-5 0-11 0,-2 0 3 16,2 1-33-16,-3 0-7 0,-4-2-5 0,-1 2-45 0,-3 0-11 16,-3 0-8-16,-1 0-104 0,-5 0-53 0,-3 0-51 0</inkml:trace>
  <inkml:trace contextRef="#ctx0" brushRef="#br0" timeOffset="2578.87">8079 7105 0,'0'0'0,"0"0"15,0 0-15,0 0 16,0 0-1,0 0-15,0 0 16,0 0 0,0 0-16,0 0 15,0 0-15,0 0 16,0 0 0,0 0-16,0 0 15,0 0 1,0 0-16,0 0 15,0 0 1,0 0-16,0 0 16,0 0-16,0 0 15,0 0 1,0 0-16,0 0 16,0 0-1</inkml:trace>
  <inkml:trace contextRef="#ctx0" brushRef="#br0" timeOffset="2893.4">8081 7109 0,'0'0'0,"0"0"0,0 0 16,0 0-16,0 0 15,0 0 1,0 0-16,0 0 16,0 0-1,0 0-15,0 0 16,0 0 0,0 0-16</inkml:trace>
  <inkml:trace contextRef="#ctx0" brushRef="#br0" timeOffset="3050.53">8074 7103 0,'0'0'0,"0"0"0,0 0 16</inkml:trace>
  <inkml:trace contextRef="#ctx1" brushRef="#br0" timeOffset="2899.47">4148 3883 256 0,'-8'6'37'0,"3"-2"516"0,1 1-253 15,2-1 3-15,1 3-313 0,1 0 29 0,2 0-23 0,2-1 45 0,0 1-4 0,1-1-13 0,-1-1-19 0,0 2 8 0,1-2-9 0,-1-2 21 0,0 3 6 0,-1-3 1 0,2 0 0 0,-1 1 15 0,1-2-16 0,-1 1 5 0,1 1-2 0,-2-2-5 0,2 1-8 0,0 1 7 0,1 0-8 0,1-2 6 0,-1 2-5 0,0 0-6 16,1 0-16-16,-2 1 8 0,-5-1-8 0,0-1 13 16,0 1-6-16,0 1-9 0,2-2 2 0,2 1 4 0,-1-2 0 0,1 1 6 15,-2 1-2-15,-1 0-4 0,1-1-14 0,-1 1 14 0,0 0-11 16,1-1 24-16,-2-1-5 0,1 1-9 0,0 1-8 0,1 0 6 15,0-2-4-15,2 1 9 0,-2 0 0 0,0-1-6 0,2 2-11 16,-1-2 8-16,1-1-11 0,2 2-14 0,-3-2-4 0,2 1-8 0,-2-1-19 16,-1-1-8-16,1 1 2 0,0-1-12 0,-2 0 5 0,0 0 0 15,0 0-22-15,-1 0 3 0,0 0-13 0,0 0-46 0,0 0-24 16,0 0-26-16</inkml:trace>
  <inkml:trace contextRef="#ctx1" brushRef="#br0" timeOffset="3328.07">4558 3790 1370 0,'-4'-11'-809'16,"-2"11"1295"-16,0 2-166 0,2 0-318 0,0 2-8 0,1-1 21 16,2 2-19-16,1 0 19 0,0-1-6 0,0 0-9 15,0 1-4-15,1-1 0 0,-1-1 2 0,0 2 9 0,-1 1 0 0,-1-3 0 0,-2 3 2 16,0-3 4-16,-1 4-3 0,1-2-1 0,-2 1-3 0,1-1 1 0,-1 3-10 15,-1-1 8-15,3 1-5 0,-3 0 22 0,1 2-2 16,1-1-9-16,-2 4-15 0,0 0 16 0,1-1-17 0,0 3 12 16,-1-2-3-16,0 2-8 0,0-1 4 0,-1 1 0 0,-2 1 1 15,0-1 6-15,-2 1-4 0,0-1-3 0,-1 0 3 0,-2-1-2 0,0 3 3 16,0-2-3-16,0-3-1 0,0-1 1 0,3 0-15 0,0 0 12 16,2 5-9-16,4-2 21 0,3-2-4 0,-1 3-8 0,2-3-37 15,-6-1 15-15,1 1-21 0,2 0-13 0,0-1-14 0,2 0-19 0,1 0-61 16,2 1-22-16,0-2-1 0,3 1-82 0,0-2 146 0,1 3-4 15</inkml:trace>
  <inkml:trace contextRef="#ctx1" brushRef="#br1" timeOffset="53870.02">4271 8893 411 0,'-25'-8'58'0,"0"-1"-5"15,2 3-32-15,-2 1 24 0,1 1 8 0,-3 2-4 0,3 1-2 0,-2 0-23 0,1 0 12 0,-1 1-11 0,2-2 20 0,0 2-3 0,1 0-7 0,-1 0-17 0,-2 0 16 0,-1 0-16 0,-1 0 15 0,0 0-4 0,0 0-4 0,-3-1-5 0,6 0 9 0,-2-1-4 0,-4 1 21 0,1-1-6 0,-4-1-8 16,1 0-12-16,-1 3 5 0,1-1-7 0,1 0-1 0,3 1-6 0,-1 0-5 0,-1 0 6 0,-4 2-8 16,-1-2 9-16,-1 3-3 0,2 0 0 0,-2-1 3 0,-4-1-13 15,-3 5 9-15,-2-3-9 0,0 3 7 0,7-1-6 0,0 0-4 0,1 0 5 16,-1 1-2-16,0-2 6 0,-2 3 1 0,0-4-1 0,-1 2 0 15,-3 2-18-15,0-2 20 0,3 1-17 0,0 2 18 0,5-2 1 16,1 1-10-16,-1 2-8 0,-2 2 5 0,-1 1-4 0,0 1 17 16,-2-3-1-16,2-1-3 0,-4 4-14 0,0 0 11 0,3 4-10 15,0 3 8-15,4-2 1 0,3-1-4 0,1 3 0 0,2 0 1 16,-2-1 1-16,-1 1 8 0,3-1-2 0,-3 1-2 0,-1 2-20 0,4 1 18 16,-3 1-13-16,1 2 25 0,3 0-3 0,1-1-9 0,3 0-13 15,3 0 13-15,1 2-9 0,2-1 20 0,2-1-1 0,3-2-12 0,0 2-14 16,1 1 19-16,4 1-16 0,0 2 23 0,1-3-7 15,1 3-7-15,-2 0-5 0,-1 2 7 0,1 1 0 0,-1 2 7 0,4-2 4 16,0 2-11-16,1 1 0 0,-1 3 16 0,0-1-14 0,1 1 16 16,0-1-4-16,-1 0-5 0,-1 4 0 0,0 0 4 0,0 4-1 15,1 1 3-15,0 2 1 0,0 2-8 0,-1 5-5 0,-1 0 7 16,-1 1-9-16,-2 2 3 0,2-5-4 0,-2 4 0 0,-2 2-6 16,0 2 6-16,1-1 0 0,-3 0 13 0,4-3-1 0,-3-1-10 0,3 3-1 15,1 0 8-15,2-2-6 0,0 2 17 0,1-2-3 0,1-2-3 16,0 2-13-16,2 1 9 0,1-3-7 0,1-1 18 0,1-2-7 15,1-1-6-15,-1 2-20 0,2-1 15 0,2 0-11 0,-1-1 24 0,0-3-6 16,-1 0-10-16,0 2-6 0,-1-2 3 0,-2 4 1 0,1-2 7 16,0-2 1-16,-1 3-6 0,-2 3-9 0,-1 0 13 0,1 1-11 15,-2-4 12-15,-1 0 1 0,0-2-4 0,2 1-12 0,-2-3 6 16,2 2-7-16,-1-2 23 0,2-2-7 0,-1 1 0 0,2 2-15 16,-1-4 5-16,2 0-6 0,0 0 12 0,1-6-2 0,1-1-3 0,1 1-3 15,0-2 1-15,1-2 2 0,2-1 10 0,0-1-1 0,1 0-2 16,1 0-4-16,1 0 7 0,0-1-5 0,3-1 13 0,0-1-5 15,1-3-4-15,2 3-4 0,-1-1 7 0,1-3-3 0,3 1 13 16,-1-2-2-16,2-3-5 0,2 2-11 0,1-1 8 0,1-2-8 16,3 2 10-16,-2 0-4 0,2-1-3 0,0-1-8 0,0-3 5 0,0-2-3 15,2 2 16-15,-1 0-5 0,1 1-6 0,0-1-13 0,1-3 10 16,1-1-7-16,-2-3 18 0,3-4-5 0,1 1-8 0,2-1 2 16,3-2-1-16,0 0 2 0,2 0 5 0,1-3-2 0,2 1-1 0,-1 2-4 15,1-3 2-15,0-1-2 0,-5 2 5 0,-1-1-1 0,-5 0-3 16,0 3-6-16,1-3 8 0,1-1-5 0,1 2 6 0,-2-1-3 15,2 2-7-15,1-1-11 0,0-1-8 0,0 2 1 0,0 0-18 16,-2 0 0-16,-2-1 2 0,3 3-29 0,-1-1-10 0,-1-1-2 16,-2 1-38-16,-4-1-12 0,3-1-15 0,1 4-149 0,1-6 186 15</inkml:trace>
  <inkml:trace contextRef="#ctx0" brushRef="#br1" timeOffset="64778.93">6271 13412 0,'0'0'0,"0"0"16,0 0-1,0 0-15,0 0 16,0 0-1,0 0-15,0 0 16,0 0 0,0 0-16,0 0 15,0 0-15,0 0 16,0 0 0,0 0-16,0 0 15,0 0-15,0 0 16,0 0-1,0 0-15,-56 96 16,53-80 0,3 3-16,3 3 15,2 2 1,8 5-16,12 9 16,15 4-16</inkml:trace>
  <inkml:trace contextRef="#ctx0" brushRef="#br1" timeOffset="65522.01">9278 13736 0,'0'0'0,"0"0"16,0 0-16,0 0 15,0 0-15,0 0 16,0 0-1,0 0-15,0 0 16,0 0 0,0 0-16,-68-84 15,63 81 1,2 1-16,0 2 16,1 0-16,1 0 15,1 0 1,0 0-16,0 0 15,0 0 1,0 0-16,0 0 16,0 0-1,0 0-15,0 0 16,0 0-16,0 0 16,0 0-1,0 0-15,0 0 16,0 0-1,0 0-15,0 0 16,0 0 0,0 0-16,0 0 15,0 0-15,0 0 16,0 0 0,-9 37-16,8-35 15,0 0 1,0 0-16,0 1 15,-1-1-15,1 0 16,1 0 0</inkml:trace>
  <inkml:trace contextRef="#ctx0" brushRef="#br1" timeOffset="66108.92">10084 12019 0,'0'0'0,"0"0"15,0 0-15,0 0 16,-786 1520 0,788-1520-16,4 0 15,-1 0-15</inkml:trace>
  <inkml:trace contextRef="#ctx1" brushRef="#br1" timeOffset="66614">5571 11316 217 0,'-2'0'233'0,"-2"-1"-117"0,2-2 140 0,-1 1-162 0,0 0-35 0,2 0-30 0,0-1 5 0,0 1-4 0,0 1-11 0,0-3-4 0,0 0 11 0,0 0-6 0,1 0 24 0,-2-1 0 0,1-1-5 0,1 1-9 0,-1-3 14 0,0 1-13 0,1-2 10 0,-1 3-10 0,1-2-10 0,0 1-15 0,-1-2 1 0,1-1 0 0,0 1 19 0,0-2-4 0,-1 2 0 0,1-1-16 16,0 0 10-16,0 0-7 0,1-3 14 0,0 1-7 0,1 1-8 0,0-2 4 16,2 0 14-16,-2 0-6 0,1-2 2 0,1 2-1 0,0-1-17 15,0 0-10-15,-1 0 23 0,0 0-19 0,1 0 27 0,0 4-2 0,1-1-8 16,1 0-16-16,1-1 11 0,0-3-9 0,1 1 25 0,0 1-6 16,1-1-7-16,1 2-10 0,-1 1 5 0,0-1-5 0,1 2 8 15,1-1-1-15,1 2-3 0,3-2-14 0,-2 0 12 0,1 1-11 16,-6-2 18-16,0 3-4 0,-2 0-4 0,3 0-6 0,6 2 3 15,-2-1-2-15,3 1 5 0,-2 0-1 0,-3 2-1 0,0 0-14 16,-3-1 12-16,-1 3-7 0,-2 0 28 0,0 0-1 0,0 1-5 0,0 2-14 16,-2 0 9-16,1 0-10 0,-2 0 8 0,-1 2-3 0,-1 1-5 0,-1 0 0 15,-2 2 0-15,-2 0 1 0,-1 3 13 0,0-2-6 16,-2 2-4-16,-3 1-18 0,-2-2 17 0,0 2-12 0,-3 1 27 0,1-1-8 16,0 2-10-16,0-2-5 0,2 1 6 0,4 0-1 0,1-2 13 15,1 1-9-15,-1 0-4 0,-3 0-11 0,-1 0 9 16,0-3-4-16,2 0 18 0,4 2-2 0,0-4-8 0,1 1-7 0,2-2 2 0,0 0-2 15,0 0 14-15,2 0-5 0,0-3 0 0,1 1-18 16,0-1 12-16,0 0-9 0,0 0 24 0,0 1-6 0,0-1-7 0,1 1-4 16,2-1 2-16,-1 3-1 0,1-2 7 0,1 1 0 0,-1-1-3 15,1 0-3-15,2 0 4 0,1 2-3 0,1-2 6 0,0 0 1 16,1-1-1-16,0 3-11 0,-1 0 4 0,1 0-6 0,0 0 15 16,-5 1 0-16,0-2 0 0,0 2-13 0,0 0 12 0,4-1-11 0,0 1 16 15,0 1 1-15,0-3-3 0,1 2-15 0,-3 1 13 0,1 0-11 16,1 0 16-16,-2-1-2 0,-1-2-10 0,2 0 3 0,-3 1 4 15,0 0-2-15,-1 4-1 0,-1-2-3 0,0 1-3 0,-1 0-3 16,-1 0 10-16,0 2-4 0,-3-3 16 0,1 1-2 0,-2 1-7 0,-3-1-11 16,-2 0 16-16,-1 1-12 0,-1-1 24 0,0-1-5 0,0 0-10 15,0 2-14-15,1-2 10 0,-1 3-9 0,-1-3 18 0,7 1-5 16,-2-1-6-16,0 0-7 0,0 0 5 0,-7-1-2 0,1 1 6 16,0-1-3-16,2 0-6 0,-1-1-5 0,0-1 13 0,0 0-8 15,1-2 14-15,0 1-2 0,2-1-9 0,0 0-4 0,1 0 2 16,1 0-3-16,1-1 3 0,2 1-4 0,-1 0-7 0,3 0-20 0,0 0 0 15,1 0-5-15,0 0-22 0,0 1-14 0,1-1-11 0,0 1-72 16,1 2-7-16,1-2-15 0,0 1-72 0,0 1-38 0,2 0-36 0</inkml:trace>
  <inkml:trace contextRef="#ctx1" brushRef="#br1" timeOffset="67296.37">6083 11113 461 0,'0'-2'-54'0,"0"1"99"0,-1-2-9 0,0 2-22 0,1 0-2 0,-1-3 14 0,-1 2-13 0,2-1 1 0,-1-2 1 0,0 2-5 0,0-2 16 0,0 3 1 0,0-4 7 0,0 1 26 16,-2 3 2-16,2-2 3 0,0 1-9 0,0 1 17 0,1-1-18 0,0 2 2 0,0 0-10 0,0-1-13 0,0 2-12 0,0 0 5 0,0-1-5 0,0 1 6 0,0 0-8 0,0 0-5 0,0 0-17 0,0 0 6 0,-3 1-7 0,2-1 6 0,-2 3 0 0,1 1-4 0,0-2-4 0,-1 4 3 0,0-1-1 0,1 4 9 15,-1 0 4-15,0 0-4 0,1 1-4 0,1 0 15 0,0 2-12 16,1-2 19-16,0 0-3 0,0-1-3 0,1 1-5 0,2-2-4 16,1 1 3-16,0-1 2 0,2-2 0 0,-1 2 0 0,3-3-7 15,0 0 2-15,1-1-6 0,1 0 2 0,-1-3 2 0,1 1 4 0,0-2-2 16,1 0-2-16,-1 0 1 0,-1-1 11 0,-4-1 2 15,2-1-1-15,-2-2-14 0,0 1 16 0,1-1-14 0,-1 0 23 16,-1-2-11-16,-3 1-8 0,1 0 8 0,-2-2-7 0,0 0 10 0,-1-1-4 16,-2 0-8-16,-2-1-3 0,1-3-17 0,-2 0 8 0,-1-1-6 0,2 0 14 15,-1 1 1-15,2 1-4 0,-3 1-15 0,0 0 11 0,-1 1-12 16,1 1 12-16,2 1-5 0,0 0-8 0,0-1-52 0,-2 3-12 16,0 0-16-16,-2 0-116 0,0 1-84 0,-2 2-59 0</inkml:trace>
  <inkml:trace contextRef="#ctx1" brushRef="#br1" timeOffset="74212.25">5538 12115 256 0,'0'0'-4'0,"0"0"-42"0,0 0 26 0,-1-1 5 0,1 1 9 0,0 0 29 0,0 0-19 15,0 0 58-15,0 0-17 0,0 0-16 0,1-4-5 0,-1 1-10 0,0 1 8 0,0 1-10 0,1-2 2 0,1 0 2 0,-1 0-11 0,-1 0 33 0,1-1-24 0,0 2 48 0,-1-1-11 0,1 0-14 0,-1 0-27 0,0 1 17 0,0 0-14 0,-1-1 29 0,0 1-3 0,0 0-10 0,0 0-14 0,-1-2 16 0,1 1-15 0,0 0 12 16,1-1-10-16,-1 0-9 0,0-1 7 0,0 1-3 0,0-2 9 16,0 0 9-16,-1 0 1 0,0-2-2 0,0-1-4 0,0 0 9 15,-1 0-10-15,1-1-2 0,0 1-4 0,0-1-2 0,-1 0 1 0,0-2-3 16,-1 5 3-16,0-1-9 0,0 0 1 0,-1-1-3 0,1-5 1 16,-1 3 10-16,2-2-9 0,-2 1 9 0,1 1-4 0,-1 1-5 15,2-3-9-15,-1 0 9 0,0 1-4 0,2 1 27 0,1 1-10 16,-1-2-6-16,2 1-18 0,0-3 5 0,0 1-6 0,2 1 3 0,0 1-1 15,0 0-2-15,3 0-3 0,-2-1 5 0,2 3-2 0,0-1 11 16,0 0-4-16,0 0-7 0,1-2-13 0,0 1 19 0,-1 0-13 16,1 1 25-16,-1 1-4 0,1-1-10 0,0 0-14 0,-1 2 14 0,1-1-9 15,0 1 21-15,-1 1-2 0,1 0-10 0,-1 2 0 16,0-1 1-16,1 2-2 0,-1-2 2 0,0 3 0 0,-1 0 1 0,1 1-5 16,-1 1-1-16,1-1 0 0,-1 2 7 0,-2 0 0 0,2 0 0 15,-3 2-7-15,1-1 8 0,-2 3-8 0,0 0 5 0,0 2 6 16,0 0 1-16,-2 3-18 0,0 2 17 0,-3-2-15 0,1 1 23 0,-2 1-1 15,0 0-9-15,0 1-20 0,-1 1 23 0,-1-3-20 0,0 3 24 16,1-3-4-16,0 1-12 0,-1-1 9 0,0-1-3 0,1 0 5 16,0-1-9-16,2-1 2 0,-1 0-4 0,1-1-16 0,0-1 28 15,1 0-24-15,0-1 32 0,2 1-4 0,1-2-12 0,0-1-2 16,1 2-2-16,0-3-1 0,0 2 3 0,0 0 1 0,2-2 1 0,0 0 1 16,2 0-1-16,0-1 0 0,1-1-2 0,-1 1 1 0,2-1 4 15,-1 1-6-15,1-1 1 0,1 1 0 0,-1-3 6 0,1 2-1 16,1 1-4-16,0-2-10 0,-1 2 15 0,0 0-12 0,0 2 22 15,0 0-7-15,-2 0-7 0,1 0-7 0,-1-1 3 0,-1 3-1 16,-2-1 16-16,2-1-2 0,-3 0-4 0,1 1-6 0,-1 1 9 0,-1-1-8 16,0 2 17-16,0-2-3 0,-2 0-4 0,1 1-13 0,-1-1 8 15,-1 1-6-15,0 0 18 0,1-3-4 0,-2 3-9 0,1-1 0 16,0-1 3-16,-1 0-4 0,1 0 0 0,0 0-3 0,0-1 1 0,1 1-11 16,0-1 5-16,0 0-3 0,0 1 20 0,1-1-3 0,0 0-5 15,0-1-19-15,0 1-1 0,0-1-5 0,1 0-18 0,-1 2-12 16,0-1-12-16,-1 2-29 0,1-1-18 0,0 1 5 0,0-2-81 15,1 1-19-15,-1 2-28 0</inkml:trace>
  <inkml:trace contextRef="#ctx1" brushRef="#br1" timeOffset="74717.03">5906 11801 995 0,'-7'0'174'0,"2"0"-178"0,2 0 23 0,0 0-10 0,-1 3 1 0,3 1 0 0,0-2-9 0,1 1-7 16,0 1 11-16,1 0-7 0,2-2 32 0,0 5-6 0,0-4-7 0,0 4-12 0,0 0 18 0,0 0-13 0,2-1 19 0,-1-1-9 0,1 3-13 0,0 0-13 0,1 1 6 0,-1 0-5 0,1 1 11 0,0-1 0 0,-1-3-6 0,1 2-22 15,1 0 4-15,-2 1-12 0,1 5-32 0,-2 0-13 0,0 2-18 0,-1 1-73 0,0 0-54 0,0-1-6 0</inkml:trace>
  <inkml:trace contextRef="#ctx1" brushRef="#br1" timeOffset="76145.14">5563 13009 217 0,'0'-3'126'0,"0"1"-73"0,0-2 64 0,-1 1-97 16,0 1-1-16,0 0-22 0,1 0 53 0,-1 0-2 0,1 1-2 0,0-1-15 0,0-1 15 0,0 0-18 0,0 0 4 0,0 0-2 0,1 1-6 0,-1-4-7 0,0 3-9 0,0-1 4 0,-1-1-7 0,-1 1 3 0,1-3 0 0,-1 2-19 0,0 0 25 0,-2-3-21 0,0 2 43 0,1 0-7 0,-2-2-7 0,1 0 2 0,-1 2-7 15,1 1 7-15,-1-3-4 0,1 0 0 0,-2-3 0 16,0-1-22-16,1 1 26 0,-1 1-20 0,1-3 43 0,-1 0-12 0,1 1-13 16,0 0-1-16,-1-1 1 0,2 1 2 0,-2 0 8 0,2-1 4 15,0 1-1-15,1-2 1 0,1 0 3 0,-1-1-10 0,1 1-21 16,1 1-1-16,1 3-2 0,0-2 1 0,1-1 1 0,1 0 1 16,1 2 3-16,0-1-2 0,1 0-6 0,1-1-4 0,1-1 5 0,0-2-6 15,1 1 2-15,1-2 1 0,-1 1 0 0,2 0-2 0,0 1 1 16,1 0-4-16,1 4 1 0,-1 0 3 0,0 2-2 0,1 0-3 15,1-3 5-15,-3 3-6 0,1 2 6 0,-1 0-1 0,-1 1 1 0,-1 2-16 16,0-2 12-16,-1 3-10 0,1-1 27 0,-2 3-3 0,1 1-6 16,-1 0-13-16,0 0 12 0,0 1-9 0,-1 2 20 0,-1-1-2 15,1 4-5-15,-1-1-11 0,1 1 11 0,1 2-7 0,-3 1 14 16,0 2-1-16,-2 2-12 0,0 1-15 0,0-2 20 0,-3 0-16 0,-1 1 23 16,-2-1-5-16,0 3-10 0,0-1-5 0,-1 0 6 0,-1-2-4 15,0-1 1-15,-1-2 4 0,2 0-6 0,-2-2-7 0,3 0 15 16,-1-2-13-16,-1-1 11 0,2 0-1 0,1 0-6 0,-1-1-7 15,1-1 4-15,1-1-1 0,1 1 18 0,1-2-3 0,-1 1-4 0,3-1-11 16,-1 0 12-16,1 0-10 0,0 0 17 0,1 0-3 0,1 0-5 16,0 0 2-16,1 0-5 0,1 0 4 0,0 1-1 0,1 0 0 15,-1 1 3-15,2 0-13 0,0 1 13 0,1-1-12 0,1 0 19 16,1-1-3-16,0 2-7 0,0-2-5 0,0 0 5 0,-2 0 0 0,-2-1 14 16,-1 0-1-16,-1 0-3 0,-2 0-2 0,-1 2 12 0,0-2-6 15,-1 1 24-15,0 0-2 0,-3 2-1 0,0-2-5 0,-2 0-6 16,-1 2 1-16,-1 0-12 0,0-1-3 0,-1 1 3 0,1-1-13 15,0 2 3-15,0-1-4 0,1-1 1 0,3 1 1 0,0-1-1 0,0 1-9 16,2-1 5-16,0 1-4 0,-1 0 7 0,2-1-10 0,1 2-10 16,0-2-21-16,0 2-8 0,0 1-1 0,1 2-46 0,1-2-9 15,-1 3-14-15,-1-1-60 0,1 1-47 0,-1-2 9 0,-1 0 49 16</inkml:trace>
  <inkml:trace contextRef="#ctx1" brushRef="#br1" timeOffset="76628.17">5928 12612 1638 0,'-2'-7'-457'0,"2"6"754"16,-1-1-106-16,-1 0-180 0,0 2-36 0,0 2 16 0,0 0-16 0,1-1 29 0,1 3-4 0,-1 0-9 0,1 0 5 0,0 2-1 0,0 1 3 0,1-1-1 0,-1 1-5 0,1 1-5 0,0 3-22 0,0 2 6 0,1 1-11 0,0-2-32 0,1 2-12 0,-1 1-21 15,1 0-63-15,0 3-29 0,0 1-7 0,0 3 42 0</inkml:trace>
  <inkml:trace contextRef="#ctx1" brushRef="#br1" timeOffset="77872.41">5829 12637 1 0,'-2'3'0'0,"1"0"8"0,1-2-5 0,0 1 4 0,0 1-2 0,2-1 2 0,-1 0 4 0,3 2 10 0,-2-1-6 0,0-1-10 0,0 2-25 0,1-1 23 0,0-1-20 0,-2 0 30 0,1 1-6 0,-2-2-7 0,0 0-12 0,0-1 8 16,0 0-2-16,0 0 41 0,0 0 6 0,-1 0 0 0,-1-1-21 0,0 0 38 0,-1 0-33 0,2-2 50 0,-2 2-11 0,0-1-13 0,-1 0 10 0,1-1 6 0,-2-1 3 0,2 3 16 0,0-3-9 15,-1 0-16-15,1 3-30 0,-1-3 22 0,2 1-23 0,0 0 26 16,1-1-4-16,0 0-3 0,2 0-7 0,0 1-7 16,2-1 4-16,2 0-11 0,0 0-1 0,1 0-5 0,3 0-25 0,-1 2 20 15,0-2-20-15,1 1 18 0,-3 1-6 0,2-1-9 0,1 1 0 16,0 0-2-16,1-1 6 0,1-1 14 0,-2 1-4 0,1-1-4 0,0 1-13 15,0 0 15 1,0 0-13-16,0 1 19 0,0 1-3 0,-1-1-8 0,0 0-22 0,-1 0 16 0,-1 1-12 0,-2 0 28 0,0 1-4 16,-1 0-12-16,-1 0-21 0,-1 0 25 0,-1 1-20 0,-1 2 33 15,-1 1-7-15,-1-1-11 0,-3 3-6 0,1 1 3 0,-3 1 0 0,0 1 12 16,-2 0-1-16,0 2-6 0,-1 0-12 0,0 0 17 0,-1 1-15 16,-1 0 18-16,2 3-2 0,1-1-8 0,2-2 2 0,-1 0-3 15,1-2 3-15,0 0 0 0,2-2 1 0,0 1-1 0,2-1-14 16,0-2 17-16,2 2-15 0,0-1 17 0,1-1-1 0,0-1-10 0,1 2 3 15,2-1 0-15,-1-1 1 0,1 1 7 0,2-1-3 16,-2-1-4-16,2-1-18 0,-1 0 17 0,2-1-17 0,0 0-2 16,2 0-18-16,0-2-21 0,1 0-87 0,1 0-31 0,0 0-9 0,0 0 40 15</inkml:trace>
  <inkml:trace contextRef="#ctx1" brushRef="#br1" timeOffset="78963.27">5705 14174 610 0,'-4'-4'141'0,"-1"1"-84"0,-2-1-19 0,0 1-41 0,1 0 17 0,1-1 2 0,1 2-10 0,2-2 22 0,0 0 14 0,1 1-1 15,0-2 29-15,1 1-5 0,-1 1-11 0,-2-3-17 0,2 3 9 0,0-2-15 0,-1-2-12 0,1 2-6 0,-2-1-8 0,2 0 4 0,-1 1-4 0,0-2 6 0,0 2-8 0,-1-2 4 0,1-1-3 0,0 1-6 0,0 0 10 0,1-2-12 0,-1 0 4 0,1-1 2 0,0-3-4 0,0 1 7 0,1-4 8 0,-1 0-2 16,0-4 4-16,0 1 2 0,-2 0-9 0,2 0 1 0,-1 1 15 0,0 0-11 15,2 0 14-15,-1 1-5 0,1-2-6 0,0 0-3 0,0 0 6 16,0 0-3-16,1 2 18 0,1 2-9 0,0-1-7 0,1 0-8 16,0-1 5-16,0-1-1 0,1 1 3 0,-1 1-6 0,2 2-8 0,-1 0-6 15,2-2 9-15,-1 1-5 0,2-1 19 0,1 1-8 16,1 1-8-16,1-1-5 0,1-1 1 0,0 1 1 0,1 0 5 0,-2 0-1 16,1 3-5-16,-5-1 6 0,-1 3 2 0,2-1 0 0,1 1 5 15,4 1-4-15,3-2-3 0,0 0-20 0,1 2 16 0,-2 2-12 0,-1 2 24 16,-3 0 0-16,0 2-8 0,-1 0-26 0,-2 1 16 0,-1 1-18 15,-3 1 22-15,-2 0 3 0,0 0-7 0,-1 2-4 0,0 1 10 16,-1 1-9-16,0-1 12 0,-1 4-1 0,-3 0 1 0,1 2-12 0,-3 2 7 16,0-1-7-16,-1 3 13 0,-1-1 3 0,1-4-6 0,-4 0-5 15,1 0 8-15,-1-2-7 0,-1 4 6 0,3-1-3 0,0-1-3 16,1-1-8-16,2 2 7 0,2-2-3 0,0-2 12 0,3 1 1 16,1-3-7-16,1 2-13 0,0-2 20 0,1 2-17 0,1-1 19 15,1-1-1-15,0 3-9 0,1-4-13 0,2 3 9 0,0-2-6 16,1 1 25-16,1-1-7 0,1 0-3 0,4 1-16 0,-1-2 11 15,-1 2-8-15,1 1 20 0,-4-1-9 0,1 3-6 0,2-2-3 0,-4-1 1 16,1 2 4-16,-1-1 5 0,-2 2 2 0,-2-1-5 0,-1 0-2 16,0-1 8-16,1 2-9 0,-2-2 5 0,-1 1 1 0,0 2 1 0,-2 0-5 15,-2 1 7-15,1 0-6 0,-2 1 9 0,1 0 1 0,-2-1-10 16,-2-1 3-16,0-2 10 0,1 1-9 0,0-2 10 0,0 0-6 16,0 1-5-16,0-1-10 0,-1 0 1 0,0-1-1 0,2-1 12 15,2-1-6-15,0 1-1 0,2-2-45 0,0 1 3 0,1-1-16 16,0-1-36-16,-1 1-17 0,1-1-24 0,0 0-133 0,-1 1-71 0,0-1-21 15</inkml:trace>
  <inkml:trace contextRef="#ctx1" brushRef="#br1" timeOffset="79681.52">6014 13658 873 0,'0'-3'-99'0,"0"-1"170"0,0 2-26 0,2 0-40 0,-2 0-14 0,1-1 16 15,1 1-13-15,-1 1 15 0,1-1-3 0,1 0-6 0,-1 0 17 0,0 0-9 0,0 1 12 0,1-1 0 0,0 1 4 0,-1-2 6 0,0 2-15 0,2-1 17 0,-2 2-16 0,0-2 17 0,1 1-2 0,-1 0-7 0,0 1-8 0,0-2 21 0,2 0-13 0,-1 1 43 0,0-1-15 0,2 1-14 16,-1 0-26-16,2 0 18 0,1-1-16 0,1 1 20 0,-1 1-6 16,1-1-10-16,2-1-22 0,-1 2 7 0,0 0-6 0,0 0 20 0,-1 0-1 15,1 0-8-15,1 0-14 0,0 2 20 0,3-1-16 0,-3 2 24 16,-1-1-7-16,0-1-8 0,-2 4-13 0,-1-1 13 0,1 1-8 15,-1 1 12-15,-3 0 1 0,-4 0-12 0,0 2-12 0,-1 0 18 16,-2 1-15-16,4-2 19 0,0 0 0 0,0-2-6 0,-1 3-14 16,2-2 10-16,3 0-9 0,-3 1 16 0,0 0 2 0,-6 0-5 0,0-1-7 15,-2-1 7-15,1 2-7 0,0-2 5 0,1-1 0 0,1 0-2 0,-1-3-5 16,2 1 4-16,-1 0-4 0,2-1 6 0,1 0 3 16,0 1 0-16,1-2-14 0,0 0 16 0,1 0-15 0,0 0 19 15,-1 1-2-15,2 0-6 0,-1 2-16 0,1-2 15 0,0 2-11 16,-1-3 23-16,1 3-3 0,-2 0-10 0,2-1 0 0,-2 2 3 0,2 0-1 15,-1-3 8-15,-1 2 2 0,0 1 0 0,0-2-9 0,-3 2 12 16,0 1-9-16,1-1 14 0,-2 3 6 0,1-2-9 0,-1 0 2 16,-1 0 21-16,0-1-18 0,0 1 15 0,2-1-5 0,-1 0-9 0,1-1-5 15,0-1 3-15,0 0-3 0,0 1-9 0,2-1 1 16,0-2-6-16,0 3-6 0,-2-2 6 0,3 1-7 0,-2-1-1 0,1-1-7 16,-1 0-8-16,-2 0-31 0,0 0 1 0,-2-1-12 0,-1 2-63 15,0-1-35-15,-3 0-36 0,-3 1-317 0,-1 3 325 0</inkml:trace>
  <inkml:trace contextRef="#ctx1" brushRef="#br1" timeOffset="82145.17">18444 3226 217 0,'0'-4'148'0,"-1"-1"-54"0,0 2 83 0,-1-1-52 0,1 0 7 0,1 1-44 15,-1-1 18-15,1 1-13 0,0 0-25 0,0-1-16 0,0 2 19 0,0 0-26 0,1 0 30 0,-1 1-7 0,0-2-17 0,1 0-8 0,-1 2 18 0,0 0-24 0,0 0 14 0,0-2 0 0,1 2-7 0,-1-1-22 0,0 2 20 0,1-1-26 0,-1 1 36 0,1-1-7 0,-1 1-12 0,0 0-17 0,0 0 16 0,1 0-20 0,1 0 18 0,0 2 1 0,0-2-10 0,-1 0-14 0,2 3 20 16,0 1-22-16,0-2 27 0,1 4-7 0,0-1-14 0,0 1-12 16,1 0 15-16,0 1-14 0,1 1 23 0,1-1-8 0,-2 1-11 15,2 1-11-15,0 0 10 0,0 0-7 0,0-2 18 0,2 2-3 16,0 2-7-16,0 0-7 0,2-1 5 0,-2-1-4 0,2 0 9 15,0-2 0-15,-1 2-3 0,-1 0-16 0,-1 0 10 0,-5-2-11 16,-2 1 14-16,1-2-6 0,0 0-6 0,3-1-16 0,2-2 0 0,-1 3-1 16,0-5-8-16,1 3-24 0,0 0-17 0,1-3-10 0,0 1-50 15,0 0 22-15,-3-2-266 0,1 0-73 0,1-2-97 0</inkml:trace>
  <inkml:trace contextRef="#ctx1" brushRef="#br1" timeOffset="82497.61">18906 3069 1294 0,'-2'-1'123'0,"0"-1"60"0,0 1-19 0,2 1-34 16,-1 0-40-16,1 0-63 0,0 0 12 0,0 1-30 15,0 2 12-15,0 3 2 0,0-1-7 0,-1 3 1 0,0 1 18 16,-1 0-18-16,-1 3 34 0,1 2-3 16,0 0-8-16,0-2-11 0,-1 4 8 0,0-2-14 0,-2 4 20 0,2 4-11 15,-1 1-5-15,-3 4-17 0,1-6 7 0,1 0-9 0,-2 1 17 0,1-5-6 16,2 5-7-16,-3 4-11 0,1-1 8 0,1 4-8 16,-2-3 11-16,3-1-3 0,-1-3-4 0,1 1-5 0,-1-2 2 15,1 5-3-15,-1-2 6 0,2-7 1 0,-2 0-2 0,3-5-9 16,-1-1 6-16,-1 1-5 0,2 1 11 0,0-1 0 0,1-2-3 15,1-1-6-15,-1 0 2 0,1-3-3 0,0 1-11 0,0-1-9 16,1-2-10-16,0 1-33 0,-1-4-9 0,1 2-4 0,0-3-63 0,0 0-18 16,0 0-22-16,0 0-137 0,2-3-133 0,-2 1-5 0</inkml:trace>
  <inkml:trace contextRef="#ctx1" brushRef="#br1" timeOffset="83296.53">19142 3423 449 0,'-3'0'104'0,"1"0"38"0,0 2-4 0,1-2-32 0,-2 1-14 0,2-1-16 15,1 0-19-15,-1 0-18 0,1 0 22 0,6 1-26 0,-6-1 29 0,1 0-7 0,0 0-14 0,-5 0 1 0,4 0 21 0,2-1-19 0,-1 1 43 0,1 0-11 0,0-1-17 0,2 1-6 0,-2 0 8 0,1-2-14 0,0 2 6 0,0-1-6 0,0 0-13 0,2 0-20 0,1-1 11 0,-2 0-18 16,2 1 17-16,-1-1-6 0,1 1-8 0,1 0-10 15,0-2 9-15,1 1-10 0,1 2 6 0,0-2-2 16,0 0-5-16,-1 0 0 0,0 1 3 0,-1-1-3 0,1 2 1 16,-1-2 0-16,0 1-4 0,0 0-5 0,1-2 10 0,-1 2-7 0,-2 0 9 15,1 1-5-15,-1 0-11 0,0-2-25 0,-1 2 12 0,2-1-13 16,-2 1 3-16,0 0-8 0,0 0-14 0,0 0-20 0,-1 0-17 16,-1 1 3-16,1-1-59 0,-2 2-24 0,1-1-12 0,-1 0-195 0,-1 2 224 15</inkml:trace>
  <inkml:trace contextRef="#ctx1" brushRef="#br1" timeOffset="83595.34">19188 3553 694 0,'-3'1'88'0,"2"0"62"0,0-1-18 0,1 2-25 16,0 0-26-16,1-1-30 0,0 1 17 0,3 0-26 0,-1 0 34 15,-1-1-5-15,2 0-11 0,0-1-6 0,1 1 16 16,0-1-22-16,2 0 25 0,1 0-7 0,-1 0-12 0,1 0-27 16,-2-1 9-16,1 1-20 0,2-1 8 0,-1 0-9 0,1-1-9 15,0 1-15-15,-1-2 10 0,1 2-8 0,1-1 24 16,-1-2-7-16,0 3-11 0,0-3-26 0,2 0 6 0,-1 1-12 15,4-2-38-15,-1 0-56 0,0-1-22 0,4 1-380 0,-2-3 311 16</inkml:trace>
  <inkml:trace contextRef="#ctx1" brushRef="#br1" timeOffset="84561.59">19979 3922 416 0,'0'-3'180'0,"-1"0"-73"0,0 1 104 16,0-3-81-16,0 1 29 0,0-1-55 0,0-2 19 0,-1 2-18 0,1-2-28 0,0-1 3 0,0 1 8 0,1-2-15 0,-1 1 7 0,0-1-10 0,1 0-13 0,0-3-16 0,-1 1 13 0,1 0-21 0,0-5 17 0,0 2-4 0,0-3-9 0,0-4-11 0,0 0 11 0,0-1-14 0,0-2 8 0,0 3-5 0,1-1-12 15,0 1-12-15,1-1 17 0,2-1-18 0,-1 0 22 0,0 0-5 0,2 2-8 0,-1-1 0 0,2 3 2 0,0 0-2 0,1 0 0 0,1 1-1 16,1 0 0-16,0-1-13 0,-1 1 10 0,2 0-8 0,-1-3 15 0,1 4 0 16,3-4-7-16,-2 1-9 0,0 0 5 0,0 2-4 15,-2 4 6-15,-5 4 1 0,-1 1-5 0,0-1-5 0,1 4 8 0,5 2-6 16,0 0 9-16,-1 3-2 0,1-3-6 0,-2 0-5 0,1 3 10 0,0-2-6 16,0 3 8-16,-1 0 1 0,-2 3-6 0,1 2-3 0,-2 0 4 15,0 3-4-15,-2-1 6 0,-1-2 0 0,0 2-1 0,-1 0-1 16,0 2 3-16,0 4-3 0,-2 0 1 0,0 0 0 0,-2 1-2 0,0-1 0 15,-2 1 0-15,1-1 0 0,-2-3 4 0,1 0-4 0,1-1 1 16,-1-1-7-16,1 1 6 0,0-2-3 0,1 0 6 0,0-2 1 16,1 1-5-16,1-2-5 0,-1 1 6 0,2-1-4 0,1 0 5 0,0-2-2 15,2 1-5-15,2 0-3 0,-1-1 7 0,2-1-5 16,0 2 15-16,3 0-2 0,0-1-5 0,2 1-1 0,0 2-1 0,-1-1 1 16,0 2-1-16,-3-2-1 0,-2 2 2 0,2-1-9 0,-3 0 10 15,2 2-6-15,-2-3 13 0,-1 1-1 0,2-1-7 0,-2 2-4 16,-1-2 8-16,0 2-5 0,-1-2 6 0,0 3 1 0,-2-4-3 15,-1 3-9-15,-1 1 10 0,-1-2-9 0,-1 2 14 0,-1 0-1 16,-2 1-4-16,-2 0-4 0,-2-1 2 0,-1 0-2 0,-2 1 9 0,2-2-2 16,0-1-2-16,1 0-5 0,1-2 4 0,5-1-4 0,0 1 7 15,1-3-3-15,1-1-1 0,-4-2-11 0,-1-1 7 0,3-1-8 16,1 0 0-16,2-1-6 0,3-1-11 0,0 1-25 0,1-2 9 16,1 0-13-16,2 1-8 0,1 0-8 0,0 0-18 0,3 0-49 15,-2 0-22-15,3-1-7 0,0 1-113 0,-1 2-47 0,1-1-36 0</inkml:trace>
  <inkml:trace contextRef="#ctx1" brushRef="#br1" timeOffset="84950.46">20352 3470 395 0,'-2'1'147'0,"1"1"21"0,-1 1 3 0,0 0-58 0,1 2 9 0,1-2-26 0,0 1-25 0,0 0-35 0,0 1 15 0,1 0-24 0,2-1 10 0,-2 1-7 0,1-1-11 0,-1 1-4 0,1-2 15 15,-1 2-12-15,2-2 38 0,-2 0-6 0,1 0-13 0,0 0-5 0,1-3 18 0,-1 2-19 0,0-1 22 0,0 1-10 0,1-2-11 0,0 1 3 0,0-1-3 0,2 0 2 0,-1-1 5 0,1-1-6 16,0 1-3-16,2-1-11 0,-1 2 3 0,2-3-7 15,-2 0 1-15,1 2 0 0,0-1-3 0,0-1-13 16,-2 0 11-16,1 1-11 0,-2 1 33 0,-1-1-2 0,-1 0-3 0,0-1 4 16,-1 2 8-16,-1-2-3 0,0 3 16 0,0-2-7 0,-1-1-4 0,-1-1-9 15,0 1 5-15,-2-1-6 0,1 0-2 0,-2-1-6 0,2 2-6 16,-2-2-6-16,2 1-5 0,-1 0 2 0,0 1-6 0,0 3 0 16,0-3 0-16,0 2-17 0,-1 1 14 0,1-2-14 0,-1 2 4 15,1 0-11-15,1 0-15 0,-1 0-35 0,1-1-3 0,1 1-9 16,-1-1-55-16,3 1-42 0,0-1-38 0,0 1-293 0,1 0 313 0</inkml:trace>
  <inkml:trace contextRef="#ctx1" brushRef="#br1" timeOffset="86058.6">20923 3119 1261 0,'0'0'-236'0,"0"-1"499"0,0 1-60 0,0 0-67 0,0 1-78 0,0 0 24 0,2 2-42 0,-1 2 36 0,2 1-11 0,0 1-22 0,0 3-32 0,-1-4 23 0,0 1-30 0,2 2 31 0,-2-2-13 0,0 6-15 0,1 1-2 0,-1 0 1 16,0-1 1-16,0 2-1 0,-1-4-2 0,1 1-2 0,0 0-17 0,-1-2 17 0,0-1-14 0,0 1 30 0,0-2-10 0,0 0-11 0,0-2-18 0,-1 1 3 0,2 0-5 0,-2-2-22 15,0 0-17-15,0 2-12 0,-2-3-56 0,1 1-45 0,-1-1 26 0,0 0-239 0,-1-1 235 0,-2 0-21 0</inkml:trace>
  <inkml:trace contextRef="#ctx1" brushRef="#br1" timeOffset="86234.12">20816 3304 1248 0,'-1'-3'147'0,"0"-1"90"0,1 1-44 0,1-1-43 0,1 0-50 0,1 1-41 15,2-2 4-15,0 1-19 0,1-1-1 0,0 2-14 16,0-1-14-16,3 0-16 0,-1-2 6 0,1 1-7 0,1-2 9 15,0 2-1-15,1 0-7 0,-1-1-37 0,1 2-8 0,1-1-7 16,3 0-107-16,1 0-91 16,-1 2-35-16</inkml:trace>
  <inkml:trace contextRef="#ctx1" brushRef="#br1" timeOffset="87326.91">21382 3738 904 0,'-1'-3'-538'0,"-2"-3"1003"0,1 1-116 0,1-1-186 0,0 0-57 0,1-2 25 0,0 0-48 0,0-1 13 0,0 0-17 0,0 0-26 0,0-1-6 0,0 2 17 0,1-1-18 0,-1-1 25 16,0-1-5-16,1-3-14 0,-1-2-17 0,1 0 21 0,-1 1-27 0,1-2 25 0,-1-1-8 0,2 1-15 0,-1-4-2 0,0 4 7 0,0-3-10 0,0 2 2 0,1 1-4 0,-1 0-8 0,1-1-1 0,0 0 6 0,-1 3-8 0,1-2 3 0,0 0-2 0,1 1-4 15,-1-2-8-15,1-1 7 0,1-1-7 0,-1 1 8 0,2 0-1 16,-2 2-8-16,3 1 7 0,-2 5 1 0,2-1-2 0,-1-1-5 0,1 3 1 15,1-2 1-15,2 1-2 0,0-1 6 0,0 1-5 16,2 2 11-16,0 0-4 0,0-2-4 0,5 4-6 0,0-1 6 0,-1 2-5 16,2 0 13-16,-2 1-3 0,-2 2-7 0,-6-1-15 0,-1 1 11 15,-1 1-9-15,1 2 19 0,3 0-3 0,-1 0-7 0,0 0-8 16,-2 0 8-16,1 3-7 0,-1 1 17 0,-2 0-3 0,1 1-5 0,-2 2-10 16,-1 0 8-16,-1 1-5 0,-1 1 15 0,-1 1-2 15,-1 0-5-15,-1 2-2 0,-2-1 0 0,0 0-1 0,-2-1 1 16,0 1 0-16,-1 0 1 0,0-1-9 0,1-4 6 0,-1 1-5 0,1-2 10 15,0 0-1-15,0 1-3 0,6 2-15 0,-1-2 15 0,2 0-11 16,-1 1 19-16,-6-2-3 0,3 1-10 0,-1 0-9 0,1-1 12 16,0-1-8-16,2-2 12 0,1 2 2 0,1-1-6 0,0-1-12 0,1 1 14 15,0 0-12-15,0-1 20 0,2-1-2 0,-1 1-6 0,1 0-2 16,2-1 2-16,-1-1-2 0,2 3 3 0,-2-2 3 0,2 1-4 0,-2-1-4 16,-4 3 4-16,0-2-4 0,-1 2 7 0,0 0-1 15,6 0 0-15,-2 1-8 0,0-1 6 0,2 2-4 0,-2-2 10 0,2 1-3 16,-2-1-3-16,2 0-4 0,-3 0 4 0,1 1-1 0,-1 0 4 15,-2 0 3-15,0-2-4 0,-1 2-2 0,-2-1 10 0,1 1-9 16,-4-1 6-16,2 1 0 0,-2 0-3 0,-1 0 0 0,-2-1 4 0,0 0-3 16,5-1 3-16,-1 1-1 0,1 0-1 0,-3-3-5 0,-7 1 6 15,-1-2-4-15,0 0 8 0,2 0-1 0,0-3-5 0,2 1-13 16,1-1 11-16,0 0-10 0,1 2 16 0,2-3-4 16,2 2-6-16,0 0-12 0,2 1 2 0,-1-1-4 0,2 0-16 0,1 0-3 15,0 0-8-15,1 1-46 0,0-1-3 0,1 0-15 0,2 0-75 0,1 1-41 16,-1-2-39-16,2-1-396 0,-1 4 414 0</inkml:trace>
  <inkml:trace contextRef="#ctx1" brushRef="#br1" timeOffset="87571.06">21867 3330 1468 0,'1'3'144'0,"0"2"3"0,0-1 13 0,2 3-55 0,-1 1-7 15,1 0-22-15,-1 1-31 0,2 0-21 0,-2 1 5 0,0-1-13 0,-1 2-4 0,2-1-1 0,-2-1-4 0,0 0-8 0,1 0 7 0,-1-1-9 0,0 1 13 0,-1-1-4 0,0-1-5 0,0 2-21 0,0-1-12 0,0 0 0 0,0 1-81 0,0 0-54 0,-1-2-20 16,1 2-394-16,0-1 340 0</inkml:trace>
  <inkml:trace contextRef="#ctx1" brushRef="#br1" timeOffset="92292.57">22249 3053 256 0,'-4'-3'13'0,"1"1"222"0,2 1-61 0,-1 0 26 0,1-2-123 0,-1 1 7 0,2 0-29 0,0 2 18 16,0-2-2-16,0 1-10 0,0-1-6 0,2 0 17 0,-1 0-24 0,0 2 15 0,-1-1-7 0,1 0-9 0,0 1 7 0,1-1 9 0,-1-1-9 0,2 2 16 0,-2 0-7 0,1 0-9 0,-1 0-21 0,1 2 20 0,1 0-27 0,-2-1 15 0,0 3-8 0,0 1-16 0,0 2-9 0,1 0 1 0,-1 2-5 0,1 3 8 0,0 0-6 0,-2 0-3 15,2 4-8-15,-1-2 10 0,0 1-7 0,2-1 17 0,-1-1-8 0,0 1-10 0,0 1 3 0,1 1 7 0,-1-1-1 0,1-3 2 0,1-2-4 0,-1 0-5 0,1-1-11 0,-1 1 12 16,0-1-8-16,-1 0 4 0,1-2-8 0,-1 0-14 0,0 2-50 0,0-1 39 0,-1-3-34 0,1 2 45 0,-1-4-15 0,0 1-32 0,0 0-32 0,-1 0 4 0,0-2-17 0,0 0-93 0,0 0-64 0,-1 0-63 0</inkml:trace>
  <inkml:trace contextRef="#ctx1" brushRef="#br1" timeOffset="92585.47">22268 3021 388 0,'0'0'167'0,"-1"-1"-66"16,0 0 96-16,-1 0-80 0,1-1 7 0,0 1-44 0,0 0-41 16,0 1-15-16,1 0-19 0,0 0-14 0,0 0 3 0,0 0-4 15,0 0-6-15,0 0-14 0,0 0-15 0,0 0-54 16,1 0-3-16,-1 0-4 0,1 0-58 0,0 0 99 0,-1 0-9 15</inkml:trace>
  <inkml:trace contextRef="#ctx1" brushRef="#br1" timeOffset="93338.78">22510 3016 775 0,'-6'0'190'0,"-1"0"44"15,0 0-97-15,-1 0-4 0,3 0-29 0,-2 3-32 0,0-1-45 0,2 0 25 0,-2 2-34 0,0-1 25 0,0 1-8 0,1 1-14 0,-1 2 3 0,-1 0 2 0,-1 1-3 0,-1 0 9 0,-1 1-3 0,0 0-5 0,-2 1-2 0,3 0 7 0,0-1-7 0,0 1 5 0,2 1 0 0,-1-2-8 0,0-3-6 0,1 0 9 0,0 0-11 16,0-3 8-16,2 6-1 0,0-3-5 0,-1 1-8 16,1 0 14-16,-1 0-15 0,-2 1 15 0,2-2-4 0,-1 2-7 0,2 1-15 15,-2-1 16-15,0-1-15 0,0 1 23 0,0-2-5 0,0 1-9 16,2 1-3-16,-1-2 1 0,1 0-1 0,1-1 6 0,0 1-2 16,1-1-3-16,0-1-5 0,1-1 2 0,1 3-2 0,-1-3 4 15,1 0-3-15,1 1-5 0,-1-2-28 0,1 1 6 0,-1-1-11 16,2 0-4-16,-1 0-8 0,1 0-11 0,0-1-40 0,-1-1-13 15,1 1-9-15,0-1-133 0,0 1-92 0,2-1-76 0</inkml:trace>
  <inkml:trace contextRef="#ctx1" brushRef="#br1" timeOffset="93827.54">22547 3198 1119 0,'0'0'290'0,"-2"-1"-182"0,0 0 91 0,1 1-79 0,1 0 7 0,-1 1-48 0,1 1-49 0,1 1-2 0,0 2-11 0,2 2-6 0,1 0 12 0,0 1-14 0,1 2 23 0,-1-2-8 0,2 1-8 0,-2 1-15 0,1 0 12 0,0 0-13 0,1-1 17 0,-2 2-6 0,1-2-11 0,-1 1-5 0,0-1 8 0,-6 1-6 16,-1 0 9-16,1-1-3 0,-1-2-6 0,4 0-14 0,1 1 9 16,-2-2-10-16,1 1 7 0,-1-1-5 0,0-2-6 0,1 1-26 15,-1-1-8-15,0 0 1 0,-1 0-46 0,1-2-17 0,-1 0-5 16,1 0-102-16,0-2-78 0,-1 0 8 0</inkml:trace>
  <inkml:trace contextRef="#ctx1" brushRef="#br1" timeOffset="94039.34">22525 3231 1132 0,'2'-7'-234'0,"-1"3"490"0,0-2-53 0,2 3-68 15,1-2-71-15,3 1 6 0,0 0-32 0,2 2-4 0,0-2-12 16,-3 0-9-16,2 1-19 0,0 0 16 0,-1 0-13 0,-3 0 23 16,-3 1-9-16,3 1-11 0,0-2-5 0,4 2 7 0,2-1-2 15,0 2 7-15,1 0-2 0,-2-1-9 0,2 1-23 16,-2 0 7-16,-1 0-15 0,-1 1-35 0,-1-1-31 0,-3 0-12 16,1 2-108-16,-2 0-99 0,-2 0 6 0</inkml:trace>
  <inkml:trace contextRef="#ctx1" brushRef="#br1" timeOffset="94229.21">22589 3377 566 0,'2'2'312'0,"-1"-1"105"16,2 0-228-16,-1-1-13 0,0 2-32 0,3-2-48 0,-5 0-40 15,0 0 4-15,0 0-25 0,0-2-9 0,6 1-7 16,2 0-5-16,0-1-17 0,0 0 6 0,1-1-8 0,1 1 11 0,1 0-12 15,0 0-10-15,3-1-53 0,-2 1-53 0,0 0 19 16,-1 0-325-16,1 2 265 0,3 0-37 0</inkml:trace>
  <inkml:trace contextRef="#ctx1" brushRef="#br1" timeOffset="95474.19">23345 3009 604 0,'-4'1'237'0,"2"2"55"0,0-1-122 0,0 2-21 0,2 0-28 0,0 1-36 0,1 0-33 0,1 1 18 0,1 3-29 0,1-1 15 0,-1 2-10 0,-1 1-20 15,2-1-25-15,-1 1 12 0,0 1-16 0,2 1 23 0,-1 1-7 0,0-4-5 0,0 1-21 0,1-2 14 0,-1 0-11 0,1 3 28 0,-2-2-8 0,1 2-9 0,-1-1-24 0,0-1 2 0,-2-1-7 0,1 2-25 0,-1-2-7 0,-1-2-9 0,-4 0-48 0,1-1-21 16,-3 0 9-16,1 2-155 0,-2-3 173 0,-1 0-19 0</inkml:trace>
  <inkml:trace contextRef="#ctx1" brushRef="#br1" timeOffset="95643.8">23168 3271 1012 0,'0'-2'135'0,"2"-2"28"0,0 0 37 0,2-1-80 16,4-2 13-16,1-2-17 0,0 2-37 0,2-4-17 15,1 3 17-15,0 0-29 0,0-2 6 0,2 2-17 0,-3 0-19 0,4 2-22 16,-3-1 13-16,1 1-15 0,1 0 23 0,-2 4-10 16,-1 0-10-16,3 1-13 0,-2-1-10 0,3-2 4 0,0 2-63 15,-3-1-30-15,-1 1-13 0,0 2-147 0,-1-2-186 0,-1 2 7 16</inkml:trace>
  <inkml:trace contextRef="#ctx1" brushRef="#br1" timeOffset="96550.15">23894 3723 401 0,'-1'-2'282'0,"-3"2"-132"0,2 0 217 0,-1-2-225 0,1 2 7 0,-1-1-35 0,2-2-10 0,0 3-21 0,0-2-26 0,1-3-19 0,-1 2 23 0,1-3-26 0,-1-1 29 0,1 2-4 0,-1-2-14 0,1-1-9 0,-2 1 17 0,1 0-21 0,0-1 20 0,0 0-7 0,0 2-14 0,1 0-8 0,-1-1 15 16,0 0-17-16,-2-5 22 0,1 0-7 0,1 2-14 0,-1-3-13 0,1 1 12 15,-2-2-14-15,2-1 22 0,0 1-10 0,0-4-7 0,0 2-3 16,1-2 1-16,0 1-1 0,0-3 1 0,1 2-2 0,1-1-3 15,1-1-12-15,0 3 11 0,0 0-9 0,2-1 20 0,-2 1-6 16,2 1-8-16,-2-4-10 0,2 3 9 0,-1-3-5 0,0 1 16 16,0 4-3-16,0-1-6 0,1 2-9 0,-1 3 8 0,1 1-6 15,-1 1 18-15,1 0-3 0,-1-2-5 0,2 2-11 0,0 0 8 0,-1 2-7 16,1 0 13-16,-2 1-4 0,1 0-5 0,-1 0 5 0,1 3-5 16,-1-3 5-16,2 1-5 0,1 3-1 0,-1-3 1 0,0 2-9 15,1-1 8-15,-2 2-6 0,1 0 14 0,0 2-1 0,0 0-6 0,2 2-10 16,-1 0 10-16,0 2-8 0,-2-1 11 0,0 2 2 15,-2-1-6-15,0 1-9 0,1 0 10 0,-1 0-7 0,-1 0 16 0,0 2-4 16,-1-1-4-16,1-1-7 0,0 1 6 0,-1 0-5 16,-1-1 6-16,0 0 1 0,0 0-4 0,0 3-13 0,-1 1 14 0,-1-2-11 15,-1 4 19-15,-1-6-4 0,0 0-9 0,-2 2-8 0,0-1 13 16,0 3-11-16,-2-1 15 0,2 0-3 0,-1-1-4 0,4 2-8 0,0-3 10 16,1-1-7-16,0 1 15 0,2 0-3 0,0-3-5 0,2 3-13 15,0-3 13-15,1-1-9 0,2 0 20 16,-1-1-3-16,1 2-6 0,0 0-7 0,-1-2 6 0,0 3-5 0,-1 0 13 15,0-1-3-15,-1 1-3 0,0 0-2 0,0 1 1 0,-2 0-1 0,0 0 5 16,-1 1 0-16,0-1-2 0,-1 0 6 0,-3 0-2 0,0 1 4 16,-2-2 3-16,-1 1-5 0,0-1-1 0,1 1-12 0,-2-1 16 0,1 1-11 15,-1-2 21-15,0 2-5 0,0-3-11 0,1 2-11 0,-1-1 7 0,2-1-6 16,0 1 9-16,2 0-2 0,0-1-7 0,2-1-35 0,-2-1-2 16,3 0-11-16,-1 0-43 0,-1 0-23 0,2-1-24 0,0-4-192 15,1 1-219-15,0-1-1 0</inkml:trace>
  <inkml:trace contextRef="#ctx1" brushRef="#br1" timeOffset="97130">24217 3327 952 0,'-3'-2'-212'0,"2"1"444"0,-1 1-46 0,0-2-61 0,1 1-46 0,1 1 5 0,0-1-25 0,1 0-6 0,1-1-8 0,-1 1-11 0,1-2-13 0,-1 3 20 0,2-1-23 0,0-1 26 0,-1 0-2 0,1 1-10 0,2 0 5 0,-1-1 4 0,1 2-8 0,0-1 11 0,0 1-4 0,0-1-7 0,1 0-17 0,1-1 11 0,0 2-17 0,0 0 20 15,1-1-8-15,1 1-7 0,0 0-6 0,0 0 5 0,1 1-5 16,2 1 3-16,-2-1 0 0,0 0-4 0,-1 0-17 0,-3-1 16 16,0 2-16-16,-1 0 26 0,-3 0-1 0,-1 0-9 0,0-1-8 15,-1 3 6-15,-1 0-6 0,-2 1 12 0,-2 2 0 0,-1-2-5 16,-1 1-13-16,-2 2 14 0,0-1-11 0,-1 2 24 0,-1-1-2 16,1 0-7-16,1 1 0 0,0-2 12 0,2 1-7 0,0 0 20 0,2-1-6 15,1-1-8-15,2 0-19 0,0 0 16 0,1 2-14 0,1 0 22 16,3-3-3-16,-2 3-9 0,2-3-13 0,0 0 10 15,2 1-10-15,1-2 18 0,-1 1-4 0,1-1-7 0,0 1-12 16,1-1 8-16,1 0-7 0,0 0 8 0,0 0-3 0,0-1-7 0,0-1-20 16,-2 0 1-16,1 1-9 0,0-2-35 0,-2 0-11 0,1 1-17 0,1-2-103 15,-1 0-67-15,1 0-32 0,0-2-73 0</inkml:trace>
  <inkml:trace contextRef="#ctx1" brushRef="#br1" timeOffset="98853.4">25089 2997 307 0,'1'-1'234'16,"3"0"-78"-16,-4-2 175 0,0 0-153 0,0 1 25 0,-1-1-67 0,1 3 3 0,0-1-24 0,-1 0-38 0,1 1-20 0,-1-1 20 0,1 1-28 0,0 0 19 0,0 0-11 0,0 0-16 0,0 0-6 0,-2-2-4 0,-1 5-3 0,0-1-9 0,-1 5 0 0,-1-2-1 0,-2 4 4 0,1 0 6 0,-2 1-5 15,-1 4 9-15,-1-1-8 0,0 2-7 0,-3 3-20 16,2 1 16-16,0 1-16 0,-3 0 19 0,2-5-2 0,0 2-12 16,0 0-1-16,2-2 1 0,0 3-2 0,0 0 4 0,1-1-1 15,0-5 1-15,0 1-13 0,1-3 10 0,3-1-9 16,-2 0 7-16,2 0-7 0,1-2-12 0,0-1-16 0,1 1-4 0,0-2-3 15,0 0-35-15,1 0-10 0,0-1-14 0,0 0-82 0,1-2-29 16,0-1-15-16,-2 1-239 0,1-2 280 0,1 0-42 0</inkml:trace>
  <inkml:trace contextRef="#ctx1" brushRef="#br1" timeOffset="99079.24">24775 3042 1436 0,'0'0'-211'0,"0"0"467"16,0-1-54-16,0 1-59 0,1 1-73 0,1 0 22 0,0 2-42 16,1 1 35-16,2 1-9 0,0 0-16 0,3 3-13 0,1 1 10 15,0 0-20-15,4 1-7 0,-2 0-5 0,2 2-10 0,3 2-9 16,0 0 12-16,-1-3-13 0,3 2 15 0,-1 1-4 16,1 0-10-16,2 7-3 0,-2-5 4 0,3-2-6 0,0 0 0 15,0-2-9-15,-1-1-9 0,-6 1-26 0,-3-3-10 16,-2 1 3-16,0-1-97 0,3-1 6 0,0 0-24 0,1-1-127 15,-2 0-153-15,1-2-30 0</inkml:trace>
  <inkml:trace contextRef="#ctx1" brushRef="#br1" timeOffset="100228.07">25426 3246 1170 0,'0'-2'142'0,"-2"1"116"0,1 0-90 0,1 1-40 0,-1 1-50 0,1 0-48 0,0 3 22 0,0-1-31 0,0 3 50 0,0 0-9 0,0 2-13 0,0 4-12 0,1-2 7 0,0 1-14 0,1 1-1 0,0-1-4 0,0 2-11 0,0 1-6 0,2 0 6 0,-1 2-8 0,0-2-1 16,2 0 0-16,-2-3-5 0,1 2-1 0,-1-1 3 0,-1-2-4 0,2 2 9 15,-1-3-3-15,0-1-4 0,1 0-26 0,-1-1-1 16,-1-2-5-16,1 1-2 0,-1-2-14 0,-1 0 1 0,-1 0-53 15,0-4-24-15,0 1 14 0,0-1-91 0,0 0-59 0,-1 0-9 16</inkml:trace>
  <inkml:trace contextRef="#ctx1" brushRef="#br1" timeOffset="100443.32">25236 3340 1078 0,'-1'-1'145'0,"0"0"83"0,1-1-11 0,0 1-44 0,2-1-53 0,1 0-43 16,3-2 16-16,0 1-33 0,2-1 9 0,1 0-15 15,1 0-20-15,4 0-18 0,2 0 9 0,2 1-14 0,1-3 3 16,-1 3-4-16,-1-1-8 0,3 2-2 0,-2-1 5 16,2 0-5-16,2 1 3 0,-1 2-1 0,0-2-2 0,1 0-8 15,0 0-17-15,-3 0 5 0,-2 1-89 0,-10-1-45 0,0 1-19 16,0 0-280-16,-1 1 255 0</inkml:trace>
  <inkml:trace contextRef="#ctx1" brushRef="#br1" timeOffset="102089">26124 2960 1040 0,'-1'0'201'0,"0"0"28"15,1 0-73-15,0 0-53 0,0 3-20 0,1 0-31 0,2 4-26 0,0 1 21 0,1 0-26 0,2 4 31 0,-2-2-15 0,3 2-14 0,0 1-24 0,-2-1 11 0,2 1-13 0,0 3 17 0,-2-5-4 0,0 3-12 0,0 0-6 0,-1 0 11 0,-1-1-8 0,0-1 23 0,0-3-13 0,-1 0-6 0,0 0-32 0,-1 1-10 0,2 0 3 16,-3 0-43-16,0-2-8 0,-2 1-2 0,1-1-28 0,-1-2-28 0,0 0 27 0,0-2-105 0,-2 0-18 0,2-1-4 0</inkml:trace>
  <inkml:trace contextRef="#ctx1" brushRef="#br1" timeOffset="102243.96">25986 3150 584 0,'1'0'147'0,"0"0"139"0,3-3-43 15,0-1-48-15,0 2-52 0,4-2-51 0,0-1 12 0,2-1-33 0,3 1 1 16,-1 0-22-16,0 1-21 0,1 2-25 0,-7-2 2 15,1 1-6-15,-1 0 10 0,1-1-3 0,4 2-1 0,1-1-16 16,0-1 3-16,2 3-10 0,2-3-49 0,-2 1-43 16,2 1-23-16,0 0-197 0,-2 1 180 0</inkml:trace>
  <inkml:trace contextRef="#ctx1" brushRef="#br1" timeOffset="103277.05">26584 3517 707 0,'2'9'-430'0,"-2"-4"782"15,0-2-63-15,-2-2-149 0,2 1-25 0,0 0 12 0,0 0-46 0,2 0-13 0,-2-2 5 0,1 0 0 0,-1 0-23 0,1 0 34 0,-1 0-42 0,0 0 46 0,0 0-19 0,0 0-21 0,1-4-4 0,0 1 0 0,-1 1-4 0,0-2-1 0,0 0-2 0,1 0-6 0,-1-1-1 0,0 1 6 0,-1-1-8 0,0 0 10 0,0 0-7 0,0-2-8 0,0 2-4 0,1-2 8 0,-3 0-8 0,2-1 11 0,0 1-4 16,0-1-4-16,0 0-11 0,0-1 7 0,-2 0-10 0,1 1 15 16,1-3-5-16,-1 1-6 0,4 0-5 0,3-2 4 0,-2 2-6 15,0-1 1-15,-3 2 2 0,0-3-3 0,-1 2-3 0,1-2 2 16,0 1-3-16,0-1 4 0,0-1 0 0,0 1 2 0,0-1-9 15,0-3 2-15,0 1-3 0,1 0 6 0,0-1 1 0,2 0-1 0,-7 3-17 16,1-2 17-16,0 0-15 0,-1 3 23 0,5-1-1 0,2 0-9 16,-2 3-10-16,1 0 12 0,-1 1-11 0,2 0 15 0,-1 2 0 15,0 0-5-15,0 0-8 0,0 1 7 0,1 1-6 0,-1 0 11 0,0 1-1 16,1-1-4-16,1-1-10 0,0 3 12 0,1-4-9 16,0 3 15-16,1-2 0 0,0 1-8 0,0-2-13 0,2 2 14 15,-1 1-11-15,2-1 20 0,0 2-2 0,1-3-9 0,-2 3-7 0,-1 1 10 16,-2 0-7-16,2 2 13 0,-3 0-2 0,2 0-4 0,-1 1-9 15,0 2 8-15,-1-2-5 0,-1 3 10 0,0 0 1 0,-2-1-5 0,1 2-5 16,-1 2 4-16,0-1-3 0,-1 2 10 0,0 0-2 0,-1 1-4 16,0-2-4-16,-2 1 3 0,1 0-2 0,-1 1 6 0,-2 0-3 15,1-2-3-15,-1 2-8 0,0-1 10 0,0 0-4 0,1 2 11 16,-2-1-2-16,1-2-7 0,0 1-10 0,-1-1 10 0,1-1-6 0,-2 2 13 16,1-1-2-16,1 0-5 0,0-2-1 0,1 0-2 0,1-1 1 15,0 0 2-15,2-2-3 0,0-1 0 0,0-1-4 0,1-1 3 16,0-1-1-16,0-1 6 0,0 3 1 0,0 0-2 0,1 0-9 15,0 0 9-15,0 0-8 0,2 0 11 0,1 0 0 0,0 0-2 0,1 0-11 16,-1 1 10-16,2-1-8 0,-1 3 16 0,1-2-1 16,-3 0-4-16,2 2-9 0,-1 1 8 0,1-2-7 0,-1 1 12 0,2 0-2 15,1 0-5-15,-2 0-9 0,2 1 9 0,-1-2-4 0,-1 1 14 16,1 1-5-16,1 0-5 0,-1-1-6 0,1 1 5 0,-1 0-2 16,1 1 9-16,-3-1-2 0,-1 1-3 0,0 0-5 0,-1 0 4 0,-2-1-2 15,0 1 11-15,0-1-3 0,-1 1-4 0,-3 0-3 0,1-1 4 16,0 0-3-16,-3 0 10 0,0-1-4 0,0 0-3 0,-1 1-8 15,0-1 10-15,-1-1-6 0,1 2 11 0,-1-3 2 0,-2 2-7 0,1 0-8 16,-2-2 5-16,2 0-6 0,-2 0 7 0,1-1-2 0,0 2-1 16,1-1-14-16,1-1 3 0,0 0-7 0,3 1-11 0,-1-1-9 15,2 0-12-15,1 0-41 0,0 0-20 0,3 0-6 0,1-1-127 16,1-2-41-16,3 2-45 0</inkml:trace>
  <inkml:trace contextRef="#ctx1" brushRef="#br1" timeOffset="103897.05">26874 3214 690 0,'-3'-2'223'0,"-2"1"-118"16,1 0 97-16,-1-1-82 0,2 1 2 0,1 1-42 0,-1-1-38 0,1 1-11 0,1 0-13 0,0 0-6 0,0 0 2 0,0 0-3 0,0 0 13 0,-2 0 1 0,2-1-3 0,-1 1 0 0,1 0 18 0,0 0-17 0,0 0 22 0,-1 0-7 0,1 0-9 0,0 0-7 16,1 0 17-16,0 0-18 0,0 0 17 0,0 0-6 0,0 0-18 0,0 0-15 0,0 0 19 0,0 0-20 0,0 0 26 0,0 0-5 0,0 0-10 0,0 0-5 0,0 0 11 0,-1 1-10 0,3-1 30 0,1 0-7 15,0-1-5-15,0 1-5 0,2 0-2 0,-1 0 0 0,2-2 3 16,-2 2-4-16,2-1-5 0,0 1-10 0,-1 0 9 0,0-1-9 16,0 1 13-16,0 0-4 0,0 1-3 0,1-1-5 0,0 3-1 0,-1-3 0 15,1 3 2-15,-2 1-1 0,0-1 2 0,0 1-10 0,-1-1 8 16,-1 0-5-16,-2 2 16 0,0-1-1 0,0 1-3 0,-2 0-6 15,-2 0 5-15,0 0-4 0,-1 1 6 0,0-3-4 0,0 3-4 0,-1-1-2 16,2-1 3-16,-1 1-1 0,2 0 7 0,1 0-5 0,0-3-3 16,0 4-9-16,2-4 9 0,2-1-7 0,1 2 15 0,3 1-1 15,1-2-3-15,6 1-2 0,3 0 7 0,1 0-3 0,5 0 17 16,1 1-6-16,0 0-2 0,-1-3-13 0,-1 1 2 0,-10 2-1 16,-4-2 8-16,-4-1-3 0,-3 1-5 0,2 1 10 0,-2-2 13 15,0 1-1-15,-2 0 40 0,-3 1-8 0,0 0-2 0,-3 3-18 0,1-3-6 16,-3 4 0-16,-3-1-8 0,-2-1-3 0,-5 0 0 0,-3 1-11 15,2 0 0-15,1-1-1 0,0 0 1 0,3 0-4 0,0 0-2 16,1 1-1-16,0-1-2 0,2 1 2 0,1-2-5 0,4 2-1 16,3-2 0-16,1 0-25 0,2-1 2 0,2 0-11 0,1 0-36 0,0 0-10 15,4-3-17-15,2 0-80 0,3 0-35 0,3-3-21 0,2-1-413 16,-1 0 405-16,1-3-94 0</inkml:trace>
  <inkml:trace contextRef="#ctx1" brushRef="#br1" timeOffset="104694.71">27561 2869 776 0,'0'-2'131'0,"0"2"108"0,-1-2-41 0,1 1-40 0,0 0-42 0,0 1-53 0,-1-2 15 16,1 2-29-16,0 0 36 0,0 0-8 0,0 0-11 0,0 0-4 0,-3 0 6 0,-1 3-14 0,-1 0-4 0,-1-1-5 0,-2 3-13 0,-1 2-4 0,-2 0 8 0,1 1-12 0,0 2 4 0,0 1 0 0,1 0-8 0,-4 2-9 0,3 0 10 0,-2 1-14 0,1 2 11 0,1-4-4 15,0 2-4-15,-1 0-14 0,2-1 10 0,0-2-9 16,0 3 16-16,0-1-3 0,3-1-9 0,-2 1-9 0,1-1 8 16,0-1-8-16,1 3-3 0,0-1-12 0,2-6-12 0,-1 0-30 15,1-2-10-15,0 1 1 0,0 1-74 0,0-2-30 0,0 1-30 0,-1-2-164 16,1 1 219-16</inkml:trace>
  <inkml:trace contextRef="#ctx1" brushRef="#br1" timeOffset="104940.53">27207 2852 1638 0,'0'-1'-219'0,"-2"1"508"0,2-1-73 0,0 1-61 0,0 0-85 15,3 1 6-15,0 2-29 0,2 1 9 0,1 1-7 0,1 1-11 16,0 3-21-16,1 3 16 0,-2-1-20 0,3 2 18 16,0 1-4-16,1 1-10 0,2 2-4 0,-1 0 4 0,1 1-6 15,3 0 4-15,-2-1-7 0,1-1-4 16,0 2-4-16,0-4 1 0,-1-1-1 0,3-1 5 0,-1 1-1 0,0 1-2 0,2 0-13 16,-2-2-22-16,-3-3 11 0,3 0-29 0,-4-3-14 0,-1 3 15 15,1 1-83-15,-3-1-35 0,0 0 17 0,-3 2-180 16,-1-1-169-16,-3 0-52 0</inkml:trace>
  <inkml:trace contextRef="#ctx1" brushRef="#br1" timeOffset="106151.73">27730 3157 331 0,'-4'0'272'0,"3"0"-89"0,0-2 215 0,0 2-221 0,0-2 23 0,1 2-79 0,0 0-23 0,0 0-22 0,0 0-32 0,0 2-7 0,0 0 12 0,1-1-15 0,-1 2 11 0,1 1 0 0,0 0-13 0,0 2 0 0,1-1 6 16,-1 2-11-16,1 2 3 0,0 0-5 0,0 1-6 0,1 1-16 0,0 0 14 0,0-1-16 0,1 0 23 0,0-1-7 0,1-1-10 0,-1-1-12 0,1 1 13 0,-1-2-11 0,2 1 21 0,-1-3-1 0,1 1-9 0,0-3-2 0,-1 2 6 0,1 0-7 15,1-1 7-15,-2-2-4 0,0 0-7 0,0 0-2 0,1-1 10 16,-2 0-7-16,1-1 23 0,-1 0-3 0,0 0-6 0,0-2-4 16,0-1 11-16,0 0-6 0,2 2 19 0,-2-5-6 0,2 2-5 0,-2-1-7 15,2-2 1-15,-1 1-2 0,0-2 6 0,1 0-5 0,-2 0-1 16,2-2-12-16,-2 1 9 0,0 0-8 0,0 0 10 0,0 1-3 15,-1 1-5-15,-1 0-5 0,0 1 5 0,0 2-5 0,-1-1 7 16,0 1-4-16,0 1-2 0,0 1-7 0,-1 0 3 0,0 3-3 16,0 0 9-16,0 3-3 0,0-2-3 0,0-1-12 0,0 0 3 15,0 0-6-15,-1 0-19 0,1 0-13 0,0 0-15 0,0 0-81 0,0 0-67 16,0 0-8-16,0 0-44 0</inkml:trace>
  <inkml:trace contextRef="#ctx1" brushRef="#br1" timeOffset="108265.56">28702 2780 804 0,'-2'-3'220'0,"0"0"3"16,1 3-45-16,0 0-37 0,-1-1-40 0,2 1-33 0,0 0-30 0,0 0-25 0,0 0 9 0,2 1-8 0,-1 3 24 0,1 0 0 0,0 1-8 0,0 3-12 0,1 0 28 0,-1 1-29 0,1-1 34 0,0 1-12 0,-1 0-15 0,1 4-4 0,0-3 0 0,0 2-3 0,0 0-3 15,-1-2-3-15,2 1-6 0,-2 3-4 0,1-2 2 0,0 1-3 16,1 1 1-16,-2-1 3 0,2-1 0 0,-2 1-14 15,-1 0 4-15,1-2-7 0,1 1 19 0,-2-3-3 0,1-1-1 0,-1 1-4 16,0-3 1-16,-1 0-1 0,0 0-11 0,1-1-6 0,-1 0-7 16,0-1-31-16,0-1-14 0,0-1 1 0,0 2-61 15,0-3-10-15,0 0-15 0,0-1-124 0,-1 0-78 0,0 0-21 0</inkml:trace>
  <inkml:trace contextRef="#ctx1" brushRef="#br1" timeOffset="108455.26">28552 3011 1044 0,'10'-1'-260'0,"-7"0"573"0,2-2-48 0,-5 1-69 0,0-1-64 15,1-1 8-15,0 2-44 0,-3-2-20 0,0 0-7 0,0 0-13 16,2-1-21-16,5 2 8 0,2-2-19 0,0 1-4 16,1-1-6-16,1 1-9 0,4-3-9 0,0 0 9 0,3 0-10 15,4-1 15-15,-2 0-4 0,2 1-5 0,2 0-34 0,-3 1-12 16,1-1-2-16,3 2-70 0,0 2-35 0,2-1-14 15,0 0-162-15,-2 1 172 0</inkml:trace>
  <inkml:trace contextRef="#ctx1" brushRef="#br1" timeOffset="108961.55">29327 2790 642 0,'0'-4'151'0,"1"0"42"16,0 0 11-16,0 0-59 0,0 2 6 0,0-1-18 0,1 1-32 16,-2-1-22-16,2 1 24 0,-2 0-37 0,0 1 13 0,-3 1-18 15,1 0-22-15,-1 1-22 0,-2 1 5 0,0-1-12 16,-2 1 10-16,0 1 1 0,0 0-4 0,1 0-4 0,-2 1 12 16,-1 0-14-16,0 1 12 0,0 0-4 0,0 2-8 0,-1-1-10 15,2 2 5-15,-2-1-6 0,-1 4 9 0,-1-2-5 0,1 0-4 16,0 1-2-16,2-1 2 0,-1 1 0 0,-3 2 5 15,3-3 4-15,1 0-2 0,0 1-18 0,4-1 11 0,1-2-12 16,0 1 25-16,3-1-5 0,0 0-6 0,1-2-6 0,1 0 3 0,1-1-2 16,0 1 10-16,2-3 0 0,0 0-3 0,2 1-8 0,1-2 12 15,1-1-9-15,4 0 13 0,-1 0-3 0,1 0-8 0,1-1-2 16,-1 0 5-16,0-1-4 0,2 1 9 0,-2 1 0 0,-2-1-5 0,0-1-8 16,-1 2 1-16,-1 0-4 0,0 0 9 0,-2-1-1 0,-1 1 2 15,-1 0-13-15,-2 0 15 0,-1 1-11 0,0-1 15 0,-1 2-1 16,0-1-9-16,-1 3-11 0,-1 0 12 0,-3 2-10 0,1-1 15 15,-2 3 0-15,-1 0-6 0,0 0-14 0,-1 1 15 0,-1 0-14 16,0 2 19-16,1-2 0 0,-1 0-6 0,1 0-9 0,0 0 8 16,1-2-7-16,2 0 13 0,3-2-3 0,-1 0-5 0,3-1-9 0,2 0 10 15,1 1-7-15,1 0 16 0,3-1-1 0,0 1-3 0,1-1-3 16,1-2 6-16,1 1-4 0,2-1 17 0,2 0-3 0,-1-2-2 16,2 1-13-16,2 0 1 0,-1 0-2 0,1 1 3 0,1-1 2 15,-2-1-1-15,0-1-12 0,-2-2-1 0,0 1-6 0,-1-1-22 16,-2-1-21-16,0 2-19 0,-2-1-65 0,-3 0-31 0,0 1-5 0,-2 1-254 15,2-2 266-15,-3 2-54 0</inkml:trace>
  <inkml:trace contextRef="#ctx1" brushRef="#br1" timeOffset="113979.26">20040 2949 369 0,'-1'-2'90'0,"-1"1"94"0,-2 1-62 0,2-1 6 0,0 1-22 0,-1 0 24 0,1 0-26 0,1-2-32 0,-1 2-29 0,1 0 22 0,0 0-29 0,-1-1 28 0,1 0-10 0,0 0-16 0,0-1-22 0,1-2 18 0,0 2-22 0,0-2 29 0,0-1-5 0,0 1-14 0,1-4 1 0,1 2 5 0,2 0-8 0,0-2 4 16,2 2-11-16,0-3-6 0,0 0-7 0,1-2 9 16,1 2-6-16,1-2 10 0,1-1-4 0,0 1-9 15,1-2-3-15,-1 0 12 0,1 0-9 0,-6-1 10 0,0 3 0 16,-1-1-7-16,1 2-15 0,4 4 15 0,-2-1-15 0,1 3 26 0,-2 1-3 16,1 1-6-16,-2 0-16 0,1 2 13 0,-2 0-11 0,3 0 24 15,-1 2-5-15,-1 0-9 0,1 1 2 0,0 1-1 0,-2 3 3 16,1-2 6-16,-1 0-4 0,1 3-3 0,-1-1-6 0,1 1 2 15,0 1-3-15,1 0-2 0,-2-1-13 0,2-1-5 0,-2 1-65 16,2 1-38-16,1 0 2 0,-1 0-210 0,1-2 202 0,1 4-31 0</inkml:trace>
  <inkml:trace contextRef="#ctx1" brushRef="#br1" timeOffset="114711.63">21422 2814 1004 0,'-3'-10'-174'0,"2"3"351"0,1 2-21 0,0-2-44 0,2-1-28 0,0-1 11 0,2-1-33 0,0 0 7 0,1-2-15 0,0 0-13 0,1 1-27 0,-1 1 11 0,1-1-18 0,1-1 21 0,1 3-5 0,-2 0-5 0,1-1-8 0,1-1 5 0,-1 1-4 0,1-2 13 0,1 5-8 0,-2-2-9 0,0 2-5 0,1 2 3 0,-1 0-3 15,0 1 7-15,-1 3-1 0,1 0-2 0,-1 1-5 0,-1 0 14 16,0 0-12-16,-2 1 30 0,2 0-5 0,-2 2-10 0,1 1-17 16,1 0 20-16,-2-1-21 0,-3 3 22 0,0-3-7 15,0 4-14-15,0-1 2 0,4-1 3 0,0 0-1 0,2 3-1 16,-1-1-4-16,0-1-8 0,2 3-37 0,-2 0-9 0,2-3-9 0,-1 1-67 15,-1-2-40-15,2 2-30 0</inkml:trace>
  <inkml:trace contextRef="#ctx1" brushRef="#br1" timeOffset="115418.94">23965 2790 992 0,'1'-10'-146'0,"-2"3"321"0,-1-1-51 0,1 1-49 0,1-2-47 0,4 0 23 0,-1 0-26 0,3-1 23 0,-2-1-9 0,3 1-19 0,0-3 4 0,-1 4 5 0,2 0-5 0,-1-3 7 0,0 1 4 0,-1 0-6 0,1-1-3 0,1 3 28 0,-1 2-27 0,-2 0 41 0,1 1-10 0,-3 2-16 0,1 1-10 16,-1 2 15-16,-1 0-19 0,1 1 18 0,-1 0-7 16,-1 0-12-16,2 2-14 0,1 1 12 0,-4 0-14 0,0 2 17 15,0-1-11-15,0 2-13 0,5-1-1 0,1 0 1 16,1 0 0-16,2 0 5 0,1 3-10 0,0-1 0 0,2 0-74 0,1 1-23 16,0 0-13-16,1 1-175 0,-2-3-162 0,3-1-101 0</inkml:trace>
  <inkml:trace contextRef="#ctx1" brushRef="#br1" timeOffset="116362.15">26642 2684 616 0,'-6'-4'-388'0,"4"0"703"0,1 0-86 0,0 3-133 0,1-2-16 0,0 2 4 0,1 0-13 0,1-6-8 0,1 1-1 0,1-1-21 0,2-2-15 0,0 2 21 0,1-2-30 0,1-1 16 0,-1 1-10 0,0 0-12 0,1-4-6 0,1 1 11 0,0-1-8 0,0 1 22 0,-1 1-6 0,0 1-8 0,-1 1 2 0,-2 3 4 0,1-1-4 16,-1 2 20-16,-1 1 7 0,-1 3 2 0,-1 0-10 0,-1 0 12 15,1 1-19-15,-2 2 26 0,1 1-3 0,0 3-7 0,0 1-12 16,1 3 9-16,-1 0-16 0,2 3 7 0,-1 0-8 15,0-2-10-15,0 1-9 0,2-1-2 0,-1-1-1 0,0 2-4 0,2-3 1 16,-1 0 2-16,2-1-32 0,1 1-15 0,2-2-12 0,0 1-124 16,1 0-87-16,1-5-61 0</inkml:trace>
  <inkml:trace contextRef="#ctx1" brushRef="#br1" timeOffset="117511.17">19253 4403 217 0,'-1'0'211'0,"1"0"-109"0,0-1 126 0,0 1-116 0,2 0-37 0,1 0-14 0,1 0-8 0,1-2-18 0,1 1-16 0,1-2-2 0,0 2 17 0,2-1-10 0,2-1 25 0,1 1-5 0,0-4-15 0,4 4-20 0,-1-2 24 0,1 0-27 0,2 0 35 0,0 0-9 0,0 2-13 0,0-2-18 16,-2 2 11-16,-1 2-12 0,-1-2 13 0,-1 1-4 0,0 0-8 0,-2-1-8 0,-1 2 12 15,-1 0-11-15,-1 0 10 0,0 2 1 0,-1 0-5 0,-2 0-5 16,-1-2-11-16,-1 0 4 0,-2 0-39 0,0 1-6 0,-1 0-3 16,0 2-49-16,0-1-2 0,-2-1-12 0,0 3-120 0,-3 1 148 15,0-1-30-15</inkml:trace>
  <inkml:trace contextRef="#ctx1" brushRef="#br1" timeOffset="117705.67">19307 4637 1073 0,'-3'3'-171'0,"2"-3"363"0,0 0-30 16,1 0-48-16,0 0-39 0,2-2 19 0,1 2-38 0,1 0-7 16,1-1-20-16,1 1-21 0,1-1-17 0,1 1 11 0,-1-1-7 15,2-1 23-15,0 1-6 0,0 1-13 0,2 0-83 0,0 0 40 16,0-1-50-16,2-1-12 0,0 2-120 0,0-2-61 0</inkml:trace>
  <inkml:trace contextRef="#ctx1" brushRef="#br1" timeOffset="120115.19">19866 4231 256 0,'-1'-4'32'0,"0"3"475"0,0 1-171 0,1-1 31 0,-2 0-260 0,2 1 6 0,0-2-40 0,0 2-25 0,0 0-5 0,4 0-9 0,-3-1 1 0,0 1 12 0,0-1-13 0,1 1 20 0,-1 0 0 0,1 0-5 0,-1 0-16 0,-1 0 22 0,0 1-28 0,1 0 37 0,-1 1-9 0,0 0-14 0,1 1-7 0,-1-1 8 0,0 2-12 16,0 0 9-16,1 2-9 0,-1 3-6 0,1 2-8 0,-1-1 13 15,1-2-13-15,0 0 13 0,1 4-8 0,-1 1-13 0,-1 0-1 16,0-1 10-16,1-1-8 0,-1 0 14 0,1-2-4 16,1 3-8-16,-2 0-4 0,1 0 3 0,0-2-2 0,1-3 5 15,0-1-2-15,-1 0-5 0,1 2-12 0,0 0 8 0,0-1-6 0,0 0 14 16,0 1-3-16,0-5-5 0,1 3-7 0,-1-3 3 0,-1 1-5 15,1-1-9-15,-1-1-3 0,2 1-9 0,-2-1-49 0,0 0 10 16,1-1-20-16,-1-1-12 0,1 1-15 0,1-1-20 0,-1-1-100 16,-1-2-82-16,1 2-9 0,-1-3-26 0</inkml:trace>
  <inkml:trace contextRef="#ctx1" brushRef="#br1" timeOffset="120859.34">20128 4179 652 0,'-3'-4'297'0,"1"3"-158"0,-2-1 178 16,0 2-156-16,5-1 5 0,-2 1-36 0,-2 0-37 0,6-1-19 0,-3 1-35 0,5-1-11 0,0-1 15 0,-5 2-21 0,1 0 10 0,-3-1-4 0,-1 0-9 0,-1-1-15 0,2 1 15 0,3 0-16 0,3 0 28 0,-1-1 1 0,0 0-10 0,1 1-3 0,-1-1 14 0,2 0-17 0,-1-1 20 0,1 1-4 0,-1 0-8 0,2 0-11 0,0-1 13 15,0 2-15-15,2 0 11 0,-1-2-4 0,1-1-11 0,-1 2-2 16,0 0 4-16,0 2-5 0,0-1 4 15,-2 0-1-15,0 1-3 0,-2 0-11 0,-1 0 10 0,-1 1-9 0,1 0 15 0,-1 1 0 16,-1-2-6-16,0 2-8 0,0 2 10 0,0 0-9 0,-3 1 14 16,1-1 0-16,-1 2-6 0,-1 1-11 0,0-1 9 0,-2 0-8 15,0 2 13-15,-2-1-3 0,1-1-4 0,0 2-11 0,1 1 12 16,-1-3-8-16,2-1 17 0,0 0-2 0,0 0-8 0,2 0-7 0,1-2 7 16,-1 2-6-16,1-2 11 0,1 1 0 0,1-2-5 0,-1-1-13 15,1 1 13-15,1 0-11 0,0-1 22 0,1 1-3 0,1-2-8 16,-1 0-13-16,1 1 15 0,1-1-11 0,0 0 20 0,1 0-2 0,-1 1-9 15,1 1-5-15,-2-2 5 0,3 1-3 0,-1 0 10 0,0 0-4 16,0 2-2-16,0 0-9 0,-1-3 7 0,0 2-4 0,-1 1 9 16,0 1 1-16,-2-2-8 0,2 2-6 0,-2-2 12 0,0 2-8 0,-1 0 13 15,1 0-2-15,-1 1-6 0,0-1-7 0,-1 2 10 0,0-1-7 16,-1 1 13-16,-1-3 0 0,1 3-5 0,-2-3-5 0,-1 1 9 16,1 0-7-16,-2 0 14 0,3-1-3 0,-2 0-5 0,1 0-12 15,0-1 11-15,0 0-9 0,2-1 16 0,-2 0-2 0,2 1-7 16,-1-1-7-16,-1-1 3 0,1 0-3 0,-1-1 1 0,1-1-6 15,0 0-7-15,-1 0-39 0,2 0 2 0,0-2-13 0,1 2-42 16,0 0-20-16,1 0-26 0,0-1-148 0,1 2-105 0,1 0-18 0</inkml:trace>
  <inkml:trace contextRef="#ctx1" brushRef="#br1" timeOffset="121126.62">20466 4356 1515 0,'2'5'159'0,"-1"-2"28"0,0-1 30 0,0 3-93 0,1-1-47 0,0 1-16 0,-1 0-25 0,0-1-17 0,1 0 3 0,-1-2-11 0,0 1-2 0,2 1-2 0,-2-4-1 0,2 2-4 0,-2-1-7 0,0 1 1 0,0-1-31 0,0-1-10 0,2-1-1 0,-1-1-37 0,2-1-43 0,0-1 26 0,0-1-177 0,0-2-105 0,-1 2-22 0</inkml:trace>
  <inkml:trace contextRef="#ctx1" brushRef="#br1" timeOffset="121359.72">20681 4108 1747 0,'0'2'137'0,"-1"-2"62"0,0 0-25 16,1 1-42-16,0 0-39 0,0 2-57 0,1-1 17 15,0 1-29-15,1 2 25 0,2-2-10 0,-1 2-13 0,0 4-3 16,1 0-1-16,-1 0-2 0,1 3-5 0,-2 1-4 0,1 3-3 16,-1-1-12-16,1-2 9 0,-1-2-8 0,1 1 18 0,0-2-5 15,-1 2-8-15,1-2-10 0,-2-1 6 0,0 0-7 16,1 0 9-16,-1-2-3 0,1 0-4 0,-1-1-26 0,0 1-3 15,0-1-2-15,2-1-22 0,-2 0-9 0,0-1-2 0,0 0-62 16,0-2-60-16,1 0 31 0,1 0-335 0,0 0 305 16,5-1-32-16</inkml:trace>
  <inkml:trace contextRef="#ctx1" brushRef="#br1" timeOffset="121817.31">21163 4098 1256 0,'-3'0'-262'0,"0"0"543"0,2 1-46 0,-1 1-79 0,2 2-53 0,0-1 16 0,0 3-48 0,0 0-12 0,1-2-12 0,0 1-13 16,1 3-13-16,1-2-4 0,-1 4-2 0,0 0 0 0,1 2-4 0,-1 0-1 0,1 2-11 0,-1-2 9 0,2 0 1 0,-2 1 67 0,0-3-71 0,0 0-51 0,1 0 11 0,-2-2 32 0,0 1-2 0,0-1-56 0,-1-1 9 0,0 0-19 15,-1-2-67-15,1 0-6 0,-1-1-19 0,-3 1-164 0,2-2 199 16,-2 0-20-16</inkml:trace>
  <inkml:trace contextRef="#ctx1" brushRef="#br1" timeOffset="121996.64">21080 4277 1312 0,'0'-1'-228'16,"0"0"500"-16,0 0-42 0,1-1-60 0,1 0-55 0,2-2 8 15,0 1-41-15,3-2-13 0,-2 1-11 0,2 1-12 0,0-3-9 16,-5 4 5-16,0-2-10 0,1 1-3 0,0 1-9 0,4-1-14 15,-1 1-6-15,1 0 3 0,0 0-4 0,2-1-6 16,-1 1-13-16,2-2-8 0,1 1-68 0,1 0-56 0,0 0 21 16,0 2-351-16,1 1 299 0,3 2-42 0</inkml:trace>
  <inkml:trace contextRef="#ctx1" brushRef="#br1" timeOffset="123626.79">21818 4044 838 0,'-3'-1'129'0,"2"-1"41"0,0 0 19 16,0 1-55-16,0 0 1 0,0-1-24 0,1 2-36 0,0 0-26 0,0 0 24 0,-1 0-33 0,-1 0 21 0,1 0-12 0,-3-1-20 0,2 1-13 0,-2 1 6 0,1 2-10 0,-1 1 11 0,0 0 1 0,-1 2-2 0,1 2-6 0,0 1 11 0,0 1-12 0,-1 1 11 0,-1 0-3 0,0 2-6 0,0-1-11 0,0-1 11 0,0 0-13 0,2 2 14 0,0-2-6 0,1 4-6 0,1-1-5 15,1-2 4-15,1-1-2 0,1-1 5 0,1-2-4 0,0-1-4 16,3 0 0-16,0 0 3 0,1-2-3 0,0-1 12 0,2 0-2 15,-3-1-5-15,3-1-11 0,-1 0 14 0,-1-2-10 0,2 0 19 16,0 0-2-16,-1 0-8 0,1-3-2 0,0 0 3 0,1 0-2 0,0-1 7 16,0-1-2-16,0-2-5 0,0 1-3 0,-2-1 0 0,1 1 1 15,-1-2 5-15,-1 1-1 0,-1-1 0 0,0-1-3 0,-2 0 8 16,1-1-5-16,-2 0 14 0,0 1-4 0,-2 0-1 0,0 0-6 16,0-2 4-16,-2 1-4 0,0 0 0 0,0 5-3 0,0-2-5 0,1 2-3 15,-1 1 3-15,0-1-3 0,-1 1 6 0,1 1-3 0,0 0-4 16,-2 1-5-16,1 2-2 0,1-2 1 0,-3 1-8 0,2 1-2 15,0 0-4-15,-2 0-24 0,3 1 8 0,-2 1-13 0,0-2-20 16,1 2-14-16,0-1-19 0,1 2-71 0,0-2 17 0,2 0-54 16,0 1-329-16,1 0 353 0,1 1-133 0</inkml:trace>
  <inkml:trace contextRef="#ctx1" brushRef="#br1" timeOffset="124045.24">22133 4247 257 0,'0'-2'245'0,"0"2"-90"0,0 0 189 0,-1 0-180 0,1 0 10 0,0 0-54 0,1 0-9 0,0 0-11 0,-1 0-31 0,0 2-4 0,1-1 24 0,0 0-32 0,1 1 16 0,-1-1-13 0,0 1-17 0,0-2-20 0,1 2 3 0,0-1-11 0,2 0 6 0,-2 0-5 0,0 1-5 0,2-1-7 0,-3-1 1 0,1 1-4 0,1 1 2 0,-1-2-3 0,1 1-2 16,-1 0-27-16,0 0-9 0,0 1-3 0,0-1-76 0,-1 0-43 0,0 1-21 16,1-1-290-16,2 4 268 0</inkml:trace>
  <inkml:trace contextRef="#ctx1" brushRef="#br1" timeOffset="124676.35">22597 4051 534 0,'-1'-5'221'15,"0"1"41"-15,-1-1-8 0,0 1-78 0,1-1-20 16,0 1-27-16,0 0-34 0,0 0-46 0,0-1 28 0,-2 1-40 16,1 0 24-16,0 1-18 0,-1 1-21 0,-1 0-11 0,1-1 12 15,-1 2-10-15,0 0 16 0,-1 1-3 0,0-2-9 0,-2 2-7 16,-1 0 14-16,1 0-14 0,0 2 18 0,-1-2-3 0,-1 2-10 15,-2 1-8-15,-1-1 15 0,2 0-16 0,-1 0 18 16,2 2-3-16,-1-1-9 0,2 0-10 0,1 1 16 0,3-1-17 16,-2 1 15-16,3-1-5 0,-1 1-9 0,0 1-2 0,1 1 0 15,-1-1 0-15,1 2 4 0,1 0 0 0,-1-1-2 0,1 1-2 16,1 2 4-16,1-2-3 0,0 1 8 0,0 0 3 0,2-1-1 16,0 0-3-16,1-2 4 0,0-1-4 0,2 1 4 0,-2-3-3 15,1 5-2-15,1-1-7 0,1 1 4 0,0 0-3 0,2 0 7 0,1 0-1 16,0 1-5-16,1 0-12 0,0 1 13 0,2 0-10 0,-2 0 14 15,-1-1-1-15,0 1-10 0,-1-1-3 0,0-1 7 0,1-1-6 16,0 2-2-16,-1-1-13 0,0 0-10 0,-2-2 17 0,-2 1-6 0,0-1 13 16,-2 0-9-16,-1 1 3 0,-1-3-3 0,-1 3-2 15,-2-1 6-15,-2 0-4 0,1-1 14 0,-3 1-7 0,1-1-4 0,-1-2-6 16,0 2 3-16,0-1 1 0,0-2 12 0,0-1 1 0,2 0-1 0,-3 0-14 16,0-1 20-16,0-2-14 0,1 0 26 0,2 0-4 15,0 1-10-15,2-2-1 0,1 1 9 0,-1-1-5 0,2-1 18 0,1 2 1 16,0-2-5-16,1 0-2 0,3-2 14 0,-1 1-11 0,2 1 13 15,-1-1-3-15,3-2-8 0,1 0-4 0,0 0 6 0,0 0-4 16,-1-1 7-16,1 0-4 0,-1 0-4 0,1 1-9 0,0-2 9 16,0 2-7-16,-1-1 13 0,-2 1-3 0,-1 3-8 0,1 0-7 15,-2-3 2-15,2 3-4 0,-2 0 2 0,0 0-3 0,1 0-1 0,0-1-16 16,-4-1 3-16,-1 1-7 0,1 1-13 0,0 2-11 0,5-2-16 16,1 0-66-16,1-3 4 0,2 0-16 0,1 0-43 0,3 2-60 15,-1 3-60-15</inkml:trace>
  <inkml:trace contextRef="#ctx1" brushRef="#br1" timeOffset="125094.62">22888 4033 645 0,'-1'-1'258'0,"-1"-1"-4"0,0 2-20 0,0-1-86 0,0 1-22 0,-1 0-23 0,1 1-37 0,-1 1-16 0,-1-1 5 0,0 1-16 0,0 1-11 0,0 2 3 0,1 2-6 0,-2 1 1 16,2 1 16-16,0 2-18 0,-1 1 17 0,0 4-9 0,-2-3-9 0,2 5-9 0,-1-4 8 0,2 1-9 0,-1 4 12 16,2-1-4-16,1-1-8 0,0-1-10 0,1-3 9 0,1-1-10 15,2-1 12-15,2-2-4 0,0-1-5 0,2 1-1 16,0 0 1-16,1-3-3 0,1 2 2 0,0-3-3 0,1-1 1 0,1 1-5 15,-1-2 3-15,-2-2-1 0,1-1 13 0,-2 0-4 0,0 0-6 16,2 0-7-16,-1 0 5 0,3-1-5 0,-2-2 9 0,1-1 0 16,-2 2-1-16,2-5-3 0,-2 2 2 0,-1-1-2 0,-1 1 5 15,-3-1 0-15,0-1-2 0,-2 0-1 0,0 0 5 0,-1-1-4 16,0-1 11-16,0-1-2 0,0 1-1 0,0 0-14 0,-1 0 11 16,-2 1-9-16,1 1 12 0,0 0-1 0,0 3-7 0,-3 2-4 0,0-1 0 15,-2 2-3-15,0 1 1 0,-1 0-4 0,0 2-1 0,-1 1-25 16,-1 1 8-16,0 2-9 0,1-1 0 0,0 1-13 0,1 0-14 0,1-1-70 15,-1 1-35-15,1 0-7 0,-1-1-264 0,1 1 267 16,2 3-49-16</inkml:trace>
  <inkml:trace contextRef="#ctx1" brushRef="#br1" timeOffset="125828.2">23510 4000 1214 0,'0'-3'221'0,"-1"2"-7"0,-2-1 5 15,2 1-88-15,0 1-7 0,0 0-31 0,0 0-40 0,0 0-23 0,-1 1 6 0,-1 2-12 0,1 1 8 0,-2 1-6 0,-1 3-6 0,-1 1-13 0,1 2 10 0,-2 1-12 0,-1 2 12 0,-1 0 0 0,0 2-7 0,-2 1-10 0,-1-4 9 0,-1 0-10 0,0 0 11 0,1-1-4 16,0 2-3-16,2 2-1 0,2-3-1 0,0 1 3 0,2-2-2 16,-1-3-4-16,1 0-3 0,0 0-34 0,1-1 7 0,1 0-10 15,0-2-8-15,1-2-13 0,-2 0-10 0,2 1-55 16,1-3-23-16,-2 0 12 0,2 0-120 0,-1-2-34 0,-2 0-33 0</inkml:trace>
  <inkml:trace contextRef="#ctx1" brushRef="#br1" timeOffset="126026.86">23234 4069 514 0,'-2'-2'342'0,"1"1"68"0,1 1-180 0,0 0-61 0,0 0-24 15,0 0-38-15,3 3-12 0,-1-1 22 0,2 1-33 16,2 1 17-16,1 1-15 0,-1 1-19 0,2 2-21 0,0 1 14 15,0 0-22-15,1-3 6 0,0 1-11 0,-1-1-17 0,2-1-19 16,-1 3 8-16,0 0-9 0,0-1 18 0,0 1-5 0,0-2-5 16,1 2-28-16,1 0 8 0,0-1-12 0,2 1 8 15,-2-3-25-15,-1 2-13 0,0-1-47 0,-1-1-87 0,0 0 62 16,-1 0-180-16,1 0-181 0,-1 1 16 0</inkml:trace>
  <inkml:trace contextRef="#ctx1" brushRef="#br1" timeOffset="126417">23611 4163 678 0,'0'-1'130'0,"1"-1"36"0,0 0 19 0,0 1-60 0,0 0 9 15,2 1-14-15,-3 1-29 0,1 0-7 0,0 2 17 0,0-1-28 16,0 2 15-16,-1 1-12 0,0 3-18 0,1 0-11 0,0 1 7 15,0 0-16-15,1 2-9 0,-1-1-5 0,0-1-9 0,0 3-18 16,0-2 12-16,-1 0-15 0,0 2 19 0,0-2-15 16,-1-1-8-16,1 1-4 0,-1-2-1 0,1 0 7 0,1-2-2 15,0 1-3-15,-1-1-7 0,0 0-4 0,0 0-10 0,0 0 7 16,0 0-49-16,0-1 7 0,0 1-9 0,0-3-50 16,0 1-35-16,0 1 4 0,-1-3-289 0,0 0 271 0,1 2-27 0</inkml:trace>
  <inkml:trace contextRef="#ctx1" brushRef="#br1" timeOffset="126701.56">23608 4202 529 0,'0'-3'179'0,"1"1"279"0,1-1-216 0,-1 1-50 0,2 0-57 15,1-1-76-15,-1 0 20 0,2 0-43 0,-1 1 41 16,2-1-21-16,-1 1-17 0,2 0-24 0,0-1 11 0,0 0-14 0,0 0 16 16,1 2-5-16,2-1-7 0,0-2-13 0,-1 3 4 0,-1-1-7 15,0 0 10-15,-1-1-3 0,1 2-3 0,0 0-16 16,-2-1 12-16,0 1-10 0,0 0 12 0,-3 1-6 0,1 0-13 16,-1 0-27-16,0 1-7 0,-2-1-1 0,0 3-43 15,0-3-8-15,-1 1-3 0,0 1-30 0,-2 1-46 0,0 0 34 16,-1 2-223-16,-2-2 223 0,1 4-16 0</inkml:trace>
  <inkml:trace contextRef="#ctx1" brushRef="#br1" timeOffset="126846.12">23668 4315 909 0,'5'2'126'0,"-1"-1"138"0,0-1-106 0,1 0-36 0,1 0-38 0,3 0-48 15,-1 0 8-15,-2-1-22 0,3-1 3 0,-2-1-11 16,2 0-12-16,0 2-25 0,-1-1-81 0,0-2 36 0,0 1-473 15,1 2 340-15,2 0-58 0</inkml:trace>
  <inkml:trace contextRef="#ctx1" brushRef="#br1" timeOffset="127929.13">24223 3942 877 0,'-2'-1'250'0,"-1"-1"62"0,1 1-137 0,2 1-16 0,-1 0-45 0,1 1-43 0,0 3-24 0,0 0 16 0,1 3-17 0,0 0 24 0,0 2-10 0,2 1-19 0,0 3-2 0,-1 0 1 0,2 0-8 0,0 3-11 0,1 0-2 0,-2-2-4 16,0 4-15-16,1-2 7 0,-3 0-8 0,1-3 13 0,-1-6-12 0,3 1-7 0,-1 1-23 0,-1 0 3 0,0 1-4 0,1-1-24 0,-2-1-9 0,-1-2-9 0,0 2-43 16,0 0-13-16,-1-1 7 0,0-2-69 0,-2 0-39 0,1-1-5 15,-1 0-185-15,-1-1 209 0</inkml:trace>
  <inkml:trace contextRef="#ctx1" brushRef="#br1" timeOffset="128096.91">24127 4140 797 0,'-3'-1'-498'0,"1"1"961"16,0-1-93-16,0 1-161 0,2-1-72 0,0-1 20 0,2 1-59 16,1-2-18-16,1 0-4 0,2 0-16 0,2-2-10 0,1 4 12 15,0-1-21-15,3 1 6 0,-1 0-13 0,2-6-13 0,0 4-20 16,-1-3 5-16,0 1-7 0,0 1 1 0,1 1-17 15,-1-1-9-15,1 0-72 0,0 0-52 0,1 0 18 0,3-1-357 16,0 0 307-16,-1-4-50 0</inkml:trace>
  <inkml:trace contextRef="#ctx1" brushRef="#br1" timeOffset="129548.27">24686 3992 968 0,'-3'0'268'0,"2"0"-19"0,-1-1-35 0,1 1-69 0,1-2-31 0,0 2-28 0,0 0-40 16,2-1-11-16,0 1 7 0,2-1-11 0,0 1 5 0,1 0-5 0,0-1-5 0,1 1-12 0,-2-2 11 0,2 1-13 0,0 0 25 0,0-1-2 0,1 1-9 0,2-1-8 0,-1-1 13 0,0 0-15 15,0 2 18-15,-1-1-9 0,1-2-11 0,0 1-14 0,-1-1 11 16,2 2-11-16,1-1 13 0,-1-1-3 0,1 2-9 0,1-1-7 16,-2 1 7-16,1-1-6 0,-1 2 14 0,-2 0-3 15,-1 1-3-15,-1 0-17 0,-1-2 6 0,-1 2-9 0,2 0 7 16,-3 0-3-16,0 0-7 0,0 0-19 0,1 0-5 0,-1 0-4 16,-1 0-33-16,0 0-15 0,0 2-13 0,-1-2-99 0,0 0-73 0,0 0-7 15,0 0-18-15</inkml:trace>
  <inkml:trace contextRef="#ctx1" brushRef="#br1" timeOffset="130045.79">24746 3991 1571 0,'-8'1'-297'0,"4"0"615"16,-1 0-65-16,3 1-90 0,0 0-77 0,1 0 10 0,0-1-42 15,-1 3-15-15,1 0-6 0,0-2-12 16,1 5-9-16,-1-4 5 0,0 2-9 0,0 1 0 0,0-3 4 0,0 4-2 16,-1-3-6-16,0 1 13 0,0 0-14 0,1 0 14 15,0-2-2-15,-2 0-6 0,2 3-2 0,0-4 2 0,-1 2-3 0,1 0 1 16,0-2 1-16,0 2-3 0,1-1-5 0,-1 1 5 16,-1-2-6-16,2-1 9 0,0 2 0 0,0-2-5 0,0 1-4 15,2-1 5-15,0 0-5 0,-1 0 13 0,1-1 0 16,-1 0-4-16,1 0 8 0,1 0 1 0,0 0-1 0,2-2 1 0,-1 1-3 15,3-2 0-15,0 2-5 0,0-1-3 0,1 1 1 0,-1 0-2 16,0 0-1-16,0-1-1 0,-1 1-14 0,1 0 12 0,0-1-9 16,-1 2 20-16,2 0-4 0,-1 2-7 0,2-1-5 0,-1 2 2 15,1-1 0-15,1-1 4 0,-1 3 0 0,0 0-2 0,0 1-21 16,-1 0-2-16,-1-1-5 0,-2 0 13 0,0-1 4 0,-1-1 10 0,0 3-1 16,-2 0-2-16,0 1 2 0,-1 0 2 0,-1-1 0 0,-1 1 2 15,0 3-9-15,-1-2 6 0,-2 1-5 0,1-1 14 0,-2 0-2 16,1 2-5-16,-3 0-4 0,2-1 5 0,-2 0-3 0,-1-1 8 0,0-1-1 15,-1 0-4-15,0 1-6 0,1-1 4 0,0 1-2 0,1-2 11 16,0-1-1-16,1-1-3 0,1 0-5 0,-1-1 2 0,1 0 0 16,1-1 7-16,1 0-2 0,-1-1-3 0,0 0-7 0,2 0 8 15,-2-1-7-15,2-2 8 0,0 2-2 0,-1-1-7 0,1-2-22 16,1 3 8-16,0-3-14 0,1 0-15 0,0 1-12 0,0-2-16 0,1 0-74 16,0-1-27-16,1 1-9 0,2-1-187 0,-1 0-105 0,2 3-93 15</inkml:trace>
  <inkml:trace contextRef="#ctx1" brushRef="#br1" timeOffset="130310.95">25090 4175 1482 0,'4'5'-571'0,"-3"-2"1056"0,1-1-113 0,-2 1-191 0,0-1-69 0,0 1 12 0,0-1-48 0,0 1-10 0,1 0-12 0,-1-3-18 0,1 1-28 0,0 1 10 0,0 0-18 0,0 0 13 0,1 0-4 0,0 0-6 0,-1 2-17 0,0-1 4 0,-1-1-9 0,0 1-7 16,0-1-21-16,0-1-9 0,1 1-79 0,-1-1-57 0,1 2 22 0,0-2-405 15,2 1 360-15,3 2-62 0</inkml:trace>
  <inkml:trace contextRef="#ctx1" brushRef="#br1" timeOffset="132676.75">25595 3855 341 0,'1'-3'100'0,"0"3"81"16,0-1 3-16,-1 0 21 0,0 1-29 0,0-1 10 0,-1 1-26 0,1 0-33 0,0 0-37 0,0 0 13 0,-2 1-33 0,0 0 12 0,0 0-17 0,0-1-17 0,-1 3-12 0,1-1 8 0,0 1-13 0,-2 1 3 0,7 2-6 0,-2-1-9 0,1 3-7 0,1 2 11 0,-5 1-12 0,1 1 20 0,0 0-5 15,0 2-6-15,1 0-20 0,0 1 16 0,0 0-17 0,1-1 20 16,-1 0-2-16,1-2-12 0,0 6-15 0,0 2 14 0,-1-2-16 15,0 1 30-15,-1-4-9 0,1-2-7 0,0 4-9 16,0-3 6-16,0 5-4 0,-1 1 17 0,0-2-3 0,0-4-5 16,0 0-3-16,1-3 1 0,-2-1-2 0,1 0 0 0,1-2 1 0,-1-1 2 15,1 0-9-15,0-1 6 0,0-1-8 0,0-1-5 0,-1 0-8 16,1-3-11-16,0 1-34 0,0-1-3 0,0 0-11 0,1-1-52 16,0-1-24-16,-1 0-25 0,3-2-247 0,-2-1 266 0</inkml:trace>
  <inkml:trace contextRef="#ctx1" brushRef="#br1" timeOffset="134219.18">25265 3872 217 0,'0'-3'413'0,"-1"2"-189"0,0-2 272 0,1 3-272 0,-1-1-97 0,1 1-27 0,0 0-52 0,0 0-10 0,0 0-15 0,1 0 5 0,1 1 7 0,-1 0-6 0,1 2-2 0,-1-2-7 0,1 1-8 16,-2 0-16-16,0 1 12 0,0 1-11 0,0-1 23 0,0 2-3 0,0 1-9 0,-2 0-4 0,1 0 12 0,0 3-12 0,0-1 17 0,1-2-4 0,-1 1-6 0,1 1-5 0,-1 1 9 0,1-3-7 0,0 0 18 0,0 2-7 15,0-2-8-15,1 3-9 0,0-4 14 0,1 1-11 0,-1-1 19 0,2-1-5 0,-2 2-13 0,1-2-5 0,-1 1 8 0,1-1-7 16,2 1 14-16,-2-3-5 0,1 4 0 0,1-3 5 0,-1 1 0 0,2 0 4 16,0-1 2-16,1-2-4 0,-1 1-5 0,2 0-7 0,-1-2 7 15,1 0-4-15,0 0 12 0,1-2-3 0,0 1-5 0,0-3-11 16,1 3 13-16,0-3-10 0,0 0 15 0,2-1-2 0,0 1-8 16,2-1-2-16,0 1 0 0,1-2-1 0,-1 2-2 0,1-1-1 15,-2 3-3-15,2-2-1 0,-3 0 0 0,0 3-2 0,1-1-2 16,-4 1-7-16,-1 1-2 0,0-1-29 0,-4 1-3 0,0 0-7 0,1 1-39 15,-3 0-13-15,1 1-16 0,-1-1-164 0,-1 1-138 0,-1 2-16 16</inkml:trace>
  <inkml:trace contextRef="#ctx1" brushRef="#br1" timeOffset="135341.2">26029 3877 430 0,'0'-3'122'0,"0"2"141"0,1 0-128 0,-1 1-6 0,0-2-28 0,0 2 13 0,0 0-15 0,0 0-27 0,0 0 2 0,0 0 14 0,0 2-20 0,-4 1 15 0,1 1-10 0,-2-1-17 0,0 3-4 0,1-1 11 0,0 2-16 0,-1 0 13 0,1 1-2 0,-2 0-5 0,-1 1-13 0,-2 1 14 0,0 0-20 0,0 2 19 16,0 1-11-16,0 1-13 0,-1 0-26 0,-1-1 15 0,1 2-18 15,-1 2 21-15,0-3-2 0,0 1-8 0,-2 0-10 0,2 1 6 16,0-4-8-16,2 1 7 0,1-2-2 0,2-2-2 0,3 1-7 16,-2 0 6-16,3-1-5 0,0 0 2 0,0-1-9 15,-1-3-11-15,2 1-30 0,0-1-1 0,0-1-7 0,0 0-28 0,0-2-10 16,1-2-13-16,0 0-50 0,-1 0-26 0,1 0-2 0,0-2-152 15,0-3-62-15,0-2-61 0</inkml:trace>
  <inkml:trace contextRef="#ctx1" brushRef="#br1" timeOffset="135581.25">25829 3855 574 0,'0'-1'389'0,"0"1"122"0,-1-2-297 0,1 2-30 0,0 0-43 0,2 0-46 15,1 0-21-15,3 3 14 0,2-1-19 0,2 4 19 0,1-1-10 16,1 0-17-16,2 3-16 0,-1 0 14 0,1 1-23 0,3 0 11 16,-1 2-13-16,1-1-15 0,2 0-19 0,0 0 10 15,-2 1-11-15,2 0 17 0,-2-2-6 0,-1 0-9 0,-6 0-17 16,-3-1 9-16,0-2-10 0,-2 1 17 0,5-1-18 16,0-2-9-16,-1 2-13 0,-2-2-11 0,-1 2 14 0,-3 0-40 15,0-3-10-15,0 4-3 0,-3-3-75 0,1-1-49 0,-1 3 21 0,0-4-377 16,1 1 356-16,3-2-58 0</inkml:trace>
  <inkml:trace contextRef="#ctx1" brushRef="#br1" timeOffset="135941.38">26353 4042 945 0,'0'0'360'0,"0"-1"-85"16,-1-1-67-16,1 1-81 0,0 0-12 0,-1 1-31 0,1 0-39 0,0 0-30 15,1 0 12-15,0 0-17 0,1 2 26 0,1 2-8 16,0-1-10-16,0 4 3 0,1 0 15 0,1 0-11 0,0 4 27 16,0 0-10-16,0-1-11 0,-1 5-22 0,1-4 5 15,-2-1-12-15,0 2-8 0,-2-2 3 0,1 2-4 16,1-1-5-16,-1-1 7 0,2 1-8 0,-2-1 6 0,-1-1-38 0,0 0-12 16,0 0 11-16,1-2-16 0,-2 0 38 0,0-2-35 15,0 1-2-15,-2-3-7 0,1 1-51 0,0-2-41 0,0 0 17 16,-1-1-280-16,0-1 261 0,-1 1-37 0</inkml:trace>
  <inkml:trace contextRef="#ctx1" brushRef="#br1" timeOffset="136165.15">26245 4087 1173 0,'0'-2'148'0,"0"0"107"0,3 1-36 15,0-1-35-15,4-2-42 0,3 1-46 0,1-4 17 0,4 2-36 16,3-3 16-16,0 1-16 0,1 0-20 0,2 1-22 16,-2 1 0-16,0 1-12 0,1-2-13 0,-1 2-4 0,1-1-5 0,-1 1 2 15,-1-1-2-15,-2 2 1 0,0-1-3 0,-1 2-6 16,-3 0-3-16,-2-1-36 0,-6 0-15 0,-2 0 1 0,-2 2-101 16,0 0-79-16,2-2-25 0</inkml:trace>
  <inkml:trace contextRef="#ctx1" brushRef="#br1" timeOffset="137209.54">27117 3850 1285 0,'-4'0'129'0,"2"0"25"0,-1 0 23 0,2 1-63 0,1 0-30 0,0 3-12 0,1 0-31 0,1 2-3 0,0 2 11 0,0 0-17 0,2 5 1 0,-1-1-8 0,2 3-10 0,0 2-11 0,0 0-1 0,0 1-2 0,1 0 8 0,0-3-5 0,-1-1 0 0,0 2-15 16,-1-2-2-16,1-1-2 0,-2 1-31 0,0-2-42 0,0-1-17 0,-2 2 12 0,0-7-87 0,-1 0 90 0,0-1-231 15,0-1-23-15,-3 1 7 0</inkml:trace>
  <inkml:trace contextRef="#ctx1" brushRef="#br1" timeOffset="137403.01">26986 4058 1429 0,'-3'-2'-203'0,"2"-1"455"0,1 1-46 0,0-1-57 15,3 1-74-15,2-1 11 0,2-2-40 0,4 1 2 16,0-1-2-16,2 1-6 0,3-2-13 0,-2 2 4 0,-5-1-13 16,1 1-5-16,-2 0-4 0,1 2-8 0,7-1-10 0,1 0 6 15,2 0-8-15,0-1-5 0,-1 0-27 0,0 1-16 16,-1-2-108-16,-1 1-94 0,0 3 36 0,1-4-127 0</inkml:trace>
  <inkml:trace contextRef="#ctx1" brushRef="#br1" timeOffset="139492">27811 3763 1079 0,'-10'-2'-223'0,"3"2"486"0,0 0-50 0,0 0-61 0,-1 0-36 0,3 0 6 0,-1 0-26 0,1 2 4 0,0-1-14 0,1-1-15 0,0 1-29 0,2 1 18 0,0-2-26 0,0 1 25 0,2-1-12 0,-2 0-15 0,2 1-14 0,0-1 11 0,0 0-14 0,0 0 18 0,3 0-2 0,-1 0-6 0,1 0-6 0,2 0 16 0,-1 0-17 0,3 0 19 0,0 0-6 0,1-1-13 15,2-2-15-15,-1 2 15 0,1-2-17 0,2 2 21 0,1-1-6 0,-1-1-7 0,1 1-11 0,0 2 7 16,-2-2-8-16,1 1 11 0,-1 0 0 0,0 1-6 0,0 1-7 15,-2 0 9-15,0 1-8 0,-1 1 11 0,0 1 0 0,-2 1-6 0,1 0 3 16,-3 4 3-16,1-1-2 0,-3 1 2 0,0 0-2 16,-2 1-1-16,0 2-3 0,-1 1 7 0,-1 1-4 0,-1 0 6 0,-1 0 0 15,0-1-3-15,-1-1-8 0,1 0 7 0,1 1-7 16,-2 0 10-16,1-1-1 0,-1 1-4 0,1-1-9 0,0 0 12 0,-1 1-10 16,0-2 18-16,-1-3-3 0,2 1-8 0,1 0-9 0,-1 0 5 15,0 2-4-15,0-4 10 0,1 1-2 0,0 0-3 0,-1-2-10 0,2 0 7 16,-1 2-7-16,0-3 10 0,1 0-6 0,1 0-9 0,-1-3-20 15,1-1 4-15,1-1-6 0,-1 0-14 0,1 3-13 0,0-3-17 0,1 0-63 16,0 0-29-16,2 0-8 0,-1 0-230 0,3-3 250 0,-1 2-45 16</inkml:trace>
  <inkml:trace contextRef="#ctx1" brushRef="#br1" timeOffset="139826.7">28199 4032 919 0,'-1'0'201'0,"0"0"378"0,0 0-377 0,0 0-35 0,1 0-51 0,-1 1-64 16,1-1 9-16,0 0-34 0,0 2 12 0,0 0-7 0,0 0-8 0,0 1-14 0,0-2 4 0,0 0-8 0,0 2 1 0,1 0-1 0,-1-2-5 0,2 1-1 0,-1-2-3 0,-1 2 0 0,2-1-11 0,-2 0-13 0,3 0-4 0,-2 1-44 0,0-1-15 0,0 0 6 0,1-1-111 0,0 0-101 0,1 0-29 0</inkml:trace>
  <inkml:trace contextRef="#ctx1" brushRef="#br1" timeOffset="140395.39">28718 3843 1269 0,'-3'-5'137'0,"-3"-1"22"0,3-1 22 0,-1 1-65 0,0 1-3 16,0 0-24-16,1 1-30 0,0 0-32 0,-2 2 16 0,2-1-23 16,-5 0 19-16,1 2-7 0,-2 0-13 0,-2 0-12 15,0 1 14-15,1 0-15 0,-3 0 20 0,3 0-2 0,0 0-7 0,0 1-3 16,0 0 6-16,1 0-7 0,-1 2 7 0,6-2-5 15,2 1-6-15,-1 1-5 0,1 0 8 16,-6 0-7-16,-1 0 8 0,2 1-2 0,0 0-7 0,2 1-4 0,1-1 6 16,1 1-7-16,2 0 5 0,1 2 3 0,1 0-3 0,5 0-4 15,0 0 13-15,4 0-13 0,0 1 21 0,1-1-4 0,0 1-7 0,-4 1-13 16,-2 0 7-16,2 1-6 0,0 0 16 0,4 1-4 16,2-2-3-16,2 2-14 0,-2 1 7 0,3-2-6 0,-1 0 11 0,-4-1 0 15,0 0-6-15,-1 0-3 0,2 0 5 0,-2 0-4 0,-1 1-12 16,-2 0-14-16,0 1-18 0,-1-2 32 0,-1-1-4 0,-1-1 14 0,-2 1-11 15,-2-1-6-15,0 0-3 0,-1 0-3 0,-1-3 1 16,-3 0 3-16,1-1 11 0,-3-2 5 0,0 3-2 0,-1 0 7 0,-2-3 1 16,-1 1-1-16,0 1 3 0,1-3 0 0,-2 0 0 0,1-1 0 0,-2-3 13 15,0 0-7-15,3-2 23 0,1 0-4 0,1 0-7 0,1 1 1 16,0 0 1-16,2-2-1 0,2 1 4 0,2-2-1 0,0-1-3 16,1 2-9-16,1-2 10 0,1 0-9 0,3 0 13 0,-1 1-4 15,2-1-7-15,2 0-3 0,1-1 7 0,-2 1-4 0,2-1 14 16,2 1 0-16,-4-1-5 0,2-1-9 0,0 0 15 0,-3 1-13 0,0 1 14 15,-3-2-10-15,-1 2-11 0,2 0-11 0,-2 0 3 0,0 2-2 16,0 0 8-16,1 4-2 0,-2-3-4 0,1 3-20 0,0-3-7 16,0 3-6-16,3-3-37 0,-1 1-2 0,3 0-5 0,1 0-127 15,1 1-18-15,-1 0-45 0,1 3-365 0,1 1 393 0,1 3-91 0</inkml:trace>
  <inkml:trace contextRef="#ctx1" brushRef="#br1" timeOffset="142631.98">29052 3834 516 0,'0'-1'209'0,"-2"0"-4"0,1-2-25 0,0 2-66 0,1 1-61 15,0 0-24-15,0-1-23 0,0 1-16 0,0 0 0 0,0 0 1 0,1 1 14 0,0-1-7 0,1 1-8 0,-1 1-50 0,0-1 6 0,-1 0-16 0,1 0-20 0,-1-1-18 0,1 2-3 0,-1-2-38 0,1 1-41 0,0 0 16 0</inkml:trace>
  <inkml:trace contextRef="#ctx1" brushRef="#br1" timeOffset="143215.85">29237 3811 942 0,'-1'-7'-590'0,"1"4"1138"0,0 2-124 0,0 0-194 0,0-1-80 16,0 1 25-16,0 0-62 0,0-1 0 0,1 2-16 15,-1 0-26-15,0 0-22 0,0 0 2 0,0 0-18 0,-4 3-8 16,3 0-1-16,-2 0-3 0,-2 3-2 0,0 0 5 0,-2 2-6 16,-1 2 13-16,-2-1-4 0,0 2-5 0,-1 0-3 0,-2 1 0 15,-1 2-4-15,-2 2 0 0,3-2-3 0,-1 1-2 0,2 2-10 16,1-2 5-16,0 1-6 0,0 0 8 16,2-3 0-16,5-1-6 0,-1 0-6 0,2-3 6 0,0 2-7 0,-4-1 6 15,2-2-6-15,0 1-6 0,0-1-30 0,1-1 11 0,-1 1-13 16,2-2-8-16,-2 0-12 0,3-1-17 0,-1-2-51 0,1 0-42 15,2-3 5-15,-2 0-194 0,2 2-80 0,0-1-71 0</inkml:trace>
  <inkml:trace contextRef="#ctx1" brushRef="#br1" timeOffset="143441.17">29000 3836 478 0,'0'-8'151'0,"-2"3"177"0,0 1-70 0,2 2 7 0,-1 0-59 0,1 2-13 0,0-1-39 0,0 1-42 0,0 0-36 16,1 1 4-16,1 1-20 0,0 0 9 0,2 4-9 0,0 1-6 0,0 3-19 0,2 2 13 0,-1 0-19 0,3 3 9 0,-1-3-10 0,1 2-13 0,0 2-4 0,-6-3 1 0,1 1-3 0,1 1 2 0,-2 0-4 0,6-4-4 0,1 0-11 0,0-2 12 15,2-1-11-15,3-1 10 0,-2 2-4 0,2-2-11 0,-1-1-51 0,-2 1 15 0,-1-1-20 0,3-3 17 0,-3-1-34 0,1 1-16 0,1-1-56 0,-3-2-97 16,0 0 65-16,0 0-113 0</inkml:trace>
  <inkml:trace contextRef="#ctx1" brushRef="#br1" timeOffset="144177.13">29420 3980 1191 0,'0'-2'-300'0,"-1"-2"626"0,0 1-57 0,-1 2-85 0,1-1-68 0,1 0 18 0,0 1-51 0,0 0 3 0,0 1-8 0,0-2-13 0,0 2-21 0,0 0 9 0,0 0-19 0,1 0 15 0,1 3-9 0,-1 0-9 0,1-1-7 0,0 2 11 0,0 1-12 0,1 0 18 0,0 2-7 16,2 0-11-16,0 1-6 0,1 0 7 0,-1 1-9 0,1 1 4 0,0-1-5 15,-2 2-9-15,2 0-3 0,-2-2 3 0,1 1-4 0,1 0 5 16,1-1-1-16,0 0-5 0,0 1-2 0,-1-3 3 16,0-4-3-16,1 3 8 0,-2-5-4 0,1 3-1 0,0 0-5 15,-6-2 6-15,0 1-2 0,0-1 5 0,-3 0 0 0,6-2-7 0,0 0-2 16,0 0 7-16,1-2-3 0,-1 1 17 0,-2-2-6 0,3 0-4 0,-1 0-1 15,-1-2-2-15,2 0 2 0,-1-2-1 0,-1 0-1 16,2 3-2-16,-1-3-1 0,0 1 3 0,1-2-3 0,-2-2 3 16,1 0-2-16,1 0-1 0,-1-2-6 0,0-2 5 0,0 1-4 15,1-1 6-15,1 1 1 0,-2 1-5 0,1-1-11 0,1 2 3 16,-3 1-7-16,2 3-15 0,-3 3-8 0,-1 0-10 0,1 3-53 16,-1-2-10-16,0 2-12 0,-1-1-102 0,0 1-73 0,-3 1-57 0</inkml:trace>
  <inkml:trace contextRef="#ctx1" brushRef="#br1" timeOffset="146344.82">18385 4183 495 0,'0'0'158'0,"0"0"191"0,0-2-183 0,1 2-26 0,0 0-26 0,1 0 5 0,0 0-18 0,1 0-27 0,1 2-20 0,1-1 18 0,0 2-26 0,1-1 29 0,1 1-8 0,1 0-14 0,1 3-16 0,-1-1 26 0,1 1-29 0,3 1 37 0,0 1-7 0,0 1-19 0,4 6-32 16,0-3 26-16,1 1-34 0,3-1 41 0,0-2-11 0,1 0-14 0,2 0-15 15,-7 1 9-15,-3-1-11 0,4 1 7 16,-2 1-1-16,7-2-5 0,0 0-5 0,0 1 3 0,-3-2-4 16,-1 1 3-16,-2-2 0 0,-2-1-2 0,2 1-27 0,-3 0 10 15,0-2-12-15,-2 0 17 0,-3-1-16 0,-3-1-11 0,1-2-35 0,-1 0 1 16,-1-1-6-16,-2 1-27 0,1-1-10 0,-2-1-18 0,0 0-25 15,-1-1-31-15,1-1 6 0,-1-1-185 0,0 0 220 0,1-3-31 16</inkml:trace>
  <inkml:trace contextRef="#ctx1" brushRef="#br1" timeOffset="146567.21">18986 4110 283 0,'0'-4'187'0,"0"1"62"0,0 1-98 16,0 0 54-16,-2 2-27 0,2 2-31 0,-1 0-38 0,1 2 20 0,-1 0-39 15,0 2 27-15,1 2-14 0,-1-2-25 0,0 7-17 16,1-1 18-16,0 4-26 0,-1 7 16 0,1-1-9 16,-1 3-14-16,-1 1-12 0,0 0 1 0,0 2-11 0,-1 0-1 0,-2-2 1 15,2-2 0-15,-1 1-12 0,2-4 6 0,-1 2-10 16,-1 2 6-16,0-3-2 0,-2-3-7 0,2 0-2 0,-1-1 0 0,2-1-2 16,-1 2-7-16,2-5-8 0,0 0-6 0,0-1-37 15,1-1-13-15,0 3 3 0,-1 1-63 0,1-6-14 0,1 1-15 0,-1-2-159 16,1-2-151-16,0 0-6 0</inkml:trace>
  <inkml:trace contextRef="#ctx1" brushRef="#br1" timeOffset="147326.87">18430 4039 619 0,'-4'0'-281'0,"2"-2"543"0,0 0-53 0,1 2-91 0,1-1-20 0,0 0 13 0,0 1-30 0,0-1 8 0,0 1-7 0,0 0-17 15,0 0-4-15,0 0 16 0,0-2-23 0,1 1 10 0,1-3-8 0,-2 3-12 0,1-3-16 0,0 2 3 0,2-1-10 0,-1-1 0 0,1 2-4 0,1-4-7 0,0 3-12 0,-1-3 15 0,2 3-14 0,0-5 17 16,1 0 0-16,-1 2-9 0,1-4-7 0,0 2 13 0,0-1-13 15,0 0 14-15,1 0-3 0,-1 1-9 0,1-2-1 0,0 2 6 16,0-1-6-16,1 3 5 0,-1 2 0 0,-3 0-4 0,1 2 3 16,-3 1 2-16,0 1 0 0,0 0 7 0,-1 0 2 0,1 1-2 15,0 0-2-15,0 2 18 0,0 1-15 0,3-2 12 0,-1 3-5 16,1 0-9-16,0 2-16 0,1 0 16 0,0 2-13 0,-1-2 16 16,0-3-6-16,-1 2-10 0,2 0 0 0,-1 0 0 0,0 1 2 0,1 0-2 15,-6-1-6-15,0 0-5 0,0 2-35 0,1-1-43 0,5 0 18 16,0 0-58-16,1 2-23 0,-1-3 11 0,1 2-357 0,2-3 327 15</inkml:trace>
  <inkml:trace contextRef="#ctx0" brushRef="#br1" timeOffset="150764.92">23440 8115 0,'0'0'0,"0"0"0,0 0 16</inkml:trace>
  <inkml:trace contextRef="#ctx1" brushRef="#br1" timeOffset="157426.07">19991 4915 382 0,'-5'1'91'0,"1"-1"102"0,-1 0-84 0,-1 2-4 0,3-2-17 0,0 0 16 0,0 1-17 0,1-1-24 0,2 0-28 0,-1 0 28 0,1 0-34 0,0 0 24 0,0 0-10 0,0 0-19 0,0 0-1 0,1-4 5 0,0 4-6 0,0 0 13 0,1-1 1 0,-1 1-6 0,0 0 0 0,0 0 30 0,0 0-27 0,0 0 37 0,0 0-17 0,0 0-22 0,2 0-30 15,0 0 17-15,2-2-19 0,1 2 37 0,0-1-10 16,3 0-8-16,2-2-15 0,1 1 10 0,3-1-8 0,4-2 31 15,1 1-15-15,2-2-11 0,-2 2 8 0,-3 0-9 0,1 2 11 16,3 0-18-16,5 1 2 0,0-2 0 0,1 1-3 16,0 1 10-16,0-2-8 0,2 2 12 0,-1-1-10 0,2 1-6 0,0 0 3 15,2 0-2-15,0 1 7 0,1-2 2 0,0 0-4 0,-2-1-1 0,-5 1-9 16,-3 0 5-16,0 1-4 0,-1 0 10 0,4-2 0 0,0 1-6 16,-1-1 1-16,-4-1-1 0,0 0 0 0,-1 3 4 0,-3-1-4 15,-1 0 2-15,0 1-9 0,-1 1 6 0,-2 0-5 0,-1 3 11 16,-3-1 2-16,0-1-5 0,-3 1-7 0,-3-1 6 0,0 0-6 0,-3 1 10 15,1-2-3-15,-1 1-2 0,-1-1-2 0,-2 1 2 0,0 0 0 16,0 1 6-16,-3 0-5 0,0 1-1 0,-2-1-2 0,1 0 5 16,-1 0-2-16,-2 0 9 0,0 0-6 0,-3 1-4 0,1-2-11 15,-3 3 11-15,1-2-5 0,-3 0 20 0,-2 0-6 0,-2 1-11 0,-3 1-7 16,-4-3 9-16,-3 1-4 0,-1 2 10 0,0-2 1 0,1 1-6 16,-3 1-10-16,-4 0 10 0,-2 2-7 0,-2 1 14 0,3-1-1 15,2 2-7-15,-1 0-11 0,3 1 14 0,-3 1-10 0,1-1 12 16,1 0 0-16,1 0-8 0,3 1-5 0,2-1 13 0,-1-1-10 15,0 1 9-15,1 0 2 0,4-1-5 0,3-1-8 0,1-1 10 16,3-1-8-16,3 1 11 0,3-1 3 0,2-3-8 0,2 2-4 16,1-1 14-16,2-1-11 0,3 1 20 0,1-2-6 0,0-1-10 0,2 1 1 15,0-1 6-15,0 0-1 0,3-1 8 0,1-2-3 0,1 2-4 0,3-1-6 16,1-2 11-16,1 0-10 0,2 1 13 0,1 1-2 16,2-2-6-16,2 1-2 0,1-2 0 0,2 1-2 0,3-2-3 0,2 1-3 15,3 0 0-15,4 0-8 0,-2 0 8 0,-6 1-4 0,0-1 14 16,-1-2-4-16,1 2-7 0,7 0-10 0,-2 0 14 0,0 0-9 15,-1 0 11-15,-1-1 1 0,1 4-8 0,2-3-2 0,-1 2 7 16,-1 1-5-16,0-1 6 0,-3 2-3 0,-3 0-3 0,1-1-3 16,-3 0 4-16,-1-1-2 0,-2 2 6 0,-10 0 0 0,-4 1-2 0,-3 0-2 15,0 0-1-15,1 0 0 0,0 0 0 0,0 0 2 0,0 0 1 0,-1 0-10 16,0 0 8-16,0 0-7 0,0 1 11 0,0 0-2 16,0 2-4-16,-1-1-7 0,0 0 6 0,0 1-4 0,0 1 8 15,-1-1-1-15,-2 1-4 0,2-1-9 0,2 0 13 0,2 2-10 0,-2-1 13 16,-1 1-2-16,-7 0-8 0,-4 2-2 0,-4 0 3 0,-1 1-2 15,-3-2 5-15,1 0-4 0,-1 1-4 0,-3 1-4 0,0 0 3 16,-2-2-2-16,2 2 5 0,-1-2 0 0,0 2-4 0,1 1-2 16,-1 0 8-16,1-2-5 0,-1-2 14 0,2-1-1 0,-2 1-4 0,-1-2-3 15,1 3 2-15,2-1-2 0,2 1 2 0,8-3 2 0,-2 3-2 16,1-4-8-16,0 1 13 0,-2-1-9 0,1 0 16 0,4-1-7 16,1 0-8-16,2 0 0 0,4 1 7 0,1-2-2 0,2 0 0 15,1 1 0-15,1 0-8 0,3 0-1 0,0 1 10 0,2-1-6 16,2 0 13-16,1 1 2 0,4-2-6 0,2 0 1 0,5-3 14 15,-7 0-10-15,3 0 18 0,1-2-1 0,3-1-8 0,10 1-3 0,0-2 9 16,1-2-9-16,0 1 4 0,-2-1-3 0,4 4-5 0,4-2-9 16,0 0 5-16,3 2-5 0,0-2 5 0,-1 0 0 0,-4 4-3 15,-8-2-14-15,-4 1 14 0,0-1-11 0,-3 2 19 0,2 0-8 0,-5 0-9 16,-4 3-17-16,-2 0 4 0,-6 0-6 0,-1 0-3 0,-4 1-5 16,-1 2-7-16,-3-1-17 0,-3 1-6 0,-2 2-6 0,-3 0-90 15,1 2-92-15,-1 2-61 0</inkml:trace>
  <inkml:trace contextRef="#ctx0" brushRef="#br1" timeOffset="177641.51">24074 17090 0,'0'0'15,"0"0"-15,0 0 16,0 0-16,0 0 16,0 0-1,0 0-15,0 0 0,0 0 0,0 0 16,0 0 0,0 0-16,0 0 15,0 0 1,0 0-16,0 0 15,0 0-15,0 0 16,0 0 0,0 0-16,0 0 15,0 0 1,0 0 0,-86 6-16,81-6 15,1 0-15,1 0 16,-2 1-16,1 1 15,-1-1 1,1 0-16,0 1 16,1-2-1,-1 1-15,1 0 16,1 0 0,0 1-16,-1-1 15,0 0-15,0 0 16,-1-1-1,1 3-15,-2-1 16,3 2 0,1-2-16,1 0 15,0-2-15,0 0 16,0 0 0</inkml:trace>
  <inkml:trace contextRef="#ctx0" brushRef="#br1" timeOffset="178366.74">24200 17527 0,'0'0'0,"0"0"15,0 0 1,0 0-16,0 0 16,0 0-16,0 0 15,0 0 1,-98-20-16,80 12 16,3 3-1,1 0-15,0 0 16,1-3-16,2 1 15,1 1 1,1 1-16,1 0 16,2 1-1,2 3-15,0-1 16,0 0-16,1 1 16,-1 0-1,1 0-15,1 1 16,0-2-1,-1 1-15</inkml:trace>
  <inkml:trace contextRef="#ctx1" brushRef="#br1" timeOffset="178940.65">20340 13989 256 0,'-14'-12'28'0,"6"9"417"0,3-2-195 0,-2 0 13 0,0 0-262 0,1-2 7 0,-1 2-11 16,0 0 15-16,2 1 4 0,-1-1-5 0,-1 1 34 0,0-2 11 0,2 1-2 0,-2 0 0 0,3 1-7 0,-2-1-4 0,1 1-13 0,1 0-4 0,-2 1 0 0,2 1 2 0,-1-1 1 0,2 2-1 0,-1 0-17 0,0 1 21 0,0 0-21 0,-1 0 21 0,-2 0-10 15,1 2-9-15,-3 1-13 0,0 1 7 0,-4-2-5 0,0 2 16 0,3 1-2 16,-3 0-9-16,0 0-3 0,-2 2 8 0,-5 0-5 0,-1 2 12 15,1 2-6-15,-3-2-5 0,-2 2-6 0,3 2 22 16,-4-2-15-16,1 4 17 0,-2-1-1 0,-1 0-15 0,-2 1-10 0,0 0 12 16,-4 3-13-16,-3 0 10 0,2 1-4 0,-1 2-2 0,6 2-2 15,1-1 0-15,0 3 0 0,-1 2 3 0,2 1 0 0,1 2-1 0,4 2-1 16,0-4 6-16,2 0-5 0,3-1 13 0,3-5-1 0,1 3 0 16,3-2-6-16,2-2 5 0,1-3-6 0,2-3 4 0,3-1-3 15,2-3-5-15,2-1-3 0,2 0 11 0,3-2-7 0,2-1 17 16,3 2-5-16,2-2-8 0,4-1-8 0,2 1 10 0,3-2-8 0,1-1 14 15,0-1-6-15,0 1-8 0,2-1-7 0,1-1 10 0,0 3-6 16,-1-2 12-16,-1 3-4 0,-9 0-9 0,-1 0-8 0,-1 0 13 16,0 3-9-16,5-2 16 0,0 0-6 0,-3 4-5 0,-3 0-7 15,-3 1 7-15,-5 3-2 0,-1-1 15 0,-3 3-3 0,-2 2-9 0,-2 1 5 16,-5 4-2-16,-3-4 2 0,-4 3-6 0,-3-2 2 0,0 0-1 16,-3 5-8-16,7 0 12 0,-4-3-9 0,-2 0 13 0,1 0-4 15,-6 0-7-15,-1 4-6 0,4-1 9 0,-1 1-4 0,2 2 10 16,3-1 0-16,2 0-5 0,1 5-11 0,4-2 10 0,2-2-9 15,1 1 17-15,2-5-2 0,2-2-5 0,2 6-7 0,1-6 4 0,1-2-4 16,1 2 12-16,1 0-5 0,1-2-2 0,3 5-6 0,-2-3 3 16,4 0-1-16,-2 0 8 0,2-2 2 0,-1 4-3 0,-2-2-3 15,1 0 1-15,-1 1-2 0,1 1 3 0,-3-1-2 0,0-2-2 0,0-1-7 16,2-1-3-16,0-3 2 0,3 1 3 0,1-4-1 16,2-1 0-16,3-1-33 0,3-3 6 0,4 0-15 0,4-3-19 15,2-1-9-15,3-2-18 0,2-1-77 0,-3-2-32 0,3 0-9 0,1-3-195 16,4-3 241-16,6 5-24 0</inkml:trace>
  <inkml:trace contextRef="#ctx0" brushRef="#br1" timeOffset="181230.89">23903 16367 0,'0'0'0,"0"0"0,0 0 15,0 0-15,0 0 16,0 0 0,0 0-16,0 0 15,-107 2 1</inkml:trace>
  <inkml:trace contextRef="#ctx0" brushRef="#br1" timeOffset="181580.96">23859 16341 0,'0'0'0,"0"0"16,0 0-16,0 0 16,87-34-1,-72 32-15,-5 0 16,-2 1-16,-1 0 15,-3 0 1,-4 1-16,0 0 16,0 0-16,0 0 15,0 0 1,0 0-16,0 0 16,0 0-1,0 0-15,0 0 16,0 0-1,0 0-15,0 0 16,0 0-16</inkml:trace>
  <inkml:trace contextRef="#ctx0" brushRef="#br1" timeOffset="181711.06">23798 16273 0,'0'0'0,"0"0"16,0 0-16,0 0 15,106-12-15,-86 10 16</inkml:trace>
  <inkml:trace contextRef="#ctx1" brushRef="#br1" timeOffset="181273.13">18987 13592 256 0,'-10'-2'28'0,"4"1"392"0,-1-1-198 0,2 2-5 0,-1-1-227 0,0 1 10 0,1-1-5 0,-1-1 30 0,3 2 14 0,-2 0 8 0,4-1-7 0,-1 1 20 0,0 0-22 0,2 0 7 0,0 0-14 0,0 1-14 0,0 1 9 0,1 0-7 0,1 2 11 0,0 0-4 0,0 1-1 0,2 0 0 0,-1 0-19 0,1 3 18 0,-2 0-17 0,1-1 19 0,-1 2-2 0,1 0-9 0,-1 3-3 0,0-2 8 0,-1 0-7 0,0-1 5 0,1 0-2 0,-1 2-3 0,-1-3-17 0,1 5 12 16,0 1-11-16,0-1 20 0,0 1-4 0,-1-1-6 0,1 1-1 0,-1 0-1 15,0 2 1-15,1-2 0 0,-1 0-2 0,0 0-3 0,3-4-7 16,-3-1 6-16,0 0-7 0,0 0 8 0,0 2-5 0,0-2-5 0,1 0-28 16,0 2 0-16,0-2-4 0,1-3-15 0,1-1-11 0,-1 2-13 15,1-5-64-15,3 3 1 0,-1-2-19 0,2-1-51 0,-1 1-21 16,0-2-23-16</inkml:trace>
  <inkml:trace contextRef="#ctx1" brushRef="#br1" timeOffset="181956.31">19130 13674 1231 0,'-5'-1'53'0,"0"-3"34"0,1 2-78 0,-1 0-3 0,3 2-7 15,0 0-5-15,2 0 34 0,0-1-18 0,0 0 72 0,0 0-18 0,0-2-13 0,2 0-33 0,1 2 2 0,1-1-7 0,1-2 8 0,2 2-2 0,-1 0-2 0,2-2-9 0,-1 2 4 0,-3 0-6 0,-1-2 4 0,2 3 1 0,0-1 0 0,8 0-20 0,0 1 11 0,-1 0-12 0,0-1 18 0,-3 0-3 0,0 1-6 0,-3 1-13 0,0-2 16 0,-1 2-12 0,-3 0 20 16,-1-1-4-16,0 1-8 0,-1 0-17 0,0 1 12 0,-1 1-8 15,-1-2 22-15,-3 2-1 0,-2 2-4 0,-2-1-12 0,-2-1 13 0,0 3-12 16,-1-1 14-16,0 1 3 0,0-1-6 0,1 1-12 0,1 0 10 16,6 0-9-16,2 1 20 0,0-3-2 0,2 3-5 0,-5-3-12 15,3 0 18-15,1-1-14 0,1 0 24 0,0 0-2 0,1 0-10 16,2-1 5-16,2 1 5 0,-1 1-3 0,2 0 3 0,-6-1-3 0,0 1-4 16,1 1-13-16,1-2 11 0,6 3-9 0,0 0 11 0,1 0-1 15,1 4-5-15,1 2-13 0,2-2 12 0,-1 2-9 0,-2-1 19 16,-2 1 1-16,-1-2-6 0,-3 1-5 0,1-3 7 0,-3 4-7 15,0-1 3-15,-2 1 5 0,0 0-3 0,-2 0 3 0,0-2 13 16,-3-2-10-16,0 0 6 0,-3-2-5 0,-2 3-10 0,0 4-13 16,-3 0 9-16,2 1-7 0,0 0 16 0,1-3-10 0,1-2-5 0,0-2-8 15,1-1 13-15,0 1-5 0,6-3 10 0,1 1-3 0,1-1-10 16,1-2-12-16,-3-1 12 0,-1 0-10 0,2 0 9 0,0-1-12 16,1 0-13-16,0-3-4 0,1 2-16 0,1-1 7 0,0 0-74 0,0 0-15 15,0 2-21-15,0 0-54 0,1 0-15 0,-1 1-7 16,0 0 80-16</inkml:trace>
  <inkml:trace contextRef="#ctx1" brushRef="#br1" timeOffset="182271.32">19537 13811 1664 0,'-4'9'-1052'0,"-7"-9"1760"0,0-4-247 0,0 2-405 0,-2 1-59 0,1 1 8 0,3 1-9 0,1 1 28 0,3 0 11 0,-1 0 0 16,2 0 6-16,1-1 10 0,0 1-12 0,2 1-17 0,1 0-7 0,0-1-16 0,0 2-27 0,0 0 10 0,2 1-14 0,0 0-5 0,2 0-10 0,-1 0-13 0,2 0-39 0,0-2-12 0,1 1-5 0,0-3-66 0,2-1-23 0,1 0-21 0</inkml:trace>
  <inkml:trace contextRef="#ctx1" brushRef="#br1" timeOffset="182597.45">19635 13540 1784 0,'-5'0'102'0,"5"1"21"0,0 1-77 16,-1 3-14-16,-2 1-32 0,-6 2-3 0,0 1 1 0,1-2-2 0,-1 2 12 15,1 0-2-15,0-1 1 0,0 2-3 0,3 2 3 16,0 1-1-16,2-1 3 0,3 2-4 0,0 1-4 0,0-1-11 0,1 1 9 16,2 0-8-16,3 3 15 15,-1 3-5-15,2-1-6 0,-1-1-13 0,-1 1 16 0,0-2-14 0,-1-3 0 0,1 0-13 0,-2-3-20 16,1-2-22-16,-1-1-15 0,0 0 2 0,1 1-101 0,-1-1 35 15,2-1-26-15,-2-4-4 0,0-2-4 0,2 0-38 0</inkml:trace>
  <inkml:trace contextRef="#ctx1" brushRef="#br1" timeOffset="183241.85">19140 13674 10 0,'5'-2'2'0,"-1"-1"12"0,1 1-3 0,-5 0-2 0,0-1-1 0,0-1 14 0,0 0-4 0,1 0 41 0,-1 1-5 0,1 1-10 0,-4-2-13 0,-1 2 18 0,1 2-17 0,0-3 32 0,4 0-5 0,2 2 4 16,1-1 9-16,-1 2-13 0,0-3 12 0,1 0-22 0,-1 1-7 0,3 1-5 0,-2-3-14 0,1 1 9 0,-1-1-11 0,0 3-4 0,-1-3-3 0,0 0-6 0,-1 2-8 0,1-2 5 0,-2 1-4 0,0-2 11 0,0 1-2 0,-1 1-7 0,0-2-7 15,0 1 22-15,-1-1-16 0,0 1 38 0,-1-1-6 0,0 1-6 0,-1-1-4 16,0 1 1-16,-2 0 1 0,1 1 10 0,-1-2-6 0,0 1-3 16,-2-1-21-16,-1 0 21 0,0-1-17 0,0 1 30 0,5 0-6 15,0-2-8-15,-4 2 1 0,1-1 7 0,-6-1-3 0,0 1 4 0,-1-1-9 16,2 1-16-16,0 2-17 0,1 0 13 0,-2 2-13 15,1 0 10-15,1 1 1 0,0 1-4 0,1 0-36 0,-1 0-2 0,0 1-12 16,0-1-42-16,0 3-16 0,-2 0-21 0,0 0-81 0,1 0-36 16,-2 1-13-16</inkml:trace>
  <inkml:trace contextRef="#ctx1" brushRef="#br1" timeOffset="198772.84">14777 5364 509 0,'-3'-6'142'0,"0"0"193"0,1 3-251 0,0 2-56 0,1 1-9 0,-1 2-6 0,0 0 2 0,0 0-5 0,-1 3 6 0,0 0 13 0,1 2-8 0,-1 2 13 0,-1 2-9 0,1 3-9 0,0 4 5 0,-1 1-3 0,1 2 6 0,-1 1 4 15,1-1 0-15,1 4-1 0,0 3-8 0,0-1 16 0,1-2-13 0,1 1 19 0,-1-2-7 0,1-2-6 0,1 2-11 0,2 1 11 0,0-2-7 0,-1 0 8 0,0-1-1 0,1 1-12 0,-1 2-12 0,1 3 17 0,1 2-15 0,-1 2 16 16,2-1-6-16,-3 1-9 0,0 3-6 0,-1 0 5 0,-1 0-3 0,0-1 12 15,-1-1-1-15,-2 1-4 0,-1-2-18 0,1 1 21 0,-2-1-17 16,1 3 34-16,2-2-12 0,-1 1-12 0,2 4 5 0,-1 0-4 16,0 0 8-16,-2 2-5 0,1 0-2 0,0-1-3 0,-2 1-5 15,0 1 5-15,-1-2-4 0,2-2 5 0,0 4 1 0,2 1-6 0,0 3-8 16,2 1 10-16,-3 0-8 0,3-1 17 0,-1 1-4 0,0-1-4 16,1-1-13-16,0-1 18 0,0-4-12 0,4-2 24 0,-1-1-6 15,3 1-15-15,-2 1-5 0,2-1 8 0,-2 1-3 0,1-2 8 16,-1-2-1-16,-1-3-7 0,1 1-1 0,-2-1 1 0,0-2 0 15,1-3 7-15,-2 0-7 0,0-2-6 0,1 3 0 0,0 1 1 16,2-1 3-16,-1 1 13 0,2-2-2 0,-1-1-1 0,-1 2-10 0,2 0 2 16,1-1-3-16,-2-1 1 0,2-4 5 0,-2 0 3 0,4 2-23 15,-1 1 17-15,2-3-17 0,1-1 30 0,-1-3-4 0,0 1-5 0,1 2-7 16,0-3 4-16,1 1-4 0,0 2 10 0,1 0-2 0,-1-1-2 16,1 2-14-16,1-2 10 0,-1 1-9 0,0 2 22 0,-2 3-7 15,3-1-4-15,0-1 3 0,1-1 4 0,1-3 1 0,0-6 3 16,2 1 1-16,0-3-4 0,2 1-5 0,2 2 6 0,0-3-5 15,2 1 14-15,-6-4-3 0,3 1-3 0,4-4-4 0,3 1 3 16,8-1-1-16,1-2 6 0,-2-1-3 0,-2 2 0 0,-1 3-21 0,0-2 18 16,4 1-15-16,6-2 34 0,5-1-2 0,3-2-5 0,3-1-8 15,4 0 4-15,1-3-5 0,0 1 8 0,5-1-2 0,-1-1-3 0,7 0-10 16,5 2 9-16,3-3-9 0,2 0 9 0,-1 0-3 0,-1 1-7 16,8 0-11-16,1 1 8 0,2-1-7 0,1 1 14 0,-7 0-4 15,-1-1-5-15,4 2-10 0,-2-1 9 0,-2-2-6 0,-1 0 8 16,-11-2-3-16,-2 2-11 0,1 0-13 0,-3-1 14 0,1 1-10 15,-3 0 15-15,-8-3 2 0,-5 1-8 0,-2 1-8 0,-4 0 9 16,-3 2-9-16,-4-1 8 0,-6 3-5 0,0 1-6 0,-3 0-18 0,-3 0-11 16,0-3 0-16,-4 2-48 0,-2 0-11 0,-1-2-12 0,0 1-79 15,-2 1-16-15,1-1-13 0,-1 1-146 0,-1 1 223 0,-2-7-27 0</inkml:trace>
  <inkml:trace contextRef="#ctx1" brushRef="#br1" timeOffset="199695.45">14799 7834 256 0,'-5'-24'24'0,"1"10"336"0,2 5-163 16,1 2 5-16,0 3-215 0,0 0 19 0,1 1-17 0,-2-1 27 0,2-1-1 0,0 0-10 0,2-1-14 0,-1 0 16 0,1 0-11 0,1-3 36 0,2 1 10 0,3 0-3 0,1-1-10 0,1-1 38 0,2-1-32 0,3-2 37 0,0-1-12 0,2 0-18 0,4-3-18 0,1-1 12 0,3-1-10 15,3-2 13-15,-1 5-4 0,3-2-8 0,4-3-12 0,3 0 3 0,1-1-7 0,-4-3 1 0,0 2-6 0,3 0 1 0,3-2 1 0,4 0-3 0,-4 1 7 0,2-2 11 16,-5 3-4-16,2 3-1 0,5-2 1 0,0-2 7 0,2-3-3 0,-5-2 13 16,3-5-6-16,0 1-6 0,2-3-3 0,5 2 2 0,-1-1 1 15,-1 2 8-15,1-2-5 0,1 1-1 0,3 0-17 0,-1 2 10 16,2 0-11-16,-1 3 14 0,-1-1-2 0,4-3-5 0,-2-5-5 15,1-2 3-15,2-1-3 0,1 1 4 0,-6 2-1 0,2 1-1 0,-4-3-10 16,2 2 10-16,2 1-9 0,-4 3 15 0,-3 4 0 0,-1 0-4 0,1-1-7 16,0-2 14-16,-8-1-12 0,0 0 11 0,-4 4-4 0,-2 1-12 15,2 2 6-15,-7 2-3 0,-2-2 2 0,-1 3-6 0,-5 1-1 16,1 3-2-16,-3 1-6 0,-1 3 6 0,-3-1-4 0,1 4 9 16,-5 3-5-16,1 2-6 0,-1 1-24 0,-1 1-4 0,0 3-5 15,0-1-40-15,-1 2-10 0,1 1-13 0,5 1-58 0,1 3-25 16,0 1 0-16,2 2-110 0,-5 0-100 0,4 8-59 0</inkml:trace>
  <inkml:trace contextRef="#ctx1" brushRef="#br1" timeOffset="200805.48">14759 7691 199 0,'-4'-7'3'0,"1"2"-35"0,-1-1 76 0,-1 2 23 0,3 0-9 0,-3 0-19 0,2 0-6 0,-2 0-10 0,1 2-23 16,-1-1 27-16,1-1-25 0,-2 4 29 0,2-2-5 0,0-1-9 0,2 2-27 0,1 0 20 0,-1 1-16 0,2 0 26 0,0 0-5 0,-1 0-17 0,1 0-3 0,0 0 6 0,1 0-4 0,0 1 6 0,0 2-5 0,1-1-3 0,1 1 1 0,0 1-2 0,-1-1 6 0,0 1 4 16,1 0 3-16,-1-1-6 0,0 0-9 0,-1 1 18 0,0-1-17 15,-1-1 13-15,0 1-1 0,0-2-8 0,-1 1-9 0,-1-2 12 0,0 1-9 16,0 0 17-16,-1 2-1 0,-1-2-10 0,-1 2-21 0,1 0 24 16,-2 2-22-16,1 1 9 0,-1-1-14 0,0 2-22 0,1 1-81 15,-1 2 22-15,8 1-29 0</inkml:trace>
  <inkml:trace contextRef="#ctx1" brushRef="#br1" timeOffset="211162.1">20450 3828 80 0,'-13'3'-53'0,"1"0"34"0,1 0 52 0,0 1-13 0,1-2 39 0,1 2-4 0,1 0-14 0,0-3-9 16,1 1 13-16,1 0-11 0,1-2 15 0,0 0-2 0,2 0-11 0,0 0-5 0,0-1 15 0,1 0-15 0,0-1 7 0,2 0-3 0,0-2-3 0,0 0-30 0,2-2 20 0,0-2-18 0,3 0 35 0,-1 1-8 0,1-1-11 0,2-2-26 0,-1 1 25 0,2-1-21 0,0-2 34 0,1 2-8 0,0 0-12 0,1-5-30 15,1 1 22-15,2 0-19 0,-2 0 36 0,0 1-3 0,0 1-12 0,2 1-6 0,-2 2 4 0,0-2-5 16,2-1 9-16,-1 0-4 0,-1-1 0 0,3 0 1 0,-2 0 1 16,3-1 5-16,-1 3 18 0,0-4-1 0,-6 1-1 0,0 2-7 15,1-3 8-15,0-1-10 0,7 2 2 0,0-2-4 0,3 2 0 0,-1-1-13 16,1 0 6-16,-1-1-3 0,-3 0 16 0,-2 0-4 0,1 1-7 16,-2-3-10-16,0-1 9 0,0 0-9 0,-2-5 5 0,-1 0-2 15,-2 0-4-15,1-3 0 0,-1 1-1 0,-2 2 2 0,0-2 5 16,-1 1 2-16,-3-2-2 0,0-1-20 0,-1 0 22 0,0 1-20 15,-2 0 26-15,-1 4-6 0,1 0-8 0,-2 1-1 0,-1 0-5 0,1 0 8 16,-3 2 2-16,1-2 2 0,-2 0-4 0,0-2-11 0,1 1 18 16,-3 0-17-16,1 4 21 0,-3 1-1 0,2 1-4 0,-2 1-2 15,-1-4-1-15,0 4 2 0,1-2 0 0,-3 1 1 0,0 1-2 0,0-1-20 16,-1 2 21-16,1 0-20 0,3 0 25 0,0 1 0 0,2 0-7 16,-2 2-5-16,5 1-1 0,-1 1-2 0,-2-1 9 0,-1 2-1 15,-3-1 1-15,-2 1-16 0,0-1 12 0,1 0-10 0,-1 1 16 16,-1 1-1-16,1 2-4 0,-3 1-5 0,0-1 2 0,0 3-1 0,-1-1 5 15,2-1 1-15,1 3-5 0,-1-1-15 0,-1 1 23 16,0 2-18-16,0 2 24 0,0 1-5 0,-1 3-9 0,-5 0-10 0,0 2 9 16,-2 1-7-16,3 1 15 0,7 0-1 0,-1 3-6 0,-3 0-19 15,1 1 25-15,-4 1-19 0,-1 0 29 0,1 1-3 0,3 0-13 16,0 4-13-16,-1 0 12 0,2 1-9 0,0 2 23 0,1-2-2 16,1 4-6-16,0 0-7 0,1 0 2 0,1 2-4 0,2-4 6 0,1 0-2 15,1 0-1-15,1-2 1 0,1 5-7 0,1-3 7 0,1-1 3 16,-1-2-1-16,1 0 2 0,0-1-15 0,0 3 11 0,3 1-9 15,-1 2 17-15,3 1-2 0,1-1-6 0,0 2-10 0,1 0 10 16,0 3-6-16,-1 2 16 0,2-3 1 0,-2-1-8 0,-1 3-16 16,2-2 18-16,-1-2-17 0,0 1 19 0,1-4-3 0,-2-1-7 0,1-2 1 15,2 2 0-15,0-2 2 0,0 2 11 0,1-3-5 0,1 2-4 0,2 1-12 16,-1-1 10-16,2 1-9 0,0-1 19 0,1 0-4 16,1-1-3-16,-1 0-2 0,2 1 0 0,1-6 3 0,0 2 3 0,0 0 0 15,-1-1-3-15,0 3-4 0,-1-2 6 0,2-3-6 0,0-2 3 16,-2 0-1-16,1-3-2 0,0 1-6 0,2-3 3 0,-1 1-2 15,1 0 14-15,0 0-2 0,1 0-4 0,0 0-8 0,-1 0 5 16,1-2-4-16,0-1 13 0,2-1-7 0,0-1-4 0,1 2-10 16,-1-2 11-16,3 1-5 0,1-1 11 0,1 0 2 0,2 0-10 0,0 0-16 15,4 0 13-15,0-2-18 0,1 2 2 0,-5-1-7 0,1-1-7 16,2 1-42-16,3 1 2 0,6-1-8 0,0 1 3 0,-3-3-20 16,0 1-14-16,4-1-130 0,1 2 146 0</inkml:trace>
  <inkml:trace contextRef="#ctx1" brushRef="#br1" timeOffset="-208699.02">22321 3653 217 0,'-6'-8'-9'0,"-1"3"-7"0,2 0-33 0,0 3 41 0,3 0 28 0,2-3-11 0,-1 2 21 0,1-1-2 16,0 1-10-16,1-1-11 0,1-1 25 0,0 1-22 0,2-1 23 0,0 1-1 0,1-1-13 0,-1 1-7 0,1-1-1 0,-1 2-3 0,1-1 0 0,-1 2-3 0,1 0-2 0,0 0-4 0,3-1 5 0,2-1-7 0,3 3-1 0,0-3 2 0,1 2 0 0,-2 1-2 0,1-1-3 0,2 1 4 0,1 0 9 0,2-1 1 16,1 1-1-16,3 0-9 0,3 0 8 0,0-1-10 0,-2 1 7 15,-5 0-5-15,-1-2-3 0,3 2-3 0,2 1 0 0,3 0 5 16,1 0 12-16,-4 2-8 0,-3 1-9 0,-1 0-54 0,-3 0 26 16,1 3-27-16,-2-3 16 0,-2 2-7 0,-1 3-21 0,0 0 60 15,-3 0-7-15</inkml:trace>
  <inkml:trace contextRef="#ctx1" brushRef="#br1" timeOffset="-207742.62">24940 3641 42 0,'0'-2'2'0,"0"-1"-11"0,2 2 36 0,-1 1-28 0,1-2 44 0,-1 0-4 0,1 1-15 0,1-2-7 0,-1 2 12 0,1-1-8 0,-1 0 30 0,1 1-8 0,0-2-5 0,-1 1-21 0,3-1 21 0,0-2-18 0,3 2 20 0,1-2-10 0,2 1-11 0,1-1-1 0,0 1-1 0,4 1 4 0,1-1 13 0,-1 1-3 16,0-1-4-16,-5 0-19 0,3-1 9 0,0 1-13 0,4 1 7 0,6-1-7 15,0 1-1-15,-1-1-19 0,1 2 14 0,-3-1-9 16,0-1 33-16,2 1-5 0,-2 1-11 0,3-2-8 0,-3 3 2 0,2-1-4 15,-2 2 5-15,1-2-5 0,2 2 1 0,0 0-15 0,1 2 8 16,1-1-6-16,-1 1-10 0,-4 1-8 0,-5 0-23 0,0 0-56 16,1 1 6-16,4-1-24 0</inkml:trace>
  <inkml:trace contextRef="#ctx1" brushRef="#br1" timeOffset="-206867.99">27514 3616 217 0,'22'-15'3'0,"-4"4"-15"0,-1-1-25 0,4 3 12 0,-7 0 38 0,3 3-24 0,0 2 32 0,1-1-8 0,6 1-13 0,-1 0-5 0,0 1-1 0,0 0 4 0,0-1 7 0,-1 2 1 0,3-1-4 0,1 1-21 0,2-1 29 15,2 0-25-15,5 3 30 0,3 0-11 0,4 0-15 0,0 0-11 0,-5 0-7 0,-1 0 3 0,0 0-13 0,-2 3 12 0,3-2 7 0</inkml:trace>
  <inkml:trace contextRef="#ctx1" brushRef="#br1" timeOffset="-181707.88">7815 11356 483 0,'-13'1'124'0,"2"-1"171"0,2 0-246 0,2-1-37 0,4 0-17 16,-1 1 22-16,3-2-5 0,1 2-9 0,-1 0-10 0,1 0 7 0,1 0-2 0,0-1 21 0,3 1 3 0,0-1-4 0,1-2-15 0,2 2 22 0,2 0-19 0,0-2 21 0,0 1-7 0,1-1-13 0,1 0 7 0,0 1-2 0,0-2 6 0,2 1 4 0,-2 1 1 0,1-2-2 0,4 1-22 0,1 0 17 15,1-1-18-15,0 2 24 0,-1-1-5 0,-2 0-5 0,1 1-6 0,-1 0 1 16,0 0 0-16,0-1 5 0,0 1 1 0,1-1-1 0,3-1-13 16,2 2 14-16,1-2-13 0,-1-3 24 0,1 4-8 0,-9-3-8 0,1-1 0 15,-1 2-4-15,0-2 6 0,7 1 2 0,-2 1-1 0,0 0-3 16,0-1-14-16,-3 3 19 0,-1-3-14 0,-1 3 23 16,1-1-5-16,-3-1-12 0,1 1-7 0,2 0 9 0,-2 0-6 0,0 0 18 15,-1 3-2-15,-1-2-7 0,0 2-7 0,-1 1 8 0,0-1-9 16,-1 0 6-16,-1 1 0 0,-2 0-2 0,0 1-15 0,-1-1 10 0,-1 1-7 15,0 0 24-15,-2-1-3 0,0 0-9 0,-1 2-5 0,1-1 9 16,-1 0-7-16,0 1 6 0,0 0-1 0,0-1-6 0,-1 3 4 16,-1 1 2-16,-1-1 0 0,0 1 3 0,1 0-2 0,-2 2-4 0,0-1-5 15,1 1-2-15,-2-1 0 0,2 2 2 0,-1 1 3 0,1 0 1 16,-1 1-4-16,-1 1 0 0,1 2-2 0,0 0 3 16,0 2 0-16,-2 2 0 0,2 4-6 0,-3 2 8 0,1 2-8 0,0 2 11 15,0 1 3-15,-1 3-2 0,2 2-13 0,-3 3 6 0,1-1-9 0,-1-2 11 16,0-4 0-16,1 3 0 0,2 0-6 0,-1 2 8 0,2-1-8 15,-1 2 7-15,0 2-1 0,-1 2-3 0,-1 4-9 16,1 0 12-16,-1-1-6 0,-1 2 18 0,-1-1-2 0,-1 0-12 0,-2 0-4 16,0 1 10-16,2 1-6 0,-1 1 15 0,1 0-7 0,0-1-9 15,0 1-5-15,0-5 2 0,1-2 1 0,5-2 13 0,4-3-4 16,-1-1-3-16,1 2-3 0,-3-3 11 0,-2 0-8 0,3-2 9 16,1 4 0-16,1 1-4 0,-1 1-14 0,1 3 11 0,1-2-9 0,-1 0 20 15,1-1-3-15,0-4-7 0,1-1-14 0,1-1 8 0,0 0-8 16,-1-1 12-16,-1-5 2 0,2 0-3 0,-3-5-8 0,1 2 6 15,0 0-6-15,-1-1 15 0,0 1-5 0,-1-1-3 0,1 2-14 0,-3-5 13 16,1-1-9-16,0 0 16 0,0-1-3 0,-2-1-8 0,1 2-3 16,0-5 4-16,-1 1-2 0,1-2 10 0,1-2-2 0,-2-1-3 15,1 0-20-15,1-1 18 0,-1-1-16 0,1-1 29 0,-1-1-4 16,2-1-8-16,-3-1-12 0,1 2 16 0,-2-2-11 0,0 1 21 16,0-2-3-16,0 0-11 0,-1 0 0 0,-2 0 4 0,-2 0-3 15,0 0 3-15,-1 0-4 0,0 0-3 0,-3 0-5 0,1 0 5 0,-1 0-2 16,-3 0 17-16,2 0-3 0,-3 1-4 0,-2 0-9 0,3 2 8 15,-4-1-5-15,1 1 10 0,2 1-7 0,-2-1-8 0,-3 3-1 16,0-3 7-16,-3 3 0 0,0-3 19 0,0 3-7 0,4-1-6 0,5 0-7 16,-1 0 0-16,1 1-1 0,2-2 5 0,-5 1-3 0,5 0-1 15,1 0-7-15,2 1-8 0,3-3 1 0,2 0-45 0,4 0-12 16,1-2-20-16,2-1-132 0,1 0-42 0,2-3-23 0,2-1 57 0</inkml:trace>
  <inkml:trace contextRef="#ctx1" brushRef="#br1" timeOffset="-180745.73">6391 11218 467 0,'-5'-3'83'0,"2"-1"-48"0,1 2-27 0,0-2-4 0,1 1 15 16,1 1 3-16,-1 0 0 0,1 2 5 0,0 0 8 0,0 0-6 0,0-1 3 0,0 1-12 0,0 0-6 0,0 0-10 0,0-1-7 0,0-3 6 0,2 1 1 0,0 2-2 0,-1-1 0 0,1-2 0 0,-1 2 2 0,1-1-2 0,-1-1 1 0,1 1-7 0,-1 1 0 0,0-2-1 0,-1 3 4 0,0-1 1 0,0 0 17 0,0 0 4 16,-1 0-5-16,0 1-7 0,-1-1 11 0,0 0-12 0,0-1 6 0,0 2-5 0,-2 0-4 0,-1 1-16 0,-1 0 11 0,0 0-7 0,1 0 22 0,-2 0-1 0,-2 2-10 0,-1 2-11 0,-2 0 13 0,-3 1-12 0,2 0 11 0,-1 2-3 0,-1-1-3 15,1 2-15-15,4 1 16 0,-1 0-11 0,-1 1 26 0,-1 1-3 0,-5 0-11 0,-1 3-7 0,-1-2 14 16,0 4-11-16,1-2 12 0,3 1-5 0,0-2-5 0,0 4-12 16,2 1 15-16,0 2-8 0,1 2 20 0,1 0-1 0,1 2-12 15,1-2-23-15,1 2 30 0,0 0-24 0,2 1 35 0,1 2-7 16,1-4-15-16,1 1 4 0,0 0 2 0,1-3 2 0,2 2 6 15,1-3-2-15,0 3-4 0,2 2-12 0,1-2 17 0,2 1-14 0,-2 2 16 16,1 0-1-16,-1 5-10 0,0 2-9 0,2-1 9 0,-2 3-6 0,-1 1 19 16,1 0-2-16,-2 2-7 0,0 3-6 0,-1-2 15 15,1 3-13-15,-1-1 17 0,0 1-4 0,0 3-7 0,-1 3-8 0,0 2 6 16,0 0-5-16,-2-2 14 0,0-4 1 0,0 0-8 0,-1-2-3 16,1 1 10-16,1-3-11 0,-1 1-1 0,2 3 0 0,0 1-1 15,0 3 1-15,-1 5 1 0,0-4 0 0,-2-5 1 0,2 1 1 16,1-4-5-16,1 1-6 0,0-2 16 0,2 1-13 0,1 0 12 0,0 1 2 15,0-2-7-15,-1 2-16 0,1-3 13 0,-1-4-11 16,1-1 30-16,-1-4-7 0,2-1-8 0,-1 1-9 0,2-1 2 0,-2-3-3 16,3-1 5-16,-2-1 0 0,1-1 1 0,-1 1-10 0,1 1 4 15,-1-2-2-15,1 0 22 0,-1-5-2 0,1-2-3 0,0 0-31 0,1-1 25 16,-1 3-22-16,1-3 30 0,1 0-2 0,0-1-11 0,0-2-15 16,1 1 20-16,2 0-13 0,0-1 28 0,1-4-1 0,0 3-14 0,2-1-4 15,1-1 8-15,0 0-10 0,2-1 4 0,0-1-2 0,2 1-4 16,1-3-3-16,-7 1 6 0,3 0-1 0,-2-3 9 0,2 3 3 15,6-3-7-15,2 0-21 0,-1 1 25 0,1-3-25 0,-3 0 26 16,0-1-6-16,4 0-9 0,1-3-28 0,6-3 2 0,2 0-9 0,3-4-24 16,4 0-20-16,3-2-24 0,6-3-162 0,-2-3 174 0</inkml:trace>
  <inkml:trace contextRef="#ctx1" brushRef="#br1" timeOffset="-170776.82">22183 4878 256 0,'-5'-4'-1'0,"1"-1"-8"0,-1 4 9 0,1-2 2 0,-1 0 16 0,1 2 11 0,-1-1-5 0,2 2 21 0,-1-2-4 0,2 0-6 0,-1-1-13 0,-1 1 21 0,1 0-16 0,-2 0 25 0,3-1-10 0,-1 2-12 0,-1-2-31 0,6 3 15 0,-1-1-13 0,0 0 23 0,1 0 0 0,-4-1-13 0,0 0 0 0,-1 0 23 0,1 2-18 15,0-1 24-15,0-1-4 0,-1 0-8 0,2 1-19 0,-1 0 8 16,0 0-7-16,-2-1 12 0,3 1-6 0,0 0-10 0,-1-2-1 16,0 1 6-16,-2 0-4 0,2 0 12 0,0-2 2 0,1 3 3 0,-2-3-8 15,1 1 1-15,1 1-3 0,-1 0 6 0,2 1 4 16,0 0 0-16,-1 1-12 0,1-1 19 0,0 1-18 0,0 0 18 0,0 0-8 16,0 0-7-16,0 0-19 0,0 0 12 0,0 0-7 0,0 0 37 15,0 0-10-15,1-2-8 0,1 2-17 0,-1-1 12 0,0 1-10 16,2 0 14-16,-1 0-7 0,1 0-5 0,2 0 2 0,-1 0-2 15,1 0 7-15,0 0 15 0,1 1-7 0,-1 1-3 0,2-1-11 16,-6 1 9-16,2 0-8 0,-2-1 2 0,2 1-2 0,4 1-5 0,3 0 2 16,1-1 2-16,-1 1 0 0,4-2 9 0,0 0-5 0,1-1-5 0,1 0-10 15,1 0 14-15,-2-1-11 0,2-2 23 0,0 0-1 16,-2 1-7-16,2-2-12 0,0 2 2 0,2-1-6 0,2 1 0 16,-2-1 2-16,0 1-1 0,1 0-5 0,1 0 17 15,2-1-15-15,0 2 16 0,1 0-4 0,0-1-6 0,-2 2 0 0,0 0 5 16,-7 0-1-16,0 0 6 0,-1 0-3 0,2 0-9 0,6 0-7 0,0 0 16 15,-1 0-12-15,-2 0 17 0,-1 0-6 0,-2 0-9 0,0 0-3 16,-2 0 3-16,0-1-1 0,-2 0 5 0,-1 0 3 0,1-1-9 0,-4 1-3 16,3 1 10-16,-4-1-7 0,0-1 8 0,-1 2-2 0,-2 0-5 15,-1 0-8-15,-1-1 13 0,-1 0-8 0,-1 1 20 0,0-1 0 16,0 1-8-16,0-2-7 0,-1 1 10 0,0 0-11 0,-3-1 8 16,0 0 0-16,-1-1-3 0,-3 1-8 0,1 1 0 0,-4-3-2 15,3 2 9-15,-3 0-3 0,0 1 1 0,0 1-8 0,-1 0 3 0,-2 0-2 16,1 0 11-16,-1 0-3 0,-2 1-4 0,0 0-12 0,-5 0 17 15,-1 2-11-15,-1-2 16 0,0 1 0 0,-1-1-10 0,5 1-14 16,-3 0 17-16,-2 0-12 0,-3-1 19 0,-3-1-4 0,0 2-9 0,0 0 6 16,3 0-1-16,-1 0 3 0,3-1-5 0,-1 2 1 0,1 1-2 15,-1-2-1-15,0 1 5 0,-2 0-3 0,-2 0 3 0,1-3 0 16,0 3-5-16,6-2-8 0,2 1 11 0,-2-1-8 0,3 0 14 16,-3-1 1-16,1 1-7 0,4 1-9 0,0-2 12 0,3 0-10 15,1 1 16-15,3 0-2 0,1 0-7 0,0 1-5 0,2 0 2 16,0 0-3-16,3-2 9 0,2 0 0 0,1 0 0 0,1 1-6 0,0-1 2 15,1 0-4-15,0 0 1 0,1 0-1 0,0 1 1 0,1-1-2 16,0 1 3-16,2 1 0 0,0-1 5 0,2 0 2 0,-1 1-1 0,3-2-5 16,0 0 1-16,1 2-3 0,1 1 3 0,0-1 0 0,2 0 0 15,0 0-6-15,2 2 3 0,1-2-2 0,1 1 12 0,2 0 0 16,0-1-2-16,1 1-7 0,0-1 4 0,-1 1-4 0,-6-1 7 16,1-2-1-16,0 3-4 0,4-2-1 0,6 1 1 0,0-1 0 15,1 0 5-15,-3-1 1 0,-2 0-3 0,2 1-10 0,-2-1 17 16,3 0-14-16,-1 2 15 0,0-2-1 0,3 0-8 0,-2 0-8 0,3 1 6 15,2-1-7-15,1 1 20 0,1 0-4 0,-2-1-3 0,0 0-19 16,-8 0 17-16,-1-1-14 0,1 1 19 0,0-1 4 0,4 0-8 16,-2-1-18-16,-1 0 11 0,-3-1-12 0,-2 2 27 0,-2-2-4 15,-2 2-4-15,-3 0-18 0,-1 0 17 0,0-1-13 0,-3 1 25 16,0 0-3-16,-2 1-9 0,-1-2-12 0,-1 2 11 0,1 0-8 0,-1 0 15 16,0 0 3-16,0 0-10 0,0 0-1 0,0 0 7 0,-3 0-7 15,1 0 2-15,1 0-3 0,-2 0-2 0,2 0-9 0,-1 0 10 16,1 2-7-16,-1-1 17 0,0 0-4 0,0 1-6 0,0-1-11 15,0 0 11-15,-2 0-6 0,2-1 16 0,-1 3-2 0,-2-2-7 0,0 1-7 16,-1-1 6-16,-2 0-4 0,-2 0 14 0,0-1-5 0,-1 2-5 16,-3-2 1-16,0 0-2 0,-4 0 3 0,0 0-1 0,-2 0-5 15,2 0-1-15,-2 0-6 0,6 0 15 0,-2 0-6 0,-4 0 14 16,0 0-1-16,-7 0-13 0,0-2-2 0,1 2 5 0,0 0-3 16,3 0 4-16,-1 0-2 0,2 2-5 0,-2-2 5 0,1 2 0 0,3 1 3 15,-1-2 4-15,1 2-5 0,0-2-3 0,-3 1-12 0,2 1 9 16,-1 0-7-16,4-3 6 0,5 2-9 0,2 1-11 0,2-1-29 15,2 0-9-15,7 0-3 0,0 1-70 0,2-1-41 0,2-1-37 0</inkml:trace>
  <inkml:trace contextRef="#ctx1" brushRef="#br1" timeOffset="-157479.81">23373 13391 261 0,'-6'0'12'0,"-1"0"-1"0,2 0 14 0,-1 2-13 0,2 0 21 0,-1 0-6 0,2-1-5 0,-2 0 8 0,1-1 24 0,1-2-7 0,0-1 45 15,1 0-7-15,0 3-18 0,0 0-32 0,0 0 26 0,1 0-28 0,0 0 16 0,0 0-14 0,0 0-16 0,1 0-19 0,0 0 10 0,-2 3-6 0,2-3 26 0,0 0-6 0,-1 1-13 0,1-1-17 0,-2 2 27 0,1 1-21 0,1 0 38 0,-1 1-9 0,0 1-14 0,0 1-9 16,0-1 10-16,1 3-4 0,-2-1 21 0,0 1-6 0,1 0-9 0,0 1-2 0,0 0 2 0,0-1-2 0,0 1-9 0,1-3 1 0,0 2 0 0,-1 0-1 0,1 0-1 0,0 1 0 0,0 0-2 0,0-1 0 0,1 0-3 0,-1-2 3 16,0 2 3-16,1 0-4 0,0-2-3 0,-1 2-1 0,1-2 1 0,0 0-16 0,-1 1 16 0,1-1-13 0,1 1 17 0,-1-1-4 0,0-1-14 0,0 2-19 0,0-4 12 0,0 2-15 0,0 1-10 0,2-1-5 0,-2 0-12 15,1-1-22-15,0 1-13 0,0-3 1 0,2 2-63 0,-2 0-34 16,1-1-30-16</inkml:trace>
  <inkml:trace contextRef="#ctx1" brushRef="#br1" timeOffset="-156868.92">23220 13583 532 0,'-6'0'42'0,"2"0"-15"16,2 0 3-16,0 2-7 0,0-1-18 0,1-1 6 0,1 0 1 16,0 1 1-16,0-1 12 0,0 0 4 0,0 0 0 0,0 0-22 15,0 0 21-15,0 0-21 0,0 0 30 0,1 2-9 0,1 0-5 0,-1-1-16 16,0 2 6-16,0 0-4 0,0-1 14 0,-1 1-3 0,2-1-6 15,-1 2-11-15,-1-1 16 0,1 0-13 0,-1 0 24 16,0 0-3-16,2-1-5 0,-2 2-12 0,0-1 8 0,0 0-7 0,0 1 8 0,0-1 1 16,0 2-12-16,1 0-15 0,0 0 18 0,-1 2-19 0,1-2 17 15,-1 0 0-15,1 0-3 0,-1 0-5 0,1-1 7 0,-1 1-3 16,1-2 27-16,0 0-4 0,1 3-1 0,-1-4-16 0,0 3 2 16,1-1-4-16,0 1 3 0,2 0-3 0,-2 0-2 0,1 3 4 0,0-3-8 15,0 2 9 1,0 2-2-16,1-4-1 0,-1 1 4 0,2 1-27 0,-2-1 21 0,1-1-18 0,0 0 23 15,0-1 1-15,0 0-11 0,-1-2-17 0,1 2 22 0,0-1-18 0,-2-1 27 0,1 0-2 16,0-1-13-16,-1 1-12 0,-1 0 18 0,1-1-14 0,1-1 19 0,-1 0-4 16,-1 1-8-16,1-1 0 0,-1 0 0 0,0 0 2 15,1 0 4-15,-1 0 2 0,0 0-3 0,0 0-12 0,-1 0 18 0,1-1-15 16,0 0 25-16,0 1-1 0,2-2-7 0,-1 0-2 0,0 1 2 16,0-1-2-16,1 0 0 0,-1-1-2 0,0 1-4 0,0-1-14 15,0-1 19-15,1 0-15 0,-1 2 21 0,0-2-6 0,0 1-12 0,0 0-2 16,0-1 3-16,-1 1 0 0,0-1 8 0,0 2 0 0,0 1-5 15,-1-1-15-15,1 0 16 0,-1-1-15 0,0 1 17 0,2 0-12 16,-2 0-11-16,1-2-39 0,1 1-1 0,0-3-5 0,2 2-27 16,-1-2-11-16,1-1-22 0,3 1-71 0,0 0 2 0,0-3-21 15,1 2 92-15</inkml:trace>
  <inkml:trace contextRef="#ctx1" brushRef="#br1" timeOffset="-156447.53">23166 13487 767 0,'-1'-3'84'0,"-3"3"-83"0,1-2-1 15,1 2 2-15,-2 0-7 0,5-1-4 0,0-1 5 0,1-2 6 0,0-1 5 0,2-2 28 0,-1-1-6 0,0 2-10 0,2-3-7 0,1 1 19 0,-2 1-13 0,2-2 22 0,-2 1-9 0,2 0-10 0,-1 2-17 0,2 1 11 0,0-2-6 0,1 1 28 0,0-3-6 0,-2 0-9 16,2-1-6-16,0 1 5 0,0 1-7 0,1 2-1 16,-1 1-6-16,0 1-3 0,-1 0-1 0,1 2-4 0,0 2 4 0,-1 0 2 0,0 2 0 0,-2 2-2 0,1 0-16 0,-2 2 22 0,1 1-17 0,-1 0 26 0,0 2-7 0,-2 1-11 0,1 1-3 15,1-1 3-15,-2-1 1 0,0 0 16 0,0-4-5 0,0 1-7 0,1-1-8 0,-1 2 5 0,2 2-5 0,-1 0 4 0,1 0 2 0,0 1-4 16,1 2-14-16,0-1-1 0,1 1-6 0,-1-2-13 0,1 0 4 16,-1-1 1-16,2-1-109 0,0-3-58 0,2-1-26 0</inkml:trace>
  <inkml:trace contextRef="#ctx1" brushRef="#br1" timeOffset="-149842.7">16058 11663 217 0,'1'-4'91'0,"-3"3"-55"0,-3 1 38 0,2 0-52 0,1 0-10 0,2 1-10 0,0 2 5 0,0-2 0 0,0 0-2 0,0-1-14 0,1 2 27 0,0-2-18 0,1 1 44 0,1-1-12 0,0 0-12 0,1 0-16 0,1 0 7 0,0 0-3 0,1-1 20 0,0-1-4 0,2 2-5 0,2-2 0 0,1-1 17 0,1-1-9 0,1 3 21 0,-7-3-12 16,1 2-13-16,0 0 4 0,2-1-6 0,4-1 9 0,3 1 3 16,-1-1-5-16,-1 2-1 0,2-1-9 0,0 1 7 0,-2-1-5 15,1 1 9-15,-1-1-3 0,1 2-6 0,2 1-14 0,1 2 7 16,1 1-8-16,0 3 11 0,0-2 2 0,0 0-5 0,1-1-13 0,1 2 12 15,-3 0-14-15,1 2 9 0,-1 2-5 0,0 0-5 0,1-2 2 16,0-3 0-16,-1-2 3 0,0 1 8 0,-1-1-2 0,-6 1-5 0,0 2-21 16,1-1 23-16,0-2-19 0,4-2 24 0,4-1-10 0,-2-1-12 15,-1 0-55-15,1 0-6 0,-3 0-10 0,1 2-92 0,-2 0 9 16,0 2-46-16,-1-2 78 0,2-2 83 0</inkml:trace>
  <inkml:trace contextRef="#ctx1" brushRef="#br1" timeOffset="-149295.36">16183 11367 776 0,'-1'-3'136'0,"-8"-1"-197"0,5 4 105 0,2 0-16 0,0 1-21 0,-1 2-4 0,0-2 2 0,0 3 0 0,-2-2 17 0,2 0-2 0,-1 0-2 15,1 1-16-15,0-1 7 0,3-1-10 0,0 3 5 0,2-1-2 0,0-1-1 0,-4 1 3 0,-1 1-9 0,0-2 7 0,0 5-3 0,0-2 1 0,-1 3 2 0,-1-1-2 0,0 1 7 0,0-2-7 0,-2 1 2 0,1-1 0 0,-1 1 1 0,1 2-3 0,-2 5 2 0,-1-3-1 0,-1 4 9 0,1-2-2 0,0-1-3 0,1 1-14 0,0-4 11 0,1 2-8 0,1-1 19 16,0-1-7-16,0-1-7 0,2 0 7 0,1 1-3 0,-1-2 7 0,2 1 3 0,0 0-2 0,1-2 0 0,-1 2-12 0,2-1 8 16,-1 2-8-16,1 0 5 0,0 2 0 0,0-2-3 0,1 0-10 15,1-1 9-15,1 4-6 0,-1 0 20 0,2-1-5 0,-1-1-9 16,0-1-8-16,3 0 8 0,-2-1-7 0,3 1 13 0,0-1-2 0,0-1-4 16,2 2-15-16,-2 0 10 0,4-1-7 0,-3 0 26 0,1-1-3 15,0 1-6-15,0-2-28 0,2 1 14 0,-1-1-19 0,1 2-4 16,-2 2-38-16,1 2-27 0,-6-1 11 0,1 1-40 0,1-5 34 15,-1-2-6-15</inkml:trace>
  <inkml:trace contextRef="#ctx1" brushRef="#br1" timeOffset="-129845.95">24738 4581 217 0,'-9'-1'-48'0,"3"-1"8"0,0 1-62 0,-1 0 116 0,2-1 34 0,-1 2 9 0,-1 0 14 0,3 0-9 0,-1 0-11 0,3 0-23 15,-1-1 19-15,2 1-18 0,-2-1 16 0,3 1-5 0,0-1-12 0,-1 1-13 0,1 0 12 0,0 0-11 0,0 0 21 0,1 0-6 0,2-3-8 0,-2 2-18 0,1-1 21 0,0 2-16 0,0-1 38 0,2-1-7 0,-2 0-9 0,1 1 5 0,1 0-5 0,-1-1 6 0,0 1 0 16,1-1-1-16,-1-1 0 0,2 1-12 0,-1-4 23 0,3 3-20 16,0-4 19-16,1 3-8 0,1-1-13 0,1 1-17 0,1 1 6 15,0-3-7-15,3 3 9 0,-1 0-1 0,2 0-6 0,0 3-3 16,2 0 6-16,0 0-6 0,-1 3 6 0,0 2 1 0,-2 0 1 0,2 0-6 15,0 3 1-15,0 0-1 0,0 1 7 0,1 0-5 0,1 0-3 16,1 1-15-16,1 0 15 0,-3-1-12 0,0 0 19 0,2 0-1 16,1-3-5-16,6 0-14 0,1 0 4 0,-2-2-5 0,-3 0 12 15,2-2 2-15,-1-1-2 0,3 2-14 0,1-2 19 0,-1-1-17 16,0-1 16-16,-3-2 1 0,1 3-9 0,1 2 0 0,-3-1 2 16,1-1-2-16,-2-3-1 0,-1 1 0 0,-5-3-2 0,-2 2 1 0,-2-3 3 15,-1 3-3-15,4-2 0 0,-2 1 0 0,0 0 0 0,-3 1-12 16,-2 1 15-16,0-2-11 0,-2 3 23 0,-2 0-2 0,-1 0-8 0,-1 1-9 15,-1 0 8-15,1-2-6 0,-1 2 17 0,2 0-7 0,-2 0-6 16,-3-1-11-16,1 0 11 0,-2-2-7 0,0 2 11 0,0 0-4 16,-2 1-12-16,3 0-18 0,-3 0 4 0,1 0-8 0,0 0-14 15,2 0-6-15,0 0-9 0,2 1-29 0,0-1-20 0,1 1 0 16,1 1-100-16,3-1-18 0,0 1-28 0</inkml:trace>
  <inkml:trace contextRef="#ctx1" brushRef="#br1" timeOffset="-92124.43">13741 12625 80 0,'-5'0'-53'0,"-1"0"27"0,2 0 32 0,0 2-3 0,2-1 17 16,0 2-2-16,1 0-1 0,0-3-13 0,-1 2 16 0,2 1-11 15,0-1 24-15,0 0 1 0,0 0-12 0,0 2-27 0,2-2 33 16,-1 2-31-16,0 1 36 0,1-1-11 0,0 1-10 0,1-1 12 0,0 3-12 15,0-2 17-15,1-1 4 0,0 1 0 0,1-1 3 0,1 1-25 16,0-1 27-16,0-2-25 0,-1 2 39 0,-1-2-5 0,0 1-8 0,1 0-14 16,-1-1 2-16,2-1-4 0,-1 2 10 0,1 1-1 0,1-3-3 0,-1 0-14 15,1 2 15-15,0-2-14 0,0 1 20 0,0-2-4 16,1 0-3-16,1 1-24 0,1 0 16 0,2-1-12 0,0 1 29 16,0-1-4-16,3 2-11 0,1-1-13 0,0 0 20 0,4 0-18 0,1-1 16 15,-1 0-5-15,4 0-10 0,-1-2-6 0,4-1 2 0,1 0-2 16,2-3 9-16,-7 1-4 0,1 0-4 0,3-1-18 0,2-1 19 15,5 1-14-15,-2-2 24 0,-2 1-5 0,1-2-10 0,1 1-10 16,2 2 4-16,-1 0-5 0,-3 1 10 0,-2 1 5 0,-1 3-2 0,1-1-20 16,0 0 25-16,-2 1-24 0,-4 0 34 0,-3 1-5 0,3-1-8 15,1 1-7-15,7 0 8 0,0-2-3 0,-2 2 18 0,0-1-3 16,1 0-6-16,4-1-5 0,2 2 2 0,-1 0-5 0,2 0 1 16,-2 0-7-16,0 0-1 0,0 3-9 0,-3-2 6 0,1 1-2 15,2-1 17-15,0 0-1 0,4 0-7 0,0 1-6 0,-1-2 8 0,0 0-6 16,3-2 4-16,-1 1-4 0,0 0-4 0,2 0 1 0,-1-1 1 15,-5 0 2-15,2-1 7 0,-1 1-2 0,1 0-2 0,7 0-19 16,-2 0 23-16,0 0-19 0,1 1 28 0,-3 1-2 0,3 0-12 0,-1 0-2 16,1 0-2-16,0 0-1 0,-6 0 4 0,1-2 1 0,1 1-1 15,0 0-9-15,6-3 11 0,-1 3-9 0,0-3 10 0,-2 0-1 16,-2 1-7-16,0 2-2 0,1-3 7 0,-1 2-3 0,-5-2 10 16,-2-1-3-16,-2 1-8 0,1-3 2 0,2 1 3 0,-3 0-2 15,-3-1 7-15,-1 0-4 0,-2 0-2 0,2 1-6 0,-1-1 3 0,-3 0-2 16,-1 0 11-16,-3 2-1 0,-1-2-5 0,1 0-1 0,-2 1 4 15,-1-2-4-15,0-1-2 0,-3 0 0 0,-1 0 1 0,0 0-7 16,-3 0 8-16,-4-1-3 0,1 1 14 0,-4 3-1 0,-1-2-9 0,-1 0-18 16,-2-1 22-16,-1-4-18 0,-4 2 22 0,-2 1-4 15,-1-2-11-15,-6 1-5 0,0 0 2 0,-4 1-3 0,-1-1 2 0,-1 2 4 16,-2-2-2-16,-1 1-12 0,-3-1 20 0,-2 0-16 0,-2 0 29 16,3-1-6-16,-2 1-10 0,-2-1 0 0,-3 0 1 0,-1-1 2 15,-2-1 6-15,5 1 1 0,0 0-2 0,-3-2-22 0,0 1 25 0,-5 0-21 16,0 1 39-16,2 0-7 0,-3 1-12 0,-3 1 1 0,-2-2-7 15,-3 2 8-15,-1-3-4 0,5-1-1 0,0 4-1 0,-3-3-2 16,-2 4 5-16,-3-1-6 0,1 2-3 0,0 3 1 0,0 0 1 0,-4 0-10 16,3 3 7-16,1-1-6 0,1-1 20 0,3-2-2 15,-3 0-5-15,1-1-12 0,-2 3 15 0,0 0-14 0,-1 0 11 0,5 1-2 16,-2 1-5-16,3 1 3 0,-3-2-3 0,-1 2 4 0,0 2 0 16,3 0-4-16,-3 2-11 0,-3 2-9 0,-2-1 6 0,0 0-6 15,1 2 8-15,4-2-1 0,1 0 3 0,-3 3 6 0,1-4-5 16,-1 2 7-16,1-3 7 0,2 1 0 0,4-2 0 0,-1 0-16 0,2 0 22 15,2 1-16-15,-3 1 29 0,5 1-10 0,2 0-10 0,-2 2 6 16,1-2-9-16,-1 4 11 0,-1-1-4 0,5-1 2 0,1 1 1 16,-1 1-4-16,2 2 3 0,-2 5-4 0,0 2-4 0,4 0-2 15,0 1-1-15,1 2-1 0,2 0 4 0,0 2-2 0,-2-1 10 16,0 1 1-16,1 1-5 0,0 3-6 0,9 2 8 0,2 2-9 0,1 3 8 16,5-1-4-16,-2 1-3 0,4-1-7 0,6 1 3 0,6-6 1 15,3-2 17-15,7-2-5 0,5-3-5 0,8 0-22 0,6-2 22 16,3-3-20-16,4-3 26 0,4-3-3 0,3-2-10 0,8-2-12 15,6-1 8-15,3-3-7 0,5 1 3 0,2 0-4 0,1-1-14 0,4 2-10 16,0-2 0-16,0-3-6 0,6 2-26 0,0-2-10 0,5 2-8 16,2 0-39-16,1-1-40 0,4-3 4 0</inkml:trace>
  <inkml:trace contextRef="#ctx1" brushRef="#br1" timeOffset="-82994.73">31209 11442 217 0,'5'-5'-8'0,"3"3"-19"0,1-4-35 0,2 1 39 16,1 0 17-16,-1-1 4 0,2 0 18 0,0-2 9 0,1 3 3 0,2-1-6 0,2-1 11 0,0 0-13 0,1-1 1 0,-1-1-6 0,1 1-4 0,1 1-16 0,0-1 8 0,2 0-3 0,-3 2 15 0,0 0 0 0,-2-1-11 0,1 0-3 0,-1-1 11 0,-1 0-10 0,5 0 6 0,-2 0 1 0,-1-1-3 0,2-2-1 0,-3 2 2 0,1-1 0 0,0 1 6 0,-1 0-4 0,-1 2-4 0,2-1-24 0,-1 1 22 15,0 0-19-15,0 0 30 0,-1 2-3 0,-3 0-6 0,1 1-17 16,-3-1 9-16,0 3-8 0,-2-2 23 0,0 1-1 0,-1 1-8 0,-1-3-21 16,-2 1 25-16,0 1-22 0,-1-2 28 0,-2 1-4 0,1-1-11 15,-1-1-14-15,0-2 16 0,-1 0-7 0,0-2 43 0,-1 1-7 16,0-1-12-16,-1-2-21 0,0 1 14 0,-1-1-13 0,0-1 19 15,-3 1-5-15,-2-2-5 0,1-1-16 0,-2 4 12 0,0 2-7 16,0 0 19-16,1 0-3 0,-2 0-13 0,2-5-4 0,-4 2 12 0,3 0-9 16,-3-2 8-16,0 2 1 0,0-2-4 0,-1 1-18 0,-1 0 20 15,1 1-15-15,0-1 42 0,-1-1-9 0,0 1-12 0,-1-2-12 16,1 0 8-16,-2 3-7 0,1 0 5 0,-1-1-1 0,-1 3-4 0,-1-1-16 16,-3 2 11-16,0-2-7 0,-2 2 30 0,2 0-7 0,4 0-8 15,-2 1-28-15,0 0 17 0,0 1-19 0,1 2 9 0,2-1-5 16,2 2-12-16,2-2-23 0,0 2 14 0,2-1-8 0,2 1 29 15,0 0-3-15,1 1-12 0,2 3-5 0,-2 0 6 0,2 0-3 16,-1 0 24-16,0 2 5 0,-2 2 9 0,-1-1 3 0,-1 3 0 0,-1-1 0 16,-1 2 0-16,-3 0 0 0,1 0 0 0</inkml:trace>
  <inkml:trace contextRef="#ctx1" brushRef="#br1" timeOffset="-82097.31">31729 10735 217 0,'-17'-14'195'0,"4"-1"-130"0,3 0 109 0,0 3-119 0,1 1-35 0,2 1 5 0,1 2 10 0,-1 1-14 0,1 0-19 0,1 2-8 0,-1-1 10 0,-1 2-4 0,1-1 19 0,-3 2 0 0,1 1-13 0,-2-1-15 0,-2 1 15 0,1 0-15 0,-3 2 12 0,0 0 1 0,-2 2-4 0,-4-1-14 0,-2 1 16 0,-2 2-13 0,-2-1 20 0,2 3 2 16,-1-1-11-16,-1 1-1 0,-2 2 9 0,1 1-9 0,-1 0 2 16,1 2-1-16,-1 0-2 0,-2 2-11 0,-4 0 13 0,-1 3-9 15,0 4 18-15,3-1-1 0,5 4-8 0,-2 4-12 0,-3 2 18 16,1 6-14-16,-5 3 22 0,4 1-2 0,2-1-7 0,0 4 2 15,-1-1 1-15,2 1 2 0,2 1 21 0,5-4-6 0,2 1 0 0,3 4-19 16,2 0 2-16,3 3-6 0,2-3 3 0,2-3-2 0,6-2-2 0,3-5-6 16,3-3 1-16,6-3 0 0,2-4 6 0,0-4 4 15,3-4-6-15,-1 0-18 0,4-1 26 0,1-3-22 0,4 0 32 0,0-3-7 16,3-1-11-16,2-2-4 0,0-3 9 0,3-3-2 16,1-3 36-16,4-6-5 0,2 0-2 0,3-1-24 0,-5-4 17 0,0 0-18 15,-1-1 11-15,-2-2-4 0,2-1-8 0,-5-4-5 0,-2 1 4 16,-2-4-3-16,-2-2 4 0,-3 1 3 0,-2-4-7 0,0-1-16 15,-3 1 25-15,-2-2-21 0,0 0 27 0,-3 2-2 0,-2-1-12 0,-2 2-14 16,-4 1 18-16,1 0-12 0,-3 3 37 0,-1 4-1 16,-1-1-5-16,-3-3-16 0,0 1 12 0,-4-1-12 0,0-1 18 0,0 2-9 15,0-1-6-15,0 5-24 0,1 2 7 0,-1 1-8 0,0 3-12 16,3 0-32-16,2 4-32 0,2 1-235 0,1 5 211 0</inkml:trace>
  <inkml:trace contextRef="#ctx1" brushRef="#br1" timeOffset="-60503.58">27960 11678 960 0,'-20'3'249'0,"3"0"-152"0,6-1-105 15,3 2 12-15,2-1 11 0,3-1-6 0,2 1-12 0,1-1-8 0,2 1 11 0,1-1-7 0,2 1 13 0,2-2-6 0,0-1-6 0,5-2-14 0,2-2 13 0,2-1-7 0,3-3 25 0,4 0 1 0,0-2-10 16,3-1-15-16,-4-4 25 0,2 1-22 0,1-1 27 0,-2-2-2 0,6-1-13 0,1-1 0 0,-6-3 6 0,2-1-2 0,-2 0 24 16,-1 0-2-16,0 3-3 0,-2-3-11 0,1 0 8 0,-2-2-7 0,-1 0 5 0,0 2-3 0,0-2-5 0,0 1-1 0,2 0 2 0,1-2-1 0,-1 1 9 0,-1-1-4 0,-5 2-1 15,1-3-1-15,2-3 5 0,2-3-2 0,5-3 14 0,0 0-4 16,-1-1-4-16,0-2-14 0,0 0 11 0,1 1-9 0,2 1 21 0,2 0-11 15,3 2-6-15,1-2-19 0,4 2 4 0,4-2-2 0,1-3 9 16,-3-3-2-16,2-1-6 0,2-2-4 0,2 1 4 0,2 5-4 0,-2-1 3 16,-4 6 4-16,2 2-3 0,3 3 0 0,2 0 8 15,2 3-9-15,-8-2-2 0,2 3 4 0,-3-3 0 0,0-3-1 16,3 2-3-16,-6 2 1 0,-1-1 4 0,-3 5-2 0,-3 1 2 16,1 0-3-16,-2 1 6 0,-1 3-4 0,0 2 9 0,0 3-1 0,-4 1-2 15,-7 1-5-15,-2 3 15 0,0 2-9 0,-3 2 18 0,7 1 0 16,2 0-7-16,-2 4-16 0,0 0 24 0,-1 0-21 15,-3 2 24-15,1 2-4 0,-1-1-12 0,-1 5-12 0,3 1 10 0,-1 1-9 16,2 3 12-16,-1 1-2 0,0 2-6 0,1 2-5 0,0 2 11 0,0 3-9 16,2 1 14-16,0 1-2 0,0-1-7 0,3 2-1 0,-1-2 9 15,1-1-8-15,-7 3 10 0,-3-1-3 0,2-3-5 0,1 2-11 0,8-3 8 16,-3-1-6-16,1 1 15 0,-3-2-2 0,-1 1-9 0,3 0-4 16,1-1 12-16,0 1-10 0,2-2 6 0,-2 0-3 0,-3 0-8 15,2-1-4-15,0 1 6 0,-1 0-2 0,0-1 7 0,0-1-1 0,0-2-5 16,0-4-13-16,1 0 13 0,-3-1-10 0,-7 2 15 0,-2 0-2 15,-1-1-7-15,2 3-24 0,5-1 13 0,3-1-14 0,0-1 2 16,0-1-15-16,2 2-19 0,0-1-52 0,1 0-17 0,3-1-8 16,0-1-129-16,2-1-41 0,3 2-49 0</inkml:trace>
  <inkml:trace contextRef="#ctx1" brushRef="#br1" timeOffset="-56842">24883 12890 256 0,'-35'15'23'0,"19"-11"333"0,2-3-156 0,4 0 5 0,2 1-175 0,1-1-4 0,4 0 2 0,0 0-11 0,0-1-1 0,3 0 1 0,-1 0-19 0,1 0 12 0,1 0-13 0,2 0 7 0,-1-2 0 0,2-4-5 0,2 0 11 0,2-1-5 0,0-5 8 0,3-1 0 0,1-1 6 0,2-2 2 0,4-2-2 16,1 0 20-16,1-4-15 0,2 2 22 0,2-3-4 0,2-2-6 0,4-2-12 0,2-1 7 0,-3-1-6 0,3-1 8 0,1-2-5 0,1-6-13 0,4-4-18 0,-2-3 17 16,0-1-15-16,-2 1 21 0,0 3-6 0,2-1-8 0,0 0-8 0,1 2 7 15,1-3-4-15,2 0 17 0,-8-8-6 0,1-4-8 0,0-5 3 16,0-1 1-16,3 2 0 0,-1 6-2 0,-5 6 1 0,1-4-2 16,2-1-5-16,-2-6 9 0,2 0-7 0,-1-1 15 0,-3 5 0 0,2 2-6 15,2 3-6-15,-2 5 12 0,-3-1-10 0,-1 1 14 16,1-5-6-16,1-3-6 0,6-5-4 0,-2 0 4 0,-2 3-3 15,2 7 4-15,-1 3 4 0,2 4-3 0,0 1-19 0,2-1 15 0,-1-2-17 16,2-2 15-16,-1 2 2 0,-8 0-2 0,2 4-6 0,-1 1 1 16,-1 4-1-16,4 6 5 0,-4 5 1 0,-5 3-5 0,0 3-9 15,-2 2 17-15,-1 5-13 0,0 3 25 0,0 0-7 0,-4 5-12 0,1-1-8 16,-2 3 10-16,-1 3-5 0,1-1 22 0,0 5-7 0,1 1-7 16,2 3-6-16,3 4 1 0,0 2 0 0,1 2 5 0,1 1 0 15,-6 1-4-15,2 5-12 0,1 3 10 0,4 4-9 0,3 1 20 16,0-5-1-16,-3 0-7 0,1 0-6 0,0-1 6 0,-2 0-5 15,2-2 9-15,0-3 1 0,-2 0-3 0,1-2-14 0,1 4 12 0,-2 0-9 16,1 1 24-16,-2 0-1 0,2 0-6 0,-3 4-11 0,0 1 6 16,-2 3-8-16,-7-1 5 0,-1-2-2 0,-1 0-2 0,1 2-5 15,6 0-8-15,1 2 2 0,-1 0-32 0,-1-3-8 0,1 2-10 16,2 6-60-16,1 2-22 0,5 5-11 0,3 3-140 0,2 4 172 0,4 4-19 16</inkml:trace>
  <inkml:trace contextRef="#ctx0" brushRef="#br1" timeOffset="-39878.08">26229 9663 0,'0'0'0,"0"0"0,0 0 0,0 0 16,0 0-16,0 0 0</inkml:trace>
  <inkml:trace contextRef="#ctx1" brushRef="#br1" timeOffset="-40039.68">21829 6193 583 0,'-1'-5'195'16,"-2"-1"256"-16,2-3-263 0,1 3-61 0,-1 1-10 0,1-1-17 0,1 0-22 0,0 3-25 0,1-4-16 0,0 5 13 0,-1-2-15 0,1 0 24 0,-1 3-5 0,2-1-11 0,-2 0-19 0,1 2 19 0,-1 0-24 0,1 0 27 0,-1 1-3 0,2 2-13 0,-2-2-4 0,2 4 9 15,-1 0-14-15,1 2 4 0,-1 2-6 0,0 1-6 0,1 3-12 0,0-2 15 0,-1 1-14 0,1 0 17 0,1 2-5 16,0-1-10-16,0 1-4 0,0-1 11 0,1 1-10 0,-1 0 19 16,1 0-2-16,0-1-6 0,0 1-12 0,-1-2 12 0,2-2-12 15,-2 0 17-15,1-1-3 0,-1-1-8 0,0 0-5 0,-1-1 4 16,0 0-3-16,1 0 2 0,-2-1 2 0,0 0-4 0,-1-4-3 0,0 2 9 15,1-1-8-15,-2-1 10 0,0-2 1 0,0 0-5 0,0 0 1 16,0 0 8-16,-2 0-6 0,2 0 15 0,-2 0-5 0,1-1-3 0,-1-1-14 16,0-1 11-16,-2-1-9 0,2-1 15 0,-1 1-5 0,0-2-7 15,0 1-10-15,0-3 9 0,0 0-6 0,0-1 14 0,0 3-3 16,-1-3-6-16,1 1-3 0,1-2 1 0,-1-1-1 0,1 2 1 16,0-3-1-16,1 1 0 0,1-1-2 0,0 1 0 0,0 0 0 15,1-1 1-15,0-1 2 0,2 1-2 0,1-3-7 0,0 2 8 0,2-2-6 16,1 1 13-16,-2-1-3 0,2 3-5 0,0-1-3 0,-1 3 2 15,2 1-1-15,-1 2 5 0,0 3-1 0,-1 1-1 0,0 0-8 16,0 2 6-16,-1 1-4 0,2 2 11 0,0 1-1 0,0 1-4 16,-1 3 0-16,0 0 2 0,1 3-1 0,-1 0 2 0,2 1-1 15,1 0-1-15,0-1-9 0,-1 1 7 0,-1-1-5 0,-2-1 11 0,1 0-1 16,0-2-4-16,-2 0-6 0,0-1 6 0,0-1-5 0,-5 0 9 16,-1-2 1-16,-1 0-3 0,1-1-6 0,3-1 7 0,0-1-5 15,2 0 13-15,-2 0 0 0,0 0-4 0,1-2-3 0,1-3 8 16,1-2-6-16,0 0 7 0,1-2-2 0,-1-2-6 0,2 0-6 15,0-1 4-15,0 0-3 0,1-3 8 0,1 5-4 0,0-1-5 0,1 0-6 16,-1 5 9-16,-1 2-5 0,1 2 14 0,-2 2 0 0,0 1-4 16,-1 3 1-16,1 0 2 0,-1 3 0 0,2 2 112 0,-1 2-101 15,0-1 35-15,0 1-67 0,0 2-94 0,-1-3 108 0,1 1 12 0,-2-2-6 16,2-1-4-16,0 1-10 0,-1 0 7 0,0-1-5 0,0-1 10 16,0-2-2-16,1 0-6 0,-2-1-7 0,0 1-1 0,1-1-5 15,-2-1-21-15,2 0-8 0,0 0-8 0,1-3-27 0,0 1-10 16,0 0-2-16,1-1-49 0,1 0-16 0,0-1-13 0,0 0-126 0,-2-1-87 15,0 0-18-15,-1 0-18 0</inkml:trace>
  <inkml:trace contextRef="#ctx1" brushRef="#br1" timeOffset="-39641.58">22579 6156 1117 0,'7'-9'-415'0,"-3"3"793"0,-1 3-83 0,1-3-131 0,-1 1-71 0,-4-1 14 0,0 1-46 0,1-2 4 0,0 1-13 0,3 1-15 0,2-3-2 0,-1 3 3 0,0 0-6 0,0-1 1 15,0 0-1-15,-1-1-6 0,0-2-15 0,0 1 16 0,0 0-19 0,-2 2 33 0,0 0-2 0,0 1-8 0,-1-2 3 0,0 2 9 0,-2 0-11 0,-2 0 16 0,-1 0-4 0,1 2-8 0,-2-2-21 0,0 2 19 0,0 1-23 0,-2-1 23 0,4 1-8 0,2 0-12 0,0 2-5 16,-1 2 4-16,-5 0-4 0,-1 2 6 0,1 0-3 15,-2 2-2-15,1 3-10 0,1 2 12 0,1-2-9 0,0 3 29 0,2 2-5 16,-1 1-4-16,1 0-8 0,-1-1 11 0,0-1-8 0,2 1 13 16,2-1-7-16,0 1-10 0,1 1-11 0,1 0 7 0,0-3-6 15,3-1 12-15,0 0-4 0,1-1-5 0,1-2-9 0,1-2 6 16,0 0-4-16,0-2 10 0,2 0-1 0,1-1-3 0,1-1-14 16,2 0 13-16,2-1-10 0,-2-1 17 0,0-3-4 0,-5-1-6 15,0 1-13-15,1-3 10 0,0 3-9 0,4-4 11 16,3 1-5-16,-2-2-12 0,3-1-16 0,-1 1-5 0,0-2-3 0,0-1-31 15,-2 0-7-15,1-3-8 0,-1 0-42 0,-1 0-21 16,1 1-2-16,-1 1-99 0,-1 3-34 0,-1-2-31 0</inkml:trace>
  <inkml:trace contextRef="#ctx1" brushRef="#br1" timeOffset="-39239.74">22971 5851 714 0,'-5'2'145'0,"1"0"126"0,-2 2-43 15,2-1-41-15,0 1-52 0,0 3-46 0,-1-1 11 0,1 2-33 16,-1 2 13-16,1 0-15 0,1 0-16 0,-2 4-12 16,2 1 9-16,0 0-15 0,0 0 4 0,1-1-7 0,0 0-10 15,0-1-5-15,1-3 17 0,1 1-16 0,0 0 17 0,3-3 0 16,0 0-11-16,0-2-11 0,2-3 8 0,0 0-14 0,2 1 12 15,-1-2 2-15,0-2-1 0,2 0-11 0,-3-4 12 0,2 0-13 16,-2-1 14-16,1-3-1 0,-1 0-9 0,2-1-4 16,-1-1 10-16,-1 1-11 0,1-4 20 0,-3 2-7 15,1-1-5-15,-2 1-6 0,-1 1 6 0,1-2-5 0,-1 3 6 0,1 1-4 16,-1 2-6-16,0 1-5 0,0 1 8 0,1 0-5 0,-1 0 20 16,2 4-8-16,-2-1-9 0,1 1 1 0,-1 0 6 0,0 1-1 0,0 1 14 15,0 2-3-15,1 1-6 0,-1 1-6 0,0 0 8 16,1 1-7-16,0 2 1 0,1-2-1 0,0 1-7 0,-1 0-3 0,2-2 2 15,-1-1-2-15,0 2 2 0,2-3-2 0,-1-1-3 0,2 1-15 16,-1-2-7-16,1 0-1 0,0-1-28 0,-2-1-6 0,-4 0-6 16,0 0-54-16,0-1-6 0,-1 0-13 0,4 0-79 0,2 1-24 15,-1-3-36-15,0 0-277 0,1 0 342 0</inkml:trace>
  <inkml:trace contextRef="#ctx1" brushRef="#br1" timeOffset="-38973.16">23168 5933 558 0,'-3'-4'284'16,"2"0"-133"-16,-1-2 180 0,1-2-150 0,1 0-6 0,1-2-36 16,2-1-38-16,3-1-13 0,0 1-21 0,3-2-25 15,0 2 26-15,0 1-32 0,1 0 29 0,-1 1-15 0,2 1-20 16,0 1-16-16,-2 3 16 0,0 0-18 0,0 1 32 0,0 3 2 16,0 0-8-16,-1 0 2 0,-1 2 18 0,1 2-19 0,1 1 20 31,-1 1-8-31,-1-1-17 0,2 4-9 0,-1-1 7 0,0-1-12 0,2 2 1 0,-1 0-2 0,0-1-7 0,2 1-11 15,-2 0 7-15,-1-1-9 0,0-1 10 0,-3 1-3 0,1 0-5 16,-1-1-6-16,0 1 9 0,1-1-6 0,-1-1 10 0,0 0-4 16,-2 1-8-16,0-2-20 0,0 1 3 0,-1-2-9 0,0 1-16 0,-1-2-17 15,1-1-13-15,2 0-86 0,-1-2-50 0,2-2-11 0,-1-2-455 16,2 2 422-16,-3-4-95 0</inkml:trace>
  <inkml:trace contextRef="#ctx1" brushRef="#br1" timeOffset="-37883.27">23802 5515 1166 0,'-5'-5'135'0,"2"1"52"0,0 1 20 0,0 0-58 0,1 0-11 0,2 3-25 0,0 0-35 0,-1 0-13 0,1 0-1 0,0 0-12 0,0 0-2 0,1 0 0 0,1 2-2 0,1 0 4 0,0 3 12 0,1 2-16 0,2 2 14 0,1 1-11 0,0 0-13 0,0 4-13 0,2 2 4 0,-1 0-9 0,3 1 3 16,0-3-3-16,-1 1-4 0,1 2-17 0,0 2 13 0,-1-1-13 15,3 1 20-15,-2 1-4 0,0-6-8 0,1 2-11 16,0-2 6-16,-1 1-5 0,2-1 13 0,-1-4 0 0,0 0-4 0,4 3-9 15,-2-3 6-15,1 0-7 0,-2-2 12 0,-3-3-1 16,-5 0-5-16,-1-2-3 0,0-1 4 0,-2-2-3 0,5 0 6 16,-2-1 0-16,1-1-2 0,1-4-4 0,-2 1 10 0,2-2-6 0,0-1 19 15,0-1-1-15,-2-3-3 0,1 1-6 0,-1-4 6 0,1-1-5 16,-2 0 4-16,1-4-2 0,-2 0-5 0,2-2-7 0,-2-3 4 16,-1 0-4-16,2-2 4 0,-2 6 0 0,0-2-4 0,1 1-10 15,-1 3 6-15,1-1-6 0,-1 5 11 0,0 3 0 0,-1 1-4 0,0 2-10 16,0 0 9-16,0 3-7 0,-1-2 11 0,0 3 0 0,0 0-7 0,-1 1-13 15,1-1 6-15,-1 2-9 0,0 1-12 0,1-1-6 16,0 1-11-16,0 2-40 0,0 0-21 0,0 0-4 0,0 0-122 16,2 0-71-16,1 3-56 0</inkml:trace>
  <inkml:trace contextRef="#ctx1" brushRef="#br1" timeOffset="-37267.63">24618 5494 1272 0,'0'0'153'0,"0"0"34"0,0-2 14 0,0 2-63 0,1-2-25 0,2 1-18 0,1-1-31 0,-1 0-14 0,2-1 11 0,0 1-22 16,1 0-3-16,0 0-6 0,0-2-13 0,3 3-11 0,0-3 16 0,2 1-17 0,-1-1 19 0,-3 2-6 0,1-2-10 0,2 0-6 0,1 0 7 0,-1 0-8 0,2-1 13 0,-3 1-5 0,1 1-7 0,1-1-2 0,-2 1 1 0,4-2-1 0,-1 3 3 0,-1-2-3 15,0 1-1-15,1 1-17 0,-2 0-6 0,-2 1 0 0,0 0-31 0,-3 1-10 0,1 0-4 0,-3 0-44 0,1 1-28 0,-3 0 18 16,0 2-116-16,-1 2-21 0,-1 0-18 0</inkml:trace>
  <inkml:trace contextRef="#ctx1" brushRef="#br1" timeOffset="-37078.78">24668 5660 930 0,'0'-1'302'0,"0"1"-175"16,3 0 128-16,1-3-88 0,3 1 2 0,0-1-41 0,2-1-40 16,0 0-23-16,0-1-30 0,3 0-26 0,-1-1 2 0,2 1-9 15,0-3 1-15,0 2-3 0,0 2 0 0,2-1-24 16,-2 2-22-16,2-1 9 0,2-2-75 0,-3-1-35 16,1 5-2-16,1-1-198 0,-3 2 186 0</inkml:trace>
  <inkml:trace contextRef="#ctx1" brushRef="#br1" timeOffset="-35497.7">25413 5257 819 0,'-1'0'128'0,"0"-3"54"0,1 3 17 0,0-1-46 0,0 0-50 0,0 1-47 0,0 0 10 0,0 0-22 0,0 0 21 0,0 0-4 0,1 0-12 0,-1 0-1 0,2 2 20 0,-1 1-21 0,1-2 28 0,-1 2-10 0,0-3-17 0,1 3-14 0,-1 0 21 0,1 0-24 0,2-1 33 15,-3 1-10-15,1 1-14 0,0-1-8 0,1 3 0 0,-1-1-7 0,0 0 2 0,0 1-4 0,2 1-3 0,-2 2-6 16,1 1 4-16,0 0-7 0,0 3 4 16,0 1-2-16,1-1-6 0,1 5 3 0,1-2 1 0,1 2-1 0,-1 1 0 15,0-1-1-15,1-2-5 0,0 0-10 0,-2-2 13 0,1 2-11 16,2-2 15-16,-2 0-1 0,1-3-8 0,1 4-3 0,-2-3 1 15,-1 0-3-15,1-4 0 0,-2-2-2 0,0-2-4 0,0 0-21 16,0 2 3-16,-1 0-10 0,-1 1-22 0,-5-2-17 0,-1-1-15 0,1-2-75 16,3 0-44-16,1-2-5 0,0 0-291 0,3-2 304 0,-5 0-49 0</inkml:trace>
  <inkml:trace contextRef="#ctx1" brushRef="#br1" timeOffset="-34799.95">25697 5227 859 0,'-2'0'217'0,"0"0"56"0,1 0-107 0,0-1-6 0,1 1-36 0,0 0-45 0,0-1-21 0,0 1 7 0,1 0-15 0,1-1 15 0,-1-1-10 0,2 0-11 0,2-1-20 0,2 1 20 0,-1-2-22 0,3-1 29 16,0-1-8-16,1 1-15 0,3-4-13 0,-2 4 9 0,1 0-13 16,3-1 12-16,-2 2-6 0,2-1-9 0,2 0-13 0,1 0 13 15,-1 2-12-15,1-2 16 0,-3 4-2 0,0 1-8 0,-2 0-4 16,-2 0 3-16,-2 2-3 0,-2 3 8 0,-2-1 0 15,-3 2-2-15,-2 3-5 0,-2 2 4 0,-3 0-4 0,-1 1 10 16,-2 1-3-16,0-4-3 0,-1 3-14 0,-1 0 13 0,0-1-9 16,0 0 24-16,0-1-7 0,-1 0-8 0,1 2-9 0,1-2 7 0,2-1-5 15,0 0 12-15,0 0-4 0,3-2-3 0,-1 1-5 0,3-2 3 16,0 3-1-16,0-2 9 0,2-1-4 0,3-1-2 0,0 0-7 16,2-1 6-16,0-1-5 0,2 1 13 0,1 0 1 0,-2-3-2 0,2 3-11 15,1-2 7-15,1 0-6 0,-1 0 11 0,0 2-2 0,-1-1-5 16,1-1-4-16,0 2 4 0,-1-2-2 0,1 2 7 0,0-1 0 15,-1-1-5-15,-1 2 0 0,-1-1 2 0,0-1-2 0,-1 2 2 16,-1-1-1-16,-2 1-2 0,0-1 0 0,0 1 4 0,-2-1-1 16,0 2 10-16,0-1-1 0,-3 2-2 0,1-1-7 0,-1 0 13 15,-1 1-10-15,0-3 18 0,-2 3-5 0,1-3-8 0,-2 3-12 0,1-3 7 16,1 1-6-16,1-1 12 0,1-1-2 0,0 0-6 0,-1-2-19 16,1 0 9-16,-1 1-13 0,2-1-10 0,0 0-13 0,0-1-16 0,1 1-78 15,0 0-43-15,-1-2-10 0,1 1-334 0,1-2 320 16,-1-2-61-16</inkml:trace>
  <inkml:trace contextRef="#ctx1" brushRef="#br1" timeOffset="-34449.43">26310 5407 1452 0,'-1'0'-239'0,"0"0"517"0,0 0-47 0,0 0-64 0,1 1-75 0,0-1 17 0,0 2-49 0,0 1 15 0,1 0-7 0,0-1-8 0,0 2-15 0,0-1 15 0,1 2-21 0,0 0 15 0,0 1-11 0,-1-1-15 0,3 2-20 0,-2-2 9 0,0-1-13 0,0 1 8 0,1-1-3 0,-1-2-5 0,-1 2-28 0,0-3 1 0,1 1-9 16,0-1-18-16,1 0-12 0,0-1-6 0,-1 0-49 0,-1-1-24 16,2 0 16-16,-2-2-156 0,1-1-173 0,0 0-50 0</inkml:trace>
  <inkml:trace contextRef="#ctx1" brushRef="#br1" timeOffset="-34149.33">26514 5048 1571 0,'6'3'-652'0,"-6"-3"1208"0,0 0-146 0,-1 1-223 15,1-1-85-15,-1 1 8 0,1 2-43 0,2 1-7 16,0-1-4-16,1 5-11 0,1 2 3 0,0 2 8 0,1-1-13 16,1 2 17-16,0 0-9 0,0 0-7 0,1 3-8 0,0 2 0 15,-2 2-7-15,-3-2-2 16,-2-1-6-16,1-2-6 0,0 0-12 0,3-1 4 0,1-2-6 0,-1-2 4 0,1-1-1 16,-1 0-1-16,3 1-9 0,-3 0-13 0,2 0 7 0,0-1-8 15,-2-1-9-15,1 0 9 0,-2 1-34 0,0-2-2 0,0 2 2 16,-1 0-14-16,-1-1-14 0,-1 1-7 0,1 0-57 0,0-1-47 15,2-3 13-15,-1 1-285 0,1-3 278 0,5-2-39 0</inkml:trace>
  <inkml:trace contextRef="#ctx1" brushRef="#br1" timeOffset="-33662.72">27030 5003 1221 0,'0'0'316'0,"-2"0"-209"0,0 0 96 0,-1 0-78 0,2 2-3 0,0 0-35 0,-1 5-27 0,2-1-6 0,0 2-7 0,1 3-12 0,1 1 10 0,2 2-16 0,-1 4 1 0,2-2-9 0,-1-2-11 0,2 4-9 0,-1-2 6 0,2 0-6 0,0 6 4 0,-3-3-2 15,1-1-3-15,-5-1-6 0,0-6 3 0,-1 1-3 0,1 1-4 0,1-4-10 0,2 0-6 0,-1-2-18 0,1 0-18 0,-1 0 13 0,-1-1-47 0,0-1-4 16,0 0 5-16,-1-1-67 0,0-1-52 0,-1 0 26 0,-1 0-291 15,0-3 289-15,1 2-27 0</inkml:trace>
  <inkml:trace contextRef="#ctx1" brushRef="#br1" timeOffset="-33474.63">26891 5271 1831 0,'0'0'-219'0,"-1"0"468"0,1 0-48 15,1 0-64-15,1-1-61 0,3 1 18 0,1-3-42 0,2-1 14 16,2 2-14-16,1-2-16 0,1-1-22 0,1 0 2 0,1-1-10 16,2 0 1-16,-2 1-3 0,1-1-4 0,2-1-16 15,-3 1 0-15,0-1-8 0,-6-3-56 0,-1 1-35 0,0-1-21 16,4 0-205-16,4 1 191 0</inkml:trace>
  <inkml:trace contextRef="#ctx1" brushRef="#br1" timeOffset="-32984.16">27392 4937 962 0,'0'0'250'0,"0"0"-26"0,0 0-24 15,1 0-81-15,1-2-32 0,2 1-26 0,0 0-30 0,3 0-10 16,0-1 6-16,-1 0-7 0,3-1 5 15,1 2-2-15,0-2-6 0,4 2-3 0,1-1 5 0,-1-1-7 16,2 0 5-16,0 2 0 0,0-1-2 0,0-1-7 0,-8 2 6 16,-1-1-10-16,-2 2 1 0,-1 0-1 0,4 0-3 0,-3 3-5 15,0 0 18-15,-2 0-14 0,0 1 52 0,0 1-1 0,-2 3-8 0,0 2 8 16,-1 1 10-16,0 1-13 0,0 2 7 0,-1 1-8 16,-1-1-10-16,0 4-15 0,1-2 9 0,-1 2-15 0,1 0 8 15,0 0-2-15,0-3-9 0,1 2-12 0,-1 1 11 0,1-2-12 16,0 4 15-16,0-4-3 0,0-3-4 0,1 0-12 0,-1-2 7 15,1-2-5-15,-1 2 8 0,0-2-2 0,1-2-7 0,1 0-3 0,-1-2 1 16,2 1-2-16,-2-2-16 0,0 0-4 0,0-2-6 16,1 0-34-16,-1-1-3 0,0-1-10 0,1 0-68 0,0 0-37 0,1-3-37 15,3 1-447-15,3-1 434 0</inkml:trace>
  <inkml:trace contextRef="#ctx1" brushRef="#br1" timeOffset="-32797.71">27867 5136 1888 0,'-4'7'156'0,"1"-1"47"0,0 1-24 0,0-1-44 0,1 0-55 0,1 3-47 16,0-3 2-16,0 0-17 0,1-1-5 0,0-1-3 16,0-2-5-16,0 1-9 0,1-2 0 0,1 1-5 0,2-2-21 15,0-3-13-15,1-2-7 0,1 0-60 0,1-2-29 0,1-2 11 16,1 0-160-16,1 0-130 0,0-1-34 0</inkml:trace>
  <inkml:trace contextRef="#ctx1" brushRef="#br1" timeOffset="-32332.12">28244 4859 1154 0,'-8'-13'-549'0,"4"6"1049"16,-1 2-118-16,1 1-178 0,-3-2-71 0,0 2 8 0,2 0-45 15,-2 1-24-15,1 1-9 0,1 0-17 0,-4 0-13 0,-1 2 9 16,-2 0-17-16,-2 0 4 0,1 2-5 0,2 0-9 0,-1 0-6 16,0 1 12-16,0 1-11 0,0 0 19 0,7 0-6 0,1 0-6 15,-1 2 0-15,1-2 1 0,-5 1-2 0,0 0 0 16,1 2-6-16,1-2-3 0,2 0-7 0,0 3 4 0,1-1-4 0,-2 3 4 16,3-1 1-16,1 0-3 0,0 2 0 0,4-1 10 15,2-1-8-15,3 2 12 0,2 0 0 0,1-2-8 0,2 0-11 16,1-2 15-16,-1 0-13 0,-3 2 20 0,2-3-4 0,0 0-11 0,3 2-8 15,8-2 6-15,0 3-4 0,-2-2 11 0,-1-1-4 0,-2 1-5 16,-1-1 0-16,-1 0-4 0,-1 2 3 0,-2-1-4 0,-3-1-1 16,-1-1 0-16,-4 0-13 0,1-1 13 0,-4 1-9 0,-1-1 19 15,0-3 0-15,-3 1-6 0,-1 0-4 0,-2-1 9 0,-2 4-5 16,-1 1 12-16,-4-1-1 0,2-1-6 0,-3 1-8 0,-2-1 7 16,1-2-5-16,-2-1 19 0,2-1-8 0,-1 0-4 0,-1 0-10 15,1 0 7-15,4-1-2 0,1 0 15 0,2 0 0 0,2 1-8 0,5-3 1 16,2 0 9-16,1 1-6 0,0-1 10 0,-1-1 0 0,1 1-4 15,1-4-1-15,3 0 6 0,-4 1-6 0,1-1 6 0,1-1-1 16,1 2-2-16,6-6-6 0,1 3 8 0,1 0-6 0,-1 3 5 16,0-1-3-16,0 1-7 0,-2 0-13 0,-1-1 11 0,-2 0-10 0,-2 0 15 15,1 2-3-15,-2-3-8 0,0 1-13 0,1-1-1 0,0-1-5 16,0 0-24-16,0-3-14 0,0 4-16 0,-1-4-79 0,0 2-32 16,0 0-13-16,-1 1-296 0,-1 1 303 0,2 1-61 0</inkml:trace>
  <inkml:trace contextRef="#ctx1" brushRef="#br1" timeOffset="-31731.69">27071 5171 116 0,'1'0'144'0,"0"1"-28"0,0-1 116 0,0 0-83 0,-3 0 27 0,0 0-60 0,-1 0 17 0,1-1-20 0,6-2-30 0,-1 3-11 0,0-3 11 0,1 0-20 0,0 0 17 0,-1 1-7 0,2-1-13 0,-1 1-24 0,1 1 23 0,-2-2-30 0,3 0 30 0,-3 2-4 0,1 0-13 15,0 0-18-15,1 1 13 0,-1 0-19 0,1 0 15 0,-2 0-10 0,2-2-12 0,-1 1-13 16,1 1 9-16,0 0-11 0,0-1 11 0,0 1 0 0,-1 0-5 0,0 0-10 15,-1 1 8-15,0-1-8 0,0 0 19 16,0 0-5-16,0 0-6 0,0 0-16 0,0 0 10 0,2 0-10 16,-1 0 8-16,1-1-13 0,-1-1-13 0,2 1-48 0,-2 0-13 0,1 0-8 15,-1-2-117-15,1 2-69 0,-1-2-60 0</inkml:trace>
  <inkml:trace contextRef="#ctx1" brushRef="#br1" timeOffset="-29583.14">24909 6406 887 0,'-2'0'248'0,"-2"0"-40"0,2 0-37 0,1-1-55 0,0 1 7 0,1 0-33 0,0-1-40 0,1 1-14 0,1-1 7 0,2 1-11 0,-1-3 15 0,1 2-8 0,2-2-9 0,0-1-21 0,-1 3 19 0,2-3-21 0,1 0 24 0,0 3-6 0,1-4-13 0,1 2-11 0,0 0 15 0,1-3-16 0,2 3 12 0,-2-2 0 16,1 1-11-16,2-1-2 0,-1 1 7 0,-1-1-9 0,-4-1 6 16,-1 3 1-16,-1-2 0 0,2-1-15 0,3 5-8 0,0-1 1 15,0-1-29-15,-2 3-5 0,-1 0-4 0,-1 1-33 16,-3 2-13-16,1-1 7 0,-2 4-65 0,-1-1-4 0,-2 1-10 0,-3 0-135 16,0 2-33-16,-2 0-32 0</inkml:trace>
  <inkml:trace contextRef="#ctx1" brushRef="#br1" timeOffset="-29395.51">24948 6630 849 0,'1'2'164'0,"-1"-1"355"0,2-1-373 0,-1 0 18 0,2-3-50 16,2 1 21-16,1-3-29 0,2 1-34 0,3-4-35 15,1 1 14-15,1-4-25 0,3 1 4 0,0 2-7 0,0-1-14 16,-2-1-10-16,-3 1 3 0,1-4-5 0,4 2 7 0,2 2-6 15,2 3-3-15,1-1-39 0,-5 2-22 0,1 3 5 16,-2-2-125-16,-3 1-94 0,-1 2-25 0</inkml:trace>
  <inkml:trace contextRef="#ctx1" brushRef="#br1" timeOffset="-28205.37">25837 6719 1381 0,'-11'2'-156'0,"6"1"333"0,0 0-21 0,2-2-41 0,1 1-29 0,2-2 12 0,-1 0-33 0,1 0-6 0,0-1-6 0,0 0-10 0,-2-2-22 0,2 1 19 0,0-1-23 0,0-2 40 0,0 0-6 0,-2-2-10 0,1-1-5 0,0 1 6 0,0-1-10 0,-1-3 11 0,-1 1-4 16,0-2-6-16,0-2-13 0,-1 1 15 0,1 0-18 0,0-1 11 16,-1 3-5-16,1-2-11 0,-1-1 1 0,1 0 1 0,1-3-4 15,0-2-2-15,0 2 0 0,0 1 0 0,1-2-3 16,0 2 0-16,1 0-1 0,-1-3 2 0,1 2-1 0,1 0 1 0,0-1-1 15,1 3 2-15,2-2-2 0,-1 2 0 0,2 1-1 0,-2 0-1 16,1 0-2-16,1-2 4 0,-1 2-3 0,1-1 4 0,-1 0-2 16,1-1-3-16,-1 1-9 0,2 0 9 0,0-1-6 0,1 3 12 15,1 3-2-15,0 1-5 0,0 1 0 0,0 2 0 0,-3 2-1 16,2 0-1-16,-2 6 1 0,0 0-1 0,0 2-5 0,0-3 7 0,0-1-5 16,-1 2 8-16,0 0 2 0,-2 3-4 0,0 2-9 15,1 3 9-15,-2 0-8 0,-1 3 14 0,0 1-2 0,-1-1-4 0,-2 1-3 16,0 1 2-16,-2-2-2 0,1 0 4 0,-1-2-1 0,1 1-1 0,-1 0-5 15,1-4 7-15,1 1-5 0,-1 0 5 0,1-2 0 16,2 0-4-16,0-1-1 0,-1-3 2 0,2 3-1 0,0-3 2 16,0 0 1-16,2 1-2 0,0 0 1 0,0-1 1 0,0 1 1 0,2-2 0 15,0 0-3-15,0 1-1 0,1-2-6 0,1 2 6 0,1-2-3 16,-1 1 10-16,0 2 0 0,1-2-6 0,-2 1-6 0,2 0 9 16,-1-1-6-16,-2 1 9 0,1 1 0 0,-1 0-6 0,-1 0-10 15,1-1 14-15,-1 1-9 0,-1 1 21 0,1-1-6 0,-3 1-9 0,0-1-3 16,-1 3 3-16,-3-2 0 0,1 0 7 0,-1 1-1 0,0-1-3 0,-2 0-4 15,1 2 5-15,-3-2-4 0,1 1 3 0,-1 0 3 16,2-1-5-16,-3-3 0 0,1 1 3 0,-1-1-4 0,1 0 3 16,1 0-2-16,0-1-1 0,1 1 2 0,-1-1-3 0,1 0 1 15,1 1-1-15,1-2-2 0,1 0 0 0,2-2-21 0,0 1-5 0,1-2-5 16,0 2-41-16,1-1-11 0,2 0-13 0,3-2-44 0,-1 1-29 16,2 0 2-16,0-1-138 0,0 2-86 0,0-1-59 0</inkml:trace>
  <inkml:trace contextRef="#ctx1" brushRef="#br1" timeOffset="-27909.84">26097 6340 359 0,'1'4'130'0,"-1"0"-59"16,1 3 62-16,2 1-26 0,-2 0 3 0,1 1-24 0,0 0-15 0,0-1 3 0,2-1-10 0,-1 1 2 0,3-1 25 0,-1-2-31 0,3 0 30 0,0-2-10 0,2 1-17 0,0-3-21 0,0 0 20 0,-1-1-27 0,2 0 22 0,-3 0 2 0,0-2-18 0,2-2-14 0,-2 1 32 0,0-2-37 16,1 0 41-16,-2-1-9 0,0 1-14 0,-2-2-15 15,0 0 20-15,-2 0-22 0,0 1 44 0,0-1-4 0,-3 1-14 0,0 0-5 16,-3 1 18-16,0-1-23 0,-1 1 16 0,-1 0-9 0,1 1-17 16,-1-1-21-16,1 3 9 0,-2-1-14 0,2 2 5 0,-2 0-1 15,1 1-6-15,0 0-12 0,-1 1 11 0,1 1-12 0,0 0 1 16,-1 0-10-16,2 2-12 0,1-1-32 0,-2-1-6 0,3 1-8 0,0-1-68 15,1-2-32-15,1 0-30 0,0 0-304 0,3 0 320 16</inkml:trace>
  <inkml:trace contextRef="#ctx1" brushRef="#br1" timeOffset="-27617.66">26578 6067 958 0,'0'3'306'0,"-3"1"-35"0,1-1-42 0,-1 3-82 0,2 0-9 15,1 0-39-15,-1-2-40 0,2 0-34 0,-1 1-2 0,1-1-8 16,1 5-10-16,-1-1 0 0,1 1 0 0,1 0-7 0,0 0 4 15,0-2-5-15,0 2-2 0,0 0-8 0,0-2-7 0,1 1-16 16,-2-1-8-16,1 1 5 0,0-1-37 0,-2-2-9 16,1 2-3-16,-2 0-45 0,0-1-46 0,0-1 28 0,-2 2-254 15,-2-1 246-15,2 1-25 0</inkml:trace>
  <inkml:trace contextRef="#ctx1" brushRef="#br1" timeOffset="-27417.32">26472 6250 1209 0,'1'-4'174'0,"0"1"32"16,0-3 25-16,3 1-82 0,-1-2 1 0,4-2-24 0,1-2-39 15,3 0-23-15,4-1 11 0,0 1-24 0,2-3 3 16,-6 1-13-16,0-1-13 0,1 2-28 0,0 3 7 0,6-1-12 0,4 1 16 16,-4 3-6-16,-1 2-5 0,1-1-21 0,-4 2 0 15,-1-4-4-15,2 0-26 0,-3 3-20 0,0-1-10 0,1 1-80 16,-2 1-46-16,1-1 24 0,0 1-252 0,-2 2 264 15,-1 0-23-15</inkml:trace>
  <inkml:trace contextRef="#ctx1" brushRef="#br1" timeOffset="-25668.25">27127 6499 299 0,'0'3'-186'0,"-1"-1"388"0,0-1-35 0,-1 2-52 0,2-1-49 0,0-1 29 0,0 1-45 0,2-1 33 0,-1 0-16 0,-1 1-21 0,1-1 4 0,-1-1 4 0,0 1-5 0,1-1 20 0,-1 0 2 0,0 0-5 0,0 0 0 0,0 1 21 0,0-1-28 0,0 0 21 0,0 0-7 0,0 0-10 0,0 0-13 0,0 0 11 16,0 0-18-16,0 0 17 0,0 0-9 0,0 0-11 0,0 0-11 15,0 0 8-15,-1 0-11 0,0 0 16 0,0 0-7 0,1 0-11 16,-2-1-10-16,-1-3 13 0,2 3-15 0,0-2 17 16,1 2-3-16,0-3-6 0,-2 0-7 0,0 1 10 0,1-2-10 0,0-2 19 15,1 1-7-15,-1 1-7 0,0-3-13 0,0 3 14 0,0-3-10 16,-2 0 15-16,1-1-4 0,1 0-11 0,-1-1-3 0,1-3 5 16,-2 1-5-16,1-2 6 0,0-1-4 0,1-1-4 0,0-1-4 15,0-2 4-15,-1 0-3 0,2 0 5 0,-1-2-3 0,0-1-3 0,0-2-4 16,1-2 4-16,-1 1-1 0,1 2 5 0,1 2 2 0,0 5-6 15,0 2-5-15,0 2 12 0,-1 1-9 0,2 0 20 0,-1 0-5 16,1 0-7-16,0 1-3 0,0-1 0 0,2 0 1 0,0 0 2 16,1-1 0-16,-1 3-1 0,3-2-12 0,-2 2 10 0,1 0-9 15,1 1 14-15,1 2 1 0,1 0-4 0,0 0-5 0,1-1 5 16,-2 2-5-16,-1 0 5 0,0-1-1 0,1 3-1 0,1-3-5 0,0 3 5 16,1 1-3-16,-2 1 7 0,1 0-3 0,-1 1-4 0,1 0-5 15,-1 1 3-15,0 2-2 0,-2-1 7 0,1 3 1 0,-2 0-3 16,-1 2-9-16,0 0 8 0,-2 1-6 0,0 1 13 0,-1 0-1 15,-1 1-5-15,0 2-10 0,-3 2 9 0,-1-1-7 0,-1 2 12 0,-1-2 0 16,-2 1-5-16,1 1-7 0,-2 1 8 0,0 0-7 0,-2-2 10 16,2-3-1-16,2-1-2 0,-2-1-2 0,1-1 1 0,1 3-2 15,0-2 4-15,2-1-2 0,1-2 0 0,1 1-2 0,2-5 0 16,0 2 1-16,1-3 0 0,0 0 1 0,2-1 0 0,1 0-3 0,2-1 3 16,0 0-5-16,1-2 4 0,0 0 0 0,-1 1 1 0,0 0-3 15,0-1 4-15,1 1-2 0,0-1 4 0,-2 0-1 0,1 1-2 0,-1 1 1 16,1 1-2-16,-3 0 1 0,1 0 0 0,-1 0 0 15,1 0 0-15,-2 1-1 0,1 1 2 0,-1 0-1 0,1-1 4 0,0 2-2 16,-1-2-2-16,-1 1-2 0,0 2 2 0,1-1 0 0,-1 1 2 16,0-1 3-16,-1 3-1 0,0-1-7 0,-2 1 6 0,1-1-6 15,-1 0 6-15,-2 2 1 0,0-1-2 0,-1 2-5 0,-2 0 3 16,1-1-3-16,-1 1 6 0,1-3 2 0,-2 1 0 0,-1-2-5 16,-1 0 3-16,1 0-4 0,0-1 1 0,0-2 1 0,-1 1 0 15,-1-2-7-15,3 0 0 0,1 0-6 0,1 0-24 0,1-1-12 0,2 1-15 16,0 0-62-16,3 0-21 0,1 0-11 0,3-1-137 0,0 0-76 15,3-1-58-15</inkml:trace>
  <inkml:trace contextRef="#ctx1" brushRef="#br1" timeOffset="-24975.96">27442 6094 525 0,'-4'-1'192'0,"0"0"54"0,2 1-122 0,0 0-11 0,1 0-22 0,1-2-26 0,-1 1-34 0,1 0 18 0,0-1-25 0,0 1 32 0,1 1-4 0,0 0-17 0,-1 0-15 0,1 3 29 0,0-3-31 0,-1 0 49 0,1 0-7 0,0 0-14 0,1-2-16 0,-2 1 19 16,1 1-23-16,0-1 34 0,0 0-11 0,0 1-15 0,-1-2-11 0,1 1 12 0,0 0-15 0,0-1 15 0,1 1-5 0,-1 0-10 0,0 0-9 15,1-1 9-15,0 1-12 0,3-2-1 0,0 1 3 0,1 1-9 16,1-2 3-16,0 1 6 0,-1-1-7 0,0 0 2 0,1 2 2 15,-1-1-2-15,2-1-9 0,-1 2 14 0,1-1-13 0,-3 2 6 0,0-1 3 16,-2 1-6-16,1 0 0 0,-3 0 4 0,1 0-4 16,-1 1 6-16,0-1 1 0,-1 2-2 0,1 0-5 0,1 2 9 0,-2-3-7 15,0 3 7-15,0 1-1 0,-2-2-5 0,0 3-3 0,-1-2 4 16,-2 3-3-16,2-2 10 0,-3-3-6 0,0 1-3 0,0 1-5 16,-2-2 3-16,1 3 0 0,1 0 8 0,0 1-3 0,3-3-5 15,-3 3-1-15,3-1 4 0,-1-3-2 0,1 2 11 0,1-1-3 0,-1-2-2 16,2 0-6-16,1 0 2 0,0 1-1 0,0-1 1 0,1 0-1 15,1 1-2-15,-1-2-3 0,0 1 5 0,1-1-1 0,1 1 9 16,1 0-2-16,-1 2-4 0,1-2-2 0,-1 1 3 0,2-1-2 16,0 0 2-16,1 0-2 0,0 1-1 0,-1-1-10 0,0 0 14 15,0 0-11-15,-1 2 18 0,0-2-4 0,0 2-9 0,1-1-4 0,-1 0 4 16,1 0 0-16,-2 1 9 0,0-1-3 0,1 1-4 0,-1 1-2 16,-1 0 3-16,-3 1-1 0,-1-1 4 0,0 1-1 0,-2-1-5 0,6 2 4 15,-1-1 3-15,0 1-1 0,-1-2 2 0,0 1 0 16,-1-1-4-16,0 1-4 0,-1-1 10 0,1 1-7 0,4-1 14 0,0 0-1 15,0-1-6-15,2 0-15 0,-6 0 15 0,-2 0-12 0,2-2 18 16,-1 1-2-16,0 1-10 0,0 0-9 0,-2-2 6 0,0 1-4 16,-2 1 10-16,2 0-3 0,-2-1-5 0,0 1-30 0,0-1 2 0,-1-1-13 15,0 1-34-15,0 0-25 0,1 0-21 0,1-1-171 0,2 0-172 16,0 0-3-16</inkml:trace>
  <inkml:trace contextRef="#ctx1" brushRef="#br1" timeOffset="-23565.01">22415 8366 256 0,'-8'-1'30'0,"4"1"458"0,-1-1-173 0,3 1 24 0,0 0-250 0,2 0 10 0,0 0-36 0,0 0-25 16,0 0-7-16,1 0-11 0,1 1-7 0,1 0 17 0,1 1-17 0,-1 2 25 0,2-1-3 0,-1 1-9 0,1 3-11 0,-1-1 13 0,1 3-15 0,0 1 32 0,1-1-5 0,-2 2-8 0,1 0-18 0,-1-1 11 0,1 1-16 0,-1 1 10 0,1-1-1 0,-1-1-3 0,1 0-7 0,-1-2 2 0,0-2-6 0,0 1 0 0,1-4 0 0,0 5 0 16,1 0-4-16,-2-3 4 0,0 3-4 0,0-2 6 0,0-1 1 15,-2 1-2-15,0 1-10 0,-1-5 12 0,-1 4-10 0,1-3 14 16,-1-1 1-16,0 0-9 0,0 0 11 0,0-1 2 0,0-1 1 0,0 0 3 16,0 0-7-16,0 0-4 0,0 0-4 0,-1-1 9 15,0-2-4-15,-1 0 9 0,1 0-5 0,-2-3-11 0,1 0-7 0,-1 0 9 16,1 0-5-16,-2 0 12 0,1 1-4 0,1-1-8 0,-2 0 0 15,2 0 10-15,0 0-5 0,-1-1 6 0,1 2-1 0,1-3-5 16,0 5-4-16,0-3 7 0,0 1-6 0,1 0 7 0,0-5-2 16,0 2-3-16,0-2-4 0,0 1 4 0,1 1-3 0,1-1 11 15,0 1-3-15,2-1-5 0,-1 0-4 0,0 1 2 0,1 2-1 0,0-1 4 16,0-1-1-16,-1 5-2 0,2-3-5 0,-2 4 6 0,0-2-4 16,2 1 11-16,0 3-3 0,2 0-5 0,1 0-8 0,0 2 6 15,1 0-4-15,0 2 12 0,0 0-1 0,-5 2-6 0,1 2-3 16,-1 0 5-16,0-1-4 0,6 1 5 0,-2 0-1 0,1 0-1 0,-2 0-2 15,2 0 2-15,-1 0-1 0,0-3 1 0,-1 1 0 0,0-2-2 0,-2 3-2 16,1-4 5-16,-3 3-3 0,-1-3 3 0,1 1 2 16,-2-2-4-16,-1 0-9 0,0-1 11 0,1-1-9 0,-1 2 17 0,0-2-1 15,1-2-4-15,-1 0-1 0,1-1 7 0,-1-3-5 0,1-2 11 16,2-1-3-16,-1-1-5 0,0-2-5 0,3 1 5 0,-1-2-5 16,2 2 2-16,0 0 0 0,2 1-2 0,0-1-8 0,1 2 9 15,-1 1-6-15,0 0 15 0,1 2-2 0,-1 2-7 0,0 0-1 16,2 2 6-16,-1-1-2 0,0 2 7 0,-2 1-2 0,1 0-4 0,1 2-4 15,0 1 13-15,0 1-8 0,0 0 16 0,0 1-6 0,0 0-8 16,0 2-5-16,-1 0 4 0,-1-1-4 0,2 3-2 0,-1 0 0 16,-1 0-3-16,2-1 0 0,-1 0 0 0,-1-2-1 0,0 0 0 15,-3-1-1-15,2 1 1 0,0-3-1 0,-2 1 0 0,2 1 0 0,-2-2-2 16,-1 0-5-16,1-1 0 0,-1 1-27 0,1-2-8 0,-2-1-2 16,1 0-30-16,-1 0-10 0,3-1-7 0,-1-3-69 0,2-3-19 15,1-2-12-15,1 0-155 0,-2-1-101 0,1 0-76 0</inkml:trace>
  <inkml:trace contextRef="#ctx1" brushRef="#br1" timeOffset="-23229.04">23213 8329 712 0,'3'-1'178'0,"-1"-1"22"0,-1 0-17 0,0-2-40 0,2 2 6 0,0-2-32 0,0 0-35 0,0-2-27 0,1 2 17 0,-1-2-26 0,2-2 22 0,-1 3-8 0,0-2-10 0,1 0-18 0,0 0 6 0,0 0-14 0,2-1 11 0,-1 0-4 0,-1 1-10 0,2-2-13 15,-1 2 9-15,-2-1-12 0,2 1 10 0,-3 2-1 0,0-2-5 0,-1 3-5 16,-1 1 13-16,-1-1-12 0,-1 1 25 0,-2 1-2 16,-1-1-4-16,-1 1-10 0,0 0 16 0,-2 1-19 0,-1 1 18 15,1 0-8-15,1 3-13 0,-1-2-5 0,2 3 8 16,0-1-8-16,0 3 16 0,2 0-3 0,-2 0-6 0,2 5-2 0,-1-2 10 16,-1 2-6-16,1 2 16 0,0-2-1 0,1 5-5 0,1 0-6 15,-1 1 5-15,2 1-6 0,0-3-4 0,1 1-2 0,1-3-4 0,0-1-11 16,2 1 12-16,-1-3-9 0,1 1 15 0,1-2-1 15,1-2-8-15,1 0-10 0,-1-2 9 0,1 0-8 0,1-3 12 0,0-2 0 16,0 0-6-16,3-1-9 0,1-4 9 0,1 0-9 0,0-1-3 16,2-3-9-16,-1 1-12 0,3-1-37 0,1-1-1 0,2-1-10 15,0 1-44-15,0 0-12 0,-2 0-21 0,3-3-85 0,-1 0-54 16,4-2-11-16,-1 1 28 0</inkml:trace>
  <inkml:trace contextRef="#ctx1" brushRef="#br1" timeOffset="-23028.62">23688 8055 1239 0,'-10'9'172'0,"-2"4"15"16,2 1-3-16,0 2-56 0,0 0-17 0,2 1-21 15,-1 0-29-15,1 0-20 0,1 0 8 0,2-2-17 0,-1 1 7 16,3-1-1-16,0-3-6 0,2-1-14 0,1-1 6 16,1-2-14-16,3 0-1 0,1 0-1 0,1-5-3 0,2 0-7 0,1-3 7 15,-1-1-8-15,5-4 13 0,-1-3-5 0,4 0-6 0,1-3-33 16,-2 0-8-16,-2 0-4 0,2-3-71 15,-3 2-34-15,0-2-13 0,2 0-108 0,-4 3-119 0,0-1 15 0</inkml:trace>
  <inkml:trace contextRef="#ctx1" brushRef="#br1" timeOffset="-22750.65">23875 8210 684 0,'-1'0'-428'0,"0"0"807"0,-1 2-79 0,2-2-139 16,0-3-51-16,3 0 23 0,0-2-49 0,3-2 25 16,0-2-3-16,3-2-18 0,3 0-10 0,0-3 29 0,3 0-38 15,1-2 31-15,2 0-22 0,0 0-28 0,4 0-23 0,-3 0 12 16,-1 5-18-16,1-1 25 0,-8 6-7 0,-2 1-5 0,-1 2-11 16,-1 3 6-16,3-2-9 0,0 0 8 0,-1 2-1 0,1 3-8 15,1 1 0-15,-1 1 10 0,1-2-10 0,1 0 18 16,-3 1-12-16,-1 0-7 0,1 2-7 0,-2 2 0 0,1 0-1 15,-1 1-3-15,0 0-3 0,-2 0-2 0,2 0-4 0,-2-2 2 0,-1 0-2 16,-1-2-5-16,1-1-10 0,-2 0-11 0,0-1-52 0,1 0-6 16,-1 1-14-16,0 0-94 0,0-3-68 0,1 1-59 0</inkml:trace>
  <inkml:trace contextRef="#ctx1" brushRef="#br1" timeOffset="-20689.72">24638 7666 630 0,'0'3'219'0,"-1"2"291"0,-1 3-336 0,2 1-64 0,0-1-23 0,3 4 22 0,1 2-24 0,0-1-20 0,2 4-40 0,-1-2 10 0,2 2-21 0,2 2 5 0,-1-1-9 0,0-2-10 0,1 2 2 0,-1-2 4 0,1 2-2 0,0-2-13 0,0-2 6 0,0 0-2 0,0-2-6 0,-1-3 15 0,-2 0-13 0,3 0 26 0,-2-2-10 16,0 2-11-16,1 2-29 0,-1-1-25 0,1 1 8 16,0-3-92-16,-2-2 48 0,-2-2 27 0,0 0-119 0,-2-1-57 15,-2-1-4-15,0 1-1 0</inkml:trace>
  <inkml:trace contextRef="#ctx1" brushRef="#br1" timeOffset="-20425.56">24528 7811 1388 0,'-4'-4'125'0,"0"-2"54"16,4-1 2-16,2 2-27 0,2-3-34 0,3 1-37 0,2-1 13 15,0-2-31-15,4 0 6 0,0-1-11 0,-6-1-15 0,5-1-33 16,-2 2 17-16,0-3-26 0,9 2 20 0,0-2-7 16,0-1-10-16,3 3-12 0,-5-2 11 15,0 1-11-15,1-1 17 0,-2 3-4 0,-1 2-7 0,3 1-7 0,-3-1 8 16,2 5-6-16,2-1 12 0,-3 1-12 0,1-1-13 0,0-4-41 16,-3 2-15-16,1 0 5 0,1 0-81 0,-2 1-45 0,1 1-13 15,0 0-367-15,-2 1 330 0</inkml:trace>
  <inkml:trace contextRef="#ctx1" brushRef="#br1" timeOffset="-19520.05">25368 7627 646 0,'-3'0'176'0,"-2"1"336"0,2 1-308 0,1-2-30 0,1 2-38 0,0-1-60 0,1-1 18 0,1 0-42 0,1 0 20 0,0 0-7 0,3-4-12 0,0 2-11 0,0 0 3 0,2-3-11 0,1 3-4 15,1-4-5-15,3 1-6 0,0-1-12 0,0 1 10 0,1 0-12 0,1 0 15 0,1-1-3 16,0 1-5-16,1 0-16 0,0 0 12 0,0 1-14 0,1-1 16 0,-3 4-1 0,-6-3-7 0,1 3-8 0,-2-1 2 0,1-1-6 0,4 3-17 0,-2-2-11 15,0 1-9-15,0 0-44 0,-2 1-32 0,0 0 18 0,-2 2-126 16,-3 1-58-16,-1 2-11 0</inkml:trace>
  <inkml:trace contextRef="#ctx1" brushRef="#br1" timeOffset="-19054.99">25446 7836 1510 0,'11'6'-598'0,"-9"-5"1091"16,0-1-141-16,3 0-212 0,2-3-36 0,1 1 4 0,1-1-21 0,3-2-23 0,0 1-21 0,3-2-22 0,2-1-24 0,-3 2 13 0,-4-2-15 15,1 2 5-15,-3-1-12 0,1 1-16 0,9 1-34 0,0-1-15 16,2 1 5-16,1-2-129 0,-3 2-165 0,0-1-53 0</inkml:trace>
  <inkml:trace contextRef="#ctx1" brushRef="#br1" timeOffset="-18178.81">26149 7336 924 0,'-8'-4'271'0,"4"0"-156"0,-1 0 109 0,2 2-73 0,0 1 35 0,2-1-61 0,1 1 9 16,0 1-25-16,0-1-39 0,-1 1-23 0,1 0 16 0,0 0-25 0,0 2 11 0,0 2-4 0,0 0-14 0,3 4 5 0,0 1 13 0,1-2-13 0,1 4 21 0,0 0-7 0,3 2-11 0,1 2-23 0,-1 1 14 0,0 1-22 0,2 4 14 0,-3 1-7 0,0-1-9 0,2 0-4 0,-3-2 3 15,1-3-3-15,0-2 5 0,-3-2-2 0,2 1-2 0,-2 5-7 16,2 0 4-16,-2-3-5 0,1 2 5 0,0-5 1 0,-1-2-2 16,0-2-25-16,-2-2 4 0,1-4-12 0,-1 1-23 0,0-2-13 15,0 1-16-15,2-2-56 0,0-3-32 0,1-1-5 0,2-3-240 0,-2-1 254 16,2 3-45-16</inkml:trace>
  <inkml:trace contextRef="#ctx1" brushRef="#br1" timeOffset="-17731.46">26299 7341 1339 0,'-5'-1'179'0,"-1"-1"4"0,3 1 0 0,0 0-59 0,2 0-6 16,2-3-33-16,3 0-36 0,1-1-22 0,2 0 4 16,2 0-9-16,0-1 15 0,1 3-4 0,-1-3-4 0,1 4-18 15,1-2 15-15,2 2-20 0,-1-1 14 0,1 0-3 0,-2 2-8 16,0 1-3-16,-2 0 3 16,1 0-5-16,0 1 5 0,-3 1 1 0,0 0-2 0,-1 2-17 0,-2 0 14 0,-1 1-16 0,-1 1 23 15,1 2-4-15,-3 0-4 0,-3 2-8 0,0 2 4 16,-3-3-4-16,0 3 13 0,-2-1-1 0,1 0-4 0,-2 1-4 15,1 0 3-15,-1 1-4 0,0-1 6 16,1-1-1-16,3 1-1 0,0-2-3 0,1-2 0 0,3-2 0 0,0-1 6 0,2-2-1 16,1-1 0-16,1 1-6 0,3-1 9 0,0 1-7 0,0 0 18 15,2-2-1-15,1 1-2 0,0 0-3 0,0-1 3 0,0 2-5 0,1-1-3 16,-2-1-2-16,-1 3-5 0,-1 1-5 0,-1-2 7 0,-2 1-6 16,0 0 12-16,-1 1-2 0,0-1-4 0,-1 2 1 0,-1-3-2 15,0-2 2-15,1 1 0 0,-1 1 1 0,0 1 1 0,0 1-11 16,-1-3 10-16,1 4-9 0,-1-3 16 0,0 1-2 0,0 1-5 0,1-1-6 15,-2 0 7-15,-1 0-6 0,0 1 6 0,1-1-1 0,-2 1-5 16,1-2-4-16,-2 0-4 0,1 1 0 0,-2-2-15 0,0 0-1 16,0-1-2-16,0-1-25 0,1 0-10 0,-1-1-4 0,1-1-65 15,0-1-29-15,2-2-26 0,0 2-250 0,1-1 271 0</inkml:trace>
  <inkml:trace contextRef="#ctx1" brushRef="#br1" timeOffset="-17450.64">26776 7504 1785 0,'2'3'-230'0,"-1"1"495"0,-1-2-50 15,0 0-65-15,0 1-44 0,0 1 4 0,1-1-29 0,0 3-19 0,0-3-15 0,0 1-12 0,1 3-31 0,-2-2 10 0,2-3-14 0,-1 0 12 0,-1-1-4 0,1 0-7 0,0 4-1 0,-1-2 0 0,1 1 1 0,0-1-10 0,1-1-12 0,0 2-6 0,-1-2-47 16,1-1-12-16,0-1 2 0,2-1-79 0,-2-1-52 0,2-2-16 0,1-1-360 16,0 0 331-16</inkml:trace>
  <inkml:trace contextRef="#ctx1" brushRef="#br1" timeOffset="-17217.64">26990 7113 1608 0,'0'0'184'0,"0"3"-2"16,-1 2 8-16,0 0-67 0,1 3 9 0,0 2-26 0,2 0-29 0,1 4-19 15,2 0 17-15,0 2-22 0,3 0 15 0,0 0-15 16,2-1-20-16,0 4-24 0,-1-2 8 0,1 1-14 0,-5 1 13 15,-2-2-5-15,-1 1-6 0,3-1-13 0,3-1 11 0,1-1-10 16,2 1 20-16,-2-4-3 0,0 1-6 0,1-1-12 16,0-3-4-16,0 0-1 0,0-3-20 0,-2-1-11 0,-1 0-2 15,0-2-32-15,-2-1-32 0,1 1 22 0,0-2-140 0,-1 0-89 16,1-1-21-16</inkml:trace>
  <inkml:trace contextRef="#ctx1" brushRef="#br1" timeOffset="-16842.15">27559 7061 603 0,'-3'1'243'0,"1"3"-124"0,-1-2 139 0,1 1-135 0,1 2 23 16,0 1-53-16,1 2-1 0,0 0-19 0,0-1-27 15,2 4-24-15,-1 0 12 0,3-1-17 0,-1 2 22 0,0-2-2 16,2 0-10-16,-2 1 1 0,2 0 10 0,-5 1-13 0,0-1 12 15,-2-2-2-15,1 0-7 0,5 0-25 0,-2-1 15 0,2 0-20 16,0 0 16-16,-2 0-2 0,1 0-6 0,0 0-14 16,-1-1 10-16,1 0-11 0,0-2 10 0,-1 0-10 15,0-1-10-15,-2 2-30 0,1-3-6 0,-1 1 2 0,1-1-35 16,-1-1-19-16,0-1-7 0,0-1-115 0,0 0-39 0,0 0-7 0,-2 0 35 16</inkml:trace>
  <inkml:trace contextRef="#ctx1" brushRef="#br1" timeOffset="-16650.31">27422 7318 1122 0,'0'1'309'0,"0"-1"-201"0,0 2 107 0,1-2-76 16,3-2 14-16,-1-2-42 0,5 1-6 0,1-3-17 0,2 0-23 0,3 0-16 16,-1-2 3-16,3 2-14 0,2-3-6 15,-1 1-11-15,-1 2-10 0,-3-2-10 0,-3 1 1 0,0 0-3 0,2-1-9 16,4 0-14-16,1 1-9 15,0-2-42-15,-3 1-16 0,1 0 7 0,-2-1-96 0,-1 2-61 0,-1 2-22 0</inkml:trace>
  <inkml:trace contextRef="#ctx1" brushRef="#br1" timeOffset="-15433.65">28022 6869 889 0,'-5'-2'-169'0,"2"1"366"0,1 0-23 0,1-2-38 0,1 2-29 0,0-2 8 0,0 3-31 0,2-2 0 0,-1-1-3 0,3 1-10 0,1-1-2 0,-1 1 18 0,2-2-23 0,0 0 28 0,0 0-18 0,1 0-17 0,1-1-1 0,-7 1 7 0,1-1-10 0,2-1-4 0,-1 1-9 16,5-1-14-16,2 0-15 0,0 1 8 0,0 0-13 0,3-2 9 15,-2 4-3-15,2-3-5 0,0 3-6 0,-2-2 1 16,-1 2-2-16,0-3 5 0,0 2-2 0,0-1 1 0,0 1-14 16,1-1-1-16,-2 2-3 0,1-2-27 0,-3 2-20 0,1 0-14 0,0-1-80 15,0 1-35-15,-1-1 2 0,-2 2-233 0,1 0 251 0,-1 2-33 16</inkml:trace>
  <inkml:trace contextRef="#ctx1" brushRef="#br1" timeOffset="-14978.24">28145 6757 1592 0,'-19'8'-153'0,"9"-3"347"0,2 1-36 15,0 1-37-15,-1 1-50 0,4-2 10 0,-1 2-28 0,1-1 2 0,1 0-11 16,1-2-17-16,1 2-1 0,-1-1 9 0,2-3-9 0,-1 4 15 16,0-3-8-16,1 0-10 0,-2-1-12 0,2 1 10 15,6 0-12-15,-2 0 8 0,3 0-4 0,-2 0-7 0,-4-2-6 16,0 2 3-16,0 0-3 0,0 1 8 0,-4-2-3 0,4 0-3 16,0 2-2-16,-3-3 7 0,3 2-6 0,-2-2 13 0,0-1-4 15,4 1-4-15,3-1-8 0,0-1 12 0,1 0-10 16,3 0 22-16,0 0-5 0,0 0-8 0,1 0-13 0,3-1 10 15,0 1-9-15,0 0 16 0,1 1-2 0,-2 2-6 0,2-1-5 16,-2 1 2-16,3-1-2 0,-2 2 1 0,0-1 3 0,0 0-1 0,0 3-3 16,1-1 3-16,0-1-3 0,0 1 2 0,-2-1-2 0,1 1 0 15,-2 0-2-15,-1 1 2 0,0-1-2 0,0 0 4 0,-2 1 2 16,-1 0-1-16,-1 2-14 0,-1 1 11 0,-3 0-9 0,0-1 18 16,-2 1-1-16,0 0-6 0,0 0-2 0,-3-2 4 0,0-1-4 15,-2 2 6-15,-2 1 0 0,1 4-3 0,-2 1 6 0,-1 2 0 0,1-2 1 16,-1 1 1-16,1-1-2 0,-1-3 0 0,-1 1-7 0,0-2 3 15,0-1-3-15,0-1 8 0,1-1-3 0,1-2-2 0,1 0-8 16,0-2 4-16,1 1-1 0,0-3 9 0,0 0-2 0,2-1-5 0,1 0-4 16,-1-2-8-16,1-2 1 0,1 0-35 0,1-4-11 0,1 1-11 15,0-3-70-15,3-3-40 0,1-1-7 0,3 2-303 0,1 1 297 16,2 4-55-16</inkml:trace>
  <inkml:trace contextRef="#ctx1" brushRef="#br1" timeOffset="-14767.6">28603 6975 993 0,'-1'6'379'0,"1"-3"-215"0,0 1 209 0,0 0-215 0,0 1 10 16,3-2-51-16,1 3-25 0,1 0-21 0,0-1-24 0,2 2-37 0,0 0 12 0,-1 0-20 0,2-2 13 0,-1-1-4 0,0-1-7 0,1 0-4 0,-3 0 3 0,1-2-5 0,2 0-8 0,0-1-11 0,-2-1-7 0,2-2-40 15,-2-1-12-15,0 1 3 0,1-3-82 0,-1 0-46 0,1-2-19 0,-2 2-327 16,1-2 315-16</inkml:trace>
  <inkml:trace contextRef="#ctx1" brushRef="#br1" timeOffset="-14265.32">28858 6581 1699 0,'-2'0'146'0,"0"0"9"0,0 0 11 0,1 2-61 0,-2 1-37 16,2 2-16-16,0 0-21 0,0 3-26 0,0 2 20 0,0 1-23 16,1 3 23-16,-1-1-5 0,1 3-10 15,0-4-5-15,0 1 10 0,0-3-10 0,2 2 21 0,0-4-4 0,1 1-9 0,2 0-1 16,0-4 6-16,0 1-7 0,2-1 7 0,-2-1 2 15,2 0-3-15,1-2-4 0,0 1 9 0,1 0-11 0,3-2 9 16,0 0-8-16,2 0-7 0,1-1-5 0,0 0 2 0,2 2-1 16,1-1 3-16,-1 0-1 0,-1 1-1 0,-4-2-2 15,-3 0 1-15,2-3-1 0,0 2-2 0,5-2-5 0,2-1-2 0,-1 0-21 16,0-1-3-16,-1 0-3 0,-2-1-16 0,-3-1-8 0,1 1-3 0,0-2-54 16,-3-1-18-16,0-1-4 0,0 0-65 0,-2 0-10 0,1-2-8 15,-2-1-46-15,0 1 8 0,-1-3 0 0,1 0 86 16,-3 2 47-16,1-1 30 0,-2 0 67 0,0 1 52 0,2 1-20 15,-2-3 110-15,0 3-5 0,0-4-6 0,1 2-10 0,-1 1 6 0,0 3-5 16,0 1 30-16,1 4-2 0,-3 1 1 0,1 3-17 0,-1 1 27 16,1 0-24-16,-1 1 28 0,0 2-11 0,0 1-14 0,1 3-11 15,-1 1 10-15,0 4-10 0,0-1-1 0,0 3-9 0,2 1-12 0,1 5-24 16,-1-4 11-16,1 4-14 0,0 0 0 0,1 2-7 0,-2 3-11 16,0 2-10-16,1-2 1 0,-1-2-4 0,-1-2-7 0,0 0-3 15,0-1-4-15,0 0-4 0,2-3 3 0,-1 1-3 0,0 2 1 16,0-1-3-16,-1 0-4 0,1-1-22 0,0-1-12 0,0-5 1 15,0 2-38-15,-1-5-1 0,2 3-4 0,0-2-53 0,-1-1-26 0,1 0-10 16,0-1-203-16,-1-1-148 0,2-1-109 0</inkml:trace>
  <inkml:trace contextRef="#ctx1" brushRef="#br1" timeOffset="-12040.62">25826 8489 217 0,'-6'0'455'0,"1"2"-231"0,3-1 298 0,1-1-320 16,0 1-106-16,1-1-19 0,1 0-9 0,1 0-15 0,1-2-17 0,4-1-8 0,2 1 9 0,0-2-10 0,2-1 19 0,1 2-7 0,-1-2-9 0,3 0-17 0,1-2 13 0,1 1-16 0,2-4 11 0,0 0-3 0,1 1-11 0,3-4-6 0,2 1 10 16,-3 1-10-16,-2-1 7 0,-4 2-7 0,-1 0-6 0,2-1-5 15,3 4 7-15,3-1-4 0,-3 0-3 0,-2 5-20 0,-3-1-14 16,-3 2-78-16,-1 1-33 0,-4 1 10 0,-1 1-181 0,-4 5-92 15,-1 0-28-15</inkml:trace>
  <inkml:trace contextRef="#ctx1" brushRef="#br1" timeOffset="-11852.46">25977 8708 1581 0,'10'-7'-115'0,"-8"2"238"0,3 1-6 0,-1-1-32 15,4-4-2-15,1 1 16 0,1 0-33 0,3-2-28 0,-1 2-10 16,0-2-21-16,-3 1-15 0,-1-2 12 0,-1 0-14 0,3-3 15 16,5 1-11-16,0-1-12 0,4 0-50 0,0-1-37 0,2 3 12 15,0 2-211-15,-2 0-161 0,1 0-53 0</inkml:trace>
  <inkml:trace contextRef="#ctx1" brushRef="#br1" timeOffset="-11217.05">26749 8772 771 0,'-3'0'104'0,"1"2"35"0,0-2 16 16,-1-2-45-16,1 1-4 0,1-2-23 0,1 0-31 0,-1-2-20 15,0-3 20-15,0 0-21 0,-2-1 35 0,2 2-12 16,-1-4-16-16,1 1 2 0,-1 0 8 0,-1 0-8 0,0 1 13 16,0 0-3-16,-2-2-9 0,1 2-5 0,0 0 8 0,-1 1-14 15,0-3 9-15,0 1-5 0,-1-3-5 0,0 0-11 16,-1-1 19-16,-1 2-18 0,0-5 30 0,-1 2-12 0,1 0-16 0,-1-2-11 15,0-1 8-15,1-2-10 0,0-5 9 0,0 4-3 16,4-2-7-16,-1 1-12 0,2 5 12 0,2-1-13 0,1 0 28 16,1 1-4-16,2 3-7 0,2-1-13 0,1 2 9 0,-1 1-9 15,2 1 11-15,0 1-2 0,2 1-5 0,0 0-12 0,1 1 10 0,-1-1-9 16,-1 1 18-16,-1 2-2 0,0 0-5 0,-1 0-6 0,-1 1 4 16,1 1-4-16,-2 1 9 0,1 3-1 0,-1-2-2 0,1 2-4 15,-1 2 3-15,1 0-2 0,-2 3 2 0,0 2 2 0,0-1-3 0,-2 2 0 16,1 1 1-16,-1 0-1 0,-1 0 5 0,2 1 0 15,-2-1-1-15,0 0-5 0,0-2 1 0,0 1-2 0,0-3 4 0,1 0-2 16,0-1-1-16,1 0-11 0,1-1 12 0,1-1-7 0,0 1 15 16,2-1-1-16,1 0-7 0,0-1-9 0,2 1 10 15,0 2-8-15,2-1 17 0,-1 2-3 0,0 0-7 0,0 1-11 0,-1 3 12 16,-1-1-8-16,-2 0 22 0,-1-2-5 0,-1 2-10 0,0 0-8 16,-1 1 10-16,-1-1-6 0,0 1 16 0,-1 0-4 0,-1 0-6 0,0 0-9 15,0 0 7-15,0 0-3 0,-1 0 16 0,-2 0-2 0,1-1-5 0,0 0 1 16,0-3 1-16,-2 0 0 0,1-1 1 0,-1 1-1 15,2-1-2-15,-2-2-8 0,0-1 5 0,0-1-4 0,-1 0 7 16,1 0-1-16,-1-2-5 0,1 1-7 0,-1-3-5 0,1 0 0 16,-1 1-17-16,1 0 1 0,-1-1 0 0,1 1-22 0,1 1 4 15,-1 0-10-15,2 1-23 0,1 1-10 0,0 1-17 0,0 1-30 0,-1-1-17 16,1 0 1-16,1 0-84 0,0-1-38 0,0 2-33 0</inkml:trace>
  <inkml:trace contextRef="#ctx1" brushRef="#br1" timeOffset="-10868.83">27120 8254 364 0,'-4'0'229'0,"-2"2"96"0,0 0-205 0,1 4 34 0,0-2-25 0,-2 4-27 0,2 1-43 0,2 1 17 0,-2 3-31 0,2-1 37 0,0 0-14 0,1-1-16 0,2 1-16 0,0-2 23 0,2-2-25 0,2 0 30 0,0-2-5 0,4-1-16 0,1-1-10 15,2-1 17-15,2-2-23 0,2-1 13 0,1-3-6 0,1-1-12 16,-1-1-13-16,-3 0 7 0,1-3-12 0,-2 2 12 0,-2 0-5 16,-2 1-7-16,-1-3 3 0,-3 1 5 0,0 2-2 0,-3-1 10 15,-1 1 0-15,-1-2-2 0,-3 2-5 0,0 0 9 16,-2 0-11-16,0 1 10 0,1-1-8 0,-1 3-7 0,-2 0-9 15,2 1 3-15,-2-2-3 0,0 2-9 0,2 0-10 0,2 0-10 0,0-2-48 16,2 0-23-16,1 0-7 0,1 0-161 0,1-3-119 0,4 1-86 16</inkml:trace>
  <inkml:trace contextRef="#ctx1" brushRef="#br1" timeOffset="-10667.39">27329 7981 1397 0,'-5'10'142'15,"2"3"38"-15,2 3-69 0,1-5 4 0,4 1-31 16,2-2-38-16,3 1-31 0,0 5 6 0,2-3-14 0,2 1 5 16,-1-3-3-16,0-2-3 0,3 1-17 0,-3-2 9 15,2 0-12-15,1-1 1 0,-1 1-10 0,-2-2-8 0,2 3-48 16,-4-2-26-16,-1-1 11 0,0 2-109 0,-2 0-58 0,-2-3-14 15</inkml:trace>
  <inkml:trace contextRef="#ctx1" brushRef="#br1" timeOffset="-10489.76">27351 8172 1584 0,'-1'-14'-221'0,"0"9"461"0,0 0-46 15,1-3-66-15,0 1-40 0,2 0 7 0,2-2-30 16,0-3-19-16,2 2-16 0,-1-1-14 0,2-1-18 0,0 3 5 15,0-1-6-15,0 1 12 0,1 0-3 0,-1 3-4 0,1-2-3 16,0 1-3-16,-2 2 3 0,3-4-11 0,2 0-17 0,-1 3-7 16,1 0-48-16,0 0-37 0,1 1 19 0,3 2-178 15,1-4-109-15,0 2-28 0</inkml:trace>
  <inkml:trace contextRef="#ctx1" brushRef="#br1" timeOffset="-9551.22">27944 8406 546 0,'0'-2'-295'0,"-2"0"596"0,0-1-67 0,1-3-86 0,-2 3-57 0,2-3 17 0,-1 1-35 0,1-1 25 0,-1-1-16 0,-1 2-23 0,0 0-16 0,-1-1 24 0,0-1-28 0,0 1 29 0,-1-2-8 0,1 1-11 0,-2-2-10 0,2-2-1 0,-2 3-7 0,0-5 17 15,2 1-8-15,-2 1 1 0,2-1-16 0,-3-2 5 0,0 1-9 16,2-3 3-16,-2 0-3 0,1 2-4 0,0-4-12 16,-1 2 15-16,1-2-14 0,0-2 28 0,1 3-5 0,1-3-11 0,-1 2-13 15,1 4 11-15,0 2-13 0,0-3 17 0,0 3-7 16,1-2-6-16,0 0 2 0,-1 2 7 0,1 2-3 0,1-2 4 16,-1 2-3-16,1 1-5 0,0-3 5 0,0 4 1 0,1-4 1 15,-1 0 3-15,1 1-1 0,1 1-1 0,1-1-17 0,2 1 13 16,0 0-13-16,0 0 19 0,2 1-5 0,-1 0-8 0,1 1-10 0,0 0 12 15,2 2-8-15,-1 0 18 0,-1 1-4 0,1-1-10 0,0 1-6 16,0 0 10-16,0 0-8 0,1 1 14 0,-1 0-3 0,0 2-4 16,1-2-13-16,0 1 7 0,-1 2-5 0,1-1 12 0,-1-1 0 15,-1 2-5-15,2 1-3 0,-1-2 3 0,-1 2-3 0,2 0 6 0,0 2-1 16,-1 0-1-16,2 1-7 0,1-1 6 0,0 1-4 0,0 2 7 16,0-1-1-16,-2 1-4 0,0 1-1 0,-3 1 2 0,-2 1-1 15,1-1 5-15,-2 2-1 0,0 1-3 0,-1-1-10 0,-1 4 9 0,-1-1-6 16,-1 1 18-16,0-3-5 0,-2 1-6 0,1 2 0 15,-3-1-1-15,-1-1 1 0,2 1 1 0,-1-2-1 0,0-1-1 0,2 0-8 16,-2-2 7-16,2 0-7 0,1 1 14 0,0-3-1 0,2-1-6 16,0-1-2-16,1 1 0 0,1-2-3 0,0-2 0 0,0 0-2 0,0 0-1 15,1 1-8-15,0-1 9 0,1-1-5 0,3-1 17 0,-1 0 0 16,2-3-4-16,1 1-10 0,2-1 12 0,2-1-11 0,1 3 15 16,2-3 1-16,-2 3-5 0,2 1-3 0,-2 0 2 0,1-1-2 15,0 2 5-15,-3 1-2 0,-1 0-2 0,-5 0-3 0,0 0 4 16,-2 0-3-16,0 1 4 0,4 2 1 0,-1-1-1 0,1-2-10 15,-1 4 8-15,-1-1-7 0,-1 1 16 0,1 1-2 0,-2-1-4 0,-1 3-4 16,0-2 2-16,-1 2-1 0,-1 0 5 0,-1 0 0 0,-3 2-5 16,2 1-2-16,-3 2 10 0,1-1-9 0,-2-2 11 0,0 0-2 15,-1-1-7-15,1-1-2 0,3 5 0 0,0-2-2 0,-1 0 4 16,2-1 1-16,-7-1 1 0,-1-2-10 0,0 2 6 0,1-4-6 0,1-1 8 16,1-2-3-16,2-1-9 0,0-3-24 0,-1 1-6 0,3-2-6 15,1-3-51-15,3-2-18 0,0 1-20 0,3-4-123 0,4 0-67 16,-1 2-25-16,2 1-8 0</inkml:trace>
  <inkml:trace contextRef="#ctx1" brushRef="#br1" timeOffset="-9101.89">28227 7932 629 0,'-3'0'211'0,"1"0"-109"0,-1-1 94 0,2 0-70 0,0 1 26 0,0-1-56 0,1-1 11 0,1 0-17 0,1-1-28 0,2-1-22 0,0-1 16 0,2 1-24 0,1-1 21 0,-1 1-3 0,1 1-14 0,1-2 3 0,1-1 10 0,0 3-13 0,1-1 8 0,0 1-12 0,0 1-8 0,0 2-17 0,-1 0 2 16,0 0-3-16,-1 0 15 0,-1 0-6 0,-1 1-6 0,-1 1-6 15,0 2 6-15,-2-1-5 0,0 3 10 0,0-1-1 0,-1 2-4 16,-2 2-11-16,0 0 8 0,0 0-9 0,-2 2 16 0,-1 1-3 16,0 1-3-16,-1-2 8 0,0 2 0 0,0 0 3 0,0-2 9 15,2 1-1-15,0-6 0 0,0 0-12 0,0 1 8 0,2-2-7 16,0 3 8-16,3-1-4 0,0-2-6 0,2 2-13 0,1-1 9 15,2-1-7-15,0 1 12 0,2-4-2 0,0 3-4 0,3-2-9 16,0 1 5-16,3-2-5 0,-1-2 8 0,2 0 0 0,1 0-5 0,-1-2-14 16,1-1 2-16,-2 0-8 0,-6 0-29 0,-3-1-21 0,-2 0-24 15,2-1-103-15,4 1-59 0,0-2-11 0,2 2 5 0</inkml:trace>
  <inkml:trace contextRef="#ctx0" brushRef="#br1" timeOffset="2002.88">26374 12899 0,'0'0'0,"0"0"16,0 0-16,0 0 16,0 0-16,0 0 15,0 0-15</inkml:trace>
  <inkml:trace contextRef="#ctx1" brushRef="#br1" timeOffset="4717.57">22202 10796 256 0,'-13'-2'25'0,"7"-5"385"0,-1 1-133 0,1 1 26 0,1-1-190 0,1 2 14 0,3-1-35 0,-1-1-7 0,1 3-14 0,0-3-22 0,1 3-7 16,-2-1 13-16,2 0-18 0,0 1 15 0,0 1-2 0,2-2-7 0,-1 1-19 0,0 3 21 0,0-1-26 0,1 1 29 0,0 0-6 0,3 1-13 0,-1 2 1 0,2 2 3 0,1 0-7 0,1 5 3 0,-1 1-5 0,1 2-2 0,1 2-4 0,0-1 3 0,0 3-5 0,1 1 0 16,-1-1 0-16,1 4-5 0,2 5-7 0,-1 0 7 0,0-3-8 15,0-1 8-15,0-8 0 0,0 0-3 0,2 3-6 0,0-3 9 16,2 1-9-16,0-2 14 0,-3-1-6 0,-1-2-3 0,0-2-1 15,-1-3-2-15,0 0 3 0,0-1-1 0,0 1-1 0,-2-3-2 16,-1-2 0-16,-2 0 4 0,1 0-3 0,-3 0 4 0,1-2 3 0,-2-2-1 16,-1 0-4-16,-1-5 9 0,0-1-8 0,-1-1 11 0,-1-4-5 15,-2-1-5-15,1-2-12 0,-1-3 6 0,0 2-5 0,-1-4 11 16,0 1-1-16,-1 1-5 0,-1-5-8 0,1 0 6 0,-1 0-5 16,1-1 12-16,1 2-1 0,0 4-3 0,2-1-13 0,-2 3 7 0,3 3-6 15,0 2 15-15,0 4-3 0,-1 2-3 0,2 2-14 0,-1-1 1 16,1 4-6-16,-1-1-14 0,1 2-4 0,-2 0-6 0,2 1-39 15,1 1-16-15,0 0-7 0,0 0-103 0,1 0-44 0,2 1-39 0</inkml:trace>
  <inkml:trace contextRef="#ctx1" brushRef="#br1" timeOffset="5094.17">22727 10770 1049 0,'-3'-4'328'0,"-2"-1"151"0,1 1-388 0,2-1 9 0,0 3-26 0,2-2-20 0,3 1-46 0,-1-4 14 0,2 2-22 0,3-3 19 0,-1 2-7 0,2 0-8 0,-1-1-16 0,0 1 13 0,1 1-11 0,1-2 24 0,-1 2-2 0,2 0-8 0,0-1-7 16,1 1 3-16,1-1-5 0,1 0 7 0,-1 2 0 0,3-1-1 0,1 1-28 15,-3-1-23-15,1 3 4 0,0-2-132 0,1 0-82 0,-1 1-21 16</inkml:trace>
  <inkml:trace contextRef="#ctx1" brushRef="#br1" timeOffset="5375.84">23313 10341 1559 0,'-3'6'144'0,"0"3"-14"0,-1 0 9 0,3 4-49 16,1 3 15-16,0 0-27 0,2 2-29 0,2 1-38 15,-1-2 8-15,0-2-17 0,2 3 10 0,-1-2 0 0,2 5-8 0,0-2-13 16,-3-3 16-16,0-8-16 0,3 4 20 0,-2-3-3 15,1 1-8-15,1-1-7 0,-3-1 0 0,3 0-3 16,-2 0-47-16,1 1 1 0,0-2-22 0,-1-2-16 0,-2 0-17 16,0-2 3-16,-2 0-171 0,0 0-151 0,-1 0-31 0</inkml:trace>
  <inkml:trace contextRef="#ctx1" brushRef="#br1" timeOffset="5577.88">23157 10398 1717 0,'4'-7'-158'0,"-1"-5"352"0,-1 2-40 0,2 0-47 0,1-1-41 0,1 2 16 16,-1-1-31-16,3-1-9 0,0 2-14 0,1-3-15 0,1 1-9 16,0-1 2-16,0-1-4 0,3 0 2 15,-3 3-2-15,2-1-2 0,3-2-22 0,-2 3-4 0,1-1-5 0,0 1-66 16,-1 2-61-16,0 2-27 0,2 2-367 0,-2 4 317 15</inkml:trace>
  <inkml:trace contextRef="#ctx1" brushRef="#br1" timeOffset="6913.46">23094 11348 888 0,'-3'0'87'0,"-2"0"15"0,3 0 39 0,0 0-60 0,1 0 29 0,1-1-23 0,0 1-37 0,1-1-25 0,1-2 24 0,0-1-30 0,1 0 27 0,0 2-9 0,2-2-15 0,-1 1-19 0,1 0 16 0,0-3-17 0,0 3 37 0,0-3-6 0,2 1-6 16,1 0-18-16,-1-1 15 0,-2 2-17 0,3-2 26 15,-1-1-9-15,1 2-8 0,1-1-13 0,-3 1 7 0,2-1-7 16,-1-1 9-16,-2 2-5 0,1 0-4 0,1-1-15 0,0 3 12 16,-1-1-10-16,1-1 25 0,-1 3-4 0,-1 0-10 0,1 0-46 15,0 2 3-15,-2 2-17 0,2-1-23 0,-3 0-1 0,0 1-12 16,1 0-59-16,-1 2-13 0,1-1-20 0,-2-1-188 0,0 2 227 16,1-1-43-16</inkml:trace>
  <inkml:trace contextRef="#ctx1" brushRef="#br1" timeOffset="7177.13">23147 11526 1156 0,'-3'-2'191'0,"0"-1"51"0,2 0-117 15,1 0 1-15,3-1-30 0,0 0-26 0,1-2-37 16,2 0 4-16,0 0-13 0,2 0 7 0,-2-1-7 0,2 2-10 0,0-1-10 16,-1 1 5-16,1-1-7 0,1 0 7 0,-2 2-3 15,1-2-4-15,1 1-8 0,-1 0 9 0,1 3-7 0,1-2 17 16,-1 3-5-16,1-1-6 0,2-4-32 0,-1 1-15 0,1-1 0 16,1-2-83-16,-2 2-60 0,1-1-17 0</inkml:trace>
  <inkml:trace contextRef="#ctx1" brushRef="#br1" timeOffset="8097.53">23741 10666 1060 0,'-7'0'125'0,"-2"0"110"0,0 0-84 0,2 1-21 0,0 0-35 0,0 2-38 0,1 1 15 0,0-2-34 0,-1 2 4 0,1 0-10 0,2 0-10 0,-1 4-21 0,1-2 14 0,1 2-15 0,0 3 29 0,2-1-6 0,0 4-10 0,1 3-1 0,0 0 10 0,0-1-7 16,1 4 23-16,1-1-2 0,1 0-10 0,-1 7-7 0,0-3 17 0,2 1-19 0,-2 0 22 0,0-1-9 0,1 0-12 0,1 3-10 0,-1 0 5 0,-1-2-9 0,2 2 5 0,-2-6-4 0,0-1-2 0,0 3-1 0,0-2-2 15,0 0 2-15,-1 1 2 0,1-4-1 0,0-2-3 0,2 2-7 0,0-3-3 16,1-1-4-16,0-2-27 0,1 1-9 0,1 0-9 15,0 2-48-15,-1-2-8 0,1 1-10 0,0 1-65 0,-1 2-36 0,2-1-29 16</inkml:trace>
  <inkml:trace contextRef="#ctx1" brushRef="#br1" timeOffset="8764.49">24052 11470 733 0,'-2'-3'170'0,"-1"2"13"15,-1-2-8-15,2 0-55 0,0-1-11 0,1 0-24 0,-1 0-30 16,0 0-24-16,2 0 13 0,-1 1-18 0,0-3 27 0,-1 3-6 15,1 0-9-15,-3-1-7 0,2 2 21 0,1-2-22 0,-2-3 30 16,0 0-5-16,-1 0-15 0,0 1-3 0,0-2 11 0,-2 1-17 16,2-2 3-16,-2 1 0 0,1-1-5 0,-1-3-11 15,0 2 10-15,1-3-15 0,-1 1 4 0,-1-4-2 0,2 1-8 16,-2-4-11-16,1-1 13 0,2 0-14 0,-2-1 24 16,2 1-6-16,0-1-8 0,0 1-8 0,2-1 7 0,-1 2-6 0,1 0 15 15,1 1 0-15,-1 0-5 0,1 0 2 0,0 0 2 0,-1 2-2 16,2 0 4-16,-1 4-2 0,1 1-1 0,0 0-9 0,0-1 5 15,0 2-6-15,1-1 10 0,1 0-4 0,0 2-2 0,0-1-9 16,0 1 6-16,1 1-4 0,0-1 10 0,-1 4-2 0,0-1-5 0,1 0-3 16,-1 0 3-16,1 3-1 0,0 0 4 0,-1 0 1 0,1 1-5 0,-1 1-5 15,0 1 9-15,0 0-7 0,0 0 9 0,-1 1 1 0,1 3-5 16,0 0-10-16,0 3 8 0,-1 2-6 0,0 0 17 0,0 1-2 16,-1 1-6-16,-1 1-9 0,0 1 7 0,0 0-5 0,0 0 12 15,-2-2 0-15,2 1-6 0,-1-3-2 0,0-1 2 0,0-2-3 16,0-2-1-16,1 4 2 0,0-2 1 0,1-1-3 0,0 1 2 0,0 0-2 15,0-3 5-15,0 3-1 0,0-3-2 0,1-1-6 0,0-1 6 16,2 1-5-16,-1 0 9 0,0-1 0 0,2-1-4 0,0 0-8 16,2 0 7-16,0 0-7 0,1 0 17 0,1 1-5 0,0 1-4 15,1-1 0-15,0 1 0 0,-1 1 1 0,0 0 0 0,-1 0 0 16,2 1-1-16,-1 0 0 0,-1 1 0 0,-1-2-1 0,-1 2 2 0,0-3 0 16,-1 4 1-16,0-1-1 0,-2 2 2 0,0 0-2 0,-2-2 1 15,1 1 0-15,-1-2-2 0,0 3 1 0,-1 0 4 0,-2 1-2 16,-1 0 7-16,0-2 1 0,-2 0-3 0,-1 2-9 0,0-2 8 15,-4 0-8-15,1 1 15 0,1-2-5 0,0 1-3 0,0-3-14 0,0 1 8 16,0-3-6-16,0 2 15 0,3-2-3 0,-1-1-5 0,1 0-23 16,2 0-10-16,1-2-6 0,0 0-71 0,2 0-22 0,1-1-24 15,0 0-129-15,2-1-113 0,1 0-7 0</inkml:trace>
  <inkml:trace contextRef="#ctx1" brushRef="#br1" timeOffset="9130.3">24208 10953 1300 0,'-10'6'-132'0,"6"-1"282"0,0 2-22 0,2 1-30 0,1 3-46 16,1-1-4-16,0 3-20 0,1-2-23 0,0 0 2 0,1-3-5 0,2 1-1 0,-1-3 12 0,2-1-11 0,1 0 20 0,1-3 1 0,-1 1-2 0,2-2-6 0,-3-1 19 0,2 0-17 0,0-1 41 0,-1-2-10 0,1 0-14 0,0-3-9 0,-1 1 6 0,0 1-10 0,0-5 10 0,-2 3-6 0,1-2-8 15,-2-1-8-15,-1 2 29 0,0-1-22 0,-2-1 61 0,0 1-7 16,-3-1-14-16,0 3-15 0,-1 1 12 0,-2 0-21 0,-1 1 11 15,0-1-14-15,1 2-14 0,-1-1-23 0,0 2 11 16,2 1-11-16,-1 1 16 0,3 1-15 0,-1 1-14 0,2 0-67 0,1-4-32 16,0 0-5-16,1-1-174 0,1-4-115 0,2-2-76 0</inkml:trace>
  <inkml:trace contextRef="#ctx1" brushRef="#br1" timeOffset="9335.26">24370 10662 1439 0,'-2'9'130'0,"-1"1"-18"16,2 2 3-16,1 1-43 0,3 1 7 0,0-2-20 0,3 1-23 16,-1 1-24-16,2-3 6 0,0-3-13 0,2 3 1 0,-1-4-2 15,1 2-4-15,-2-1-19 0,2-2-12 0,-2 1 2 0,1 1-56 16,-1-2-18-16,-3-1-1 0,1 1-135 0,-2 0-145 15,-2-1-1-15</inkml:trace>
  <inkml:trace contextRef="#ctx1" brushRef="#br1" timeOffset="9518.46">24330 10793 1742 0,'-2'-11'-160'0,"2"5"341"0,0 0-24 0,0-1-43 16,2-1-51-16,1 2 18 0,1-3-42 0,2 0-1 15,0 0-12-15,0 0-17 0,1-1-12 0,0 1 5 16,1 1-5-16,-2-1 3 0,2 0-24 0,0 0-18 0,1 0-70 0,1 0-44 16,0 3 19-16,3-2-270 0,-3 5 251 0,-2-1-33 0</inkml:trace>
  <inkml:trace contextRef="#ctx1" brushRef="#br1" timeOffset="10213.53">24744 10906 693 0,'-2'2'-168'0,"1"-2"365"15,-1 0-30-15,1 1-40 0,1-1-29 0,-1 0 3 0,1 0-23 16,0 0-7-16,-1-3-2 0,1 2-12 0,-1-1-15 16,1-1 22-16,-1 1-30 0,1-1 19 0,-1-1-3 0,1 2-13 0,0-2-1 15,-3-1 19-15,2-1-21 0,-1 1 29 0,0 0-8 16,0 0-11-16,-3-1-4 0,3 1 2 0,-2-1-6 0,1-1 9 15,0 0-6-15,-1 2-7 0,0-2-8 0,1 1 8 0,0 1-13 16,0-2 8-16,-2 0-4 0,1 0-10 0,-2-2-14 16,2 0 15-16,-1-2-16 0,1 0 24 0,0-1-4 0,1 1-9 0,1-2-13 15,0 2 10-15,-1-1-9 0,2-1 14 0,-1 2-1 0,0-1-5 16,-2-2-9-16,1 0 6 0,1-1-5 0,-2-1 12 0,3 3-2 16,-1-3-5-16,1 0-3 0,-1 0 2 0,1-1-1 0,1 1 3 15,0 3-2-15,0-1-1 0,0 3 0 16,1 1 5-16,0 0-1 0,0 0 11 0,1-2-4 0,-1 2-5 0,2 1-13 0,-1 1 12 0,0-1-10 15,1 3 13-15,0 0 0 0,-1-1-5 0,0 5-4 0,-1-2 1 16,1 1-1-16,0 1 5 0,-1 2 0 0,0-2 0 0,0 2-3 16,0 0-1-16,0 2-1 0,-1 1 1 0,1 3-2 0,0 1 0 0,-1 3-8 15,0 3 10-15,-2 1-5 0,1 2 12 0,-2 0 2 0,-1 1-8 16,1-2-8-16,0-2 10 0,-2-1-9 0,1 1 15 0,0-1-2 16,1 1-6-16,1-1-3 0,-1-2 2 0,2-1-3 0,1-1 3 15,3-3 1-15,-1-2 0 0,2 0-3 0,1-2 1 0,1 1-3 16,3-2 2-16,2-3 2 0,0 0 2 0,1 0-14 0,1-1 14 15,-1 1-11-15,0-1 19 0,-1 1-2 0,0-1-8 0,-1 1-1 0,0 1 2 16,-2 0 0-16,-1 1 1 0,-1 1-2 0,-1 0 0 0,-1 1-1 16,-2 2 3-16,1-1-2 0,-3 4 8 0,0-3 0 0,-2 3-1 0,0 1-2 15,-1 1 6-15,-3 0-4 0,1 2 8 0,-1-1 0 16,-1 0-3-16,1 0-9 0,-2 0 6 0,1 1-6 0,0 0 6 16,0 0-3-16,1 1-3 0,-1-2-13 0,1 0 12 0,2-2-8 0,2 0 16 15,-1-4-1-15,3 0-9 0,-1 0-19 0,1-3 8 0,0 0-13 16,1 0-20-16,3-3-14 0,-1-2-17 0,4-1-151 0,1-3-92 15,0-2-40-15,4 4-94 0</inkml:trace>
  <inkml:trace contextRef="#ctx1" brushRef="#br1" timeOffset="10730.28">24897 10492 939 0,'0'-2'-378'0,"-1"0"732"0,-1 1-85 0,0-1-124 0,1 0-40 0,1 0-2 0,0 2-21 0,-1-1-26 0,1 0-15 0,0 1-12 0,0 0-16 0,0 0 7 0,0-1-7 0,1 1 19 0,0-2-2 0,1-2-8 0,0 3-10 0,0 0 13 0,0 0-15 0,0-1 19 0,1 2 1 0,0 0-7 0,0-1 3 0,1 0 0 0,0 0-4 15,1-1-4-15,-1 1-4 0,1 1-4 0,-2 0-5 0,1 0 1 16,0 0-2-16,-1 0 6 0,1 3-4 0,-2-1-2 0,0 1-5 16,-1 2 5-16,-1 0-5 0,0 3 12 0,-3 1 0 15,-1 0-5-15,-1-1-3 0,-1 3 2 0,2-1-3 0,-2 0 1 16,0-2 2-16,2 0-1 0,-1 1-14 0,2-4 11 0,1-2-9 15,2 3 22-15,0-4-3 0,3-1-4 0,3-1 0 0,1 0 7 16,4-3-3-16,1-1 14 0,3 0-4 0,3-2-3 0,2-1-12 0,4-1 11 16,-2 1-8-16,-1-1 12 0,-6 0-7 0,-5 3-7 0,-1 1-15 15,-4 4 12-15,0-1-7 0,-2 2 28 0,-3 1 5 0,-2 3-2 0,-1 3 6 16,-3 0 11-16,0 3-9 0,-2-1-1 0,-1 1-4 16,-3 1-11-16,5 2-14 0,-4-1 5 0,-1 1-8 0,1-3 5 0,-5 1-3 15,3 0-3-15,-1-1-4 0,2-1 4 0,2 1-3 0,1-4 1 16,3 0-5-16,2-2-7 0,0-1-33 0,3-2-7 0,1-1-8 15,1-1-55-15,2-1-27 0,0-1-21 0,3-4-200 0,-1 1-192 16,0-1-7-16</inkml:trace>
  <inkml:trace contextRef="#ctx1" brushRef="#br1" timeOffset="11029.84">25067 9974 1587 0,'1'3'360'0,"4"-2"-279"0,2 3 73 0,2-3-59 0,3 5 7 0,3 0-31 16,6 7-15-16,-1 6-13 0,-1 1-18 0,-1 5-23 0,-4-3 10 0,-2-5-12 0,-1 1 15 0,-2 2-1 0,-1-2-5 0,-2 7-1 0,-2-1 11 0,-2 3-9 0,0 3 20 0,-1-3-3 0,-1 0-10 0,0 1 4 0,-1-1 4 0,1 1-6 0,-3 5-3 0,1-4-2 16,-4-2-7-16,-1 0-1 0,-3-8 4 0,-3 2-5 0,1-2-6 15,-1-3-15-15,0-2-7 0,0-4-57 0,1-2-32 0,2-2 9 16,2-5-220-16,8-1 201 0,5-1-32 0</inkml:trace>
  <inkml:trace contextRef="#ctx1" brushRef="#br1" timeOffset="11374.97">25449 10154 1607 0,'1'-2'-190'0,"-1"1"398"0,1-1-36 16,2-1-49-16,0-1-65 0,3 2 18 0,3-3-40 0,2-1 23 15,0-1-8-15,1 2-13 0,4-3-24 0,-1 0 10 16,0-1-17-16,1-1 7 0,-7 1-2 0,0-1-7 0,1-2-5 15,-1 1 1-15,5 1-3 0,0 1 6 0,0 2 0 16,-2 1-4-16,0 1-8 0,-3 1 3 0,-1 0-7 0,-1 1-46 16,-1 3-50-16,-2 0-26 0,1 0-238 0,-2 2 208 0</inkml:trace>
  <inkml:trace contextRef="#ctx1" brushRef="#br1" timeOffset="12085.05">26059 9370 1444 0,'-11'-4'-155'0,"2"1"347"0,1 3-31 0,1-3-39 0,-1 2-37 0,4 1 6 0,0 0-27 0,1 1-18 0,-2 2-5 0,2-2-14 0,-1 4-8 0,-1 0 16 0,0 1-19 0,-1 3 16 0,1 2-13 0,1 0-10 0,-1 5 1 0,3 1 9 0,0 3-4 0,0 0 14 15,-1 3-6-15,2 0-10 0,0 4-7 0,1 4 4 0,0 0-6 0,0 3 16 0,0-2-3 0,0 3-3 0,2 4-5 0,1 0 8 0,0-1-8 0,0 4 10 0,1-4-3 0,-1-3-4 16,2 1-9-16,0-4 9 0,1-4-10 0,0 2 10 16,-1-3-1-16,1-4-6 0,2-1-12 0,2-6 11 0,2 0-11 0,3-1 19 15,-3-1-7-15,-6-2-5 0,0-1-40 0,1-1-6 0,0-1-11 16,6-1-85-16,1 0 11 0,-1-2-27 0,3-3-133 0,-1-2-178 15,1-1-20-15</inkml:trace>
  <inkml:trace contextRef="#ctx1" brushRef="#br1" timeOffset="12756.67">26367 10289 655 0,'-3'0'199'0,"1"-2"-113"0,-1 1 81 0,0-1-40 16,1 0 4-16,1-1-28 0,-1 1-22 0,0-2-7 0,-1-1-16 15,1 1-21-15,0-1 31 0,0 1-37 0,-2-1 43 0,1 1-11 16,0-1-17-16,-1 1-13 0,1-2 15 0,-1 0-18 0,-1 0 30 16,0 0-7-16,0-3-14 0,-1 1-22 0,0-1 22 0,1-1-25 15,-2 0 26-15,0-1-5 0,1 0-14 0,-1-5-7 16,0 2 14-16,0-2-17 0,1-4 16 0,-1 0-7 0,0-1-11 16,0-4-7-16,2 2 7 0,-3-1-6 0,1-2 13 15,2 2-6-15,-2-2-5 0,2-1-3 0,0 1 0 0,1 3 0 16,0 0 4-16,3 3-4 0,1 1-2 0,2 1-7 0,3 0 7 0,-2 0-3 15,0 3 11-15,1-1-4 0,0 3-6 0,1 1 2 0,0-2 0 16,0 2 1-16,0 0 1 0,0 1-1 0,-1 1-1 0,1-1 0 16,-1 1 2-16,1 0-1 0,0 1 6 0,1 1 1 0,0 1-1 0,0 2-4 15,1-1 2-15,1 5-4 0,0 1 5 0,-1 1-2 0,0 2 0 16,1 3-2-16,0 3 0 0,-2 0 0 0,-2 3 4 0,0 1-2 16,-3-1-1-16,0 3-3 0,-1-1 4 0,-1 0-4 0,-1-2 4 15,-2 4-1-15,1-5-3 0,-3 5-1 0,1-2 3 0,-2 0-2 16,0-3 6-16,3 1-2 0,-2-2-1 0,3-1-16 0,0-1 13 15,1 0-12-15,2-2 25 0,0-1-5 0,0 1-7 0,1-2-5 0,1 0-3 16,1 0 2-16,1 0 4 0,2-2-1 0,-1 0 0 0,2 0 1 16,0-1 2-16,0 2-1 0,-1 0 0 0,0-3 3 0,0 1-3 0,-2 0-5 15,1 2 6-15,-2-2-5 0,0 0 8 0,0 1-2 0,-1-2-3 16,0 1-8-16,-1 1 13 0,0 0-7 0,0 0 13 0,1 0-1 16,-1 0-9-16,0 3-3 0,-1-2 6 0,-1 2-5 0,0-1 10 15,-2 2-2-15,1-2-4 0,-1 2-1 0,-1 0-1 0,1-1 2 16,-2 0 0-16,2-1-1 0,-1 1-1 0,-1-1 0 0,1-1 2 15,-2 0 0-15,0 0-1 0,0-2-2 0,-1 0-2 0,-1 2-26 0,0-2 6 16,1 0-11-16,0-1-12 0,0 1-5 0,1-1-11 0,0 0-31 16,0 0-23-16,1 0 2 0,2 0-89 0,1 0-33 0,0-1-25 0,2-1-266 15,0-3 316-15</inkml:trace>
  <inkml:trace contextRef="#ctx1" brushRef="#br1" timeOffset="13097.79">26551 9715 969 0,'0'3'126'0,"-1"4"166"0,-6-1-157 0,2 1-21 0,2 2-30 0,2-2-40 0,1 1 0 0,2-2-18 0,2-1-1 0,0 2-4 16,2-3-4-16,-1 1-18 0,3-1 17 0,-6 0-16 0,2-3 37 0,-1 0-6 0,-1 0-10 0,6-1 8 0,-1 0 8 0,1-2-5 0,1-1 31 0,-3-1-12 0,2 1-4 0,-2-1-12 0,0 1 4 0,-3-1-7 0,0 0 15 0,-2 2 1 0,-1-2-5 0,2 2-10 0,-2-2 15 16,-2 0-20-16,0 1 9 0,0-1-10 0,-1 1-13 0,-2 0-14 15,1 0 7-15,-2 1-8 0,1 1 6 0,0-1-4 16,0 1-6-16,1 0-36 0,-1 1 1 0,2-1-11 0,0-1-41 15,0 1-22-15,2-2-25 0,1 1-142 0,0-3-131 0,4 0-8 0</inkml:trace>
  <inkml:trace contextRef="#ctx1" brushRef="#br1" timeOffset="13336.23">26775 9351 1301 0,'-2'5'120'0,"1"2"25"0,1 1 24 0,1 1-61 15,1 4-28-15,2 0-25 0,0-1-33 0,2 0-14 16,-1-1 1-16,3 1-2 0,0 0 2 0,0-2-4 0,1 0-5 16,2-2-8-16,-1-3 8 0,-1-1-5 0,3 1 17 0,-5-2-7 15,1 4-9-15,0 0 0 0,-1-1-7 0,-2 1 7 0,2-1-46 16,-3-2-24-16,0 2-12 0,-2-1-147 0,-1 1-132 0,-1-3-10 15</inkml:trace>
  <inkml:trace contextRef="#ctx1" brushRef="#br1" timeOffset="13518.58">26811 9549 1397 0,'2'-3'312'0,"1"-5"-234"0,-1 2 64 16,1-2-59-16,3 0 12 0,0 0-36 0,1 0-11 15,1 1-14-15,0-1-16 0,2-1-21 0,-2 1 7 0,1-5-9 16,0 1-14-16,0 1-21 0,1-1-16 0,3 1-72 16,-2-1-38-16,1 1 14 0,0-1-267 0,0 1 260 0,-3-1-40 0</inkml:trace>
  <inkml:trace contextRef="#ctx1" brushRef="#br1" timeOffset="14665.46">27359 9636 419 0,'-3'-1'116'0,"0"-1"191"0,-1-2-151 0,2 3-14 0,-1-5-24 0,0 3-29 0,1-3 5 0,0 1-27 0,-2-1 2 0,0 1-8 0,1-2-13 0,-2 1-12 0,2-2 13 0,-2 1-20 0,2-4 11 16,-2 2-4-16,2-1-11 0,-2-1-15 0,1 0 18 0,-1 0-21 0,1-3 32 0,-2 4-5 0,2-1-11 0,-2-3-5 0,1 1 17 0,0 1-18 0,0-4 24 0,0 2-4 0,1 1-8 0,-1-2-12 15,2 2 8-15,-1-2-13 0,1 0 11 0,0-1-1 16,0 1-7-16,2-1-3 0,0 1 3 0,0 0-6 0,1-1-1 16,0 2-2-16,-1 0-1 0,1 1-9 0,0-1 13 0,0 1-10 15,0 2 14-15,0-1-4 0,0 0-9 0,0 0-1 0,0-1 2 16,0 2 0-16,1-1 10 0,0 2-6 0,0-1-3 0,1 0-2 15,0 1 6-15,1 2-3 0,-1 1 3 0,2 0 1 0,-2 0-3 0,1-1 1 16,2 5 1-16,-1-1-1 0,0 2 0 0,0 1 2 0,1-2 0 16,-1 1-15-16,1 0 15 0,-1 1-14 0,1 0 17 0,0 1-1 15,-2 0-9-15,2 0-1 0,-1 1 4 0,0 0-4 0,0 2 5 16,-1 1 0-16,0 1-3 0,-1-1-7 0,2 1 11 0,-3 1-9 16,0 2 12-16,-1 7 0 0,0 1-8 0,-2 0-9 0,-2 3 10 15,1 1-8-15,-2-4 15 0,1 1 0 0,-2 0-6 0,-1-2-10 0,1 0 10 16,-1-1-9-16,1 0 14 0,0-1 0 0,1-3-5 0,1 1-5 15,-1-1 5-15,2-2-5 0,1-1 7 0,0-2 0 0,2-1-2 0,0-2-16 16,0 0 17-16,0-2-14 0,0 0 20 0,2 0 1 0,0 0-10 16,1-2-2-16,2-1 4 0,0-2-3 0,1 1 6 0,1-2-3 15,-1 1-2-15,2-2-3 0,0 1 4 0,0 1-1 0,0-1 4 16,0 1-1-16,1 2-3 0,-1-1-8 0,-1 0 8 0,1 1-4 0,0 1 11 16,0-1 0-16,-1 2-6 0,1 0-10 0,-2 1 10 0,1 0-8 15,0 0 14-15,-2 0 0 0,1 1-6 0,1 1-11 0,-3 0 13 16,2 0-9-16,-1 1 17 0,0 1-4 0,-2 0-7 0,1-1 0 15,-2 2 2-15,-1 1 0 0,-1 0 10 0,-1 0-3 0,-2 3-1 16,0 0-4-16,-2 0 0 0,-2 0 0 0,-1 1 3 0,-2-1 1 0,1 3-2 16,-2-2-17-16,1 2 15 0,-2-2-13 0,2 0 21 0,0-2-5 15,0 0-7-15,0-3-5 0,2 1 5 0,0-3-3 0,3-1-4 16,0-2-8-16,1 0-12 0,1-2-52 0,2-1-21 0,0-3-9 16,2-2-135-16,3-2-79 0,0-3-54 0</inkml:trace>
  <inkml:trace contextRef="#ctx1" brushRef="#br1" timeOffset="15170.06">27611 9144 848 0,'-4'0'118'0,"1"0"81"0,0 0-32 0,0 0-29 0,2 0-40 0,0-2-45 16,0 2 7-16,1 0-25 0,1 0 15 0,1-1-11 0,0 0-8 0,0-2-24 0,0-1 19 0,1 2-20 0,1-2 40 0,0 1-9 0,2 0-8 0,1-3-16 0,-1 4 12 0,2-1-13 0,0-1 27 0,-1 3-8 0,0-1-11 0,-3-1-18 0,1 3 9 0,-3-1-12 0,1 1 10 0,-1 0-1 0,0 2-3 15,-2 3 0-15,0 1 0 0,-2 1 0 0,0 5 4 0,-1-1-2 16,-3 1 0-16,-1 2-4 0,0-1 1 0,-4 1-2 0,1 0 8 16,1-1-4-16,0 0-1 15,0 1-3-15,3-3 14 0,1 1-8 0,2-3 11 0,1-2 2 0,0 0-10 0,1-2 0 16,1 0 6-16,3-1-8 0,-1 0 5 0,1-1 2 0,2-1 2 15,-1 0-14-15,1 0 17 0,0-2-14 0,0 0 30 0,0 0-10 16,2 0-10-16,0-3-8 0,1 2 1 0,1-1-1 0,-1 0-1 0,-2-2 2 16,1 1-4-16,-1 0-12 0,0-2 12 0,2 1-11 0,0-1 15 15,0-3-5-15,0 1-5 0,0 0-23 0,0-2-5 0,1 1-4 16,0 0-25-16,-2 0-6 0,2 0-9 0,0 0-35 0,-1 2-18 16,0-2-3-16,0-1-108 0,-1 1-33 0,-2-1-41 0</inkml:trace>
  <inkml:trace contextRef="#ctx1" brushRef="#br1" timeOffset="15430.03">27793 8702 1684 0,'-3'-6'-252'0,"2"2"542"15,0-1-60-15,1 2-73 0,2 0-73 0,2 2 7 16,0 0-37-16,3 1-9 0,2 2-7 0,0 4-9 0,3-1-16 15,0 2 10-15,0 1-13 0,1 4 7 0,-1 0-1 16,-1 2-8-16,-1 4-2 0,-2 2 10 0,-3-2-10 0,2 1 11 16,-1-3 0-16,-1 2-5 0,1 4-4 0,-3 0 12 0,-1 3-12 15,-2 5 14-15,-5-2-6 0,-2-4-9 0,-1 3-14 0,-1-4 1 16,-1 2-6-16,-3 4-20 0,-1-2-23 0,0-1-11 0,-3 0-116 16,-1-4-106-16,1 1 32 0,3 2-218 0</inkml:trace>
  <inkml:trace contextRef="#ctx1" brushRef="#br1" timeOffset="16272.16">26509 9182 576 0,'-7'0'200'0,"1"0"254"15,-2 1-283-15,0 2-53 0,0 1-26 0,-1 1-11 0,2 1-17 0,1 2-17 0,-2 2-15 0,1 4 12 0,0 2-14 0,-1 5 28 0,3 1-4 0,-2 5-8 0,-1 8-15 0,0 2 16 0,-1 8-22 0,-3 6 4 0,-1 0-5 0,-3 1-14 0,-2 3 8 0,0-5 8 0,1 2-7 0,0 3 5 16,3-2-11-16,0 1-10 0,0 5-3 0,-1-5 3 0,3 0-2 16,-4-2-5-16,1-8 1 0,1-3-10 0,-2 0-35 0,3 0 9 15,-1 2-17-15,-1 12-87 0,3-2-61 0,0-3-55 0,2-6-328 16,4-12 347-16</inkml:trace>
  <inkml:trace contextRef="#ctx1" brushRef="#br1" timeOffset="16843.39">24099 10508 1150 0,'-8'-6'43'0,"2"0"20"0,0 2-10 0,2 2 63 0,1 2-10 16,0 3-19-16,-1 0-38 0,5 6 22 0,-1-1-38 0,0 9 12 0,-1 2-4 0,-6 2-12 0,0 4-8 0,-2 0 6 0,1 0-11 0,-1 3 5 0,1 1-2 0,2 0-9 0,-2 4-18 0,1 1 21 0,1 2-22 0,0 4 27 0,1 1-11 0,1 2-10 0,-1 4-31 0,1-2-26 0,0 0 11 15,0 6-108-15,0-6-47 0,2-2-10 0,0 2-222 0,-1-7 229 16</inkml:trace>
  <inkml:trace contextRef="#ctx1" brushRef="#br1" timeOffset="17365.95">23455 12313 1276 0,'-8'-1'73'0,"1"-3"-7"0,3-1 6 0,3 0 4 0,1-1-14 0,1-3 10 0,2 0 1 0,0-1-14 15,4-2-15-15,0 2-6 0,2 0-9 0,2 1-20 0,1-2 14 0,2 2-18 0,2-2 9 0,-1 1-1 0,1-1-9 0,3 0-11 0,-8 2 13 0,0-1-13 16,0-1 16-16,-1 2-3 0,6 0-7 0,-1-1-13 0,0 1 10 0,0 0-12 0,-3 0-15 0,-1 2-18 0,-2 2-16 0,1-1-43 0,-2 3-47 0,0 0 28 0,-1 2-251 0,-2 2 231 0,1 5-25 16</inkml:trace>
  <inkml:trace contextRef="#ctx1" brushRef="#br1" timeOffset="17677.08">23613 12397 1242 0,'-1'-5'266'0,"-1"-2"-236"0,1-1 39 0,1 0-42 0,3 0 11 0,1-1-11 0,3-1 29 15,1-1-17-15,1 1-25 0,2-1-9 0,1 0 4 16,0 1-6-16,-1 0-4 0,-1 1 0 0,0 0 1 0,0 0-3 16,1 3-5-16,0-1 2 0,1 0-19 0,-1 0-30 0,2 2-11 15,2-1-147-15,1 2-103 0,2-3-15 0</inkml:trace>
  <inkml:trace contextRef="#ctx1" brushRef="#br1" timeOffset="19118.2">24151 12262 459 0,'-6'-2'131'0,"1"0"161"0,-1 0-194 0,2-2 5 0,-1 0-46 0,2-1 68 0,1 3-26 0,-2-4-34 0,2 3-20 0,0 0 14 0,1-1-20 0,-2 2 21 0,2-2-7 0,1 0-11 0,-1 1-25 0,1-2 18 0,0 1-24 0,-1-1 30 0,1 1-1 0,-1-1-10 0,1 1-3 0,-1-2 15 0,0 1-18 0,-1-1 16 0,0-3-3 0,1 2-6 0,-1-2-6 0,-2-1 15 0,2 0-17 0,-1-4 10 0,0 0-3 16,0-3-10-16,0-1 0 0,1 0 3 0,-1-1-7 0,1-2 3 0,0 2-3 0,0-1-2 0,-1-2-1 0,5 3 2 16,1 1-4-16,-1-1 2 0,2 3-2 0,-4-2-1 0,0 0-15 15,1 3 14-15,1 0-12 0,-4 3 19 0,-1 2-1 0,2 1-7 0,0 0-12 16,3-1 16-16,2 1-12 0,-1 0 22 0,1 1-6 15,0 0-9-15,0 3-2 0,1 0-1 0,-1-1 1 0,2 2-1 16,-1-1 0-16,1 4-2 0,0-2-3 0,-2 2 3 0,1 1-3 16,-1 0 6-16,1 2 0 0,-2 1-2 0,1 3-10 0,-1 1 9 0,-1 2-7 15,1 2 15-15,-3 2-2 0,0 0-7 0,-2 0-8 0,-2-1 9 16,-1 1-5-16,1-1 12 0,-2 0-2 0,0 3-7 0,0-3 0 16,0 1 1-16,2-1-1 0,-1-1 2 0,2-2-1 0,1 0-2 0,-1-1-5 15,3-2 7-15,0-2-5 0,0-1 5 16,2-1 0-16,-1-2-5 0,1 0-6 0,-1 0 10 0,1 0-5 0,3 0 11 0,-1-1-3 0,3 0-5 15,1-3-9-15,1 1 13 0,0-1-7 0,2 1 17 0,-1-1-3 16,0 0-8-16,-1 0 0 0,-1 0-2 0,1 2 1 16,0 0 0-16,-1 1 0 0,-1 1 2 0,-2 0-6 0,2-1 12 15,-1 1-8-15,-1-2 18 0,1 2-1 0,0 0-8 0,0 3-7 0,-1 0 6 16,-2-1-6-16,-1 2 15 0,-2-1-3 0,0 3 0 0,0 2-14 16,-1-1 13-16,-1 1-11 0,-1 1 16 0,-3 0-4 0,0 1-10 15,1 4-4-15,-2 0 2 0,-1 2-2 0,1 0 7 0,1-2-2 0,-2-1-1 16,0-3-6-16,0-1 4 0,0 0-4 0,3-1-1 15,0-3-3-15,1-1-8 0,-1-1-12 0,2-2-9 0,1-1 2 0,0 1-28 16,2-1-13-16,0 0-9 0,2-2-53 0,0-1-28 0,2-2 3 16,1-1-112-16,-1-2-58 0,3-1-45 0</inkml:trace>
  <inkml:trace contextRef="#ctx1" brushRef="#br1" timeOffset="19748.23">24418 11814 835 0,'-4'1'108'0,"2"-1"25"0,-1 0-69 0,2 0-3 0,0 0-9 0,1 0-5 0,0-2-19 0,0 1 1 0,1 1-7 0,-1-2 16 0,0 2 4 0,0 0-3 0,1-1-7 0,-1 1 25 0,0 0-27 0,0 0 38 0,0 0-5 0,0 0-10 0,0 0-5 0,0 0 13 0,1 0-18 0,-1 0 24 16,2 0-12-16,-1 0-10 0,-1 0-15 0,2-4-2 0,-1 3-5 0,1-2 2 0,1 2-9 0,-1 0-5 15,0-3-11-15,0 1 7 0,2 2-6 0,-1-1 12 16,0-1-3-16,2 0-7 0,-1 1-7 0,1-2 10 0,0 2-9 16,1 2 18-16,0-3-2 0,0 2-6 0,1-2-7 0,1 2 11 0,-1 0-10 15,-2-1 12-15,1 1-6 0,0 1-6 0,0 0-1 0,1 0 2 16,-1 0 0-16,-1 1 8 0,0 1-3 0,-2-2-7 0,1 2-11 16,-2 1 15-16,-1-1-11 0,0 1 21 0,-1 2-2 0,0-1-9 0,-1 1-13 15,-1-1 12-15,-1 2-10 0,1 1 18 0,-1-2-1 16,-1 2-7-16,1 0-3 0,0-2 0 0,-1 3-1 0,3-3 8 0,0-2-1 15,0 3-1-15,1-3-14 0,0 0 11 0,1 0-8 0,0-2 14 16,1 1-2-16,1-2-6 0,0 0-3 0,2 2 5 0,-1-2-3 16,1 1 3-16,0 0 1 0,1-1-2 0,-1 0-5 0,1 0 7 0,0 0-5 15,-4 2 7-15,-2-2 3 0,1 0-3 0,0 0-12 0,7 1 14 16,-1 1-14-16,1 0 11 0,-2-1 4 0,0 1-8 0,1 1-1 16,-2 0 9-16,1-2-8 0,-2 4 6 0,1-1-1 0,-2 1-4 0,3 1-6 15,-4 1 8-15,-1 0-5 0,0 0 15 0,-1-2-5 0,-2 1-5 16,-1 3-3-16,-1 0 5 0,0 3-3 0,-2 3 11 0,1-1-4 15,-1 2-7-15,0-4-2 0,0 3 1 0,0-4 0 0,-2 1 2 16,1-3 0-16,1-2-2 0,0-2-13 0,2-2-2 0,-2-3-6 16,6-1-55-16,0-3-43 0,1-5-36 0,0-5-289 0,-5 0 278 0</inkml:trace>
  <inkml:trace contextRef="#ctx1" brushRef="#br1" timeOffset="20058.08">24765 11640 1337 0,'-2'-1'-238'0,"-1"0"480"0,2 1-49 0,-1 0-74 0,2-2-38 0,2 0 19 0,-1-2-36 0,2 0 2 0,2-2-13 0,-1-1-21 0,3 1-13 16,-1-1 7-16,2 1-12 0,1-2 1 0,1 1-3 0,1 0-6 0,1 0-7 0,-1-1 1 0,0 1-3 0,2 0 3 0,-2-2-2 0,0 0-3 0,2-3-44 0,-2 3-30 15,0-1 7-15,0 1-168 0,-1 1-120 0,0 2-31 0</inkml:trace>
  <inkml:trace contextRef="#ctx1" brushRef="#br1" timeOffset="20882.38">25345 11684 1007 0,'-5'0'135'0,"1"-2"33"15,0 1 0-15,1-2-40 0,1 0-15 0,-1 1-24 16,1-1-28-16,0-3-34 0,0 3 7 0,-1-1-18 0,1-1 5 16,0-1 5-16,0 3-5 0,-2-2 1 0,1-1 8 0,0 1-12 15,-2-1 21-15,2 1-7 0,-2-2-1 0,0-2-3 16,0 2 2-16,1-2-3 0,-2-1 11 0,2 1-4 0,-2-2-5 0,0-2-14 15,0-1 14-15,0 0-18 0,-1-2 16 16,2 0-10-16,-2 1-9 0,2-2-6 0,0 5 6 0,-1-1-5 0,2-1 13 16,0 2-3-16,2-2-5 0,-1 0-8 0,0 2 7 15,1 0-7-15,-1 1 19 0,-1 2-5 0,1 0-4 0,0 0-9 16,-3-1 10-16,2 1-8 0,-1-1 13 0,1-1-4 0,-1-1-7 16,2 0-11-16,-1-2 13 0,2 2-10 0,0-2 17 15,1-1-5-15,1 1-8 0,0 2-8 0,2-3 9 0,1 3-6 0,2 0 13 16,-1 1 0-16,3-1-6 0,0 1-15 0,0 0 13 0,-1 1-11 0,1 0 22 15,-1 0-2-15,-1 1-7 0,1-3-3 0,0 3 0 0,0 1 0 16,0 2 6-16,0 0-2 0,-1 3-2 0,0-1-15 0,-1 2 14 16,2 2-10-16,-2 1 23 0,1 3-2 0,-1 0-8 0,1 3-15 0,-2 2 13 15,0 2-10-15,0-2 18 0,-1 3 2 0,-2 1-8 0,0 0-13 16,0 1 13-16,-1 0-11 0,-1 1 18 0,-1-2-5 0,1 1-6 16,-1-2-7-16,0 1 8 0,-1-1-4 0,-1-1 11 0,2 0-3 15,-1-1-7-15,0 1 0 0,1-2 5 0,0-2-3 0,0 0 3 0,2 0 1 16,0-3-4-16,1 0-14 0,0-3 16 0,-1 1-13 0,1-1 15 15,1-1 1-15,0 0-8 0,0-3 0 0,2 2 3 0,0-3-3 16,1 0 4-16,1 1 2 0,0-1 1 0,1 0-6 0,1 0 2 0,0 2-1 16,2-2 0-16,0 2 1 0,1 0-2 0,-1 1-4 0,-2 1 8 15,1-2-4-15,-1 2 9 0,-1 0-2 0,-2 2-5 0,2-2-3 16,-3 1 3-16,2 1-1 0,-2 1 6 0,-1 0 2 0,1-2-1 16,-2 4-4-16,0-1 4 0,-1 2-4 0,0 1 5 0,-1-1 0 15,-2 2-1-15,0 1-13 0,-1 1 16 0,-2 0-13 0,0 0 19 0,-2 2-3 16,1-1-11-16,-1 1-11 0,-1 2 13 0,0-2-11 0,-1 0 16 15,2 0-2-15,-1 1-7 0,2-3-6 0,-1-1-2 0,1-4-1 16,1-2-16-16,-1-3-7 0,1 0-7 0,0 0-38 0,0-2-13 0,0 0-6 16,2-3-78-16,1-2-35 0,1-3-32 0,4-3-401 0,4-4 410 15</inkml:trace>
  <inkml:trace contextRef="#ctx1" brushRef="#br1" timeOffset="21357.14">25549 11192 849 0,'-3'0'231'0,"-2"1"-156"0,0-1 77 0,0 0-55 0,2 0 19 0,2 0-33 0,-1 0 20 0,2 0-23 0,0 0-24 0,0-1-22 0,0-2 14 16,2 3-18-16,0-3 12 0,1 0-5 0,1 0-20 0,2 0 2 0,0-2 7 0,2 2-9 0,0-2 6 0,-5 1-6 0,0 0-4 0,2 0-3 0,-2 0 6 15,7 1-5-15,0 0 9 0,-2-1-7 0,1 2-7 0,1-1-8 16,-1 2 3-16,0 0-3 0,0 1 12 0,-2 0-2 15,0 3-3-15,0 0-5 0,-4 2 0 0,-2 1 0 0,0 1 2 16,-2 2 1-16,-1 2 1 0,-4 2-15 0,-2 1 14 0,-1 2-12 16,0-1 21-16,3 0 0 0,-1 1-8 0,0 0-6 0,3 0 8 15,-3-2-6-15,2 1 19 0,1-2-2 0,1 1-2 0,1-2-13 16,2-2 10-16,0-1-8 0,2-2 11 0,1-1-2 0,-1-3-4 0,3 3-7 16,1-3 12-16,2-1-7 0,1-2 26 0,3 0-7 0,-1-3-7 0,0-1-15 15,0 0 6-15,-1-2-8 0,2 1 9 0,-1-2-3 16,0 1-4-16,1 0-4 0,1-1 0 0,-2 0-2 0,0 0-4 0,-1 3-5 15,-1-2-5-15,0 3-32 0,-1 0-3 0,-1-1-9 0,1 2-53 16,0-1-28-16,-2 0-30 0,1 0-271 0,0 1 280 0</inkml:trace>
  <inkml:trace contextRef="#ctx1" brushRef="#br1" timeOffset="67727.98">7704 11574 217 0,'-10'-8'103'0,"-1"1"-59"0,0 0 47 0,3-2-45 0,-1 1-15 0,0 0-6 0,2-1 1 0,1-1-4 0,-1-1-5 0,1-3-18 0,2 2 17 0,-1-2-16 0,1 2 18 0,2 2-6 0,-2 0-9 0,1-2 3 0,-1 2-6 0,0-1 7 0,-1 0 2 0,1 4 7 0,1-1 2 0,-2 2-9 0,-1 1 22 16,2-1-19-16,-2 3 24 0,2 0-10 0,-1 1-8 0,1-1-9 16,1 0 0-16,-2 2 1 0,2-1 6 0,0 0 1 0,1 0-3 0,0 0-14 15,1 1 15-15,0 0-14 0,0-2 19 0,1 2-2 16,0 0-3-16,0-1-6 0,1 0 1 0,2-2 0 0,3 1 7 0,2-3 0 15,3 1-2-15,2-3-13 0,2-1 25 0,3-1-19 16,1-3 27-16,1 2-4 0,3 1-9 0,-1-2-21 0,-2 0 16 0,0 2-13 16,2 1 26-16,0 3-2 0,5-2-10 0,0 2-15 0,-1 2 20 0,-1-1-19 15,-1 2 21-15,1 1-3 0,1 0-7 0,0 2-5 0,0 0-3 16,-3 3 2-16,-2 0 1 0,-1 0-2 0,-5 3 0 0,1 1-7 16,0 1 8-16,-3 1-8 0,0 0 5 0,-2 1-3 0,-2-1-3 0,1 3 10 15,-1-4-10-15,-2 3 10 0,-1-1-5 0,1-2 3 0,-2 1 3 16,0-2-12-16,-5-2 18 0,0 2-16 0,0-1 23 0,-2-1-3 15,3 0-8-15,2 2-3 0,0-2 7 0,-1 0-4 0,0 0 4 16,-2 0 4-16,1-1-8 0,-1 3-12 0,0-2 24 0,1 1-22 16,1 1 21-16,-2 0-2 0,0 0-11 0,0 0-15 0,0 4 17 0,1-3-15 15,0 4 13-15,-1-3 2 0,1-3-11 0,-1 2-3 0,1 0 10 16,0 2-9-16,1 4 6 0,-2 0 2 0,2 1-4 0,-2 3-15 16,1-1 13-16,0-2-11 0,1 3 20 0,0-1 0 0,-1 0-6 0,3 2-18 15,-2-1 19-15,0 1-16 0,3 1 24 0,0 3-7 0,1-1-8 16,2 3-8-16,1 1 12 0,1 1-5 0,-1 4 10 0,1 4 1 15,-1-3-11-15,-1 1-4 0,0 0 15 0,0-2-13 0,-2 4 12 16,2 2 1-16,-2 2-5 0,2 6-7 0,-1 0 3 0,2 0-5 16,0 0 9-16,2-2 2 0,-2 1-1 0,1 2-7 0,0-1 4 15,0-5-6-15,0 0 4 0,-1-3 3 0,2 0 5 0,0 1-15 0,2-1 5 16,0-3-8-16,1 0 13 0,-3-4 2 0,-1 1-4 0,0 1-5 16,0-3 8-16,-2 0-8 0,0-1 5 0,-2-4 5 0,-1 2 2 15,-1 1-10-15,0-4-1 0,-1 1-3 0,1 2 10 16,-3 0-1-16,-1 3 2 0,0-4-8 0,-2-2 8 0,-2-1-7 0,1-1 10 15,-3-4 1-15,1 1-5 0,-2 0-4 0,-1 1 6 0,-2-1-6 0,0-1 8 16,0 0-2-16,-3-5-3 0,-1 1-11 0,-2 0 17 0,-1-1-13 16,0 2 20-16,1 0 1 0,-2-1-8 0,0-2-11 0,-3 1 12 15,3-3-10-15,-2 0 19 0,2-2 1 0,-3 1-9 0,-3-2-6 16,-1 1 7-16,-2 0-8 0,-1 0 5 0,2-2-2 0,1 3-3 0,-2-2-5 16,1-1 3-16,-1 2-2 0,0 1 13 0,4 0-1 0,0 1-2 0,0 0-12 15,1-1 8-15,2-1-6 0,2 1 13 0,4 0 1 16,0-1-3-16,3 0-13 0,1-2 9 0,0 0-9 0,1-2 7 15,0-1 2-15,1 2-6 0,1-3-8 0,0 2 14 0,1-2-11 16,-1 1 18-16,-1-2-5 0,0 0-7 0,-1 1-6 0,1-1 4 0,-1 0 0 16,1 0 3-16,0 0 3 0,0 1-5 0,0-1-11 0,0 1 15 15,0-1-13-15,0 2 20 0,0-2-6 0,5 1-6 0,-2 1-8 16,1 0 8-16,-2 0-4 0,-3 0 14 0,-1 0-2 0,1 1-8 0,0-1-1 16,3 0 1-16,1-1-2 0,1 0 1 0,0 0 2 0,2 1 1 15,0 0-5-15,2 0 4 0,-1-2-4 0,1 1-2 0,0 0 5 16,0 0-5-16,0 2-2 0,1-2 11 0,0 0-10 0,-1 2 13 15,0-2-2-15,0 2-3 0,0-2-11 0,0 0 9 0,0 2-7 0,-1 0 18 16,0-1-4-16,-1-1-7 0,0 2-11 0,-1 1 15 0,0-2-9 16,-2 1 18-16,1 1-3 0,0-2-10 0,0 1-13 0,-1 1 11 15,0 0-8-15,0-2 25 0,1 1-6 0,0-1-6 0,1 0-15 16,-1-1 12-16,2 0-9 0,1-1 20 0,0 0 1 0,0 0-4 0,0-1-19 16,0 0 20-16,-1 1-18 0,1-3 21 0,0 0 0 15,0 2-12-15,-1-1 0 0,0 0 4 0,-1 1-4 0,1-2 2 16,0 2-1-16,-1-1 0 0,-1 2-3 0,0-2 2 0,-1 1 0 0,1 0 12 15,-2-1-8-15,2 2-2 0,-2-1-12 0,-1 0 9 0,2 1-4 16,-2-1 18-16,0 1-7 0,0 0-12 0,1-2-5 0,-2 2 14 16,0-1-7-16,1 0 17 0,-1 1-3 0,0-1-8 0,1-1-11 0,0 0 9 15,0 0-7-15,0 1 13 0,1-1-1 0,-1-2-4 0,0 2-8 16,0-1 7-16,1-1-6 0,0 1 14 0,-1-1-1 0,1 1-6 0,-2-1-13 16,0-1 15-16,1 1-11 0,-2-1 20 0,0 1-7 15,-2 0-10-15,-1 0-2 0,0 0 9 0,1 2-2 0,-1-1 8 0,2 2-2 16,-2 0-7-16,0-1-2 0,4 2 4 0,-1 0-3 0,-2 2 1 15,-1-1 2-15,-5 1 1 0,-2 0-9 0,1 0 7 0,0 1-6 16,0-1 13-16,-1 0-2 0,0 0-4 0,-2-1-13 0,0 1 14 16,1-1-10-16,1-1 17 0,0 0 1 0,2 0-8 0,0 0-6 15,0-3 4-15,1 1-4 0,2 1 3 0,-1-2 1 0,3-1-2 0,-5 0-1 16,1 1 6-16,-2-3-3 0,0 3 1 0,3-3 2 0,0 3-3 0,1-3 0 16,-2 3 2-16,5-1-4 0,-2 1 4 0,1-2 0 15,0 3 0-15,-6-1-10 0,2-1 8 0,1 2-6 0,1-1 13 16,1-1-4-16,1 0-8 0,1 2 4 0,-1-2 1 0,2 1 1 15,-1 0 3-15,2-1 1 0,-1 1-2 0,1-2-10 0,0 1 7 0,1-2-6 16,0 2 7-16,0-2 1 0,1 0-2 0,-1 1-13 0,0-1 15 16,0 0-11-16,0 0 17 0,1 0-1 0,0 0-7 0,0-1-2 15,0 0 6-15,1-2-4 0,0 0 0 0,1 0 0 0,1-3-6 0,-1-1 3 16,1 0 4-16,0-3-1 0,0 2 3 0,1-2-1 0,0 4-2 16,0-2-15-16,0-2 15 0,-1 1-11 0,2-4 22 0,0 1-7 15,-1 2-10-15,1-2-6 0,0 2 14 0,1-1-6 0,-1-2 16 16,0 1-3-16,1-1-9 0,1-2-5 0,0-2 4 0,0 1-3 15,0-1 8-15,0 0-2 0,1-2 0 0,1-7-12 0,-1-4 10 0,-1-4-9 16,0 2 15-16,0 3 1 0,1 3-5 0,-1 2-10 0,0-2 12 16,0 0-11-16,-1-2 15 0,1 1-3 0,-1 1-6 0,-1 0-7 15,0 2 8-15,0 4-5 0,-1-5 15 0,-1 0-6 0,-2-1-4 0,-1-1-5 16,-1 2 5-16,0 3-4 0,2 2 6 0,0 5 1 0,-1-1-2 16,0 3-7-16,0-2 5 0,1 3-5 0,-1 2 11 0,-1-1 1 15,3 2-4-15,-3-2-9 0,4 0 10 0,1-2-9 0,-3 1 9 16,1 2 4-16,-5-1-4 0,0 2-13 0,-1-1 9 0,2 0-11 15,0-2 21-15,3 1-4 0,-2 0-2 0,1-1-13 0,0 0 8 16,1 1-7-16,1 1 15 0,2-2 1 0,-1 0-6 0,2-3-10 0,1-2 10 16,0 1-8-16,1 1 13 0,2 3-1 0,-1 0-5 0,4-1-12 15,-2 0 12-15,3 1-10 0,-1 3 19 0,1 1-7 0,0 3-4 0,-1 0-4 16,2 1 3-16,-1 1 1 0,-1 0 4 0,1 2 1 16,1 0-5-16,0-1-11 0,1 0 15 0,0 2-11 0,2-1 17 0,-2 0-2 15,-2 0-8-15,-1 0 0 0,2-1 0 0,1 2 0 0,3-3 0 16,3 4 1-16,0-2-2 0,2-1-5 0,1 1 9 0,-2-1-5 15,0 2 10-15,0-1-5 0,0 1-7 0,3-2-1 0,3 1 6 16,2-1-2-16,4-1 9 0,2 1 0 0,3 1-6 0,3-1-10 16,2-1 13-16,2-1-11 0,0-3 18 0,-5 0-6 0,2 0-10 0,0-1 6 15,-1 1 1-15,5-1 3 0,-1 1-5 0,1 2 4 0,2-1-3 16,3 0-13-16,-1 0 18 0,-1 1-15 0,-1-1 24 0,-6 2-7 0,-4 2-8 16,-1 0-13-16,-2 1 12 0,-1 2-7 0,4 0 16 0,-6 1 0 15,-2 2-9-15,2 1-9 0,0 1 10 0,-1 1-10 0,-1 3 3 16,-1 3-8-16,-2-1-10 0,1 4-33 0,-2 1-1 0,0 4-11 15,0 0-54-15,3 1-35 0,0-1-33 0,2-1-296 0,3-4 307 16</inkml:trace>
  <inkml:trace contextRef="#ctx1" brushRef="#br1" timeOffset="76596.42">28139 16569 217 0,'-5'-5'282'0,"4"0"-163"0,0-2 171 0,1 4-225 0,-1 1-54 0,1 1-15 0,0 1 18 0,0 0-3 0,0 0-8 0,0 0-17 0,0 0 16 0,0 0-10 0,2 3 30 0,-1-1 0 0,-1-1-11 0,1 2-9 0,-1-1 19 0,1 2-16 0,-1 0 28 0,1 1-3 0,-1-1-4 0,2 3-8 0,-2-1 18 0,0 0-10 0,0 2 32 0,0-2-9 0,0 2-13 0,0-1-15 0,-2 0 9 0,2 1-12 16,-2 0 1-16,1 2-3 0,0 1-5 0,-1 3 3 0,-1 2-1 0,1 3 5 0,-1 1 9 0,-1 5-3 0,0-2-3 0,-2 4-8 0,1 1 4 0,-2 1-3 0,0 5-3 0,1-5-7 0,-2 0-5 0,0 2 2 0,6 0 0 0,-2 2 5 0,2-1 2 0,1 2-4 0,-6-1-1 15,-1-2-9-15,-1 2 10 0,1-2-8 0,-1-5 13 0,3 1-1 16,0 1-5-16,0 3-10 0,1 2 7 0,-1-3-5 0,2-2 28 15,-2-4-3-15,2 2-4 0,0 0-16 0,0 1 7 0,-1 1-7 0,0 1 6 16,-1 1-5-16,2-4-3 0,-1 3-1 0,2-2-2 0,0-6 5 16,1 1 14-16,1-4-6 0,1 1-2 0,0-2-13 0,1-3 10 15,1 0-7-15,1-3 16 0,0 1 1 0,2-3-5 0,1 1-11 16,3 0 8-16,0 1-8 0,0-1 16 0,2-1 5 0,3-1-3 0,2 1-1 16,3-3 9-16,-1 2-10 0,-6 1 3 0,0-2-7 0,3 2-7 15,4 1-7-15,7 1 11 0,3-1-5 0,1-2 34 0,1-6-8 16,1 1-5-16,4-3-25 0,4 2 10 0,6 0-10 0,3 3 11 15,3-1-4-15,-5 1-6 0,6-3-6 0,-4 0 12 0,-1-2-6 0,6-2 12 16,-6 2 0-16,0-1-8 0,2 0-15 0,2 1 15 0,-3 1-13 16,-5 2 20-16,-1-1-1 0,-3 1-7 0,3-3-1 0,3-2-1 15,-2-1 0-15,-2 0 9 0,-1-1-5 0,-1 2 3 0,6-4-21 16,0 3 16-16,-1-1-10 0,-6-1 22 0,-4 1-5 0,0-1-11 16,1 0 1-16,6-1-1 0,-3 1 3 0,1-1 0 0,-3 0 2 0,2 0-1 15,4 1-8-15,1-1 7 0,3 2-7 0,0-1-2 0,-7 2-1 16,-3 0-9-16,-1 0-34 0,-3 0 8 0,3 1-17 0,-5-1-29 15,-4 1-19-15,-2 0-23 0,0 2-298 0,-5 3 288 0</inkml:trace>
  <inkml:trace contextRef="#ctx1" brushRef="#br1" timeOffset="77377.65">28018 17523 414 0,'0'-3'-56'0,"-1"1"111"0,1 0-14 0,-1 1-21 0,0 1-7 0,1 0 22 0,0 0-14 0,0 0 47 0,0 0-3 0,0 0 0 0,0 0-16 0,1 1-1 0,1-1-2 0,1 0 12 0,-2 2-7 0,1-2-1 0,0 0-18 0,1 0 15 15,0 0-12-15,0-2 27 0,3 0-2 0,1 1-2 0,0-3-18 0,1-1 16 0,1-2-13 0,-3 1 30 0,0-2-11 0,1-1-11 0,5 0-26 0,7-1 13 16,2-2-14-16,2 0 5 0,-1-1-2 0,0-3-10 0,3-1-2 0,2-3 0 0,2-3-2 16,0 2-2-16,2-4 1 0,0 5-4 0,3-2-11 0,4-1 19 15,4 0-16-15,-1-4 27 0,-6 3-3 0,2-1-10 0,2-2-10 0,1-1 13 16,7 1-12-16,-2-1 16 0,0 4-4 0,2 2-6 0,4 0-13 16,1-1 4-16,0 2-3 0,-5-4 13 0,-3 1-9 0,-3 0-6 0,0-5 2 15,0 8-2-15,-4-2 4 0,-1 3 4 0,-3 2-1 16,-2-1 0-16,2 0-19 0,-2 0 15 0,1 1-14 0,-1 1 18 15,-5 1-8-15,-7 2-12 0,-1-1 4 0,-2 0-1 0,0 1 4 0,5 3-19 16,-2 2-15-16,-3 1-19 0,-4 1-87 0,-3 4-34 0,-3 0-16 16,-3 1-272-16,0 2 284 0,1 1-50 0</inkml:trace>
  <inkml:trace contextRef="#ctx1" brushRef="#br1" timeOffset="78282.9">27120 16730 630 0,'-2'0'110'0,"-2"-5"-101"0,1 0 2 0,1 1-1 0,1 2 7 0,0-2-7 0,1 3 13 0,0-1-5 0,0 1 1 0,1-2-17 0,1 1 7 15,0 1-6-15,2 1 13 0,-1-2 1 0,0 2-6 0,0-1-3 0,0 1 23 0,0 0-16 0,1 1 37 0,1 1-5 0,1 0-6 0,1 2 0 0,0 0 11 0,2 1-6 0,0-1 11 0,0 2 1 0,3 1-12 0,0-1-16 0,1 2 20 0,1-1-21 16,1 4 10-16,0-2-10 0,2-2-11 0,1 1-12 0,2 0-3 0,-2-2 2 0,1 3-1 0,-2-3 2 15,0 3-1-15,0 0-20 0,0 2 19 0,0 1-16 0,-1-1 29 16,-1-2-4-16,-3-3-11 0,1 0-3 0,-2-1-2 0,-2 2-1 16,2-1-6-16,-3-2 0 0,1 1-2 0,-1-1-25 0,-1 0 5 15,-1-2-12-15,0 1-31 0,-6 1-12 0,0-2-17 0,-1 0-31 0,-1 0-32 16,4 0 16-16,-1-1-52 0,0-1 16 0,0 0 11 0</inkml:trace>
  <inkml:trace contextRef="#ctx1" brushRef="#br1" timeOffset="78577.91">27488 16595 493 0,'5'-4'160'16,"-7"-3"-105"-16,-2 1 84 0,1 0-90 0,1 0 22 0,-1 3-20 16,2 3 22-16,0-2-12 0,1 1-12 0,0 1-38 0,0 0 2 15,0 0-10-15,1 3 4 0,0-2 5 0,2 4-3 0,-2 1-3 16,1 2 26-16,0 2-21 0,-1 2 32 0,2 1-2 0,-2 3-7 0,0 4-1 15,0 0 4-15,0 3-4 0,0 4-3 0,0-1-2 0,2-2-6 16,-2 1-1-16,0 1 11 0,0-2-10 0,-1 5-1 0,1-1-6 16,-1-3-11-16,-1 2-6 0,-1-2 7 0,-1-2-4 0,0 0 16 15,1 1-4-15,-1 0-7 0,-1 1-8 0,1-1 2 0,-1-4-2 16,1 1 10-16,0-4-1 0,-1-5-3 0,0 2-13 0,-2 2 9 0,2-1-7 16,-2 2 15-16,0-3-1 0,2-1-10 0,-2 1-14 0,1-1 14 15,0 3-15-15,1-2 0 0,2-1-14 0,-2-1-14 0,2 0-56 16,1 1-10-16,-1 0-5 0,0 0-45 0,2-3-13 0,0 2-18 15</inkml:trace>
  <inkml:trace contextRef="#ctx1" brushRef="#br1" timeOffset="79561.63">29506 18290 1235 0,'-8'-7'-54'0,"-1"3"105"0,3 2-20 0,0 1-17 0,-1 1-21 0,2 1 7 0,-1 1-5 0,-1 1 14 0,1 3 2 0,-1-1-7 0,0 2-14 0,-1 1 22 0,2 1-19 0,-3 1 27 0,-2 0-2 0,0 3-12 0,-2 0-4 15,-1 2 6-15,0-1-4 0,-1 1 18 0,1 2-4 0,-1-2-5 0,0 3-15 0,1 0 22 0,-2 0-20 0,1 1 23 0,1-2-5 0,-1-2-13 16,-2 2-8-16,3-2 0 0,-2 2 0 0,0 0 9 0,1 1 2 0,-2-3-5 0,0 2-22 0,1-1 24 0,2 0-22 0,-1 2 18 0,7-3-9 16,-1 2-16-16,-1-1-27 0,0 1 2 0,-6 0-7 0,2-3-21 0,0-2-13 0,2 0-18 0,1-2-41 0,2-2-10 15,1-2-4-15,2-3-27 0,0-3 103 0,2 0 4 0</inkml:trace>
  <inkml:trace contextRef="#ctx1" brushRef="#br1" timeOffset="79857.01">29007 18310 1162 0,'11'4'265'0,"-10"-3"-220"0,-2-1 64 0,1 2-109 0,0 0 11 0,2 5-19 0,3-1 12 0,1 3-1 0,3 0-4 0,3 0 10 0,-4 1-3 0,1-1 8 0,4 3-5 0,1-1-4 0,10 3-1 0,2 1-18 0,2 2 18 0,-1 0-13 15,1-1 23-15,-1 2-2 0,2-1-11 0,5-2 2 0,1-1 1 0,3 2-1 0,2-2 1 0,1 0 0 16,-1 0-2-16,-4 1-17 0,0-1 15 0,-1 1-14 0,0-1 19 0,2-2-12 0,-5 0-15 0,1 1-17 0,-3-2-5 0,-1 0 3 16,-2-1-17-16,-3 0-4 0,-2 0-9 0,1 1-31 0,-2-1-3 0,0 0-6 15,1-1-20-15,-5-1-9 0,-2-2-4 0</inkml:trace>
  <inkml:trace contextRef="#ctx1" brushRef="#br1" timeOffset="80227.02">29521 18109 646 0,'-1'-2'104'0,"-1"-1"-38"0,-1-1-17 0,1 2-31 0,2 0-9 16,-1 0 5-16,1-1 4 0,0 1 8 0,1 0 9 0,1 0-3 0,-1-1 27 0,-1 2-8 0,2 1-7 0,-2-1-9 0,0 1 16 0,0 0-9 0,0 0 29 0,0 0-10 0,0 0-9 0,0 0-28 0,0 0 8 0,-3 1-9 0,2 0 10 0,-1 3-3 0,0 0-6 0,-2 2-2 0,-1 3 11 0,-2 0-7 16,-1 1 8-16,0 2-4 0,-1 2-8 0,-1-1-14 0,-2 4 7 0,-1-3-7 0,1 1 2 0,0 2-1 0,-2-2-7 0,2 2-11 0,-3 1 12 15,1 2-9-15,-2 1 22 0,1 0-7 0,1 2-7 0,-2 2 5 16,1-1-1-16,-1 2 2 0,-1-1-7 0,-1 0 4 0,0-1-4 0,0 0 0 16,0-1 3-16,-1 0-4 0,0-2 0 0,1 2 1 0,1-1 2 0,0-2-19 15,5-1 3-15,-2-1-7 0,8-2 7 0,2-4-4 16,0 0-4-16,-1-2-35 0,-2-2 17 0,1-1-17 0,1-1 18 0,1-3-13 15,-3 1-15-15,1-1-63 0,0-1-43 0,-2 0 0 16,0-2-208-16,-2 0 223 0,-4 0-24 0</inkml:trace>
  <inkml:trace contextRef="#ctx1" brushRef="#br1" timeOffset="183562.54">4750 8781 490 0,'-12'-7'87'0,"-9"-1"-38"0,5 2-35 0,-7 3 11 0,1 0 11 0,4 1-1 0,0 1-5 0,1-3-7 0,0 0 8 0,1 0-9 0,0-1 8 0,0 2-6 0,-1-2-3 0,-2 1-21 0,0 2 17 0,-1-1-13 0,0 1 24 0,2 0-3 0,-1 2-13 0,-2 0-9 0,-5 0 18 0,-2 0-14 0,-1 0 25 0,-2 2-3 0,4-1-7 0,-5 2-5 0,-4 0 19 0,-1 0-12 0,-8 3 22 16,3 1-6-16,-2-1-14 0,-2 3-13 0,0 1 26 0,-3 2-21 0,1-1 21 0,-1 0-9 0,-2 1-16 0,-4 1 1 0,-2 0 1 0,-2 0 1 0,2 1 2 0,4-1-5 0,0 1-6 0,-4 1-9 0,0-2 11 15,-5 2-8-15,1-1 23 0,2 1-4 0,1-3-6 0,3 2-3 16,3-2 5-16,0-2-4 0,2 3 6 0,-2-3-3 0,0 3-4 0,-2 2-15 16,-1-1 15-16,3 1-14 0,5-1 12 0,5-2-4 0,3 3-7 15,-3-1-9-15,2 0 7 0,-2 0-3 0,0 2 22 16,4 1-5-16,0 1-2 0,-2 2-14 0,2 5 6 0,1 0-5 0,1 4 6 16,4-3 4-16,3 3-1 0,2-1-17 0,1 3 16 0,0-2-14 15,0 0 24-15,-1 1-2 0,1-2-9 0,-1 1-8 0,1 2 10 16,0-1-10-16,2 0 10 0,0-1 0 0,2 1-4 0,-1 4-1 0,1 1-1 15,1 4 1-15,3 0 4 0,0 1-1 0,3-1 0 0,-3 4-4 16,1 3 6-16,-1-1-5 0,1 4 15 0,0-2-5 0,3 4-3 0,-1 4 1 16,3 2-4-16,1 3 6 0,-3-3 4 0,1 0-5 15,-2-4 3-15,-3 4-5 0,2 2 1 0,2 0 1 0,1 1 6 0,3-3-8 16,0 0-6-16,0 3-5 0,1-3 8 0,0-3-4 0,2 3 9 16,3-5 0-16,2 2-10 0,2 2 1 0,0 1 2 0,2-2-1 15,0 0 3-15,1-5-1 0,1-3-2 0,-1 2-10 0,3-1 5 16,-1 0-4-16,2 0 16 0,1-2-1 0,1-1-3 0,0 2-15 15,-1 0 12-15,-1-3-10 0,-1 0 16 0,1-2 1 0,-1 0-5 0,-1 1-6 16,3 0 6-16,-1 1-5 0,2 2 1 0,-1-1 1 0,0-3-5 16,-3 4 3-16,0 0 4 0,-2-4-3 0,-1 3-3 0,-1-3 7 15,-1 1 0-15,2 1-19 0,-2 1 16 0,1-1-15 0,-1 1 19 16,0-4 2-16,0 1-9 0,0 1 4 0,1-4 5 0,0 0-5 16,0-3-3-16,0-4-1 0,0 0-2 0,2 2-9 0,-1 0 13 0,2-3-9 15,2 2 24-15,-2-3-4 0,1 2-5 0,0 2-14 0,1-2 7 16,1 1-7-16,1-1 14 0,0-3-5 0,1 0-6 0,2 0 1 15,-1 0 1-15,1 0 3 0,1 1 6 0,1-4-2 0,0 3-2 16,2 0-15-16,-2 0 17 0,3 1-12 0,0-1 24 0,0 1-6 0,0-5-12 16,2 4-6-16,0-4 9 0,-1 1-4 0,1 1 13 0,-2-4-3 15,1-2-6-15,0 1-1 0,-2-3 3 0,1 1-1 0,0 1 4 16,-1-1 0-16,2 0-2 0,2-2-14 0,-1-1 11 0,0-1-10 16,-1-2 15-16,-1 2 1 0,2-2-6 0,2 0-18 0,1-1 23 0,2 0-17 15,2-1 26-15,-1-1-8 0,2 0-13 0,1 3 4 0,1 0 2 16,-1 0 1-16,1-2 6 0,-1 1 0 0,-3-1-2 0,0 4-10 15,0 3 6-15,-2-1-6 0,1 0 9 0,-2-1-3 0,-1-1-2 0,-1 2-7 16,-1-3 8-16,0 2-2 0,-1-2 17 0,-1 0-4 0,2 1-9 16,0 1-13-16,2-1 12 0,0 1-10 0,1-2 21 0,0 1-5 15,0-3-6-15,5 1-8 0,1-1 11 0,2-3-7 0,2 1 18 16,-2-3-6-16,2 0-9 0,4-1-7 0,0-2 8 0,0 1-5 16,-1-4 11-16,0 1 0 0,2-2-6 0,4 2 0 0,4-3 2 0,3 1-2 15,3 1-1-15,-3 0 4 0,-5 0-4 0,0 0-13 0,-4 1 25 16,-1 1-22-16,3-1 20 0,-5 1 2 0,2-1-9 0,3 3-6 15,2-1 5-15,0 1-5 0,3 0 5 0,-3 1 5 0,-7-1-5 0,-1 1-11 16,0-3 15-16,-1-1-14 0,1 2 19 0,-2-1-5 0,-2 4-6 16,2 0-10-16,0 1 11 0,2 0-5 0,2 0 19 0,1 1-2 15,1-1-7-15,4 0-9 0,-5-2 8 0,-1 2-8 0,3-3 12 16,-4-1 1-16,4 0-2 0,1-1-6 0,0-2 3 0,1 1-3 16,4-2 7-16,3 2-1 0,3-3-6 0,3 1-6 0,-4-1 11 15,0 0-8-15,-5 0 12 0,-4-1-1 0,5 1-5 0,2-4-9 16,2 1 9-16,5 1-8 0,2-1 20 0,1 2-6 0,-6-1-3 0,1 0-17 15,-2-1 13-15,-2 1-8 0,4-2 22 0,0 1-4 0,3 2-12 16,8 0-12-16,0 0 14 0,-5-1-10 0,0 1 24 0,-8-2-5 0,1 3-8 16,8-3-3-16,0 0-1 0,8 0 1 0,0 2 1 0,-6-1-3 15,0-2-2-15,-4 1-3 0,0-2 3 0,5 1 0 0,4-1 16 16,1 3-5-16,2 0-4 0,0-2-5 0,-3 2 2 0,-3-1-1 16,0 1 1-16,1 0 1 0,4 1-3 0,4 1-2 0,2 0 4 15,-5 0-1-15,-2 0 8 0,-4 0-4 0,3 0-2 0,7 0-6 16,4 0 4-16,-3-1-2 0,-1 0 9 0,-6-2-6 0,1 1-4 0,5-1-8 15,6 2 12-15,1-1-4 0,-3 2 15 0,-7-2 0 0,-4-1-13 16,3 1 2-16,5 0 4 0,4 2-3 0,-1-1 1 0,-5 1-3 16,-3-1-2-16,0 1-1 0,2-1 6 0,3 1-2 0,5 0 1 15,-6 0 2-15,-1 0-5 0,1 0-5 0,-2-2 13 0,4 2-8 16,6 0 11-16,-1-1 2 0,82-3-14 0,-162 4 16 0,157-7-27 16,-70 3 17-16,0 2 1 0,-1 0-6 0,2-1-6 0,-4-1 11 15,4-3-8-15,3 2 15 0,-4-3-6 0,0 2-6 0,1 0 1 16,-3-1-1-16,5 3 3 0,-1-1 2 0,-6 4-2 0,-1-3 1 0,-2 0-7 15,0 3 4-15,4-3-1 0,1 2 6 0,-7 0 0 0,-1 1-5 16,-4 1-9-16,1 0 7 0,5 0-6 0,2-2 20 0,-5 2-2 16,1 0-2-16,-1-2-14 0,0-1 13 0,6 1-11 0,3-2 15 15,-3 0 2-15,-2 1-5 0,0 0-13 0,-3-3 7 0,4 4-7 16,3-2 14-16,-1 1-2 0,-3 0-3 0,0 0-13 0,-3 0 12 16,1 1-10-16,3 1 14 0,-2 1 3 0,-4 0-5 0,-1 0-14 0,-4 0 9 15,0 1-9-15,3 0 20 0,0 0-4 0,-2 1-3 0,0 0-6 16,-5 2 2-16,-5 0-2 0,1 2 2 0,0 1 4 0,3-3 1 0,6 0-14 15,-1-2 9-15,-3 1-10 0,-3-3 19 0,-5 2-4 0,1 1-3 16,7-2-11-16,3 0 9 0,0 1-6 0,-2-1 20 16,-5 0-1-16,-5-1-8 0,3 1-22 0,1 1 19 0,2-1-15 15,2 0 26-15,-11 1-4 0,0-1-9 0,0 0-3 0,-4 0 5 0,3 3-2 16,-4 1 5-16,-4 0 1 0,4-2-3 0,3 0-12 0,0-3 13 16,-7-3-12-16,-2 2 18 0,-5-1-3 0,-3-1-7 0,5-1-7 0,-5-1 7 15,-2 0-5-15,-2-2 11 0,-1 1 0 0,-1-1-6 0,2 0-10 16,1 0 11-16,-2 1-8 0,0-1 15 0,-4-2 0 0,-9 2-8 0,0-2-4 15,0 0 6-15,2-1-5 0,3-1 6 0,-2 2 2 16,-1-2-3-16,-4-1-12 0,1 0 15 0,-1-1-12 0,1-1 16 0,0 2 0 16,1-1-9-16,3 1-14 0,-1-2 16 0,1-1-11 0,2 0 21 15,0 1-4-15,1-3-8 0,5-1-6 0,1 0 9 0,-2-3-5 16,-4-2 6-16,-4 0 1 0,0 1-9 0,1-1-3 0,5-3 8 16,0 1-6-16,-4-5 11 0,-3 2 0 0,-1-1-2 0,1-3-11 15,-2 0 8-15,1-2-7 0,-1 1 8 0,-1 2 2 0,0-1-7 0,-1-7-3 16,1-2 12-16,1-3-10 0,2-2 8 0,0 1-1 0,-2 2-4 15,2-5-4-15,-1 2 6 0,-2 1-2 0,2 1 7 0,-4 1-2 16,0-3-6-16,-5-9-5 0,-2 0 7 0,0-2-4 0,0 1 6 16,4 3 0-16,2 0-4 0,1 1-11 0,0-3 10 0,-3-2-6 0,-2-4 24 15,-2-1-6-15,0 4-3 0,0-3-14 0,-1 4 8 0,-1 0-6 16,-1 0 14-16,-3 3 0 0,-2-6-5 0,0-4-3 0,-1-1 0 16,-2 2-1-16,-2 4 6 0,0 4-1 0,-2 2-2 0,-1-5-2 15,-2-3 2-15,-4-1-2 0,-1-1 0 0,-1 1 3 0,-2 6 1 0,1 0-4 16,-1-1 3-16,2 1-4 0,-2-2 2 0,-3 0 0 0,-2-3-1 15,-9 0-8-15,0 1 8 0,0 1-6 0,2 4 10 0,4 2-1 16,0-2-6-16,-1-4-2 0,1-2 5 0,-2 2 0 0,0-1 10 16,-1 6-6-16,-1 3-4 0,-3-2-12 0,-2 1 11 0,5-2-8 15,-4-3 17-15,-1 2-1 0,1-1-8 0,-6 0-12 0,1 2 4 0,1 3 3 16,1 3 10-16,0 1 1 0,0-1-5 0,-7-6-10 0,-4 0 8 16,-1 0-7-16,-5 1 10 0,1 5 4 0,0 1-4 0,-7 0-18 15,3 6 18-15,-1 0-16 0,-4-2 26 0,-2 2-7 0,-4-3-4 0,-3 1 0 16,-2 1 0-16,1 2-3 0,-1 5 6 0,1-3-1 0,-83-32-16 15,155 68 15-15,-161-59-10 0,82 31 18 0,1 0-1 16,-90-36-23-16,167 64 34 0,-176-64-40 0,91 34 31 16,-1 1 1-16,1 2-8 0,-11-3-12 0,3 0 7 0,0 2-9 15,-3 1 11-15,2 2 3 0,-4 1-3 0,-5 1-10 0,3 2 15 16,-1-1-12-16,-2 0 18 0,-1 1-5 0,0 0-7 0,-6 1-1 16,-2 1 1-16,0 4 1 0,-3-1 3 0,10 3-1 0,-2 1-2 0,-9-2-3 15,-1 1 4-15,-2 2-3 0,0-1 7 0,5 2-2 0,-2 3-4 0,-5 0-11 16,0 0 13-16,-2 3-8 0,-1 1 22 0,4-1-7 0,-1 3-8 15,-4-1-8-15,-1 2 7 0,1-2-4 0,1 1 10 0,3 2-2 16,1 0-7-16,-6 1 1 0,0 0 2 0,-2 0 1 0,1 2 3 16,3 1 0-16,2 1-1 0,-7 1-5 0,-2 0 3 0,0 3-4 15,-2 0 9-15,5 1 0 0,0 2-1 0,-9 2-4 0,0 1 2 16,1 1-3-16,1 0 5 0,8-1-3 0,-5 3-1 0,1-2-10 16,-2 1 10-16,2-5-6 0,1-2 16 0,9 1 0 0,1-1-8 0,-3 2-11 15,2-1 11-15,0-1-9 0,3 0 18 0,5 0-2 0,4-3-8 16,-6 1-10-16,1-1 2 0,3-1 7 0,2 2 13 0,4-4 1 15,-2 3-11-15,-3-1-3 0,-2 0 3 0,7 1-3 0,-4-2 11 0,3 1-5 16,5-1-1-16,-5 1-10 0,3-1 9 0,-3 0-5 0,0 1 14 16,12 0 1-16,3 1-6 0,-5 1-10 0,1-1 8 0,-2-1-9 15,8 2 4-15,10-1 3 0,5-1-3 0,0 0-7 0,-1-2 8 16,5-1-9-16,5 2 7 0,7-2-1 0,7 1-6 0,1 1-23 16,4-1 10-16,2 1-14 0,2 0-15 0,8-1-11 0,3 2-19 0,-2 3-80 15,6 1-36-15,-1 3-14 0,3 3-247 0,5 2 272 16,0-1-40-16</inkml:trace>
  <inkml:trace contextRef="#ctx1" brushRef="#br1" timeOffset="186360.57">3089 15203 412 0,'-16'-10'96'0,"3"1"120"0,0 1-154 0,1 3-25 0,1-1-11 0,2 0 14 0,1 3-5 15,0-2-10-15,1-1-10 0,-1 1 21 0,-1 0-17 0,2-1 18 0,-1 1-9 0,1-1-10 0,1 0-6 0,-2 2-4 0,1-1 5 0,-1 1-3 0,-1 0 1 0,-1 1-1 0,0 0-11 0,-2 0 10 0,-1 1-12 0,-2-1 7 0,-3 3 2 16,0 0-2-16,-2-1-13 0,1 1 9 0,-2 1-8 0,-4 1 19 0,2 0 0 16,-4 2-8-16,-1 0-3 0,0 2 4 0,-3 1-5 0,1 0 4 15,0 2-1-15,2 2 2 16,-3 0 0-16,2 1-1 0,0 2 3 0,-1-1 6 0,0 1-5 0,0 0-4 0,-2 4 5 0,0-2-3 15,0 3 4-15,-3 1-4 0,2 1-1 0,1-3 0 0,-2 4-7 16,4-1 10-16,-1 0-6 0,3 4 20 0,5-2-4 0,0-3-8 16,2-1-14-16,2 1 15 0,2-1-12 0,0-1 14 0,1-2-4 0,2 2-8 15,-1 0 2-15,2-1 8 0,4-2-1 0,2 1 11 0,2-1 2 16,3-2-7-16,1 1-15 0,1 0 17 0,0 1-17 0,1-1 19 16,1 0-9-16,2 1-9 0,1-1 1 0,2 2-2 0,1 1 3 0,1-4 3 15,0 1 1-15,1-1-3 0,0 1-18 0,-1 4 20 0,-2-2-17 16,0 2 27-16,-1-1-5 0,1-1-11 0,-1 2-2 0,0 3 4 15,-1-1-2-15,-2 3 5 0,2 0 3 0,-2 2-8 0,2 3-17 16,-1 0 28-16,1 2-23 0,0-1 31 0,0-1-5 0,-1 2-11 0,1 3-2 16,-1-2 3-16,1 3 0 0,-2-1 12 0,0 1-2 0,1 2-6 15,0 1 0-15,0 2 5 0,-1 2-5 0,2 3 0 0,-1-3-2 16,1 2 0-16,-1 1-3 0,1-2 1 0,0 2 0 0,0 0 3 16,-1-1 2-16,2-1-5 0,-2 2-12 0,2 0 18 0,-1 1-16 15,2 1 14-15,0-4-5 0,1-1-10 0,-1 2 7 0,-1-4 0 0,0-1 4 16,1-1 5-16,-2-5-2 0,1-2-3 0,1 4-10 0,-2-4 14 15,3 2-11-15,0 0 14 0,1 0-5 0,1-1-10 0,0 0 5 16,0 2 2-16,-1-2 2 0,1 2 9 0,0-2-7 0,2-2-3 0,-1 5-13 16,0-5 13-16,-1-1-9 0,0-2 19 0,0-2-1 0,-1-1-7 15,3 2-8-15,-1-2 5 0,1 0-4 0,2-2 11 0,0-1-1 16,0-3-3-16,0 3-14 0,1-4 11 0,-2 1-10 16,2 0 10-16,1-3-3 0,-2-1-9 0,3-1 7 0,1 1-5 0,1-1 7 15,0-2-8-15,0 0 3 0,2-1-1 0,1 1-12 0,3-1 8 0,1-1-11 16,1 0 0-16,0-2 0 0,3-2-1 0,-1 0-12 0,3-3 1 15,0 0-2-15,0-2 2 0,0-2-4 0,0 0-8 0,1-3-32 16,3 1-5-16,3 2-9 0,5-3-67 0,2 4-60 0,6-1-43 0</inkml:trace>
  <inkml:trace contextRef="#ctx1" brushRef="#br1" timeOffset="196159.04">16320 10393 272 0,'-7'-2'57'0,"1"-2"-2"0,3 2 28 0,1 1-60 0,-1 0 23 0,2 1-39 0,1 0 30 0,0 0-1 0,0 0-7 0,0 0 3 0,0 0 9 0,0 0-5 0,3 0 11 0,-1 0-4 0,1 0-9 0,1-1-9 0,1 1 10 0,1-3-12 0,2 2 4 0,2-1-6 0,1 1-4 0,2-1 11 0,3-1 0 15,1 1 6-15,2 2 13 0,1-2-6 0,1 1-3 0,0 0-8 0,0-2 0 0,2 2-2 0,0 0-7 0,2-2-5 0,0 0-3 0,-1 1-3 0,-1 1 5 0,-3-2-2 0,1-1 13 16,2 2-4-16,4-2-5 0,0 0-22 0,0 1 18 0,-3 1-15 16,1-1 27-16,0 1-6 0,1 0-12 0,1 2-9 0,-3 0 8 15,1 0-6-15,-4 0 16 0,-2 0-6 0,0 2-7 0,1-1-11 0,-4 2 11 16,2-1-7-16,-1 1 17 0,-2 1-1 0,1 1-8 0,-3-2-9 16,-5 3 5-16,0 0-5 0,-2-1 16 0,0 2-4 0,5-1-4 0,-1 2-13 15,2 1 13-15,-2 0-11 0,0-2 20 0,-1 2 0 16,-1 1-3-16,0 1-13 0,-2-1 9 0,0 1-7 0,-2-3 25 0,0 0-3 15,-1 1-6-15,-1 1-7 0,2 3 4 0,-3 3-5 0,1-1 4 16,-2-1-1-16,1 1-1 0,-1-1-3 0,-1 1 4 0,0 3-3 16,-1-1 4-16,-2 0 2 0,2 1-4 0,-1 2-4 0,-2 1 15 0,2 4-15 15,0 1 7-15,0-1-2 0,0 2-5 0,1 3 1 16,-2-2-2-16,3 3 1 0,0 1 2 0,0-6 0 0,1 3-3 0,0-3-9 16,1 1 13-16,0 2-10 0,1-4 14 0,1-1-1 0,0 1-6 15,-1 2-16-15,-1 2 10 0,1 3-9 0,0 1 26 0,-1 1-5 16,0-2-5-16,0 4-15 0,0 1 10 0,0 0-9 0,-1 1 22 15,0-3-2-15,0-3-6 0,-1 0-17 0,-1-1 13 0,0-2-9 16,-2 0 18-16,1 3-1 0,0 4-10 0,0 3-8 0,3 2 14 16,0-6-9-16,0 3 18 0,0-8-3 0,2 4-7 0,-1-4-11 0,1 4 10 15,0 1-9-15,-1 0 9 0,2-4 1 0,-1-2-4 0,-1 1-1 16,1 0 3-16,0 2-2 0,2 3 7 0,0 1-4 0,1 3-3 0,-1 2 0 16,1 0 1-16,-3-3 1 0,1-6 1 0,0-4-2 0,-1 0-2 15,-1-1 1-15,-1 0 1 0,0 2 0 0,0 4 4 0,0-2-4 16,1 1-3-16,-1-4-3 0,0-1 5 0,-1-3 0 0,1 2 9 15,-1-2-3-15,0-2-5 0,-2 0-11 0,1-2 11 0,1-2-8 0,-1 2 20 16,0-3-6-16,-1 0-8 0,2-2-9 0,-1 0 10 16,0 0-5-16,1-1 14 0,-2-1-1 0,1-3-8 0,1-1-3 15,-1-1 8-15,0-2-7 0,-1 2 12 0,1-1-8 0,-1 0-4 0,-1-1-4 16,0-1 7-16,-2 3-1 0,-1-3 9 0,2 2 1 0,-2-1-7 16,-1 0-12-16,0 1 19 0,1 0-14 0,-2 1 26 0,0-1-6 0,0-2-8 15,0 2 4-15,-2-2 0 0,1 1 2 0,5-3-5 16,-1 3-2-16,-1-3-4 0,1 3-12 0,-7-4 12 0,2 2-10 0,1-1 18 15,0 0 1-15,0 0-7 0,0-1-15 0,-2 1 18 0,1 0-15 16,0-1 16-16,1-1 2 0,0-1-14 0,-1 4 3 0,-1-2 8 16,0-2-7-16,-2 1 3 0,0-1 0 0,-1 1 2 15,-2-1-2-15,1 0-5 0,-1 0 3 16,-1 0 4-16,1 0-2 0,0 0 4 16,-3 0-10-16,0 1 2 0,-4-1-2 0,-3 2 8 0,-1-1-1 0,-1 0 3 15,3 1-16-15,-1 0 7 0,-2 1-7 0,-1-2 16 0,-3 1-1 0,0 2-7 0,0-2-7 0,-1 0 14 16,-1 1-9-16,3-2 16 0,3 0-4 0,-1 1-10 0,1 0 7 0,0 1 1 0,1 1 0 15,1 2 0-15,1-1-2 0,6 4-2 0,-3 1-5 16,1 3 4-16,-1 0-3 0,-1 0 1 0,1-3 2 0,4-1-2 0,1 2-8 16,3 0 9-16,1 1-8 0,4 2 3 0,4-1-11 15,3 0-12-15,3 0-48 0,4 0-10 0,5 0-10 16,6-1-66-16,4 1-14 0,6-3-18 0,7-1-79 0,7-1 149 0</inkml:trace>
  <inkml:trace contextRef="#ctx1" brushRef="#br1" timeOffset="-81099.57">17143 11367 504 0,'-2'-15'58'16,"-2"-2"140"-16,3 2-189 0,-5 5-2 0,2 1 0 0,-1 2-8 0,1 1-2 0,-1 0 1 0,0-3 4 0,-1 1-5 0,-1-1 7 0,1 0 3 0,-2 1 5 0,1 1 4 0,-2 0-17 0,-3 0 22 0,-1 1-21 0,0 1 22 0,-2 0-8 0,2 1-13 0,-3 1 7 15,-2-3 2-15,0 4 4 0,-2-2 11 0,-1 1 0 0,-1 1-5 0,1-2-23 0,0 2 30 0,-2 0-27 0,1-2 33 0,-4 2-10 0,-3-1-16 0,-2 1 4 0,-1-2-5 0,6 1 7 0,-2 1-4 0,0-2 0 16,0 3 0-16,-8-1-11 0,1 1 6 0,-2 1-7 0,0 0 4 0,-1 1 0 16,-4 2-1-16,-5-1-17 0,-2 1 16 0,-3 0-13 0,3-2 33 15,3 0-5-15,-2-1-8 16,-2 1-26-16,-4-1 26 0,1 3-21 16,-2 0 35-16,0-2-5 0,-1 1-16 0,0 0 0 0,1-2 8 0,3 0-2 15,2 0 21-15,-1 0-1 0,3 0-5 0,-3 0-9 16,0 0 17-16,-4 0-16 0,-2 1 9 0,6 2-2 0,3-2-9 0,-2 3 2 0,1-1-1 0,-3 4 1 0,3 1 3 15,0-2-2-15,0 2-2 0,-5 1-11 0,0 0 12 0,4 1-12 0,1 0 11 16,4 0 0-16,2 2-6 0,-7-1 7 0,5 0 2 0,-1-1 0 0,0 1-5 16,1 1 0-16,-1 1-9 0,2 1 0 0,1-1 8 0,1 1-8 0,2-2 3 15,-2 1 7-15,4 1-3 0,0-2-20 0,2 2 20 0,2 0-19 16,2 1 30-16,1 6-2 0,-2-1-9 0,-2 2-6 0,2-1 12 16,5-1-11-16,0 1 13 0,2-2-6 0,0 1-7 0,-4-1-9 15,3 3 13-15,2 4-8 0,3 1 11 0,2 0 2 0,1 1-13 16,0 1-14-16,2 4 24 0,1 3-19 0,3-4 22 0,0 2-4 15,4-1-10-15,0-1-10 0,2 4 14 0,1-2-9 0,1 0 18 16,2-2 0-16,-1 2-9 0,3 2-7 0,1 2 7 0,0 0-8 0,3 5 10 16,0-2-3-16,1 0-1 0,2 1 0 0,1-1 3 0,0-2 1 15,-1 0-1-15,3-2 2 0,0 2-8 0,3 1 5 0,0 1 2 0,1-2-1 16,2 1-1-16,-2 0-3 0,2-2-3 0,2 2 4 0,-1-2-2 16,0-2 3-16,4 1 2 0,-3-4 3 0,4-1 0 0,2 5-21 15,2 2 21-15,2-1-20 0,-2-1 30 0,-1-3-1 0,6 0-7 16,1 2-7-16,5-3 0 0,0 1-2 0,0-4 7 0,-1-1-1 0,3 3-1 15,2 0-18-15,3-2 19 0,4 0-15 0,-1-5 29 16,-3-3-4-16,3-4-11 0,0 1-12 0,1-1 10 0,6 0-6 16,-2 0 24-16,-1-3-6 0,3-1-5 0,5-1-15 0,0-1 16 0,2-5-11 15,-1 0 24-15,0 1-9 0,0-5-13 0,9 0-5 0,4-8 13 16,4-5-5-16,4-6 28 0,-1-2-5 0,2-1-7 0,3-1-32 16,6-3 15-16,-1 2-13 0,-1 1 25 0,-5-1-3 0,0-1-5 0,4 2-16 15,1 1 8-15,0 1-8 0,-5-1 23 0,-6 1-3 0,1-4-4 0,2-2-15 16,5-5 16-16,-1 1-13 0,-1-4 18 0,-4 3-4 0,-2-1-9 15,2 0-9-15,0 0 14 0,-1-1-8 0,-8 2 16 0,-3 1-2 16,-5 0-10-16,-1-3-12 0,2 1 12 0,-8 4-10 0,0-4 15 16,-5-2-6-16,-4-4-9 0,-8-6 6 0,-3-3-4 0,-5-5 8 15,-3 2 0-15,0 0 1 0,-3-2 0 0,-4 0-2 0,-4-2 2 16,-5-3-1-16,-4-1 3 0,-4-5 0 0,-3-3 0 0,-5-2-9 16,-2 3 5-16,-4 4-5 0,-2 4 11 0,-4 4 0 0,-6-2-2 0,-6-4-14 15,-3 0 11-15,-4 5-11 0,3 5 22 0,-1 7-5 0,-5 4-3 16,-3 3-15-16,-5 3 9 0,-3 7-7 0,-2 2 26 0,-1-1-2 15,-6 0-9-15,-5 2-11 0,-1-5 14 0,2 2-11 0,-1 1 20 16,1 2-10-16,-1 5-11 0,-10 2-6 0,0 3 10 0,0-3-3 16,2-1 10-16,8 1-6 0,2 1-12 0,-3 5-31 0,-1 3 7 0,1 4-13 15,1 0-12-15,8 2-14 0,5 1-13 0,3 2-68 0,4 3-44 16,1 3-7-16,9 6 3 0</inkml:trace>
  <inkml:trace contextRef="#ctx1" brushRef="#br1" timeOffset="-48993.67">15810 11278 217 0,'-14'4'43'0,"5"-6"-28"15,0 1 4-15,0 0 3 0,3 1 9 0,1 0-12 0,0 0 10 0,0 1 3 0,1 0-2 0,-1 1-8 0,3-2 16 0,1 0-15 0,0 1 6 0,-1-1-8 0,2 0-11 0,0 0-13 0,0 0 2 0,0 0-2 0,2 0 13 0,-1 0-2 0,0 1-5 0,2-1-15 0,1 1 24 0,0 1-16 0,1 0 43 0,-1 0-5 0,2-2-9 0,0 1-3 0,3 0 16 16,1-1-7-16,1 0 38 0,1 0-5 0,1-1-10 0,3 0-18 0,2-3 14 0,3-1-16 0,4-1 5 0,2 1-3 0,3-2-6 0,3-1-19 0,2 0 6 0,2-1-8 16,1 0 18-16,-8 0-8 0,2 0-6 0,3-1-21 0,-1 0 18 0,7 1-14 0,0 0 21 0,0 0-4 0,-1 3-13 0,3 1-8 0,1 1 11 0,-2 2-6 0,0 2 15 0,-4 2 2 0,-9 2-9 0,-1-1-5 0,-2 4 8 0,-1 1-11 0,2-1 3 0,-2 1 0 0,-5 1-2 15,-2 1-5-15,0 2 9 0,0-2-4 0,0 4 9 0,-1-1 2 0,0 2-8 0,0-1-14 0,0 2 17 0,0-1-16 0,-1 2 25 0,-2 0-5 0,1 4-6 0,1 5 2 0,0-2-9 0,2 3 8 0,-1 0-1 0,0-2 1 0,-1 2 2 0,1 1-14 0,1 0 14 0,-3 4-13 16,-6 3 17-16,-1 3-4 0,1 2-6 0,-1 4 0 0,7 0-4 0,-1 3 5 0,0 1 1 0,-2 0 1 0,-3-2 0 0,-1 1-2 0,-4 3 7 0,-1-1-7 0,-1-2 4 0,-1 0-5 0,0 1-5 0,-1 0 7 0,-1-2-2 15,-1 1 5-15,-3-3-1 0,0-5 2 0,-4 3-1 0,-1-2-14 0,-2 3 17 16,2-2-15-16,0 1 22 0,2-2-7 0,-1-4-8 0,-2 1 1 16,0-4-3-16,4-1 6 0,-1 0 2 0,-1-2 1 0,0 3-6 15,-8-1-1-15,-1-1 9 0,2-3-8 0,-3-4 3 0,3-1 1 0,-2 0 2 16,-1 0-2-16,1 1-1 0,-1-1 2 0,-1-4 6 0,0-1 1 16,-1 0-2-16,1 1-2 0,-1-1 12 0,0 1-7 0,3-1 10 15,-1-1-6-15,2-5-10 0,-2 0 3 0,-2-2 2 16,2-2 1-16,-1 1 6 0,3-2-5 0,1-1-5 0,0-1-7 15,3-2 5-15,4-3-6 0,2 2 3 0,-1-2 2 0,0-2 1 0,-6 1-13 16,-1-1 3-16,2-1-6 0,-1 1 4 0,1 0-10 0,-1 1-8 16,0 2-48-16,-2 1-5 0,1 1-13 0,-2 4-71 0,-1 0-26 0,-4 2-31 15</inkml:trace>
  <inkml:trace contextRef="#ctx1" brushRef="#br1" timeOffset="-47105.02">2285 12129 276 0,'-3'-2'26'0,"-1"-1"17"0,3 2-31 0,0 1 8 0,1 0-16 0,1 0 7 0,0-2-5 0,3 2-5 0,-2 0 6 0,3 0 1 0,-1 0 5 0,1 0 16 0,-1 0-1 0,2 0-3 0,0 0 0 0,2 0 6 0,1 0-5 0,1 2 2 0,0-1-4 0,1 2-8 0,-1-2-2 0,1 0 2 0,0 0-1 0,1-1 0 16,1 0 0-16,0 0-6 0,2 2-13 0,2-2 20 0,2-2-16 0,0 2 23 0,1-2-11 0,1 1-10 0,2-2-8 0,0 0 8 0,1 3-1 0,1-1 26 0,-2 0-6 0,2 0-12 0,2-1-19 16,-1 0 20-16,0 0-18 0,-1 1 25 0,1 0-3 0,-1-2-11 15,1 2 0-15,0-1-3 0,-3 0 3 0,3 1 11 0,1-2 2 0,1 1 1 16,4 1-13-16,0 1 14 0,2-2-15 0,3 1 4 0,-1 0 3 16,0-1-4-16,-4 1-16 0,-1 0 17 0,-1 0-14 0,0-1 25 15,3 0-1-15,-2-1-12 0,1 1-9 0,0-1 14 0,3 2-12 0,1-2 8 16,1 1-3-16,0 0-8 0,1 2-5 0,2 0 10 0,-4-1-4 15,-6 0 16-15,-3 0-4 0,-1-2-8 0,1 2-9 0,3-2 14 16,-1 1-10-16,-3-2 15 0,0 0-6 0,-2 0-5 0,2 2 4 16,1-1-7-16,0 0 9 0,0 1-5 0,-2 1 0 0,1-2-1 0,0 0-7 15,2 2-4-15,0-1-6 0,-1 0-62 0,-5-2-32 0,-1 2-28 16</inkml:trace>
  <inkml:trace contextRef="#ctx1" brushRef="#br1" timeOffset="-24462.83">23137 15298 256 0,'-17'-23'155'0,"13"18"469"0,3 1-2 0,1 4-488 0,0 0-139 0,0-2-15 0,0 2 25 0,0 0-2 0,0 0-5 16,1 0-13-16,0 0 18 0,3 0-12 0,1 0 32 0,3-1-4 0,3-1-5 0,5-4-1 0,4 3 10 0,6-1-3 0,2 0 12 0,3 0 5 0,5 2-7 0,8 2 11 0,5-2 13 16,4 1-10-16,7 0 9 0,-4 1-12 0,0 4-11 0,2-2-28 0,0 1 21 0,3-2-17 0,7-2 24 0,0-3-6 0,2 0-17 0,-3-2-10 0,-2 0 9 0,-1 0-8 0,0-2 11 0,1-2-3 0,2 0-6 0,1-3-5 0,-2 0 5 0,-5-2-3 15,-3 0 12-15,-4-2-3 0,-1 0-2 0,8-1-5 0,-4 0 3 0,0 1-2 16,2-1 3-16,-6 1 5 0,-5 0-1 0,2-1-9 0,-4-2 4 16,2-1-5-16,3-3 10 0,-5 2-1 0,1-3 1 0,5 2-9 15,1-2 8-15,1-2-6 0,-4 1 15 0,-1-4 0 0,-2-1-5 16,1-1-9-16,6-1 8 0,0 1-9 0,0 0 9 0,1 3 0 0,0 1-6 15,0-6-9-15,-5-2 9 0,-4-3-8 0,-2 2 15 0,-6-2 0 16,3 1-3-16,-2-2-19 0,-1-2 12 0,0 0-13 0,-2 2 24 16,-2 1-4-16,0 2-5 0,2-4-1 0,-5-2 1 0,-7-5 0 15,-3 1 0-15,-3-2 0 0,0 3 0 0,6-1-6 0,-5-2 7 16,-3 2-6-16,-2 2 5 0,-4 2 2 0,-2-3-5 0,-4-3-3 16,-2-4 5-16,-2 2-4 0,-4 0 6 0,-3 2-2 0,0-1-1 0,-4 0-3 15,-3 2 4-15,-3 0-3 0,-5-1 5 0,-2-3 0 16,-2 0-2-16,3-2-5 0,-4 4 4 0,-4 0-2 0,-4 2 12 0,-5 4-3 15,0 2-4-15,-1 0-12 0,-3-1 14 0,-1 1-10 0,-4-3 18 0,-1 2-3 16,-5 3-10-16,-6-2-2 0,-2 3 1 0,-2-2-2 0,1 3 6 16,0 6 0-16,-74-31-9 0,139 63 2 0,-156-66 3 15,77 30 5-15,2 3-4 0,-3 1 0 0,-3 1-7 0,-3 1 6 16,-5 1-6-16,2-2 16 0,2 6-5 0,-4 0-7 0,-3-2-8 0,-2 4 11 16,-3 2-5-16,3 0 12 0,-2 4-1 0,0 3-6 0,-6 0-10 15,-1-1 10-15,3 0-6 0,0-2 14 0,2 2 0 0,0-1-7 0,-8 5-13 16,2 3 12-16,0 4-10 0,-1 3 19 0,3 1-3 15,1 1-6-15,-3 3-5 0,-1 4 5 0,-1 2-3 0,0 3 7 0,6 1 0 16,-3 2-4-16,-1 4-7 0,-1 0 9 0,-2 3-8 0,4 1 13 16,4 6-4-16,1-1-6 0,-2 9-3 0,1-3 6 0,8 2-2 0,1 3 8 15,7 0 0-15,1 0-6 0,-6 2-10 0,4 0 10 0,4 3-8 16,1 1 15-16,9 1-1 0,1 1-3 0,-4 4-18 0,2 2 14 16,3-2-13-16,3 6 16 15,5-3 3-15,0 0-5 16,0 7-4-16,1 2 2 0,-3 0-3 15,4 5 4-15,2-4 0 0,1 3 0 0,2 6-7 16,4 3 8-16,0 1-5 0,-1 4 13 0,3-1-3 0,0-1-5 16,-1 4-7-16,2-3 10 0,3 4-7 0,3-1 10 0,8 0-1 0,5-2-7 0,3 3-2 15,6 2 5-15,5-1-3 0,4 3 5 0,4-8 0 0,5 1-4 0,1 2-11 0,7-2 15 16,3-3-10-16,4 0 13 0,4-6 1 0,5-1-9 0,4 2 2 16,6-1 6-16,6-2-4 0,6-4 4 0,3-3-3 0,-2 0-4 0,3 1-6 0,1-1 9 15,-1-2-4-15,8-2 13 0,-3-3-4 0,9-1-7 0,10 2-1 16,1-2 1-16,1-1 0 0,0-2 5 0,-7-6-1 0,7-2-3 0,14 0-9 0,2-1 15 15,3 0-11-15,1 1 16 0,-6 0 0 0,11-5-10 0,8-2 11 0,2-6 3 0,0-6-1 0,-1-1-6 16,0-1 0-16,3-3-5 0,5-3-9 0,1-4 9 0,1-3-7 16,0-3 13-16,-4-3-1 0,-2-2-5 0,6 0-6 0,1-3 7 0,2-1-5 15,-1-4 6-15,-3 1-1 0,2-4-5 0,4-2-2 0,0-4 9 16,0 0-7-16,0-4 9 0,-4-1-3 0,0-2-7 0,4-2 0 16,0-2 7-16,-2 3-4 0,-2-4 13 0,-7 1-7 0,-1 0-2 0,3-4-9 15,-3 1 1-15,-5 0-7 0,-2-2 21 0,-5 1-6 0,0-1-6 16,-1 0-8-16,-6-4 8 0,-1 1-3 0,-1-5 10 0,-7-2 0 15,-2-2-7-15,-2-8-5 0,-4 1 6 0,3-2-5 0,0 0 10 16,-3 1 0-16,-4 1-4 0,-3-7-8 0,-4-6 4 0,-1 0-6 0,-1-6 7 16,-1 4-2-16,-3 4-3 0,2 1-9 0,-4 4 5 0,-5 1-4 15,-7 1 9-15,-7 2-7 0,-1 4-6 0,-3 2-24 0,-3 8-7 16,-3 7-3-16,-1 5-58 0,-3 7-38 0,2 5-30 0,3 5-358 16,-2 3 343-16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44:38.20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13470 7609 183 0,'3'-6'-28'0,"-1"3"-58"0,2-1 81 0,-1 1 21 0,1 1 2 0,1 0 4 0,1 0-2 0,-2-1-5 0,3 2 11 0,0 0 13 0,-1-1-2 0,2 1 29 0,0 0-12 0,0-2-14 0,1 1-20 0,1 0 17 0,1 0-14 0,0 1 19 0,1-2-8 0,-1 1-9 0,2 0-12 0,2-3 8 0,1 3-5 0,-3-5 20 0,-1 3-3 0,-5-2-8 0,2 3-17 0,-1-2 14 15,2-1-17-15,5-1 12 0,2-2-1 0,-2-1-2 0,2 1-16 16,-1-1 8-16,-1 0-7 0,-1 0 21 0,2-2-3 0,-2 0-7 0,2 2-21 16,1-3 27-16,1 1-20 0,1-1 38 0,1-1-6 0,0 2-16 0,2-3-19 15,0 1 16-15,1-2-12 0,0 2 30 0,0 0-8 0,0-1-11 16,3 2-3-16,-2-2 2 0,-2 1-1 0,-6-2 3 0,-3 1-7 16,2 0-1-16,0-3-2 0,5 0-1 0,-2-4 3 0,0 1 14 15,-4-2-5-15,0 0-3 0,-2 0-22 0,-1 2 23 0,0 0-19 16,-4-1 29-16,1 1-5 0,-2-5-12 0,-2 0-9 0,0-2 7 15,-2-1-4-15,0 2 23 0,-1 1 0 0,-1 2-9 0,0-2-8 0,-2-1 8 16,0-1-9-16,-3-4 3 0,1-1 3 0,-2-4 1 0,2-2-7 16,-2 1 11-16,-1-2-8 0,3-1 16 0,-2 2 1 0,2 2-7 0,-2-1-13 15,2 8 27-15,-2 0-24 0,0 2 28 0,1-1-8 16,0-3-15-16,2-4-10 0,0 0 2 0,-1 1-1 0,0 2 17 16,-2 4-3-16,-1 0-4 0,0 1-23 0,-1-1 18 0,1 2-16 0,0-1 23 15,3 0-6-15,-2 2-9 0,-1-2 3 0,-2 2 0 0,-1-1 2 16,-1 4-1-16,-2 2 0 0,5 0 0 0,-5-1-6 0,-2 2 8 15,-1 1-7-15,-8-1 3 0,0 3 0 0,0-1-2 0,-4-2-5 16,0 5-3-16,-2 4 2 0,-3 2 9 0,2 1-1 0,-2 3 1 0,-2 1-10 16,-1 3 14-16,-3 1-9 0,-1 0 12 0,5 3-2 0,0 0-8 15,-2 2-6-15,0 2 11 0,-4 4-6 0,3 3 22 0,5 0-2 16,-1 3-9-16,2 3-19 0,3 1 18 0,1 1-15 0,1-2 22 0,-1 2-4 16,-1 0-9-16,0 5-8 0,-2-3 6 0,10 0-3 0,0 0 15 15,-1 2-1-15,1 0-4 0,-6 4-22 0,2 5 21 0,2 1-18 16,-1 4 29-16,3-5-5 0,-2 5-10 0,-1-2-11 0,-1 3 12 15,1-2-6-15,2 1 19 0,2-2-3 0,1 0-9 0,0 3-16 16,-1 3 17-16,1 2-13 0,3 1 27 0,1-1-4 0,3 2-4 0,1 0-8 16,3 1 7-16,2-3-3 0,1-1 26 0,5-2-7 0,0 4-6 15,5 1-8-15,4 3-1 0,1-3 0 0,5-3 10 0,0-11 0 16,2-3 6-16,1 1-22 0,1-3 14 0,0 2-14 0,2-1 15 16,-1-5 0-16,4-1-11 0,3-3-2 0,4-1 16 0,1 1-16 15,1-2 4-15,-2 0-1 0,3 1-6 0,2 1-3 0,-1 2 0 0,-4-2-1 16,-1-5 14-16,1-3-1 0,-1-1-3 0,5-3-8 0,-4-2 8 15,1 1-8-15,0 0 6 0,1 2-3 0,-1 0-2 0,2 1 0 16,1-5 0-16,1-1 0 0,1-4 7 0,-3 1-3 0,-7 1-1 0,-4 1-13 16,2-2 11-16,-3 1-8 0,5 0 17 0,-3 0-5 15,-2-2-7-15,-1 1-12 0,0 0-4 0,-1 0-2 0,1-1-23 0,1-1-4 16,-1 3-10-16,2-3-23 0,0 1 4 0,2-1-11 0,2 0-34 16,-2 0-26-16,3 0-24 0</inkml:trace>
  <inkml:trace contextRef="#ctx0" brushRef="#br0" timeOffset="15274.43">14396 5852 256 0,'-27'3'34'0,"14"1"497"0,4-1-197 0,1-1 24 0,2 0-256 0,3-2 18 0,-1 0-32 0,2-2-2 0,2-1-19 0,0-1-24 0,2-2-4 0,2-2 11 0,0-1-11 0,4-2 24 0,0-2-10 0,4 0-12 0,5-4-10 0,2-1 15 16,6-2-18-16,4-6 22 0,3 0-7 0,0-1-15 0,8-5-18 0,-2 1 14 0,-5-1-19 0,4-5 19 0,-3 2-7 0,0-2-8 15,8-4-9-15,0 5 4 0,2 2-4 0,10-5 7 16,-1 6-3-16,-1-3-4 0,7-6-10 0,-13 3 13 0,0 2-10 16,1-2 19-16,-8 4-14 0,4 2-14 0,2-2-54 0,0 6-1 15,2 2-13-15,2 3-81 0,-3 2-56 0,-1 3-53 0</inkml:trace>
  <inkml:trace contextRef="#ctx0" brushRef="#br0" timeOffset="16352.57">16278 4293 903 0,'-2'0'169'16,"0"0"39"-16,-1 1-81 0,2 0-8 0,0 1-28 15,0-1-30-15,1 0-36 0,0 2 13 0,1 1-20 0,0 1 31 16,1 0-6-16,0 1-10 0,1 2-5 0,-1 0 12 0,0 1-14 16,2 2 14-16,-2-1-4 0,0 2-4 0,2 1-8 0,-2-2 10 15,1 2-13-15,2-2 13 0,-2 1-2 0,2-2-10 0,0 2-13 16,0-2 13-16,-2-2-15 0,3 1 20 0,-2-3-5 15,0 0-8-15,0 0-11 0,-1-3 4 0,0 1-5 0,0-1 8 16,-1-1 0-16,1 1-3 0,-2-2-11 0,0 0 13 0,-1-1-14 16,0 2 18-16,0-2 3 0,0 0-3 0,0 0-10 0,0 0 16 15,0 0-15-15,-1 0 17 0,-3-4-5 0,2 1-6 0,0-2-10 0,0 1 8 16,-1-1-7-16,1 0 10 0,0-1-3 0,1-1-7 0,-3 1-2 16,2-2 1-16,-1 1 0 0,1-1 4 0,-1 2 0 0,1 0-3 15,0-1-1-15,1 0 6 0,-2 1-3 0,2 0 14 0,0-2-3 16,0 1-3-16,0 1-11 0,0 0 11 0,1-3-11 0,0 1 20 15,1 2-6-15,1-2-7 0,-1-1-8 0,2 1 6 0,-1-1-5 16,0 2 12-16,1-1-1 0,2 2-6 0,-2-1-4 0,2 2 7 0,-1 0-5 16,0 2 7-16,-1 1-3 0,0 0-3 0,2 2-6 0,-1 0 5 15,1 3-3-15,0 1 11 0,0-2-3 0,-1 5-3 0,2-2-5 16,-1 0 6-16,-1 0-6 0,0 2 9 0,1-2 0 0,1 0-7 0,-1 1-2 16,1-1 4-16,-2 1-4 0,2-3 5 0,-3 1 0 0,2-3-3 15,-2 3-5-15,1-1 4 0,-1-1-3 0,-1 0 11 0,-1-1-4 16,2 0-2-16,-2-1 1 0,0 0 6 0,1 0-1 0,0-1 19 15,1-2-2-15,-1-2 0 0,1-1-16 0,0-2 11 0,1-2-12 16,0-2 3-16,1 1-2 0,0-1-7 0,1 2 1 0,1-1 0 16,-2-1 0-16,2 1-2 0,-1 0 0 0,1 2-2 0,-1-1-11 15,2 2 14-15,1 0-9 0,-1 0 15 0,0 3-1 0,0 0-8 0,0 1 4 16,1 2 0-16,1 0 1 0,0 2 3 0,-2-1-3 0,1 1 0 0,-6 0-4 16,0 1 7-16,1 1-4 0,-2 0 10 0,6-2-3 15,-1 1-4-15,0-1-8 0,1 1 9 0,0-1-8 0,1 0 14 0,-1 0-4 16,0-1-7-16,1 0 1 0,-1-1-2 0,0 1 2 0,-2 0-2 15,0 0 0-15,-1-1 1 0,1 0-4 0,-1 1 3 0,-1-1-2 16,2 0 5-16,-2 0 1 0,2 2-4 0,-1-1-6 0,0 1 6 16,-1 0-5-16,1 1 6 0,1 2-1 0,-1 1-4 0,1 0 1 15,-2-2 3-15,2 1-2 0,-2-2 0 0,1-1 0 0,-1 0-1 0,1 0 3 16,-1-1 2-16,2-3-1 0,-2 3-2 0,2-3-1 0,0-1-1 16,-1 0-2-16,0-2 3 0,-1-1 0 0,1 3 4 0,-2 0-2 15,-1-1-4-15,1 2 0 0,-2 1 1 0,-1 1 0 0,0 1 2 16,-1-5 0-1,-2 3-2-15,0-4-9 0,-2 2 10 16,1 0-7-16,-2 1 13 16,1-1 0-16,-2 2-5 15,1-2-3-15,0 3 2 0,-1-1-2 0,1 1 1 16,2 0 1-16,-1 1 0 0,1 1-9 0,0 0 4 0,1 3-4 16,0-1 9-16,-1 1-2 0,2 2-2 0,-1 3-1 0,1-1 1 0,-1 1 0 0,2 2 1 0,0-2 2 15,0-2 0-15,1 1-6 0,0-3 5 0,0 2-4 0,1 2 9 0,0-2-3 16,1 0 0-16,2 2-5 0,-2-3 5 0,1 2-1 0,2-4 5 15,-2 1 1-15,3-2-5 0,-1-1-6 0,3-1 7 0,0 0-5 0,2-1 6 16,2-3-7-16,0-1-9 0,0 1-32 0,3-3 0 0,1-2-7 0,-1 2-17 16,2-1 0-16,-1-1-6 0,0 0-24 0,-2 3-1 0,2-2-6 0,1 0-22 0,-2-2-7 0,0-1-12 15,0-2-42-15,-1 3-27 0,1-3 6 0,-1 1-72 0,-1-1-10 0,-8 2-11 0</inkml:trace>
  <inkml:trace contextRef="#ctx0" brushRef="#br0" timeOffset="16564.7">17193 3916 239 0,'0'-3'116'0,"-2"-3"132"0,-1 5 53 0,-1-1-79 0,0 0 16 0,-1 2-46 0,1 3-51 15,-2 1-46-15,1 2 15 0,0 2-33 0,-2 2 13 0,2 2-15 0,-1-1-19 0,-1 4-25 0,6 2 14 0,-1-2-22 0,0 3 23 0,1-4-2 0,-6 3-13 0,0-3-11 0,3 0 19 0,-1-2-22 0,3-2 23 0,1-1-9 0,1 0-12 0,2-3-8 0,0-2 6 0,2 1-8 16,-1-3 7-16,2-1-1 0,-1 0-5 0,1-1-4 0,0 0 7 0,1-2-8 0,1-2 10 0,-4-1-4 0,0-3-7 0,3 0-16 0,-2 1-8 0,6 0-2 0,-1-1-41 0,-1 5 3 0,1-2-3 0,-1-1-35 0,0 3-12 0,0-3-6 0,-1 3-76 0,-2-3-25 0,1 1-23 0,-1-2-302 15,1-1 337-15</inkml:trace>
  <inkml:trace contextRef="#ctx0" brushRef="#br0" timeOffset="16814.11">17330 3980 720 0,'-4'4'280'0,"2"-4"-141"0,-1-1 148 0,2 0-122 16,1-1 5-16,-1 0-46 0,1-2-36 0,0 0-14 15,1-2-24-15,0-1-35 0,2 2 19 0,-1-1-28 0,1-1 34 16,1 4 3-16,-1-4-5 0,3 3 0 0,-1-1 18 0,1 1-18 16,0 2 29-16,0-1-10 0,1 2-15 0,1 1-9 0,0 0 14 15,1 0-17-15,1 1 20 0,0 1-8 0,0-1-12 0,1 0-12 16,-1 0 4-16,1 1-9 0,1 0-3 0,-2 0 1 16,-1-1-5-16,0 0-6 0,0 0 7 0,-3 1-9 0,2-2 10 15,-2 1 0-15,1 0-5 0,-2 0-6 0,0 1 3 0,-1-1-5 16,0 2-12-16,-2-2-9 0,1 1-12 0,2 2-41 0,-2-1-9 15,0 1-7-15,2 0-64 0,1-3-25 0,0 1-28 0,3-2-276 16,-1-1 306-16</inkml:trace>
  <inkml:trace contextRef="#ctx0" brushRef="#br0" timeOffset="17190.25">17886 3445 1254 0,'-3'-1'326'0,"2"0"-214"15,-2-1 99-15,3 2-67 0,0 0 9 0,2 0-42 0,0 0-8 0,2 0-13 0,3 2-18 0,3 0-11 0,2 1 9 0,3 1-17 0,4 1-2 0,1-1-13 0,1 1-14 0,3-1-20 0,0 1 9 0,-1-1-13 0,4-3 13 0,-3 1-2 0,-7 1-6 0,0-1-4 0,-3 1-4 0,1-2 1 0,6-1-7 16,-2-1-7-16,0-2 3 0,-1 0-41 0,-4-1-17 0,-2 1 6 15,2-2-79-15,-3 1-38 0,0-2-13 0,1 1-196 16,0-2 207-16</inkml:trace>
  <inkml:trace contextRef="#ctx0" brushRef="#br0" timeOffset="17387.04">18348 3275 1771 0,'-5'3'-263'0,"2"0"582"0,2 2-50 0,-2 3-68 16,2 1-68-16,0-1 21 0,0 3-55 0,0 0 3 0,-1 3-24 15,1 0-23-15,-2 4-33 0,1 0 11 0,0 0-18 0,0 1 16 16,-1 1-8-16,2 1-11 0,1 0-11 16,0-1 5-16,0-1-6 0,1 1 8 0,0 1-3 0,2-2-4 0,-2 0-4 15,1-5 2-15,0-1-3 0,2-3-7 0,-2-5-4 0,1 1-6 16,1-5-25-16,0 0-12 0,2 2 4 0,1-1-54 16,2-2-29-16,0 0-8 0,4-2-178 0,2-3-279 0,1 2 21 15</inkml:trace>
  <inkml:trace contextRef="#ctx0" brushRef="#br0" timeOffset="17767.91">19124 3021 868 0,'-2'-8'221'0,"2"-1"59"16,0 0-121-16,2 0 10 0,-5 4-34 0,-1-2-37 0,-1 2-35 15,0 2 5-15,0 1-20 0,0 1-3 0,-2 1-5 16,0 1-9-16,-3 1 1 0,1 4 2 0,0-1-6 0,-1 2 1 15,2 2-2-15,0 0-6 0,0 3-14 0,2 1 15 0,1 1-17 16,2 5 21-16,1 1-1 0,0 1-11 0,2 4-4 16,0-1 7-16,2-3-10 0,0 4 2 0,1-4 1 0,1 2-4 0,1 2-9 15,1-4 13-15,1-3-13 0,0 0 17 0,1-6-5 16,-1 1-9-16,2-1-15 0,1-3-7 0,0 2-1 0,0-2-62 16,-1-2-6-16,0 0-12 0,-1-2-61 0,1 1-23 0,-8-2-13 15,1 0-232-15,1-2 264 0,0 0-53 0</inkml:trace>
  <inkml:trace contextRef="#ctx0" brushRef="#br0" timeOffset="18122.52">19003 3422 1285 0,'-6'-2'112'0,"1"-1"75"0,1 1-29 0,3-1-31 15,0 0-28-15,2 0-56 0,2-3 13 0,1 3-29 0,5-5 9 16,0 2-6-16,4-1-11 0,1-1-7 0,1 2 12 0,1 1-12 0,3-1 18 15,-2 0 1-15,-1 3-7 0,-4 0-18 0,-2 2 12 16,-1 1-18-16,1 2 15 0,2 1-5 0,0 2-3 0,0 0-11 16,-2 1 11-16,0 1-9 0,-2-1 28 0,-1-1-6 0,-2 1-11 15,1-1-7-15,1-4 12 0,-1 1-11 0,4-2 25 16,1-1-9-16,-1-1-7 0,2-2-4 0,0-3 1 0,-1 2-2 16,1 0 1-16,-3-3 0 0,1 3-1 0,-2-1-7 0,-1 0 6 15,-3-1-6-15,1 2 6 0,-3-1 1 0,0 2 0 0,-1-3-5 16,-1 2 8-16,0 0-5 0,-2-3 18 0,0 2-2 0,-2 1-4 0,1-1 0 15,-2 2-2-15,1-1 0 0,-2 1-5 0,1 0-4 16,-1 1 1-16,-1-1-3 0,-1 3 0 0,1 0 1 0,-1 1-2 0,-1 0-2 16,0 2-1-16,1 1-2 0,-1 1 2 0,0 1-3 0,1-1 5 15,0 1-2-15,0-1-1 0,3 1-22 0,-1-3-7 0,4 1-4 16,0 0-53-16,1-2-29 0,2-1-26 0,1-1-121 0,4-5-103 16,3 1-4-16</inkml:trace>
  <inkml:trace contextRef="#ctx0" brushRef="#br0" timeOffset="18278.83">19568 3118 832 0,'3'12'312'0,"-6"-3"-165"0,0 2 162 0,-3 0-147 15,1 1 4-15,-1-2-48 0,-1 3-36 0,1-4-19 16,0 3-23-16,-1 2-31 0,4-2 8 0,1-1-16 0,1 1-1 16,1-4-1-16,1-2-6 0,2 0-69 0,3 0-43 0,1-3 1 15,6-1-319-15,1-2 271 0,4 1-40 0</inkml:trace>
  <inkml:trace contextRef="#ctx0" brushRef="#br0" timeOffset="18567.91">20070 2844 1049 0,'-3'-6'327'15,"-3"6"-205"-15,0 0 135 0,0 2-127 0,4 2 7 0,-2-1-41 16,3 5-7-16,0 0-14 0,1-1-21 0,1 5-10 0,3-2 10 16,0 0-17-16,4 3-3 0,0 1-10 0,0-1-12 0,1 1-9 15,0 0 3-15,0-1-5 0,0-1 7 0,0-1-4 0,-7-1 0 16,1 1-10-16,-1-1-10 0,0-1 4 0,4 0-53 15,0-3-14-15,-1 1-9 0,1 2-65 0,0-4-41 0,-1-1 23 16,-1 1-226-16,-1-2 239 0,2-3-19 0</inkml:trace>
  <inkml:trace contextRef="#ctx0" brushRef="#br0" timeOffset="18860.72">19937 2910 1516 0,'-10'-6'-266'0,"5"3"557"16,3 1-60-16,0-1-80 0,2 0-59 0,1 0 3 0,2-1-33 0,3-1-32 16,0-2-8-16,6 1-9 0,3 1 2 0,4-2 0 0,4 2 1 15,4 0 14-15,0 1-1 0,0 0 0 0,1 2-10 16,-7-1 8-16,-2 2-12 0,4 1 3 0,-3 3-6 0,2 0-6 16,1 1-2-16,-5 1 3 0,-2 2-3 0,0-1 2 15,-3 1 0-15,-3-1-4 0,-1 3 0 0,-4-1 9 0,-1 1-7 16,-3 1 21-16,-1 0 5 0,-3 3-2 0,-4 4-13 0,0 0 16 15,-2 0-22-15,0 0 25 0,0-4-8 0,0 1-11 0,0 0-13 16,0 0 8-16,0-1-9 0,0-2 10 0,1-2 0 0,2 0-7 16,-1-3-6-16,0 0 5 0,-1-3-6 0,3-1-2 0,0-2-14 0,3-2-10 15,0 0-49-15,2-5-23 0,3-2-3 0,3-2-114 0,3-1-35 16,2 0-32-16</inkml:trace>
  <inkml:trace contextRef="#ctx0" brushRef="#br0" timeOffset="19114.37">20578 2878 697 0,'-6'3'237'0,"-1"1"52"0,-3 2-92 16,0 2-7-16,0 1-37 0,1 1-46 0,0 1-25 0,0 1 5 15,1 1-20-15,3-1-14 0,1 0-7 0,4-3-13 0,3 0-12 16,2-1 11-16,4-3-15 0,4-1 11 0,2-2 0 0,4-1-8 16,4-1-15-16,0-2 20 15,-6-1-21-15,2-3 29 0,-2 1-6 0,0-3-13 0,7 0-6 0,-6-1 7 16,-4 2-8-16,-3-1 7 0,-4 0 2 0,-1 2-2 0,-3-2 5 0,-2 1 11 15,-1 0-9-15,-3 2 23 0,-2-1-7 0,0 1-10 0,-2-1-18 16,-2 3 5-16,-2-3-11 0,-3 5 6 0,1-1-4 16,-2 0-4-16,2 2-7 0,0 0 3 0,1 0-6 0,2 0-14 0,0 2-7 15,0-2-12-15,8 1-45 0,0-1-11 0,2 0-11 0,0 0-110 16,0-3-78-16,0 1-59 0</inkml:trace>
  <inkml:trace contextRef="#ctx0" brushRef="#br0" timeOffset="19579.97">20901 2609 837 0,'0'2'154'16,"0"-2"156"-16,0 0-93 0,0 1-34 0,1 1-48 0,0 2-27 15,2 0 14-15,-1 0-31 0,0 1-4 0,0 1-19 0,2 1-22 16,0 1-18-16,0 0 6 0,0 0-11 0,0 2 6 16,0-2-7-16,1-2-9 0,-1 3-6 0,1 0 5 0,0 4-6 15,0 1 4-15,-1-1-1 0,-1 0-7 0,1-2-4 0,-1 1 10 16,1-4-9-16,-1 2 10 0,0-2-1 0,0-1-6 0,-1 1-10 16,1-3 10-16,-1 0-9 0,1 0 20 0,0 0-3 0,-1-1-7 15,2 0-5-15,-2-1 5 0,-1-1-5 0,-1-1 11 16,0 1-1-16,0-2-3 0,0 1 0 0,-1-1 1 0,1 0 0 15,-3 1 3-15,0-1-2 0,1-1 0 0,-2-2-5 0,0 1 4 16,0-1-3-16,-2-1 3 0,-1-1-3 0,1 2-5 0,-3-3 2 0,1 3 0 16,-1-3 1-16,-1 4 1 0,2-2 0 0,1 1-2 0,-1 3-8 15,3 0 8-15,-2 2-8 0,1 0 11 0,1 2-1 0,-1 0-4 0,2 2-4 16,-2 1 6-16,1 0-3 0,1 1 6 0,1 0 0 16,-2 0-1-16,3 1-5 0,-2-2 3 0,3 1-2 0,1-2 13 15,0-1-3-15,1 2-5 0,3-1 3 0,-1 1-1 0,3-4 2 0,3 3 1 16,1-3 0-16,1 0 0 0,4-2-6 0,0 1 5 0,3-2-5 15,3 0 3-15,-1-2-4 0,1 1-3 0,3-2-43 0,0 1-1 16,1-1-12-16,0-1-39 0,-8 1-17 0,-3-3-21 0,3 3-81 16,0-2-64-16,8-1 1 0,-2-1 17 0</inkml:trace>
  <inkml:trace contextRef="#ctx0" brushRef="#br0" timeOffset="20235.55">21517 2692 622 0,'-7'-5'219'0,"-1"2"33"0,0-3-22 0,0 3-69 0,2 3-68 0,-1 1-23 0,0 1-29 0,-1 2-15 0,1-4-1 0,0 2-5 0,-1-1 6 0,0 4-1 0,-1 3-4 0,-1 2 4 15,2 3 19-15,0-1-16 0,1 4 30 0,2-1-9 0,-1-1-9 0,3 0-9 0,-1-2 12 0,3-2-15 0,1 2 4 0,0-3-7 0,1-3-11 0,2 0 3 0,1-1 3 0,1-1-2 0,1-2 12 16,3-2-4-16,1 0-4 0,3 0-9 0,0-3 3 15,0-1-5-15,0 0 2 0,-2-2-2 0,1 2-2 0,0-2-12 16,-3 1 9-16,0-1-8 0,-1 0 17 0,-4 0-4 0,0 1-8 16,-2-2-6-16,-1 3 12 0,0-1-9 0,-1 1 12 0,0 1-1 15,0 0-8-15,-1 0-3 0,0 2 3 0,1 1-2 0,-1-1 5 0,0 1-4 16,1 0-4-16,0 0 0 0,0 1-2 0,1 0 4 0,0 3-1 16,2 0 2-16,1 1 1 0,2 2-1 0,2 2 9 0,2 0-6 15,0-1 9-15,2 1-1 0,-2 2-4 0,1 0 2 0,-5 1 2 16,-1-2-1-16,1 2 6 0,1-2-3 0,4 1-3 0,0 2-10 0,1 1 3 15,0 2-2-15,0-2 7 0,-1-2-3 0,-1 0-4 0,0-2-6 16,-4 0 6-16,-4 1-2 0,0-2 14 0,0 1-4 0,-2-1-5 0,-3 1-6 16,1 2 0-16,-2-3-1 0,-1 0 4 0,-2-1 2 15,0 1-1-15,-1-3-8 0,0 0 7 0,0-1-6 0,1-2 8 16,2 0 0-16,-1-1-3 0,1-2-2 0,3 0 1 0,1-2-1 0,-1-1-1 16,2-2 1-16,1-2-1 0,1-2-1 0,4-4 1 0,1 1-1 15,0-1 3-15,4-3-1 0,0 4 1 0,1-4-7 0,0 0 4 16,1 1-3-16,-1 0 9 0,1-2 0 0,-2 2-2 0,1 0-9 15,-1-1 10-15,-1 4-8 0,1-2 11 0,-4-2 3 0,2 2-8 16,-1-3-5-16,-1-1 7 0,0 2-7 0,-2-3 8 16,0-1-3-16,-2 3-5 0,-1-3 5 0,0 4-1 0,-2 0 3 0,0 4 0 0,-3 3 1 15,1 1-3-15,-2 1-10 0,-1 4 11 0,-1-2-9 0,0 1 14 16,-1 4-2-16,0 0-4 0,-1 5-10 0,1 2 9 0,-1 2-7 0,0-1 13 16,-1 2-2-16,0 1-4 0,0 1-9 0,1 4 10 0,0-1-6 15,3 0 14-15,1-2-2 0,3 0-8 0,1-3 2 0,3-1 2 16,3-1 1-16,1 0 1 0,2-3 1 0,2 1 0 0,0-3-4 15,3 1 8-15,-1-1-8 0,2-1 9 0,0-1-4 0,0 0-6 0,2-1-6 16,0 0 8-16,0 0-6 0,1 0 12 16,-3-1-1-16,0 1-7 0,-2-1-29 0,2-1 4 0,0 2-13 15,-2 0-26-15,1-1-28 0,-2 1-21 0,2-2-217 0,2 2-258 0,2 0 6 16</inkml:trace>
  <inkml:trace contextRef="#ctx0" brushRef="#br0" timeOffset="22397.45">15347 7187 188 0,'-4'-3'-10'0,"1"-1"-49"0,2 1 83 0,0-1 42 0,0 0-17 0,1 2 26 0,0-2-11 0,0 0-14 0,1 0 0 0,0 1-6 0,0 0 6 0,-1 2 5 0,0-1-1 0,0 1 0 0,0 1-35 16,0 0 21-16,2 0-25 0,-2 0 9 0,1 0-4 0,0 1-10 0,2-1 4 0,-1 0 7 0,3 2-1 0,-1-2 23 0,2 1-2 0,0 0-5 0,2 1-15 0,0-2 22 0,3 1-20 0,0 0 17 0,2 0-4 0,2 2-7 0,5 0-7 0,1-2-4 0,4 3 0 15,2-1-5-15,0 0-2 0,6 1-1 0,0-2-15 0,1 2 11 0,-5 0-10 16,-1-1 12-16,0-1-3 0,-1 1-6 0,6-1-3 0,-3 0-5 16,-4-2 4-16,-1 0-26 0,-2 1-9 0,0 0-14 0,1 0-53 0,0 1-47 15,0-1-4-15,-1 2-28 0</inkml:trace>
  <inkml:trace contextRef="#ctx0" brushRef="#br0" timeOffset="23078.99">18899 7178 329 0,'1'-6'56'0,"0"2"59"0,2 0-81 0,-1 2 1 0,2 1-18 0,2 1 26 0,1-3-1 0,3 0-6 0,1 0-8 0,2 1 15 0,2 0-15 0,0-1 9 0,0 1-8 0,2 0-6 0,3 1 11 0,2 0-14 0,0 1 14 0,2-2-14 16,-2 2 2-16,1 0 2 0,-4 2-19 0,-1-1 9 0,2 0-13 0,0 1 8 0,5-1-3 0,-2 0 1 0,-1 0-15 0,-1 1 8 0,-1-2-7 0,1 1 20 0,-3-1 0 0,-1 3-7 0,1-3-19 0,2 2 18 0,-1 1-18 0,-1-1 15 0,0 1-14 0,0 2-15 0,0 0-100 0,-2 1-53 16,2 1-15-16</inkml:trace>
  <inkml:trace contextRef="#ctx0" brushRef="#br0" timeOffset="23890.03">22066 7175 340 0,'0'-4'39'0,"4"2"-27"0,1 2 8 15,3 0-15-15,2 2 39 0,1-1-6 0,2 0-7 0,1-1-15 0,-5 0 21 0,0 2-14 0,1-2 33 0,2 0-4 0,10 0-12 0,-1 0-11 0,3 0 14 0,-2 0-14 0,-1 0 4 0,2 0-7 0,-2 0-10 0,4 2-17 0,1-1 11 0,-1 3-10 0,6 0 17 0,0 0-3 0,4 1-11 0,7 0-2 0,-2 0 6 16,-4-2-7-16,0-1-1 0,-2 2 0 0,-1-2 1 0,4-1-18 0,-2 0 15 0,-3 0-10 0,-4 2 27 0,-1-2-4 0,-3 1-14 16,4-2-18-16,3 1 5 0,-2 0-13 0,5 0-33 0,-2 1-24 15,-3-1-20-15</inkml:trace>
  <inkml:trace contextRef="#ctx0" brushRef="#br0" timeOffset="28928.26">15853 7349 411 0,'0'-7'86'0,"0"2"117"0,1 3-162 0,1 0-27 0,1 1-9 0,1-1 12 0,0-2 0 0,2 0-4 0,0-3 15 0,2-2 3 16,1 0 2-16,1-2-1 0,1-1-4 0,-1 1-7 0,1-2-26 0,0-1 23 0,0 1-20 0,-1-2 25 0,2 1-4 0,-1-3-13 0,1-3 4 0,2-3 9 0,1-2-2 0,3 0 20 0,0 0-2 0,3 0-8 0,1-1-11 0,0-1 12 0,-5-1-13 0,-3-1 4 0,2 1-4 0,-2-2-6 0,9 1-18 0,0 0 10 16,-1 4-7-16,-3 1 21 0,-4 0 0 0,1 0-8 0,-1-3-10 0,-2-2 10 0,-1-4-11 0,1-1 4 0,-2 4-1 0,-2 1-4 0,-1-3 6 0,-3 3-3 0,-1-1 6 0,-3 0 5 0,-1 0-5 0,-1 2-3 0,-3 0-17 0,-1 2 20 0,-3 3-16 0,-2 0 23 15,-1 3-3-15,-2-1-9 0,-1-2-4 0,-3-1 5 0,-1 0-1 0,-1-1 12 16,-2 2-1-16,-4 0-9 0,-1 1 3 0,-1 1 4 15,3 1-3-15,-3 1-2 0,2 3 0 0,-5 0-3 0,-3 0 0 0,0 2 2 16,2-1 0-16,-2 1 3 0,2 2 1 0,-1 1-2 0,0 4-15 16,0 0 14-16,-1 3-12 0,-1 4 20 0,-1 2-4 0,3 2-7 15,3 1-6-15,0 4 6 0,0 1-1 0,0 3 22 0,-3 1-5 0,3 2-4 16,0 4-16-16,2 4 6 0,1 1-6 0,3 4 5 0,2 1 2 16,4-1-3-16,-3 5-1 0,4 1 1 0,-1-2-1 0,0 3 1 15,3-2 4-15,1-2-1 0,1 6-21 0,1 1 27 0,3 0-24 16,3 2 30-16,1-3-2 0,1 0-11 0,2 1-6 0,-1 0 5 0,2 0-5 15,0-3 9-15,0-4-1 0,0-2-5 0,0 0-1 16,0-1 5-16,2 0-4 0,2-3 1 0,0-3-1 0,3 1-4 0,1-5 11 16,1-1-4-16,1-3 9 0,1-2-2 0,1-2 2 0,1 1-1 0,1-1-11 15,2 0 22-15,0 0-19 0,1-1 26 0,-1-1-8 0,2 0-13 16,5-4-10-16,0 1 12 0,2-3-9 0,1 0 17 0,0 3-4 16,1-1-8-16,3 1-9 0,1-1 9 0,-1-1-7 0,-3 1 9 15,-4-2-4-15,3 1-5 0,1 0-14 0,4-1 9 0,0-1-9 16,-2 1-7-16,0-1-15 0,4 1-17 0,3 0-53 0,3-2-15 0,4 0-9 15,1-1-112-15,1 0 145 0,-2 0-21 0</inkml:trace>
  <inkml:trace contextRef="#ctx0" brushRef="#br0" timeOffset="32816.33">18485 8573 120 0,'-7'-2'-18'0,"-1"1"-83"0,0 0 101 0,0-1 0 0,-1 1 0 0,0 0 8 0,0 0 1 0,-1-1 6 0,1 1 5 0,-1 0 2 0,0 0 2 0,2 1 4 0,-1-3 2 0,0 2-5 16,1-2-35-16,-1 2 39 0,2 0-36 0,-1-1 42 0,0 0-7 0,1 0-18 0,-1 1 2 0,2 0-1 0,-2 0 2 0,1 1 5 0,-1-2 1 0,2 1-1 0,0 0-26 0,0 1 30 0,0-2-25 16,1 2 37-16,-1-1-4 0,1 1-12 15,-2 0 2-15,0 0-4 0,3 0 6 0,-2 0 4 0,2 0-1 0,0 0-3 0,0 1-23 0,0-1 16 0,2 3-17 0,1-3 16 0,0 1-4 0,1 1-7 0,0-2-4 0,0 0 1 0,1 0 1 0,1 0 10 0,2 1 3 0,1-1-3 0,4 0-3 0,1 0 12 0,2-1-13 16,1-1 11-16,2 1-4 0,-1-2-1 0,4 0-12 0,0 1 12 0,2-1-7 0,2-1 28 0,-1 1-4 0,3-1-12 0,3 0-15 0,1 2 12 0,3-2-14 0,3 1 7 0,4 2-2 0,1 0-5 0,-2 0-8 0,3-2 12 0,-1-1-7 0,0-2 23 0,4-1-2 15,-2 1-10-15,4-2-14 0,2 2 19 0,5 0-16 0,4 0 23 0,-3 1-6 0,-4 0-7 0,3-2-6 0,-5-1 2 0,0 3 1 16,3-2 11-16,-5 0-1 0,0 2-4 0,7-2-10 0,6 1 11 0,0-2-12 16,1 0 4-16,-7 1 4 0,-3-2 0 0,-1 0-8 0,0 1 14 15,-6 0-10-15,-2 1 28 0,-3 2-4 0,0-1-9 0,5 0-10 16,-4 2 17-16,-4-2-15 0,-9 2 9 0,-4-1-6 0,-2 2-9 0,1-1-5 16,4 1 4-16,-4 1-3 0,-2 0 12 0,-6 0-1 15,-2 1-2-15,0 1-29 0,-3 0 22 0,-2 0-22 0,-1 1 26 0,-2 2-10 16,-1 0-16-16,1-2-22 0,-2 4-13 0,1-2 5 0,-1 3-19 15,0-2 3-15,0 2 1 0,0-1-36 0,0 3-1 0,2-2-12 16,0 3-27-16,2 0-8 0,0-1-9 0</inkml:trace>
  <inkml:trace contextRef="#ctx0" brushRef="#br0" timeOffset="33579.44">21857 8638 1 0,'-1'-12'0'0,"0"5"0"16,-1 2 0-16,2-2 0 0,-1 3 0 0,1 1 0 0,0-1 0 0,-1 1 4 0,1-2 7 0,-1 2 3 0,-1-2-10 0,1 1 30 0,-2-1-25 0,1 1 32 0,0 1-4 0,-1-2-13 0,-1 2-10 0,0-1 9 0,-1 2-6 0,0-2 10 0,-1 1 3 0,0 1-10 0,-1 0-6 0,0 0 18 0,-1 0-19 0,0 1 7 0,0 1-5 0,0 0-5 0,-1 0 4 0,2 0-6 0,1-1 6 16,0 1-11-16,3 0 2 0,-2-1-3 0,3 1-7 0,0-2 19 15,0 2-16-15,2 0 25 0,0 0 5 0,0-1-2 0,1 0-14 0,1 0 9 16,1-1-10-16,4 0 19 0,0 0 8 0,2 0-1 0,3-1 2 15,3-1 22-15,1 4-18 0,0-3 8 0,2 1-7 0,1 1-13 0,4-2-11 16,3 3 10-16,3 0-7 0,4 0 9 0,4 2 0 16,4-1-9-16,5-1-23 0,-2 1 22 0,3-1-22 0,-1 0 23 0,-1-1-5 15,3 1-9-15,0-1 6 0,1 1-5 0,4 0 7 0,5 1-4 16,1-1 1-16,-6 1-2 0,4-1-9 0,-5 0 13 0,-2 0-12 16,0 0 10-16,-5 0-1 0,1 0-6 0,7 2-9 0,0-1 7 15,0-1-5-15,-7 1 18 0,-7-1 1 0,-1 0-7 0,0 0-25 16,0 1 23-16,-3-1-22 0,-3 2 26 0,-2 2-1 0,-1-1-11 0,3 0-6 15,-2 3 1-15,0-2-3 0,0 3-3 0,-2 0-13 0,-4 1-10 16,-1 1-63-16,-10 1-13 0,-2 0-13 0,-2 2-107 0,-2-1 135 0,6 4-19 16</inkml:trace>
  <inkml:trace contextRef="#ctx0" brushRef="#br0" timeOffset="-151811.86">17284 5256 256 0,'-12'-15'6'0,"6"8"103"0,2 2-34 0,0 0 12 16,1 2-76-16,0 0 40 0,0 2-35 0,0 1 52 0,0 0-8 0,-1 0-17 0,1 0-3 0,0 0 8 0,0 1-5 0,-1 1 4 0,0 0-8 0,0 0-12 0,-3 3-10 0,2-2 13 0,-2 4-11 0,-1-1 15 0,0 1-4 0,0 2-6 0,-2 2-1 0,0 3 4 0,4 2-1 0,-1 0 11 0,-1 5-7 0,-2 0-6 0,-8 6-12 16,-1 5 6-16,-2 0-5 0,1 4 9 0,0-1-4 0,-1 2-1 15,-1 0-2-15,-2 0 1 0,-1 0 1 0,-2-1 4 0,0 0-4 16,1 0-4-16,-2 2-22 0,1 3 18 0,-3 4-16 0,-2 0 26 15,0 1-8-15,-4 1-11 0,1 2 0 0,-4 0 4 0,-4 1 1 16,0 2 15-16,-4 3-5 0,-44 65-14 0,89-117 21 0,-89 122-35 16,42-62 21-16,-5-3 0 0,-2-2-1 0,-4 5-10 0,-1-1 8 15,4 2-6-15,0 0 16 0,5-3-5 0,0-4-9 0,-5 1-1 16,5-3 1-16,-3-1-1 0,2-2 2 0,5-3-5 0,-2-2-1 0,6-1-9 16,4-2 5-16,4-5-1 0,2 1 15 0,1-5-1 15,0-3-7-15,0 2-14 0,3-6 7 0,9 1-9 0,3-4-5 0,3-3-1 16,3 0 0-16,-4-4-25 0,4-4 4 0,4-3-8 0,5-6-15 15,1-1-17-15,2-4-21 0,4-4-37 0,1-5-18 0,7-3-3 16,2-10 34-16</inkml:trace>
  <inkml:trace contextRef="#ctx0" brushRef="#br0" timeOffset="-151452.46">15453 5271 574 0,'-18'-18'13'0,"-1"5"-100"0,2 2 141 0,3 4-11 0,1 3-1 0,1 3-3 0,-1 1 8 16,2 1-1-16,1 3 16 0,3 0-4 0,1 1-11 0,3 0-33 16,0 3 31-16,2 1-30 0,1 1 37 0,2 3-1 0,3 2-10 15,3 6-3-15,4 1 3 0,1 4-2 16,5 9 22-1,3 1-8-15,9 5 1 0,5 10-22 0,9 3 5 0,6 5-7 0,1 2 13 16,-5-4-4-16,2 3 3 0,0 4-23 0,0 2 14 0,7 0-13 16,-1 0 23-16,0-4-5 0,0-4-9 0,3 3-10 0,-3 1 11 15,-6-1-7-15,-1-3 23 0,-5-1-10 0,1-6-9 16,4 1-2-16,1-2-2 0,-2-3 7 0,1 0 5 0,-1-2-3 0,-1 2-12 0,1 3-14 0,-7-1 13 16,-2-1-10-16,-4-2 20 0,0-3-3 0,1-2-9 0,-1 2-16 0,2 3 6 0,0 3-7 0,2-1 10 0,-1 0-3 15,1-3-3-15,4 1-16 0,1 0 8 0,1-1-11 0,-3 1-13 0,-1-1-15 0,3-4-17 16,4 2-74-16,9 1-44 0,3 2 1 0,8 5-480 0,2 0 443 15</inkml:trace>
  <inkml:trace contextRef="#ctx0" brushRef="#br0" timeOffset="-103315.43">23464 5317 256 0,'-72'-31'0'0,"33"16"220"0,2 6-94 0,-2 3 98 0,-4 0-200 0,-3 1 10 0,-5 0-3 0,3 0 23 0,-1 0-6 0,0-1-8 0,-2-1-16 0,0 1 10 0,0 1-13 16,-3-2 5-16,-2 2-2 0,-3-3-4 0,-2 2-13 0,-3-3 6 0,2 0-6 0,2 1 16 0,-1 3-5 0,2-1-3 0,-8-1-6 0,0 1 2 0,-6-2-4 0,-1 2-1 0,4 0 1 0,-3 0 0 0,-4-1-7 0,-1 4-2 0,-4-2 9 0,-4-1 10 0,6-1 3 0,-3-2-12 0,-6 2-11 0,-3-1 15 15,-6 2-13-15,-3 0 15 0,7-1-1 0,-2 2-6 0,-7 0-15 16,-1-1 11-16,-2 3-9 0,3-1 22 0,2 0-1 0,-1 1-6 16,-7-1-20-16,1 1 17 0,2 0-15 0,2-1 24 0,2 0-5 15,-3 2-10-15,-2-1-4 0,-2 1 5 0,1 2-2 0,-1-2 8 0,1 2 0 16,4 2-7-16,-5-1-6 0,0 0 11 0,-2 2-11 0,1-1 12 16,4 2-1-16,1 1-4 0,-8 0-8 0,1 1 7 0,1 1-4 15,1 1 8-15,5 0 3 0,-4-1-6 0,-3 2-5 0,1-1 1 0,2 1-4 16,2 1 10-16,4-2-3 0,5 0 6 0,0-1-13 0,2-2 7 15,3 2-5-15,1-1 16 0,8 2-1 0,5-1-5 0,5 2-20 16,4-1 0-16,3-1 11 0,5-1 17 0,5-4 2 0,5 1-17 0,4 0-5 16,2-2 5-16,9 1-2 0,3 0 11 0,5 0 1 0,2 1-3 15,0-1-11-15,0 0 12 0,0 0-12 0,3 2 10 0,1-1-3 16,2 2-3-16,5-1-6 0,-2 3 3 0,-1 0 1 0,-1 2 13 16,-6 0-4-16,0 1-4 0,0 1-11 0,1 2 14 0,-2 3-10 0,2 1 17 15,0 4-5-15,0 2-6 0,-1 3-4 0,1 3-2 0,-2 1 3 16,0 0 10-16,1 0-1 0,1-2 0 0,0 3-19 0,2-1 20 15,7 4-16-15,2-1 35 0,0-1-5 0,1 4-8 0,-7 3-4 16,3 2 10-16,0 5-4 0,1 6 18 0,2-2-7 0,2 3-9 16,1 1-8-16,1-5 10 0,0 1-9 0,0-4 14 0,-1-4-2 0,4 4-5 15,-2 3-16-15,2 1 11 0,1 0-10 0,3-3 19 0,0-3-4 16,0-3-9-16,2 3-11 0,0-3 11 0,0-2-8 0,0 0 14 16,1-1-6-16,0-1-8 0,0 6 0 0,2 1-1 0,0-3 1 15,-1 0 10-15,2-6-5 0,-1-3-3 0,-1 6-14 0,1-4 14 16,2-2-10-16,-1 1 20 0,0-4-10 0,3-2-10 0,1-1-8 15,2 3 9-15,0-3-3 0,3 3 14 0,2-4-2 0,2-3-8 0,5 2-11 16,3-3 12-16,5-2-11 0,2-1 13 0,-4-1 3 0,2-2 0 0,5-1-14 16,2-1 10-16,7-4-10 0,0-3 18 0,1 1-1 0,4-2-5 15,8 1-4-15,8 1 5 0,-3-1-6 0,4-4 3 0,-2 0 3 16,0-2 2-16,12 1-11 0,6-4 13 0,4 2-11 0,1-3 17 16,-2 1 0-16,0-3-9 0,7 3-11 0,10-4 13 0,1 3-10 15,2-3 17-15,0 0-4 0,3 2-3 0,11 0-7 0,1 0 3 16,0-2-1-16,3-2 14 0,-2 2-2 0,126-5-22 0,6 2 6 15,-127 4 21-15,-1 2 0 0,-3-1-21 0,8 2-4 16,0-1 9-16,1 2-4 0,2 0 18 0,-7 2-1 0,-2 0-6 16,5 0-7-16,1 3 5 0,1 0-6 0,0-1 4 0,-4-1 4 15,1 3-1-15,3 0-6 0,3 0 4 0,3 1-4 0,-3 0 7 0,-4 2-1 16,1-1-4-16,7 3-5 0,-1 0 6 0,-2 1-3 0,-1 0 8 16,-6-3 2-16,0-1-2 0,4 1-20 0,1 0 14 0,-2 1-12 15,-2 0 20-15,-5-1 1 0,-6-2-9 0,6 3-8 0,-4-4 11 16,-2 1-10-16,-4-2 13 0,-12-2-1 0,-1 1-4 0,1-2-7 15,-5 0 2-15,-8-2-2 0,-8-3 15 0,-7-2 0 0,1 1-1 0,0-3-20 16,-6-2 18-16,-5-1-16 0,-7-3 23 0,-8 2-5 0,-1-3-10 16,-2-1-1-16,1-1 0 0,-1-5 2 0,2 0 9 0,-3-2-3 15,-8 0-2-15,0-2-3 0,-1-3 2 0,-2 2-2 0,7 0 0 16,-6 2 2-16,-2 1 2 0,-1-3-11 0,-1-3 10 0,1-2-8 0,-1-3 12 16,1 1 0-16,2 1-6 0,3-1-9 0,-1-1 12 0,-2-4-10 15,-9 3 11-15,-3 1 0 0,-1 1-4 0,1 3-16 0,4 0 17 16,-2 0-14-16,-4-4 26 0,-4-1-7 0,-1-4-8 0,-3 0-11 15,-2-2 6-15,-4 3-4 0,0-4 11 0,-4-1-4 0,-1 2-12 0,-1-3 3 16,-4 1 4-16,-1-1 1 0,-5-2 8 0,-1-2 0 16,-5-2-3-16,-3-3-13 0,-5-3 18 0,-2 1-13 0,-2 3 17 0,5 6-2 15,-5 0-7-15,-5-3-11 0,-6-4 13 0,-6-1-8 0,1 3 18 16,4 2 2-16,-1 3-7 0,-2 2-6 0,-4 6 4 0,-1 5-4 16,-2 0 6-16,4 4 0 0,-1-3 0 0,-2 2-10 0,1 0 3 0,1 3-4 15,4 8 1-15,3 2-2 0,3 3-8 0,-4 0-29 0,-1 4 8 16,1 2-16-16,5 3-15 0,1 4-15 0,2 1-14 0,-3 4-63 15,-2 3-24-15,3 4-3 0,3 1 55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47:28.50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2059 15617 217 0,'4'-7'276'0,"-5"-4"-152"0,-2-1 168 0,1 3-197 0,1 4-63 0,1 1-11 0,0 2-7 0,1 2-7 0,0 0-6 0,0 0-7 0,2 0 5 0,-1 1 0 0,1 3 20 0,1 0 1 0,-2 2-7 0,0 0-13 0,-1 5 20 0,0-1-18 0,-1 1 27 0,0 1-6 0,0 1-11 0,0-1-4 0,0 5 10 16,0 0-5-16,0 1 25 0,0 1 0 0,2 1-5 0,-1 3-5 0,1 0 8 0,0-1-10 0,2 3-4 0,-2-2 2 0,1 0-2 0,1 4-2 0,-1-2 1 0,-1-1-3 0,2 2-4 15,-2-2-3-15,0 3-2 0,0 1-18 0,0-1 15 0,0 0-14 0,-1-1 19 16,1-4 0-16,0-2-8 0,0 2 0 0,1-2 1 0,-1 1-1 16,0 1 8-16,2-6-1 0,-2 2 1 0,0-1-6 0,0 1 5 15,-1 3-4-15,2-1 7 0,-2-1-2 0,1-2 1 0,0 0-10 16,1 0 0-16,0-2 0 0,3 1 8 0,-1-3-3 0,1-1-1 0,2 2-12 16,-2 1 11-16,2-3-8 0,0 4 20 0,2-3-3 0,0 1-7 15,2-2-2-15,-1 0 8 0,-1-3-6 0,1 0 5 16,-1-1 0-16,0 1-7 0,2-2-13 0,-1 1 19 0,1-2-18 0,2 2 23 15,-1 0-6-15,2-2-9 0,0 3 1 0,1-3-3 0,0 1 3 16,-2 0 7-16,2 1-4 0,-1 0-1 0,2-2-5 0,-1 1 0 0,2 0 0 16,3 0 4-16,-1-2 1 0,2 1-1 0,3-2-3 0,3-3-1 15,2 1 0-15,4-2 4 0,1 0 1 0,-1 3 3 0,3-1-19 16,0 0 16-16,0 1-14 0,0-1 19 0,-4 1 3 0,1 1-7 0,3 0-10 16,1 1 4-16,3 0-7 0,5 3 14 0,1-3-2 0,1 0-1 15,-5 3-7-15,0-3 3 0,-4 0-3 0,-1 2 7 16,1-3 3-16,-1 1-1 0,0-1-17 0,3 1 15 0,5-1-14 0,5 1 20 15,0 0-3-15,-4 1-9 0,1-3-7 0,-1 1 14 0,-1-1-9 16,5 1 13-16,-5-2-3 0,1 0-8 0,7 0-2 0,5 1 5 16,2 0-1-16,-3-1 13 0,-3 0-3 0,-4 1-6 0,0-2-7 0,3 0 6 15,-1 1-5-15,4 2 9 0,5-1-2 0,1-1-4 0,0 0-10 16,-4 1 10-16,-5-2-9 0,-1-1 20 0,-1 1-2 0,4 1-4 16,9-2-10-16,2 1 6 0,1 0-6 0,-2 0 9 0,-6-1 2 15,-3 0-5-15,7 0-6 0,1 0 8 0,8 0-8 0,2 0 7 0,-4 0 4 16,-3-1-2-16,-1-1-17 0,-2 2 22 0,8-2-19 0,4 2 24 15,0 0-6-15,-2 0-9 0,-2-2-4 0,-6 1 8 0,-1-1-3 16,5 1 8-16,3 1 2 0,2 0-8 0,1-1-4 0,-4-1 3 16,-6 1-3-16,-1-1 5 0,0 0-1 0,3 2-1 0,9 0-11 0,-4 0 13 15,-2-2-9-15,-6 0 22 0,-4 1 0 0,3 0-10 0,9 1-7 16,4-1 13-16,-1 1-12 0,-2-2 15 0,-6 0-6 0,-2 0-7 16,12 2-2-16,2 0 4 0,1 0-3 0,0-1 1 0,-9 0 4 15,-3-2-5-15,8 2-6 0,4 1 11 0,2-1-10 0,0 0 13 0,-7 1-3 16,-7-3-5-16,6 0-13 0,2 3 14 0,3-1-10 0,-1 1 26 15,-5-2-1-15,-8 2-8 0,3-2-8 0,2 2 13 0,3 0-8 16,77 2 31-16,-15-2-21 0,-72 1-15 16,2 0 1-16,7 3 9 0,-2-1-5 0,0-2-1 0,3 0-10 15,-6 0 10-15,-2 2-6 0,4-1 12 0,2 0-5 0,2 2-8 0,4-1-7 16,-3-1 7-16,-3 0-3 0,-2 1 19 0,0-1-4 0,3 2-6 0,5 0-13 16,2-1 9-16,-4-1-6 0,-4 2 18 0,-4-1-7 15,4 2-9-15,6 0 6 0,-3 0-6 0,-1-1 7 0,-7 1-1 0,-6-1 0 16,2 1 4-16,6 0-20 0,3 1 15 0,-1-2-12 15,1 1 20-15,-10-1-3 0,0 1-8 0,3-1 2 0,5 1 0 16,4-1 2-16,-3 1 4 0,2-2-4 0,-9 1-1 0,3 0-12 0,1-2 11 16,2 3-8-16,5-2 19 0,-4 1-2 0,5-2-9 0,-2 1-10 15,-2-1 11-15,3 2-8 0,3-3 20 0,-1 3-3 0,1 0-5 0,0-1-8 16,-6-1 3-16,-1 3-3 0,3-2 5 0,0 2 3 0,1 0-2 16,2 0-11-16,-7-1 15 0,-5 1-10 0,-3-1 11 0,-2 0 8 15,7 0-13-15,3 1-6 0,-3-3 7 0,-2 4-9 0,-5-4 9 16,-5 1 0-16,3-1-3 0,5 1-1 0,4-1 4 0,3 0-4 15,0-1 0-15,-5-1-2 0,-6 1-3 0,4-1-4 0,4 0 10 0,4 0-5 16,3 0 12-16,-4 0 2 0,-2 0-7 0,0-2-14 0,-4 2 17 16,5-3-15-16,0 0 19 0,-48 1-3 15,285-4-3-15,-247 4 0 0,-4 1 3 0,6 1-3 16,1-1-9-16,-2 1 12 0,0 0-11 0,-6-2 14 0,-6 2-1 16,3 0-7-16,0 0-2 0,3 0 0 0,4 2 0 0,2-1 3 15,-5 2 2-15,1-2-3 0,-1 0-2 0,1 0 1 0,2 1-2 16,3 0 3-16,3 1-1 0,2 1-1 0,4-2-7 0,-2 2 8 0,-5 0-6 15,-3 1 11-15,1-1-4 0,2 0-6 0,9-1 3 0,2 3 0 16,-2-3 1-16,-4 0-1 0,-8 0 1 0,-4 0-3 0,5-1-6 0,4 0 11 16,1 1-8-16,-2-1 10 0,-2 0 0 0,-5-1-4 0,-1-1-9 15,0 1 11-15,-2-1-8 0,2 1 14 0,3-1-1 0,-1 0-8 16,1 0-12-16,-3 0 13 0,-5 0-12 0,-4-1 20 0,-1-1-1 16,-2 0-5-16,5 2-11 0,3-1 9 0,1 0-7 0,-1-2 15 15,-5 2 0-15,-3-2-5 0,0 3-9 0,-1-1 7 0,1-1-6 0,0 2 10 16,0-2-3-16,4 2-7 0,7 0-3 0,2 0 8 0,-6 0-3 15,0 2 11-15,-7-2 0 0,-1 0-4 0,2 0-11 0,-2 0 8 16,-1-2-6-16,2 1 12 0,1-2-2 0,2 2-5 0,0-3-8 0,-5 0 8 16,-4-1-7-16,-1-1 14 0,-2 0-4 0,0-1-3 0,-1 1 2 15,-4-1-2-15,-3-2 2 0,1 0-4 0,-3 0 2 0,1 1-1 16,0-1-10-16,0-2 14 0,-1 0-11 0,-1-3 14 0,-4 1-1 16,-3-2-6-16,-1-1-11 0,-7 2 12 0,0 0-10 0,1 0 20 15,0 0-4-15,9 1-6 0,-4-4 0 0,1 2-2 0,1-2 3 0,-3 1 2 16,-1-2-3-16,0-1 0 0,-1-2-10 0,0-1 10 0,-1 3-5 15,1 0 17-15,-1 1-9 0,0-1-8 0,-1-2 3 0,1 0 0 16,-1 0 4-16,-1-1 6 0,0 2-4 0,-1-1-4 0,1 2-7 16,-2-3 6-16,1 1-5 0,-2 1 11 0,-1 3 0 0,1 1-3 0,1 2-2 15,0-3 4-15,0 1-4 0,0-1 2 0,-3-1-2 0,1 2-3 16,-1-5-2-16,1 2 4 0,1-2-2 0,0 2 4 0,-1 0 1 16,0 2-3-16,1-1-4 0,-3 2 8 0,1 0-5 0,-2-1 6 15,0 1-2-15,-2 1-5 0,1 2-2 0,-2-1 3 0,-2 0-2 16,0 0 5-16,-1 1 3 0,-3 0-2 0,1 2-17 0,-3-1 12 0,-1 2-13 15,0 1 26-15,0 2-5 0,0 0-5 0,1 3-4 0,0-2 3 16,-2 2-3-16,0 0 5 0,-1 0-3 0,-1 0-6 0,0 2 5 16,0-2 0-16,-3 0 2 0,1 1 6 0,-2 1-5 0,0-1-1 0,-2-1-7 15,0 3 0-15,-1-1 2 0,0-1 9 0,-2 2-1 0,-2-1-1 16,0 1-7-16,-4-1 5 0,-1 0-5 0,-2 0 7 0,8 0-1 16,-3 1-1-16,-3 0-3 0,-2 1 6 0,-6-1-2 0,1-1 3 15,4 0-1-15,-1 1-4 0,2 1-5 0,-2-2 11 0,1 1-7 16,-3-2 3-16,-2 1 4 0,-1 1-8 0,-1-5-8 0,6 3 18 15,-2-3-14-15,-1 1 18 0,2-2-1 0,-4 0-9 0,1 0-3 16,2-2 3-16,0 1-3 0,3-2 6 0,-1 1-1 0,2-1-1 0,-5-2-9 16,-1 0 7-16,-2 4-4 0,5-4 11 0,0 3-2 0,-2 0-8 0,-3-1-1 15,-6 3 5-15,3 1-2 0,2 1 5 0,5-1-2 16,2-3-1-16,-3 0-16 0,-1 2 11 0,-2-1-8 0,-1 2 19 0,-2 0-1 16,4-2-5-16,-4 2-9 0,-2-2 12 0,0 2-8 0,-3-2 9 15,5 3 0-15,1 0-10 0,0-2-4 0,-1 1 8 0,-2-1-6 16,-2 1 10-16,5 2-2 0,-1-2-3 0,-3-1-4 0,-1 2 0 15,-3-2 1-15,3 1 6 0,3 1-2 0,4 0-1 0,-2 1-3 0,-1-1 8 16,-1 1-4-16,-1-1 4 0,7 1 0 0,-2 1-4 0,-2-1-11 16,-2 0 13-16,-3 0-10 0,4 2 20 0,3-2-5 0,4 0-5 15,-2 1-1-15,-1 1-2 0,-2-2 3 0,-1 3-1 0,0-2-2 16,3-1-1-16,-5 2-15 0,-2 0 17 0,0-2-12 0,-4 1 25 0,7 0-2 16,1-1-10-16,1 0-4 0,-3 3 5 0,-2-3-4 0,-4 2 2 15,7 0 2-15,-7 1 2 0,-2-1-6 0,-2-2 3 0,-1 2-4 16,4-1 12-16,8 1-3 0,0 0-2 0,-1 1-6 0,-3 1 4 15,-1-3-5-15,3 0 5 0,0 1 2 0,2-1 1 0,-3-1-13 16,-2 1 10-16,2 0-10 0,4-1 15 0,2 0 2 0,-1 3-7 0,-1-1-2 16,-4-1 6-16,-2 2-5 0,2-1 4 0,-1 1-3 0,0 0-1 15,-1-2-8-15,-3 2 9 0,3 1-5 0,4 0 15 16,1 1-1-16,-1 2-7 0,-3-1-13 0,-2 2 12 0,6 0-10 0,-4-1 17 16,2 0-7-16,0 0-8 0,-4 0 4 0,2 0 1 0,6 3 2 0,0-3 9 15,1 1-6-15,-2 0-3 0,-6 1-13 0,-1-2 3 0,1 2-3 16,-2-3 10-16,1 2 2 0,-2-1-1 0,-5-1-10 0,5 1 8 15,-2 1-8-15,-2-2 22 0,-2 1-3 0,1-1 0 0,-6 1-19 16,1-2 12-16,0 1-11 0,0-1 21 0,6 1-5 0,2 0-7 0,-4 2-8 16,-1-3 8-16,3 1-3 0,-2 2 16 0,5-2-5 0,0 0-5 15,-2 2-6-15,5-1 2 0,4-1-4 0,1 2 1 0,2-2 3 16,-2 2 0-16,-1 0-9 0,3-1 11 0,-1-1-9 0,-2 1 10 16,1-1 3-16,-4-2-6 0,3 3-14 0,2 0 20 0,1-1-16 15,-1 1 24-15,0-2-4 0,-2 0-11 0,-4 0 4 0,2 1 1 0,-2-1 1 16,0 0-2-16,1 1 2 0,-1-2-2 0,2 1-6 0,2 1 10 15,-1 0-9-15,-3-1 9 0,1 0-4 0,-3-1-6 0,-1 0-10 16,2 0 13-16,0 0-7 0,2-1 15 0,1 0 1 0,2-1-10 0,1 1 2 16,0 1 4-16,-4-1-3 0,0 0 4 0,3 1-3 15,-6-2 1-15,-3 1-10 0,0-2 6 0,-5 2-3 0,6-1 15 0,7 2 1 16,-1-2-7-16,-6 1-15 0,-2-1 19 0,4 0-16 0,-6 0 22 16,3 0-6-16,2 0-8 0,-6-1-3 0,6 1 4 0,5 0 0 15,0 0 5-15,-2-1-1 0,-1 1-5 0,1-2-4 0,-5 0 8 16,1 0-5-16,2-1 6 0,-3 3 0 0,7-2-4 0,1 0-13 0,-4 1 21 15,0-1-16-15,-5 2 19 0,3-1 3 0,-1 1-15 0,0-2-4 16,0 1 11-16,3 0-11 0,0 0 15 0,4 0-3 0,-1 3-1 16,-6 0-7-16,0-1 1 0,-2 1 0 0,3 0 8 0,1 0-3 15,2 0-5-15,-1 0-1 0,0 0 1 0,6 0 0 0,1 0 3 16,1 1-2-16,-1-1-2 0,-3 0-3 0,-1 0 2 0,3 0-2 16,-2 0 5-16,3-1 0 0,-1 0 1 0,-4-2-17 0,6 2 15 0,-1 0-10 15,2 1 23-15,1-2-2 0,-6 2-9 0,-4 0-9 0,1 0 4 16,-6 0-6-16,1 0 13 0,5-1-2 0,-2 0 1 0,3 0-13 15,2 1 11-15,-1 0-7 0,-1 0 14 0,-1 0 2 0,-3-2-6 16,-1 1-9-16,-1 0 3 0,2-1-5 0,2 2 11 0,2-1 0 0,3 0 2 16,-3 1-16-16,-1-1 10 0,-2 1-9 0,-5-2 20 0,3 1-7 15,-1-1-4-15,-2 2-4 0,2-3 5 0,-1 2-1 0,5-1 11 16,3 2-5-16,-2 0-6 0,-5 0-10 0,-4 0 11 0,-1 0-8 16,0 0 15-16,3 0-1 0,4 0-7 0,-2 0-1 0,4 0 0 15,-1 2 0-15,-4-1 1 0,2-1 5 0,0 0-3 0,-4 0-10 0,3-1 16 16,2-1-16-16,-1 0 17 0,7 1-5 0,3-1-6 0,-4 1-3 15,-3 1 4-15,-3-1 0 0,2-1 11 0,-4 1 2 0,1 1-6 0,-2 0-13 16,-2 0 13-16,6 0-11 0,0 3 19 0,2 1-4 16,-5-2-3-16,-4 2-9 0,0-1-2 0,-3-1 1 0,3 2 1 0,4-2 3 15,2 1-1-15,2 2-7 0,0-2 12 0,-3 1-12 0,-1-1 11 16,2 0 2-16,-4-2-1 0,-1 2-12 0,1-1 6 0,0-2-7 16,6 2 17-16,3-1-2 0,-1 0-3 0,-6 0-8 0,-2 2 6 15,0-2-6-15,-2 1 8 0,2-2 0 0,3 0-2 0,-1 2-17 0,4-1 18 16,1 2-15-16,-4 0 21 0,2-2 2 0,0 1-11 15,-6 0-1-15,3 0 7 0,0 0-7 0,3-2 3 0,6 1 3 0,5 0 0 16,0 0 1-16,-4-1-3 0,0 2 2 0,-1-2-3 0,4 0-1 16,-3 0 1-16,-3 0-4 0,1-2 9 0,-2 2-7 0,5-1 10 0,6 0-4 15,1 1-4-15,-1-1-3 0,-3 1 6 0,-3 0-3 0,-1 0 11 16,4 0-1-16,-1 0-7 0,-3-2-13 0,0 2 13 0,-2 0-10 16,4 2 16-16,5-2-2 0,0 1-9 0,0 0-12 0,-1 2 16 15,-4-1-12-15,1 0 26 0,2-2-8 0,4 1-10 0,-4-1-6 16,-1 0 6-16,1 0-1 0,-5-1 13 0,7-1 0 0,3 1-5 0,2-2-11 15,2 2 11-15,-2-1-9 0,1 0 19 0,-4 0-3 0,0-1-7 16,-2 1-9-16,4 0 9 0,-3 0-7 0,1-1 12 0,-1 1 0 16,-5 0-4-16,6 0-8 0,1-1 6 0,5 1-6 0,0 0 9 0,4 0-3 15,2-2-4-15,-4 1-5 0,2 3 4 0,1-2-2 0,-3-1 3 16,3 1 3-16,-2 0-5 0,3 0-14 0,1-1 18 0,2 2-14 16,-1-2 20-16,1 2-2 0,1 0-8 0,0-2-2 0,2 2 2 15,3-1-3-15,-1 2 7 0,3-2-1 0,1 1-3 0,-1 0-6 16,0 1 4-16,1 0-6 0,0-2 2 0,1 2 0 0,0 0-5 0,0 0 1 15,0 2 6-15,0-2-4 0,-1 1 6 0,0 0 2 16,0-1-2-16,0 2-13 0,1-1 15 0,0-1-11 0,0 1 19 0,-1 0-1 16,2 1-7-16,-2-1-8 0,-1 1 9 0,1-2-7 0,-2 3 13 15,1 0-4-15,-2-1-3 0,-3 1-3 0,-1 1-2 0,1-1 3 0,2 1 2 16,0 0-4-16,1 0 1 0,-3 0-20 0,1 0 10 0,-3 1-8 16,2-1 14-16,0 1-6 0,-1-1-8 0,0 1-15 0,2 0 3 15,-1 1-3-15,0-1-5 0,1 0-7 16,2 1-12-16,-3 0-49 0,2 0-14 0,-2-2-14 0,1 3-168 0,2-2-74 0,-1 0-75 0</inkml:trace>
  <inkml:trace contextRef="#ctx0" brushRef="#br0" timeOffset="928.76">1690 16177 1824 0,'-19'-9'47'0,"0"2"-53"0,1 0 4 0,4 3 2 0,1-1 0 0,1 1-11 0,-1-1 7 0,2 1-7 0,-1-2 16 0,-2 0-5 0,0 1-6 0,-3-3-3 0,0-1 3 0,0 0 0 0,0-1 8 0,1-1 1 0,1 2-3 0,-4-2 3 0,-2-1 3 0,1 0-1 16,-1-2 1-16,3-1 0 0,-1-1-2 0,0-1-5 0,-1-2 6 0,-1-2-4 0,1-3 12 0,-1-1-3 0,1-1-3 0,-2-1-10 15,0 1 11-15,2 0-7 0,-1-3 18 0,2 1-1 0,2-1-9 0,1-1-8 16,-1 1 8-16,0 1-8 0,0 0 6 0,2-2 0 0,1 2-6 15,-1-4-9-15,2-1 16 0,-1-6-13 0,-1 0 15 0,-1 1 0 16,-2 3-8-16,-1-4-12 0,0 2 15 0,0-3-12 0,3-1 16 16,-1 4-3-16,4-2-9 0,-1-2-3 0,-1-5 5 0,3-1-2 0,-1-5 8 15,0 2-1-15,1-1-3 0,0 0-17 0,-1-1 16 0,2 1-13 16,0 0 20-16,1-1-7 0,-2-5-10 0,1-6 10 0,0-1-3 16,-1 0 4-16,0 3-1 0,2 5-2 0,-1-1-1 0,1-4-7 0,0-2 12 15,-4-2-7-15,5 0 15 0,-1 3-7 0,2 3-11 0,3 0-1 16,-1 0 7-16,1-2 0 0,0-2 11 0,2-1 0 0,-2 0-4 15,1-1-17-15,-1 1 13 0,2 2-11 0,2-2 20 0,1-1-5 16,0-1-8-16,0-6-10 0,-1 1 15 0,-3 2-9 0,4 4 21 16,0 1-4-16,0-3-10 0,3-3-1 0,-3 0-1 0,0-3 0 15,0 5 4-15,-2 6-1 0,2 1-1 0,3-3-3 0,0-1 6 0,0-2-3 16,-1-2 0-16,-1 6 6 0,0 3-8 0,1-1-3 0,1-2 12 16,3-1-12-16,1-2 5 0,-2 1 5 0,0 0 0 0,-1-2-4 15,1 2-1-15,3 1-1 0,2-1-4 0,-1 1 5 0,3-2-3 0,-3-3-11 16,0 1 23-16,2 4-18 0,-1 2 22 0,2 5-2 0,-1-2-9 15,1-1-16-15,1-1 20 0,0-2-16 0,1 6 22 0,0 1-2 16,1 3-10-16,0 1-5 0,2 0 16 0,1 0-12 0,0-6 18 16,1 3-3-16,2-1-10 0,0-3-5 0,2 4 8 0,6 0-5 0,0 2 20 15,1 3-5-15,1-4-5 0,2-6-18 0,3 1 17 0,6-2-13 16,6 4 19-16,3 4-3 0,4 3-11 0,6-1-4 0,-2 2 7 16,-2-4-6-16,0-2 3 0,-3 4 1 0,1 1-5 0,3 2 0 15,3 4 3-15,-1 1-2 0,1 5 5 0,-6 5-3 0,-4 2-3 0,-3 3-4 16,-7 0 6-16,-1 2-3 0,-3 5 5 0,-2-1-1 0,-3 4-6 15,-1 0-20-15,-3 3 0 0,-3 1-9 0,-3 3-18 0,-4 2-5 16,-1 0-8-16,0 1-31 0,-2-7-11 0,2 3 0 0,0-1-29 16,-2 0 0-16,-2 0-3 0,-1-2-88 0,-1 1-10 0,-1 1-29 15</inkml:trace>
  <inkml:trace contextRef="#ctx0" brushRef="#br0" timeOffset="1262.86">1672 8190 975 0,'-27'0'58'0,"1"1"-50"0,6 2 68 0,5 1-17 0,4-1-21 0,4-1-17 0,3 1 1 0,2 0-4 0,2-2 1 0,3-1 5 0,3 0 5 0,5-1-16 0,7-3 21 0,6 2-19 0,5-5 13 0,7 1-8 0,3-1-14 0,7-2 6 0,2-1-7 0,2 0 7 0,-1-2-8 0,-2 1 0 0,0-1-2 0,7 2-15 0,5 0 23 16,2 0-20-16,5 1 22 0,-5 0-1 0,0 1-11 0,-5 0-2 15,-3 5 0-15,-6 1 0 0,-1 5 13 0,-4 3-4 0,-3 4 0 0,-2 5-10 16,-3 0 3-16,-6 4-1 0,-6 3 15 0,-4 1 0 16,-4 1 0-16,-5 4-6 0,-3 4 7 0,-2 4-2 0,-4 3 31 0,-5 0 7 15,-5 4 4-15,-4 0-21 0,-5 2 11 0,-3 0-17 0,-1-2-5 0,-2-2-7 16,-1-2-8-16,-3 0 13 0,1 1 3 0,-3-2 1 0,5 3 0 16,0 0-10-16,1-1-8 0,0 4-15 0,1-3 10 0,0 1-6 15,2 1 17-15,2-6-12 0,1 3-12 0,0-4-17 0,4 0-18 16,0 0 7-16,6 0-46 0,4-3-14 0,5-1-8 0,6 0-111 0,4-1-48 15,5-1-11-15,7-2 44 0</inkml:trace>
  <inkml:trace contextRef="#ctx0" brushRef="#br0" timeOffset="2096.26">3172 3624 318 0,'-11'-2'48'0,"2"1"49"0,5-1-86 0,2 2 8 0,1 0-23 0,1 2 20 16,3-1-3-16,0 1-12 0,3 0-20 0,1 3 33 0,4-1-23 0,0 3 48 0,0-1-4 0,4-3-14 0,0 2-19 0,2 1 21 0,1-1-17 0,-2 2 33 0,-3 1-4 0,2 0-10 0,6 2 0 0,3-1 7 0,7 0-5 0,2 0 9 0,-4-1-8 0,5-1-3 0,4 0-5 0,5-1-3 0,7 2 5 0,6-1 10 16,3 0 0-16,-1-2-1 0,4 0-18 0,-2-2 23 0,6-2-20 15,8 1 22-15,4 1-11 0,9 0-11 0,4-3-4 0,-1 0-5 0,-1-2 7 16,7 1-1-16,2 1 0 0,-3 0-5 0,2-1-20 0,-8 1 27 16,3 0-24-16,6 0 25 0,-5 0-2 0,-1 0-11 0,1-2 2 15,0 1 12-15,4 1-7 0,1 1 23 0,-6-1 1 0,-3 0-7 0,2-1-14 16,7 1 20-16,-1 0-19 0,-1 0 22 0,-9 0-1 0,-6 0-4 15,5-1-31-15,2 1 26 0,-1 0-25 0,-1 0 29 0,-9-1 0 16,-8-1-13-16,2 1-13 0,0 1 18 0,-2 0-17 0,0 0 24 16,-9 0-2-16,-5 0-5 0,-2-1-19 0,-5 1 5 0,0 0-8 15,-5 1 6-15,0 2 0 0,-1-1-4 0,3 2-10 0,-5-1 12 0,-7 0-10 16,-3 1 11-16,-4-1-9 0,-3 1-13 0,5 0-34 0,-2-1-7 16,-6 1-7-16,-2 0-69 0,-4 1-16 0,-2 0-27 0</inkml:trace>
  <inkml:trace contextRef="#ctx0" brushRef="#br0" timeOffset="7545.51">4181 8576 294 0,'-5'-9'29'0,"1"2"28"0,-1 2-3 0,2 0-13 0,-2 2 12 16,3-1-9-16,0 2-5 0,0 0-4 0,-1 0-12 0,2 0 10 0,0 1-7 0,0 0 21 0,1 0-4 0,0-1-7 0,0 2-23 0,2-1 6 0,0 0-11 0,2-2 2 0,1 1-4 0,1 0-3 0,2 1-3 0,2-1 4 0,1 0 1 0,3 0 18 0,1 0-1 0,1 2-8 0,-5-2-7 0,2 1 17 0,-1-1-14 0,3 0 10 0,7 2-1 0,1 1-8 0,0-1-3 16,0 1 6-16,-3-2-3 0,2-2 11 0,1 1-4 0,2-2-6 0,4 2-15 15,1-2 15-15,1 0-14 0,1 1 15 0,-2 2-2 0,-1-2-8 16,3 2-3-16,-3 0 0 0,-1 0 1 0,-8-2 16 0,-3 0-5 15,-1 1-3-15,3 1-13 0,2-1 17 0,1 1-14 0,-3-1 18 0,-3 0-7 16,-1 1-7-16,1 0-3 0,0-1 0 0,-2 2 1 0,1 0 9 16,-2-1-2-16,-1 1-5 0,-2 0-11 0,-1 1 13 0,-1-1-11 15,-2 2 13-15,0-1-4 0,-2 2-3 0,1-2-13 0,-3 0 13 16,0 2-7-16,-1-3 23 0,-1 1-5 0,2 0-11 0,-2 0-4 16,0 1 14-16,-2-1-8 0,0 2 23 0,-1-2-5 0,-2 1-5 0,0 1-4 15,-3 0-3-15,-2 0 2 0,0 1 4 0,-3 0-4 0,-1 2-2 16,-4 0-12-16,0-4 8 0,-2 1-6 0,-1-1 12 0,1 1-5 15,-3 1-5-15,-4 1 1 0,-1-1-5 0,-3 2 6 0,3-2 5 16,-1 1 1-16,-4-1 0 0,-1 1-25 0,-5 0 24 0,2 0-22 16,3 0 27-16,2 0-2 0,2 2-10 0,1-2-5 0,2 1 6 0,1 0-4 15,-1-3 6-15,0-1 2 0,2 0-5 0,0 1-10 0,4-2 14 16,9 0-11-16,1-1 14 0,0 0 1 0,1 0-2 0,-4 0-20 16,0-1 14-16,2 0-11 0,2-1 27 0,2 2-4 0,0-1-10 0,0 1-3 15,2-1 3-15,-1 0-3 0,2 1 4 0,3 0-3 0,1 0-2 16,0-2-1-16,1 2-2 0,-1 0 5 0,1 0 1 0,1 0-2 15,0 0-6-15,2 0 1 0,3 0 0 0,1 0 1 0,0 0 2 16,2 0-3-16,2 2 0 0,1-2-42 0,1 2 4 0,3-1-17 16,0 2-75-16,-2 0-60 0,-3-1-58 0</inkml:trace>
  <inkml:trace contextRef="#ctx0" brushRef="#br0" timeOffset="9044.95">5460 8721 119 0,'-6'0'26'0,"0"0"-32"0,2 0 76 0,1 1-15 0,0 1-19 0,0-1-8 0,1 2 24 0,1-1-17 0,-2-1 24 0,2-1-10 0,0 2-13 0,1-1-19 0,-1 0 10 0,1 0-9 0,0-1 16 0,0 2 0 0,0-1-5 0,1 2-3 0,1-3 5 0,0 2-7 0,0-1 2 0,0 1-3 0,1-1 1 0,2 0-25 0,0-1 16 16,1 2-13-16,0-2 33 0,2 0-3 0,-2 0-10 0,3 1-16 16,0 0 20-16,1 0-18 0,0 1 26 0,3-1-4 0,-1 0-4 15,2 1-8-15,0-2 9 0,2 0-5 0,1 0 6 0,1 0 0 16,1 0-11-16,2 0-18 0,2 0 21 0,-1 0-20 0,-1-2 20 0,-3 1 4 15,-5-2-8-15,-1 1-16 0,3 1 9 0,0-2-12 0,8 0 19 16,-3 1-4-16,-1 1-4 0,0-3-10 0,-2 0 18 0,1 1-15 16,1 1 19-16,0-2-5 0,0 1-12 0,4 0 8 0,2-1-6 15,-1 1 8-15,3-1 3 0,1 0-3 0,3 3 1 0,3-3-26 16,1 2 20-16,0-1-17 0,-6-1 24 0,-2 1-5 0,1 0-10 0,1-1 4 16,4 0-1-16,-2-1 4 0,-1 0 3 0,-1 0-1 0,1 2-3 15,2 1-10-15,0-1 17 0,3 2-14 0,0 0 14 0,0 1 0 16,-1-2-6-16,-5 2 2 0,-3 0-6 0,1 0 6 0,0 0 4 15,3 0-5-15,-2-1 3 0,-3 1-20 0,1-1 12 0,-2 1-9 16,1 0 19-16,-2 0-2 0,1 0-9 0,0 1-11 0,3 0 21 0,3 1-16 16,-1-1 21-16,3 2 4 0,2-1-13 0,-1-1-8 0,-5 1 16 15,0-1-16-15,0 0 20 0,0 1-6 0,3-1-9 0,0-1-14 16,-2 1 9-16,-1-1-5 0,0 0 24 0,-2 0-5 0,0 1-6 0,-2-1-15 16,2 2 10-16,0-2-10 0,-2 1 13 0,-2-1-2 0,-1 1-4 15,0-1-8-15,-6 0 9 0,-1 0-5 0,-3 0 18 0,-6 0-4 16,-3 0-5-16,1 0-6 0,-3 0 1 0,5 0 0 0,-3 0 1 15,0 0 1-15,-1 0-2 0,0-1-21 0,-1 1 3 0,1 0-10 16,1-1-22-16,-1 1-18 0,2 0-23 0,0 0-80 0,4 0-22 16,1 1-21-16,2 1 29 0</inkml:trace>
  <inkml:trace contextRef="#ctx0" brushRef="#br0" timeOffset="11895.6">8934 8697 284 0,'-4'-1'20'0,"0"-2"4"15,2 3-2-15,1 0-4 0,1 0-10 0,0 0 1 0,0 0-4 0,0 0-13 0,2 1 35 0,0-1-27 0,2 2 42 0,0-2-10 0,2 0-16 0,2 0-9 0,1 0 1 0,1 0 0 0,0 0 13 0,2 0-6 0,2 1-6 0,0-1-4 0,4 1 24 0,1-1-15 0,5 0 40 0,2 0-5 0,5 0-11 16,3-1-8-16,1 0 6 0,-5-2-4 0,3 0 12 0,-2 1-5 15,2-1-8-15,5-1-10 0,0 1 15 0,0 1-14 0,3 0 8 16,0 0-3-16,3 2-4 0,6 0-12 0,3 0 6 0,-2-1-4 0,-1 0 22 16,-4 0-9-16,0-2-9 0,6 2-18 0,0 0 17 0,2-1-15 15,3 2 20-15,0 0-9 0,-4 2-11 0,4-2 2 0,-3-2 0 16,-1 0 2-16,3 0-1 0,-5 1 1 0,0 1-2 0,4-1-9 16,1 1 6-16,-6 0-6 0,-1 0 11 0,-5-1-1 0,-2-2 0 15,5 2-3-15,-6-1-4 0,-1 1 3 0,-3 1 3 0,-4 0-2 0,3 0-1 16,2 0-3-16,1 0 4 0,-3 0-3 0,-3 0 1 15,-9 0-7-15,-4 0-7 0,4-1-42 0,-5 0-9 0,2-1-9 0,-1 1-84 16,-6 0-42-16,-2-2-45 0</inkml:trace>
  <inkml:trace contextRef="#ctx0" brushRef="#br0" timeOffset="13911.33">12293 8665 712 0,'-7'-12'-59'0,"4"8"130"0,2 4-25 0,1 0-20 0,0 0-32 0,2 2 11 0,1 0-9 0,3 1 40 0,1-1-5 0,0 0 0 0,3 2-10 0,2 1 4 0,2-3 0 15,2 2 6-15,1-1-3 0,0-2-13 0,3 3-19 0,4 0 24 0,1-1-23 0,3 3 24 0,3-3 0 0,2 2-6 0,8 3 1 0,4-1 6 0,0-2-3 0,-4 2 20 0,-3-2-3 0,2 1-2 0,0-1-17 0,7-1 18 0,-1 2-16 0,3-3 19 0,3 2-11 0,3-2-11 0,3 3-6 16,-2-3 5-16,-1-1 1 0,-3 0 6 0,-3 0-4 0,1-2-9 0,1 0-11 16,3 0 17-16,4 0-14 0,0-2 27 0,-8 1-6 15,2 0-5-15,-4-1-3 0,-2 0 4 0,5-2-1 0,-6 1 12 16,-2 1-7-16,2 1-4 0,6-2-6 0,0 1 2 0,-3 0-2 0,-7 0 4 16,-4-1-2-16,-2 1-2 0,0 0-17 0,1 0 6 0,-5-1-5 15,-2 1 18-15,-2 2-5 0,-1-2-3 0,1 1-7 0,-1 0 1 0,1 1-2 16,1-2 1-16,0 2-2 0,-1 0-2 0,-1 0-5 0,-3 0 0 15,-6 2 0-15,-1-1-12 0,-3 2-8 0,2-2-14 0,6 3-26 16,-3 0-7-16,-2-1-4 0,-2 3-46 0,-4-1-25 0,-1 0-19 0,0 1-138 16,-4 1 179-16</inkml:trace>
  <inkml:trace contextRef="#ctx0" brushRef="#br0" timeOffset="21094.96">21873 7347 217 0,'1'-2'339'0,"1"1"-182"0,-1-5 215 0,0 4-246 0,-1 1-62 0,0-1-23 0,1 1 36 0,-1 0-6 0,0 1-11 0,0-1-26 0,0 1 10 0,0 0-22 16,0 0 2-16,0 0 1 0,0 1-12 0,0 1 10 0,-1 1 7 0,1-1-8 0,0 2 17 0,-1-1-1 0,1 2 1 0,0 0 3 0,2 0 3 0,-1 0-5 0,2 3 17 0,-2 0-12 0,1 2-6 0,0 3-19 15,-1 0 5-15,1 1-9 0,-1 4 7 0,0-2-3 16,-1 2-6-16,0 4-8 0,0-2 3 0,-1 0-6 16,0 5 8-16,-1 1-1 0,1-2 0 0,0 4-2 0,0-6 5 0,0-1-6 15,1 2 6-15,0 0-6 0,0 4-6 0,-1-1 1 0,0 3 5 0,0-1-1 16,1 0 12-16,0-1-6 0,0 2-5 0,1 5-17 0,-1 4 12 16,-1-2-10-16,-1 1 22 0,1-5-3 0,0-4-7 0,0 3-12 15,0 0 12-15,0 2-9 0,0 3 17 0,0-3-2 0,-1-2-8 16,2-3-5-16,0-1 3 0,0 0-3 0,0-1 7 0,0 5 2 0,0 1-1 15,0-1-4-15,-2 2 4 0,1-5-4 0,-1 1 3 0,2-3 0 16,-1-3-4-16,0 3 3 0,-1-2 0 0,1-1 0 0,1 0-1 16,0-1-2-16,3 1 0 0,-1-2-6 0,1 1 10 0,-1 1-6 15,2 1 14-15,-1-1-2 0,1 3-6 0,0-5 1 0,2 2 2 16,-1-2-1-16,1-3 0 0,0 0 0 0,-1 0-4 0,2 0-7 16,0-1 8-16,-2 1-6 0,1-1 13 0,-1-3-5 0,1-1-4 0,0 0-11 15,0-2 8-15,1 1-5 0,-1-2 16 0,0 0-3 0,0-2-6 16,2 1-12-16,0 0 13 0,0-1-8 0,1 1 17 0,-1-3-5 15,-2 2-7-15,3-1-4 0,0 1 7 0,2-2-3 0,2 1 9 16,-1 0-2-16,1-1-5 0,-1-1-5 0,-4 0 8 0,0-1-6 0,-1 2 12 16,2-3-3-16,7 0-6 0,2 1 2 0,1-2 0 15,1-1 1-15,0 0 1 0,-1 0-1 0,-1-1-1 0,2 0-1 0,1-1 8 16,3-1-5-16,3 0 3 0,0-2-1 0,3 1-6 0,6-1 2 16,3 0 0-16,4 1 0 0,1 1 0 0,-7-3 1 0,1 2 1 0,1-1-12 15,-1 0 9-15,4-1-8 0,-3 0 16 0,-1-1 0 0,3 2-3 16,6-1-7-16,5 0 7 0,3 0-6 0,-5-3 11 0,1 2 3 15,-4-1-3-15,2-1-19 0,4 1 20 0,2 0-17 0,1-2 33 16,5 2-8-16,4 0-9 0,-2 0-11 0,-1-2 4 0,-5 1-3 0,-3 0 8 16,-1 2-1-16,-2-1-5 0,5 1-13 0,5 4 11 0,0-2-8 15,-5 1 17-15,-5 1-4 0,-4-1-9 0,-3-1-13 0,1 2 3 16,-2-2-5-16,-3 1-8 0,-1 1-2 0,-2 0-8 0,2 2-44 16,0-1-4-16,-4 0-13 0,-8-2-71 0,-7 1-32 0,-3-2-36 0</inkml:trace>
  <inkml:trace contextRef="#ctx0" brushRef="#br0" timeOffset="21850.4">20857 7976 1142 0,'-2'-1'90'0,"0"-1"26"0,2 2 8 0,0 0-30 0,0 0-26 0,0 0-33 0,2 0-2 0,0 0-8 0,1 0-5 0,1 2-2 0,0 0-2 0,1 1-2 0,2 1 15 0,0 1-11 0,0 0 29 0,1 1-12 0,1 1-13 0,3-1 0 0,-1 1 6 15,0-4-4-15,4 3 16 0,-1-6-6 0,2 1-10 0,2 0-17 16,-2-1 14-16,2 3-17 0,1-1 13 0,-1-1-6 16,-1 2-8-16,2 1-4 0,-8 0-1 0,-1 1-1 0,2-3 8 15,-3 1-2-15,7 0 1 0,1-1-12 0,-3-1 6 0,-1 3-10 16,-2 1-14-16,-3-2-6 0,-1 1-10 0,-1 0-31 16,-1-1 10-16,-1 1-10 0,0-1-11 0,-2 1-17 0,0-1-21 0,-1-1-160 15,2-2-89-15,-1 0-28 0</inkml:trace>
  <inkml:trace contextRef="#ctx0" brushRef="#br0" timeOffset="22116.98">21343 7755 941 0,'-8'-3'312'0,"4"3"-193"0,0-1 142 0,2 1-127 16,-1 0 10-16,1 2-38 0,1 0-13 0,0 3-18 0,0 0-31 0,-2 2-14 15,2 2 12-15,-1 4-17 0,1 3 18 0,-1-2-11 16,1 2-11-16,-1 4-10 0,0 1 16 0,1 0-15 0,-2 6 17 16,1 1-7-16,-2 1-13 0,0 3-4 0,0-4 3 15,0 1-4-15,0-3 1 0,1-2-1 0,2-1-1 0,-1-3-7 16,-2-3 9-16,3-1-8 0,-1-2 12 0,1-2-2 16,1-1-5-16,0 1-4 0,0-2-2 0,0 0 0 0,0 2-15 0,0 0-16 15,0-2-9-15,1 1-53 0,1-2-26 0,0 0 6 0,2-2-126 16,-1-1-90-16,2-2-58 0</inkml:trace>
  <inkml:trace contextRef="#ctx0" brushRef="#br0" timeOffset="23627.56">22251 8356 217 0,'-11'0'284'0,"1"0"-118"0,1 0 180 0,-1 0-153 0,-1 0-31 0,2-1-45 0,2-2 11 0,1 2-19 0,0-1-32 0,1 0-28 0,1 0 20 0,2 0-30 0,0 0 16 0,0 1-5 0,-1-1-17 0,3 1-18 0,-1 1 19 0,0-1-23 0,1 1 31 0,0 0-7 0,0 0-10 0,0 0-11 0,0 0 13 0,0 0-15 0,0 0 23 16,0 0-2-16,0 1-9 0,1-1-7 0,2 1 11 0,-1-1-13 15,2 0 19-15,3 0-2 0,2 0-5 0,4-2-16 0,2-1 21 16,1-1-22-16,4-1 31 0,-1-1-5 16,4-2-13-16,1-2-5 0,4 1 10 0,4-1-12 0,1 1 11 0,5 0-5 15,0 1-7-15,6 0-11 0,0 2 7 0,-2 0-7 0,2 1 4 0,-5-2 2 16,3 2-2-16,4 0-12 0,0 0 9 0,0 0-8 0,4 2 19 15,2 1-5-15,2-1-5 0,0 0-2 0,1 1 2 0,-1-2 1 0,0 1 2 16,3 0 0-16,2-3-1 0,5 5-13 0,6-1 10 0,-4 0-9 16,0-1 17-16,-3-5 1 0,-3 0-4 0,8-1-14 0,1 0 9 15,0 0-8-15,0 0 15 0,-7-1-4 0,-4 1-6 0,-2-2 0 0,-2 2-1 16,1 0 1-16,-3 2-2 0,-4 3 2 0,-2 1 2 0,-1-1-10 16,-3 2 7-16,-8 2-7 0,-10 0 7 0,-7 0-6 0,-7 2-7 15,-4 2-35-15,0-2 3 0,-2 2-9 0,-4 0-7 0,-4 0 0 16,-2 3-4-16,-3 1-53 0,0 0-15 0,0 1-17 0,2-3-186 0,2 0-208 15,5 3-137-15</inkml:trace>
  <inkml:trace contextRef="#ctx0" brushRef="#br0" timeOffset="26632.03">26368 7263 603 0,'-5'-3'130'0,"2"-2"-70"0,-2 1-32 0,2 3-6 0,1-1 63 0,-1 0-7 0,2 2-6 0,0-1-7 0,0 1 14 0,1 0-12 0,0 0 4 0,-1 0-15 0,1 0-14 0,0 0-39 0,0 0 16 0,0 0-15 0,1 3 27 0,0-2 2 0,1 1-9 0,0 2 5 0,0 1 9 0,0 0-7 0,0 2 3 0,1 1-9 0,-1 1-9 0,1 3-7 15,-1 2 7-15,2 4-3 0,0 2 13 0,0-3-2 0,0 5-5 0,1 3-21 16,-1 1 19-16,0 1-17 0,-1 1 22 0,0-1-8 16,1-2-12-16,-1-2-4 0,1 1 6 0,1 2-1 0,-1 1 10 0,1-2-2 15,-1-1-8-15,2 2 2 0,0 1 2 0,0 2-1 0,1 1 0 16,-1 4-1-16,1 0 0 0,-1 3-1 0,0 3 0 0,-1-1 1 16,0 2 11-16,1-2-2 0,-2-4 0 0,-1 1-13 0,2-1 14 0,1-3-11 15,0 2 18-15,2 4-5 0,0 0-9 0,0 4-8 16,-1-1 9-16,-1 1-8 0,1 1 10 0,-2-7-2 0,0-3-5 0,0-2-3 15,-2-5 3-15,0 3-3 0,0-3 3 0,-6 0 1 0,0-2 0 16,0 2-12-16,-1-4 10 0,4 1-9 0,1-1 14 0,1-3 0 16,-2 0-8-16,1 0-1 0,0 4 7 0,0-2-6 0,0-1 4 15,1-1 0-15,1-5-3 0,0-1-8 0,3 0 12 0,-1-7-8 0,1 1 11 16,2-1 0-16,1-3-8 0,3 5-4 0,1-5 10 0,2 3-6 16,1-4 13-16,1 1-5 0,-1-3-8 0,2 0 9 0,1-2-3 15,1 1 7-15,0 1-8 0,1-1 2 0,2 0-2 0,0 1-7 16,2 0 12-16,0-2-10 0,2 2 20 0,-1 0-7 0,6 2-6 0,0-1 4 15,0 1-1-15,-6 1 5 0,-2-2 3 0,2 2-5 0,-1 2-3 0,5-1-16 16,1 2 22-16,-4-2-15 0,2-3 40 0,-1 1-7 16,3-1-18-16,3 0-16 0,2-1 6 0,3 0-7 0,5 0 9 15,1-1-1-15,-5-2-4 0,5 1-3 0,-1 0 2 0,-2 1-2 16,3-1 4-16,-5-2 1 0,-1 1-2 0,4 1-15 0,0-1 13 16,2 0-11-16,1 2 10 0,-6-4-8 0,-9 0-15 0,1-1-23 0,-5-1-2 15,-4 2-3-15,2-1-11 0,-5-1 3 0,-5 3-3 0,0-1-16 16,-5 1 6-16,-1-1-9 0,-3-2-12 0,-1 1-7 0,-1 0-16 0,1 1-128 15,-4 0-117-15,0 0-14 0</inkml:trace>
  <inkml:trace contextRef="#ctx0" brushRef="#br0" timeOffset="27319.22">26765 8433 940 0,'6'1'-33'0,"-4"-2"58"0,1 1 5 0,0 0-3 0,-1 1 21 0,0 2 6 0,0-1-1 0,2 0 21 0,-1 0-4 0,1 0 1 0,0-1-23 0,2 0 7 0,0 0-11 0,1-1 0 0,1 2-8 0,2-1-4 0,0 0-12 0,3 1 14 0,-1 0-9 0,0-1 18 0,1-1-6 0,0 2-11 0,2-2-10 16,2 1 10-16,0-1-9 0,1 0 9 0,0 0-4 0,-1-1-7 0,1-1-21 0,0 1 14 0,-3 0-14 0,-1-2 17 0,-7 1 0 16,-1 0-11-16,0-1-9 0,0-1 9 0,6 0-9 0,0-1 11 15,0 1-19-15,0-2-15 0,2 0-52 0,-1 1-26 0,1-2-2 0,-1-1-169 16,0 0-87-16,1-1-78 0</inkml:trace>
  <inkml:trace contextRef="#ctx0" brushRef="#br0" timeOffset="27846.44">27317 7828 738 0,'-3'-4'151'0,"2"4"-61"0,0-2-142 0,1 1 126 0,0 1-6 0,1 0-6 0,1-1-32 0,2 0 15 0,0-1-16 0,1 0 26 0,2-1 4 0,-1 1-4 0,3-1-19 0,0-1 12 0,1 2-18 0,0-1-4 0,2 2-2 0,-2-2-5 0,2 1-2 16,0 0 0-16,1 1 0 0,0 0 7 0,1-2-9 0,-1 2-1 0,2-2-23 15,-2 3 13-15,3-2-10 0,0 1 19 0,0-1 0 0,-3 1-9 16,-1 0-11-16,-4-1 6 0,-1 2-7 0,0-1 6 0,-2 1 2 16,7-1-2-16,0 1-47 0,0-1 1 0,1-1-21 0,0 1-71 15,-2 1-37-15,1-1-34 0</inkml:trace>
  <inkml:trace contextRef="#ctx0" brushRef="#br0" timeOffset="28728.54">28350 7248 335 0,'-1'-3'32'0,"-1"0"55"0,1 3 7 0,0-1-8 0,1 1 15 0,-1-1-26 0,1 1 30 0,0 0-23 0,0 0 37 0,0 0-24 0,1-3-23 0,1 1-36 0,2 0 14 0,-1 1-11 0,2-1 30 0,0-1-6 0,2 1-14 0,1 0-21 0,1 0 17 0,1-1-19 0,1 1 13 0,2 0-5 0,0 0-10 0,4 0-20 15,0 0 9-15,2 1-13 0,1 1 1 0,-1-2 3 16,0 1-4-16,-1-2-6 0,-5 1 9 0,-2 1-10 0,2-1-13 0,0 1-10 16,6 1-11-16,1-1-47 0,-1 1-17 0,-1 0-4 0,-2 1-79 15,-2 0-33-15,1 1-29 0</inkml:trace>
  <inkml:trace contextRef="#ctx0" brushRef="#br0" timeOffset="29609.91">29227 6970 714 0,'-13'-13'12'0,"8"8"29"0,0 0 78 15,0 1-17-15,2 1 16 0,1-1-12 0,2 3-4 0,0-1-37 0,1-1 17 0,1 1-18 0,3-2 14 0,-1 1-9 0,2-1-16 0,1 0-18 0,1 1 24 0,1-1-21 0,1 2 18 0,2-1-8 0,0-1-13 0,3 1-14 0,1-1 5 0,1 1-8 0,2 0-4 0,2 0-1 0,0 0-5 0,4 0-4 0,2-1 4 16,1 2-6-16,4-1-2 0,-2 0 2 0,-1 1 2 0,-5-1-14 16,-1 2 10-16,3-1-10 0,0-1-2 0,5 2-18 0,1-1-21 0,-2 1-99 15,2 1-47-15,1 0-27 0,1 0-31 0</inkml:trace>
  <inkml:trace contextRef="#ctx0" brushRef="#br0" timeOffset="35143.87">28246 9066 217 0,'-1'-6'54'0,"1"4"-29"0,0-3 12 0,1 0 9 16,2-1 0-16,-1 3-9 0,1-2-9 0,2 1-9 0,-1-1-7 0,1 1-7 0,0-1 14 0,1 1-7 0,0 0 14 0,0 4-2 0,0-1-15 0,1 1-8 0,-1 0 10 0,1 0-12 0,1 0 2 0,-2 0-1 0,0 0 0 0,0 1-12 0,-2 1 12 0,2-2-4 0,-1 0 26 0,-1 0-2 0,1 0-11 0,-1 4-5 16,2-1 11-16,-2-1-8 0,2 2 21 0,-1-2 3 0,1 0 1 0,1 1-9 15,-1-2 15-15,1 2-10 0,1-2 36 0,1 1-7 0,0 0-8 16,2-1-25-16,2-1 21 0,1 1-21 0,3-1 21 0,2 0-12 15,0-1-12-15,-2-2-18 0,1 1 8 0,2-1-4 0,4 1 15 16,5-2 0-16,1 3-8 0,1-2 0 0,-3 0 11 0,1 0-9 16,2 1 10-16,0 1-3 0,0 0-3 0,2 1 1 0,-1 0-7 15,3 0 6-15,0 0-12 0,-1 0 1 0,-5-2 0 0,4 1-12 0,1 0 11 16,1 0-11-16,4-1 10 0,-3 2-7 0,-1 0-4 0,1-1-11 16,1 0 14-16,1-4-7 0,3 0 25 0,-1-1-4 0,2 0-10 0,-4 0-17 15,1-2 16-15,-1 0-15 0,0 1 12 0,4 0-8 0,-5-1-11 16,0 1-15-16,-3-1-16 0,-3-1 7 0,-2 1-37 15,-3 0-14-15,-1-1-9 0,-1 0-45 0,-2 0-70 0,2-3 7 0</inkml:trace>
  <inkml:trace contextRef="#ctx0" brushRef="#br0" timeOffset="54126.94">9499 9918 217 0,'-12'-1'-48'0,"0"0"13"0,2-1-61 0,1 1 78 0,3 1 52 0,-1 3-19 0,1-2 35 0,1 0-7 0,-1 0-14 0,1 1 10 0,2-1 4 16,0 0 1-16,0 1 4 0,1-2-3 0,0 1-10 0,1-1-36 0,1 1 27 0,-1 0-27 0,0-1 26 0,-1 0-4 0,1 2-12 0,1 0-3 0,-1 0 2 0,1 0-1 0,0 1 11 0,-1-1-1 0,1 2-3 0,0-1 3 15,0-1 5-15,0 2-6 0,0-1-4 0,1-1-5 0,-1 2 0 0,1-1 0 0,0 0 2 0,1 2 2 0,-2-5 5 0,1 2-3 0,0-1-5 0,0 0-11 0,0 3 18 0,0 0-15 0,1 1 29 0,1-2-6 0,-1 2-9 0,0-3-16 0,0 3 14 0,1-1-11 0,0 0 21 0,-1 0 0 0,2 0-10 16,-1 1-13-16,0-1 14 0,1 1-15 0,-1-1 12 0,1 2-4 0,0-2-6 0,-1 2 6 0,3 0-6 0,0-1 6 0,-1 0-7 15,2-1 4-15,0-1-1 0,2 3-23 0,0-3 31 0,1 3-27 0,0-4 37 0,0 3-9 0,0-2-14 0,1 1-7 0,1-1 4 16,1 0 2-16,-1 1 15 0,2-2 0 0,0 2-8 0,2-1-16 0,1-1 24 16,0 2-22-16,0 0 22 0,-7-1-1 0,0-1-7 0,1 2 2 15,3-1-4-15,4 2 4 0,1-1 1 0,-1-1 0 0,-2 3-1 16,1-3-17-16,-1 2 21 0,-1-1-19 0,-1 0 21 0,1 0-3 0,1 0-8 0,0-2-1 0,2 4 2 0,0-3 1 16,0 1 12-16,1 1-4 0,0-2-5 0,2 2-12 0,-1-2 12 0,1 2-11 15,2-1 15-15,0-1-1 0,3 2-4 0,0-3 0 0,-2 2-3 16,-1-3 3-16,3 1 1 0,-1-2-1 0,7 2-1 0,0-2-3 0,-2 0 7 0,1 0-7 15,0 0 11-15,0 0-2 0,1 0-4 0,-1 0-16 0,1-2 11 0,-2 2-10 0,0-1 28 16,-1 0-2-16,-1 0-7 0,-3-2-14 0,0 0 24 0,2 0-19 0,1-1 29 16,3 3-4-16,1-5-10 0,-1 3-5 0,-1 0 2 0,3-2-1 0,0 1 8 0,-3-1 0 15,0 1-5-15,2-1-16 0,-1 2 14 0,2-2-15 0,-1 0 9 16,-4 0 2-16,3 0-3 0,2-1-13 0,3-2 11 0,7 1-8 0,0 0 19 16,-4-1-1-16,1 0-10 0,3-1-4 0,-1 2 11 0,-1-1-12 15,1 0 2-15,-3-1 0 0,-3 2-2 0,2-3 1 0,-1-1-2 16,0 0 3-16,4-1 6 0,-5-1 0 0,-2 1-1 0,3 0-15 15,-2-1 14-15,1 4-13 0,-1-1 18 0,-2-1-5 0,0 2-4 0,0-7-14 16,-7 3 14-16,1-1-7 0,0 0 26 0,-2 0-4 0,7 0-11 16,-3-3-15-16,-4 1 16 0,-2 0-13 0,-1 0 19 15,-2 0-3-15,-1 2-8 0,1-1-10 0,-2 0 12 0,0-1-6 0,-3 2 17 16,-2-2 1-16,-2 0-9 0,1 1-8 0,-2-2 11 0,0-1-11 16,1 0 8-16,-2-1 1 0,1-1-2 0,0-3-3 0,-1-2-1 0,-1 1 0 15,1 0 3-15,-1 2 1 0,1-1 3 0,-1 0-22 0,0-2 21 16,-2-1-18-16,-1 0 28 0,-1 2-4 0,0 1-12 0,-2-2-7 15,-2 4 7-15,0-1-4 0,-1 1 17 0,-4 2-3 0,1-1-5 0,-4-2-22 16,-3-3 22-16,0 1-18 0,-4-1 31 0,-2 0-11 0,-1 1-12 16,-3 2-10-16,-4-2 6 0,-2 2 0 0,-4-2 17 0,-3 5 0 15,-2-1-7-15,-3 2-21 0,-5 0 21 0,-4 2-17 0,-1-1 28 16,5 1-6-16,0 0-8 0,-2 0-8 0,0-1 12 0,-4 3-6 16,2 0 14-16,2 3 3 0,0 0-11 0,-7-1-16 0,-1 1 20 15,3-1-19-15,-2 0 20 0,6 0 2 0,-1 1-8 0,-4 0-1 0,-1 2 0 16,-3 0-2-16,-4 2 2 0,1 0 2 0,0 2 0 15,-2-1-13-15,1 3 17 0,0 1-15 0,-5 2 19 0,1 1-4 16,-4 3-6-16,-5 2-3 0,0-2-2 0,1 2 3 0,0 3 6 0,5-1-1 16,-4 4-1-16,-6-1-4 0,-2 2 4 0,4-2-2 0,1 4-1 0,7-1 0 15,4 0-2-15,-3 4-4 0,-3 1 4 0,1 3-2 0,4 3 16 16,4 2-5-16,6 3-2 0,0 3-13 0,-1 1 8 0,3 3-7 16,2 4 15-16,0-3-2 0,3-1-5 0,0 0-9 0,4-3 3 15,5 2-2-15,3-2 16 0,7-1 2 0,0 1-3 0,1 4-20 16,3 0 18-16,3-1-17 0,3 0 19 0,4-2-2 0,2-3-7 0,3 2-4 15,3-2-1-15,2-1 1 0,3 0 5 0,1-4 1 0,2 0 0 16,3-1-17-16,3 1 22 0,2 1-20 0,3 1 27 0,3 0-4 16,2-1-6-16,4 0-3 0,4 1 0 0,2-3 1 0,5 0 5 0,2-3-1 15,3-1-5-15,-1-2-6 0,4 0 9 0,2-3-4 0,1 0 9 16,3-3-3-16,1 0-5 0,4-1-11 0,1 0 13 0,2-2-8 16,0 1 21-16,-2-2-2 0,2 0-10 0,-1-1-7 0,3 0 7 15,4-1-8-15,-3 1 3 0,1 1-10 0,1-1-7 0,-3 3-34 16,5-2-4-16,-1 1-5 0,0 2-32 0,3 1-18 15,-1 0-19-15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51:26.77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5647 7565 256 0,'-5'5'-3'0,"1"-2"2"0,0-1 53 0,0 1 26 0,0-1 10 0,1-2 30 0,0 2-48 0,1-1 33 0,0 0-16 0,1 1-21 0,-2-1-23 0,2-1 25 0,0 1-29 0,0-1 40 0,0 0-8 0,0 0-17 16,1 0-16-16,0 0 29 0,0 0-32 0,0 0 35 0,-1 0-11 0,0 0-19 0,-1 0-2 0,1 0 7 0,1 0-10 0,-1 0 18 0,0 0-10 0,0 0-8 0,0 0-21 0,-4 1 10 15,4-1-15-15,0 2 9 0,0-1-6 0,0 2-6 16,1-2 3-16,-1 0 4 0,1-1-1 0,0 1-1 0,0-1 3 16,0 2-8-16,0-2 6 0,1 0 9 0,0 1-7 0,0-1 18 15,1 1-8-15,2-1-3 0,-2 1-8 0,1-1 14 0,1 0-9 16,-1 2 14-16,0-2-7 0,1 0-13 0,1 1-2 0,0-1 1 0,2-1-1 15,-2 1 0-15,2-2-2 0,0 1-1 0,-1 1-11 0,1-1 12 16,1 0-9-16,0-1 15 0,0 1-2 0,1-1-8 0,-1 0-2 16,0 1 3-16,-1 0-2 0,0-1 5 0,-5 2-1 0,1-1-3 0,-1 1-4 15,0-1 8-15,5 0-8 0,0-1 10 0,-1 0-2 0,1 0-5 16,1 1-3-16,1 0 4 0,-1 0-4 0,2-2 7 16,-1 2 1-16,1-1-2 0,-1 1-9 0,1-1 8 0,-1 0-7 0,1 1 11 15,-1 1-3-15,1 0-6 0,0 0-8 0,0 0 11 0,1 0-8 16,0 0 15-16,0 0-3 0,1 0-7 0,2 0-9 0,-1 1 10 0,2-1-7 15,-1 2 14-15,1-2-1 0,1 1-6 0,0-1-1 0,-1 0 1 16,2 1-1-16,-1 0 4 0,1-1 0 0,-2 0-2 0,2 0-5 16,-1 0 1-16,0 0-1 0,-1 2 11 0,0-2-2 0,0 0 1 0,-2 0-11 15,-5 0 7-15,0 0-5 0,-1 0 8 0,-1 0 0 0,7 0-6 16,-1 0-3-16,0 1 7 0,2-1-6 0,-1 0 9 0,-2 1 0 16,1-1-6-16,-2 0-4 0,1 0 3 0,0 0-3 0,-1-1 7 15,2 0 1-15,1 1-1 0,1-2-16 0,1 2 14 0,1-1-12 16,0-1 18-16,-1 0-1 0,2 1-7 0,1-1-11 0,0 2 15 15,-1-2-11-15,0 1 18 0,-1 0-2 0,0 1-9 0,2-2-2 0,0 1 5 16,0 1-3-16,0-1 2 0,0 1-1 0,-1 0-3 0,-3 0-8 16,-3 0 10-16,2 0-6 0,2 0 17 0,5-1-3 15,0 1-8-15,2-2-5 0,-2 0 6 0,-1-1-4 0,2 2 11 0,-2 0-3 16,3-2-4-16,0 0-2 0,2 1 1 0,-2 1 0 0,3 1 2 16,-3 2 0-16,2-1-2 0,0 1-9 0,0-4 9 0,1 0-5 15,2 1 11-15,-1-1 0 0,-6 1-6 0,1 0-6 0,1 0 6 16,-1-1-4-16,7 0 11 0,-2 0-2 0,-1 0-5 0,-2-2-11 15,2 1 13-15,0 2-9 0,0-3 17 0,0 2-3 0,0 0-7 0,0 1-8 16,-1 0 8-16,1 0-6 0,0 1 14 0,-3 0-1 16,1 0-4-16,0 0-13 0,0 1 12 0,-8 0-9 0,1 0 16 0,-1-1-1 15,1 2-8-15,8-2-12 0,0 1 13 0,0-1-9 0,-1 0 18 0,-1 0-3 16,0 0-8-16,1 0-1 0,2-1-1 0,0-1 1 0,0 2 5 16,0-1 0-16,0 0 0 0,1 0-8 0,0-2 4 0,2 2-3 15,-1-1 10-15,-2 2 0 0,-3 0-3 0,-2-1-6 0,0 0 3 0,1 0-4 16,4 1 6-16,0 0 2 0,-3 0-1 0,1 0-15 0,-1 1 14 15,1-1-12-15,-1 0 17 0,-1 0 3 0,1 0-6 0,1 0-9 16,0 0 6-16,-2 0-7 0,1 0 7 0,-1 0 0 0,0-1-1 16,3-1-9-16,-1 1 12 0,1 1-9 0,-2-1 15 15,-5 0-1-15,-1-1-8 0,3 1-12 0,0 0 13 0,6-2-10 0,1 2 20 16,-4 0-3-16,-1-1-8 0,2 1-12 0,-3 0 14 0,0 1-9 16,1-2 19-16,-1 1-3 0,1 0-9 0,0 1-10 0,1 0 11 0,-1 0-8 15,0-1 17-15,1 1-4 0,-2 0-6 0,4 0-3 0,-2 0 0 16,1 0 2-16,-7 0 9 0,-1 0-4 0,0 0-4 0,1 0-4 0,7 0 4 15,0-2-1-15,1 1 3 0,-2 0 0 0,0-1-2 0,1 2-7 16,2 0 7-16,0 0-5 0,2-1 10 0,-1 0 2 0,-1 0-5 16,2-1-15-16,-1 1 17 0,1 0-16 0,0 0 24 0,1-1-4 15,-1 2-6-15,-4-1-10 0,-3 0 7 0,-1-1-5 0,1 1 14 16,5 0-2-16,1-2-6 0,-2 1-9 0,-1 0 9 0,-2 1-5 0,0-1 12 16,2-1 0-16,-1 0-5 0,2 1-6 0,1-1 6 0,-2 1-5 15,1-1 8-15,-2 2 0 0,1-2-3 0,1 0-14 0,1 1 13 16,1 1-11-16,-2-2 19 0,-6 2-2 0,-3-1-7 0,3 0-3 15,1 0 3-15,6 0-3 0,0 0 6 0,-2 1-1 0,0-1 0 16,-1 0-7-16,0 1 4 0,-2-2-4 0,-1 2 10 0,0-1 0 0,-1 1-2 16,-1 0-17-16,0 0 17 0,-2 1-14 0,0-2 20 0,-2 1 1 15,1 0-9-15,0-1-6 0,2 2 11 0,-1-1-10 0,2 1 7 16,-1-1 1-16,1 1-7 0,2-1-5 0,-5 1 8 0,-4 0-6 0,1 0 14 16,0 0-3-16,4 0-5 0,3 1-8 0,1-1 10 0,0 1-7 15,-2-1 12-15,1 1-5 0,-5-1-9 0,3 0-14 0,-1 2 2 16,-3-1-4-16,1-1-12 0,-5 1-10 0,1-1-14 0,-1 2-65 15,-1-1-36-15,-1 0-8 0,-3 0-185 0,0-1-85 0,1 3-60 0</inkml:trace>
  <inkml:trace contextRef="#ctx0" brushRef="#br0" timeOffset="5499.44">5660 6537 256 0,'-15'3'10'0,"7"-3"196"0,1 0-16 0,2-3 40 0,-2 2-105 0,1-2 12 0,2 3-52 0,-3-1-24 0,3 1-10 0,-1 0-20 0,1 0-19 0,-2-1 17 0,2 1-21 0,-2 1 16 0,2 0-4 0,-2 2-8 0,-1-1 5 0,2 0 0 0,-2 1 1 0,1 3 10 0,-1-3-1 0,2 1-1 16,-1-2-15-16,1 1 13 0,-1 1-16 0,-1 0 20 15,2 4-8-15,-1-1-7 0,-1 2 2 0,3 2 7 0,-1-1-5 16,0 3 16-16,1-2 0 0,1 1-4 0,0 0-2 15,-1-1 15-15,2-2-17 0,1 1 18 0,0-2-11 0,1-2-10 0,1 0-13 16,1 1 3-16,0-3-4 0,3 1 8 0,-2-1-3 0,3-3-1 16,-1 1-15-16,1-2 9 0,2 2-6 0,0-2 24 0,0-2-8 15,-1 1-8-15,4-1-8 0,-2-2 10 0,1 0-7 0,0-1 13 16,-1 0-2-16,0 0-6 0,-1-1-14 0,1-2 11 0,-2 0-10 0,1 0 18 16,-1 2-7-16,-2-2-7 0,-1 0-4 0,1-1 14 0,-2-1-7 15,0 1 16-15,0 0-3 0,-2 0-11 0,0 0-9 0,0 0 16 16,-1 0-12-16,1 2 19 0,-1-1-4 0,1 2-11 0,0 1-9 15,0 1 7-15,1 1-6 0,-1 1 16 0,-1-1-3 0,1 0-5 0,-1 1-4 16,0 1 9-16,1 1-5 0,-1 0 17 0,0 0-5 0,-1 0-5 16,1 2 0-16,0 2 2 0,-1 0 1 0,1 1 4 0,0 0 0 15,0-2-2-15,0 0-8 0,1 0 4 0,1 2-5 0,-1 2 6 16,1-2-4-16,1 2-3 0,0 1-10 0,-1-2 9 0,2 1-6 0,-1-1 12 16,0-1 0-16,1 0-6 0,1-1-10 0,2 1 9 0,0-2-9 15,0 1-2-15,-1-2-4 0,1 1-11 0,1 0-25 0,-1-2 0 16,-6 0-10-16,1-1-30 0,0 0-9 0,0 0-12 0,6 0-70 15,-1-1-11-15,1 0-11 0,0-3-62 0,-1 0-51 0,3-1-31 0</inkml:trace>
  <inkml:trace contextRef="#ctx0" brushRef="#br0" timeOffset="5883.47">5971 6441 362 0,'-6'-3'290'0,"0"0"40"0,0-1-93 0,-1 1-55 0,0 1-43 0,2-1-47 0,-3 1-65 0,2 2 25 0,1 0-39 0,-2 0 29 0,1 0-7 0,1 1-14 0,-2 1-25 0,1 2 18 0,-1-3-21 0,0 3 25 16,0-1 0-16,-1-1-9 0,1 4-4 0,2-3 14 0,-1 0-13 0,0 2 24 0,1-2-8 0,-1 1-7 0,1-1-6 0,1-1 1 15,2 0-1-15,0-1 9 0,2 1-4 0,0 0-6 0,1 0-3 16,1-1 8-16,3 0-8 0,-1 2 17 0,2-2 1 0,0 2 0 15,1-3-10-15,1 1 11 0,0 0-14 0,0 2 8 16,0-1-2-16,-2 0-9 0,2 0-7 0,-2 1 9 0,1 0-9 16,-1 0 11-16,1 0-2 0,0 0-7 0,-1-1-7 0,1 3 8 0,0-3-6 15,0 5 15-15,-2-1-3 0,1 1-6 0,-2 0-11 16,-1-2 9-16,-1 1-5 0,0-5 17 0,-2 0-2 0,0 2-7 0,0-1-5 16,-3 2 15-16,-1 2-10 0,0 0 23 0,-2-3-2 0,0 5-11 15,-1-3-11-15,0 2 9 0,0-2-9 0,1 0 6 0,0 0-4 0,3-2-6 16,-1-1-6-16,2 1 9 0,1-3-5 0,0 0-5 0,1 0-9 15,0-3-14-15,1 1-46 0,1-4-16 0,0 0-9 0,3 0-109 16,1-3-29-16,0 0-33 0,2 0-132 0,2-2 226 0</inkml:trace>
  <inkml:trace contextRef="#ctx0" brushRef="#br0" timeOffset="6034.55">6057 6528 36 0,'-1'3'54'0,"1"-1"5"0,1 1 44 0,0 1-40 15,1-2 25-15,2 1-46 0,-1 1 5 0,1-4-13 0,0 2-19 0,2-1-26 16,-2 1 5-16,1-1-13 0,0 0 1 0,1-1-19 16,-3 0-10-16,4-2-104 0,1-1 88 0</inkml:trace>
  <inkml:trace contextRef="#ctx0" brushRef="#br0" timeOffset="6484.05">6439 6226 647 0,'-8'-6'-225'0,"4"-2"520"0,0 3-50 0,0-2-54 16,-1 0-82-16,1 2 23 0,0-1-55 0,0 1 12 0,0 1-12 16,0-1-22-16,1 1-10 0,-1-1 7 0,0 2-15 0,-1 0 19 15,0-1-9-15,-1 3-5 0,-1 0-24 0,2 1 24 0,-1 0-24 16,0 2 40-16,1 2-14 0,-2 0-17 0,-1 3-10 15,0 0 14-15,2-1-14 0,-1 5 19 0,0-1-8 0,2 3-13 0,1-1-2 16,1 2 8-16,-1-2-9 0,1 3 9 0,1-3-4 16,0 2-4-16,0 0-20 0,2 0 16 0,0-1-17 0,2 2 31 15,-1-3-7-15,1 2-10 0,1-3-5 0,2 3 2 0,-1 1-2 16,1-4 1-16,0-1-2 0,1-1-3 0,0-2-9 0,-1 0 4 16,1 2-4-16,0-2-5 0,-1-1-10 0,0 1-11 0,-1-1-45 15,-1-1 7-15,0 1-16 0,0-3-20 0,-1 1-23 0,2-2-23 0,-2 0-73 16,0 0 14-16,0 0-17 0,0-2-27 0,-2 0 158 0,1-3-27 15</inkml:trace>
  <inkml:trace contextRef="#ctx0" brushRef="#br0" timeOffset="6882.94">6241 6436 436 0,'-3'0'242'0,"1"0"32"0,-1 0-71 0,2 0-30 15,1 0-42-15,1-3-34 0,4-1-64 16,-1 2 4-16,3-3-19 0,3 0 9 0,0 0-7 0,3-2-10 0,4 1-8 15,1-1 8-15,-2-2-9 0,3 3 9 0,-3 0-2 0,-1-1-4 16,2 1-4-16,-1-1-1 0,1 2-2 0,1-1 10 0,-1 2 1 16,0-2-1-16,0 1-4 0,0-1 9 0,-3 3-8 0,3-3 18 15,-3 1-7-15,-2 1-7 0,-1 2-4 0,-2-2 10 16,-1 3-8-16,-2 0 12 0,-4 1-2 0,0-2-7 0,-2 2 19 16,0 0 6-16,-1 0-3 0,-2 2-1 0,-1-1-11 0,-1 3-10 0,-1-1-11 15,-1 3 8-15,1-1-6 0,-1 2 14 0,1 0-5 0,-2 0-7 16,2 2-5-16,-2 0 15 0,1 0-9 0,1 0 32 0,2-1-6 15,-1 0-9-15,2-1-10 0,2 0 3 0,0-1-3 0,1-1 10 16,0-1-4-16,1-1 0 0,0 1-11 0,1-3 9 0,2 1-7 16,-1 0 13-16,0-1-1 0,3-1-1 0,-2 0-4 0,3 0 9 15,0-3-7-15,0 1 11 0,-1-1-4 0,1 1-9 0,1-2-8 0,0 1 3 16,-1 1-3-16,-1-2 7 0,0 3-4 0,0 1-2 0,-2 0-19 16,1 0 14-16,-3 0-11 0,1 2 22 0,-1 2-2 0,1-1-8 15,-1 2-6-15,0-1 3 0,0 1-4 0,1-2 5 0,-1 1 5 16,1-1-1-16,1-1-21 0,0 0 13 0,2 0-18 0,2 0-10 0,-2-2-15 15,3 0-18-15,0 0-59 0,0-2-25 0,0 0-5 0,-4 0-130 16,-1-1-3-16,1-3-27 0</inkml:trace>
  <inkml:trace contextRef="#ctx0" brushRef="#br0" timeOffset="7117.65">6921 6293 299 0,'-3'-2'177'16,"0"1"109"-16,1-2 10 0,-2 2-65 0,2 0-90 0,0 0-73 15,-1 1 23-15,-2 0-47 0,1 0 6 0,-2 2-11 16,1 1-20-16,-1 1 2 0,-2 1 10 0,1 0-9 0,-1 2 15 16,2-1 2-16,1 0-8 0,1 0-3 0,1-1 17 0,1 1-20 15,2-1 25-15,0-1-7 0,1-1-11 0,1 3-8 0,2-4 8 16,-1 2-13-16,3-2 8 0,1 2-6 0,-1-1-8 0,2-1-8 16,-1 1 2-16,-2 0-5 0,2-1 3 0,-1-1-2 15,1-1-3-15,-1 0-18 0,0 0 0 0,1 0-5 0,1-1-24 16,-1 0-17-16,1-2-6 0,0 1-59 0,-2 0-19 0,-1-1 3 15,1-1-85-15,0 0-3 0,-1-1-7 0</inkml:trace>
  <inkml:trace contextRef="#ctx0" brushRef="#br0" timeOffset="7717.48">7127 6056 373 0,'-2'-2'298'0,"0"4"-123"0,0-1 219 0,-1 2-238 15,2 0-5-15,-1 2-54 0,1 2-23 0,0 1-17 0,1-2-21 16,2 4-20-16,0 0 14 0,3 3-15 0,-1 3 21 16,0-2-4-16,1 0-10 0,0 1-14 0,0-3 9 0,1-1-13 0,-1 1 18 15,2-2-4-15,0-1-7 0,1 0-9 0,0-1 7 16,0-1-9-16,-2 1 1 0,0 0 4 0,1-2 1 0,-3 0-8 16,-1 1-17-16,-3 0 6 0,-2 0-14 0,0-2 3 0,0 0 14 15,3-1-31-15,-1 0-5 0,1 0-2 0,-1-2-35 16,-1 1 0-16,0-1 2 0,0 0 6 0,0-2 6 0,-3 0 11 15,6 0 19-15,1-3 7 0,-1-1 1 0,1 0 4 0,-4-1 7 0,-1 1-4 16,2-1 19-16,0 1 5 0,1 1 7 0,0-3 4 0,2 3 15 16,-4-1-6-16,1 0 34 0,0 1-5 0,0 1-6 0,5 1-8 15,0-2 7-15,1 0-8 0,0 2 10 0,-2 0-2 0,2 0-1 0,-2 1-3 16,3-2 11-16,-1 1-7 0,0 1 6 0,1-1-3 0,0-1-16 16,1 2-10-16,1-1 13 0,-1 1-12 0,-1 0 17 0,1-1-4 15,-1 1-5-15,1 0-14 0,1-1 6 0,0 1-7 0,1-2 11 16,-1 1-2-16,1 0-2 0,0-2-10 0,1 1 11 0,-1 0-11 15,1 0 8-15,-2-1-3 0,-2-1-7 0,1 3-13 0,-2-1 10 16,-2-1-8-16,-1 0 16 0,-2 2 4 0,0 0-6 0,-1-2 1 0,-1 1 22 16,-1 0-15-16,-2 1 24 0,0 0-14 0,-2 0-14 0,2-1-5 15,-4 1-2-15,0 0 2 0,0 0-9 0,0 1-1 0,-1-2 0 16,0 2-7-16,-1-1 9 0,1 1-5 0,0-1 10 0,1-1-1 16,1 1-6-16,1 0-18 0,0 1-1 0,2 0-8 0,-1 0-39 0,3 0-16 15,0 0-17-15,1 0-151 0,1-1-54 0,1-1-38 0,7 4 7 16</inkml:trace>
  <inkml:trace contextRef="#ctx0" brushRef="#br0" timeOffset="8448.62">7653 6134 160 0,'-1'-2'70'0,"1"1"62"0,0-1 51 0,0 2-56 16,0-2 85-16,-1 0-31 0,-1 1-50 0,2-1-28 0,-1 1 24 0,1 1-42 0,-2 0 16 0,1 0-14 0,-1 0-18 0,-1 0-31 0,2 1 9 0,-2 1-20 0,0 1 17 0,-2 1-10 0,1 1-5 0,-1 2-7 0,0 0 1 0,-1 1-3 0,1 2-6 0,1-2-6 0,-1 0-1 0,2 1-17 0,-1 0 9 0,1-2-7 15,0 0 23-15,0-1-1 0,0 0-9 0,2-2-27 16,-1 1 11-16,2-1-20 0,-1 1-26 0,0-2-25 0,1 1-17 0,-1-2-111 16,1 0-36-16,-2-1 13 0,2 0 25 0</inkml:trace>
  <inkml:trace contextRef="#ctx0" brushRef="#br0" timeOffset="8901.2">7143 6275 364 0,'0'0'-194'0,"1"-2"425"16,0 0-7-16,1-1-37 0,1 1-45 0,0 0 20 0,2-1-58 0,0 0 1 0,2 0-27 0,-1 1-26 0,-1-1-38 0,1 2 2 0,1 0-13 0,0-1 2 0,0 1-4 0,0-1-1 0,1 0-13 0,-6 2-37 0,0-1 17 0,3 0-149 0,-3-1-45 0,8 1-17 0</inkml:trace>
  <inkml:trace contextRef="#ctx0" brushRef="#br0" timeOffset="9450.62">8074 5987 66 0,'-6'0'92'0,"3"0"13"0,-2 0 77 0,1 0 18 0,-1 0 18 0,1 1-44 0,-2 0-44 0,2 0-37 0,-2 2-36 0,0 2-26 0,0-1 11 0,0 2-12 0,0-1 23 0,0 2-8 0,0 0-16 0,0 2-5 0,-1 3 16 0,0 1-18 16,-1 0 21-16,2-1-6 0,-1 2-7 0,-1 3 4 16,1 2-3-16,2 1 0 0,-1 3-10 0,3-4-2 0,-1-3-4 0,3 4-12 15,0-6 9-15,1 1-10 0,1-1 17 0,2 0-12 16,2-1-8-16,2 1-10 0,1-2 4 0,2-3-3 0,2 0-40 16,3-4-45-16,0 0-29 0,4-1-142 0,0-3-55 0,3-1-3 15</inkml:trace>
  <inkml:trace contextRef="#ctx0" brushRef="#br0" timeOffset="9716.58">8678 6057 1170 0,'9'3'135'15,"3"0"86"-15,0 2-13 0,-2 3-46 0,3-1-45 0,6 2-75 16,6-1 10-16,2 1-31 0,2 7 0 0,-3-1-4 0,-2 1-8 16,-2 1-8-16,-3-1 6 0,-1-3-7 0,0-1 6 15,-3 0 0-15,-4-2-3 0,-4 2-10 0,-5-1 20 0,-3 2-17 16,-7 1 23-16,-3 0-7 0,-5 0-12 0,-4 4-29 0,-1-1-1 16,0 1-7-16,-4 1-50 0,3-1-50 0,0-1-19 0,-2-2-193 15,6-1 180-15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52:29.37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5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7:52:49.501"/>
    </inkml:context>
  </inkml:definitions>
  <inkml:trace contextRef="#ctx0" brushRef="#br0">4874 7172 199 0,'31'-10'-18'0,"7"0"-45"0,8 1 62 0,5 0 24 0,0 2-4 0,4 1 18 0,-3 1-3 0,0 0-6 0,2-2-14 0,1-1 17 0,4 0-13 0,6 0 23 0,2 1-6 16,1 0-16-16,3-1-13 0,-4-1 19 0,-1 3-19 0,3-1 4 0,1 3-1 0,83-4-11 0,1 2-1 0,-77 3 13 0,-1-1 6 0,5-1-8 0,8 2-15 0,0-1 15 0,0 2-18 0,3-2 15 0,0-1-1 0,6 1-2 0,4 0-12 0,-3 1 7 0,2-2-5 0,2 1 25 0,-2 3-4 0,4-1-6 0,-1 0-23 15,4 1 25-15,2 1-19 0,0 0 49 0,-2 1-4 0,-3 1-4 16,6-1-8-16,0 1 0 0,2 0-1 0,-3 2 0 0,-3-1 2 16,0 0-5-16,4 2-7 0,0 0 19 0,0 0-17 0,0-1 12 0,0 3-4 15,2-2-12-15,3 0-13 0,2 3 11 0,1-3-9 0,2 0 21 16,-5 1-3-16,2-1-9 0,8 0-9 0,0-2 9 0,2 0-9 15,-1 0 5-15,-4 1-1 0,1 3-3 0,6-1-2 0,0 0 1 16,2 2 1-16,-2 0 5 0,-5 1-1 0,0-2-4 0,4 2-1 16,3 0 5-16,-1 0-4 0,-1-1 4 0,-3-2-4 0,-1 1 0 0,7 0-15 15,-3 0 15-15,-1-2-10 0,0 1 23 0,-4-2-1 0,-1 3-9 16,7-2-22-16,-2-1 26 0,-1 2-22 0,1-1 32 0,-5 0-5 16,0 0-12-16,5 0-17 0,2 1 17 0,0-1-10 0,-1 1 28 15,-4-1-2-15,-2 0-13 0,2 3-6 0,0-3 12 0,-1 2-13 16,-2-1 8-16,-7-1-3 0,-1 1-3 0,1 0 1 0,-2-3-3 0,-3 1 4 15,-3 1 4-15,-6-3 1 0,-2 0 0 0,4 0-8 0,-2-1 3 16,-2 0 4-16,-2-1 16 0,-6 0-3 0,0-1-5 0,4 1-4 16,-8 0 5-16,0-1 0 0,-3-2 11 0,-5 0-6 0,2 2-9 15,0-1-8-15,-6 0 13 0,-3 0-12 0,-5-1 9 0,-8-2-4 16,-2 2-3-16,0-2-4 0,-4 2 0 0,-3 1 2 0,-1-2 9 0,-5 2-2 16,-9-1-8-16,1-1-18 0,-4 1 26 0,-4 1-22 0,1 0 28 15,-7-1-7-15,-3 2-11 0,-2 1-5 0,-1 1-23 0,-2 3 9 16,1 0-82-16,1 2-15 0,0 2-16 0</inkml:trace>
  <inkml:trace contextRef="#ctx0" brushRef="#br0" timeOffset="2510.3">5426 8879 256 0,'27'-9'-9'15,"-12"4"-102"-15,0 1 58 0,0 2 5 0,2 0 52 0,0 1 14 0,1 1-9 0,0 0 22 0,1 0 0 0,-1-2-8 0,2 1-12 0,0-2 15 0,2 3-16 0,2-1 11 0,-1-1-6 0,-6 0-5 0,4 1 3 0,0 0-6 16,4-1 8-16,5 2-2 0,-2 0-2 0,0 0-2 0,3-1-7 0,0 1 7 0,3 0-7 0,2 0 4 0,-3 1-5 0,2-1-1 0,0 2-4 0,1-1 3 0,-1 0 0 0,-5 2 17 0,-2-2 2 0,2 0-4 0,2 2-9 0,5-2 11 0,-1 2-12 15,0-2 15-15,1 0-10 0,2 1 0 0,1 0 7 0,2 1-10 0,0 1 16 0,-2-2-6 0,-2 2 0 0,-3-1-6 0,3 0-9 16,0 1 17-16,1-1-17 0,5-1 8 0,-1 1 1 0,2-2-3 16,3 2 4-16,1-3-7 0,1 0 8 0,1 0 13 15,-4-3-6-15,1 1 0 0,4-3-16 0,1 2 10 0,5-1-9 0,-1 2 11 16,1 0-4-16,-1 1-6 0,0 0-10 0,-1-1 3 0,1 1-2 0,0-1 11 16,0 2 0-16,2-3-7 0,3 2-10 0,2 0 19 15,-1-1-17-15,-6 2 13 0,-1-1 1 0,-2 0-7 0,4-1 1 16,5 2 0-16,-1 0 1 0,1 0 1 0,-2 0 4 0,-3-1-5 0,2 1-20 15,-1-1 27-15,0 0-25 0,3-1 31 0,-1 1-7 0,1 0-8 0,4 1 7 16,-3-2-12-16,-1 2 13 0,-1 0-3 0,-4-2-4 0,2 1 5 16,4-1-13-16,1 1 8 0,1 1-8 0,-3-1 13 0,-3 1-3 15,-2 0-1-15,0 0 2 0,1 0-3 0,2 0 3 0,-1 0-3 16,-1 1 0-16,-3 0-4 0,-4 1-12 0,2-2 19 0,0 1-13 0,-1-1 24 16,2 0 0-16,-2 0-12 0,2-1-3 0,-1 1 1 0,0 0-2 15,-3 0 5-15,-5 0 0 0,1 0 2 0,3-2-6 0,-1 1 2 16,5 1-2-16,-3-1 7 0,-4-1 0 0,0 2-1 0,0 0-5 15,-1 0 1-15,-4 0 0 0,-2 0 6 0,0-1 4 0,-1 1-1 0,7-1-10 16,-2 0 11-16,-3-2-11 0,-1 2 6 0,-5 0-1 0,-1 1-5 16,-2 0-5-16,-4 0 10 0,0 0-5 0,-1 0 18 0,-2-2-3 15,-4 2-10-15,-2 0-17 0,-8 0 25 0,-2 0-22 0,-3 0 24 16,-1 0-4-16,3 0-11 0,-1 0-12 0,-1 0 16 0,-2 2-10 16,-1-2 18-16,0 0-2 0,-1 0-12 0,0 0-14 0,-1 1 15 15,0-1-15-15,0 0 8 0,0 0-9 0,0 0-10 0,0 0-8 0,0 0 2 16,0 0-2-16,-1 1-27 0,-4 2-10 0,2-1-24 0</inkml:trace>
  <inkml:trace contextRef="#ctx0" brushRef="#br0" timeOffset="8593.91">3082 11445 256 0,'-2'-11'1'0,"-2"5"39"0,0 4 0 0,2 2 12 0,-1 0-27 0,0-2 17 16,2 0-17-16,-1 2 23 0,0 0-6 0,0 0-12 0,-1 3-17 0,0-2 22 0,0 2-19 0,-1-1 21 0,1 1-10 0,-2 0-13 0,2 0-18 0,0 2 13 0,-1 3-8 0,0 1 33 0,0 0-3 0,2 1-10 0,-1 2 1 0,1-1 14 0,-2 1-11 0,2-1 13 0,-1 0-5 0,-1 1-9 16,1 1-14-16,-2-1 9 0,0-1-7 0,-1 3 21 0,1-3-7 15,0 1-7-15,-1 3-19 0,1-4 19 0,0 3-15 0,0-1 22 16,1 1-6-16,0 1-13 0,-1 2-10 0,1 0 11 0,-1-1-7 16,2 0 26-16,0-1-5 0,-1 0-9 0,1 2-8 0,0-2 2 0,0 1-5 15,1 0 3-15,1 1-1 0,0-3 1 0,1 0-1 16,1-4-4-16,1 3 3 0,2-1 5 0,-2 2-1 0,2 1 3 0,2-2-13 15,-1 1 16-15,2-2-13 0,1 0 23 0,-1 0-9 0,2-2-9 16,0 0-4-16,2-1 1 0,1-1 4 0,1 1 17 0,-1-1-6 16,0-1-4-16,4 1-14 0,0-2 15 0,2 3-11 0,0-2 24 0,1-1-6 15,2-1-11-15,3 3-10 0,2-2 12 0,1 0-9 0,-2 0 25 16,-5-1-8-16,-1 0-11 0,1 0-11 0,3 0 12 0,8 1-10 16,-1-3 14-16,-1 3 1 0,0-3-6 0,4 3-7 0,3-3 3 15,3 1-5-15,5 0 7 0,2 0 0 0,0 0-1 0,-2 0-13 0,1-2 15 16,-1 1-11-16,-1-1 17 0,5 0-3 0,-2-1-10 0,5 0 1 15,3 2-1-15,5-1 2 0,0-1 4 0,-7 1-2 0,1 0-1 0,-2 1-9 16,0-1 9-16,5-2-7 0,-1 3 11 0,4 0-4 16,8-2-5-16,0 1 1 0,-1-2 1 0,-3 2 2 0,-3-1-2 0,-2-1 4 15,6 0-6-15,10 0-9 0,1 1 21 0,0 1-18 0,-4-1 16 16,-5-1-3-16,-1 0-10 0,-80-1 18 16,416 8-15-16,-331-6 1 0,6 2 1 0,7 0 6 15,5-2-3-15,-2 3-1 0,-4-2 2 0,-2 1-2 0,4-1-11 0,10 1 17 16,2 0-13-16,0-1 17 0,-4-1-3 0,-1 1-10 0,9-1-9 15,3-1 15-15,-2 0-10 0,0 0 14 0,-6 0-2 0,4-1-8 16,6-1-6-16,-1 1 7 0,-1-1-4 0,-3 2 17 0,1-2-6 16,0 2-3-16,1 0-10 0,-3 0 4 0,-2 0-2 0,4 0 14 15,-5 2-6-15,1-1-5 0,-2 1 1 0,-5 0-5 0,5 0 4 0,-1 1-3 16,-5 1 4-16,-3-1 3 0,-1-1-12 0,1 2 20 0,5-3-19 16,1 1 25-16,-6-2 1 0,-2 0-4 0,1 0-9 0,0 0-1 15,5-1-1-15,-1-1 12 0,-5-2-4 0,0 0 3 0,0-3-19 16,6 2 12-16,1 0-9 0,-3-2 16 0,-4-1 2 0,-4-1-8 0,3-1-15 15,3-1 11-15,-2 1-10 0,-2-3 18 0,-4 2-6 0,-5-2 0 16,78-15 1-16,-151 27-10 0,148-26 6 0,-86 11-1 16,-1 4 0-16,-5-4-3 0,-4 0 0 0,-2-1-2 0,-4-2 11 15,-4 1-2-15,-2-1 3 0,3-3-13 0,-4-2 5 0,-3-2-5 16,-6 2 9-16,-10-1-1 0,-6 0-5 0,2-6 3 0,-4-2 0 16,3 1 2-16,-2-4-5 0,-4 2 3 0,-4 1-1 0,-4 1-6 0,-4 0 7 15,-7 0-7-15,-5-2-3 0,-3-4-3 0,-3-1-6 0,0-2 5 16,-5 0 1-16,-7-1 2 0,-6-1-3 0,-9 1 4 0,1 1-2 0,-4 1-7 15,-1 5 16-15,-5-1-14 0,-7 0 14 0,-3-1 2 0,-4-2-3 16,-6-3-16-16,-4 2 17 0,-5-1-14 0,-4 3 23 0,-3 0-1 16,-4-1-8-16,-4 2-14 0,-5 3 16 0,-7 3-14 0,-6 1 23 15,0 2-3-15,-3 3-7 0,-10-6 1 0,-5 1-3 0,-3 4 2 16,-4-3-2-16,-1 8 1 0,-1-1 0 0,-11 1-15 0,-6 1 19 16,4 2-16-16,-5 1 25 0,1 2 0 0,4 3-7 0,-9 2-9 0,-3 0 3 15,3 2-4-15,0 1 14 0,1-1-1 0,8 4 0 0,-7 0-2 16,-4 2-1-16,10 2 1 0,-3 1-1 0,5 3-4 0,6 2-2 0,-6 2-3 15,-2 1 3-15,4 2 0 0,2 2 5 0,5 1 4 16,1 3-4-16,1 5-15 0,-4 3 15 0,0 3-13 0,5 3 20 0,6 1-3 16,-140 37-13-16,280-67 6 0,-274 76-5 0,140-36 5 15,12 4 0-15,3 3-2 0,1 4-9 0,8 4 9 0,2-5-7 16,2 2 16-16,15-1-5 0,6-5-6 0,4 6-11 0,5 2 10 16,-3 2-7-16,7-1 21 0,12 0-3 0,-39 50-12 15,93-104 7-15,-60 98-6 0,37-50 1 0,5-5 1 0,6 3-2 0,5 1-7 16,7 0 7-16,5-4-6 0,4-3 9 0,8 0 2 0,3-4-2 15,5-1-17-15,5 1 24 0,3-3-22 0,5 0 26 0,5-2 1 0,7 4-9 16,13-3-14-16,10 0 17 0,2-2-15 0,2-1 15 16,-5-4 4-16,2-3-10 0,8-2-11 0,14 1 17 0,6-3-15 0,1 0 18 15,-2-3 4-15,2-4-6 0,12 3-18 0,8-4 11 0,1-2-13 16,4 1 10-16,3-4-4 0,0-2-9 0,10 0-44 0,9 0 0 16,0-3-18-16,5-1-75 0,4-1-41 0,2 0-37 0</inkml:trace>
  <inkml:trace contextRef="#ctx0" brushRef="#br0" timeOffset="18605.56">5706 14034 721 0,'-12'-4'177'0,"2"0"-59"0,2 2-53 0,4 1-16 0,1 1-7 0,0 0-11 0,3 0-12 0,-1 0 15 0,1 0-2 0,0 1 7 0,0-1-4 0,-1 1-4 0,0 2-8 0,1-1-9 0,-1 2 12 0,0 3-10 0,1-1 18 0,-1 3 2 15,-1 1-1-15,1 2-16 0,0 3 14 0,0 0-13 0,0 3 20 0,0 2-5 0,0-1-11 0,0 0-16 0,1 1 15 16,0 0-14-16,1 1 9 0,0 1-4 0,2-1-9 0,-1 2-5 0,2 0 6 16,-1-2-4-16,1 3 19 0,-1-3-7 0,1 4-4 0,2 4-9 15,0-1 2-15,-1 2-1 0,1-1 9 0,-2 1-10 0,0 3-4 0,0 1-1 16,-1 4 4-16,-1-1 3 0,-1-1 8 0,0-1-1 0,0-1-8 15,-1 0-1-15,0-2 3 0,-2 0-2 0,0-1 5 0,-1-2-5 16,0 1-2-16,0-1-10 0,0-1 12 0,0 2-8 0,-1 2 17 16,0-4 0-16,1 2-6 0,-1-4-9 0,1 1 7 0,0 0-7 15,0-1 10-15,1-6 1 0,0 2-2 0,1 0-7 0,0 0-3 16,0 1 0-16,-1 0 7 0,1-5 0 0,1-1 4 0,0 0-10 0,0-2 3 16,0 1-3-16,0-1 8 0,1-2 1 0,1 1 0 0,1-1-19 15,0 1 15-15,2-2-12 0,2 0 24 0,-2 0-1 0,2-2-8 0,1-1-15 16,1-1 11-16,0-1-10 0,2 0 19 0,-4-1 2 15,-1-1-4-15,5 0-19 0,0-2 14 0,8 1-13 0,1-2 27 0,0-2-6 16,3 0-6-16,-2 0-12 0,-1 0 8 0,3 0-5 16,-1 0 18-16,2-1-3 0,1 0-6 0,3-3-6 0,2 1 3 0,1 1-1 15,4-1 13-15,3-1-4 0,1 2-2 0,1-2-7 0,-5 2 2 16,2-4 0-16,-1 3 1 0,0-1-2 0,4-1-2 0,5-1-5 16,3 1 8-16,7-1-4 0,6 1 5 0,-2-2 1 0,-1 0-5 0,1 0-6 15,-1 0 10-15,0 0-7 0,6 0 10 0,-2-1 1 0,5 3-4 16,4-2-4-16,-3 1 0 0,0 0-1 0,-5-1 3 0,-3 1-1 15,2 2-1-15,5-1-1 0,3 4 5 0,-5-3-3 0,2 1 2 0,-8 1 1 16,-1-1-2-16,5 0-15 0,1 1 17 0,6 1-14 0,-1 1 22 16,-2 0-1-16,-2-2-10 0,-3 0-11 0,-1-1 16 0,6 1-13 15,2 0 16-15,4 0 1 0,-2 1-7 0,4-2-15 0,-3 0 16 16,0 0-14-16,4 0 20 0,2 0 2 0,3 2-11 0,2-1-13 16,-1-2 19-16,-5 1-16 0,1-1 20 0,4 1-2 0,2 1-8 0,3-2-10 15,-1 1 13-15,-5 0-7 0,1-2 20 0,2 4-6 0,2-2-10 16,3 0-16-16,-3 0 16 0,-2 0-10 0,0-1 23 0,1 2-3 15,2 0-10-15,0-1-10 0,-1-1 10 0,-6 0-8 0,5 0 18 0,-1 1-3 16,-1 1-7-16,4-2-12 0,0 0 12 0,-3-1-7 0,6 1 17 16,-2 0-2-16,-1 1-5 0,4 0-12 0,-4-2 12 0,-1 2-9 15,7 1 16-15,-2-1-1 0,2-1-9 0,1 2-8 0,-5-1 16 16,8 1-11-16,1 0 14 0,-3-1-2 0,-2 0-9 0,2 0-7 16,-1 1 12-16,6-1-9 0,1 1 13 0,-7 0-2 0,0 0-11 0,3 3 4 15,3 0 2-15,0 1-1 0,-1 0 2 0,-8-2 3 0,1-1-1 16,8 0-20-16,-1 1 16 0,1 0-14 0,-5 0 27 0,-3-2-5 15,5 2-8-15,3 0-14 0,1 0 16 0,-5 2-11 0,0-2 23 0,0 1-10 16,2 0-11-16,4-2 0 0,-4 0 9 0,0 1-3 16,1 0 12-16,-3 0-3 0,0 1-8 0,-1-1-11 0,-5 0 11 0,4 3-8 15,2 0 16-15,-7-1-6 0,-1-1-6 0,-2 2 1 0,2-1 2 16,4-1 1-16,0 2 5 0,-3-3-1 0,-3 0-3 0,1 1-11 16,4 1 2-16,93 0 14 0,-180-1 6 0,162-1-12 15,-79 0-10-15,6 3 0 0,3-2 9 0,-2 1 10 0,-6-2 0 16,-6 1-13-16,8 0 6 0,6 2-3 0,0-2 3 0,-1 0-4 0,-7-1 4 15,-4 3 1-15,11-2-17 0,-4 2 3 0,1-2 6 0,-2 1 17 16,-10 0 0-16,3 0-13 0,3 0-12 0,1 0 13 0,-2-1-10 16,-5-1 18-16,-8 2 0 0,85 2-3 0,-159-4 16 0,168 3-36 15,-89 0 22-15,-8-1-3 0,-1 2-4 0,10 1-4 0,2 1 6 16,-1-1-3-16,2 0 8 0,-9-1-2 0,-1-1-6 0,6 3-1 16,6-1 3-16,3-1 0 0,-1-1-1 0,-5-1 0 0,-4-1-2 0,5 0-1 15,4 1 2-15,3-1-1 0,0 0 4 0,-11-1-2 16,-5-2-1-16,2 2-2 0,4-2 2 0,0 1-1 0,1 0 2 0,-5-2 1 15,-7 1-2-15,2-2-6 0,0 0 8 0,2 3-5 0,1-2 9 16,-5 0 1-16,1 0-6 0,-5 0-4 0,-4 1 3 16,-4 0-3-16,-1 2 6 0,1 3 1 0,2-3 1 0,6 0-8 0,-3-1 3 15,-4-3-3-15,-2 2 9 0,-6 0-4 0,2-2-2 0,5 3-2 16,2 1 0-16,3 0 2 0,-1 1 9 0,-2 0-4 0,-4-1 1 0,1 0-8 16,1 2 2-16,-1-1-2 0,1 1 4 0,0 0-2 0,4-1-3 15,4 2-3-15,-6-2 4 0,-4-1 0 0,-3 0 8 0,-7 0-1 16,0 0-4-16,0-1-4 0,-2-1 4 0,1 1-3 0,2-2 5 15,-3 1-2-15,-3-3-3 0,-3 0-2 0,-4-2 4 0,-5 0-1 0,1-1 9 16,0-1-4-16,-4 0-3 0,-1-3-9 0,-2 3 6 0,1 0-3 16,-3 0 13-16,0 1-1 0,-3-3-5 0,3 0-9 0,-2-5 12 15,1 0-9-15,0-1 8 0,1 0 3 0,1-2-7 0,0-1-2 16,3-1 6-16,0-2-6 0,-1 0 8 0,-2 0 2 0,-2 1-1 0,0-2-14 16,-8 2 12-16,1-1-10 0,-1 0 17 0,0-1-4 0,4-2-8 0,0-3-5 15,0-1 5-15,-1 2-1 0,-1-1 10 0,-5-1-4 16,0 1-5-16,1-3-3 0,-4-1 3 0,0 2 0 0,1-2 3 15,-3 4 0-15,-1 1-3 0,0-1-7 0,-5 1 4 0,1-3-5 16,-3-2 8-16,-2-2-2 0,-1-1-3 0,-4 0-15 0,-3 1 9 0,-1 0-7 16,0 4 19-16,0 1 1 0,4 3-1 0,-4 1-7 0,-5 2 6 15,-4 1-7-15,-8 0 10 0,-1 3-2 0,3 2-1 0,-1 1-8 16,-1-1 7-16,-1 2-4 0,-3 1 11 0,-4 0-2 0,-4-3-6 0,-5 1 0 16,-3-1-1-16,-2 0 2 0,0 3-1 0,2-1 1 15,-4 6-1-15,-1 0-9 0,-7 0 11 0,-3 1-9 0,-6-3 16 0,0 1-3 16,2 2-6-16,-4-2 1 0,-1 3-1 0,-4-1 2 0,-8 2 0 15,1 2 2-15,2-1 0 0,-8 2-14 0,-2-3 13 0,-3 5-10 16,-6-3 15-16,9 1 3 0,-5 0-9 0,-6 0-11 0,-3-1 15 16,-4 1-13-16,-1-1 21 0,4 1-2 0,-5 0-8 0,-7 1-16 0,-1-1 19 15,-4 0-16-15,-2 1 22 0,2 2 0 0,-5 0-10 0,-10 0-8 16,4 1 6-16,-9 0-7 0,1 0 12 0,1 0 0 0,-1 0-4 0,-8 1-7 16,-5 0 11-16,4 0-10 0,-5 1 14 0,2-2-1 15,3 1-6-15,-8 1-4 0,-6-2 2 0,7 2-4 0,-2-1 6 0,0 0 1 16,7 1-1-16,-9-1-9 0,-6-1 10 0,7 2-7 0,-5 1 13 15,3 0-3-15,8-2-7 0,-12 3-9 0,-1 0 13 0,3 2-8 16,-6-1 16-16,10 1 0 0,0 1-7 0,-10 1-12 0,1-1 10 16,0 3-8-16,-3-1 13 0,10 0 2 0,-1 0-7 0,-6-1-12 15,4 0 15-15,-2-1-13 0,-5 2 23 0,15-1-2 0,-3 1-8 0,-10 1-15 16,5 0 11-16,-4-2-9 0,-2-1 24 0,13 2-4 0,-3-2-3 16,-7 7-12-16,2-1 7 0,-4 0-6 0,5 1 9 0,7-1 5 15,-1-2-2-15,-1 2-16 0,-2 0 10 0,2-3-12 0,7 2 17 16,8-2-2-16,2-1-5 0,-2 0-3 0,3 0 2 0,2-2 0 15,1 2 2-15,11-1 0 0,0 0-4 0,-3-2-1 0,4 1 6 16,3-1-3-16,1 0 3 0,9 0 0 0,-1-1-3 0,-4 1-10 16,3 0 12-16,1 0-9 0,2 0 16 0,4 2-1 0,4-3-5 15,-7 1-8-15,2 2 4 0,0 0-5 0,2-2 9 0,6 2-1 0,0-1 0 16,-6 2-7-16,4 1 5 0,2 1-6 0,5-1 8 0,3-1-3 0,3 0-4 16,2-1-39-16,7-3-10 0,6-1-8 0,4-3-69 0,8-1-24 15,8-3-24-15,6-1-230 0,11-1 255 0</inkml:trace>
  <inkml:trace contextRef="#ctx0" brushRef="#br0" timeOffset="20070.7">25410 13078 217 0,'-1'-5'401'0,"-4"3"-181"0,0 1 263 0,-1 0-289 0,1 1-57 0,2 0-59 0,1 0 42 0,2 0-32 0,-1 0-31 0,1 0-28 0,0 1 6 0,1 0-12 0,0 3 20 0,1 0-1 0,2 1-3 0,-1 2-12 0,3 0 14 0,-1 2-18 0,2 1 18 0,1 2-6 0,0 2-9 0,3 4-7 15,-1 1 0-15,2 0-5 0,3 2-2 0,-2-3 4 16,3-2 0-16,2 2-1 0,0-1 8 0,-1-2-10 0,-4 3 1 15,-1-1-2-15,-2 0-6 0,2-3-6 0,4-3 4 16,0-1-4-16,2-1 6 0,-5 2-2 0,0-2-3 0,1 0-16 16,-3-2-13-16,-2 1 4 0,0-2-12 0,-1-1-7 0,-2-2 6 0,0 0-63 15,0-2 2-15,0 0-15 0,-2 0-33 0,1-1-28 0,-1 0-26 0,-1 0-239 16,1 0 269-16</inkml:trace>
  <inkml:trace contextRef="#ctx1" brushRef="#br0">29961 14409 0</inkml:trace>
  <inkml:trace contextRef="#ctx0" brushRef="#br0" timeOffset="20354.93">25965 13082 692 0,'0'0'338'0,"-5"1"-173"0,-3 1 222 15,-1 4-255-15,1-1 24 0,-1 1-64 0,0 3 13 16,0 4-24-16,2 0-29 0,-5 6-8 0,2 0 4 0,0 2-8 15,-1 4-8-15,1 0-5 0,-1 0-10 0,-1 6-7 0,2 1 13 16,2 1-12-16,-2 8 12 0,1-4-6 0,-1 2-10 16,0-1 2-16,1-5 3 0,1-3-2 0,0 6 1 0,3-4-3 15,-1-2-6-15,2 0-1 0,0-5 6 0,1 0-5 0,1-1 4 16,1 0-2-16,-1-2-4 0,1 0-2 0,1-3-1 0,1-4-1 16,2 1-32-16,-1-1-29 0,0-2-17 0,1-1-104 0,1-5-36 15,0 0-11-15,1-4 7 0</inkml:trace>
  <inkml:trace contextRef="#ctx1" brushRef="#br0" timeOffset="286.83">29954 14592 0</inkml:trace>
  <inkml:trace contextRef="#ctx0" brushRef="#br0" timeOffset="21163.86">26299 13663 1153 0,'-19'0'-194'0,"8"-1"388"0,1-1-45 0,2 1-63 16,0 0-3-16,2-1 11 0,1 1-16 0,1-1-4 0,2-1-6 0,0 0-12 0,1 0-15 0,0-1 7 0,1 1-17 0,0-3 0 0,0 2-6 0,1-2-8 0,0-1-7 0,1 2 10 0,0-3-10 0,2 3 14 0,-1 0-4 0,-1-1-7 0,2 1 1 0,-1 0 17 0,-1-2-13 0,2 1 22 15,-1 1-6-15,1-3-13 0,-1 0-14 0,0 2 18 0,2-2-19 16,0 0 26-16,0 0-7 0,2 0-13 0,0 0-3 16,0 0 6-16,1 2-8 0,1 0 4 0,-2 2-3 15,0 1-4-15,-1 1-7 0,0 2 11 0,-1 0-8 0,1 1 17 0,0 4-2 16,0 0-7-16,1 4-8 0,0 1 14 0,1 3-11 0,-3 0 19 15,1 1-6-15,1-2-10 0,-2 2-4 0,3-1 4 0,0-1-2 16,1 1 5-16,1-3 1 0,3-1-2 0,0 0-6 0,0-1 5 0,3-2-5 16,0-1 6-16,0 1-3 0,-2-3-2 0,0-1-3 15,-8 0 7-15,2-2-5 0,-2 0 15 0,-3 0-5 0,5-1-7 0,-1-2-6 16,-1 2 15-16,-2-3-11 0,0 0 23 0,0 2-3 0,-1-2-8 0,1-1-6 16,-1-1 2-16,-1 0-3 0,3 0-1 0,-1-2 0 0,1 2-4 15,0-3-4-15,1 0 4 0,-2 0-4 0,1-1 4 0,-1 1 0 16,1-1-2-16,-1 2-3 0,0 0-3 0,-1 2-1 0,-1-1-10 15,1 1-5-15,-1 1-2 0,0-1-31 0,-1-1 0 0,1 3-12 16,0 0-58-16,-1 2-33 0,0 1-35 0,0 1-354 0,3 0 351 16</inkml:trace>
  <inkml:trace contextRef="#ctx0" brushRef="#br0" timeOffset="21826.8">27446 13365 776 0,'-6'-3'109'0,"-2"-3"171"0,-1-2-167 0,0 0-19 16,1 2-25-16,1-1-32 0,-1 0 8 0,1 2-20 0,-1-2 12 0,0 0 0 0,0 1-7 0,1 1 2 0,-1 0 17 0,0 1-18 0,-1 1 12 0,2 1-5 0,-1 1-7 0,1 1-6 0,0 0 6 0,-1 3-9 0,-1-1 8 0,0 1-9 0,0 3-9 0,-1 0-14 0,0 3 6 0,-1 3-7 15,0 2 12-15,0 3 2 0,0-2-5 0,-2 4-1 16,1-2 13-16,2 1-11 0,-3 5 31 0,1 0-6 0,1-1-6 0,-1 1-12 16,4-3 13-16,0-1-14 0,0 1 18 15,4-3-8-15,-1 3-11 0,3-2-10 0,1 0 12 0,1-1-10 0,1-2 17 16,0-3-5-16,3-1-10 0,2-1-14 0,1 0 13 0,1-1-11 15,-2-1 15-15,3-1 3 0,2-1-8 0,1-1-4 0,0 0 3 16,1-1-4-16,-1-3 1 0,0 0-1 0,1 0-4 0,0-1-11 0,2-2-1 16,0-1-5-16,2-1-18 0,1-1-12 0,2-1-10 0,2 0-39 15,0-2-10-15,3 0-2 0,-1-1-42 0,0 2-10 0,0-2-15 0,3 0-76 16,0 0-29-16,-1-2-16 0</inkml:trace>
  <inkml:trace contextRef="#ctx0" brushRef="#br0" timeOffset="22150.7">27819 13436 597 0,'-3'-10'222'0,"0"1"-104"16,-2 0 111-16,0 0-56 0,0 1 13 0,0 5-46 0,-2-3-13 15,1 4-18-15,0-2-27 0,-2 3-24 0,1 1 18 16,-1 1-29-16,0 4 14 0,0-1-13 0,1 4-18 0,-1 3-18 16,0 2 9-16,-1 2-14 0,0 5 8 0,1-2-2 0,0 3-6 15,-1 0-7-15,2-1 9 0,0-1-10 0,-1 1 17 16,3-5-1-16,1 0-6 0,3-1-5 0,1-2 9 0,2-2-10 15,3 0 11-15,2-2 1 0,3-1-7 0,0-2 3 0,2-3 8 16,0 1-9-16,1-3 10 0,2-3 1 0,1-1-2 0,1-3-13 16,-2 0 11-16,2-2-14 0,0 0 10 0,-1 0-2 0,-2 0-8 15,2 1-5-15,-4-3 9 0,0 2-7 0,-1-1 12 0,-2 2-2 16,-1 2-6-16,1 0-8 0,-1 0 8 0,-2 3-8 0,0-1 10 0,-2 3 0 16,1 1-4-16,-2 0-14 0,1 2 12 0,-1 1-9 0,0 0 23 15,1 3-3-15,-1 0-6 0,1 0-9 0,-1 2 5 16,-1-2-5-16,1 2 3 0,0-3-10 0,0 0-7 0,2 1-24 0,0-3-14 15,2 1 2-15,0-1-53 0,2-3-24 0,0 1-20 0,1-1-166 0,0-3-170 16,-1 1-4-16</inkml:trace>
  <inkml:trace contextRef="#ctx1" brushRef="#br0" timeOffset="2067.04">32022 14756 0</inkml:trace>
  <inkml:trace contextRef="#ctx0" brushRef="#br0" timeOffset="22360.43">28237 13111 1523 0,'-2'-1'174'0,"-2"1"8"0,0 1 1 0,1 3-58 16,1 0-2-16,-1 3-29 0,2 2-24 0,0 4-36 0,1 3 2 16,1 1-12-16,0 1-1 0,3 2-4 0,0 0-5 0,2 2-9 15,0-3 6-15,0 2-8 0,1-1 8 0,-1 1-3 16,-1-1-6-16,2-1-2 0,-1-5-11 0,-1 0 3 0,2 2-43 16,-1-1-14-16,-2 0-3 0,2 0-53 0,-1-4-43 0,-1-2 28 15,-1 1-154-15,-1-1-104 0,-1-2-18 0</inkml:trace>
  <inkml:trace contextRef="#ctx0" brushRef="#br0" timeOffset="22527.6">28112 13462 1075 0,'6'-9'291'0,"1"1"-201"0,1-1 94 0,3 0-90 16,0 0 14-16,2 0-39 0,1 0-4 0,1 0-15 15,1 0-27-15,2 2-21 0,0 0 12 0,0-2-17 0,4-1 5 16,-1-1-11-16,1 0-7 0,2 1-49 0,-1 3-50 0,0-2 22 15,4 0-278-15,-2 1 229 0,0-2-32 0</inkml:trace>
  <inkml:trace contextRef="#ctx0" brushRef="#br0" timeOffset="22845.34">28746 13322 639 0,'0'0'99'0,"0"-1"201"16,1-2-229-16,1 1-11 0,1-1-21 0,1-2-22 0,0 0 19 16,0-1-23-16,1-2 31 0,-1 2-1 0,1-2-14 0,-1-1-12 15,-1 1 30-15,0 1-31 0,0-2 53 0,-2 1-11 0,1 0-10 16,-2-1-3-16,0 0 8 0,-1 0-8 0,-1 0 10 16,-3 2-7-16,2-1-16 0,-2 2-12 0,-2 1 12 0,1-2-18 15,-2 5 11-15,2 0-2 0,-1 2-5 0,-1 2 1 16,0 1 2-16,-1 3-4 0,-2 3 1 0,1 1 0 0,0 3-4 15,0 1-5-15,1 2 12 0,-2 1-12 0,1 2 16 0,0 2-4 16,2-3-6-16,2 3-13 0,0 0 5 0,3-2-6 0,2-4 9 16,1-1-3-16,1-1-6 0,3 0-10 0,2 0 9 0,2 2-6 15,2-3 9-15,0-2-2 0,0-2-8 0,2 1-14 0,1-4-7 0,1 1 0 16,2 1-62-16,0-2-47 0,1 0-41 0,2 0 88 0,1-3-77 16,1-2 64-16,2 0-345 0,-3-1 273 0,-1 1-60 0</inkml:trace>
  <inkml:trace contextRef="#ctx1" brushRef="#br0" timeOffset="2756.79">31612 16851 0</inkml:trace>
  <inkml:trace contextRef="#ctx0" brushRef="#br0" timeOffset="23248.2">29228 13210 551 0,'-7'-8'242'0,"3"3"-106"16,-3 0 140-16,-1 2-133 0,0 3 24 0,-1 0-66 0,-1 3-7 16,1 2-29-16,-1 3-33 0,-2 2-17 0,-2 3-3 0,2-1-1 15,-1 4 8-15,2 0-3 0,0 2-3 0,2 0-12 0,1 0 17 16,2 0-15-16,3 0 29 0,2-6-6 0,2-1-11 0,4-1 2 15,0-2 3-15,3 0-3 0,2 1 4 0,3-6-3 16,2 1-3-16,2-2-6 0,0-2-2 0,-2-2-1 0,0-2 1 16,-3-1-4-16,-1-1-1 0,-2 0-2 0,-3-1 0 15,-1-1 0-15,-1-1 10 0,-1 2-5 0,-2 0 2 0,-1 0-5 16,0 0 8-16,-4 0-3 0,2-2 14 0,-1 2 0 0,-1 1-5 16,2 1-3-16,0 2 9 0,1 1-7 0,0 0 10 0,0 1-7 0,1 1-10 15,0 0-11-15,0 3 4 0,0-1-2 0,1 2 12 0,0 2-3 16,1 3-2-16,1 2-8 0,2 3 13 0,-1-3-10 0,2 1 19 15,0 1-4-15,-1-1-9 0,1 4-5 0,1 0 6 0,-1 1-5 16,0 0 7-16,1 1-4 0,-2-3-6 0,1 0 2 0,1 1-2 0,-1-1 2 16,0 0-3-16,1 2 1 0,0-2 1 0,-2 5-12 0,1-2 15 15,-1 1-14-15,0 0-60 0,-1-1-6 0,-3 0-59 0,-1-2 121 16,-4 1 18-16,-2-5 9 0,-3 0-28 0,-1-1-3 0,0-1-11 0,0-1-2 16,-2-1 11-16,-2-2-8 0,0-1 7 0,-1-1-5 0,-1-2-10 15,-1-2-70-15,2-1 2 0,-1-3-22 0,0-3-51 0,3-1-31 16,2-2-34-16</inkml:trace>
  <inkml:trace contextRef="#ctx1" brushRef="#br0" timeOffset="3441.2">31806 16825 0,'0'0'0,"0"0"0,0 0 15,0 0-15,98-12 16,-65 3 0,0 0-16,-3 0 15,-4 1-15,-6 1 16,-6 0-1,-3 4-15,-3-2 16,-1 2 0,-2 0-16,0 2 15,-2 0 1,0 0-16,1-1 16,-2 0-1,0-1-15,-1 1 16,-1-1-16,0-1 15</inkml:trace>
  <inkml:trace contextRef="#ctx1" brushRef="#br0" timeOffset="3684.84">33672 14976 0,'0'0'0,"0"0"0,0 0 16,0 0-16,0 0 16,91 54-1</inkml:trace>
  <inkml:trace contextRef="#ctx1" brushRef="#br0" timeOffset="3871.81">32382 16627 0,'0'0'0,"0"0"0,0 0 0,0 0 16,0 0-16,0 0 15</inkml:trace>
  <inkml:trace contextRef="#ctx1" brushRef="#br0" timeOffset="3984.69">32442 16619 0,'0'0'0,"0"0"0,0 0 16,0 0-16</inkml:trace>
  <inkml:trace contextRef="#ctx1" brushRef="#br0" timeOffset="4166">32479 16387 0,'0'0'0,"0"0"16,0 0-1,0 0-15,86 5 16,-42-6-16,9-8 15,22 5 1,18 4 0</inkml:trace>
  <inkml:trace contextRef="#ctx1" brushRef="#br0" timeOffset="4334.7">33777 16482 0,'0'0'0,"0"0"0</inkml:trace>
  <inkml:trace contextRef="#ctx0" brushRef="#br0" timeOffset="25515.37">29664 13161 1032 0,'-11'-6'164'0,"-2"0"-98"0,-1 3-44 16,1 3-17-16,0 0 36 0,1 0 0 0,1 0 3 0,1 3-19 0,0 3 10 0,0-1-11 0,6 0 12 0,1 3-4 0,0-2-9 0,-1 2-9 0,-5 1 7 0,3-2-10 0,-1 2 1 0,2 0-8 0,3 1-4 0,1 2 8 0,1-1-11 0,1 4 12 0,2-1 4 0,2-2 2 16,1 1 8-16,0 0-14 0,2 0 16 0,0-2-12 0,-2 0 25 0,-2-2-6 0,2 0-5 0,2-3-2 0,5-1-3 0,4-4 3 0,0-1 4 0,1-2-6 0,0-1-2 0,0 3-14 0,-2 0 13 0,1-2-10 0,-1-2 16 0,-2-3-10 0,-1 0-11 0,-2-2 4 0,0 0-5 0,-2 0 9 0,-1 0 9 0,-1 1-2 0,-2 1 2 0,-3-2-2 0,0 1 8 15,-2-1-3-15,-2 0 18 0,-2 1-3 0,-1-1-6 0,-3 2-15 0,-1-2 9 0,-1 2-11 0,-1 0-1 16,-3-1-1-16,0 3-7 0,-3 0-16 0,0 1 15 0,-1-1-14 16,-1 3 18-16,1 1-3 0,-2 0-6 0,2 1-6 0,0 0-3 15,3 1-1-15,2 0-10 0,4 2-8 0,1 0-7 0,0-2-19 0,2 1-8 16,-4-2 2-16,3 0-37 0,4-1 12 0,2-3-6 0,5-1-170 15,5-3-36-15,4-1-51 0,1 1 69 0</inkml:trace>
  <inkml:trace contextRef="#ctx0" brushRef="#br0" timeOffset="25836.14">30117 13064 300 0,'5'-4'175'0,"-3"0"-118"16,0 3 70-16,2-1-19 0,-1 1-1 0,-1 0-5 0,0 0-13 0,0 1-10 15,-1-2 35-15,0 2-27 0,-1 0 44 0,0 0-18 16,-1 0-18-16,0 3-37 0,-3-1 17 0,0 5-18 0,-1-1 21 0,-2 2-15 15,2 1-16-15,-3 1-22 0,1 3 3 0,-2 0-6 0,1 3-2 16,1 0-4-16,0 0-6 0,0 1-10 0,-1 0 2 0,3-1-3 16,-1-2 9-16,6 1-5 0,2-3-2 0,-1 0 1 0,3 1-5 15,-4-4 4-15,-1 0-16 0,2 0-6 0,1-3-5 0,1 2-45 0,-4-2-8 16,-2 0-11-16,2 3-79 0,-2-2-32 0,7-2-33 0,-1 1-239 16,2-2 288-16</inkml:trace>
  <inkml:trace contextRef="#ctx0" brushRef="#br0" timeOffset="26145.27">30292 13316 10 0,'3'0'23'0,"-1"-1"-7"0,-1 1 17 0,1 0-43 0,-2 0 17 15,0 0-20-15,1 0 48 0,-1 0 16 0,0 0 3 0,0 0-29 16,0 0 11-16,0 0-26 0,1-4-26 0,-1 3-8 0,-1-3-9 16,1-1 10-16,-1 1 6 0,0-1 6 0,0 2 30 0,-1-2 4 0,-1 2-4 15,1-2 32-15,0 1 27 0,-1-1-7 0,0-1 56 0,0-1-27 16,0 1-15-16,0 1-78 0,0-3 8 0,0 1-17 0,-1-2-13 15,1-2-75-15,0 0-50 0</inkml:trace>
  <inkml:trace contextRef="#ctx0" brushRef="#br0" timeOffset="26347.07">30357 12797 1099 0,'-5'2'211'16,"-3"-4"-199"-16,-1 1 13 0,2-1-11 0,1 2 3 0,1 0 2 0,2 0 17 16,-1 0-11-16,3 0-6 0,0 0-33 0,0 0 17 0,1 0-15 15,0 0 24-15,0 0-9 0,0 0-13 0,0 0-46 0,1 0-4 16,1 0-7-16,2 0-14 0,-1-2-10 0,2 2-8 0,0 0-81 0,1 3-24 16,-1-1-19-16</inkml:trace>
  <inkml:trace contextRef="#ctx0" brushRef="#br0" timeOffset="26779.21">30662 13062 1218 0,'0'-3'-52'16,"-1"-1"110"-16,-2 0-9 0,1 0-5 0,1 0 10 0,-1 0 2 0,1 1 4 15,1 0 16-15,-3-1-12 0,1 2-9 0,0-2-29 0,-4 0 16 16,1 1-15-16,-3 1 19 0,0-1-8 0,-1 2-13 0,0 1-21 15,-1 4 7-15,1 0-10 0,-1 3 10 0,0 2-3 0,0 2-5 0,4 0-8 16,0 3 17-16,2-1-12 0,-1 1 25 0,-5-2-8 16,2 2-13-16,1 0-7 0,0 1 6 0,2-1-3 0,2 1 13 0,2-3 0 15,1-2-10-15,3-2-11 0,1-2 11 0,2-2-11 0,3 0 13 16,-1-1-7-16,2-3-9 0,0 0-3 0,1 0-10 0,-6-3 10 0,3-1-1 16,1-2 2-16,3-2 6 0,9-1-12 0,0-1 18 0,1-2-14 15,1 0 27-15,-3 1-5 0,1-1-6 0,2 0-1 0,-1 0-2 16,1 4 2-16,-2-1 4 0,-3 0-1 0,-1 1 2 0,-1 2-13 15,-3 0 12-15,-1 1-8 0,-1 1 19 0,-4 3-7 0,0 0-8 0,-4 1 3 16,0 0 4-16,-3 1 4 0,-1 0 20 0,-4 3-8 0,-1 0-2 16,0 0-17-16,-3 4 10 0,0-3-8 0,0 1 21 0,0 1-3 15,0-1-3-15,0 0-5 0,0-1 13 0,1 2-8 0,1-2 20 16,2 0-4-16,-1-2-11 0,3-1-16 0,0 1 15 0,1-2-15 16,1 0 13-16,1-1-4 0,0 2-13 0,0-2-21 0,0 0 21 0,1 0-18 15,0 0 25-15,3 1-7 0,-2-1-10 0,2 0-19 0,1 0 2 16,1-1-6-16,-1-2-8 0,2 1-2 0,1-2-5 0,1 0-33 15,1-1 2-15,1 0-11 0,0-1-40 0,2-1-28 0,1 0-31 16,4-2-246-16,0 0 272 0</inkml:trace>
  <inkml:trace contextRef="#ctx0" brushRef="#br0" timeOffset="26961.52">31313 12605 1305 0,'-7'11'-34'0,"4"-5"124"0,-1 4-3 0,-2 3 10 0,1 8-31 0,2 0 8 0,-1 2-14 0,0 2 14 0,0-5-8 0,0-1-3 0,1 3-26 0,0-1 15 0,0-1-14 0,2 4 18 0,1-2-14 0,0-3-16 0,0 1-15 0,2-2-1 0,2-1-1 0,0 5-3 0,1-1-6 0,0-2 0 0,1 1-17 16,0-2-13-16,-1-2-2 0,1-1-103 0,1-3-40 0,-2-2-43 0,0-1-326 16,-1 1 341-16</inkml:trace>
  <inkml:trace contextRef="#ctx0" brushRef="#br0" timeOffset="27568.03">28591 14195 656 0,'-18'-7'827'0,"0"3"-28"0,6 1-787 0,-3 3-12 16,3 0 6-16,0 2-6 0,-4 0 8 0,1-1 0 0,2 3-4 0,-1 1-5 0,0 4 7 0,0 0-4 0,2 4 19 0,-1 3 2 0,2 0-2 0,-1 5-25 0,0 3 19 0,-1 2-19 0,1-2 22 0,-1 4-1 0,-1 0-6 0,-1 4-12 0,0 2 5 15,-1-2-4-15,-1-2 9 0,-2-2-2 0,1 1-7 0,-5-3-7 16,0 1 7-16,-1-4-8 0,1-1 3 0,0-4-8 0,5-3-9 0,-1 3-22 16,-3-2-7-16,-1-3-2 0,-5 1-32 0,4-5-10 0,0 0-12 15,3-4-36-15,3-1-28 0,2-2 3 0,2-4-160 0,2-4-54 16,1-3-62-16</inkml:trace>
  <inkml:trace contextRef="#ctx0" brushRef="#br0" timeOffset="27851.52">27659 14115 1783 0,'-1'-4'56'0,"0"-2"-21"16,1 3 20-16,3 2-17 0,2 1 19 0,1 0-3 0,3 1-16 0,2 2 20 16,1 0 8-16,2 3-3 0,3 2-2 0,4 1-6 0,1 2-7 15,6 3-13-15,5 0 1 0,1 2-3 0,7 0-2 16,2 2-4-16,0 2-6 0,4 3-8 0,-4 2 10 0,-1 2-7 0,-2-2 19 15,-2-3-3-15,4 2-2 0,1-2-10 0,-2 1 2 0,1 1-4 16,-1-1-3-16,-2-3-5 0,0-2-4 0,-1-1-5 0,-9 1 4 0,-3-2-3 16,-3-2 3-16,-1 0-1 0,4-3-2 0,-2 3-1 0,-1 1 2 15,-2-3-2-15,0 2 2 0,1-2-1 0,-1 1-2 0,3 0-2 16,-1-2-3-16,2 2-1 0,-1-2-18 0,-1 2-6 0,2 0-9 0,2 0-38 16,0 1-5-16,0-1-9 0,0 1-56 0,-8-1-25 0,2-2-28 15,3-3-277-15,4 1 302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03:32.79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7864 3792 256 0,'0'0'383'16,"0"0"-181"-16,1 1 105 0,-1-1 2 0,1 2-279 0,-1-2-4 0,-13-13-10 0,10 12 17 0,2-1-16 0,0 0 17 0,2 2-1 0,2 0-4 0,-1-1-18 0,2 1 11 0,1-2-13 0,2 1 17 0,-2-2-2 0,2 3-6 0,-1-3-12 0,0 0 12 0,2 0-11 0,1 2 18 15,2 0-2-15,1 0-3 0,-1-2-4 0,2 2 4 0,2 1-1 0,2-1 17 0,1 1-5 0,2 0-3 0,0-2-18 0,4 2 11 0,2 2-11 0,2-1 6 0,1 1-2 0,1 0-7 16,-4 0-11-16,2-1 13 0,1-1-11 0,-1 2 14 0,5-2 0 0,-1 0-11 0,0-2-1 0,3 2 7 0,1-1-7 0,2-1 8 0,0-1 1 0,2 1-2 0,5 2-14 0,1-3 9 0,-4 0-8 0,3 0 19 0,-5 0-2 0,2 0-4 0,4 0-20 16,-2-1 20-16,1 1-14 0,-2 2 28 0,0 1-2 0,1 0-15 0,0 0-4 0,-6 0 5 0,-3 0-5 0,-1 0 3 0,-4-1-1 0,3 1-2 0,-4 0 0 0,-4 0 2 0,-1-2-1 0,-3 2 3 0,-3 0-2 0,-1 0-1 0,-1 0-9 0,-3 0 9 0,-1 0-5 15,0 0 13-15,-4 2 0 0,-1-2-6 0,-1 1-8 0,-2-1 10 0,1 1-5 0,-3 0 21 0,0 1-4 0,1 0-8 0,-2 0-2 0,-1-2 8 0,1 1-5 0,-1 0 13 0,0 0-4 0,0 1-4 0,-1 0-13 0,0 1 8 0,-2 1-8 0,1 0 8 16,0-2-2-16,-3 3-7 0,1-4-10 0,-2 5 14 0,1-3-11 0,-2 3 17 0,1-3 2 0,0 3-10 0,0-1-7 0,-1-2 6 0,1 1-7 0,0-1 9 0,1-1-4 0,2 1-2 0,0 0-5 0,-1 0 3 0,2 0-1 0,0 0 3 0,0-1-5 15,-1 2-7-15,2-2-21 0,0 1 1 0,-1 1-4 0,1-2-11 0,-1 2-11 0,2 0-10 0,-2-1-49 0,2-1-33 0,0 0 3 0,2-1-124 0,0-1-51 16,5-3-28-16</inkml:trace>
  <inkml:trace contextRef="#ctx0" brushRef="#br0" timeOffset="1562.22">13077 3881 217 0,'5'-4'369'0,"-7"4"-211"0,0-2 233 0,1 4-288 0,1-2-96 0,1 0-3 0,1 1-2 0,1 2 10 0,1-2 3 0,-1 1 32 0,2 2-2 0,-2-3 7 0,4 3-8 0,1 0-2 15,2-3-5-15,3 3-16 0,-1 0 14 0,3-1-15 0,-5 1 12 0,0-1-6 0,3-1-8 16,5 2 0-16,9-1 0 0,1-1 2 0,1-1 6 0,-1 1-4 0,-3 0-2 0,4-1-20 0,0 2 14 0,2-3-11 0,1 1 26 0,-1 0-8 16,1 0-11-16,3 1 9 0,1-1 1 0,1 0 4 0,-8 1 4 0,-1-2 0 0,2 1 1 0,0 0-9 0,6 2 6 0,-2-1-8 0,-1 0 0 0,0-1-5 0,2 1-4 0,4 1-5 0,3-1 2 15,1-2-2-15,4 2 4 0,-2-1 0 0,-5 0-1 0,4 1-7 0,0-2 11 0,-2 0-9 0,8 0 21 0,-5 0-3 0,2 0-3 16,3 0-17-16,3 0 11 0,0-2-11 0,-4 2 15 0,0-1 2 0,-5 0-7 0,2-1-12 15,1 2 14-15,-3 0-13 0,-1 0 21 0,-1 0-3 0,-2 0-8 16,4 2-8-16,-5-1 2 0,0 2-3 0,-9-2 3 0,-5 1 0 16,2-2 0-16,-3 2-10 0,4-1 8 0,-1 0-7 0,-5 1 14 0,-2-2-2 15,-3 1-4-15,1-1-2 0,-3 0-3 0,1-1-3 0,1 1-25 16,-1 0-5-16,-1 0-8 0,1 1-36 0,-2-1-18 16,-2 1-3-16,1 0-89 0,-1-1-36 0,0 2-28 0,1-2-212 0,-2 4 269 15</inkml:trace>
  <inkml:trace contextRef="#ctx0" brushRef="#br0" timeOffset="4795.26">20327 4030 670 0,'7'-12'94'0,"1"3"234"0,1 0-332 0,1 1 1 0,2 0-3 0,2 1 25 0,3-1 19 0,1 0 12 0,2 1 19 15,2-2 11-15,1 0-14 0,0 2-19 0,2 1 1 0,1-1-4 0,2 0-22 0,-4 2 23 0,-1-1-22 0,3 1 33 0,3 1-13 0,8 1-16 16,4-1-26-16,0 0 14 0,0 0-13 0,1 2 20 0,1-1-8 0,5-1-12 0,6 2-9 0,5-1 15 0,1-1-8 0,2 0 15 0,-2 2 0 0,0-2-12 0,4 1 0 0,2 0 3 0,5 0-4 0,2 0-3 16,2 0-1-16,0-3 1 0,3 3 4 0,1-1 1 0,3 0 2 0,5 0-6 0,-2 2 4 0,0-4-2 0,0 3-6 0,1-1 19 0,2 0-15 0,3 0 18 0,0-1-4 0,-1 1-11 15,3 0-11-15,3 0 15 0,-1 3-9 0,4-1 30 0,-4 0-3 0,100 2-1 16,-198 0 36-16,211 0-87 0,-102 2 52 0,-7 0 1 0,3 1-5 15,8 1-21-15,1-1 12 0,1 3-12 0,3-1 18 0,-4-2-6 16,0 3-8-16,8-3-1 0,-1 3 0 0,2-1 1 0,3-1 0 16,-4 1 3-16,1-2-1 0,6 1-7 0,-1 0 3 0,-1-1-5 0,0 1 9 15,-6-2-1-15,0 1 2 0,5-1-5 0,-1 2 1 0,-2-1-2 16,0 0 5-16,-6 0 3 0,-4 0 1 0,2-1-11 0,-3 1 13 16,-2-2-12-16,-3 0 16 0,-8-1 4 0,-3 0-8 0,3 0-12 15,-2-1 21-15,-6-2-21 0,-7 1 27 0,-7-1-3 0,-2 1-7 0,3-2-12 16,-2 1 18-16,0-2-13 0,-5 0 22 0,-8-1-6 0,54-2 7 15,-115 7 22-15,119-6-71 0,-62 4 33 0,0-3-3 16,-6 3-6-16,2-1-4 0,-1 1 1 0,-8 1-1 0,-1 2 1 16,-4 0 0-16,-3 2 0 0,3 1-13 0,-3 1 9 0,-2-1-9 0,-8 3 6 15,-3-1-4-15,-2 1-9 0,2 0-47 0,1 3 5 0,-2 2-19 16,-3 1-40-16,-4 3-24 0,-1 2-27 0,-2 5-149 0,2 4-169 16,-3-1 0-16</inkml:trace>
  <inkml:trace contextRef="#ctx0" brushRef="#br0" timeOffset="33495.1">11360 6723 328 0,'0'-11'53'0,"0"2"56"0,2 1-104 0,-1 0 9 0,0 1-24 0,0 2 45 0,0-2 0 0,0 0-5 0,-1 0-20 0,2-2 28 0,-2 0-23 0,1-2 33 16,-1 2-9-16,0-1-14 0,1-1 1 0,-1 3-1 0,0-1 3 0,0-3 1 0,1 2 1 0,0-5-3 0,0-2-19 0,1 1 26 0,3-1-23 0,1-1 27 0,1 0-12 0,2 0-14 0,3-4-3 0,0 1-3 0,3-1 5 16,3-1 0-16,1 1-4 0,1 0-3 0,1 1-4 0,-1-1 1 0,3 0-1 15,-2-1 1-15,3-1-1 0,-2-3 0 0,1-1-5 0,-2-1 1 16,-9 4-1-16,0-1 10 0,-5 3 1 0,-1-1-2 0,4-2-12 15,-2 2 15-15,-1 1-14 0,-3 1 10 0,0 2-1 0,-3 0-4 0,-2 1 3 16,-3 1 2-16,-2 2 4 0,-2-1 10 0,-2 2-5 0,-2-1-3 16,-2-2-13-16,3 2 11 0,-4-3-8 0,-2-1 21 0,-1-1-2 15,-5 0-6-15,-2-3-10 0,1 5 14 0,0-3-9 0,-2 0 22 16,0 3-5-16,0-2-12 0,-3 1-12 0,-1 1 13 0,-1-2-13 16,-1 2 12-16,-2 0-6 0,-2 0-6 0,0 1-1 0,5 2-4 0,-2 2 5 15,1 0 8-15,-1 3-4 0,-3-1-2 0,1-1-13 0,0 3 7 16,2 1-7-16,-2 0 13 0,0 3-2 0,-1 1-2 0,-4-2-13 15,-2 3 7-15,2-1-4 0,4 3 20 0,3-1-3 0,2 2-5 0,-2-2-17 16,-3 2 17-16,3 0-13 0,0 1 18 0,3 1-4 0,-2 3-8 16,1 0-4-16,-2 1 10 0,1 0-5 0,-3 3 15 0,0-1 0 15,0 1-7-15,-1 0-13 0,6 1 15 0,2 2-14 0,-1 2 15 16,4 1-3-16,-3 0-8 0,0 4-12 0,1 4 16 0,0 0-10 16,1 4 27-16,2-1-3 0,2 2-13 0,1 2-6 0,0 0 10 15,1 1-8-15,-1-1 7 0,0 1-2 0,-1-3-6 0,0 3-6 16,1 1 8-16,0-3-3 0,9 2 20 0,0-2-4 0,-1 3-5 0,-1 5-15 15,-5 2 10-15,-2 4-10 0,2 2 18 0,4-2-1 0,-1 0-3 0,2 0-3 16,1-3 0-16,1-2-1 0,0-2 3 0,2-5 3 0,2 0-3 16,2-1 1-16,3 1 3 0,2-4-4 0,2-1 1 0,4-3 6 15,2-2 3-15,2 1-7 0,2-2 11 0,1 1-10 0,3 1 16 16,-1-3-1-16,4-3-4 0,4 0-14 0,2-1 11 0,2 1-11 16,2 1 15-16,-4-2-7 0,-1-1-6 0,6-1-5 0,0-1-1 0,4-2 1 15,0 0 8-15,-2-3-1 0,2 0-3 0,2-3-24 16,3 1 27-16,0-1-24 0,3 1 28 0,0-3-6 0,3 0-13 0,-1-1-18 15,3-1-13-15,0 0 4 0,1-3-35 0,3-3-14 0,1 1-10 16,2-2-92-16,5-2-50 0,8 0-12 0</inkml:trace>
  <inkml:trace contextRef="#ctx0" brushRef="#br0" timeOffset="34730.58">14824 6831 256 0,'-9'-8'11'0,"7"2"170"0,2 3-72 0,0-1 11 0,2 0-128 0,1 3 22 0,2-1-25 0,0 1 24 0,2 0 0 0,0-2-11 0,3 1 15 0,0 0 0 0,2-1 6 0,0-1 12 0,0 0-2 0,-1-1-5 0,0 0-16 0,2-1 30 0,-1 0-24 0,2 0 38 15,-2-1-9-15,1 0-13 0,0-2-22 0,0 0 10 0,2 1-9 0,0-1 11 0,1 0 1 0,2-1-11 0,5 0-11 0,-1-1 26 0,4-1-23 0,-5-3 18 0,2 1-2 0,4 2-9 0,3-5-2 0,7 2-1 0,-1 0-1 16,-3 1-5-16,-4 0 2 0,0-1-3 0,0-3-4 0,2 1 6 15,-2 1-7-15,0-1 8 0,-2 0-4 0,0 1-1 0,1-2-6 0,-3-1 4 16,-7-1-2-16,-3 3 19 0,-1-1-5 0,-1 0-5 0,9 0-6 16,-2 0 2-16,-3 1-2 0,-3-1 3 0,-4-1-2 0,0 1 0 15,-1-4-10-15,-2-3 11 0,-1 0-5 0,-3-1 27 0,-1 3-7 16,0-2-10-16,-2 0-21 0,0-4 18 0,-3-1-14 0,0 0 24 0,-3 1-7 16,1 1-8-16,-1 0-11 0,-3 1 8 0,0 1-2 15,-4 0 20-15,-4 1-4 0,-2-2-10 0,-3-3-10 0,1-3 10 16,4 1-9-16,-2 1 15 0,-2 3-4 0,-2 1-2 0,-7 2-9 0,-1-1 4 15,-1 2 0-15,-2 1 15 0,2 0-3 0,2 2-6 0,-3 0-2 0,-1 3 5 16,-4 4-4-16,-6-1 3 0,-1 5-6 0,5 1-5 0,-4 2 8 16,3-1-8-16,-1 1 11 0,-5 4 0 0,4 0 2 0,-1 3-2 15,-2 3-19-15,-4 0 23 0,-6 4-20 0,-2-1 27 0,3 3-5 0,0 1-9 16,2 2-12-16,0 2 10 0,-2 1-7 0,1 5 23 0,-1 1-2 16,0 2-8-16,-6 4-14 0,4 2 14 0,1-3-13 0,2 5 14 15,6 1-5-15,-1-2-2 0,2 3 0 0,2-2-3 0,-2 1 5 16,0 1 5-16,3-4 0 0,7 2-5 0,0 0-6 0,4 5 10 15,2-1-9-15,-2 4 10 0,8 2 1 0,2 0-3 0,3 4-15 16,2-3 15-16,2-2-11 0,2-2 24 0,3-3-2 0,2-5-13 0,3 4-10 16,1-4 20-16,2 4-17 0,3-1 22 0,2-2 0 0,3-2-10 0,1 3 4 15,3-1 0-15,1 1 3 0,3-3 11 0,3-2-7 16,0-3-2-16,6 1-24 0,2 2 22 0,4-4-18 0,5-3 24 0,4-3-5 16,2-2-13-16,2-1-6 0,2-2 1 0,0-1 0 0,3-2 11 15,4-1-1-15,-1-2-3 0,7-2-23 0,7 0 1 0,2-3-11 16,4-1-24-16,-1-2-6 0,0-2-8 0,2-3-13 0,2 2-10 15,2-2 8-15,2-1-23 0,-3 2-18 0,-3-2-21 0,-2 2-83 16,-3-1 133-16</inkml:trace>
  <inkml:trace contextRef="#ctx0" brushRef="#br0" timeOffset="36712.26">19975 6696 217 0,'17'-17'128'0,"-6"2"-86"0,0-2 62 0,3-1-69 15,-2 2-31-15,0 0 5 0,2 2-2 0,0 1 2 0,1 1 5 0,0-5 19 0,-2 0-3 0,-4-5 8 0,-1 2 0 0,0 0-1 0,-2-4-4 0,9 1-16 0,0-1 24 0,0-2-20 0,2 0 25 0,-3 1-7 0,-2 2-13 0,-1-2-4 0,-2-1 0 0,0-1-1 0,-1-2 3 0,0-2-5 0,-2-4-4 0,0 1-9 0,-1-1 6 0,-2 1-8 0,1-2-1 0,-3 1 1 16,-1-1-1-16,0 3-14 0,-4 1 15 0,0 1-11 0,-3 2 23 0,-2 1 0 16,-3 0-12-16,-3-6-9 0,-4 0 20 0,-3-5-17 0,-5 2 24 15,-1 1-5-15,0 1-7 0,3-1-2 0,-3-3-9 0,-3 5 6 16,-2 2 5-16,-4 6-1 0,0 3 4 0,0 0-12 0,-3 3 2 0,0-1-4 15,-5 2 1-15,-5 1 0 0,-1 0 0 0,-3-1-7 0,-2 1 1 16,1 1 1-16,0 3 15 0,0 4-3 0,1 4-5 0,-8 2-3 16,-3 2 5-16,-1 2-4 0,-4 0 3 0,6 6-4 0,1 1-1 0,-3 9 4 15,-1 1-4-15,-5 8 7 0,-4 2 10 0,5 0 2 16,2-2 2-16,1 7-7 0,4 1 11 0,-3 7-10 0,-3 6 7 0,2 2-5 16,3 5-8-16,-1 2-9 0,5 1 13 0,4-5-8 0,3-3 22 15,5-3-3-15,0 1-12 0,2 3-13 0,1 3 18 0,10 5-16 16,4 0 22-16,4-3-5 0,4-1-8 0,-2-5-11 0,5-2 12 0,3 2-8 15,3-1 27-15,5-1-6 0,1 2-8 0,2 1-11 16,3 0 24-16,3-5-16 0,3-1 35 0,5-6-7 0,3-3-11 0,4-2-22 16,7-4 8-16,4-4-8 0,6 0 19 0,1-1-3 0,-1-1-2 0,7 0-22 15,2 0 17-15,4-3-16 0,9-1 20 0,-5-4 2 16,6-3-8-16,9 0-13 0,5-4 4 0,4-1-8 0,4-4 5 0,-3-1 4 16,1-1 0-16,5 0-14 0,8-2 8 0,0 1-13 0,4-3-9 15,-2-1-9-15,-2-1-12 0,8-1-52 0,2-1-21 0,0-1-6 16,0 0-91-16,-8 0-44 0,4 2-26 0</inkml:trace>
  <inkml:trace contextRef="#ctx0" brushRef="#br0" timeOffset="126491.96">14387 9003 616 0,'0'0'78'0,"0"1"205"0,0 0-305 0,0 1 17 0,1-1-14 0,1 3 24 0,2 1-1 0,-1 3-6 0,3-1-7 0,2 1 7 0,1 0-4 0,3-2 15 0,1 0-2 0,2 2-6 0,3-3-1 0,1 2 8 0,4-5-6 0,1 2 13 0,3-1-5 0,2-2-3 0,4 0 7 0,-5-1-5 15,2 0 8-15,2-1-1 0,-1 0-2 0,6-3 1 0,3-1-25 0,-1-2 20 0,2 2-17 0,4-3 24 0,-2-1-6 0,3 2-10 0,1 0-14 0,-1 1 14 0,-4 0-10 0,-2-2 28 0,-4 0-5 0,0 3-9 0,2-3-16 0,-3 1 15 0,-1-1-11 0,0-2 19 0,-4 0-5 0,1 1-11 16,0-3 1-16,-2-1 0 0,0 0 3 0,-1 1 6 0,-3-2 0 16,-6 1-1-16,-2-3-15 0,0 0 18 0,1-3-15 0,6 1 22 15,1-4-8-15,1 0-10 0,-2 0 13 0,1 1-8 0,0-2 13 16,0-2-5-16,-2 2 1 0,2-2-1 0,0-5-11 0,-2 1 17 15,0-3-15-15,0 3 21 0,-1 0-7 0,-1-2-7 0,1 1-10 16,-1-1 4-16,-3-1-1 0,-2 2 19 0,-3 1-1 0,-7 2-6 0,0 0-22 16,-1 2 19-16,-2 2-18 0,4-2 20 0,-4 0-5 0,-1 0-7 0,-2-2 2 15,0 1-7-15,-3 1 6 0,-2 0-7 0,-1 3 0 0,-2-1-1 16,-3-3-6-16,3 2 4 0,-2-2-6 0,-4-1-1 16,0 2 4-16,-12-1 4 0,-2 1-19 0,-2 2 16 0,0 1-12 0,-2 3 30 15,-1 1-3-15,-1 0-9 0,-2 1-5 0,-2-1 9 0,-3 0-7 0,-4 2 8 16,-1-2 1-16,0 1-2 0,-5 3-1 0,1-1-1 15,-3 6 2-15,-1-2 7 0,6 2 6 0,0 0 6 0,-2-1-11 0,-3 0 22 16,4 1-18-16,-3 1 24 0,3 1-8 0,-2-2-10 0,-4 4 1 16,2-1 1-16,4 3 1 0,2-1-2 0,-2 2-2 0,1 2-7 0,-6 2-9 15,0 3 9-15,0 1-8 0,3 1 7 0,3 2-3 0,0 0-5 16,2 1 7-16,0 3-7 0,0 1 7 0,0 1 0 0,1-3-3 16,3 2 2-16,-3-2-6 0,0 6 4 0,2 2-4 0,-2 3 4 15,7-2-4-15,3 2-5 0,2 0 7 0,1 3-4 0,1 0 6 16,-2 1-1-16,2 1-2 0,0 4-2 0,2 2-15 0,4 1 17 0,1-1-12 15,-2 4 23-15,2-6-2 0,-2 0-7 0,2 2-10 16,1-1 2-16,3 1-3 0,1-2 8 0,3-3 2 0,2-1-1 0,0 6-14 16,3 0 20-16,2-1-17 0,3 3 20 0,2-1-6 0,2 1-8 15,1 2-5-15,1-1 4 0,0-1 1 0,3-1 18 0,0-2-1 0,3-1-5 16,2 0-24-16,2-3 20 0,2 2-19 0,3-1 23 0,2-3-4 16,3-2-7-16,2 1-14 0,5-3 16 0,4-1-10 0,3-2 23 15,2-2 1-15,-4 0-12 0,6 0-5 0,-2-2 8 0,3-4-8 16,7-3 5-16,-1-1-1 0,3-2-2 0,6 2-4 0,7 1-7 15,1-2 5-15,-5 0-26 0,-1 0-4 0,-4-3-11 0,-1 3-41 0,7 0 2 16,-3 0-18-16,2 0-63 0,-1 1-28 0,-2 0-28 0</inkml:trace>
  <inkml:trace contextRef="#ctx0" brushRef="#br0" timeOffset="132321.54">7935 10105 256 0,'-25'-14'40'0,"11"8"554"0,3 6-278 0,2 2 1 0,-1 5-331 0,2 2 9 0,3-1-10 0,-1 4 15 0,4-2-4 0,0 3-3 0,-1 1 2 0,1 4-2 0,-1 1 5 0,-2 6 8 0,1 1 0 0,-3 3-2 0,0 4-5 0,-1 1 8 0,1 5-8 0,-2 3 7 0,1 2 2 0,0 2-2 0,-1 2-6 16,2 1 11-16,0 1-9 0,5 2 17 0,2 0-3 0,0 0-9 0,0 6 2 0,-1-4 10 0,0 1-9 0,0 0-2 0,0-7 4 0,1 2-2 0,2 1-24 15,2 1 17-15,2-1-17 0,2 1 26 0,-5-6-2 0,-1 2-10 0,0 0-5 16,-2 1 10-16,0-3-8 0,0 2 9 0,1-1-5 0,1 2-2 16,0 3-11-16,-1 2 12 0,-1 0-5 0,-2-1 17 0,0-3 1 15,0-1-10-15,-3 0-13 0,4 1 16 0,0-2-15 0,1 0 18 16,1-2 3-16,-1-2-3 0,1 3-9 0,-1-6 0 0,0-1-2 15,0-2 2-15,1-3 0 0,0-1 0 0,0-4-4 0,2 0 8 0,-1-1-7 16,2-2 6-16,0-1 0 0,1-3-1 0,3-3-4 0,-1 0 3 16,2-4-2-16,-1 0 4 0,-1-2 2 0,-2 0-3 0,2-1-12 15,0 1 14-15,1-2-12 0,-1 3 18 0,0-4-2 0,1-3-7 0,0-2-9 16,0 1 8-16,0 0-6 0,-1 2 18 0,1 0-3 0,0 0-9 16,0 1-13-16,1 1 20 0,-1-2-14 0,0 1 25 0,-1-3-4 15,-1 2-12-15,2 0-2 0,0-1 3 0,0 1-3 0,0-3 5 16,1 1 2-16,1-2-5 0,1 0-6 0,0 1 17 0,2 0-16 15,0-3 17-15,2 3-4 0,2-3-9 0,0 3 1 0,5-1 0 0,1-2 1 16,2 1-2-16,-1-2 3 0,-6 0-5 0,1 2-5 0,1-1 10 16,1-1-8-16,5 1 8 0,-1-1 0 0,-2 0-2 0,0-1-8 15,2 1 6-15,-2 1-6 0,2-2 12 0,1 0-2 0,-1 2-4 0,2-2-5 16,4 1 7-16,0-1-6 0,4 0 13 0,0-1-3 16,-6 0-4-16,4 0-7 0,-1-1 10 0,2-2-6 0,6 1 15 15,-2 0 0-15,0 0-10 0,2-1-6 0,1 0 9 0,4 0-9 0,5-1 9 16,-2 2-2-16,2-1-5 0,-1-1 2 0,-3 0-2 0,-1 0 3 15,0 1 7-15,-3-4-5 0,2 3-1 0,2 1-9 0,3 0 5 0,2 0-5 16,1 3 12-16,-6-1 3 0,1 1-1 0,-3-1-20 16,-3 1 11-16,5 0-12 0,-4 1 28 0,0 0-4 0,1 1-3 0,3 0-18 15,4 1 10-15,0-1-8 0,-4 1 14 0,-1 0 1 0,-3-1-5 0,1-1-15 16,3 1 15-16,-3-2-12 0,1 0 23 0,-2 1 0 16,2 0-10-16,5-1-7 0,1 1 12 0,-6-1-11 0,2 2 10 15,-5-2 3-15,-1 0-4 0,5 0-12 0,-2 0 12 0,-2 0-10 0,0 0 13 16,-2 0 1-16,5 2-10 0,1 0-1 0,0-1 7 0,-4 0-7 15,-2 2 5-15,-1-2 3 0,-3 2-4 0,4-2-10 0,-3 1 6 16,-2 1-7-16,1 0 19 0,-1-2-4 0,1 1-3 0,2 0-13 16,3-1 10-16,2 0-7 0,-6 0 13 0,-2-1 1 0,0 0-6 0,2 3-5 15,2 0 3-15,-1-1-3 0,-3-2 5 0,-4 0 1 0,1 0-3 16,0 0-4-16,1 0 8 0,1 0-7 0,2-1 11 0,-1 1-3 16,-3 0-3-16,-2 0-7 0,-5 0 6 0,-2-1-3 0,1-1 7 15,-1 1 2-15,4 0-8 0,-1-1-2 0,-6 1 12 0,-1-1-10 16,-2 0 10-16,-3 0-4 0,1 1-7 0,-1 1-4 0,1-2 11 0,-1 1-6 15,-2-3 10-15,-1 2 1 0,0-4-8 0,-2 3-5 0,0-4 13 16,0 1-11-16,-2-1 13 0,-1-2-1 0,1 0-10 0,0-3 4 16,-1-2 5-16,1-1-3 0,-1-2 3 0,2-3-5 0,-1 0-3 0,-1-2-4 15,1-2-1-15,2 5 0 0,-1-3-1 0,0 1 6 0,0 2 2 16,0-3-15-16,0 2 12 0,2-1-11 0,0 1 16 0,0 1 2 16,2-3-9-16,0-1-7 0,-1 0 12 0,1-1-11 0,-2 2 11 15,0 0-3-15,-3 0-6 0,1-5 2 0,-1 0 5 0,0-3-1 16,5-2 1-16,-2-2 1 0,1 4-9 0,-1-2-3 0,0-2 15 15,-1 0-11-15,0-2 13 0,1 0-3 0,-1 2-7 0,0-4 0 0,-2 0 3 16,0-3 0-16,1-5 0 0,0-3-1 0,-1 1-3 0,1-5 1 16,0 2 1-16,0 0 0 0,0 0 0 0,3 2 0 0,-1 0-4 0,3-3-8 15,0-5 15-15,2 2-9 0,0 0 18 0,0 3-2 0,-1 3-10 16,1-1-4-16,-2 3 6 0,1 1-4 0,0 1 6 0,-2 0 0 16,0-1-4-16,-1-4-16 0,0 2 19 0,0 3-14 0,-2 1 26 15,-1 6-4-15,-2-2-11 0,-2 3-3 0,0 0 4 0,0 4-2 16,-2-1 3-16,0 0 0 0,-1-2-3 0,0-2-5 0,-2 0 7 15,-1 1-3-15,1 1 11 0,0 3-1 0,-3 1-7 0,0-2-6 0,-1 2 4 16,-2 0-3-16,2 1 10 0,-1 3 0 0,1-1-3 0,-1 0-13 16,0 0 11-16,-1-5-10 0,0 2 19 0,-1 0-7 0,0 4-3 15,-1 0 1-15,0 2-3 0,-3 2 5 0,1-2-3 0,-2 1 1 16,0 2-1-16,-1 0-15 0,2 2 14 0,-2 1-13 0,1 2 28 16,-1 2-4-16,-2 0-5 0,-2 0-19 0,-4 2 15 0,-2 0-11 0,-2 1 22 15,0 3-2-15,4 0-9 0,-6 0-15 0,-2 0 12 0,-4 1-11 16,-3 1 28-16,3 1-5 0,0 1-6 0,0 2-5 0,-1-1 1 15,2 3-2-15,-2-1 2 0,-2 0-1 0,-3 1 0 0,-3 1-12 0,1-1 13 16,0 0-8-16,-1 2 17 0,1-2-2 0,1 2-8 0,1 2-13 16,1-1 15-16,1 2-10 0,-3-3 19 0,-3 2-3 0,0-1-10 15,-1 1-2-15,-2-1 2 0,-2-1 0 0,2 3 4 0,-1-2-1 16,3 3-1-16,-3 1-7 0,1 2 10 0,-5 0-5 0,-2-2 11 16,3 1-5-16,-6 1-8 0,2-1-3 0,0 2 10 0,0 0-4 15,3-1 13-15,0 1-5 0,-2 0-7 0,-4-2-12 0,-1 0 14 0,1 1-9 16,1-2 20-16,6 0-2 0,0-1-10 0,1 1-4 0,3-1 5 15,-2 1-3-15,-2-1 10 0,-1 1-1 0,0-2-5 0,-3 2-8 16,0-2 7-16,1 4-6 0,-1-2 88 0,4 1-78 0,-3 2 20 0,-2-2-47 16,2 2-62-16,-6 0 78 0,4 0 21 0,3-2-4 15,-2 0-9-15,6 2-7 0,-1 0 5 0,0-1-4 0,0 2 10 0,2-1 0 16,2-2-6-16,-1 1-7 0,1 0 6 0,0 0-6 0,1-2 17 16,5 1-3-16,3 0-2 0,0-3-4 0,2 1-1 0,-1 1 1 15,0-3 0-15,4 1-1 0,5 1 0 0,-2-1 1 0,-3 1 1 0,1 0 2 16,-6-2-4-16,5 2 3 0,3-1-3 0,-1-1-8 0,3 2 13 15,1-2-13-15,3 4 18 0,1-3-3 0,2 3-6 0,-2-3 0 16,1 3 1-16,-4-1-1 0,1 1 1 0,1-1-2 0,0 2-2 0,6-4-6 16,1 3 7-16,0-1-4 0,1-2 12 0,-2-1-3 0,1-2-5 15,2 1-4-15,3 0 3 0,0 3-1 0,3 0 3 0,1 1-4 16,2 0-8-16,2 0-22 0,-1 3 3 0,2 0-6 0,-1-1-11 16,2 2-10-16,1 2-13 0,0 0-41 0,0-1-4 0,1 2-10 15,1-1-62-15,1 1-21 0,0-1-29 0,1 4-95 0,-1-1 185 16</inkml:trace>
  <inkml:trace contextRef="#ctx0" brushRef="#br0" timeOffset="144042.97">9045 12708 217 0,'-10'-7'222'0,"-6"-2"-126"0,4 2 132 0,2 0-160 0,4 2-32 0,2 1-21 0,0 2 21 0,2-1-3 0,1-1-7 0,0 3-4 0,1-3 1 0,0 2-1 0,0-1 3 0,0-1-4 0,2 1-8 0,0-1-14 16,2-1 23-16,0-1-17 0,2 0 34 0,1-2-5 0,2-1-9 0,2-1-14 0,1-3 14 0,3 1-11 0,-1-4 20 0,3 0-1 0,2-1-10 0,4-5-14 15,2 0 10-15,0-2-13 0,-3-3 4 0,-1 4-3 0,0-1-4 0,4-3 0 0,5 0-1 0,0-2 2 0,0-1 2 0,0 1-2 0,2-1-1 0,5-1-14 0,2-1 11 0,0 0-10 0,2-1 18 0,-1 0-4 0,1-3-6 0,-4-4-11 0,0 1 14 0,-1 0-6 0,-1 0 24 0,0 3-2 0,2-4-10 0,4 0-2 0,2 2 22 16,2-2-15-16,2 2 22 0,-1 2-3 0,0-2-10 0,-5-7-17 0,2 1 8 0,-3 1-7 0,0-1 18 0,2 3-7 16,0-2-6-16,6-2-10 0,2 0 8 0,2-1-7 0,2 1 8 15,-4-3-3-15,-6-4-6 0,2-1-2 0,-4-5 5 0,2 4-2 16,4 0 17-16,1 2-4 0,-1 3-7 0,4-2-2 0,-1 1-1 0,0-4-2 15,-3 3-2-15,-8 1 5 0,-1 2 6 0,0-1-11 0,-1 2 6 16,5 3-9-16,-2 2 19 0,1 3-3 0,-3 2-14 0,0-2-9 16,0-2 16-16,-2 0-11 0,-1 4 16 0,-5 2-4 0,-7 4-7 0,-3 2 0 15,-2-1 2-15,1 5 0 0,3 0-4 0,-2 6-6 0,0 3-8 16,-1-1-76-16,2 3-20 0,2 0-20 0,3 0-174 0,1 1 183 16,0 3-29-16</inkml:trace>
  <inkml:trace contextRef="#ctx0" brushRef="#br0" timeOffset="168070.39">19598 4770 256 0,'-4'-4'15'0,"2"2"234"0,1-2-60 0,-1 1 24 0,0 1-106 16,1-1 21-16,0 1-39 0,0-1 21 0,0 1-10 0,1-1-14 0,0 1-26 0,-1-2 28 0,0 1-36 0,0 1 32 0,1 0-8 0,0 1-25 0,0-2-8 0,0 3 18 0,0-1-24 0,0 1 16 0,-2 0-10 0,2 0-11 0,0 0-14 0,0 0 11 0,0 0-12 0,0 0 17 0,0 0-4 0,0 0-9 0,3 1-6 0,-2 1 11 0,1-1-11 0,0 2 22 0,2-1-4 0,-1 2-8 0,2 0 2 15,0 0 5-15,1 1-6 0,0 1 13 0,-3 1-6 0,0-2-5 0,3 2-23 16,-2 0 17-16,6-1-18 0,2 1 26 0,-1 2-10 0,2 0-11 15,2-2-11-15,-2-2 10 0,0 0-7 0,-1-1 19 0,-2 1-6 16,0-1-9-16,1 3-10 0,1 0 8 0,-2-2-5 0,-1 1 14 16,0-1-3-16,1-3-4 0,0 2-13 0,1 0 9 0,-2-1-7 15,0 0 18-15,-1 0-5 0,0-1-5 0,-1 1-16 0,0 1 0 16,0-2-5-16,0-2-9 0,0 3-4 0,-2-3-7 0,1 1-25 0,-2-1 0 16,1 0-9-16,-1-1-33 0,0 0-12 0,-1-1-19 0,1 0-88 15,-1-2-46-15,-1 1-12 0,1-2 31 0</inkml:trace>
  <inkml:trace contextRef="#ctx0" brushRef="#br0" timeOffset="168386.6">20070 4578 1211 0,'-3'0'148'15,"1"0"46"-15,-1 0-85 0,1 3-2 16,0-1-18-16,0 1-36 0,-1 2-11 0,1 0 13 0,1 2-18 0,-1 2 28 16,0 0-10-16,0-1-11 0,1 1-11 0,-1 0 8 0,0 4-12 15,0 6 17-15,-2 1-2 0,1-1-5 0,-1 3-8 16,-1-1 15-16,-1 1-18 0,1 2 11 0,-2-1-4 0,1 3-12 0,0 4-14 16,0-4 16-16,-1 1-17 0,0 3 19 0,3-2-6 15,-1 0-12-15,0 4-7 0,0-4 9 0,1-6-10 0,-1 1 15 16,3-6-6-16,1-1-4 0,-1 6-12 0,1-4 6 0,1-3-4 15,-1-1 16-15,1-1-3 0,-2 0-7 0,2-1-7 0,0-2 5 16,0 0-6-16,-1 0-5 0,1-1-9 0,0 2-13 0,1-4-58 16,1 1-18-16,0 0-13 0,1-3-146 0,0 0-119 0,1-1-81 0</inkml:trace>
  <inkml:trace contextRef="#ctx0" brushRef="#br0" timeOffset="169652.12">22711 7609 256 0,'0'-11'11'0,"-1"5"194"0,1 2-44 0,0-2 25 0,-1 2-96 0,1 0 14 0,0 0-36 0,1 0 4 0,0 1-12 0,1-1-12 0,-1 0-14 0,1 3 17 0,0-2-17 0,-1 0 34 0,0 1-5 0,1 1-19 0,-2 1 2 0,0 0 24 0,0 0-25 0,0 0 30 0,0 0-11 0,0 0-13 0,0 1 2 16,-3 1 2-16,2 1-5 0,-1 0 12 0,-1 2-9 0,-1 1-8 0,0 4-18 16,-1 2 8-16,0 2-14 0,-4 4 16 0,0-2-6 15,0 4-4-15,-3 0-3 0,2-1 3 0,-1 2-4 0,-1 1 12 16,-1 1-1-16,1 0-3 0,0 4-7 0,4-1 5 0,-1 3-9 16,-1-2 2-16,-2 1-4 0,-4-1-5 0,-1 1-9 0,1 1 4 15,0-4-5-15,1-1 8 0,1-2-2 0,2-3-1 0,1 4-13 16,2-1 8-16,1-4-8 0,1-2 13 0,0-3-2 0,0 0-4 0,3 0-16 15,-3-3 14-15,2 3-10 0,-1-3 21 0,2 0-5 16,-1-1-9-16,1 0-14 0,0-1-5 0,2-1-2 0,0 0-18 0,1-1-5 16,-1-2-4-16,2 0-27 0,0-2-11 0,0-2-1 0,0 0-43 15,0 0-7-15,0-2-9 0,0-5-101 0,2 0-66 0,-2-2 1 16,1 0 55-16</inkml:trace>
  <inkml:trace contextRef="#ctx0" brushRef="#br0" timeOffset="169940.53">22263 7708 1098 0,'-1'-1'118'0,"1"0"41"0,0 1 20 15,0 1-57-15,2 2-3 0,2 3-11 0,1 3-17 0,1 3-13 16,1-1 13-16,1 5-23 0,1 1 26 0,0 1-10 0,2 0-13 15,5 4-9-15,0 2 0 0,4-1-13 0,-1 2-23 0,-4-4 2 16,1-3-5-16,3 0-5 0,1-2 10 0,3 2-14 0,0 5 9 16,-1-7-6-16,-2 0-10 0,-2-2-6 0,-1-5 7 15,-7 4-7-15,1-1 6 0,-2 0-1 0,1-1-4 0,5 2-9 16,-2-1 8-16,1-3-9 0,-2-2-4 0,-1 0-13 16,-2-1-11-16,1 2-50 0,-1-2 7 0,0 1-13 0,0-2-123 0,-1-1-66 15,0-3-77-15</inkml:trace>
  <inkml:trace contextRef="#ctx0" brushRef="#br0" timeOffset="170351.05">23019 8069 1615 0,'-2'6'132'0,"1"-3"-2"0,0 5 30 0,1 1-68 0,0 3 15 0,1-1-23 0,1 1-27 0,0 2-31 0,2-1 11 0,-2 1-20 0,0 1 8 0,0-1-8 0,2 0-11 0,-1 2-10 0,2 0 6 0,-2-2-6 0,0 3-10 0,0 0-22 0,-1-2-16 0,1 3-80 0,1-4-49 15,-1 0 18-15,1 1-345 0,1 1 315 0,-1-5-46 0</inkml:trace>
  <inkml:trace contextRef="#ctx0" brushRef="#br0" timeOffset="171120.95">22634 11189 1244 0,'-9'-12'-154'0,"4"5"347"0,1 0-23 0,-1 1-40 0,2 1-33 0,0-1 28 0,0 2-46 0,1-1 18 16,1 2-17-16,0 0-23 0,-1-1-22 0,1 1 17 0,-1 1-23 0,1 0 35 0,0 2-4 0,1 0-9 0,-1 0-12 0,0 3 13 0,0-1-19 0,-2 4 21 0,-1 0-6 0,4 3-10 0,0 2 0 0,0 4 6 15,0 1-9-15,-7 5 6 0,1 2-5 0,-1 0-8 0,-2 5-17 16,1 0 11-16,-1 2-14 0,-1 5 19 0,1 0-8 0,-1-4-9 16,0 3-8-16,0-3 4 0,1-3-4 0,-1 3 8 15,2-6-5-15,0 1-2 0,1-4-7 0,0-3 4 0,2-1-3 0,0-1 3 16,2-1-1-16,0-2-5 0,-1 2-12 0,1-2-3 0,1-1-3 15,-2-4-21-15,2-1-2 0,0-1-7 0,1-1-38 0,-2-1-13 16,3-1-8-16,-1-1-90 0,1-3-29 0,0-1-31 0,0-5-297 16,0 0 346-16</inkml:trace>
  <inkml:trace contextRef="#ctx0" brushRef="#br0" timeOffset="171369.15">22258 11206 1580 0,'-6'0'-167'0,"3"1"395"16,-1 1-43-16,2 3-46 0,2-1-55 15,1 3 12-15,4 1-33 0,0 1-11 0,2 1-2 0,1 0-9 0,2 2-5 16,0-2 16-16,3 0-20 0,1 2 16 0,1-1-10 16,2 1-13-16,4 5-12 0,-2-2 7 0,0 0-8 0,1 3 5 15,-2-1-3-15,1 0-7 0,3-3-16 0,-4-3 15 16,-1-1-14-16,0 2 23 0,0 2-6 0,-1 0-9 0,-1 1-40 15,-8-4 21-15,0-2-27 0,0-2-1 0,0 0-21 0,3-2-24 0,2 3-60 16,-1-3-68-16,0-1 38 0,1 1-356 0,-1-2 326 16,3 3-29-16</inkml:trace>
  <inkml:trace contextRef="#ctx0" brushRef="#br0" timeOffset="171754.75">22797 11411 1410 0,'-4'-12'-216'0,"3"7"463"0,1-1-48 15,1-1-62-15,3 2-30 0,1-1 9 0,1 0-28 0,2-2-3 16,-1 1-9-16,0 2-12 0,2-2-21 0,0 3 11 16,2-1-20-16,0 1 13 0,0-1-13 0,-1 2-11 0,0-1-6 0,-1 0 6 15,0 3-6-15,0 0 13 0,-2 1-8 0,1 0-8 0,-2 0-12 16,-1 2 7-16,-1 1-8 0,-1 2 11 0,-2 0-2 15,0 2-6-15,-1 4-4 0,-2 2 8 0,-2 1-7 0,-1 5 3 16,-2-1 1-16,-1 4-5 0,0-2-7 0,0-2 10 0,1 3-9 16,0 1 15-16,-1-1-1 0,2 1-6 0,0-1-3 0,1-5 3 15,1 0-4-15,1-4 6 0,2 0 1 0,1-2-2 0,1-2-4 16,2 0 12-16,1-3-8 0,2 0 18 0,0-1-4 0,1 0-8 0,1-2 0 16,1-1 8-16,1-1-4 0,1 0 7 0,2 0 0 0,-1-1-6 15,2-1-10-15,-2-1 10 0,0 0-10 0,-1 2 4 0,1 0 0 16,-1 0-4-16,1-2-4 0,0 2 3 0,-2-1-3 0,-3 1-2 15,0 0-4-15,-7 0-4 0,1-2-20 0,-1 2-7 0,0-1-2 16,5 0-42-16,0-2-9 0,2 2-10 0,1-1-90 0,0-2-66 16,0 2-13-16,2 1-24 0</inkml:trace>
  <inkml:trace contextRef="#ctx0" brushRef="#br0" timeOffset="185132.98">14267 9087 217 0,'-2'-10'173'0,"2"1"-97"0,0 1 96 0,2 1-94 0,0 4-34 0,2 2-6 0,-1 0-11 0,3 1-2 0,-1 1-6 0,3 1-4 0,1 0 16 0,1 0-10 0,1 2 17 0,2-1-4 0,0 2-16 0,4 0-8 0,1 0 12 15,3 0-13-15,2 0-2 0,-1-2 4 0,2-1-3 0,2 1-8 0,2 0 8 0,2-2-7 0,3 0 21 0,-1 0-2 0,-5-1-7 0,3 0-13 0,3-1 11 0,1-1-9 0,5-2 19 0,0 0-5 16,1 1-6-16,3 1-8 0,3-1 8 0,4 1-4 0,3-2 23 16,-2-1 6-16,-1 1 0 0,4-4-24 0,-2 0 29 0,2-2-28 0,6-1 31 15,-3-1-10-15,4-1-13 0,5-1-8 16,-7-1 3-16,1-3-1 0,-3-3 11 0,-6-2-8 0,6 2-6 0,1-4-21 0,-1-2 19 15,1 1-13-15,-3-3 29 0,-7 3-9 0,-6-1-16 0,-2 1-4 16,-3 0 4-16,-2-2-1 0,2-1 14 0,-7-2-4 0,1-2-4 16,0-2-7-16,-2 2 8 0,0-2-9 0,-4 1 6 0,0 2 1 0,-1-4-2 15,0-2-9-15,-1 0 7 0,-3 3-5 0,-2 1 8 0,-3 1 0 16,-5 1-8-16,-7-5-9 0,-3-4 11 0,-2 1-11 0,-4-1 8 16,2 3-1-16,3-1-2 0,-2-5 2 0,-3 0-6 0,-6 4 7 15,-8 1-10-15,-5 5 6 0,-2 2-2 0,-2-3-7 0,-2-1 20 16,-3 0-17-16,-3 1 19 0,-1 5-4 0,-4-1-8 0,-4 1-7 15,-4-2 7-15,-3 0-2 0,0 3 25 0,-1 1-6 0,-1 1-5 16,-4 3-17-16,-2 3 16 0,1 4-13 0,-4 1 23 0,0 3-7 0,0 2-9 16,-6-2 4-16,1 4-3 0,2 1 4 0,-3 3 2 0,3 0-1 15,-76 4-26-15,140-1 55 0,-142 13-64 0,73-3 50 0,5 3-5 16,-80 17-19-16,149-28-4 0,-158 32 11 0,82-13 2 16,8 2 1-16,2 5-2 0,-4 3-3 0,3 3 4 0,0 1-4 15,-1 1 2-15,5 1-3 0,2 2-2 0,-2 3 6 0,4 3-4 16,-1 0 7-16,2-2-5 0,-1 1 3 0,3 3-3 0,0 5-4 15,4 1 15-15,2 3-15 0,4-1 5 0,5-1 4 0,6-1 0 0,3 0-10 16,2-2 8-16,1 1-5 0,1 1 26 0,4-1-4 0,2 3-7 16,5 3-21-16,2-3 18 0,3 0-17 0,2-3 25 0,3-5 0 15,4-3-4-15,4 5-4 0,2 2-6 0,4-1 3 0,5 1 6 16,4-9 4-16,4-3 9 0,5 0-30 0,2 1 18 0,2 3-18 16,0-3 25-16,0-4 2 0,5-6-10 0,6-6 5 0,5-2-1 0,7 0 0 15,1 0 3-15,-3-1-5 0,2 1 0 0,1-1-22 0,3-4 16 16,9-5-11-16,4-4 38 0,3-6-2 0,-2-6-2 0,6-3-13 15,-1-2-9-15,4-3-4 0,9 0 2 0,-3-2 0 0,1 2-7 16,-1-1-11-16,-2 0 15 0,-1-2-15 0,2 3-19 0,-3 1-21 0,-7 3-28 16,-1 0-76-16,-8-1-49 0,-5 2 1 0,-1 2 18 15</inkml:trace>
  <inkml:trace contextRef="#ctx0" brushRef="#br0" timeOffset="68110.01">10574 4363 440 0,'1'-16'100'0,"-1"3"140"0,2 1-178 0,0 5-41 0,2 1-4 0,-2 1 3 0,0 3-8 0,1 0-3 0,0 0-4 0,0 1 6 0,0-1 1 0,1 1 20 0,-1 1-3 0,2 0-8 0,-2 0-4 0,0 1 12 0,1 2-11 0,0-1 10 0,0 0-3 0,1 3-4 0,1 1 2 0,-2 2-5 0,1 2 5 0,-2 3 4 0,-1 1-6 0,0 5-2 0,-2 6-9 16,-4 1 3-16,-1 1-4 0,-3 3 0 0,-2 1-6 0,-1-1-3 0,-2 5 0 0,-2-1 3 0,0 2 4 0,-4 1 15 0,2-2-6 0,-2 1-8 0,-2 3-7 16,1 2 6-16,-1 2-6 0,-2-1 3 0,2-2 1 0,1-3-3 0,1-1-2 15,-1-2 0-15,2-2 0 0,1-2-2 0,0-4 0 0,0-2-3 16,-1-1-24-16,0-3 9 0,1-3-16 0,4-1-15 0,2-4 0 15,1 1-9-15,5-4-34 0,1 0-25 0,-1-3-1 0,2 0-125 16,-6 1 142-16,-1-3-10 0</inkml:trace>
  <inkml:trace contextRef="#ctx0" brushRef="#br0" timeOffset="68369.7">9963 4573 1068 0,'-7'-1'186'16,"-1"-6"-172"-16,1 4-6 0,2 3 1 0,1 1 1 0,1 1-10 0,1 6 12 15,2 1 3-15,0 3 3 0,4 2 4 0,3-1 14 0,2 3-11 16,3 1 9-16,4 1-6 0,3 3-8 0,6 4-7 0,4-1 4 16,5 0-3-16,5 5 1 0,0-4-4 0,-4 2-8 0,4 1-1 15,0 0 3-15,1 2-2 0,5-2 3 0,-3-2-6 16,-1-2-2-16,1-2-23 0,-1 1 10 0,1-1-9 0,-2-5 4 0,-4-1-9 15,-3-2-16-15,-9 3-29 0,-3-2 9 0,-5-1-15 0,-2 0-23 16,2-2-9-16,-3-3-18 0,-1-2-104 0,-1 2 140 0</inkml:trace>
  <inkml:trace contextRef="#ctx0" brushRef="#br0" timeOffset="68574.46">11081 4822 1328 0,'24'-13'-510'0,"-24"8"823"0,-1 2-102 0,-1 3-198 16,2 3-16-16,0 3 12 0,3 4-13 0,1 4 23 0,3 2 6 0,1 3 4 15,0 1 7-15,-2 5-6 0,1 3 2 0,-1 3-15 0,2-1 0 16,1 2-3-16,0 2-14 16,1-2 16-16,-1 1-16 0,-5 0 11 0,2-2-3 0,-2 2-8 0,4-2-18 0,6 3-15 0,2 4-7 15,5 6-126-15,1 4-15 0,1 3-38 0</inkml:trace>
  <inkml:trace contextRef="#ctx0" brushRef="#br0" timeOffset="73706.49">14137 9424 397 0,'-9'-14'75'0,"3"2"104"0,0 2-140 0,3 2-36 0,0 1 1 0,0 2-2 0,2 1-1 0,1 3 0 0,0-1-14 0,0 2 4 0,0 2-5 15,3 0 18-15,-2 3 5 0,3 0 0 0,1 0 0 0,0 3 19 0,3 0-15 0,-1-1 20 0,2 2-5 0,1 0-6 0,1 2 12 0,3 0-4 0,-5-1 7 0,2-1 5 0,4 2-1 0,4-5-1 0,9-2-21 0,3-2 15 0,2 1-18 0,0 0 9 0,1-2-5 0,2 1-7 0,4-2 0 0,5 0-3 16,4 0 2-16,1-3-3 0,0-1 4 0,-6-1 2 0,4-3-9 0,-2-1 17 0,-1-3-15 0,2 1 12 0,0-4 1 0,5-3-5 0,7-2-4 0,3 0 12 0,-4-3-7 0,4-3 25 0,-6-1-6 0,1 1-8 0,9-3-10 0,-1 2 4 0,4 2-5 0,3-2 0 0,-6 0-2 0,-3-4-4 0,-3-2-5 0,-1-3 1 16,2 0-1-16,0-1 2 0,-1 1-2 0,-2-1 2 0,-7-5-9 0,0 1 1 0,-5-1-1 0,-2 0 3 0,-1 1-1 0,-3 0 1 0,-3-5 3 0,-2-3-4 15,-1-1 6-15,-1-1-5 0,-4 3 4 0,0-2-1 0,-1 1-5 16,-5 2 6-16,-5 3-6 0,-4 0 3 0,-5 1-3 0,-8-6-2 15,-2 2-8-15,-3-5 15 0,-5 2-7 0,8 3 13 0,-4-2 1 0,-4 3-13 16,-3 0-6-16,-12-1 12 0,-4-2-10 0,-2-5 7 0,-1 6 0 16,-4-2-4-16,-2 1-6 0,-4 3 4 0,-5-1-2 0,-7 4 6 15,0 9 1-15,-4 2-5 0,-9-1 0 0,-1-1 4 0,-4 0-4 0,-3-1 4 16,2 3-3-16,-2 4-3 0,-5 2-4 0,-4 2 9 0,1 1-4 16,2 3 17-16,1 3-4 0,0 4-7 0,-4 2-15 0,-5 6 16 15,3 3-12-15,-1 5 26 0,0 7-6 0,-1 5-13 0,-11 10-4 16,-3 3 14-16,3 6-8 0,-4 7 7 0,6 4 4 0,-3 3-12 0,-5 7-7 15,7 4 16-15,2 7-16 0,6 6 16 0,5 2 2 16,0-2-3-16,4 1-16 0,9-3 10 0,10 2-9 0,10 2 19 0,11 0-1 16,5-1-9-16,5-1-6 0,5-7 15 0,6-5-13 0,8 2 13 15,9-4-6-15,4 2-6 0,9 2 0 0,6-1-3 0,7-4 5 16,4-3 1-16,2-4-2 0,2-1-3 0,6 4-14 0,2 0 16 0,6 2-11 16,9-1 19-16,7-4-4 0,4-4-11 0,3-2-13 0,-1 0 4 15,-2-4-5-15,3 1-12 0,6-4-7 0,5 1-13 0,4 2-94 16,2 0-39-16,-4-2-23 0,-3-2-3 0</inkml:trace>
  <inkml:trace contextRef="#ctx0" brushRef="#br0" timeOffset="79435.92">9980 12893 464 0,'-2'-3'82'0,"0"-1"-32"0,0 2-34 0,1 2 3 0,-1 0-19 0,0 3-1 0,-1 1-5 0,1 1 8 0,-2 1 11 0,1 0-3 0,1 2 10 0,-2-1 0 0,1 1-12 0,0-1-22 0,0 2 24 15,1 0-22-15,-1-1 31 0,2 1-7 0,-1-2-9 0,0 2-2 0,1 2 1 0,1-2 1 0,0 1 6 0,0-1-2 0,0-1-3 0,0 1-10 0,1-2 12 0,1 1-11 0,-1-2 13 0,1-1 1 0,-1 2-2 0,1-3-15 0,0-2 17 0,1 1-11 0,-1-1 34 0,0 0 0 0,-1-1-12 0,2-1-5 0,-1 1 19 0,0-1-18 0,0 0 15 16,1 0-2-16,-1-1-3 0,1-2-15 0,1-2 16 0,0 0-13 0,-1-1 20 0,2-1-7 0,-1 0-14 15,1-4-12-15,-1 2 18 0,1-2-14 0,-1-1 16 0,2 1-9 16,-2-3-11-16,1 0-3 0,-1-3 2 0,1 0 0 0,-2-1 14 16,0 3-1-16,-1 1-6 0,0 1-10 0,-1 2 22 0,-1 2-18 15,0 1 37-15,-1 0-7 0,0 3-10 0,0 1 0 0,0 2 2 0,0 2-1 16,-1-1-7-16,0 1-4 0,0 0-8 0,0 0-19 0,-2 2 20 16,1 1-16-16,-2 1 25 0,1 2-3 0,-1 0-10 0,0 2-1 0,-1 1-2 15,1-1 1-15,-3-1 2 0,1 1 3 0,-1 1-1 0,0 2-6 16,2 2 10-16,-1 0-10 0,1-1 5 0,1-1 1 0,0 1-2 15,2-2-12-15,-1-1 12 0,1 0-10 0,1-3 22 0,1 1-5 16,0-4-7-16,1 1-9 0,-2-2 10 0,2-1-5 0,0-1 16 0,0 0 1 16,0 0-5-16,2 0-12 0,-2 0 14 0,0 0-11 0,1-1 25 15,1-2-4-15,-1-1-11 0,2 0-17 0,0-2 14 0,1-2-12 16,1 2 20-16,-1-1-9 0,1 0-10 0,-1 0 10 0,1 1-5 16,-1-2 7-16,-1 2-6 0,1 1-1 0,-2 1 2 0,-1 3-6 15,0-1 6-15,0 2-5 0,-1 0 4 0,0 0-1 0,0 0-6 0,0 0-1 16,0 3 4-16,0 2 0 0,0 1 15 0,-1 2-2 0,1 0-5 15,-1-1-7-15,0 2 8 0,0-1-8 0,0 0 6 0,1 1-4 16,0-3-2-16,0 1 2 0,0-2-3 0,1-1 4 0,0-2-1 16,1 1 0-16,-1-1 2 0,-1 0-18 0,2-2 27 0,-2 0-21 15,0 0 36-15,1 0-6 0,-1 0-12 0,0 0 9 0,0-3-7 0,0-1 9 16,0 2-5-16,-1-2-1 0,1-1-1 0,0-2-16 0,0 2 15 16,-2-3-14-16,1 1 17 0,1 0-7 0,-1 1-7 0,0-1-5 15,0 0 4-15,1 0 0 0,-1 2 11 0,1 0-2 0,-1 1-3 0,0 0-4 16,1-1 6-16,0 4-5 0,-2-1 1 0,2-1 0 0,0 2-3 15,0 1-13-15,0-2 16 0,0 2-12 0,0 0 20 0,0 0-1 16,0 0-10-16,0 0-10 0,0 0 15 0,0 0-12 0,0 0 22 16,0 0-3-16,0 0-7 0,0 0-9 0,0 0 3 0,-1 0-4 15,1 0 9-15,-1 0 0 0,-1-2-1 0,1 1-9 0,1-1 11 16,0 2-8-16,-1-1 14 0,1 1-5 0,0-1-5 0,-1-1-1 0,-1 0 3 16,1-1-1-16,0 2-2 0,1 0 2 0,-1-1-6 0,0 2-6 15,1-2 15-15,0 1-12 0,-1 1 19 0,1 0-8 0,0 0-6 16,0 0 1-16,0 0-5 0,0 0 7 0,0 0 0 0,0 0-1 0,0 1-1 15,1 1-11-15,0 1 15 0,1 0-11 0,1 0 19 0,-1 0-2 16,0 1-7-16,0-2-13 0,1 1 10 0,0 1-8 0,-1-2 21 16,0 1-4-16,2 1-8 0,-2-3-7 0,0 2 8 0,1-1-7 15,-1-1 10-15,-1 2 3 0,1-2-4 0,-1 1-14 0,0-1 9 16,1 1-10-16,-2 0 23 0,1-1-2 0,-1 0-6 0,0 1-13 0,1-2 16 16,-1 1-13-16,0 0 18 0,0-1-2 0,0 3-8 0,0-3-6 15,0 0 5-15,0 1-4 0,0-1 8 0,0 0 1 0,0 0-5 16,0 0-3-16,0 0 5 0,0 0-3 0,0 0 3 0,0 0 2 15,0 0 0-15,0 0-13 0,0 0 12 0,0 0-11 0,0 0 10 16,0 0 3-16,0 0-10 0,0 0 1 0,0 0 9 0,0 0-9 0,0 0 4 16,0 0 0-16,0 0 0 0,0 0-27 0,0 0 3 0,0 0-7 15,3 2 7-15,-2-2 1 0,2 0-2 0,0 0-17 0,0 2 3 16,3-2-9-16,-1 1-19 0,2-1-10 0,0 0-13 0,2 0-53 16,0 0-14-16,0 0-8 0,0 0-90 0,1 0 148 0,-3 1-13 15</inkml:trace>
  <inkml:trace contextRef="#ctx0" brushRef="#br0" timeOffset="81757.04">10047 11051 126 0,'-10'-27'-25'0,"3"12"36"0,0 1 2 0,1 0-10 0,-1 2 0 0,1 1 17 0,0-1-15 0,-1 3 17 0,0 3 0 15,-1-1-2-15,1 0-1 0,1 0 11 0,-1-2-6 0,0 2 17 0,0 0-1 0,2 1-10 0,-2 2-19 0,2-1 37 0,1 2-31 0,0 1 39 0,1-1-11 0,1 2-20 0,1 1-25 0,0 0 9 0,0 0-9 0,1 3 20 16,-1 0-6-16,0 2-11 0,-2 3-12 0,2 1 15 0,-1 4-12 0,0 0 12 0,-2 2 0 0,1-1-6 0,0 3 5 0,-2 3-6 0,1 5 6 0,-2 0-8 0,0 0 3 0,0-2 2 0,-1 2-21 0,0 0 31 0,2 0-28 16,-2 3 32-16,1 2-4 0,1 0-14 0,-1 1 2 0,-1 1-3 0,0-1 4 0,1 2 3 15,-1 1 1-15,0-2-1 0,1 3-12 0,-2 1 12 0,1 0-12 16,0 1 13-16,0-2-5 0,1 1-3 0,0 6-11 0,2 5 11 16,-1 3-5-16,2 4 24 0,4-3-2 0,0 2-7 0,1 0-16 0,0 0 19 15,-4-1-15-15,-2 0 23 0,0-1-8 0,0-1-13 0,-1 3-8 16,1-3 11-16,1-3-4 0,-1-4 17 0,1-3-4 0,1-4-10 0,0-1-2 15,2-1 8-15,0 2-6 0,2-1 4 0,0-1-1 0,0-1-1 16,0-2-5-16,2-2 0 0,-1 1 1 0,-1-4 6 0,1-2 2 16,0-1-3-16,0-3-17 0,0-1 19 0,0 0-16 0,-2-2 29 15,0-4-9-15,0-2-8 0,0 0 1 0,0-2 0 0,1-3 9 0,-1-3 38 16,-1-2 6-16,1-1 9 0,0 1-7 0,-3-1 9 0,-1-2-14 16,1 0-21-16,0-2-8 0,4-1-12 0,0-2-10 0,3-1 6 15,1-1-5-15,-1-3 12 0,2 1 0 0,1-3-5 0,1-3-27 16,0-1 29-16,2-1-26 0,-1 1 29 0,-1-1-4 0,0-1-11 0,-1-1 0 15,0-5-4-15,0 0 5 0,0-1 3 0,2-2-2 16,-1 0-1-16,0-3-14 0,0 1 16 0,-2-1-11 0,0 2 20 0,0-2-7 16,1-4-7-16,0-4 3 0,0 0-7 0,-1-2 8 0,0 2 0 15,-1-1 0-15,-1 0 2 0,1 1-17 0,-2-1 19 0,1 0-19 16,-1 0 15-16,0-2 0 0,-2-3-7 0,-1-2-10 0,-1-4 7 0,0 4-3 16,-1 0 20-16,-2 5-4 0,0-1-4 0,0 2-8 0,-1 1 9 15,-1 1-7-15,1 2-2 0,-1-2-4 0,-1-1-7 0,1-1 2 16,-3 2-4-16,0 2 4 0,1 3-11 0,1 1 4 0,-1 3-4 0,1-1-5 15,2 1 7-15,-2 6-9 0,1 2-1 0,-1 1-8 16,-1 2-2-16,-1-1-23 0,1-1-4 0,-2 1-2 0,1 0-58 0,0-1 84 16,2 3-20-16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06:49.17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7341 3737 256 0,'15'-9'-2'0,"-9"5"-7"0,0 1 10 0,-1 0 9 0,0 2-8 0,-2-1 17 0,-1 2-14 0,1 0 33 0,-1 0-10 0,-1 0-12 0,-1 0-10 0,1 2 13 0,-1-2-3 0,0 1 35 0,0-1-11 0,-1 1-15 0,0 2-21 0,-1-2 21 15,-1 2-18-15,1-2 16 0,1 1-5 0,-1 1-12 0,-1 0-6 0,1 2 13 0,1 0-5 0,-1 3 34 0,0-1 0 0,-1 1-5 0,1 2-19 0,1 0 18 0,-1 1-20 0,-1-1 9 0,0 3-8 0,1-2-6 0,-1 1-9 0,-2 3 14 0,1-2-7 0,-2 3 27 0,-3 1-2 16,0 0-14-16,-1 2-1 0,-1 1 10 0,0-2-11 0,0 2-3 16,1-2 0-16,0-3-4 0,0 3-2 0,5-2-3 0,0 1 2 0,-3 1 1 15,0-3-2-15,-6 1-1 0,-3-2-13 0,1 1 13 0,0-1-11 16,2 3 11-16,-1-2-8 0,2-1-8 0,-2 0-8 0,3-2 6 15,-1-1 1-15,2 1 11 0,1-3 2 0,1-1-11 0,1-1-15 16,2 0 14-16,1-1-18 0,1-2-15 0,2 1-10 0,1-1-18 0,0 0-42 16,0-2-4-16,1 0-11 0,0-1 43 0</inkml:trace>
  <inkml:trace contextRef="#ctx0" brushRef="#br0" timeOffset="315.68">6967 3737 729 0,'-8'-4'29'0,"0"-1"-91"0,1 3 118 15,4 2-17-15,1 0-12 0,1 0-28 0,1 1 1 0,0 3-4 16,1-2 14-16,2 1 6 0,0 2 1 0,3 0 0 0,0 2 12 15,0 1-12-15,1 1 8 0,1 0-2 0,1 2 0 0,1 0-6 16,2 2 3-16,2 1-2 0,0 0 13 0,2 0-2 16,1 2-3-16,2 1-20 0,1 1 17 0,4 3-17 0,1 1 8 0,-3-2-4 0,2-1-10 15,-2-1-10-15,-7-2 16 0,-1-1-10 0,1 0 26 0,-2 1-6 16,6-1-12-16,-2 0-19 0,-3 0 22 0,-2-5-17 16,-3-3 24-16,0 0-4 0,-2-1-10 0,0 3-5 0,-2 0 4 0,-1-1-2 0,0 1 8 15,-1-1-7-15,2-1-10 0,-1 1-66 0,2 0 4 0,0 1-25 16,-1-3-59-16,1 0-51 0,-1 1-38 0</inkml:trace>
  <inkml:trace contextRef="#ctx0" brushRef="#br0" timeOffset="618.85">7695 4001 1003 0,'0'0'-75'16,"2"0"6"-16,0 5 74 0,1 4-13 0,2 0 33 15,-1 2-27-15,2 5 49 0,-2-3-8 0,1 2-13 0,-1 0-23 16,1 1 9-16,-5-2-8 0,0-1 20 0,0 1-7 0,0-2-5 0,3 6-22 15,3 0 16-15,-1-1-13 0,2 0 17 0,-1-3 0 16,-1 2-10-16,3 0-1 0,-1-2-20 0,2 2 7 0,0 1-88 0,0 0-11 16,1 1-28-16,-1 1-28 0,1-3 103 0</inkml:trace>
  <inkml:trace contextRef="#ctx0" brushRef="#br0" timeOffset="1385">10537 3770 278 0,'0'-6'51'0,"-2"3"-40"0,1 1-2 0,0 2 0 0,1 1 14 0,0 0-14 0,0 5 31 0,0-3 2 0,0 4-2 0,0-1-15 0,0 1 25 0,0 0-22 0,-1 2 36 0,-1 0-8 0,0 1-7 0,-2 2-18 16,1 2 10-16,-1 0-9 0,-1 3 18 0,0 1-3 0,0 2-10 0,-1 3-18 0,-1 2 19 0,1-2-20 0,-1 1 17 0,0-2-7 0,0 1-10 0,0 1-9 15,0 0 3-15,-1-2-3 0,0 0 0 0,0-2 0 0,0 0-6 16,1 0-3-16,-1 1 9 0,-1-3-9 0,0-2 1 0,1 0 0 15,-1-4 0-15,-1 2 2 0,-2 0-5 0,2 1 3 0,-1-4-4 0,1 2-1 16,0-2-5-16,-2 0-22 0,0 0 24 0,1-1-24 0,1-1 5 16,3-2-13-16,1 0-22 0,1-1-35 0,2-3-2 0,0 1-9 15,2-1-58-15,0-3 100 0,1 0-18 0</inkml:trace>
  <inkml:trace contextRef="#ctx0" brushRef="#br0" timeOffset="1748.23">10387 3728 674 0,'-4'-5'76'0,"0"1"-83"15,2 2-37-15,1 2 40 0,0 4 17 0,0 1-13 16,1 0 17-16,0 0-2 0,0 1 2 0,0 1 3 0,0-1 9 0,1 0-3 16,-1 2 18-16,1-3-6 0,1 2-9 0,0-1-4 0,1 0 5 0,0 1-6 15,0 1 0-15,2-2-12 0,-1 0-2 0,2 3 1 0,0 0-10 16,0 0 13-16,2 1-1 0,0 1-4 0,0-1-1 0,1 1-16 16,0 2 13-16,1 1-11 0,0-1 15 0,1 0-3 0,-1 0-6 0,3 1-11 15,-2-1 9-15,1-1-6 0,2 1 25 0,-1-2-6 16,2 1-8-16,0 1-18 0,1-3 21 0,2 2-16 0,0-4 26 0,1 1-6 15,-1-3-11-15,1 2-1 0,-6-1-5 0,1 4 3 0,0-3-1 16,2-1-6-16,5-1-1 0,0-3-62 0,2 1-7 0,-4 1-17 16,1 1-80-16,-2-2-10 0,0 2-20 0</inkml:trace>
  <inkml:trace contextRef="#ctx0" brushRef="#br0" timeOffset="2232.67">11034 4133 684 0,'0'-8'-437'15,"-6"3"662"-15,1-1-65 0,1 0-163 0,2 5 16 0,1-4 14 0,1 2-10 0,0 1 13 0,2-2 0 0,2 1-9 0,0 0-16 0,3-1 21 0,1 0-20 0,2 0 24 0,0 2-3 0,5-4-5 0,-2 3-10 0,4-1 5 0,0 0-4 0,1 1 11 16,0 2 0-16,0 0-10 0,-3 1-24 0,-5 2 24 0,-2 2-23 0,1 3 24 0,-2-1-1 0,5 0-9 0,0 2-11 0,-1 0 6 0,-1 1-5 0,-2 0 19 0,-3-2 0 0,-1 4-2 16,-3-6-14-16,-1 1 15 0,-2 2-13 0,-4 0 21 0,-1 2-2 0,-2 0-4 15,-1 2-15-15,-3-2 9 0,0 0-7 0,0-1 17 0,1-1-2 16,5-1-8-16,0 1 2 0,-1 0 8 0,-1-1-6 16,-4 1 5-16,0-2 0 0,2 1-3 0,2 1-10 0,1-3 8 0,4 0-7 15,0 1 11-15,3-1-3 0,1 0-4 0,0 2-13 0,1-3 7 0,2 2-7 16,2-1 6-16,1 0-2 0,2-1-1 0,2 1-2 0,-1-1-12 15,1 1 10-15,1-1-15 0,0 0-9 0,2 0-3 0,-5 1-52 16,4-3 13-16,4 4-23 0,6-3-38 0,10 0-32 0,-1 1-39 16</inkml:trace>
  <inkml:trace contextRef="#ctx0" brushRef="#br0" timeOffset="4232.38">18259 3763 256 0,'-17'-10'30'0,"10"4"413"0,2 5-207 0,1 1-1 0,2 3-253 0,2 1 17 0,0 1-15 0,1 0 32 0,3 2 2 0,0-1-3 0,1-1-10 0,0 1 13 0,2-1-9 0,-1 2 22 0,0-2-4 0,2 0-12 0,1 1-12 0,1-2 16 0,3 2-14 0,-2 0 15 0,2-3-5 0,2 4-4 0,1-1-10 16,2 1 6-16,2 0-3 0,2 0 15 0,1-1-6 0,-1 1-8 0,3 0-15 0,0 0 18 0,2 0-12 0,0 2 19 16,-2-1-4-16,0 0-11 0,-8 1-2 0,-3 0 2 0,0-2-1 15,-2 2 5-15,4-1 1 0,-1 0-2 0,-1-1-9 0,-1 1 11 16,-2-2-11-16,-2 1 5 0,-2-2-6 0,0 1-7 0,1 1-25 0,1-2-3 15,0 0-4-15,1-1-21 0,0 0-5 0,1-1-10 0,2 0-58 16,3 0 9-16,1-2-24 0,1 0-27 0,0-1 106 0,3-2-14 16</inkml:trace>
  <inkml:trace contextRef="#ctx0" brushRef="#br0" timeOffset="4565.78">19134 3552 693 0,'2'-9'-25'15,"-1"6"44"-15,-3 3-8 0,0 1-7 0,-1 3-4 0,2 1 4 16,-1 2 0-16,2 2 21 0,-2-2 0 0,2 2-3 0,0 0-23 15,0 1 25-15,0 1-23 0,0 1 33 0,0 0-5 0,-1-2-7 0,-2 2-7 16,0 2-1-16,0 2 0 0,-2 6 4 0,1 0 1 0,-3 1 0 0,-1 1-15 16,-2 3 15-16,1 0-16 0,-2 3 12 0,0-4 3 15,-2 4-4-15,0 3 8 0,-3-2-7 0,0 4 6 0,2 0-10 0,-1 0-5 16,-2-2-1-16,0 2 0 0,1-2 3 0,-2-3-1 0,1 0-5 16,1-3-2-16,0 0-3 0,1 2-10 0,0 3 8 0,1 2-6 15,0-1 6-15,2-1-6 0,-1-3-12 0,1 0-86 0,-1 0-9 16,1 2-29-16,0-2 27 0</inkml:trace>
  <inkml:trace contextRef="#ctx0" brushRef="#br0" timeOffset="12211.4">3797 7251 601 0,'-3'-1'210'0,"1"0"271"0,0-2-273 0,1 2-68 0,0 1-11 0,1-1-38 0,0 1-22 0,1 0-29 0,1 0-13 0,1 0 24 0,1 0-23 0,1 1 30 0,2 0-8 0,0 2-16 0,3-1-6 0,-2 4 6 0,1-3-12 0,0 4 8 0,-2-2-6 0,0 3-4 0,4-1-10 0,-4 0 8 0,2-1-9 0,-1 0 7 0,0 2-4 16,0 0-5-16,0-2-8 0,0 1 4 0,0-1-4 0,0 0 7 0,0 0-1 0,1 0-4 0,0 0-7 0,-1-1 8 0,0 3-7 16,0-3 16-16,-1 0-8 0,-1 2-6 0,1-3-36 15,-1 1 2-15,-1-1-8 0,0-2-22 0,-1-1-3 16,2 2-13-16,-2-3-68 0,1 1-34 0,-2-1-11 0,2 0-253 0,-1-1 270 15,0-3-43-15</inkml:trace>
  <inkml:trace contextRef="#ctx0" brushRef="#br0" timeOffset="12456.63">4224 7139 2057 0,'0'0'-195'0,"-5"-2"430"0,0 2-43 0,1 2-52 0,1-1-71 15,0 2 11-15,2 2-39 0,1 0-3 0,0 3-6 0,1 2-12 0,0 3-9 16,1 1 19-16,0 0-17 0,-1 2 28 0,0 0-4 16,0 2-14-16,0 2-15 0,0 3 17 0,-1-1-20 0,-1 1 24 15,0-3-5-15,1-3-10 0,0 2-5 0,0-1-1 16,-1 0-3-16,-1 0 0 0,1-4 1 0,0 2 0 0,-1 1-5 16,1-1 4-16,-1-3-5 0,0-3 3 0,1-2 1 0,0-1-2 0,-2 1-6 15,1 2 1-15,-1-1-5 0,-1 0-19 0,2-3-14 16,1 0-7-16,0-4-55 0,1 1-8 0,0-3-5 0,0 0-80 15,0 0-51-15,1-3-43 0</inkml:trace>
  <inkml:trace contextRef="#ctx0" brushRef="#br0" timeOffset="13408.18">4027 7364 493 0,'-1'0'110'0,"0"0"59"0,-1 0 17 0,1 0-57 0,0 0-24 0,1 0-22 0,0 0-25 0,0 3-20 0,0-2 5 0,1 1-11 0,2 0 19 0,0 2 2 0,0-1-6 0,1 0-5 0,0 2 17 0,1-2-23 0,1 2 15 0,0-1-9 0,1-1-7 0,0 1-12 0,-1-1 8 16,2-1-12-16,0 2 4 0,1-2-4 0,0 0-12 0,0 1-8 0,1-1 11 16,0 0-10-16,1 0 11 0,-1 1-2 0,-1 0-9 0,2 1-7 0,-4 1 0 15,1 1-5-15,0-1-21 0,-2 0-9 0,-1 1-7 0,0 1-51 16,-1-1-41-16,1-1 18 0,-2 2-221 0,1-4 208 16,-2 2-18-16</inkml:trace>
  <inkml:trace contextRef="#ctx0" brushRef="#br0" timeOffset="13802.16">4229 7495 1300 0,'-8'2'-167'0,"3"1"389"0,-1 1-36 0,0-1-42 15,0 3-76-15,-1-1 12 0,2 2-42 0,0 1-2 16,1-4-12-16,1 1-12 0,0 1-8 0,-1 0 8 0,1 3-7 16,-1 2 13-16,2-1-7 0,-2 2-5 0,0 1-10 0,0-2 5 15,-1 1-4-15,1-1 11 0,1-1-6 0,-1-1-3 0,2 2 0 16,1-4-5-16,0 1 5 0,1-2-15 0,0-1-14 16,-1-1-9-16,1 1-86 0,1-1-48 0,1 1 10 0,0-2-356 15,-2 3 323-15,0 0-52 0</inkml:trace>
  <inkml:trace contextRef="#ctx0" brushRef="#br0" timeOffset="14381.84">4633 7455 923 0,'-2'-3'-460'0,"-1"2"843"0,0 0-88 0,1-2-156 0,1 2-39 0,0-2 3 0,1 3-33 0,0-3-40 0,0-1-8 0,0 1-6 0,1-2-2 15,0 1-3-15,1 0 3 0,2-1 16 0,-2 0 0 0,2 1-1 0,2-3-4 0,-1 3 27 0,0-3-24 0,1 1 46 0,-1 2-13 0,0-1-15 0,-1 0-19 0,2 1 12 0,-1 2-19 0,0-2 20 0,0 1-10 0,-1 2-7 0,2 1-17 16,-1 0 15-16,0 0-14 0,0 2 29 0,1 1-10 16,0 0-10-16,0 2 2 0,-4-2-4 0,-1 1 3 0,2 1-9 15,0-2 0-15,5 1-1 0,1-2-7 0,-1 1 6 0,1-2-5 16,1 1 15-16,0-1-2 0,0-1-5 0,3 0-7 0,-2 0 11 16,-1 0-10-16,-1-1 9 0,-2-1-2 0,0 1-8 0,0 0-4 15,0-1 9-15,0 1-7 0,-1-1 12 0,-2-1-1 0,2 2-6 16,-3-1 3-16,1 0 0 0,-1 1 2 0,-1-2 3 0,0 0-3 0,0 2 0 15,0-1-10-15,-1-1 9 0,-1 1-7 0,1-1 11 0,-1-1 2 16,1 2-6-16,0-5-22 0,0 2 5 0,0-3-15 0,2-1-30 16,-1 3-24-16,1 0-23 0,1-1-148 0,1-1-131 0,3 2-9 15</inkml:trace>
  <inkml:trace contextRef="#ctx0" brushRef="#br0" timeOffset="14814.54">5644 7011 1092 0,'1'0'311'0,"-4"-3"-185"0,-2 1 116 0,0 0-74 0,-1 1 12 0,1 1-49 0,1 0-36 0,1 0-23 0,-2 1-28 0,-1 1-27 0,2 4 17 0,-2 0-21 0,-2 5 21 0,1 1-5 0,-2-3-16 0,-3 7-4 0,1-2 13 0,-1 4-14 0,-3 7 12 0,2-3-2 0,-1 2-7 0,-1 0 0 0,1-4 2 0,-1 0-4 0,1 1 0 0,3-2-4 0,-2 0-2 0,3 1-6 0,1-2 7 16,1-4-6-16,1 1 9 0,0-4-3 0,1-2-5 0,2 2-31 16,0-2 6-16,2-2-11 0,0-2-23 0,2 1-21 0,-1-4-14 15,1 2-66-15,0-3-16 0,0 1 5 0,0-2-98 0,0-3-56 16,0 0-45-16</inkml:trace>
  <inkml:trace contextRef="#ctx0" brushRef="#br0" timeOffset="15034.15">5317 6995 1309 0,'-8'-1'193'15,"4"1"45"-15,-1-1-66 0,3 1 7 0,0 1-49 0,2 0-49 0,-1 3-52 16,2 3 14-16,1 2-23 0,1 5 26 0,3-2-3 15,0 0-13-15,0 3-12 0,1-3 15 0,0 4-19 0,1 2 16 16,0 0-7-16,1-2-13 0,1 0-4 0,-1-2 3 16,2-2-4-16,-1 2 3 0,0-4-4 0,2 1 0 0,2-3-12 15,-2 1 3-15,3 0-8 0,1 2-52 0,-3-2 16 0,1-3-12 16,1 0-42-16,0 0-14 0,1 0-9 0,-1-1-144 0,0-1-155 16,-2 0-37-16</inkml:trace>
  <inkml:trace contextRef="#ctx0" brushRef="#br0" timeOffset="15215.46">5794 7260 1636 0,'0'3'148'0,"0"1"32"0,-1 0 8 16,1-1-50-16,0 4-41 0,0-1-25 0,0 1-35 0,2 0-28 16,0 2 5-16,0 2-14 0,0-1 1 0,1 0 3 0,1-2-3 15,0 1-10-15,0 0 11 0,0-2-12 0,0 4-1 16,-1-4-25-16,0 1-20 0,2 2-62 0,-2-1-40 0,1 0 20 15,-2 1-235-15,2-1 229 0,3-2-27 0</inkml:trace>
  <inkml:trace contextRef="#ctx0" brushRef="#br0" timeOffset="16351.8">18503 7189 217 0,'-3'-7'420'16,"-2"5"-220"-16,0 0 273 0,2 1-296 0,1 0-89 0,1 1-20 0,1 0 9 0,0 0-11 0,0 0-21 0,1 0 0 0,1 0 6 0,1 1-12 0,2 0 11 0,0 2-3 0,1 1-3 0,2 1-1 0,1 0 7 0,0 1-11 0,1 2 6 0,0-1-2 0,1 2-9 0,2 1-11 0,0 0 5 0,1 0-12 0,-1 2 0 0,-8-2-3 0,0-1-7 0,0 2-9 0,-1-3 12 0,7 1-12 15,-1 0 15-15,2-1-4 0,0 1-5 0,2 0-12 0,1 0 8 0,0-2-8 0,-1 0 14 0,0-1-11 0,-3-1-10 0,0 0-41 0,-2-1 8 0,0 1-13 0,-1-1-32 0,0 0-6 0,0-1-25 0,-1-1-67 0,-1-1-29 0,0 1-17 16,1-2-228-16,-2-2 276 0,3-1-39 0</inkml:trace>
  <inkml:trace contextRef="#ctx0" brushRef="#br0" timeOffset="16586.74">18991 7153 976 0,'-4'-3'228'16,"-1"-1"68"-16,1 3-147 0,-1 0 5 0,2 1-27 15,-2 2-32-15,1 1-33 0,-1 1 23 0,1 1-32 0,-1 1 28 0,1 1-13 16,-2 2-19-16,2 1-15 0,-1 0 16 16,1 3-20-16,0 0 19 0,1 2-4 0,-1 1-14 0,1 4 3 0,0-1 4 15,0 0-8-15,0 6-5 0,0-5-7 0,1 1-6 0,-2 3-7 16,2-3 2-16,0-2-3 0,-2 4-3 0,1-4 1 16,1 0-2-16,0 0-8 0,-1-7 13 0,1-1-10 0,1 2 16 0,-1-1-4 15,1 2-7-15,-1-1-13 0,1-1 3 0,0 1-6 16,0-3-6-16,0-1-10 0,1-1-8 0,0 0-31 0,-1-2-18 15,1 1 0-15,0-2-93 0,1-1-49 0,0-2-40 0</inkml:trace>
  <inkml:trace contextRef="#ctx0" brushRef="#br0" timeOffset="17233.07">19315 7501 368 0,'-3'0'98'16,"1"0"212"-16,1-1-196 0,0-1-9 0,0 2-19 0,1 0-35 0,-1-2 27 0,1 1-40 0,0-3 28 0,0 1-3 0,0-1-13 0,0 1-13 0,1-3 29 0,0 3-30 0,-1-4 53 0,1 2-6 0,-1 0-21 0,1 0-7 0,0 1 10 0,0 0-21 0,0-1 10 0,-1 1-4 0,2-1-4 0,0 0-23 0,-2 1 16 16,1 0-23-16,0 0 20 0,0 1-5 0,1-1-12 0,1 0-11 15,-1 3 12-15,0-2-14 0,1 1 15 0,0 0-5 0,-1 2-9 16,0 0-10-16,2 2 13 0,0 0-11 0,-1 1 27 0,3 2-6 15,-1 0-8-15,1 3-11 0,0-2 8 0,2 2-8 0,0-3 15 16,1 2-5-16,0-3-7 0,2 1-4 0,1-1 8 0,1 1-5 16,0-2 4-16,0-1-3 0,1 1-4 0,2 0-6 0,-2-3 9 15,1 0-4-15,-3 0 10 0,-1 0 0 0,1 0-5 0,-2 0-13 16,0 0 19-16,-1-2-15 0,-1 1 19 0,-3 0 1 0,1-1-10 0,0 1-4 16,-3 0 7-16,1 1-5 0,0 0 12 0,-3 0-5 0,1 0-7 15,-1 0-6-15,0 0 8 0,1 0-6 0,-2 0 8 0,-3 0-1 16,-1 0-6-16,4 0-7 0,0-1 8 0,0 1-5 0,0-2 3 0,-4 1-13 15,1-1-15-15,3-1-51 0,1-1-15 0,1 0-10 16,1 0-145-16,0 1-124 0,2-3-86 0</inkml:trace>
  <inkml:trace contextRef="#ctx0" brushRef="#br0" timeOffset="17533">20196 7085 1436 0,'-8'3'175'0,"0"-2"-26"16,-1 5-1-16,1 2-61 0,-2 3 5 0,2 1-20 15,0 2-23-15,-3 1-20 0,7 1 12 0,-2 0-16 0,-2 2 12 16,2-1-11-16,-9 1-13 0,-1 2-10 0,3 0 5 0,-2-1-7 15,2 5 8-15,-1-3-3 0,2-2-2 16,-1 1-12-16,0-1 9 0,2-1-8 0,1 0 19 0,2-4-4 0,1 0-7 0,2-1-21 16,-1-2-1-16,2-4-5 0,0 3-14 15,2-3-21-15,0-1-8 0,-1-1-70 0,2-1-23 0,0-1 11 0,0-3-115 16,0 0-70-16,-1-1-13 0</inkml:trace>
  <inkml:trace contextRef="#ctx0" brushRef="#br0" timeOffset="17750.02">19856 7193 749 0,'-6'-4'139'16,"2"1"113"-16,-1 1-12 0,3 0-28 0,0 1-43 0,2 1-54 15,0 0 28-15,0 1-56 0,1 2 22 0,0 1-3 16,2 1-20-16,2 1-7 0,0 3 16 0,2 0-29 0,1 4 12 16,0 1-18-16,2 1-19 0,1 2-14 0,0 1 0 0,0 0-7 15,-1 1-1-15,0-1-4 0,1-1-3 0,1-1 2 0,1-2-5 16,0-1 2-16,3 3-9 0,-2-6-1 0,1 1 2 0,1 0-10 15,1 0-17-15,-2-2 7 0,2-1-32 0,-3-2-2 16,-2-1 13-16,-4-2-67 0,-2 1-33 0,-2-1 11 0,2-1-172 16,5-1-171-16,0-1-49 0</inkml:trace>
  <inkml:trace contextRef="#ctx0" brushRef="#br0" timeOffset="18114.68">20277 7424 1652 0,'-16'2'-261'0,"9"-2"500"15,2 0-52-15,0 0-86 0,2 1-18 0,3-1 0 0,0 0-17 16,0 0-15-16,1 0-8 0,2 0-6 0,3 0-23 0,1-1 16 16,2 1-19-16,1-2 22 0,0 1-5 0,1 0-10 0,3 1-13 15,-1 0 15-15,1 0-16 0,0 0 24 0,-1 1-8 16,-1 2-9-16,1-3-13 0,0 2 9 0,-2 1-9 0,0-1 12 15,-3 1-1-15,-2-1-7 0,-1 2-1 0,-1-1 2 0,-3 2-2 16,0 0 6-16,-1 1-2 0,0 3-1 0,-3-1-17 16,-2 0 16-16,-1-1-14 0,-1 4 26 0,0-2-2 0,-1 0-10 0,-1 0-5 15,2-4 3-15,2 0-5 0,-1-1 9 0,3-1-1 0,-1 3-1 16,3 0-2-16,0-2-1 0,1 1 1 0,0-1 0 0,1 0 2 16,1-1 1-16,2 0-5 0,-1 1 12 0,1 0-9 0,0 0 20 15,1-1-6-15,-1 0-9 0,2 1-7 0,-1 0 3 0,1-1-3 0,-1 1 6 16,0-1-1-16,-1 2-5 0,2-2-5 0,-1 2 7 15,-2-2-6-15,0 0-3 0,1 0-8 0,0 0-10 0,1-1-33 0,0 0-5 16,2 0-9-16,0-1-80 0,2-1-43 0,2 0-43 0</inkml:trace>
  <inkml:trace contextRef="#ctx0" brushRef="#br0" timeOffset="33866.33">10954 13057 217 0,'-2'-4'80'0,"-1"3"-46"0,-2 0 31 0,1 0-26 0,0 1 10 0,0 0-22 0,-1 2 20 0,2-1-6 0,0-1-11 0,-1 2-17 15,2-1 2-15,0 0-3 0,1 1 5 0,-1-1-2 0,1 0-9 0,1 0-13 0,-1-1 15 0,1 0-16 0,0 0 14 0,0 0 5 0,1 0-2 0,0 2-13 0,2-1 12 0,-2-1-11 0,1 1 19 0,1 2 0 0,0-2-12 16,0 0-18-16,-1 2 27 0,2 0-22 0,-1-1 31 0,0 1-2 16,0-2-12-16,0 1-12 0,0 1 16 0,1 0-12 0,0-2 34 15,0 0 16-15,0 2-2 0,3-2-56 0,-2 0 43 0,3-1-52 16,-1 2 45-16,1-2 0 0,1 0-4 0,0 0-16 0,1 0 19 15,1 0-15-15,2 0 28 0,2 0-4 0,2 0-15 0,2 0-11 16,4-2 12-16,0 1-12 0,2 0 8 0,-3-2-4 0,-6 1-5 0,2 2-11 16,2-3 8-16,4 0-6 0,3 1 10 0,0 1 2 0,-1-2-7 0,-2 1-13 15,2-1 23-15,-1 2-19 0,0-1 26 0,-1 1-5 16,2 1-11-16,1 0-7 0,2 0 3 0,3 0-2 0,1 0 14 0,2 0-4 16,-2 0-7-16,-6 1-14 0,0-1 16 0,0 0-13 0,0 0 24 15,3 0-7-15,-2 0-9 0,-1-1-6 0,-1 0 5 0,0 0-1 16,-3-1 11-16,1 1 1 0,-2 1-9 0,4-1-1 0,1 1 8 0,1 0-7 15,1-2 3-15,-1 2 1 0,-1 0-3 0,-1-1 0 16,-8 1-4-16,-2-1 2 0,0 1 0 0,-1-1 1 0,7 1 3 0,-1 0-18 16,-3-2 20-16,-1 2-17 0,-3-1 23 0,-1 1-4 0,-1-1-9 15,-1-1-3-15,0 2 4 0,-2 0 0 0,0-1 7 0,0-1 0 16,-1 0-7-16,1 1-7 0,-1 0 12 0,-1 0-11 0,0 1 13 16,-2 0-4-16,0 0-3 0,0-2-9 0,-1 2 14 0,-1 0-8 0,0 2 8 15,0-2 2-15,-1 0-12 0,-1 1-11 0,1 1 20 0,1 0-17 16,-1 0 25-16,0-1-7 0,1 1-8 0,1 0-4 0,-1 2 1 15,1-3 3-15,1 3 5 0,0 1-2 0,0-2-7 0,2 2-32 0,0 0 2 16,-1 2-15-16,2-1-47 0,0 0-13 0,0 2-18 0,1 2-96 16,-1 1 131-16</inkml:trace>
  <inkml:trace contextRef="#ctx0" brushRef="#br0" timeOffset="45155.8">26345 13190 217 0,'1'-10'57'0,"0"-1"-37"16,1 0 15-16,0 1-8 0,-1 4-1 0,1-1-9 0,0 2-3 0,0 1-7 0,0 2-2 0,-1-2 4 0,0 1-6 0,1 1 9 0,-1-2 0 0,2 2-3 0,-1 0-3 0,0 0-6 0,0-1 11 0,1 1-10 0,0 2 10 0,0-2-1 0,1 1-3 0,1 0 12 0,1 1-4 0,0 0 5 0,-1 1-9 0,1 0-2 0,-1 1-6 0,4 1 5 0,0 3 10 0,3-3-7 0,0 2 9 15,1 2 0-15,1-2-5 0,2 1-13 0,2 1 15 0,1-1-12 0,1 1 27 0,-1 0-8 0,-1-2-11 0,-6 1-3 16,3 0 10-16,4-2-7 0,4 1 15 0,6-3 0 0,1 1-1 16,-1 0-4-16,2-2 4 0,0 0-2 0,3 0 12 0,0-1-2 15,6 0-7-15,5 2-28 0,4-2 26 0,-1 1-26 0,-5-1 26 16,-4 0-10-16,-2 1-10 0,0-1-8 0,3 0 2 0,-5 2 0 15,-2-1 13-15,-1-1-1 0,-2 2-8 0,4-2-8 0,-2 2 8 16,3-1-9-16,1 0 6 0,-6 0 0 0,0 1-2 0,-9-2-11 0,-2 0 11 16,0 1-7-16,0-1 13 0,4 1 0 0,-4-1-9 0,-1 2-18 15,-3-2 8-15,0 0-13 0,-3 1-12 0,-2 1-9 0,-2 1-10 0,-1 0-57 16,-1 2-12-16,-3-1-8 0,0 3-67 0,-1 0 117 16,-2-2-8-16</inkml:trace>
  <inkml:trace contextRef="#ctx0" brushRef="#br0" timeOffset="52882.47">5539 13007 217 0,'-5'-1'-6'16,"0"-3"16"-16,1 2-25 0,-1 0 29 0,1 1 50 0,0 0-45 0,0-2 37 0,1 2-5 0,-2-2-12 0,2 2-6 0,-1-3 9 0,1 3-10 0,1-2-1 0,-2 2-10 0,2 0-8 0,0-2-2 0,0 1-1 0,-1 1 4 0,2-2 7 0,-1 2 0 0,1-1-3 0,1 1-23 0,-1 1 23 0,1 0-22 0,0 0 21 0,-1 0-6 0,1 4-14 0,0-1 3 0,-1-1 8 0,-1 4-2 15,1-2 16-15,0 1-3 0,0 3-12 0,0 0-12 0,0-2 19 16,1 2-16-16,0 0 16 0,0-2 0 0,0-1-11 0,2 2-12 15,0-4 10-15,2 2-9 0,-1-1 19 0,2 0 1 0,-1-1-3 0,2 1-14 16,-1-1 11-16,2-1-11 0,0 0 20 0,1 1-1 0,-1-1-2 16,2 0 2-16,2-2-7 0,-2 0 8 0,2 1 4 0,-1-1 3 15,2 1 0-15,1-1-26 0,0 0 26 0,3 1-24 0,-2-1 29 16,2 0-8-16,1 0-11 0,1 0-10 0,0 0 6 0,0 2-1 16,-1-2 24-16,-7 1-3 0,0-1-9 0,2 1-15 0,2 1 21 15,7-2-17-15,0 1 26 0,0 0-11 0,-1-1-14 0,-2 1-2 0,1-1 1 16,-1 0 3-16,1 0 10 0,0 2-6 0,1-2-2 0,3 0-8 15,-2 0 6-15,2-2-4 0,0 2 6 0,1-1-2 0,1 0-3 16,4 0-6-16,0 1 10 0,-1-3-5 0,-1 2 22 0,-9-2-1 16,-1 1-7-16,2 0-15 0,2 0 14 0,5-2-15 0,0 1 9 0,-3 0-3 15,-3-3-7-15,4 4-4 0,-1-5 0 0,0 4 2 16,2-4 10-16,-2 1-1 0,2 2-1 0,1-2-17 0,1-1 15 0,1 1-13 16,0-1 21-16,0-2-6 0,-3 3-7 0,0-2-4 0,-9 1 4 15,1-2 0-15,1 0 14 0,-1-2-5 0,4 3-6 0,2-3-8 16,-4 2 5-16,-2 0-4 0,0-1 10 0,-5 1-4 0,1 1-3 0,0 3-5 15,-2-1 4-15,-2 1 0 0,-1 0 16 0,-3-3-1 0,0 0-4 16,-2 2-10-16,1-2 6 0,-1 1-6 0,0 0 6 0,1 1 0 16,-2-2-1-16,1-1-17 0,0 0 10 0,-1 0-8 0,0 0 28 15,-1 0-6-15,1-1-6 0,2 0-4 0,-3 0 2 0,1-1-1 0,-1 2-2 16,-1 0-2-16,1-1-3 0,-1-1 5 0,0-1 1 0,0-1 3 16,-2 2 1-16,1 2 3 0,-1 0-5 0,0 0-14 0,-2 0 18 15,1 0-18-15,-2 0 23 0,1 1-7 0,-2 1-5 0,0-2 4 16,0 1-10-16,-1 0 12 0,-1 1-4 0,-1-1-1 0,-1 2 0 0,-1-2-7 15,-1 0 10-15,0 1-8 0,0 1 10 0,-1 1-3 0,-2-1-4 16,-3-1 2-16,-2 2-6 0,-2-2 7 0,0 2-1 0,1-1 2 16,4 1 2-16,0 1-12 0,-5-1 11 0,-1 2-11 0,-7 0 10 15,1-1 1-15,2 2-3 0,-1 0-16 0,2 1 16 0,1 0-12 16,0 1 31-16,2 0-7 0,-1 1-10 0,2 2-13 0,-3-3 6 16,1 3-6-16,-3 1 17 0,-1-2-4 0,0 0-3 0,2 1-10 0,1 0 9 15,-2 0-5-15,-5 1 15 0,-4 0 1 0,2 0-7 0,-1-1-9 16,2 3 6-16,3-1-10 0,1 2 4 0,1-2-4 0,1 1-1 0,-3-1 5 15,0 1-5-15,-4 0 9 0,1 1 0 0,0-2 2 16,5 0-3-16,-2-1-5 0,-2 0 9 0,1-2-8 0,-6 2 5 0,6 0-1 16,2-1-3-16,1 3-9 0,2-2 10 0,1 1-5 0,1 0 25 15,2 1-2-15,-1 0-9 0,-2-1-4 0,0 1 3 0,-4 1-5 16,3-2 2-16,1 2 0 0,2 0 1 0,7 0-5 0,0 4 1 16,-1-1 1-16,0 1 3 0,-3 4 2 0,1-3-2 0,2 1-13 0,2 1 18 15,1-1-16-15,0 1 18 0,4-1 0 0,0 1-8 0,1-1-14 16,1 1 9-16,1-1-9 0,1 1 10 0,0-1-3 0,2 1-7 0,0 1-4 15,2-1 7-15,1-1-5 0,1 2 7 0,0 1 1 0,2 3 0 16,2 0-5-16,-1 1 1 0,2-2-3 0,2 0-11 0,1-1-7 16,1 0-11-16,3 1-53 0,3 1 6 0,5 0-20 0,3 3-28 15,5-1-23-15,3 3-20 0</inkml:trace>
  <inkml:trace contextRef="#ctx0" brushRef="#br0" timeOffset="54432.43">20419 13146 347 0,'4'-4'60'0,"-1"0"71"0,2 1-115 0,-2 3-14 0,0 0-13 15,1 0 16-15,-2 0-1 0,1 2 1 0,0-1-12 0,0 0 16 0,2-1-12 0,-1 2 18 0,1-2-7 0,-1 0-9 0,2 0-1 0,0 0 17 0,3 1-5 0,1-1 32 0,2 0-1 0,1 1-14 0,4-1-11 0,2 0 14 0,2 0-13 0,3 0 14 0,-3-1-7 0,-5 0-6 0,3-1-4 0,4 0 0 0,0 0 1 0,10 2 5 0,-3-2-4 0,-3-1-3 0,0 1-14 0,-1-1 22 0,0 1-18 0,-2-2 25 16,2 2-8-16,0 0-13 0,2-1 2 0,2 1 5 0,3 1 0 0,0 1 9 0,-3-2-2 0,0 1-8 0,-6 0-12 0,2-1 12 0,1 0-13 15,-1 1 9-15,7-1-4 0,-4 0-2 0,0-1 5 0,1 1-10 16,-2-2 9-16,1 0-4 0,-1 0 1 0,2 0 5 0,4 0-25 0,2-1 21 16,-1 0-18-16,-2-3 28 0,-8 1-1 0,-2-2-11 0,2 0-12 15,-1-1 17-15,4-2-12 0,-4 1 35 0,-5-2-6 0,-1 0-6 0,-5-2-18 16,1 1 15-16,-3-1-12 0,-2 0 25 0,-1 2-11 0,-2 2-8 16,0-2 1-16,-3 0-3 0,0-1 5 0,-2-1-5 0,-1-1-1 15,-1 1-4-15,-2-2-4 0,-1 2 6 0,-2-2-6 0,-2-1 3 16,2 3-3-16,-3-2-2 0,0-1 4 0,-2 2-6 0,-1-2 8 15,-2 3 2-15,-1 3-3 0,-2-1-1 0,-2 2-13 0,-3 0 10 0,-3 1-8 16,-1 0 16-16,3 1-6 0,4 0-7 0,-5-1 3 0,-1 1-4 16,-2 0 6-16,-4 0-7 0,3 0 0 0,2 1 1 0,0-1-12 15,0 2 19-15,0-4-14 0,0 5 22 0,-1 0-2 0,-2 0-7 16,-3 0-12-16,-3 2 13 0,-2-1-9 0,0 3 19 0,3-1-1 16,-2 2-9-16,-4 1-6 0,0 0 11 0,-4 1-9 0,3 2 5 15,4 4-4-15,0 1-9 0,-2 2-3 0,-5 2 8 0,-1-2-2 16,-2 3 17-16,5-2-5 0,0-1-9 0,-3 3-22 0,0 0 22 0,-2 0-18 15,4 1 27-15,5 1-1 0,2 3-8 0,-2 1-16 0,-5 5 16 16,2-1-12-16,0 1 27 0,7 1 2 0,1-1-9 0,-1 0-16 16,0 0 19-16,-3 0-19 0,8 1 10 0,6-1-5 0,5-3-9 0,2 2 5 15,4-2-2-15,0-1 4 0,6 3 5 0,1-4 3 0,4 0-1 16,1-2-17-16,2-1 22 0,3 1-18 0,1-2 23 0,3 2-4 16,4 0-7-16,1 1-27 0,3 1 13 0,6 3-13 0,4-1 11 15,3 0-6-15,5 1-15 0,2 1-68 0,0 0-11 0,-3 4-22 0</inkml:trace>
  <inkml:trace contextRef="#ctx0" brushRef="#br0" timeOffset="59332.68">5459 13061 217 0,'-4'-5'1'0,"1"1"-12"0,-1 0-27 0,3 1 54 0,0-1 16 0,0 1 0 0,1 1 1 0,-1-1-1 16,1 0-1-16,0 0-19 0,1 1 21 0,-1-2-17 0,1 1 30 0,0 0-5 0,-1-1-12 0,1 0-29 0,2 1 31 0,-2-3-28 0,0 4 32 0,0-2-11 0,0 1-18 0,1 1 4 0,0-2-3 0,-1 3 6 0,1-1-4 0,-1 1-2 0,1 0-6 0,2 0-21 0,-1-1 27 0,2 2-21 0,-1-1 29 16,3 1-6-16,1 0-14 0,2 0-6 0,2 0 11 0,2-1-5 0,1 1 17 15,2 0 1-15,2-1-10 0,5 1-4 0,1 0 6 0,3 0-8 16,1-2 4-16,0 1 2 0,-7 0 0 0,2-2-5 0,0 1 10 15,0 0-6-15,7 0 22 0,-3-2 0 0,-2 3-9 0,0-2-15 16,0 2 12-16,1-1-15 0,1 1 5 0,-1 0-2 0,1 1-3 16,4 0-10-16,0 1 12 0,4-1-5 0,-1 1 19 0,-3-1 0 15,-7 0-13-15,0 0-9 0,-1 0 20 0,-1 0-18 0,5 0 12 0,-3 0-1 16,-3 0-5-16,1 2-9 0,-2-2 7 0,1 1-4 0,-1 0 19 16,-2 1-3-16,-1-1-5 0,2 1-16 0,-2 1 16 0,-1 0-13 15,-2-2 20-15,-1 1-3 0,0 1-8 0,-3 0-16 0,0-3 15 16,-4 2-11-16,-1-1 28 0,-4-1-3 0,-1 2-8 0,-1-2-9 0,1 0 14 15,-1 0-10-15,-1 0 21 0,-1 0-6 0,-3 1-8 0,-2-1-7 16,-4 0-4-16,-1 0 4 0,-3 0 9 0,0 0-4 0,-2 1 1 16,-1-1-7-16,0 1 3 0,-2-1-2 0,0 0 1 0,1 0 2 15,0 2-2-15,-1-2-7 0,1 1 6 0,-1 0-5 0,1 1 17 16,-2 0 0-16,-2-1-5 0,-1 3-13 0,0-1 11 0,0-1-12 16,6 2 14-16,-1 0-3 0,-4 0-2 0,-1 0-14 0,-7 0 9 0,2-1-6 15,1 3 21-15,2-3 1 0,3 3-10 0,0 0-33 0,0 0 12 16,1 2-22-16,0 1-20 0,2 0-20 0,0 0-15 0,-2 4-89 15,-1 0 103-15</inkml:trace>
  <inkml:trace contextRef="#ctx0" brushRef="#br0" timeOffset="112667.41">11146 13098 287 0,'-3'-4'32'0,"2"2"25"0,1 1-17 0,0 1-10 0,2 0-1 0,1 0-20 0,2 0-2 0,1 0 1 0,1 0 1 0,2 0 9 0,1 0-3 0,-1 0 13 0,-4 0-5 0,-2-2-11 0,2 2-22 0,0-1 25 0,8 0-20 0,-1 1 29 0,3 0-5 0,2 0-15 0,-1 0-11 0,1 1 12 16,-1 2-8-16,0-3 27 0,-2 2-4 0,2 1-8 0,1 1-12 16,0-2 6-16,1 2-6 0,1-1 4 0,0 0-2 0,2 2-2 0,3-2 1 15,-1 2-1-15,3-1 3 0,0 0 6 0,3-2 3 0,3 2 0 16,0-1-22-16,-4-2 24 0,1 2-23 0,3-3 20 0,-2 0 3 15,6 0-8-15,0 0-17 0,-2-2 17 0,-2-1-13 0,3 0 30 0,-2 0 3 16,2 1-11-16,4-2 8 0,1 0 5 0,3 0-6 0,-5 0-2 16,4-1-2-16,-2 2 2 0,2-3-10 0,1 3 1 0,-2-4-2 15,-3 2 1-15,-2-1 3 0,0 1-3 0,0-1-5 0,0 1 10 16,1 0-12-16,-2-1 9 0,-3 1 1 0,-6-2 0 0,0 0-2 16,-1 0 6-16,-2 1-4 0,4-2 13 0,-4-1-1 0,-4 1-2 0,-1-1-19 15,-2 0 18-15,1 1-17 0,1-1 15 0,-1-2-8 16,-1 1-12-16,1-3-11 0,-3 2 12 0,0 1-7 0,-1-2 23 0,0 2-5 15,-1-2-11-15,-1 1-13 0,0-2 16 0,-2-2-12 0,-1-1 19 16,-1 3-3-16,-3-1-11 0,-1 1-1 0,-3 1-1 0,0-2 0 16,-4 1 5-16,-1 1-1 0,-2 1 2 0,-3-1-6 0,-4-1 0 0,1 1-1 15,-3-2 1-15,-2 2-2 0,-2 1-2 0,-4 2-5 0,-2 0 10 16,-1 1-4-16,-3 2 18 0,1-2-3 0,-6 1-8 0,-6 0-3 16,-3-1 8-16,1 2-6 0,1-2 1 0,0 0 4 0,1 1-2 0,-4-4-12 15,0 4 11-15,2-1-11 0,-2 0 22 0,-1 2-2 16,-2-2-3-16,-4 1-19 0,3-2 13 0,0 0-12 0,2-2 26 0,5 1-8 15,-3 2-7-15,2 0-4 0,0-1 0 0,1 0 4 0,-3 0 10 16,0 1 0-16,-1-1-2 0,0 0-17 0,0 1 17 0,1-1-15 16,0 3 16-16,0 1-4 0,3 4-6 0,-2 1 2 0,0 1-1 0,-3 5 2 15,-1-1-1-15,3 2 3 0,6-1-2 0,2 2-13 0,1-3 16 16,4 1-14-16,-3 0 19 0,6-3-2 0,2 2-7 0,0 2-3 16,0 4 0-16,0 2 1 0,1 1 4 0,0 2 0 0,0 0-2 15,-2 2-17-15,1 0 20 0,0 0-15 0,2 0 24 0,3-1-5 16,3 2-11-16,8 0-7 0,0 2 9 0,2 3-5 0,2 0 17 0,-5 0-2 15,1 2-10-15,4-3-11 0,1 1 16 0,4 1-11 0,2-1 18 16,0 0-5-16,3-4-5 0,3 1-1 0,3 0 0 0,1-1 1 16,2 0 7-16,-1 0-2 0,2-2 0 0,0 0-16 0,-4 0 15 15,0-2-14-15,2 2 20 0,2-2-3 0,7-1-5 0,1 4-4 16,2 3-9-16,0 0 4 0,1 2-32 0,2-2-13 0,1 2-17 0,2 1-56 16,2 0-22-16,2 2-8 0,4 1 30 0</inkml:trace>
  <inkml:trace contextRef="#ctx0" brushRef="#br0" timeOffset="114127.22">11999 15869 444 0,'-7'-5'31'0,"1"-1"-17"0,2 4 29 0,3 1-12 0,-1 1-9 0,2 0-15 0,0 0-5 0,2 1 5 0,-1 1 15 0,2 0 3 16,2 0 5-16,0 1-27 0,3-2 24 0,0 0-23 0,1 1 27 0,0 0-4 0,2 1-9 0,0-1-20 0,2 0 14 0,1 0-13 0,0 1 18 0,-1 1 3 0,2-3-8 0,2 4-23 0,-2-2 30 0,3-1-27 0,-2 1 31 0,-5-1-8 0,-2 1-15 0,3 1-6 0,1 0 7 0,6-2-1 0,2 2 21 0,0-2 1 0,-1 0-7 0,0 0-13 0,-2 1 22 0,1-2-19 0,-1 0 23 16,1 1-4-16,1-1-9 0,2-1 0 0,2 1 4 0,0 1-2 0,0-1 11 15,1 1-5-15,0-2-1 0,7 2-27 0,-1-1 19 0,0 2-16 16,-2-2 25-16,-5 0-8 0,4 0-14 0,2-1-13 0,2 2 14 16,0 0-9-16,-6-1 22 0,1 2-1 0,-1 0-12 0,2-2-6 15,0 3 8-15,-1 0-8 0,-1-2 6 0,-1 2-3 0,1-1-3 16,2-1 1-16,1 2-2 0,-1-3 5 0,-3 0 11 0,-2 2-2 0,4-2-4 15,1 1-22-15,6-2 25 0,-4 0-21 0,-3 0 26 0,-1 0-6 16,0-2-10-16,1 1 3 0,0-2 0 0,-1 3 5 0,0-2 2 16,-1 1-1-16,1-1-4 0,2 1-15 0,1-1 20 0,-2-1-17 0,-4 0 21 15,-5 0 0-15,0-1-9 0,3 0-11 0,5 0 16 0,-1-1-12 16,-1 1 28-16,-2-2 0 0,-2 1-10 0,0-2-15 0,0-1 27 16,1 2-25-16,-1 0 21 0,0-2-5 0,0 0-14 0,0-2 3 15,2 0-1-15,-1 0 3 0,-1-2-5 0,1 2 3 0,-1 0-5 16,2-2-2-16,0 2 10 0,-3 0-10 0,0-2 9 0,-9 1-3 15,-1-2-3-15,-1-3-13 0,0 4 11 0,3-3-7 0,-1 1 26 0,-1 2 1 16,-1 1-8-16,0-1-3 0,-3-1 10 0,1 3-8 0,-1-3 8 16,0 1-3-16,-2 1-4 0,0-1-11 0,-2 1 11 0,0-2-7 15,-1 3 28-15,-1-1-1 0,-3 2-7 0,-1-1-18 0,-3-1 18 16,-2 0-18-16,-2 2 21 0,1-1-2 0,1 1-3 0,-1-2-14 16,-1 0 4-16,-1 1-6 0,6-3 11 0,0 2 0 0,-2 1-3 0,-1-2-13 15,-10-1 20-15,2 1-17 0,-2 0 19 0,1 0-3 0,0 2-9 0,-1 1-11 16,0 0 11-16,-2 3-11 0,1-2 12 0,-2 6-1 15,1-2-10-15,-2 3-17 0,0-1 20 0,-2-3-18 0,-1 0 26 0,-1 0-4 16,-4 1-8-16,0-1-12 0,-1 1 13 0,7-1-9 0,0 1 17 16,0-1-1-16,0 1-11 0,-6-1-10 0,3 1 17 0,2-1-13 15,0 1 18-15,3-1-3 0,-1 1-8 0,-1 0-9 0,0 1 11 16,-1-1-8-16,-1 0 9 0,-2 0 2 0,-4 0-9 0,1 0 6 16,-2-2 2-16,7 1-1 0,0-2 2 0,1 0-4 0,0-1-1 0,-6 0-11 15,2-1 13-15,-2 1-6 0,1 0 15 0,0 0 1 0,0 0-12 0,-2 2-13 16,-3 1 21-16,-4 1-18 0,-1 2 19 0,5-1-1 15,-2 2-9-15,-2 1 3 0,1 0-5 0,-4 1 5 0,4-1-4 16,6 1 1-16,0 1 0 0,-2 3-13 0,-1 2 18 0,-6 2-14 0,-2 3 20 16,4-1 3-16,4 1-7 0,1 3-9 0,1-1 4 0,0 2-8 15,-2 0 10-15,6 1 0 0,1 1 1 0,2 2-17 0,4 2 15 16,-2-1-13-16,2 0 22 0,2 0 0 0,-1-1-8 0,2 3-16 16,-3 0 16-16,2-1-14 0,1-3 23 0,2 1-4 0,3-1-9 0,3 0-12 15,3 3 11-15,8 0-9 0,2-2 3 0,0 2-6 16,4 0-11-16,-4-1 4 0,1 1-10 0,2 0 11 0,-3 0-7 0,0-1-2 15,3 1-2-15,3-1-19 0,7-3 3 0,5-3-8 0,4 0-12 16,0-2 1-16,4 2-3 0,0 0-12 0,1-3 15 0,1-1-7 16,0-4 21-16,0 0-20 0,0-2-23 0,5 0-50 0,2 0-26 0,4-1-4 15</inkml:trace>
  <inkml:trace contextRef="#ctx0" brushRef="#br0" timeOffset="114916.27">2887 15867 1000 0,'-24'-30'-3'0,"12"14"11"0,2 7-1 0,1 2 3 0,3 3 6 0,2 0-9 0,2 1 9 0,1 2-6 0,1 0-2 0,0 1 0 0,1-1-14 0,1-1 15 0,2 2-14 0,3-2 13 0,2 1-4 0,1 1-10 0,3-3 2 0,1 2 1 0,1-1 2 0,1 2 8 0,1 0-2 0,1 2-3 0,4 2-7 0,0-1 8 0,3 2-7 0,0 2 8 0,-1-2-2 0,3 1-4 16,3 1-2-16,0-3 4 0,2 2-1 0,2-1 3 0,-2 3 3 0,-6 0-5 0,5 0-16 0,-1-1 22 15,0 1-19-15,5-1 30 0,-3 0-7 0,0 0-9 0,4-2-14 16,2 1 12-16,2-1-7 0,1-1 28 0,2 2 2 0,-2-1-6 0,0 0-24 16,2-1 29-16,-1 1-26 0,0-2 35 0,4-1-7 0,-1 1-13 15,2-2-8-15,3 0 15 0,3 2-7 0,3 1 26 0,-5-2-7 16,3 0-14-16,2-1-17 0,-2-1 17 0,6 0-15 0,-1 1 13 16,0 0-2-16,5 1-7 0,4-1-14 0,-2 0 10 0,-2-1-6 15,0-1 21-15,-3-3-2 0,5 2-11 0,6 0-3 0,2 0 7 0,0-2-7 16,1 1 5-16,-4-3-4 0,2 0-4 0,7-2 1 0,3 1 2 15,-1 1 2-15,0 0 6 0,-4-2-2 0,-1 0-4 0,8 1-4 16,-2 0 8-16,1 1-6 0,-4-1 4 0,-8 2-3 0,-2 0-8 0,-1 0 7 16,1 3-4-16,1-2 6 0,-3 2 3 0,-6 0 0 15,-3 1-1-15,-1 1-5 0,-3-2 5 0,0 2-6 0,-1 0 3 0,-5 2-9 16,2-1-5-16,1 3-29 0,-1 0-16 0,0-2 1 0,-1 3-62 16,-4-1-6-16,2 1-17 0,-1 0-131 0,2 3 174 0</inkml:trace>
  <inkml:trace contextRef="#ctx0" brushRef="#br0" timeOffset="121563.22">26985 15823 356 0,'7'-3'57'0,"3"1"76"0,4 2-96 0,1 1-25 0,4 3 1 0,1-2 0 0,-6 5 3 0,4-4 3 0,3 3-5 0,3 1 14 0,7 0-8 0,2-2 23 0,-4 1-9 0,3-2-15 0,0 2-15 0,4 0 8 0,3-1-8 0,3 2 12 16,2-3-6-16,3 0-2 0,5-1 4 0,0-3-7 0,3 0 9 0,0 0 4 0,0 0 0 0,3-3 0 0,5 2-15 0,4-2 17 0,4 1-16 0,1-2 15 0,-5 0-9 0,-1 0-9 0,-1 0-11 0,2 2 6 0,-1 0-3 0,-2 1 15 0,-3-1 2 0,-1-1-9 0,-1-2-13 0,-3-2 19 15,-2 0-18-15,-7-1 20 0,-5-1-2 0,-1-1-7 0,0 0-4 0,0-2 1 16,-7-3 0-16,-2-1 7 0,-2-3 1 0,0 0-3 0,3-1-5 16,-1-2 11-16,-8 0-10 0,-2 2 9 0,-6-2 2 0,-3 0-6 0,-2 0-4 15,-3-1 20-15,-3 3-13 0,-2 0 26 16,-3 1-4-16,-1 0-18 0,-5-1-20 0,-3-1 25 0,-4 1-24 0,-4-3 20 0,-3 0-2 15,-5-3-9-15,-6 2-14 0,-5-2 12 0,-4 0-11 0,2 2 24 16,-1 2-1-16,-5 3-9 0,-3 0-14 0,-9 4 18 0,-2-2-16 16,-1 4 18-16,-6-1-2 0,0 0-7 0,-5 0 1 0,0 1 0 0,5 2 0 15,-2 0 1-15,1 4 1 0,-6 0 1 0,-6 1-16 0,1 1 19 16,2 0-17-16,5 1 22 0,6 1-1 0,-1 3-8 0,-85 10-7 16,152-11 18-16,-156 22-24 0,84-9 15 0,4 4-1 15,-6 3-5-15,-3 4 4 0,-2 3-4 0,1 2 6 0,5 1-1 16,4 1 0-16,2 2-7 0,1 0 2 0,-2-2-2 0,0 4 8 0,9-5 4 15,1 1-3-15,8-4-15 0,6 1 22 0,3 0-20 0,7 1 22 16,10 2-2-16,3 2-9 0,7 1-2 0,3 0 2 0,5 3 2 16,5 0 10-16,6-3-3 0,3-3-3 0,4 1-11 0,4-2 4 15,3-1-5-15,5 0 5 0,3-5-1 0,5-2 2 0,6-4-2 16,3-2-2-16,-3-1 2 0,4 1 4 0,-3-2-1 0,1 1-3 0,7-4-12 16,-1 1 16-16,2-2-14 0,4 0 9 0,2-4-7 0,1 1-10 15,4 1-86-15,-3 2 10 0,-1-1-30 0,-2 1-24 0,0-1-26 16,4-3-34-16</inkml:trace>
  <inkml:trace contextRef="#ctx0" brushRef="#br0" timeOffset="127811.49">8659 14810 414 0,'-10'-8'64'0,"-1"-1"-35"0,3 3-12 0,1 1-7 0,3 1 26 0,-1-1-3 0,1 2-4 0,0-3-6 0,0 2 18 0,1-1-15 0,0 0 8 16,1 1-4-16,0 0-9 0,-1 0-6 0,1 2 1 0,0 0-1 0,0-1 8 0,-1 1-6 0,1 0-4 0,1 0-30 0,0 1 27 0,-1-1-22 0,-1-1 32 0,1 0-6 0,0 1-15 0,0-1-18 0,-1 0 23 0,1 0-14 0,0-1 36 0,0 2-6 0,-1-4-17 0,1 3-8 0,0-4 17 0,-1 2-13 16,-1-1 18-16,0 1-3 0,-2-1-9 0,-1-1 3 0,-2 0 12 0,-1 1-4 0,-1 0 28 0,-1-1-7 15,-1 2-11-15,0 0-6 0,-2 0 7 0,0 1-6 0,-2 0-3 0,1 0-5 0,-1 0-6 16,0-1-8-16,-1 1 7 0,-1 1-4 0,-2-2 18 0,0 2-5 0,-3-1-11 16,1 0-4-16,1-2 5 0,3 1-5 0,-1 0 1 0,1-2 0 15,-3 3-2-15,-4 2-17 0,2-1 22 16,-1 2-16-16,-1 1 29 0,2 0-1 0,-2 0-13 0,-1 0-16 0,2 0 19 0,-1 1-17 15,0 2 24-15,3-2-5 0,-4 0-6 0,-3 1-3 0,0-1-5 0,0-1 5 16,8 0 9-16,0 0-4 0,1-1 0 0,0-1-16 0,-5 2 14 16,0-1-10-16,1 1 17 0,2-1-6 0,-2 1-9 0,1 0-1 15,0-1 4-15,-1 1 0 0,0 0 4 0,3 0 2 0,-2 0-7 0,1 1-16 16,-3-1 21-16,0 0-16 0,-1 0 25 0,0 0-4 0,2 1-9 16,5 0-4-16,-1 2 4 0,-1 0 0 0,2 0 9 0,-2 0 1 15,0-1-5-15,0 2-15 0,1-1 18 0,-2 2-16 0,2 0 22 16,0 2-8-16,-1 1-7 0,1 1-2 0,0 2 2 0,1 0 2 0,2 2 12 15,3-1-4-15,-1-1-5 0,1 2-7 0,1-2 8 0,-2 0-7 16,2-1 9-16,0 0-1 0,3 0-5 0,1 1-11 16,2-1 13-16,1 0-9 0,1 0 24 0,2 1-5 0,1-2-10 0,0 1-19 15,1 3 22-15,1-2-19 0,1 1 26 0,0 0 0 0,1 1-10 0,1-3-13 16,1 3 9-16,-1 0-8 0,2 1 24 0,0 3-4 0,0-1-6 16,1 4-3-16,0-4 4 0,2 1-4 0,-1-2 1 0,0 1-1 15,1-4 0-15,1 3-3 0,2-1-2 0,-1-2 4 0,1 1 10 16,1-1-5-16,1-2-1 0,1 0-10 0,2 0 11 0,2-1-7 15,1 0 12-15,3-1-6 0,4 0-7 0,2-2 0 0,1 1 13 0,2 0-4 16,1-2 14-16,1 0-1 0,0-1-17 0,3 1-15 0,-4-2 27 16,0 1-22-16,2-2 28 0,-3 1-3 0,6 1-11 15,1 0-19-15,-2-2 13 0,2 2-12 0,0 0 25 0,0 1 2 0,-1 0-9 16,1 2-5-16,1 0 6 0,0 0-8 0,-3-1 3 0,-1-1 0 16,0-2 0-16,4 1 5 0,3-1-9 0,2-3 9 0,-2 0-4 15,1 0 1-15,2-5 1 0,2 0-10 0,0-3 13 0,0-2-11 16,-7 1 15-16,-1 2-5 0,-2-2-8 0,-1 0-5 0,3-3 7 0,-2-1-3 15,-1-1 18-15,-4-1-3 0,1 1-9 0,-1-2-13 0,-2 1 13 16,-2 1-12-16,-1 0 18 0,-4 0-4 0,-1-2-4 0,0 1 0 0,-2 1-1 16,0-1 3-16,-8-2 1 0,-4 2 3 0,-2-1-3 0,-1 0-5 15,3-4 5-15,-1 4-8 0,-2-2 4 0,-3 0 1 0,-1 1 2 0,-1 2-6 16,-2 0 6-16,-2-2-5 0,-3 2 9 0,2-2-1 16,-4 2-5-16,4-2-24 0,0 2 13 0,0 0-16 0,-2 4-3 0,-7-1-17 15,2 1-20-15,0 1-51 0,1-1-25 0,2 2 0 0,-1 0 26 16</inkml:trace>
  <inkml:trace contextRef="#ctx0" brushRef="#br0" timeOffset="128688.28">23195 14983 234 0,'-3'-5'-1'0,"0"0"-17"0,2 1 20 0,1 0 7 16,0 3-2-16,0-1-4 0,1 2-3 0,0-1 0 0,3 0-12 0,-1-1-2 0,1 0 3 0,1 1 12 0,-1-1 0 0,-1 0-1 0,2-2-16 0,-1 0 24 0,-1-1-18 0,1 1 30 0,1 2-13 0,1-1-12 0,4 0-2 0,-1 0-11 0,2-3 8 0,-1 1-35 0,-1 2 6 0,-2-3-3 0,1 3 23 15,-1-1 7-15,-1-1 0 0</inkml:trace>
  <inkml:trace contextRef="#ctx0" brushRef="#br0" timeOffset="129425.13">23300 14871 3 0,'-8'2'23'0,"-1"-1"-12"0,1 2 36 0,0-1-9 16,0-1-15-16,1 1-32 0,-2-1 32 0,1 0-27 0,-1 0 43 16,1-1-10-16,0 0-13 0,-2 0 8 0,0 0-7 0,-3-2 12 15,1 1 9-15,0-1 3 0,-1 0 1 0,1-2-11 0,0 1 22 16,-1 1-18-16,7-3 27 0,-1 2-13 0,-2-2-15 0,-1 0-13 16,-6 0 11-16,-1 0-7 0,3 1 22 0,0 0-11 15,1 0-10-15,-1-1-18 0,1-1 14 0,-2-2-12 0,2 2 10 0,-2 0-1 16,2 0-11-16,-2 2-4 0,-1-1-3 0,2 3 1 0,-3-2 2 0,1 0 0 15,0 3 2-15,1-6-8 0,-2 3 6 0,-1-2-6 16,0 1 1-16,0-2 1 0,-2 1-4 0,-2 1 4 0,-1-2-6 16,-1 4 6-16,1-3 2 0,7 3 2 0,0-1 3 0,-4 1-18 0,1-1 16 15,-6 1-15-15,2 0 18 0,1-1-5 0,2 2-8 16,1-2 1-16,0-1 2 0,0 1 2 0,-3 0 4 0,1 1 2 0,-3 3-3 16,-1 0-14-16,-5 6 21 0,-5-3-20 0,-5 4 15 15,0 0-2-15,3 0-8 0,-3 1-14 0,2 0 12 0,1 1-7 16,-5 0 25-16,3-1-4 0,3 2-11 0,0 1-15 0,2 0 23 15,-1 2-16-15,-1-2 25 0,0-2-5 0,0 3-9 0,0-2-11 0,6-2 12 0,1 0-7 16,1-2 20-16,1 0-1 0,-4 3-8 0,4 0-10 0,0 0 10 0,3 1-11 16,-1 1 11-16,1-1-4 0,2-1-2 0,-3 0-7 0,-1 0 9 0,1 0-2 15,-2 1 14-15,0-2 1 0,-1 1-10 0,-1-2-14 0,3 1 16 16,6 1-15-16,1-1 16 0,1-1-1 0,0 1-5 0,-2 0-9 16,0-1 9-16,5 0-6 0,2 0 10 0,2 0 2 0,3-2-5 0,2 1-8 15,2 0 17-15,0-3-16 0,2 2 9 0,2-1-2 16,0 0-6-16,2 1-12 0,2-1 14 0,1 1-7 0,1 0 26 0,2 0-5 15,2 2-11-15,2-2-4 0,1 1 8 0,3 2-6 0,2-1 9 16,3-1-2-16,0 2-5 0,1-2 4 0,-2-1-2 0,1 2 4 0,5-1 3 16,0-2-1-16,7 1-3 0,1-1-10 0,-2 1 13 0,1-1-10 15,1 0 13-15,-2-1-4 0,2-1-6 0,3 1-6 0,5 0 6 16,0 0-2-16,0-2 16 0,2 0-4 0,1 0-8 0,2 1-12 16,5-2 21-16,0 0-16 0,0 0 26 0,2-2-9 0,3 1-13 0,5 0-6 15,-1 0 9-15,3-2-3 0,-3 0 17 0,-1 1-1 16,-2 1-12-16,3-1-16 0,2 1 21 0,-3 0-18 0,1 0 22 15,-3-1-4-15,-4 1-12 0,1 1 3 0,-3 0 1 0,-3 0 2 0,-1 0-2 16,-3 0 3-16,1-3-3 0,-2 3-3 0,-6-2 9 0,-1-1-9 16,-2 1 7-16,-2 0-3 0,2 0-3 0,-3-2-11 0,-3 1 7 15,-2-3-2-15,1 1 22 0,-1-1-3 0,-2-1-11 0,1 1-15 16,-2-2 18-16,-3 0-15 0,1-1 25 0,1 0-4 0,-3-1-7 0,-1 0-8 16,-2-2 4-16,-2 0-2 0,-9 0 13 0,1-1 2 0,-1 1-2 15,-2-4-31-15,6 2 31 0,-2-1-27 0,-1-1 39 16,-4 0-5-16,1-1-15 0,-3-1 2 0,-1-2 2 0,-4-2 1 0,-1 1 9 15,-3 0-1-15,-1 1-4 0,-2 0-12 0,-4-1 7 0,5 4-8 16,-4-5 8-16,0 3-4 0,-4 1-2 0,-9 1-18 0,-1 0 15 16,0 1-11-16,-4 3 29 0,2-1-6 0,0 2-10 0,-5 2-21 0,1 1 11 15,-1 1-11-15,-5 3 7 0,-2 0-5 0,1 0-9 16,3 3-8-16,-1-2 4 0,2 1-2 0,-1 2 2 0,-1 1-9 16,4 2-12-16,0 2-35 0,3 1 1 0,-1 2-14 0,1 0-70 15,1 2 104-15,-1 4-24 0</inkml:trace>
  <inkml:trace contextRef="#ctx0" brushRef="#br0" timeOffset="153195.82">8248 15221 395 0,'-5'-6'50'0,"2"0"76"0,1 1-83 0,1 3-9 0,1 2-11 0,0-2-17 0,0 2 3 0,0 0-2 0,0 0-15 0,0 0 19 0,0 0-18 0,2 3 27 0,0-2 3 0,-1 3 1 0,2 0-7 0,0 1 14 0,-2 1-10 0,2 2 25 0,0 1-8 0,1 0-8 0,2-1-35 0,1 1 19 0,2 0-19 0,0 2 27 0,-2 2 2 15,0 2-5-15,0 3 1 0,-3-2 12 0,1 2-6 0,-1 0 18 0,1-1-5 0,0 4-13 0,1 1-36 0,0-1 31 0,0 0-30 0,1 2 31 0,1-1-1 0,0 3-14 0,3 4-9 16,1 3 5-16,5 2-4 0,2 6 19 0,2 1 1 0,-1 4-3 15,2-2-12-15,0 2 15 0,-2-5-13 0,0 1 14 0,-2-3-4 0,2-2-8 16,-1 2-14-16,0 1 8 0,2-2-6 0,-3 1 14 0,0-2 0 16,-6 0-6-16,-1 1-9 0,0-4 9 0,1-3-8 0,3-2 5 15,0-4 2-15,-1-1-3 0,0-1-14 0,-2-2 16 0,-2-2-10 0,1-1 21 16,-2-4-2-16,-2 1-12 0,1-3-17 0,-1 4 8 0,1-1-13 16,0-2-13-16,0 1-5 0,-1-1-7 0,1 1-23 15,1-2-1-15,-1-2-2 0,-1-3 3 0,0 0-16 0,-2-3-8 0,1 0-38 16,-1 0 2-16,0-3-6 0,-1 0 65 0</inkml:trace>
  <inkml:trace contextRef="#ctx0" brushRef="#br0" timeOffset="153544.85">8594 16596 232 0,'0'5'107'0,"-7"1"-75"0,1-2 71 16,2 3-84-16,2 0 3 0,1 1 3 0,1 1 7 0,3 1-1 15,0 0-9-15,3 2-23 0,1 1 32 0,1 0-30 0,1-3 31 16,1 1-6-16,0 1-14 0,2-1 6 0,3 2-11 0,0 3 11 16,3-1 8-16,-7-4 9 0,-1-5 13 0,1-3-16 0,0 0 13 15,7 0-19-15,1 2-9 0,-2 1-2 0,1-2-9 0,-1-2 29 0,-3-2-9 16,0 0 14-16,-1-3-10 0,-1-1-5 0,-1-3-5 0,1 1-4 15,-2-3 16-15,1 3-12 0,1-3 17 0,-2 0-13 0,1-4-11 0,0-5 20 16,1-3 1-16,-1-3 10 0,0-1-5 0,0 0-8 0,0 0-14 16,0-2-27-16,0 0 21 0,-1 1-20 0,0 1 22 0,0 3-1 15,1 0-11-15,2-1-14 0,-2 0 12 0,0 1-12 0,3 0 21 16,-2 5-8-16,0-3-11 0,2 6-35 0,-3 3-13 0,-1 1-8 16,-4 4-96-16,-3 1-16 0,0-2-27 0</inkml:trace>
  <inkml:trace contextRef="#ctx0" brushRef="#br0" timeOffset="155277.14">9152 17134 202 0,'-3'-4'-4'0,"-1"2"-37"16,2 0 66-16,-1-1 34 0,0 1-12 0,2 1 12 0,-1 1-8 0,1-2-17 0,0 1-30 0,0 0 28 0,-1-1-24 0,0 1 35 0,1 0-7 0,0 0-13 0,0 1-9 0,0 0 16 0,0-3-9 0,-1 2 37 0,1-2-10 0,1 2-12 0,-1 0-16 0,1 1 0 0,0 0-5 0,0 0-8 0,0 0-6 0,0 0-1 0,0 0-9 0,0 0 8 0,0 0-2 0,1-2 18 0,0 4-2 0,2-2-11 16,-1 1-3-16,0 1 21 0,3 1-17 0,-1 0 25 0,2-1-6 15,-1 3-11-15,2-1-10 0,-1 2 10 0,-1 0-5 0,1 0 18 0,0 0-7 16,-2 3-11-16,2 0-14 0,-2 0 17 0,-4 0-12 0,0 1 22 16,0-1-6-16,-1 0-10 0,3 0 9 0,2 3-7 0,-1 2 10 15,0 0-6-15,2 0 3 0,-2 0-1 0,2-2-16 0,-1 1 23 16,0-2-21-16,0 4 20 0,1 0-5 0,-2-1-12 0,0-2-5 15,2 0 3-15,-2-1-2 0,1-2 13 0,0 0-1 0,-2-2-2 0,2-2-9 16,0 1 7-16,-2-2-7 0,2 1 7 0,-1-3-4 0,-1 0-2 16,2 2-4-16,-2-2 8 0,1-2-2 0,1 2 15 0,-2-2-1 15,0 1-10-15,1-1-15 0,-2 0 26 0,1 1-21 0,-1-1 33 0,0 0-7 16,1 0-14-16,0 0-4 0,0 0 8 0,-1-1-3 0,2 0 18 16,0-1-6-16,0 1-5 0,1-1-7 0,2-2 7 15,0 1-5-15,-1-3 0 0,1 1-5 0,-2 0-6 0,2-3 6 0,0 2-8 16,-1-2 8-16,1 0-13 0,1 0 1 0,-2 0 0 0,2-1-10 15,0 0 5-15,0 0-9 0,-1-2-5 0,1 2-5 0,0 0-2 0,-2 1-17 16,2-1-1-16,-3 0 1 0,2 1 10 0,-1 5-1 0,-1-2-7 16,-1 1-17-16,2-1 21 0,-2-2-17 0,-1 0 11 0,1-1 1 15,-1 1-14-15,0 0 12 0,-1 1-6 0,-1 0 4 0,0-2-20 16,0 3 12-16,0-2 5 0,0 1-13 0,-1 0 47 0</inkml:trace>
  <inkml:trace contextRef="#ctx0" brushRef="#br0" timeOffset="155593.18">9398 16974 63 0,'-6'-4'27'0,"3"1"-11"0,1 1 46 0,-2 0-21 15,2 1 35-15,0 1-12 0,1 0-16 0,-2-1-14 0,1 1 13 0,0 0-7 0,0-2 29 0,-2 2-6 0,2 0-13 0,0 2-25 0,0-1 26 0,0 0-26 0,0 1 16 0,1-1-11 0,1 1-17 0,0 1-19 0,0 0 11 0,1 3-6 0,1-1 40 0,2 1 5 0,1 2 1 16,1 1-8-16,2 1 14 0,1 1-15 0,1 1 9 0,2 3-8 0,1 1-7 16,0 1-13-16,2-1-6 0,0 0 3 0,1 2-3 0,0 0-1 15,-1 1-2-15,0 3-11 0,-1-1 9 0,-1 5-10 0,1 0 6 16,-1-3-1-16,1 1-2 0,-2-2-11 0,0-3 12 0,0 1-8 16,-1-2 20-16,0-2-2 0,0 0-8 0,0 0-13 0,-4 0 3 15,-2 0-7-15,0 0 9 0,-1-3-7 0,5-3 4 0,0-1-41 0,0 0-4 16,1-1-5-16,2 0-15 0,0-1 1 0,3-3-7 0,-1 0-34 15,-1-3 29-15,-2 1-29 0,0-2 2 0,1 0 71 0,-1-2-22 0</inkml:trace>
  <inkml:trace contextRef="#ctx0" brushRef="#br0" timeOffset="155879.68">9964 17378 1065 0,'-26'4'34'15,"-17"24"-3"1,43-21-33-1,4-4-78-15,9 0-6 0,7-4 1 16,6-1-77-16,5-9-163 16</inkml:trace>
  <inkml:trace contextRef="#ctx0" brushRef="#br0" timeOffset="156425.57">10136 16584 558 0,'-34'-1'219'0,"8"4"-200"16,15 0-1-16,2 3 0 0,2-3 0 0,3 4-5 15,-1-3-2-15,2 1-2 0,-1 1-9 0,2 1 9 0,0 2-9 16,2 0 11-16,0 2-5 0,1 4-3 0,1 2 7 0,2 1-5 0,-1 2 9 16,2 2 8-16,-2 3-6 0,1-4-5 0,1 1-21 0,1-1 13 15,0 2-12-15,2-2 21 0,0 1 0 0,0 0-2 0,2-3-7 16,0 0 4-16,1-1-1 0,3 0 15 0,0-1-3 0,1-1-3 0,-5 5-14 16,0-1 9-16,1 1-10 0,2 2 8 0,5-3-6 0,1 3-2 15,-1-1 4-15,-1-3-5 0,-3-4 8 0,0-3 4 0,-2-3 1 16,0-1-1-16,0 1-12 0,-1 1 13 0,0-1-14 0,0-2 22 15,-1-5 6-15,1-3 6 0,-1-4-9 0,0 1-6 0,-1-4 2 16,0-1-9-16,0 0 2 0,-1-2-4 0,-1-1-13 0,0 1 16 0,-2-1-17 16,0-2 17-16,-3 0-6 0,1 0-5 0,-2 0 0 0,-1-2-6 15,0 2 6-15,-4-2 0 0,1-1 2 0,-1-1-2 0,-3 0-7 16,0 2 13-16,-1 0-11 0,0 3 8 0,1 1-3 0,-1-1-3 0,0 3-1 16,0 1 1-16,1 0 3 0,1 2 5 0,-1 3 0 0,1-1-4 15,-1 1-17-15,2 3 24 0,-1-1-19 0,-1 0 25 0,2 2-6 16,-1 2-12-16,-1 0 1 0,2 1 0 0,-1 3 2 0,1-2 3 15,-2 2-1-15,0 1-3 0,0-1-20 0,2 3 22 0,-2-1-18 16,1 1 24-16,0 0-4 0,-1 1-9 0,-2-1-5 0,1 1 4 16,-1 0-1-16,2 1 15 0,3-1-6 0,-1 0-7 0,2 0-23 0,1 1 19 15,1-2-17-15,1-2 16 0,0-2-9 0,2-1-14 0,1 0-40 16,2-1 3-16,-1-1-7 0,3 0-2 0,1-2-3 0,1 0-13 16,0-3-18-16,1-2 18 0,-1 1-21 0,0-4 47 0</inkml:trace>
  <inkml:trace contextRef="#ctx0" brushRef="#br0" timeOffset="156907.75">10537 16378 597 0,'-21'-6'46'0,"1"1"109"0,2 2-140 0,5 2-2 0,0 1-2 0,3 1-30 0,1 2 27 0,2-1-26 0,1 1 32 0,-1 1 3 16,1 0-10-16,2-1-6 0,-1 2 6 0,2 2-6 0,0-1 3 0,0-1 2 0,2 4-4 0,0-1-19 0,1 1 28 0,1 0-24 0,3 1 26 0,0 0-3 0,1-1-12 0,1 4 3 0,1-1-2 0,0-1 3 0,1 0 0 0,0-3-1 15,1 1-2-15,0 0-10 0,1-2 20 0,-1-2-14 0,1 0 28 0,-1-2-1 16,-1-1-6-16,1 1-10 0,0-2 6 0,-3-1-6 0,1 0 13 16,-1-1 4-16,-2-2-4 0,0 2 3 0,0 0 16 0,-2-3-11 0,0 0 15 15,1 1-8-15,-2-3-9 0,1 1-14 0,-1-2 8 16,0-2-6-16,0 3 10 0,-1 0-2 0,2-2-10 0,-1-1-20 15,-1 0 17-15,0-2-16 0,1 0 17 0,-1 0-3 0,0 1-6 0,-1-2-5 16,0-1 1-16,1 2 2 0,-2-1 2 0,1 3 1 0,1-1-3 0,-1 2-19 16,0 1 20-16,0 0-19 0,-1 2 17 0,1 1-10 15,-2 2-10-15,2 0-22 0,-1 0-5 0,1 1 0 0,0-1-22 0,0 2 1 16,0-1-10-16,1 1-75 0,-2-1 19 0,2 1-38 0,0 0 76 16</inkml:trace>
  <inkml:trace contextRef="#ctx0" brushRef="#br0" timeOffset="157230.92">10735 16179 226 0,'-12'3'91'16,"2"2"-51"-16,1-1 52 0,0 1-46 0,3 2 7 15,1 1-9-15,-1 2 3 0,3 0-5 0,-1 2-11 0,1 0-20 16,4 2 23-16,1 1-24 0,2-1 9 0,-1 0-5 0,-3-2-10 0,0 1-7 16,0 1 3-16,0 3-2 0,-1 2 15 0,-2-1-1 0,0 0-5 15,1 1-29-15,3 0 29 0,1 1-24 0,1 0 37 0,-2-1-9 16,0 3-14-16,1 2 0 0,0 2-3 0,0 0 6 0,0 1 6 16,-2-1 0-16,1 4-6 0,-1 3-8 0,-1 0 19 0,1-1-18 0,-2 3 12 15,0-4-2-15,0-2-5 0,1 3-14 0,-1-4 9 0,1-1-6 16,0-2 22-16,1-2 0 0,0 0-7 0,-2-2-8 0,4-1 4 15,-2-5-9-15,1-2-9 0,1-2 3 0,0 1-3 0,2-1-9 0,-2-2-6 16,1 0-2-16,0-2-29 0,2-1-1 0,1-1-6 0</inkml:trace>
  <inkml:trace contextRef="#ctx0" brushRef="#br0" timeOffset="157591.18">11045 16871 864 0,'-8'3'33'0,"2"4"-28"0,-1 1 10 0,4 1-3 16,-1 0-5-16,2 1-1 0,0 0 5 0,1-1 1 0,1-1 17 0,0-3-6 15,0 2-8-15,2-4-11 0,0 3 17 0,1-5-14 16,1 3 13-16,1-4-6 0,2 0-9 0,0 0-2 0,2-2 1 0,0 0 0 15,2-2 5-15,-1-1-3 0,1-1-6 0,-1-2-11 0,1-1 11 16,-1-1-9-16,0-2 15 0,1-1-1 0,-3-1-1 0,1-1-14 16,-1-2 10-16,-3 1-8 0,-5-4 19 0,-1 8-1 0,-1-3-8 0,-1 1-17 15,3 2 21-15,-2-5-18 0,0 4 27 0,2 2-2 0,1 2-10 16,-1 0 15-16,-1 1 1 0,-5 2 5 0,-2 3 8 0,0 1-5 16,-1 0-3-16,-1 2-37 0,1 0 22 0,-1 3-22 0,1 1 28 15,0-1-7-15,-1 3-11 0,1 3-16 0,0-2-8 0,1 1 2 0,1 1-22 16,1-1-1-16,3 1-2 0,1 1-40 0,1 0 7 0,1-1-20 15,1-1-59-15,2-3 99 0,7 0-24 0</inkml:trace>
  <inkml:trace contextRef="#ctx0" brushRef="#br0" timeOffset="163596.6">22607 15247 256 0,'-9'-17'5'0,"3"10"76"0,6 2-29 0,0 0 4 0,3 3-51 16,0 0 21-16,-3 1-17 0,0 1 33 0,0 0 5 0,0-1-6 0,0 1-10 0,0 0 19 0,0 0-22 0,0 0-6 0,0 0-8 0,0 0-13 0,0 0-14 0,0 2 17 0,0 1-9 0,0 2 34 0,1 3 4 0,0 3-7 0,-1 2 1 0,2 5 13 0,-4 2-11 0,-1 4 11 16,1-5-7-16,-1 4-8 0,4 1-17 0,1 2 10 0,0 2-8 0,-1-1 12 15,0-2-4-15,1 0-10 0,1 4-19 0,-1 2 17 0,0 3-15 16,1 4 23-16,0-3-7 0,-1 0-8 0,-1 3-4 16,0 0 2-16,0-4 2 0,2-1 8 0,-1-4 2 0,-1-3-6 0,1 3-16 15,-1-6 17-15,2 0-16 0,-1-2 21 0,-1 0-7 0,1 2-7 0,3 4-5 16,-2 1 2-16,0-1 0 0,2-2-1 0,-2-1-12 15,2-3-15-15,-2 4-68 0,0 0-13 0,1 1-11 0,0-4-51 0,2-3 98 16,1-1 6-16</inkml:trace>
  <inkml:trace contextRef="#ctx0" brushRef="#br0" timeOffset="163992.22">22416 16182 938 0,'0'3'154'0,"-1"-6"-149"0,-1 0-14 15,2 3-9-15,1 2 18 0,2 4-20 0,2 3 30 0,0 4-3 0,2 3-7 16,1 2-8-16,1 2 11 0,0 2-8 0,0-3 14 0,0 1-5 15,1 1-7-15,0 1-10 0,0 2 10 0,0-1-6 16,-1-2 23-16,0-3-2 0,0-1-7 0,0 0-21 0,1-4 24 0,-1-2-19 16,1-3 31-16,-2-2-5 0,-3 1-11 0,0-3-2 0,0 0 14 15,0-3-6-15,6-1 32 0,0-1-1 0,1-5-8 0,3 0-15 0,2-2 25 16,1-2-23-16,0-1 16 0,-2-3-10 0,0-2-13 0,1-3-9 16,0-2 3-16,0 0-2 0,1-4 3 0,-2 1 1 0,2-3-5 15,1 2-16-15,1-2 16 0,-1 1-16 0,-1 0 8 0,1 1-10 16,0 1-12-16,1 2-27 0,1 0-1 0,2 2-4 0,0 3-10 0,0 3-2 15,-6 2-11-15,0 3-23 0,-2 3-7 0,1 1-9 16,4 2-79-16,2 2 117 0,-2 4-17 0</inkml:trace>
  <inkml:trace contextRef="#ctx0" brushRef="#br0" timeOffset="165182.81">22202 17090 414 0,'-14'-9'-239'0,"7"4"397"0,3 0-50 0,1 1-92 0,0 1-1 0,1 3 2 0,1-1-4 0,1 0-6 0,0 0 1 0,0-2 0 0,0 2 3 0,0 0 6 0,1-2 0 0,-1 0 19 0,1 1 6 0,0 1-6 0,0-2-3 0,1 0 37 0,-1 1-29 0,-1 1 27 16,1-1-16-16,1 0-22 0,-1 0-5 0,1-1-3 0,2 0 4 0,-1 0-6 0,2 0-1 0,0 0-4 0,1-2-17 16,1 2 13-16,-1-2-12 0,0 1 14 0,0 1-2 0,-1-3-5 0,2 4-10 15,0-2 11-15,-1 2-7 0,1-2 20 0,-1 1-3 16,-1 1-9-16,1 0-7 0,1 0 3 0,-1 0 4 0,2 1 22 0,-2 1-26 16,1 0-21-16,-2-1 9 0,1 1 11 0,1 0 2 0,-1 1 2 15,1-1 4-15,-1 1-2 0,-1 1-15 0,0-1 24 0,-2 2-21 0,-1-2 31 16,1 1-8-16,-2 1-8 0,0 0-10 0,-1 0 8 15,0 2-3-15,0-1 16 0,-1 1-2 0,0 1-8 0,-2-1-16 16,0 1 15-16,0 0-13 0,-2 1 21 0,1 2-6 0,-1 0-7 0,0 1-4 16,-2 2 4-16,0-2-1 0,0 0-1 0,2-1 0 0,-2-1-5 0,1-1-10 15,1 0 16-15,0-1-12 0,2-2 16 0,2-1-4 0,0-1-7 16,1-1-12-16,0 2 13 0,0 0-9 0,2-1 20 0,0 1-2 16,0-1-9-16,2 2-8 0,-1 0 11 0,1 0-9 0,-1 0 10 15,0 2-2-15,1-1 0 0,-1 2-2 0,0 1-2 0,1 0 2 0,-1 1 2 16,-1 0-2-16,1 1-1 0,-2 2-4 0,0 3 6 15,-1-1-2-15,0 0 8 0,0-2-2 0,-1-2-1 0,0-1-12 16,-2 3 11-16,1-2-8 0,0 0 27 0,-1-1 0 0,0-1-7 0,0-1-5 16,0 0 12-16,-1-1-9 0,2-1 9 0,-1 0-9 0,0 1-12 15,2-1-3-15,0-1 3 0,0-2-1 0,1-1 2 0,0-1-2 16,0 2-7-16,1-2-26 0,0 1 4 0,0 0-11 0,0-1-5 0,1 2-4 16,-1-2-6-16,0 1-27 0,0 0 1 0,-1 0-6 0,1-1-15 15,-1 0-9-15,0 0-9 0,0 2-59 0,0-2 100 0</inkml:trace>
  <inkml:trace contextRef="#ctx0" brushRef="#br0" timeOffset="166355.18">22671 17340 891 0,'-10'-2'139'16,"-1"1"-142"-16,3 1 1 0,2 3-7 0,-1 1-10 0,4 1 3 0,2 2-24 0,1-2-2 0,0-1-9 0,0 0-32 0,2 1-6 0,2-2-5 0,0 1 13 0,2 0 5 0,0-4 8 0,2 1 6 0,1-1-3 0,2 0-16 0</inkml:trace>
  <inkml:trace contextRef="#ctx0" brushRef="#br0" timeOffset="167158.66">23056 16778 878 0,'-14'-14'155'0,"-3"3"-147"0,-1-1-3 0,1 3 21 16,-1 3-4-16,2 1 3 0,0 3-3 0,1 1-2 0,1-1 0 0,1 1-17 15,-2 1 11-15,2 0-12 0,0 3 12 0,3-1-7 16,0 3-8-16,0 0-2 0,0 4 7 0,-1 2 0 0,0 3 14 0,-1 0-2 15,2-2-9-15,-1 6-4 0,-1 2 12 16,-2-1-10-16,1 5 10 0,0-3 0 0,0 0-6 0,-1-1-15 0,2-2 12 0,0-3-11 0,2 0 17 16,3-2 0-16,1 0-11 0,3-2-2 0,1 1 4 0,-1-2-5 15,3 0 6-15,0-1-3 0,3 0 1 0,-2-2-10 0,2-1 7 16,0-1-5-16,2-1 13 0,1-1-1 0,-2-3-5 0,3 0-14 16,-1 0 18-16,2 0-13 0,1-3 22 0,0-1-3 0,0 0-10 0,0-1-2 15,-1-1 1-15,1-1-1 0,1-1 7 0,0 0 0 16,-2 0-3-16,1-1-8 0,-1 1 6 0,-1 1-5 0,0-2 13 0,-2 1-5 15,1 0-4-15,-2 0-3 0,1 0-3 0,-1 0 6 0,0-1 10 16,-1 2-1-16,0-1 0 0,1 0-12 0,-1 0 7 0,0 0-7 16,1 0 8-16,0 0-5 0,1 2-4 0,0-2-4 0,1 0 8 0,2-1-2 15,0 0 8-15,1 0 1 0,-1 3-7 0,-1 0-11 0,1 1 16 16,-1 3-15-16,1 0 15 0,-1 2 0 0,-1 1-5 0,3 3-7 16,0 4 2-16,0 0-1 0,0 4 16 0,-1 0 0 0,-1 0-1 0,0 0-3 15,-1 2 8-15,1-1-8 0,-2 0 5 0,-2-1-6 0,0 1-3 16,-2 1 1-16,2-1-3 0,-3 1 3 0,1 0 8 0,0 2-3 15,-1-1 0-15,0 2-17 0,1-3 11 0,-1 0-10 0,2-1 18 16,1-3-6-16,-1-1-4 0,2 1-9 0,1-1 3 0,-1 0-1 0,3-1 15 16,-1 1-8-16,0-3-8 0,0 0-31 0,1 1-1 15,-1-1-8-15,2-1-33 0,-2 0-12 0,-5-2-12 0,0 0-18 0,0-2-30 16,0-1 16-16,5-1-66 0,0-2 112 0,2 2 6 0</inkml:trace>
  <inkml:trace contextRef="#ctx0" brushRef="#br0" timeOffset="167802.02">23455 16582 209 0,'-17'-16'161'0,"-29"10"107"0,45 3 10 0,-45 1-306 0,31 4 59 0,4 4-7 0,0-1-3 0,-1 2-14 0,0 1 4 0,2 1-7 0,0 1 8 0,1 1 0 0,1-1-3 0,0 3-19 0,3-1 21 15,-1 4-18-15,1 0 24 0,2 2-2 0,2 0-10 0,1 1-10 0,0 1 15 0,0-1-10 0,2-4 25 16,0-2-4-16,3 0-13 0,-1-2-13 0,1 2 15 0,1 0-12 15,-2-2 17-15,-1-3-4 0,2 0-11 0,-1-4-5 0,1 0 11 0,-1-2-4 16,2-2 25-16,-2 0-2 0,2-1-6 0,0-3-5 0,0-1 12 16,1-2-12-16,2-2 7 0,-1-1-8 0,1-1-8 0,1-3-7 15,-1 1 5-15,0-1-2 0,1 3 14 0,0-1-5 0,0-1-7 0,1 1-15 16,0-3 17-16,-3 1-13 0,-1-1 20 0,-1 4-1 0,0-1-10 16,-3 1-1-16,0 4-4 0,0 0 3 0,-2 1 7 0,-1 5-2 15,1 1 3-15,-1-2-18 0,0 2 20 0,0 0-15 0,0 0 27 16,0 2-1-16,0 3-9 0,1 1-2 0,-1 6 8 0,1 0-4 15,-1 2 17-15,0 2-5 0,0 0-10 0,0 5-8 0,1-2 6 0,-1-2-8 16,1-1-1-16,1 0-2 0,1 0-1 0,-1 5-14 16,0-2 13-16,2-1-10 0,-2-1 25 0,0-2-2 0,2 0-7 0,-2-1-14 15,1 1 11-15,1-3-11 0,0 2 9 0,-1-2-2 0,2-1-6 0,-1 2-4 16,1-1-8-16,-1 1 3 0,1-1-31 0,1-3-4 16,-1 2-9-16,4-2-90 0,0-2 27 0,2 1-40 0,2-3 17 0,-1-1-17 15,-1-2-18-15</inkml:trace>
  <inkml:trace contextRef="#ctx0" brushRef="#br0" timeOffset="168211.32">23937 16403 943 0,'-15'-15'-508'0,"3"8"813"0,1 2-109 0,2 3-197 0,3 4-16 16,0 3 14-16,3 2-8 0,-1 4 25 0,2 0 0 0,0 1-11 0,2-1-4 0,0 1 9 0,1-1-10 0,1 0 3 0,1-1-1 0,1-1 0 0,2 0-9 0,0-2 6 0,1 0-3 0,1-1 14 16,0-2 1-16,1 1-6 0,1-2-21 0,0-2 25 0,0 0-20 0,0-1 37 0,1 0-9 0,0-2-14 0,-1-1-1 0,-1-1 11 0,-1 1-2 0,1-1 27 0,-2-1-3 0,1 1-7 0,0-1-7 15,-2-1 2-15,-1 1-5 0,1-1-7 0,-3 1 1 0,1-2 1 0,-2 0-14 0,0 0 16 0,-1 1-13 0,-1-2 26 0,0 1-7 0,0-1-12 0,-1 0-9 0,0-1 8 0,-1 0-8 0,-2 2 2 0,1-4 1 0,-1 1-2 0,0-1 6 0,0 0-9 0,-2 0 7 0,2 1-10 0,-2 1-2 0,0 0 0 0,2 0-21 16,1 4-5-16,0 1-6 0,2 2-42 0,1 2-7 0,0-2-12 0,0 2-43 0,1 0-12 0,2 0-5 0,1 0 61 0</inkml:trace>
  <inkml:trace contextRef="#ctx0" brushRef="#br0" timeOffset="168492.09">24350 16127 756 0,'-13'7'-290'0,"6"-3"472"0,0-1-60 0,0 5-107 0,0 2-14 15,2 2 19-15,-1 3-12 0,2 3 39 0,0 0-6 16,0 3-9-16,0-1-22 0,0 2 10 0,1-3-14 0,0-1 7 0,1-1-6 16,1 0-7-16,0 3 0 0,0 0-4 0,0-2 4 15,-1 0 4-15,1 0 1 0,-1 0-1 0,-1 0-8 0,-1 0 6 0,0 3-7 16,-2 3 6-16,-1 1-2 0,0 6-3 0,-2 2-13 0,1 2 8 15,-1 1-5-15,-2-1 10 0,-1-3-11 0,0-2-17 0,-3 1-65 16,3-2-3-16,1-1-12 0,1 2 31 0,2-9 11 0,3-1 29 0,2-4-48 16,1-2 50-16</inkml:trace>
  <inkml:trace contextRef="#ctx0" brushRef="#br0" timeOffset="168771.59">24460 16971 941 0,'84'-5'482'63,"-91"-3"-520"-48,112-6 30-15,-92 5 7 0,0-5 0 0,1 1 0 0,-3-3-3 0,-1-4 2 16,-4 2 1-16,-1-2 5 0,-2 0-2 0,-2 4-5 0,-1-2-29 16,-3 2 13-16,-2 2-18 0,0-1-3 0,-4 4 1 0,-1 2-7 15,-5 3-2-15,0-1-16 0,-2 5 6 0,1 0-51 0,-1 2-16 16,3 2-12-16</inkml:trace>
  <inkml:trace contextRef="#ctx0" brushRef="#br0" timeOffset="179076.96">10442 18081 256 0,'0'0'26'0,"0"-3"372"0,4-2-186 0,2 1 1 0,6 2-218 0,4-3 8 0,5 1-3 0,2-2 27 0,3-1 2 0,2-2-4 0,7-2-19 0,2-2 20 0,-2-3-19 0,4 1 18 16,-2-2-10-16,1 0-11 0,8-6-9 0,-1-2 11 0,2-4-6 0,2-1 19 0,-3-2 0 0,2 0-12 0,-1-2-18 0,-5 0 21 0,0 2-20 0,-2 2 24 0,-4 2-5 0,4 2-10 0,-1 0 1 0,1 2-6 0,-2 4 6 0,0-1 2 0,-5 4 1 0,-4 1 0 0,-3 3-16 0,-4 0 17 0,-3 3-15 0,-3 2 15 16,-6 3-1-16,-3 0-11 0,-5 4 0 0,-4 1-1 0,-5 1 1 0,-5 3-8 0,-4 1-2 0,-5 4-4 0,-5 2 0 0,-5 3 4 0,-3 4-2 15,-5 2 1-15,-1 3 0 0,-3 2-2 0,-2 3-7 0,-4 4 3 16,-2 2-1-16,0 4 8 0,0 1-1 0,0 3-8 0,-4 1-3 0,-2 1 10 16,4-2-8-16,0-3 5 0,2-5 3 0,1-2-1 0,-1 1 6 15,4-2 9-15,4 2-2 0,4-3 19 0,4-1 10 0,2-1-1 16,2 2 11-16,5-6 11 0,6-2-10 0,6-5 3 0,5-7-8 0,5-4-7 15,4-2-16-15,6-4 7 0,4-2-5 0,6-4 23 0,4-3-3 16,7-1-3-16,7-6-20 0,4-5 22 0,8-5-19 16,2 0 28-16,-2-3-9 0,4-1-12 0,0-1-13 0,4-1 7 0,8-1-6 15,2 1 11-15,1 0-3 0,2 0-9 0,-1-7-12 0,1 0 18 0,-3-8-12 16,-1 1 21-16,-2 2-9 0,1 4-7 0,3 3-4 0,-3 5 1 16,-8 4 3-16,-1 2 8 0,-9 4 1 0,-3 0-5 0,2 3-7 15,-6 3 4-15,-2 2-5 0,-3 1 7 0,-5 4 0 0,-1 2 0 16,-1 2-15-16,-2 3-25 0,0 2 4 0,-1 2-128 0,1 2-54 15,1 0-49-15</inkml:trace>
  <inkml:trace contextRef="#ctx0" brushRef="#br0" timeOffset="20344.57">7710 13056 382 0,'-4'-3'84'0,"0"2"99"0,3 1-124 0,-3 0-16 0,1 0-17 0,2 1 0 0,1-1-7 0,0 0-8 0,1 0-12 0,2 0 9 0,0 2-4 0,1-1 39 0,1 0-7 0,-1 1-6 0,2-2-24 0,0 1 28 0,-5 0-21 0,1 0 41 0,0-1-11 0,2 2-14 0,5 0-5 0,2 0 12 0,1-1-6 0,2 0 21 0,0 0-7 0,2-1-10 0,-1 2-9 16,0-1 12-16,0 0-11 0,0-1 11 0,-1 0 3 15,2 2-6-15,0-2-22 0,0 0 15 0,1 0-18 0,1 0 12 16,0 0 0-16,0 0-9 0,1 1-7 0,3-1 7 0,-2 0-9 0,2 1 4 16,1-1-3-16,3 0-1 0,3-1-2 0,-1 0-1 0,-5-1 2 15,1 1 11-15,0 0-5 0,-1-1-2 0,7 2-14 0,0-2 13 16,-3-1-10-16,-2 1 17 0,-1 0-2 0,0 0-7 0,0-1-8 16,1 2 5-16,-1 0-3 0,0-1 15 0,0 2 0 0,1-1-5 0,0 0-6 15,2 0 11-15,-1 1-10 0,-2-2 11 0,-7 1-3 0,-1 0-2 16,1 0-8-16,2 1 0 0,5 0 0 0,0-2 10 0,-4 1-3 15,-1 1-2-15,-1-1-1 0,-2 1 0 0,-2 0 0 0,-1-2-1 16,-3 2 0-16,0-1-1 0,-1 0-14 0,0 1 16 0,-1-1-12 0,-3 1 27 16,1 0-6-16,-3 0-8 0,-1 0 0 0,0 0-1 0,-1 0 4 15,-1 0 7-15,0 0-1 0,0 0 2 0,0 1-2 0,-3 0 7 16,0 2-6-16,0-1-2 0,-2 1-2 0,1 1-7 0,-2-1-10 16,-1-1 7-16,1 3-6 0,-1-3 11 0,0 1-3 0,-1 1-4 0,0-2-3 15,-2 0 3-15,-2 0 0 0,0 1 8 0,-3-1-3 16,-1 0-2-16,-2-1-7 0,-3 0 5 0,-2 0-4 0,0-1 5 0,-1 2 1 15,6-2-3-15,-3 0-5 0,-3 0 6 0,-1-2-3 0,-9 2 4 16,1 0 3-16,2-1-5 0,-3 1-4 0,2 1 9 0,-3 1-9 16,0 0 9-16,1 0 0 0,-3-1-4 0,-3 0-13 0,-2 0 15 0,5 1-12 15,1-2 17-15,4 1 0 0,0-1-11 0,-1 0-3 0,3 0 14 16,2 0-10-16,4 0 11 0,0 0-2 0,3 0-6 0,1-1 0 16,0 1-6-16,2 0 4 0,2 0 4 0,0 0 0 0,1 0 4 0,2 0-19 15,-1 0 15-15,2 0-13 0,0-2 21 0,-10 2-9 16,14 0-1-16,2 0-4 0,-1 0 4 0,2 0 5 0,2 0-5 15,1 2 3-15,0-2-14 0,-1 1 10 0,2 0-8 0,0-1 13 16,1 2 0-16,0-2-6 0,0 1-8 0,1 1 6 0,0 1-5 16,2 0 15-16,-1 0-2 0,3 0-1 0,3 1-9 0,2 0 3 15,6-1-4-15,1 3 7 0,2-3 1 0,4 0 0 0,0 1-10 0,3-3 5 16,3 0-5-16,3-1 19 0,1 0-3 0,3 0-1 0,5-1-18 16,4-1 14-16,1 0-11 0,-4 0 18 0,2 0-1 0,-5 2-8 15,3-2-6-15,2 1 6 0,-5-1-6 0,-1 1 14 0,-3 1-3 16,-2-1-1-16,1-1-13 0,-1 2 9 0,1 0-9 0,-1 0 14 15,-3 0 2-15,-7 0-3 0,-2 0-14 0,1 0 10 0,-1 0-10 16,6 0 18-16,-4 0 0 0,-2 0-8 0,-4 0 0 0,-3 0 1 0,-1-1-1 16,-3 1 2-16,-3-1-2 0,-2 1-2 0,-1-1 4 0,-2 1-1 15,-1 0 5-15,0-2 7 0,-1 2 2 0,0-1 2 0,-2 0-9 16,0-1 5-16,-3 0-7 0,1-1 5 0,-3 1-5 0,-1 1-5 0,-3-3-2 16,-2 1 3-16,-1 1-1 0,-3-1 5 0,-2-1-1 0,-5 2-6 15,0-1-10-15,-3-1 14 0,4 2-11 0,0-1 13 0,-2 1 3 16,-4 0-4-16,-7 1-9 0,0 0 1 0,-1 1-4 0,1 0 15 15,1 0-5-15,-2 1 0 0,-2 2-5 0,-5-1 3 0,-1 1 0 0,-3-3 5 16,5 2-4-16,3-1-3 0,-1 1-2 0,4-2 4 0,0 2-1 16,3 0 6-16,5-1-1 0,2 1-4 0,1 1-9 0,3 0 12 15,0-3-10-15,2 2 19 0,1 1-2 0,0-2-6 0,-2 2-2 16,3-3-4-16,1 2 2 0,2-1 0 0,4 2 2 0,1-2-1 16,6 0-4-16,1 1 7 0,0-1-6 0,1 0 4 0,-3 2 1 15,1-2-1-15,-1 0-18 0,2 1 16 0,0 0-12 0,2 0 21 0,1 0-4 16,1-1-11-16,0-1-9 0,3 3 10 0,1 0-8 0,1-1 11 15,3 1-2-15,1-2-8 0,2 1-2 0,-3 0 12 0,2-1-7 16,4-1 22-16,2 0-6 0,9 0-6 0,4 0-4 0,0 0 1 16,-1 0 0-16,0 0 5 0,-1 0 0 0,0 0-3 0,4 1-15 15,1 1 17-15,0-2-13 0,2 1 24 0,1 0-4 0,1 0-8 0,0 1-4 16,-6-2 4-16,-1 0-3 0,-1 0 1 0,-1 0-1 16,3 0-5-16,-2 0-27 0,-2-2 16 0,-2 2-16 0,-2 0 13 0,-1 0 1 15,-2 0-8-15,0 0-8 0,-1 0 10 0,-4 2-11 0,0-1-5 16,-2 0-11-16,-2 1-13 0,0-1-55 0,2 1-31 0,-2 1 2 15,0 0-142-15,-1 0 171 0,-5 4-12 0</inkml:trace>
  <inkml:trace contextRef="#ctx0" brushRef="#br0" timeOffset="30882.42">22787 13117 256 0,'6'-6'6'0,"-1"2"94"0,-4-1-31 0,1 3 12 0,-1-1-48 0,0 0-5 0,1 2-1 0,0 1-21 0,0-1 1 0,1 0-1 0,3-2 11 0,0 0 7 0,3 1-4 0,-1 1 1 0,2-3-3 0,1 0-4 0,2 1 9 0,2 0-8 0,1 0 9 0,-1 0-4 0,2 1-1 0,3-2-3 0,4 1-15 0,1 2 18 0,2-3-16 16,0 2 23-16,-2 1-6 0,1-1-5 0,-5 1 0 0,0 0-7 15,1-1 8-15,1 1-3 0,4 0 3 0,-3 0 0 0,0 1-12 16,0 0 15-16,-3 0-16 0,-1 0 10 0,-2 0-5 0,0 0-5 0,2 0-3 16,-1 0 3-16,2 0 0 0,-5 0 11 0,1 0-1 0,0 1-7 15,1 0-19-15,0-1 22 0,-1 1-18 0,0-1 25 0,-4 0-5 16,2 2-9-16,-3-2 2 0,-3 1-1 0,0-1 3 0,-3 0 0 0,-3 0 0 15,-1 0-2-15,-1 1-4 0,1-1 12 0,-1 0-9 0,-1 0 26 16,-1 0-2-16,-3 0 2 0,2 0-27 0,-7 0 13 0,1 0-12 16,-5-1 24-16,-4 1-6 0,0-1-12 0,-8 1-4 0,-1 0 10 15,1 0-8-15,-2 0 12 0,-1 1-4 0,1 0-3 0,-3 1-5 16,1 0 0-16,1 2 1 0,-4-2 3 0,-1 0-2 0,-3-1-3 0,-1 0-1 16,0 1 4-16,4-1-4 0,-1-1-3 0,-2 0 1 0,0 0-1 15,-4 0-7-15,3 0 3 0,4-1-4 0,1 1 8 0,1 0 1 16,-1 0-1-16,-1-2-11 0,-3 1 11 0,-2-2-10 0,4 2 12 15,5-3-4-15,2 1-1 0,0 0-8 0,0-1 10 0,-2 2-4 16,2-2 14-16,4 0 1 0,6 3-11 0,4-2-4 0,3-1 9 0,2 2-9 16,2 2 4-16,3-2-1 0,0 1-4 0,1 1 0 0,2 0 0 15,0 0 1-15,0 0-7 0,3 0 3 0,0 1-5 0,2 1-7 16,1-1 22-16,3 1-17 0,3 0 22 0,2 0-2 0,5 0-8 0,4-1-4 16,5 1 6-16,3 0-3 0,0 0 8 0,-6 0 4 0,1-1-8 15,3 1-12-15,3 0 18 0,7-1-17 0,-2 0 18 0,-4-1-1 16,-1 0-7-16,2 0-7 0,0 0 7 0,3 0-5 0,0 0 16 15,2 0-3-15,0 0-7 0,-2 0-8 0,-7-1 13 0,-3 0-9 16,-3-1 8-16,-2 1-4 0,2 1-8 0,-1-1 7 0,-4 1 1 16,0 0 2-16,-1 0-16 0,-2 1-18 0,1 2-18 0,-1 1-91 0,2-2-31 15,4 4-18-15,0 0 13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10:14.92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17557 13175 256 0,'-16'-20'3'0,"9"9"83"0,0 2-21 0,0 2 21 0,1 0-63 0,0 2 17 0,-1 0-18 0,-1 1 36 15,3-1-8-15,-2 3-11 0,0-2-22 0,0-1 11 0,-1 2-11 0,1-1 20 0,-1 0-4 0,0 1-10 0,0-1-20 0,1 0 26 0,-1-1-23 0,-1 1 25 0,2 0-1 0,-2 1-10 0,0-2-18 0,0 0 15 0,0-1-14 0,-1 2 26 0,1-2-4 0,-2 2-11 0,1-1-12 0,-3-3 22 0,-1 0-18 16,1-1 27-16,-5 0-3 0,-1 0-8 0,-3 0-1 0,0-2 9 0,0-1-6 15,4 1 7-15,-1-2 1 0,-4 0-8 0,-3-2-4 0,-6 3 10 16,-1 0-10-16,4-1 10 0,0 1-5 0,0-2-2 0,-1 0-6 16,0 0-2-16,2 1 2 0,0 0 0 0,3 2-1 0,-2 1-1 0,-2-3-10 15,0 1 7-15,1 1-8 0,2 1 4 0,7 1-7 0,0-3-3 16,-4-2 2-16,1 1 0 0,-7-1 4 0,1 1 3 0,4 2-3 16,1 1-2-16,-1-2-13 0,-2 0 12 0,0 3-10 0,-1-1 18 15,1 1 1-15,-1 0-6 0,-3-1-9 0,-4-1 1 0,0-1-3 16,-2 1 8-16,2 0 1 0,-3 1 0 0,-6 0-13 0,-2 0 14 0,-5-1-11 15,1 2 14-15,5 3-2 0,-4 0-6 0,0-3 4 0,-4 1-3 16,-1-1 2-16,0 0-3 0,1 4 3 0,-2-2 1 0,-1-2-16 16,-1 2 22-16,0-3-20 0,-2 1 22 0,0-2 0 0,1 2-8 15,-6 0-3-15,0 0-1 0,0 1 0 0,-2 0 5 0,5 3 0 0,-3-2 0 16,-6 1-11-16,1 2 7 0,-5 0-7 0,0 2 8 0,2 0 8 16,0 2-1-16,-4 0-18 0,1 0 12 0,-1 0-13 0,-2 0 18 15,5 0 0-15,2 0-6 0,-6 2 0 0,2 0 2 0,-1 2-2 16,-7-1 1-16,3 2-1 0,1 0 1 0,-4 1-15 0,0-1 16 15,0 3-12-15,-1 0 19 0,4 1 4 0,3 0-12 0,0 1-8 16,-3 0 13-16,1 2-13 0,0 0 10 0,0-1-3 0,3-4-5 0,1 2 5 16,2 2-2-16,-1-2 2 0,-1 3 6 0,1 0-5 0,-1 1 4 15,-68 15-9-15,140-28-2 0,-134 32 10 0,66-18-7 16,-1 0-1-16,-4 1 2 0,0 2-1 0,5 2 3 0,-3 2 1 0,2 1 3 16,-2 2-2-16,-2 0-15 0,3 3 17 0,2-3-14 0,3 2 20 15,2-2-2-15,-69 30-14 0,134-54 5 0,-132 50 0 16,69-23 1-16,5-3 2 0,5 6-2 0,1-2-11 0,3-3 17 15,-1 0-15-15,3-1 16 0,9-2-2 0,1 1-6 0,1 2-11 16,4 1 6-16,-1-2-4 0,3 1 20 0,7-3 0 0,0-2-3 0,3 3-14 16,1 0 9-16,1 1-9 0,2 1 11 0,2-4-4 0,3 4-4 0,0-2 4 15,2 2-8-15,3 2 8 0,-1-1 1 0,1-3 0 16,2 1 1-16,-1 2-7 0,3 2 8 0,1 2-7 0,2-2 7 16,3 2-2-16,1 0-7 0,1 1-5 0,1 2 6 0,0-2-4 15,2-1 12-15,3 0 1 0,1-1-3 0,4 1-7 0,1 0 9 0,1-3-8 16,3 0 5-16,1-3 1 0,2 2-4 0,3 2-4 0,0 0 8 15,4 1-3-15,3-3 10 0,-6 0 0 0,3 0-7 0,0 1-14 16,3-1 19-16,6 1-17 0,-3-2 19 0,1-1-1 0,0-1-7 16,6 1-7-16,5 3 5 0,0 0-3 0,3-3 15 0,-8 0-3 0,2-3-6 15,1 4-11-15,2-5 12 0,7 3-9 0,0-1 19 0,1 0-7 16,3-3-8-16,4 0-2 0,-2-1 2 0,0-3 0 0,0 1 6 0,0-1 1 16,5-2-1-16,7 2-5 0,0-3 7 0,0 1-8 0,-2-2 8 15,-2 1 0-15,-2-6-3 0,12 3-13 0,2-3 9 16,0-1-7-16,1 4 24 0,-9-1-4 0,1-1-7 0,6-1-7 0,5 2 8 15,0-1-6-15,-4-2 4 0,-6 1 3 0,-2-1-2 0,5-2-15 16,5 0 12-16,3 1-10 0,-4-2 23 0,-4 0-2 0,-2-1-6 0,9-1-6 16,4 1 3-16,2-1-3 0,-3 0 4 0,-6-1 0 15,0-2 0-15,9 0-11 0,5-1 6 0,-2 0-5 0,0-2 17 0,-4-1-2 16,2 1-4-16,11-2-13 0,-1-1 11 0,0 0-11 0,-1-2 11 16,-1 0 3-16,1 2-4 0,5-2-11 0,0-2 15 0,1-2-13 15,2-3 20-15,-4-1-3 0,1-1-9 0,4-1-13 0,2-2 19 16,0-2-15-16,-3 1 21 0,-9 0-5 0,-5-1-10 0,6 1-4 15,-1 1 3-15,-4 2-1 0,-6-3 11 0,-9 2 0 0,-2-3-4 0,3-3-12 16,-1-1 16-16,-6-1-14 0,-6 0 14 0,-8 1-2 0,-1 1-7 16,2-4 6-16,1 0-6 0,-1-3 7 0,-4 2-5 0,-10-1 3 15,-4 2-1-15,-3-1-2 0,0 0 6 0,-3-3-6 0,-2-2 2 16,-5-2-2-16,-1-1 0 0,-1-3-9 0,0 0 9 0,-2-1-4 0,-2-3 23 16,-2 5-4-16,-6 1-6 0,-1-1-11 0,-4 2 11 0,-5-1-9 15,-8-1 15-15,-2 0 1 0,1 1-4 0,-3 1-3 0,3 0 2 16,-2 0-2-16,-8 0 7 0,-6 4-5 0,-2 1 0 0,-2 1-10 0,-5 1 11 15,1-3-10-15,-4-1 7 0,-1 1-3 0,0 1-6 0,-3 0-3 16,-2 1 11-16,-3 1-8 0,-3 0 5 0,-3 2 2 0,-1-1-13 16,-2 1-5-16,-6 0 15 0,-2 1-13 0,-4 6 10 0,-3-1 0 15,3 4-7-15,-6-2-7 0,-2 0 11 0,-4-1-8 0,-6 2 6 16,3 2 4-16,0 4-7 0,-2 2-7 0,-1 1 14 0,0 3-11 0,0-3 11 16,0 3-2-16,1 0-8 0,0 3-1 0,0 1 3 15,1 2 0-15,1 0 0 0,0 4 2 0,1-2-5 0,0 0-9 0,2 3 15 16,4 2-12-16,0 0 13 0,4 2-6 0,1 1-9 0,-4 3-16 15,3 0 6-15,3 2-5 0,2 1 4 0,6 3-4 0,3 2-9 0,-2 2-36 16,0-2 12-16,3 5-17 0,-2 1 3 0,2 2-10 0,1 7-11 16,-3 2-39-16,1 4-35 0,0 5 9 0,2 4 41 0</inkml:trace>
  <inkml:trace contextRef="#ctx0" brushRef="#br0" timeOffset="4240.18">24809 8811 256 0,'0'-8'9'0,"0"0"133"0,0 5-66 0,0-1 0 0,0 2-64 0,0 0-3 0,1 1 5 0,1-1-4 0,0 2 4 0,1-2 0 0,1 0 7 0,3 1 11 0,1-1-8 0,3-1 4 0,0 0-7 0,4 3-5 0,2-2-3 0,1 1 4 16,1-2 0-16,2 2 10 0,1 0-3 0,2 1-8 0,4 0-21 0,2-2 25 0,-8 1-21 0,2 1 26 0,-1-1-5 0,4 1-15 0,8-2-14 0,0 0 11 0,-2 1-7 0,2-2 24 15,-1-1-4-15,2 0-6 0,4 0-9 0,0-1 5 0,1 2-5 0,1-3 15 16,-2 1-5-16,-6 1-1 0,2-2 1 0,-1 0-3 0,-1-1 4 0,7 0 5 16,-6-1 1-16,3 0 1 0,5 1-19 0,3-1 21 15,4 0-18-15,1 0 29 0,-2 0-5 0,-3-1-9 16,1-2-17-16,-3 0 8 0,3-1-8 0,4-1 14 0,-2 2 1 0,3 1-5 15,3-2-9-15,1 1 8 0,-6 0-9 0,1 0 6 0,-6 1-3 0,-2-3-4 16,4-1-2-16,-1-4 3 0,-1-1 0 0,0-2 11 0,0 1-6 16,1 0-4-16,0-1 0 0,-7-2 1 0,-3 0 0 0,0-2-2 0,-4 2 0 15,4 1 1-15,0-1-12 0,-4 0 14 0,-2 2-9 0,0-1 20 16,-2-1 0-16,-1-2-14 0,-1-1-11 0,-2-3 23 0,-1 5-18 16,-1-1 17-16,-3-1-4 0,0-1-11 0,-3-4-2 0,-2 1 6 15,-1-4-1-15,-3 2 16 0,-5 2 1 0,-1 0-7 0,-2 1-12 0,-2-1 13 16,-2-2-12-16,-3-2 15 0,-4-1-4 0,-2-2-2 15,-5-1-8-15,-2 2 6 0,-3-1-3 0,-3-1 20 0,0 1-5 16,-3 0-8-16,-3 1-10 0,1 2 4 0,0 0-4 0,1 1 8 0,2 1-1 16,-1-4-1-16,-3-3-10 0,-5 0 3 0,-4 1-1 0,-3 2 8 0,2 4 4 15,-3-3-5-15,-1 0-20 0,-1 1 24 0,-3 4-22 0,3 1 25 16,4 5-7-16,-2 1-9 0,-2-1 5 0,-4-1-4 0,2-2 7 16,-5 1-1-16,1-1 2 0,0 1-3 0,-7 4-2 0,2 2 8 15,1 2-8-15,-3 3 1 0,1-2 2 0,-2 3-2 0,-7 1-16 0,0 2 17 16,-2 2-12-16,-1 2 24 0,4 2 0 0,-2 2-11 15,-5 2-6-15,-1 1 6 0,-1 1-8 0,1 2 4 0,5 2-1 0,-2 0-4 16,-2 4 4-16,-2 3 0 0,1 1 3 0,0 2 4 0,4 3 0 16,2 2-4-16,-2 3-6 0,-2 3 8 0,0 2-6 0,-2 2 8 15,5-1-4-15,0 3-3 0,1 4-7 0,0 2 6 0,-1 5-2 0,2 3 17 16,4 1-1-16,-1 3-3 0,0 1-25 0,3 2 23 0,1 0-21 16,7 0 31-16,3-4-4 0,2 2-11 0,3 1-8 0,7 2 9 15,3 0-6-15,4 0 20 0,5-7-4 0,-2 0-8 0,4 1-14 0,5-2 15 16,6 1-12-16,3 1 22 0,4-2-6 0,4 2-10 0,2 2-9 15,3-1 11-15,2-3-5 0,3 0 22 0,3-1-2 0,2-2-7 16,0 2-22-16,4-1 23 0,1-1-20 0,1 2 31 0,2-1-5 16,0-5-13-16,-3 3 2 0,2-2-2 0,4-4 5 0,2 0 1 15,4-5 2-15,1-2-3 0,3 0-4 0,3-4 15 0,3-3-12 0,5-1 13 16,4-3-6-16,3 1-6 0,-4-1 5 0,4-1-6 16,-2-2 7-16,1-1 0 0,6-2-1 0,1-4-1 0,6-1-19 0,6-2 14 15,-3-1-14-15,0 0 20 0,-7-3 0 0,-1-1-5 0,6-1-14 16,5-1 6-16,4-1-9 0,1 0 7 0,-6 1 3 0,-1-2-3 15,0-2-40-15,3-1 8 0,3 0-22 0,6-1-22 0,-5 0-10 0,-3 1-14 16,0-1-76-16,-3 1-35 0,2 1-2 0,2 1 65 0</inkml:trace>
  <inkml:trace contextRef="#ctx0" brushRef="#br0" timeOffset="8993.91">25180 9777 697 0,'-23'-20'164'0,"0"2"-93"0,6 8-63 0,2 2-2 0,6 3 18 0,5 0-4 0,-1 2 1 16,1 1-10-16,-4 0 13 0,0 2-9 0,0 2 13 0,4 0-6 0,-2 2-11 0,3 4-19 0,-1 2 13 0,1 5-13 0,1 3 16 0,-2 4 1 0,4 4-4 0,0 0 7 0,5 3-8 0,3-2 6 0,3-3-10 0,3-1 2 16,2-4 4-16,-1 0-6 0,2-2 9 0,4-2-8 0,5 3 13 0,6-4-2 0,2-1-2 0,1-3-11 0,4 1 3 0,0-2-2 0,6 0 18 0,1-4-1 0,3 0-3 0,5 0-18 0,-5-3 14 0,4-2-13 0,-2-1 16 0,0-5-3 0,7-2-5 0,4-3 2 0,6-1-3 0,2-5 4 0,-2-1 2 0,-3 1 1 0,-5-5 1 0,2-3-13 0,4 2 11 15,1 0-10-15,0 0 10 0,-4 0 0 0,-8-4-6 0,-1-5-4 0,-4 0 8 0,-2-1-5 0,2 1 10 0,-4 0 5 16,-3 1-5-16,2-1-19 0,-2-1 24 0,0-3-23 0,-2-2 28 15,-11-2-4-15,-4 0-10 0,-3-3-19 0,0 1 12 0,3-4-7 16,-4 2 34-16,-3 4-6 0,-5 5-6 0,-5-1-8 0,-5 1 8 0,-3-2-7 16,-1 0 13-16,-5-2-8 0,-4 4-6 0,-5-3-17 0,-4 1 16 15,-2 3-11-15,-4-3 18 0,0 3-2 0,-2 2-15 0,-2 0-5 16,-3 5 11-16,-6 1-8 0,-2 0 11 0,-5 4-6 0,-3-1-12 0,-3 1-4 16,-8 2 7-16,-5 1-3 0,-6 2 15 0,-4 3-4 0,-1 5-5 15,-6 3-14-15,0 2 15 0,-3 4-10 0,-2 0 25 0,-2 2-7 16,-2 2-8-16,0 1 2 0,-1 0-3 0,-1 3 5 0,-1 2-1 0,-1 2 1 15,1 5-1-15,-2 4-5 0,0 4 7 0,0-2-6 0,1-2 10 16,4 4-1-16,5 0-2 0,-1 5-9 0,1 4 7 0,3 4-5 16,-1 1 18-16,11 0 2 0,2 4-3 0,4 2-6 0,9 0 17 15,2 0-15-15,7-4 18 0,7-2-2 0,8-2-5 0,13 4-15 16,9 0 13-16,3 3-10 0,7 1 24 0,2-6-10 0,5 2-7 0,4-2-12 16,5-1 5-16,6 0-4 0,6-3 6 0,9-2 1 0,4-3-3 15,4 1-10-15,4-2 5 0,5-1-4 0,9 2 15 0,2-4-3 16,68 27-15-16,-133-51 43 0,131 42-61 0,-59-23 33 15,-1-2-3-15,4 0-8 0,1 0-10 0,-1-4-5 0,0 1-1 16,-2-5-11-16,0 1-16 0,5 3 4 0,4-2-28 0,1-1-35 16,-2-3 4-16,-1-3-123 0,1 2-72 0,4 1-59 0</inkml:trace>
  <inkml:trace contextRef="#ctx0" brushRef="#br0" timeOffset="14525.14">11317 14480 358 0,'-8'0'226'0,"1"0"-3"0,4 0-154 0,2 2-52 0,2 1 33 0,2 1-44 0,4-1 49 0,3 3-7 0,4-4-11 0,5 2 4 16,3-1 1-16,5-3 1 0,5 0-5 0,2 0-4 0,5-2-7 0,6 2-9 0,3-1 10 0,2 1-9 0,1-1 15 0,-2-1-2 0,2 1 0 0,5-1-22 0,6 2 18 0,5 0-14 0,6 0 34 0,0 2-8 0,0 1-10 0,2-2-15 0,4 2 5 0,5-2-7 16,10 1-1-16,1 4 0 0,-3-4-2 0,6 3-9 0,-1 0 6 0,4 0-6 0,7 3 10 0,-8-3-1 0,0 2-6 0,7-1-14 0,-1-1 21 0,3 2-17 0,-3-2 20 0,-4 0-3 0,2-1-11 15,7-2-7-15,-3-1 10 0,-1 2-5 0,-1 1 11 0,-2-2 2 16,-1 2-9-16,4-1-7 0,-2-3 14 0,-2 1-14 0,1 0 11 0,-7 5 4 16,-2-1-3-16,0-2-10 0,-3 3 8 0,2-4-9 0,-7 2 8 15,-11-1 0-15,-5 0-6 0,-5 1-6 0,1-2 11 0,-3 1-7 16,-2 0 15-16,-6-1-1 0,-6 2-5 0,-4 1-8 0,-12-2 8 15,-4 1-5-15,-3-2 25 0,-6 1-4 0,2 0-4 0,-3-1-11 0,-7-1 7 16,-2 2-5-16,-4-2 14 0,-5 0-6 0,-1 1-7 0,-2-2 7 16,-4-2 1-16,-8 2 1 0,-8-1-4 0,-10 0-5 0,-9 1-4 0,-6 0-20 15,-12-1 5-15,-7 1-7 0,-9 0 9 0,-8 0-5 16,-5 0-7-16,-7 0-5 0,-8 0 11 0,-2 0-5 0,-2-2 20 0,1 1 3 16,0 0-5-16,-118-6 5 0,221 6-6 0,-221-7 4 15,113 6-2-15,-1-2 0 0,-3-1-14 0,2-1 14 0,-2-3-11 16,-1 1 24-16,7 3-4 0,-6 0-7 0,-7 1-5 0,-1-1 6 15,-2 1-4-15,1-1 4 0,5 0-1 0,-2-1-4 0,-4 0-2 0,-2 4 5 16,-3-1-1-16,-1 3 0 0,4 0 2 0,-1 0-6 0,-3 1-2 16,3 2 10-16,-2 3-7 0,4 2 7 0,8 1-2 0,3 2-4 15,2 1-10-15,3 1 12 0,8-1-8 0,5-1 20 0,12-2-3 16,9 0-9-16,6-2-8 0,9 0 12 0,6-3-8 0,4-3 14 0,11 0-5 16,8-1-7-16,7-2 7 0,14-1 17 0,6-2-7 0,7 1 12 15,5-1-8-15,-5-1-14 0,6-3-16 0,9-2 16 0,9-1-11 16,11-3 29-16,8 1-9 0,5-2-10 0,6 0-3 0,9 2 9 15,10-1-2-15,6 2 23 0,4 0-4 0,4-1-6 0,8 0-11 16,10 3 15-16,6-3-11 0,1-1 20 0,1 4-4 0,4-2-9 0,9 0-17 16,6 1 16-16,7-1-14 0,0 2 23 0,-4 1-7 0,6 3-10 15,6-2-12-15,0 1 6 0,5 3-6 0,2 0 9 0,-11 3-2 16,-1 1-4-16,8 0-14 0,-7-3 13 0,-4 1-10 0,0 0 21 16,-10 0-2-16,-3 0-9 0,3 0-11 0,120-4 5 15,-129 2 14-15,-9 3-2 0,-1-2-6 0,0 1-2 0,-4 1 0 0,-2 0 0 16,-6 1 3-16,-8-2 1 0,-2 3 0 0,1 0-6 0,-9 2 2 15,-6 0-3-15,-8 2 6 0,-13 1-1 0,-1 3 0 0,-8 1-18 16,-5 2 16-16,-5 0-14 0,-5-1 26 0,-2 0-8 0,-3 0-8 0,-4 2-22 16,-3 1 11-16,-4 2-10 0,-10-1 9 0,-4 2-2 15,-2-1-7-15,-3 2-23 0,2 2-14 0,-7 3-3 0,3 4-93 0,-5 4-46 16,-7 7-43-16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10:47.60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6430 2913 256 0,'-23'-5'22'0,"13"1"310"0,4 4-151 0,0-2 5 0,2 2-186 0,1 0 22 16,2 0-14-16,0 0 52 0,1 0-10 0,0 0-10 0,0-1-13 0,1 0 10 0,0-2-6 0,2-1 25 0,0 2-4 0,1-3-8 0,3 1-12 0,1-1 15 0,2 1-13 0,5-1 18 0,2 1-11 0,2-1-10 0,5 4 7 0,2-2-4 0,4 2 6 0,4 1-9 0,0 0-4 0,4 1 0 15,1 2-14-15,-5-3 12 0,2 1-11 0,0 0 12 0,-1-1-3 0,6-1-4 16,2 0 1-16,2-1 7 0,2-2-4 0,5 2 14 0,2-1-4 0,2 1-6 16,2-2-15-16,0 0 10 0,0-2-10 0,1-1 16 0,2 3-6 15,4-1-6-15,8 2-4 0,2 0 5 0,-1-2-3 0,-2 0 11 16,-3 0 1-16,3-2 1 0,11 3-13 0,2 2 22 0,2-2-17 15,0 0 28-15,-3-2-5 0,4 2-12 0,9-1-18 0,-8 3 9 0,-3 1-12 16,-8 0 3-16,-9 1-3 0,2-1-5 0,0 1-7 0,-1 1-1 16,-6-1 7-16,-7 1 8 0,-7-2 2 0,-8-2-10 0,1 0 0 15,0 0-2-15,-6-1 1 0,-2 2 0 0,-5 0-1 0,-2 0 2 0,-1-1-3 16,-2 1 2-16,-4 0-2 0,-1 0 0 0,-3-2-6 16,-3 1-3-16,-2-2-48 0,-5 1 3 0,-3 1-17 0,-2-3-66 15,-2-3-63-15,-4-1-56 0</inkml:trace>
  <inkml:trace contextRef="#ctx0" brushRef="#br0" timeOffset="1629.22">6190 1951 559 0,'-4'0'198'0,"-1"-1"244"0,-1 0-244 0,3-1-26 0,0 2-42 0,2-1 6 0,0 1-28 0,1 0-38 0,0 0-45 0,0 0 11 0,1 1-24 0,0 2 20 0,1-1 1 0,0 1-7 0,2 3-11 0,1 3 20 0,-1 4-22 0,2 3 31 0,-1 2-4 0,0-1-10 0,3 8-13 15,-1 0 3-15,-2 5-11 0,1 6 8 0,-3-6 2 0,2-1 4 0,-5 3-19 0,0-3 9 16,-1 0-12-16,-1 1 28 0,2-8-5 0,2-3-7 0,0 1-17 16,-1-3 9-16,1-3-12 0,0 0 13 0,0-4-2 15,0-2-4-15,-1 2-4 0,0-2 5 0,-1-3-5 0,0 0 11 0,0-3-1 16,0 0-4-16,0-2-9 0,0 1 14 0,0-1-11 0,-1-1 25 16,-2-1-5-16,-2-5-7 0,1-1-7 0,-2-3-4 0,4-1 2 15,-2-3-3-15,1-2 1 0,0-2 0 0,-8-4-9 0,0-5 8 16,2-5-6-16,0-2 9 0,3 2 0 0,1 0-4 0,2 2-16 15,0 0 16-15,3 3-13 0,2 1 22 0,1 7-1 0,-2 3-8 0,0 0 0 16,1 2 2-16,2-2-2 0,1-2 0 0,3 4-2 0,0 2 1 16,0-1-6-16,3 1 7 0,-1 0-4 0,-3 0 7 0,1 4-1 15,-2-2-3-15,1-1-2 0,7 2 3 0,-1 0-1 0,3 0 4 0,-1 1 1 16,0 2-3-16,-1 1-4 0,0 1 3 0,-2 2-4 0,0 2 3 16,-1 0 3-16,0 1 1 0,1 4-11 0,-1-2 8 0,-1 4-8 15,-1 3 8-15,-2 0 2 0,-2 3-2 0,0 1 0 0,-2 0 6 16,-3-1-4-16,0 4 12 0,-2-1-1 0,-2-1-1 0,-3 1-10 15,-1 3 11-15,-1-1-8 0,1 1 20 0,-1-1-4 0,1-3-8 0,-1 1-7 16,0-2 8-16,0 0-8 0,0 1 6 0,-1 1-3 0,1-2-5 16,-1 2-6-16,0-2 5 0,-1 0-3 0,0-2 9 0,0 0-3 15,4-2-4-15,-1-2-4 0,1-3 4 0,1-3-3 0,2-1 2 16,0-3-6-16,2 0-10 0,1 2-23 0,0-2-9 0,1-3-4 16,1-3-50-16,1-7-13 0,2-1-13 0,2-4-67 0,3 1-36 0,2 0-5 15,1 1-181-15,0-1 241 0,1-2-25 0</inkml:trace>
  <inkml:trace contextRef="#ctx0" brushRef="#br0" timeOffset="1820.32">6530 1533 686 0,'-1'0'163'0,"-1"2"225"0,-1 1-152 0,2 1-37 0,1 2-46 0,0 2-50 0,2 2 9 0,1 1-36 0,-1 6-4 0,1 0-5 0,2 1-10 0,-1 3-13 0,1 0 1 0,-1 2-14 0,2 1-8 0,-2 2-8 0,0-1-6 0,0 1-10 0,0-7 6 0,-1-2-5 0,1-2 9 0,2-1-11 0,0-1-9 0,0-1-47 16,1-2-24-16,1-2 8 0,2-2-90 0,0 0-28 0,0-1-3 16,3-1-157-16,-1-2-112 0,5-1-8 0</inkml:trace>
  <inkml:trace contextRef="#ctx0" brushRef="#br0" timeOffset="2181.03">6834 1903 399 0,'-4'0'236'0,"4"-2"-110"0,0 1 163 0,1-2-177 16,2 1 22-16,1-3-52 0,0 0 3 0,1-3-20 0,0 0-33 0,2-2-11 15,-1 0 10-15,-1-2-12 0,2-1 20 0,-3 1-10 16,2-2-8-16,-2-3-18 0,2 2 17 0,-1 0-18 0,-1 0 27 16,1 4 2-16,-2-2-8 0,-1-1 0 0,0 2 8 15,-2-1-11-15,0 2 33 0,0 1-9 0,-1-1-6 0,-1 0-18 16,-1 1 15-16,-1 1-17 0,1 0 17 0,0 4-6 0,-1 1-11 0,1 1-11 15,-1 3 6-15,2 3-8 0,-2 1 9 0,0 5-3 16,0 0-5-16,-2 5-4 0,2 0 10 0,-2 2-7 0,-1 4 23 16,1-3-2-16,-1 4-1 0,1 2 1 0,1 0 2 0,-2 0-1 15,1-1 7-15,0-2-4 0,0-2 1 0,3-1-11 0,-1-2 8 16,4-3-7-16,0-2 11 0,4-1-3 0,1-1-4 0,2-1-17 0,2 0 9 16,-1 0-11-16,1-1 11 0,0 0 1 0,1-4-1 0,1-2-10 15,1 3 7-15,0-3-9 0,1 1 4 0,1-1-2 0,1 0-4 0,2 0-14 16,0 2 5-16,-1-2-6 0,1 0 14 0,1 0-5 0,-2-3-3 15,2 2-32-15,-1-1-8 0,0 1-5 0,0 0-61 0,-1-2-45 16,1 1-37-16,-1-1-227 0,3-1-139 0,3 4-24 0</inkml:trace>
  <inkml:trace contextRef="#ctx0" brushRef="#br0" timeOffset="3293.84">8452 1151 256 0,'-10'6'39'0,"7"-4"569"0,1-2-233 0,-1 1 28 0,1 2-312 0,1-1 2 0,1 1-28 0,0 3-19 0,0 1 2 0,1 1-6 0,1 5-9 0,2 0 11 0,-1 2-16 0,2 3 22 0,-1 0-5 0,1 3-8 0,0 3-2 0,1-1 8 0,1 0-11 0,-1-1 7 16,0-2-3-16,1 3-5 0,1 6-17 0,-2-4 8 0,1 0-15 0,0-2 12 0,-2-4-7 0,2-3-3 0,0 2-9 16,-2-4 1-16,0 1-1 0,-1-1 10 0,1-4-3 0,-2 1-4 15,2 0-3-15,-3-2-2 0,1 0 0 0,0 0-15 16,-2-2-8-16,1 0-5 0,-1-1-48 0,0 0 1 0,-1-2-10 0,1 0-44 15,0-1-24-15,1-1-27 0,-1 1-146 0,-1-3-63 0,2 0-27 16</inkml:trace>
  <inkml:trace contextRef="#ctx0" brushRef="#br0" timeOffset="3598.58">8597 1753 1564 0,'-3'0'-162'15,"2"-2"362"-15,1 2-20 0,0-1-38 0,2-3-53 0,1 1 13 0,3-3-43 0,3 0-4 16,0 0-7-16,1-1-8 0,2 0-10 0,1 1 6 15,0-1-11-15,2 0-3 0,-2 2-5 0,-5-2-9 0,0 3-9 16,0-1 6-16,-1 2-7 0,6-2 10 0,1 2 1 16,-2-1-5-16,2 1-13 0,0-1 6 0,-2-1-11 0,3 0-18 15,-4-1-21-15,1 1-14 0,3 0-73 0,-1-1-37 0,-1 2 17 16,1-2-202-16,-1-3-60 0,2 0-24 0</inkml:trace>
  <inkml:trace contextRef="#ctx0" brushRef="#br0" timeOffset="3730.27">9036 1598 969 0,'0'2'83'0,"1"1"88"0,1 0-114 0,-1-2-9 0,1 0-26 0,1 0-24 15,1-1 15-15,-1-1-24 0,3-1-71 0,-1-1-148 16,1-2-65-16</inkml:trace>
  <inkml:trace contextRef="#ctx0" brushRef="#br0" timeOffset="3886.82">9145 1303 1755 0,'-41'-2'-118'0,"19"1"231"0,5 1-10 0,2 0-36 0,1 0-34 16,4-2 15-16,2 0-34 0,2 0 0 0,3-1-14 16,2 0-8-16,3 0-68 0,3-2-16 0,2 0-5 0,2-1-148 15,2 1-87-15,0 0-36 0</inkml:trace>
  <inkml:trace contextRef="#ctx0" brushRef="#br0" timeOffset="4276.27">9304 1422 885 0,'-2'8'99'0,"2"-1"56"0,0 0 16 16,0 0-25-16,3 0-24 0,-2-2-53 0,0 1 18 0,0 0-37 0,0-1 16 15,-1 1-11-15,1-2-16 0,0 1-8 0,1-1 4 16,-1 0-9-16,0-1 4 0,0-1-1 0,-1 2-5 0,0-3-2 0,0 1 23 16,0 0-22-16,0-1 33 0,-1 1-4 0,1-2-14 15,-1 0 6-15,-2 0 10 0,2-2-13 0,-1-1 10 0,-1-1-9 16,0-1-12-16,0-2-22 0,2 0 13 0,0-1-17 0,1-1 13 16,1 1-4-16,1-1-11 0,2 0 2 0,0 0-2 0,-1 3 1 15,2-2 1-15,1 2-1 0,-1 0 1 0,2-2-10 0,0 3 11 16,-1 0-7-16,1 1 17 0,-1 0-3 0,-1 1-5 0,2 0-1 15,-1 0 6-15,-1 2-3 0,2-1 10 0,-1 2-3 0,0 0-3 0,1 0 2 16,0 2 6-16,1 2-3 0,0-1 7 0,-1 1-5 16,0 3-7-16,1-2-12 0,-1 1 10 0,1 1-9 0,-2-1 11 0,1 0-3 15,-1-1-6-15,0 3-6 0,0-3 4 0,0 3-3 0,-2 0 10 16,0-1-2-16,-2 0-5 0,1-1-7 0,-1 0 5 0,0 1-4 16,0-1 1-16,0-1-7 0,-1 1-7 0,0-3-22 0,0 0-5 15,-1 1-3-15,3-3-35 0,0 0-1 0,-1-1-10 0,3 0-74 16,0-4-21-16,2-1-15 0,2 0-166 0,1-2-38 0,4-1-59 0</inkml:trace>
  <inkml:trace contextRef="#ctx0" brushRef="#br0" timeOffset="4609.68">9710 1460 431 0,'0'1'231'0,"1"0"-97"0,3-1 155 16,-1 0-145-16,1 0 14 0,1-2-51 0,0 0-27 15,2 0-20-15,1-3-28 0,1 1-17 0,1-1 5 0,-1 1-8 16,2-3 16-16,-2 4-1 0,-2-3-2 0,-1 3-6 0,-2-2 17 15,0-1-15-15,-1 1 33 0,-1-1 1 0,2-1-9 0,-1 0-21 16,-2 0 19-16,0-2-27 0,0 0 18 0,-1 0-9 0,1 1-14 16,-1-4-16-16,2 2 13 0,-2 0-14 0,0-2 17 15,0 3-1-15,-2 1-7 0,0-1-9 0,1 3 5 0,-1 0-6 0,-3 0 23 16,2 3-1-16,0 1-4 0,-1 0-1 0,1 2 7 16,-1 0-6-16,0 2 5 0,-2 2 0 0,1 1 0 0,-2 3-5 0,0 1 4 15,1 1-2-15,-1 3 13 0,0 0 2 0,0 0 2 0,2 2-6 16,-1-1 10-16,0 0-8 0,3 0 13 0,0 0-6 0,1-2-7 15,-1 1-18-15,3-1 10 0,-1-1-10 0,1-1 11 0,1-1-4 16,0 0-7-16,3 0-16 0,-1-2 14 0,2 1-11 0,-1-1 18 0,3-2-3 16,0 0-8-16,0-3-11 0,4 2 7 0,-1-3-9 15,0 1-1-15,1-1-8 0,-1-1-10 0,2-1-45 0,2 1-48 0,1-2 22 16,-1 1-41-16,0-3-30 0,0 1 19 0,3-5-247 0,1-1-22 16,2 0-57-16</inkml:trace>
  <inkml:trace contextRef="#ctx0" brushRef="#br0" timeOffset="4960.71">10216 1255 737 0,'-8'-14'-323'0,"3"5"652"16,2 0-70-16,-1 0-101 0,2 1-29 0,0 4 17 0,-2-1-37 15,1 3-5-15,0 2-19 0,-2 0-23 0,4 2-1 16,0 3 12-16,-1 3-14 0,-2 3 21 0,-5 1-1 0,-2 3-8 15,-1 3-15-15,-1-2 16 0,3 2-27 0,-1-1 13 16,2-2-5-16,0 0-13 0,1-2-19 0,3-3 15 0,1 0-20 0,2-2 17 16,2-3-5-16,0 0-11 0,1-2-3 0,3-1 9 15,0-2-8-15,4 0 8 0,1-1-3 0,1-2-6 0,2 0-2 16,1-4 2-16,0 1-4 0,3-1 1 0,-3-2-3 0,0 3-3 16,-7-2-6-16,-1 2 8 0,-3 0-7 0,2 2 11 0,1 0-3 15,0 3-4-15,-1-2-4 0,-2 3 0 0,1-1 0 0,-1 1 0 0,0 1 1 16,-1 2-1-16,0-2 0 0,0 3 4 0,1 0-3 15,-2-1 6-15,0 2-2 0,0 2-5 0,0-1-5 0,0-1 7 0,0 1-5 16,0-3 9-16,0 1-3 0,1 0-4 0,0-3-30 0,2 1 4 16,1-2-13-16,0 0-27 0,2 0-12 0,3-3-15 0,2-2-101 0,2-1-53 15,2-3-13-15,2-2-289 0,1 0 321 0,3 1-37 0</inkml:trace>
  <inkml:trace contextRef="#ctx0" brushRef="#br0" timeOffset="5116.46">10595 1060 1094 0,'-10'12'343'0,"0"0"-192"0,-4 3 146 16,-1 5-114-16,-1 2 11 0,0 3-59 0,-1 5-38 0,1-3-18 16,1 0-24-16,0 1-31 0,2-3 13 0,-1-3-23 0,3 2 5 15,1-4-8-15,0-2-11 0,3 0-5 0,3-4-3 16,1-4 1-16,4 0-35 0,3-2-16 0,1 1-14 0,4-2-116 16,3 0-92-16,0-2 29 0,6 0-120 0</inkml:trace>
  <inkml:trace contextRef="#ctx0" brushRef="#br0" timeOffset="21009.57">3828 5578 256 0,'-22'0'39'0,"16"0"583"0,2 0-219 0,0 0 33 0,1-2-316 0,2 2 15 0,-2-4-48 0,3 2-26 0,2 1-12 0,-2-1-19 0,1-1-7 0,1 0 4 0,0 1-9 0,3-1 0 0,-1 2-1 0,1-1-5 0,0 2-9 0,3-2 17 0,0 1-16 0,2 1 39 0,-2 0-3 0,1 0-6 0,1 1 1 0,1 1 8 15,-1-1-11-15,2 3 6 0,-2-2-9 0,-1 1-9 16,2 1-13-16,0-1 9 0,0 4-11 0,3-2 14 0,-2 1-6 0,2 1-5 15,0 2-14-15,-1-3 9 0,-2 1-8 0,1-1 17 16,-3-2-4-16,1 5-7 0,-2 1-1 0,0-1 2 0,-1 1-1 0,-2 2 3 16,1-2 1-16,-2 0-2 0,1-3-14 0,-2-1 15 15,2 0-13-15,-2 0 16 0,-1-1 0 0,2 0-9 0,-2-1-21 0,1-1 8 16,2 0-12-16,1 0 1 0,-2-3-6 0,2 0-8 0,-1 0-33 16,1-2 3-16,-2-2-12 0,1 1-40 0,0-1-19 0,1-1-28 0,1-3-139 15,1 0-10-15,1-2-39 0,1 0 125 0</inkml:trace>
  <inkml:trace contextRef="#ctx0" brushRef="#br0" timeOffset="21246.26">4311 5417 658 0,'-1'-3'166'0,"0"1"212"0,0-1-111 16,-1 1-40-16,1 2-45 0,1 0-71 0,-1 0 21 0,1 0-50 15,-1 2 17-15,0 3-12 0,1 3-20 0,-2 2-26 16,1 3 19-16,-3 1-28 0,1 3 29 0,-1-1-9 0,0 2-14 0,0 7-8 15,-2-1 7-15,1 2-11 0,-1-1 6 0,0-1-3 16,0 0-6-16,0 1-8 0,-2 1 2 0,2 1-8 0,-1-3-3 16,6-2-1-16,0-4 2 0,1 0-9 0,0-2 3 15,-4 0-3-15,0 0 9 0,0 0-4 0,1-1-3 0,1-1-29 16,-1-1 3-16,1 0-8 0,1-3-23 0,1 1-23 0,0 1-11 16,0-2-110-16,1-2-47 0,2-3-5 0,2-3-300 0,4 0 328 15,-2-4-49-15</inkml:trace>
  <inkml:trace contextRef="#ctx0" brushRef="#br0" timeOffset="22025.36">5748 5469 560 0,'-2'-1'223'0,"-1"0"71"0,-1 1-131 0,2-2 9 0,-1 2-33 0,0 0-44 0,2 0-50 0,-1 2 24 16,1-1-37-16,-1 0 31 0,1 1-10 0,-3 0-18 0,5 2-1 0,2 0 19 0,-2 1-18 0,0 0 22 0,-5 1-13 0,0 2-12 0,0 1-9 0,-3 1 7 0,0 2-9 0,-2 3 11 0,-1 2-8 0,0 0-9 0,0-1-11 0,0 0 7 0,0 0-8 0,-3 3 16 15,2 1-6-15,0-2-6 0,-2 2-7 0,3-2 4 0,0-1-4 0,0 0 14 0,1-4-1 0,1 1-6 0,-1-1-10 16,2-1 8-16,1-1-10 0,0-2 11 16,2 0-1-16,0-1-3 0,1 0-9 0,0-1 0 0,-1 0-4 0,2-1-12 0,0-1-9 0,-1 0-10 15,2-1-46-15,1-1-4 0,0-1-11 0,0-1-61 0,0-1-21 16,0 0-29-16,0-3-82 0,3-1-62 0,-1-1-5 0</inkml:trace>
  <inkml:trace contextRef="#ctx0" brushRef="#br0" timeOffset="22309.23">5392 5545 676 0,'-2'0'227'0,"0"0"41"0,1-1-15 0,0 1-70 0,1 0-42 16,0 0-34-16,0 0-43 0,2 1-33 0,2 1 29 0,1 1-31 16,2 0 52-16,0 0-16 0,2 2-17 0,2 4-12 0,0-1 8 15,0 1-11-15,2 3 7 0,0-5-4 0,0 2-7 0,2 2-5 16,-2 0 2-16,1 4-7 0,2 5 5 0,-3-4-6 0,-1 1-3 16,1-2-11-16,-2-2 4 0,0-3-5 0,3 3 6 15,-2-1-3-15,-1-1 0 0,-1-1-13 0,-1 1 10 0,0-2-10 16,1 0 14-16,-2-1-4 0,0 0-9 0,-1-1-22 0,-1-2 5 15,-2 0-11-15,-1-1-32 0,0 1-13 0,-1-1-19 0,0-3-75 16,1 1-22-16,-3 0-16 0,0-2-150 0,-1-2-45 0,5 0-43 16</inkml:trace>
  <inkml:trace contextRef="#ctx0" brushRef="#br0" timeOffset="22499.77">5881 5769 1502 0,'-4'6'198'0,"2"-1"30"16,-1 3-54-16,1 0-31 0,2-1-42 0,0 1-49 0,0 1-45 15,2 0 9-15,1-1-16 0,2 2 11 0,-1-2-3 16,1 1-7-16,-1 0-28 0,0-2 1 0,0 1-11 0,1 0-48 16,-1-2-44-16,1 0-23 0,0 2-216 0,2-4-126 0,4 2-25 15</inkml:trace>
  <inkml:trace contextRef="#ctx0" brushRef="#br0" timeOffset="23339.79">6250 5482 1147 0,'-11'0'-487'0,"7"3"923"0,0-1-87 0,4 0-159 0,0 3-69 0,4 0 10 0,-1 2-52 0,-4 2-31 16,0 2-13-16,1 3-14 0,-1 2-13 0,1 2 8 0,0-2-10 0,1 3 8 0,0-2-1 0,1-2-9 0,-1 5-18 0,3-2 19 0,-7-1-19 0,1-2 30 0,0-1-6 0,0-2-10 0,4 1-8 0,0-3 8 0,1-1-6 0,1 0 16 0,-1-3-11 0,-1 2-8 0,1 0-49 0,-2-2-5 15,0-1-6-15,1 2-74 0,-1-5-85 0,0 1-31 0,2-1-158 16,3-1 184-16</inkml:trace>
  <inkml:trace contextRef="#ctx0" brushRef="#br0" timeOffset="23550.67">6101 5716 949 0,'-5'0'225'0,"1"-1"20"0,1 0-25 0,1 0-50 16,2-2-21-16,4 0-39 0,-1 0-46 0,5-3-35 16,0-1 11-16,1 2-18 0,3-2 12 0,-1 1-12 0,2 2-14 15,-1-2-11-15,1 3 5 0,0-1-5 0,2 0 10 0,-3-1-1 16,-1 3-5-16,-2-1 0 0,-2-1-5 15,1 2-1-15,2 0-54 0,3-1-23 0,3 0-13 16,1 1-102-16,0-1-81 0,-3 0 44 0,4 0-23 0</inkml:trace>
  <inkml:trace contextRef="#ctx0" brushRef="#br0" timeOffset="23961.38">6884 5418 1563 0,'-11'1'-172'0,"5"1"408"15,-1-1-33-15,1 0-37 0,1 1-67 0,1 1 7 0,0 1-40 16,1 3-22-16,-1 0-11 0,0 1-13 0,-2 3-8 16,0 1 11-16,0 0-10 0,-1 5 23 0,0 0-9 0,-1 1-12 15,1 5-4-15,-2-1 1 0,1-2-3 0,-1 2-2 16,0-3-1-16,1 2-3 0,-1 1-10 0,1-1 13 0,1-2-13 0,5 2 19 15,1-4-4-15,0-5-9 0,0 2-13 0,-4-5 7 16,1-1-8-16,-1 1-6 0,2-3-18 0,-1 1-12 0,2-3-55 16,0 1-22-16,1-3 13 0,-3 0-102 0,2-1-38 0,-1-1-13 15,-2-3-90-15,2 0 178 0</inkml:trace>
  <inkml:trace contextRef="#ctx0" brushRef="#br0" timeOffset="24165.13">6541 5473 578 0,'0'1'312'0,"0"-1"90"0,0 0-197 16,1 3-5-16,1-2-32 0,3 2-41 0,1 3-23 0,0-1 8 15,2 2-26-15,1 3-10 0,1 0-15 0,0 2-20 0,3 2-20 16,-1-1 8-16,0 1-15 0,4 2 8 0,0-3-9 16,0 0-5-16,2-1-4 0,-7-1-4 0,0 3 5 0,3 3-3 15,-3-3-2-15,4 1-1 0,3-3-26 0,0-2-6 0,-2 0-1 16,-1 0-35-16,-3-1-23 0,-1-1-6 0,-1 0-121 15,-1-1-78-15,0-1 41 0,0-3-267 0,3 4 303 0,-1-1 11 0</inkml:trace>
  <inkml:trace contextRef="#ctx0" brushRef="#br0" timeOffset="24479.79">6962 5698 1345 0,'-7'-2'-715'0,"5"2"1291"15,2-3-146-15,0 1-246 0,1-2-67 16,3-2 5-16,0-1-41 0,3-1-24 0,1 2-11 0,1-2-14 0,1 3-27 16,0 1 14-16,1-1-19 0,0 3 14 0,0 0 0 15,-2 2-10-15,1 0-8 0,-4 0 10 0,1 4-11 0,0 1 20 16,-3 1-2-16,0 1-2 0,-1 3-1 0,-2 2 8 0,0 0-7 0,-1 0 6 16,-3 1-1-16,0-1-6 0,-3 2-10 15,0-1 9-15,1-2-10 0,-1 2 12 0,1-3-4 0,0 0-5 0,1 1 3 16,1-2-1-16,2-1 3 0,0 1 3 0,1 0-4 0,1-1 0 15,1-1-2-15,2-1 5 0,0 2-4 0,1-3 16 0,-1-1 1 16,3-1 4-16,0 1-16 0,1-2 9 0,2 0-8 0,0-1 19 16,1 1-4-16,0-2-7 0,2 0-17 0,-1 0 6 0,1 0-7 0,1-2 9 15,-2 0-4-15,-2 1-6 0,1-1-32 0,-1 1-3 0,-7-2-11 16,1 2-69-16,0-1-43 0,0 0-37 0,8-3-300 0,10 3 306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11:20.44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8299 10752 400 0,'-6'-11'85'0,"1"2"111"0,2 4-149 0,3 1-27 0,0 1-12 0,0-1-3 0,3 1-1 0,1-1-4 0,0 1 3 0,2-1 5 0,2 0 1 0,2 1 21 0,-1-1-3 16,-1 2-2-16,0 1-17 0,-1-2 18 0,1 2-16 0,2-2 19 0,-1 2-7 0,3 0-12 0,-1 1 3 0,2 0-7 0,1 0 7 0,0 0-5 0,1 0 2 0,1 1 1 0,2 1-19 16,1 1 19-16,1 0-18 0,1-2 23 0,1 3-6 0,0-2-7 0,4 1 7 0,2 1-2 0,-1 0 5 0,-1-2-1 0,-3 2 4 0,-7 0 0 0,1 0-11 0,3-1 21 0,0 0-19 0,6 1 18 15,-2-2-1-15,-1 1-9 0,0 1-1 0,-1 0 6 0,1-2-4 16,0 1 5-16,2 1 2 0,1-3-4 0,3 1-13 0,4 2 26 16,3-2-22-16,3 0 27 0,0 1-4 0,-5-2-11 0,2-1 5 0,0 1-3 15,1-1 2-15,5 0-7 0,-2-1 1 0,1 0 1 0,4-1-13 16,5 0 17-16,5 1-14 0,1-1 19 0,-3-2-6 0,0 2-13 0,-2-1-5 15,1 1 1-15,2-1-2 0,-2 1 6 0,1 0-4 0,5 1-3 16,2-1-13-16,-4-1 12 0,1 0-9 0,-5 1 16 0,-3-2 0 16,3 0-8-16,0 0-5 0,1 0 2 0,2 1-4 0,0-1 9 15,-4 1 1-15,-4-1-1 0,-1 1-12 0,-1-1 14 0,0-1-12 16,-1-1 14-16,-5 3-1 0,-2-4-7 0,2 3 0 0,-1-2 3 16,2 1-1-16,2-2 1 0,-5 1 4 0,-6 0-2 0,0-2-14 0,-4-2 14 15,0 1-15-15,3-3 15 0,-5 1 1 0,-4 0-4 0,-1-3 4 16,-2 2-1-16,-2-2 1 0,-4-2-6 0,-1 0 3 0,-2-1-3 0,0 0-9 15,0 3 15-15,-1-3-12 0,-1 1 19 0,-3 0-5 16,1-5-8-16,-2 2-9 0,1-2 11 0,-3 1-6 0,0 0 15 16,-1 0-1-16,-1 1-10 0,-2-1-3 0,-1 1 9 0,0 3-6 0,-2-2 6 15,-1 2-2-15,-1 4-7 0,-2-4 1 0,0 3 3 0,-1 1-1 16,1-3 5-16,-3 4 1 0,1-2-4 0,-1 2-4 0,-2-3 8 16,-3 1-7-16,-1 2 10 0,-4-1-1 0,-1 0-4 0,-4 2-8 15,0 0 3-15,2 1-4 0,-2 0 14 0,0 0-3 0,-5 4-1 0,-5 0-11 16,2-1 7-16,0 1-6 0,3-2 10 0,0-1 0 0,-2 2-4 15,-5 2-11-15,-7 1 12 0,1 1-9 0,-4-1 19 0,2 3-5 16,-2-1-7-16,-4 1-12 0,0 0 12 0,1 1-7 0,0 2 15 0,0 0-1 16,-3 0-7-16,-4 2-7 0,-1-2 7 0,0 2-5 15,1-1 10-15,3 1 2 0,1 0-5 0,-1 1-19 0,-5-1 21 16,-1-1-16-16,-2-2 28 0,1-1-7 0,2 1-11 0,-1 3 0 0,2 1 3 16,0-1 0-16,-2 2-1 0,1-1 2 0,-2-1-5 0,-2 2-8 15,2 1 15-15,2 0-11 0,2-1 15 0,5 2-3 0,-3 0-7 0,-4-1-5 16,2 0 7-16,-4-1-2 0,4 0 2 0,5 0 2 0,1 2-8 15,4 2-1-15,-1 0 10 0,0-1-5 0,0 1 7 0,4 0-5 16,-2 1-6-16,0 0-4 0,2 0 10 0,2 2-3 0,7-1 16 16,8 0 1-16,5-1-9 0,5 0-7 0,5 2 7 0,3-2-8 0,2 0 8 15,1 1-1-15,0-3-3 0,0 5 0 0,2-1-2 16,3 1 1-16,1-1-5 0,3 0 1 0,4 2 1 0,4-2 2 0,1 2 1 16,3-2 0-16,4-2 0 0,-1-2-2 0,7-1 0 0,1 0 2 15,4 3 1-15,5-1 1 0,4 1-3 0,4-1 2 0,6-2-2 0,3 0-5 16,-4-1 9-16,-1-2-6 0,-2 1 12 0,-2-1-7 15,4-1-5-15,1 1 1 0,1 0 1 0,1 0 3 0,5 0 0 16,-2 2 2-16,1-2-4 0,-3 1-13 0,-2 1 17 0,-2-3-13 0,-1 1 18 16,-1 0-9-16,0 1-8 0,2 1-15 0,3 2-12 0,4 0 1 15,1 3-62-15,-6 2-20 0,3 2-22 0,1 3-196 0,-1 1 210 16</inkml:trace>
  <inkml:trace contextRef="#ctx0" brushRef="#br0" timeOffset="56131.43">4514 2539 420 0,'-2'-1'79'0,"0"1"46"0,-1 0 23 0,3-2-38 0,-1 1 7 0,1-2-29 0,1 1-35 0,1-1-15 0,0-1 16 0,0 1-15 0,1 0 41 0,0-1-2 0,-1 0-12 0,0 3-22 0,-1-3 37 0,2 2-42 0,-2 0 48 0,-1 1-10 0,1 0-20 0,-1 0 3 0,0-1 6 0,0 2-12 0,0 0-3 0,0 0-2 0,0 0-9 0,-1 0-13 0,0 0 18 0,-1 0-24 0,1 0 25 0,-3 2-10 16,3 0-12-16,0-1-8 0,-1 1 12 0,2 0-11 0,0 2 18 15,0-1-1-15,3 2-9 0,0 0-2 0,0 3 11 16,3-1-13-16,-1 2 13 0,0-1-7 0,1 1-6 0,1 0-7 0,0 0 6 16,0 0-5-16,2 1 0 0,0 0-4 0,0 0-7 15,1 2-3-15,-1 0 6 0,1-3-5 0,1-2 6 0,1 2 0 0,0-1-2 16,-1-2-6-16,3-1 5 0,-2 0-5 0,0 1 5 0,1-3 0 0,-3 3-5 15,0-3-1-15,-5 1 2 0,-2 1-1 0,0-1 4 0,-2 3-5 16,5-4-4-16,0 4-30 0,-2 1 10 0,1-1-10 0,-1-2 16 16,-2 0-12-16,2-2-14 0,-2 1-29 0,1-2-5 0,0 0-4 15,-1-2-43-15,0 1-15 0,0-1-18 0,2 0-71 0,-1-1-81 16,0-2 12-16,2-1 7 0</inkml:trace>
  <inkml:trace contextRef="#ctx0" brushRef="#br0" timeOffset="56399.85">4935 2494 1479 0,'-2'-1'131'0,"1"1"47"16,0 0 8-16,0 0-37 0,-2 2-39 0,2 3-53 15,0 1 14-15,0 0-31 0,-1 5 18 0,0 2-9 0,-1 0-15 16,1 4-18-16,-2-1 18 0,-1 1-22 0,1 2 24 0,-2-1-8 15,2 1-11-15,-2 2-19 0,0 1 13 0,0 1-14 0,0 1 25 16,0-2-7-16,2 1-10 0,-1 0-6 0,1 0 4 0,-1-1-3 16,0-3 6-16,-1-1 0 0,-1-2-2 0,2 2-16 15,1-2 15-15,1-1-14 0,2 2 14 0,-1-1-4 0,1-3-17 16,1 1-22-16,-2-5-7 0,2 0-1 0,3 0-75 0,-2-3-48 16,1 1-15-16,1 1-316 0,3-2 300 0</inkml:trace>
  <inkml:trace contextRef="#ctx0" brushRef="#br0" timeOffset="57458.48">6535 2525 546 0,'0'-3'191'0,"-1"1"232"0,-1 0-232 0,-1 0-37 0,1 1-30 0,-1 1-13 0,1 0-29 0,1 1-31 16,-1 1-28-16,-2 1 15 0,1 3-19 0,-2 1 24 0,1 2-1 0,-1 2-12 0,0 1-2 0,-1-1 6 0,1 2-13 0,-2 0-5 0,2 1 0 0,0-1-2 0,-2 3-5 0,0 0 4 0,1-3-6 0,-2 2 1 0,1-4 1 15,0 2-5-15,2 3-10 0,-1 0 13 0,0-3-14 0,2 2 22 0,-1-2-7 0,1 1-7 0,-1-1-3 0,1 1 2 0,-1-4 0 0,0 3 0 0,-1-3-4 16,1-1-8-16,-1 2-17 0,1-2-4 0,1 0 2 0,-1-2-24 15,1 0 0-15,-1-1-6 0,1-1-28 0,0 2-12 16,0-4-2-16,3 0-69 0,0 0-30 0,0-3-31 0</inkml:trace>
  <inkml:trace contextRef="#ctx0" brushRef="#br0" timeOffset="57707.38">6294 2547 806 0,'-3'1'226'0,"-3"0"-115"0,2 2 80 16,-2 0-40-16,1 3 29 0,3-1-64 0,0 2-6 16,2 2-18-16,0 0-28 0,1 2-23 0,2-1 22 0,1 1-28 15,0 3 36-15,3 3-15 0,0-2-16 0,2 3-29 16,0-1 14-16,1-2-18 0,2 5 32 0,-1-3-11 0,3 3-13 16,-1 0 0-16,1-2-3 0,-2-3 2 0,2 2-5 0,-2-5-1 15,0 0 0-15,1 1-6 0,-3-4 1 0,0 1-2 0,0-1 6 16,-2 0-10-16,1 0-5 0,0 0-79 0,-1-1 27 15,0-3-33-15,-2 0-10 0,1-2-40 0,-1-1-35 0,-1 1-133 16,-1-3-103-16,-3 1 11 0</inkml:trace>
  <inkml:trace contextRef="#ctx0" brushRef="#br0" timeOffset="58220.93">6690 2820 1241 0,'-2'0'135'0,"-1"0"100"0,1 2-62 0,-2-1-24 0,2 2-36 0,1-1-72 0,1 1 16 0,0 1-42 16,1-1 26-16,1 3-8 0,0-1-11 0,1 1-11 0,0-1 4 0,-2 2-8 0,3 2 0 0,-4 0-4 0,1-1-1 0,0 1-3 0,0-2 2 0,1-2-1 0,2 1 4 0,-1-1-9 0,0 1-8 0,1-1-35 0,-1-1-19 0,-1 1 5 0,2-1-102 0,-1-2-94 0,-3 1-25 0</inkml:trace>
  <inkml:trace contextRef="#ctx0" brushRef="#br0" timeOffset="58776.68">7301 2568 898 0,'-1'7'229'0,"0"0"-126"0,0-2 70 15,0 6-42-15,1-1 36 0,0 1-67 0,1 6-12 0,2-3-20 0,0 2-32 0,1-1-30 0,1-2 9 0,-1 0-17 0,2 2 16 0,-2 0-2 0,0-2-5 0,0 1-9 0,-1-1-6 0,2-2-2 0,-1 1-16 0,0-4-13 0,-1-2 5 0,3 2-36 16,-3-2-25-16,0 1 21 0,-1-2-83 0,-2 0-59 0,-2-1-19 0</inkml:trace>
  <inkml:trace contextRef="#ctx0" brushRef="#br0" timeOffset="58910.62">7210 2800 1604 0,'0'-1'-192'0,"2"-2"427"0,-1 1-46 0,1-1-50 16,1-1-66-16,2 0-2 0,0-1-27 0,-2 1-30 15,1-1-9-15,1 0-7 0,1-1-4 0,7-2 4 0,-2 2-1 16,5-2-5-16,-2 2-14 0,1 0-9 0,2 0-51 0,-3 0-39 16,1 2 17-16,1-3-186 15,-2 2-118-15,1 3-29 0</inkml:trace>
  <inkml:trace contextRef="#ctx0" brushRef="#br0" timeOffset="59288.88">8003 2474 778 0,'-3'-2'207'0,"-3"1"403"0,-1 1-406 0,1 1-39 0,-1 3-58 0,0 3-53 16,-1 1 5-16,1 4-29 0,-2 5-7 0,1 1-11 16,0-1-6-16,-1 7-5 0,1-4 5 0,-1 0-3 0,0 2 7 15,0-5-1-15,1 0-5 0,-2 0-13 0,1-1 14 16,1 0-13-16,-1 2 18 0,4-1-27 0,-2-2-15 0,1-2 0 16,2-3-6-16,-1-2 19 0,3-1-33 0,-1-2-25 0,0-2-21 15,1 4-99-15,-2-3-60 0,0 0 27 0,0-1-28 0</inkml:trace>
  <inkml:trace contextRef="#ctx0" brushRef="#br0" timeOffset="59501.06">7735 2538 504 0,'2'-9'312'0,"-1"2"84"0,-1 5-185 0,1 0-9 16,0 2-38-16,2 0-41 0,-1 0-48 0,0 3 22 15,3 1-36-15,0 1 20 0,3 3-16 0,1 1-23 0,0 1-12 16,3 1 3-16,-1 2-9 0,1 0-2 0,-1 0-5 0,0-1-4 0,1 6-6 15,-1 0 1-15,-1-4-4 0,0 1 3 16,1-5 0-16,0 1-2 0,5 6-11 0,-1 0-2 0,-1-1-6 16,1 1-63-16,-3-3 19 0,0-1-9 0,-1 0-45 0,-1-5-22 15,0 3-5-15,0-1-160 0,-3-1-160 0,1 0-26 0</inkml:trace>
  <inkml:trace contextRef="#ctx0" brushRef="#br0" timeOffset="59978.62">8163 2703 823 0,'-4'-2'108'16,"1"2"85"-16,0-2-22 0,1 1-29 0,0-1-31 0,1 2-63 16,0 0 17-16,1-1-39 0,0 1 8 0,0 0-7 0,0 0-12 15,0 0-2-15,1 0 8 0,1-3-6 0,1 3 35 0,-2 0-8 16,1-1-6-16,0 0-4 0,2 0 14 0,0-2-14 0,2 2 24 16,0 0-8-16,0-2-14 0,3 0-8 0,0 0 17 15,-1 0-19-15,2-1 22 0,-7 4-9 0,2-1-13 0,0 1-19 16,0 0 14-16,5-1-16 0,-1-1 15 0,-1 1-4 0,0 1-10 15,0 0-9-15,-3 0 10 0,1 0-10 0,-2 1 17 16,0 1-3-16,-2-1-8 0,-1 1-1 0,0 2 2 0,-2-1-2 0,-2 5 5 16,-3-1-1-16,-1 3-4 0,2-1-1 0,-2 3 2 0,-2-1-1 15,0 1 10-15,0-1-7 0,0-2-2 0,0 2-7 0,-1-4 9 16,5 4-5-16,1-2 10 0,2-2-2 0,-1 0-6 0,0-2-10 16,-1 2 14-16,0-1-11 0,3-3 16 0,-1 3-3 0,2-3-8 15,1 1-4-15,2 0 8 0,1-1-2 0,0-1 18 0,2 1-1 0,1-2-3 16,0 2-6-16,-3-3 6 0,0 0-5 0,2 0 7 0,-1 0-6 15,7 0-4-15,1 0-7 0,1 0 1 0,0 0-1 0,0-2-11 16,-2 1-9-16,0 0-14 0,1 1-56 0,-2-2-7 0,1 1-16 16,0 1-126-16,-2 0-88 0,-1 4-74 0</inkml:trace>
  <inkml:trace contextRef="#ctx0" brushRef="#br0" timeOffset="65579.24">4957 3607 256 0,'-8'-9'-7'0,"2"5"-64"0,2-1 66 0,0 0 14 0,1-2 37 0,1 2 15 0,-2 0-29 0,1 0 35 0,0 2-8 0,-1-1-6 0,1 1-19 0,1-1 26 0,-1 0-27 0,0 1 51 0,1 1-9 0,-2-2-11 0,2 1-3 0,-1 1 11 0,1-1-12 0,-2 1 33 16,2-1-7-16,0-1-16 0,-1 2-19 0,0 0 22 0,1-1-32 0,-2 0 16 0,2 2-12 0,0-1-13 16,0 2-8-16,-1-1 4 0,2 1-6 0,0 0 4 15,0 0-7-15,0 0-7 0,-1 1-11 0,1 3 7 0,-1 0-6 16,1 1 13-16,1 2-6 0,0-1-5 0,0 2-3 0,1-2 9 15,2 1-5-15,-1 1 20 0,1 0-4 0,2 0-5 0,0 0-9 16,1-2 9-16,1 2-8 0,1-1 16 0,2-2 0 0,0 2-1 0,3 0-8 16,4-1 8-16,0 0-7 0,3-1 5 0,-1 2-4 0,2-2-10 15,0 1-14-15,4 2 17 0,-1-1-13 0,2 2 26 0,0 2-3 16,1 1-10-16,-1 3-10 0,-3-1 7 0,-5 0-7 0,-1-3 7 0,2-2 8 16,3-1-5-16,7-2-6 0,0 2 18 0,-1 0-18 15,-1 1 12-15,-1 0-5 0,2-3-9 0,4-2 3 0,2 0 6 0,2-1-1 16,0-1 11-16,0 0-2 0,0 1-4 0,-1-1-10 0,-8 1 2 15,0 0-5-15,-1-3 5 0,1 0 0 0,6-3 1 0,2 0-14 16,-3 1 9-16,2-2-9 0,1 1 17 0,-1 1-3 0,-2-2-4 0,0 1-8 16,-1 1 4-16,-3-1-2 0,0 1 9 0,-3 1-1 0,-3-2-3 15,-5 0-11-15,-3 2 8 0,-2-1-7 0,-1 0 16 0,3 0-3 16,-1-1-3-16,2 1-6 0,-3 2 1 0,-2-3-1 0,-2 2 7 16,-2-1-2-16,-2 0-3 0,2 1-16 0,1-1 14 0,-2 0-12 15,1-1 13-15,-2 1-3 0,2 0-11 0,-2-1-25 0,2 0 11 16,-2 0-14-16,2 2-1 0,-1-1-9 0,-1-1-11 0,1 3-32 0,-2-1-23 15,0 1 6-15,1 0-79 0,-1 1-21 0,0 0-23 0</inkml:trace>
  <inkml:trace contextRef="#ctx0" brushRef="#br0" timeOffset="66396.67">5228 3512 707 0,'0'-4'131'0,"0"-1"-100"0,-2-2 13 0,0 2 33 0,1 1 31 0,-1-1-24 0,-1 2 7 0,1-1-26 0,1 0-31 0,-1 0-9 0,-1 0 8 0,0 0-7 0,-3-1 19 0,1 1-6 0,-3-1-11 0,0 1-23 0,-1 2 19 0,0-2-24 0,-3 1 21 0,-2 2-2 0,0 0-11 0,-4-2-7 0,-1 2 8 0,-2 1-9 16,-2 0 9-16,0 1 0 0,0 2-7 0,-2-1 3 0,2 1 7 0,1 0-6 16,1 0 7-16,2 0 0 0,2 1-7 0,0 0 0 0,0-1 4 15,2 1-4-15,-1-1 17 0,3-2-5 0,4 2-1 0,2-1-14 16,1 0 14-16,3-1-12 0,-1 1 17 0,3 1-5 0,1 0-8 16,-1 0-14-16,1 2 6 0,0 4-5 0,0-1 5 0,2 1 3 15,2 1-4-15,-2 1-2 0,1 0 9 0,1 2-7 0,0 0 9 0,1 0 3 16,-1-1-6-16,2 2-10 0,-1 0 15 0,1-1-13 15,0-1 17-15,-1-2-2 0,0 0-11 0,-1 2 3 0,1 4 5 0,-2 1-4 16,-1-2 0-16,-1-2-4 0,2-2-5 0,0-3 2 0,0 3 4 16,1-1-2-16,0 1 9 0,1 0-5 0,-2-1-2 0,2 1-2 15,0 0-1-15,1 0 0 0,-1 2-9 0,1-1 3 0,1-3-4 0,1-2-27 16,3-2-10-16,2 0-10 0,3-2-74 0,2-2-19 0,3-1-24 16,6-2-215-16,4-2 244 0</inkml:trace>
  <inkml:trace contextRef="#ctx0" brushRef="#br0" timeOffset="67596.92">8181 3402 293 0,'2'-3'111'0,"-2"1"-34"0,0-1 58 0,0-1-18 0,-1 2 29 0,0 0-48 0,-1 1 28 0,1 0-19 0,1 0-23 0,0 1-38 0,0 0-3 0,0 0-16 0,-1 0-4 0,0 1-2 0,1 1-4 0,-2 0-4 0,1 1 16 0,0 3-16 0,-3-3 23 0,3 3 2 0,-2-1-3 0,1 1 3 15,-3 0 6-15,-1 3-9 0,-1 4-2 0,-1 0-6 0,-2 0-11 16,-1 2-9-16,1-2 15 0,1 1-15 0,-1 3 24 15,1-1-7-15,-2 4-10 0,-1 3-6 0,-3 0-1 0,-1-3 0 16,2-1 4-16,0-1-3 0,3-1-1 0,0 3-1 16,0 0 5-16,-1-1-4 0,0 3 1 0,-1-2 2 0,-2 1-3 0,0-5-9 15,1 0 9-15,-2-2-8 0,0 1 21 0,-3 0-7 0,-1 2-4 16,-4 1 0-16,1 1 1 0,-1 0 1 0,5-1-1 0,-1-1-1 0,-5-2-3 16,-2-1-3-16,-6 0 5 0,-2 1-5 0,1-3 3 0,0-1-1 15,1 0-5-15,-2 1-8 0,-2-1 10 0,1-1-6 0,-3-3 16 16,-2-3-2-16,-1-3-7 0,-4 0-6 0,-3 2 3 15,0-2-2-15,-2-1 8 0,2 0-2 0,-1 1-3 0,2 1-7 0,-1-2 6 16,-2 1-4-16,0 0 9 0,1-1-1 0,1 1-4 0,-3 2-12 16,3 0 10-16,-1-2-7 0,4 3 20 0,7 0-1 0,2-3-6 0,-1 0-11 15,0 0 9-15,-4-1-7 0,3 0 9 0,1-1 0 0,-2-1-4 0,1 0-14 16,0 0 15-16,0-1-11 0,6 1 24 0,1-1-7 16,4 2-5-16,0-2-8 0,2 2-1 0,0 0 2 0,0 1 13 0,0-2-6 15,0 0-4-15,2-2-7 0,7 1 9 0,2 2-5 0,-2 1 5 16,1 0 3-16,-3 0-7 0,3-3-16 0,2 0 8 15,3-1-14-15,2-1-3 0,3 0-6 0,3-2-5 0,1-1-47 0,2 3-4 16,3 2-9-16,-1-1-7 0,2-1-10 0,3 2-6 0,1-3-85 16,2 0 55-16,0 1-63 0,1-1 97 0</inkml:trace>
  <inkml:trace contextRef="#ctx0" brushRef="#br0" timeOffset="68130.22">5648 3920 178 0,'7'-2'42'0,"-1"0"50"15,2-1-3-15,1 0-4 0,0 0-4 0,1 1-29 0,0-1 19 0,-1 1-30 0,-1 0 39 0,-3 1-9 0,-1 0-13 0,-4 1-10 0,-2 0 21 0,-1 0-23 0,1 0 51 0,1 0-9 0,0 0-6 0,-2 1-33 0,3 0 7 0,0 2-20 0,-3 2 19 0,0-2-9 0,-7 2-12 0,-4 0-15 0,2 0 18 0,-2-1-19 16,-2 1 26-16,1-1-9 0,-2 2-12 0,-3-1-2 16,1 1-6-16,0-1 3 0,-3 0-8 0,2 0 0 0,1 1-1 15,-1 1-12-15,2-1 9 0,1-1-10 0,-1 2 17 0,3 0-5 16,2 1-6-16,-1 0-14 0,2-2 11 0,0 2-9 0,-1-1 23 16,3 2-5-16,0 0-5 0,0-1-3 0,0-2-1 0,3 3 1 15,0-1 0-15,4 0 0 0,2-1-1 0,1 2 5 0,1-1 5 0,0-3-1 16,4 0 3-16,0-1 3 0,5 3-6 0,0 2 10 0,2 1 3 15,-1 0-3-15,1 0-5 0,1 2 0 0,0-2 0 0,1 2-13 16,0-4 2-16,2 1-3 0,1 0 9 0,0 0 0 16,1 2-2-16,1-2-27 0,-1 0 3 0,1 1-11 0,-1-1 3 0,0 0-17 0,1-2-7 15,3 4-83-15,0-1-6 0,0 1-22 0,2 2-155 0,-4 0 195 16,1 1-44-16</inkml:trace>
  <inkml:trace contextRef="#ctx0" brushRef="#br0" timeOffset="69847.89">7962 3253 330 0,'28'-6'76'0,"-1"-1"30"0,2 0-8 0,2-1 56 0,-2 0-17 0,4 1-34 0,1-4-38 0,-7 2 30 0,0 2-47 0,0-2 9 0,-3 0-18 0,5 0-26 0,4 0-3 0,-3-1-9 0,2-1 7 0,5-1-5 15,-2-1 1-15,-1-1 1 0,2-2-9 0,-4 1 19 0,-4-2-17 0,3-1 30 0,-4-1-3 0,-3-1-7 0,-4-5 6 0,-5 2-3 0,-1 0 3 16,3-2 3-16,3 2-3 0,-1-2-2 0,-1-3-13 16,-2-2 13-16,-5-4-15 0,1-7 14 0,-7 2-3 0,0-2-10 15,-5-7-10-15,0 3 16 0,-4-1-14 0,-1 4 20 0,-4 6-4 16,-1 3-13-16,-4 0-3 0,-4-3 7 0,-3-3-7 0,-2 0 11 15,-2 0-7-15,2 1-6 0,-6-2-3 0,-6 1 6 0,-3 0-1 16,-10 2 7-16,-1 2 2 0,0 9-8 0,-3 1-11 0,-5 6 18 0,0 2-17 16,-5 3 14-16,-4 3-2 0,-2 3-6 0,-8 4-7 0,0 4 7 15,-4 4-3-15,-2 3 15 0,2-2 2 0,-2 1-8 0,-2 4-4 16,1 1 4-16,-4 6-5 0,0 3 5 0,4 3-2 0,-4 4 5 0,2 6-12 16,1 3 3-16,1 3-2 0,0 4 18 0,3-2-9 0,-2 2 2 15,0 5-11-15,6 0 2 0,-2 2 2 0,6 6 3 0,6 5-1 16,-4 1-2-16,6 5 1 0,3-3-2 0,7-1 6 0,9-7 10 15,10-4-4-15,8 2-3 0,7-3 0 0,6-2 2 0,8-7 1 16,6-6 10-16,7-6 0 0,6-3-2 0,6-3 4 0,6-5 19 16,5-2-11-16,8-3 24 0,6-4-5 0,9 2-14 0,7 0-8 0,3-1 6 15,-1-2-7-15,-3-2 2 0,-1-2-1 0,5-1-4 0,10 0-7 16,9-1 8-16,2-2-7 0,-2 0 9 0,-6-1-4 0,3-2-7 16,8 0-10-16,6 1 11 0,-4 1-10 0,-2-3 8 0,-11 0 0 15,-2-8-5-15,10 1-9 0,1-1 10 0,-2-1-8 0,-5 1 11 0,-10 2-1 16,-3-2-6-16,0 1-19 0,-1 1 17 0,0 1-15 0,-3 1 16 15,-10 0-9-15,-8-2-18 0,-4-2-22 0,-5-1-7 0,-4 3-3 16,3-2-47-16,-5-1-13 0,-3 1-18 0,-1 1-126 0,-2-2-78 16,-4 1-21-16</inkml:trace>
  <inkml:trace contextRef="#ctx0" brushRef="#br0" timeOffset="90269.49">15968 6298 217 0,'-10'0'280'0,"3"0"-142"0,2 0 175 0,-2 1-160 0,4 0-35 0,-1 0-26 0,1-1 37 0,2 0-22 0,0 0-32 0,1 0-24 0,0 0 21 0,1 0-29 0,2-1 17 0,3-3-14 0,2 1-16 0,3-1-11 0,0 0 8 0,1 1-10 0,3-1 33 0,-2 2-13 0,2-2-4 0,3 0-22 16,1-1 10-16,0 0-12 0,4 0 14 0,-3-2-5 0,-6 0-11 0,3-2 7 0,-1 0 0 15,1 0 0-15,6-1-5 0,-2 1-2 0,0-2-3 0,-1 2-10 16,-3 0 11-16,0 1-10 0,0-1 17 0,0 3-4 0,-2 3-6 16,1-1-8-16,-2 2 7 0,-2 1-6 0,-2 1 8 0,-1 1 0 15,-1 3-8-15,-1 0 1 0,-2 3 9 0,0 0-4 0,-3 3 19 0,-1-1-5 16,0 6-6-16,-1-1-8 0,0 1 11 0,-1 3-9 0,0 2 7 16,-1 0-1-16,-1 1-7 0,2 2-13 0,0 2 14 0,1 3-12 15,4 3 17-15,1-1 1 0,2 4-7 0,0 5-11 0,-1 0 9 16,-1-3-7-16,-3-2 19 0,0-6 0 0,3 2-6 0,0 3-13 15,1-1 13-15,0-3-12 0,-1-2 16 0,1 0-4 0,0 1-7 0,0 4-15 16,2 2 19-16,3 2-12 0,2-1 24 0,-3 0-5 0,-1-6-10 16,-4 0-10-16,0-1 10 0,1-1-6 0,0 2 16 0,3-3-3 15,-1-3-7-15,0-2-7 0,-1-4 4 0,-2-3-3 0,0-1 12 0,-1-1 1 16,-5 0-4-16,0 1-12 0,0-1 10 0,-1-1-8 0,3-1 13 16,-1-2 1-16,0 0-6 0,0-1-6 0,-4 0 8 0,1-1-6 15,3-1 15-15,-1-1-2 0,-2 0-2 0,-4-1-2 0,-9-1 5 16,-1 1-1-16,-3-3 14 0,-1 0-3 0,-2-2-3 0,-3 0-11 15,-2-1 2-15,-1 0-3 0,-2-1 2 0,-1 2-3 0,4 2-2 16,-1 0-11-16,2 3 9 0,-1 2-7 0,-2 1 13 0,2 2-1 16,0 1-6-16,-1 3-4 0,5 0 1 0,1 3-1 0,-1 0 1 0,3 2 1 15,-1 0-1-15,2 1-26 0,2-1 12 0,2-5-14 0,4-1-1 16,3-3-16-16,1 1-19 0,3 0-87 0,3-2 36 0,1-3-47 0,3-1-107 16,5-2-111-16,5-1-138 0</inkml:trace>
  <inkml:trace contextRef="#ctx0" brushRef="#br0" timeOffset="111761.43">18395 11049 256 0,'-19'-29'3'0,"9"15"49"0,0 3-23 0,-1 1 3 0,1 1-14 0,0 2-3 0,1 0 7 0,0 1-1 0,0 1 3 0,-1-1 2 0,2 2-4 0,-2 0 7 0,1 0-8 0,0-1 0 0,-2-2 0 0,0-1-3 0,-4 1-13 0,2-1 16 0,-1 1-12 0,1 1 21 0,0-1-5 0,1 0-11 0,3-1-20 15,0 0 22-15,-1 2-18 0,-1-2 28 0,-6 2-7 0,0-2-11 0,-1 2-15 0,1-1 14 0,0 0-8 0,-2 2 24 0,2-2 0 0,-1 1-11 0,1-2-13 0,-3 2 23 0,2-2-21 0,-1 2 28 0,0-3-8 0,-1 2-10 16,0 1-15-16,-3-1 10 0,0 0-6 0,-4 2 24 0,-2-2-1 16,-1 1-10-16,0-1-12 0,5 2 13 0,-1-1-14 0,-1 1 9 15,-2 0-5-15,-3-3-2 0,0 3-5 0,1-2 1 0,3 0 1 0,-1 0 12 16,1 2-4-16,0-1-4 0,-4-1-3 0,1 2 5 0,-6-2-3 16,-2 1 0-16,2 0-2 0,4-2-3 0,-2 2 10 0,-2-2-6 15,0 1 9-15,-4 0-5 0,2 1 1 0,1 2-2 0,-3-1-4 0,-1 2 9 16,-4 1-8-16,-3-2 11 0,0 3-5 0,1-3-5 0,-3-1-8 15,4 2 9-15,1-1-5 0,-1 0 16 0,3 3-2 0,0-1-8 16,-6 0 3-16,-2 0 5 0,0 0-4 0,4 0 3 0,1-1-3 16,2 0 1-16,-3 0-6 0,-3 0 5 0,4 2-1 0,0 1 14 0,0 0-1 15,-4 0-8-15,-5 1-10 0,2-1 8 0,-2 2-10 0,3-2 5 16,2 2-4-16,-1 0-1 0,-1 1 0 0,-2 2 1 0,-3-1 3 16,-3 1 4-16,3-1 3 0,-2 0-6 0,3 0-14 0,-1 2 25 0,-1-2-22 15,0 3 23-15,-1 0-5 0,-2-2-12 0,-5 2 6 16,3-1-5-16,3-2 7 0,4 1-3 0,4-1 1 0,1 2 1 0,-3-2-12 15,-5 1 12-15,2 0-11 0,0 1 15 0,3-3-4 0,5 1-5 16,-1 0-7-16,-2 1 5 0,4-1-2 0,1 2 16 0,-2 1 0 16,0-2-4-16,-4 1-15 0,2-2 10 0,3 1-10 0,3-1 10 15,2 1-2-15,1-1-4 0,-2 3 2 0,4-1 1 0,-2 0 2 16,-4 1 6-16,1 0-2 0,-1 0-3 0,2 1-6 0,6-2 7 0,0 2-6 16,2 1 6-16,-1 0 0 0,1-2-5 0,0 2 5 0,2 0-5 15,2-1 5-15,0 1 0 0,2 0-4 0,-4 2-1 0,0 1-13 16,1 2 18-16,7-1-13 0,2 2 21 0,1-1-5 0,-1 1-10 0,-2 2-3 15,5-3 2-15,0 0 1 0,5 2 9 0,1-2 0 16,0 5-1-16,0 0-16 0,3-1 15 0,-1 1-13 0,3-2 20 0,1 0-1 16,2 0-9-16,0 1-13 0,3-1 7 0,0 2-7 0,2 0 20 15,1 1-1-15,0 1-3 0,2 2-10 0,2-2 10 0,0 3-11 0,2-3 4 16,1 1 6-16,0 1-1 0,3 0-4 0,1 0-2 0,4-2-2 16,0 1 12-16,2-4-7 0,2 1 3 0,2 3-17 0,2-1 12 15,4-1-9-15,2-2 22 0,3 0-4 0,4-1-7 0,-3-2 0 16,4 0-2-16,3-2 2 0,1 1 10 0,5-1-8 0,2 1-2 0,3 0-14 15,2 1 13-15,4 2-7 0,4-2 22 0,-2 0-3 0,2-3-8 16,5 0-18-16,3-1 18 0,1-2-13 0,5 2 25 0,1-1-2 16,1 0-14-16,5 0 0 0,-1-1 3 0,-1 0-4 0,4 0 1 15,-1 4-1-15,1 1-1 0,4 1-6 0,-3-2 7 0,2-2-4 16,3-4 17-16,-1 0-4 0,93 7-1 0,-178-13 0 0,171 12-5 16,-88-4-5-16,-3 1 2 0,-2 0 4 0,4-1-11 0,-1-2 8 15,3-5-8-15,0 1 21 0,-4-1 0 0,82 0-20 16,-162-2 20-16,160-4-31 0,-80 0 28 0,-73 9-13 15,367-34 7-15,-303 20 2 0,-1 0 1 16,2-2-1-16,0-1-13 0,3-1 7 0,-2-3-7 0,0 1 13 16,-2-2 0-16,2 1-2 0,4-5-15 0,0-3 10 0,-2 0-9 0,2-5 17 15,-2 3 0-15,3-3-4 0,4 1-10 0,-1 1 14 0,-2 2-13 16,-5 0 10-16,-1 2 2 0,-4-1-6 0,6 0-3 0,-7-3 2 16,2-1-3-16,-3-3 6 0,-11 3 2 0,3 0-4 0,-7-1-9 0,-5 3 15 15,-2-3-13-15,-4 4 14 0,-7 0 0 0,-8 2-7 0,-6-1 0 16,-2 1 5-16,-5 3-4 0,3 0-2 0,-4 5 1 0,-5-2-7 0,-6 2-8 15,-3-2 15-15,-6 1-14 0,-5-3 16 0,-2 1-4 16,-4-3-8-16,-3 1-6 0,2-2 2 0,-4-1-2 0,-1 4-1 16,-3-1 3-16,-5 1-3 0,-2 0-33 0,-1 0 16 0,0 3-21 0,-5 4 0 15,1 1-7-15,-3 5-15 0,-7 0-34 0,-2 2-5 0,-1 1-7 16,2 2-68-16,3 1 114 0,-3 5-17 0</inkml:trace>
  <inkml:trace contextRef="#ctx0" brushRef="#br0" timeOffset="117382.3">17682 11358 674 0,'-2'-7'158'0,"-1"2"-95"0,3 3-52 0,1 4-13 0,2 0 8 0,1 5 1 0,2 2-2 0,3 3-5 15,0 2 20-15,2 3-14 0,2 0 26 0,-1-3-3 0,0 0-7 0,0 0-12 0,1 3 7 0,-1 1-8 0,0-1 11 0,0 0-2 0,1-2-3 0,-1 3-20 16,3 3 18-16,0-1-15 0,-1 1 25 0,1 2-5 0,-3 2-9 0,1 6-9 0,-1 0 1 0,-1 4-1 0,0 0 6 0,1-1 3 0,-2 0-2 0,0-1-15 0,-1-1 14 0,0-2-16 0,0-3 14 0,-1-3-3 0,1-1-3 16,0-4-8-16,0 1 9 0,0-2-5 0,0-2 19 0,2-2-4 0,0 2-7 0,1-2-17 0,1-2-1 0,-2 1-6 0,-1 0-18 0,-5-3-10 0,-2-1-7 15,1 2-64-15,-1-2-28 0,5 2 2 0,-2-1-59 0,1-2 112 0,1 2 9 0</inkml:trace>
  <inkml:trace contextRef="#ctx0" brushRef="#br0" timeOffset="117761.17">17333 11638 744 0,'-13'-9'-51'0,"8"5"42"15,2 1 9-15,0 1-7 0,3 0 23 0,0 0-1 0,2-1-12 0,3-1-16 16,0-1 29-16,3-1-21 0,1-2 42 0,0 0-6 0,2 0-12 16,3-3-7-16,0 1 8 0,1 0-3 0,0-2 21 15,-1 1-6-15,1-3-8 0,1-2-6 0,0-2 16 0,2 2-12 0,1-1 12 16,2 2-5-16,-1-2-9 0,3-2-21 0,0-2 18 0,-2 0-15 16,2 1 21-16,-10 0-5 0,0-1-14 0,0 2 5 0,0-1 1 0,5 2-1 15,0 2-6-15,-1 2 2 0,-3 3 3 0,-3 1-11 0,-1 2 16 16,-1 2-12-16,-1-2 34 0,-1 4-5 0,-1-1-8 0,0 1-24 15,1 0 30-15,-1 2-25 0,3 0 32 0,0 0-6 0,3 2-16 16,2-1-9-16,2 1 3 0,3 1-3 0,1 0 9 0,3 0-4 0,3 3-4 16,3 1-5-16,3 0 5 0,3 2-5 0,1 1-1 0,-7-1-1 15,2 1-3-15,0 2-30 0,1 2-1 0,3 0-10 0,-2 3-48 16,-4 1-16-16,-2 2-25 0,0 0-92 0,0 1-17 0,0 2-26 16</inkml:trace>
  <inkml:trace contextRef="#ctx0" brushRef="#br0" timeOffset="120639.27">8699 6310 256 0,'-11'-30'3'0,"2"16"61"0,-1 2-13 0,0 2 11 0,1 0-44 0,2 1 22 0,1 1-21 0,0 0 29 0,-1 1 8 15,0-2-6-15,-2 0-10 0,0 1 15 0,0-2-20 0,0 0 2 0,2 1-7 0,-3-3-3 0,-1 2-7 0,1-2 5 0,-2 2-2 0,-2 0 1 0,1 1-2 0,-2 2-10 0,-1 1-7 16,0-2 12-16,-2 2-11 0,-1-2 12 0,0 2-6 0,-4-1-4 0,2 4-13 0,-6-3 5 0,-2 4-1 0,0-2 17 0,-3 2 1 0,6 0-7 0,-3-2-7 0,-3 2 7 0,-1-1-8 0,-4-2 8 0,1 1-4 0,1-1-1 0,-2 1-1 0,-2-2-4 0,-2 2 5 0,-4-1 6 0,-2-1-3 0,-1 0 0 0,0-2-17 16,1 0 21-16,1 0-16 0,-2 0 25 0,-1 1-8 0,-2 0-13 0,-4 0 0 0,-6 0 2 0,-2 2 1 0,0-1 9 15,1-1-2-15,4 1-5 0,-4 0-5 0,-1-2 0 0,-2 3 0 0,-4-2 4 16,0 4 0-16,0-3-1 0,-1 3-10 0,2-3 3 0,2 4-2 15,0-1 11-15,-2 1 2 0,-1 0-2 0,-3 0-7 0,-3-1 7 16,4 2-8-16,1 1 0 0,3 0 0 0,-4 1-2 0,-3 2 5 16,0-2-1-16,-1 0 4 0,4 1-3 0,3 2 3 0,0-1-1 0,-84 6 7 15,152-7-19-15,-155 5 19 0,85-1-11 16,0-1 0-16,-6 2-3 0,0 0 4 0,0-1 0 0,-2 1 9 16,2 0 3-16,2 1-5 0,-3 1-4 0,-2 1 8 0,0 2-9 0,1-1 6 15,0 2-3-15,5 0 0 0,-2 3-12 0,-1 1 4 0,2-2-2 16,1 2 16-16,3-2-2 0,6-1-5 0,-1-1-6 0,5-2 8 15,2-1-8-15,1 0 8 0,3 2-3 0,0-1 0 0,1-1-1 0,2 1-3 16,0-3 3-16,3 1 1 0,1 0 3 0,3 2 0 0,-1 1-19 16,-1 0 19-16,-1-1-18 0,-2 2 24 0,0-1-2 0,1-1-6 15,-2 2-8-15,0 1 3 0,0 2-3 0,2 2 7 0,2 1 3 16,1 1-5-16,-3 1-10 0,1 2 18 0,1-2-15 0,0 0 17 16,5-1-7-16,2 2-9 0,-1 0-9 0,5 2 11 0,2-4-4 15,3 1 21-15,5 0 0 0,4-1-8 0,2 1-23 0,4 0 23 0,3-1-21 0,3-4 25 16,3 0-2-16,0-1-9 0,4-1-4 0,1 2 5 15,1-1-3-15,2 0 14 0,2 3 0 0,0 0-2 0,4 4-19 0,0 1 18 16,2 3-16-16,2-2 20 0,3 0-6 0,1-1-10 0,0 2 2 16,5 0 1-16,0-1 2 0,1 1 4 0,3-1 2 0,0 0-4 15,2 5-9-15,2-3 10 0,2-2-9 0,2-3 10 0,1-2 4 16,5 1-4-16,1 1-9 0,2 0 7 0,1-1-5 0,-1 2 15 0,3-1 0 16,2-1-6-16,4 1-8 0,4 0 10 0,1 1-10 0,2-3 8 15,2 2 3-15,-3-2-4 0,6-1-7 0,2-1 3 0,4-1-3 16,3 0 8-16,-5-1 2 0,2 2-3 0,1-1-16 0,3-3 19 15,5 1-16-15,3-2 21 0,-1-1-7 0,-1 1-7 0,3-3 4 0,0 0-2 16,1 0 5-16,6 0-4 0,-7 1 1 0,3 0-1 0,0 0 1 16,2 1 1-16,4-2-1 0,0 1-1 0,-4 1-2 0,-2 1-2 0,2 1-3 15,1 1 7-15,2-2-2 0,2 5 10 0,-6-3 3 16,-2 2-6-16,5-1-15 0,1-1 19 0,3 1-19 0,-2-1 20 0,-3-2-7 16,-2-2-5-16,104 4 7 0,-191-14 24 0,194 11-41 15,-102-10 14-15,0-2 1 0,6-5-3 0,2 0 15 0,1-2-14 16,0 2 12-16,-4 0-4 0,-1-2-6 0,5 0-9 0,1-1 5 15,1-2-2-15,1-1 16 0,-8-2-1 0,1 0-7 0,0-1-23 16,-2-1 23-16,0 0-21 0,-2-2 28 0,-6 1-3 0,78-17-13 16,-161 32 15-16,145-32-27 0,-78 14 20 0,-2 0 2 0,-2-2-6 15,-1-3-7-15,-3-5 17 0,-4-1-15 0,-3 3 15 0,-4-1-7 16,-4 1-10-16,-1-3-2 0,-4-1 8 0,-3 0-1 0,-4 1 13 0,-6 2-2 16,-2 1-9-16,-5-1-7 0,-2 3 12 0,-9 0-9 0,-6-2 15 15,-3-3-7-15,-3-4-6 0,-1-4 0 0,2-1-5 0,-6-2 6 16,-4 1 9-16,-3 1-3 0,-10-1-4 0,-5-1-15 0,-3 2 16 15,-2 4-13-15,-3 2 18 0,-1 2-2 0,-3-1-8 0,-6-5 3 16,-7 3-6-16,-3-3 5 0,-5 3-5 0,6 4 3 0,0-1 1 0,-1-1-15 16,1 1 18-16,-2 2-17 0,0 2 10 0,-1 4-8 0,0 3-9 15,-2 1-29-15,3 1 4 0,4 1-6 0,5 0-8 0,5 4-10 16,4-1-17-16,3 5-66 0,5 1-12 0,0 5-19 0,6 4 47 16</inkml:trace>
  <inkml:trace contextRef="#ctx0" brushRef="#br0" timeOffset="131407">16717 6519 664 0,'-13'-18'149'0,"-1"-2"-84"0,4 6-53 0,0 2 0 0,1 2 15 0,1 2 2 0,5 2-8 0,-1-2 1 0,1 2 11 0,-1-1-11 0,-7 0 16 0,0-2-7 0,-1 2-1 0,0 0-20 0,-2 0 9 0,-1-1-9 0,1 1 17 0,-1 2 1 0,0-2-9 0,-1 1-10 0,0 1 10 0,0 0-14 0,-2-2 5 16,2 3 1-16,-4 1 2 0,1-1-23 0,0 2 12 0,0 0-11 0,0 1 18 0,0-1 2 0,-1 1-8 0,-4 1-14 0,-2-1 16 0,-1-1-15 0,0 2 19 0,2-2-2 0,4 1-6 0,-3-1-14 0,-2 0 15 0,-2 1-11 0,-7-2 23 0,4 2-1 0,-5-1-12 0,0 2-23 16,-2 0 27-16,-3 2-22 0,1-1 33 0,-4 2-6 0,-1-3-11 15,-1 1 0-15,3 0 1 0,2 2 0 0,1-2 3 0,1-1 1 0,-1 1-3 16,-1-1-14-16,3 1 15 0,1-1-12 0,0 0 24 0,0 0-6 15,-4 0-8-15,1 0-11 0,5 0 12 0,0-1-7 0,3 0 16 16,0-2-3-16,-3 1-9 0,-1 1-5 0,0 1 9 0,0 0-5 16,-1 0 9-16,2 0-3 0,0 1-5 0,-8 3-10 0,1-1 10 15,-3 1-6-15,3 1 21 0,4 3-4 0,0 0-9 0,-3 1-1 16,-2 1 3-16,-1 2-3 0,1-1-1 0,0 3 0 0,2 0-3 0,-3 0 3 16,0-1-4-16,6 0 4 0,-1-2 7 0,2 1-4 0,-1 1 1 15,-7 1-4-15,2 2 6 0,1 2-4 0,2 0 1 0,2 2 2 16,0-3-3-16,-5 5-3 0,0 0 0 0,-2 0-2 0,5 3 5 15,5-2 2-15,0-1 4 0,3 2-12 0,-3 2 7 0,4 2-8 16,0 6 10-16,4 1-2 0,3 4 0 0,0 2 2 0,4 2-3 16,3 0 4-16,2 0-3 0,3-3 4 0,1-1-3 0,3 0-19 0,3-3 26 15,3-2-22-15,2 2 30 0,6-1-5 0,3 2-12 0,2 2-10 16,5 0 10-16,3 1-4 0,2-2 15 0,5-3 0 0,2-1-11 0,5-2-14 16,3-1 24-16,2-2-20 0,7-2 28 0,0-5-6 0,-2 1-12 15,7 0 5-15,-1 0 4 0,4-1 1 0,8 1 17 0,-1-3-5 16,5-2-5-16,6 0-15 0,0-4 16 0,2-2-14 0,1-2 13 15,0-5-3-15,6 0-6 0,3-2-18 0,0-2 12 0,0-1-10 16,0-1 25-16,-2 0-4 0,1-2-6 0,1-2-19 0,-1-2 17 0,-3-4-13 16,-3-2 24-16,-4-5-5 0,1-1-11 0,2-3-4 0,-1-1 7 15,-4-1-3-15,0 1 16 0,-4-1-4 0,-1 1-5 0,6-3-12 16,-4-1-1-16,-1-1 3 0,-2-5 7 0,-9-2 0 0,-2-1-2 0,-1-4-3 16,-3 1 1-16,2-2-1 0,-6-3 14 0,-6 5-2 0,-4-1-7 15,-3 1-3-15,-4 4 3 0,-2-1-2 0,-2-5 4 16,-5 1 0-16,-2-2 0 0,-5-2-6 0,-4 3 3 0,-8-2-3 0,-5 2 3 15,4 1 2-15,-1 4-2 0,2 3-7 0,-3 2 11 0,-9 1-10 16,-3 1 9-16,-1-1 7 0,-3-4-2 0,-4 0-25 0,0 2 18 16,-2 1-19-16,-1 0 25 0,-2 7-3 0,-1-1-7 0,-5 1-8 15,-2 3 5-15,-2 0-7 0,-3 5 5 0,0 0-6 0,0 2-2 16,0 1-12-16,2 2-1 0,-3 1-2 0,0 3-28 0,-4 5-9 16,0 2-13-16,-1 3-68 0,-3 6 0 0,-2 2-21 0,0 3-93 0,0 5 156 15,-3 1-26-15</inkml:trace>
  <inkml:trace contextRef="#ctx0" brushRef="#br0" timeOffset="163420.49">14897 11722 608 0,'-7'-6'87'16,"3"2"198"-16,1 2-301 0,3 2 20 0,0 3-24 0,3 2 36 0,1-1-1 0,2 1-6 0,2-1-2 0,2 1 16 0,2-2-11 0,3 2 19 0,2-1-6 0,2-1-12 0,1 3-12 0,1-1 13 0,3 0-8 0,0 3 37 15,3-1 0-15,3 1 0 0,0 2-18 0,-1 2 10 0,5-2-14 0,3 3 2 0,0-1-5 0,6 1-6 0,-2 3-8 0,3-1-3 0,2 0 1 0,3-1 2 0,3-2 2 0,0 1 1 0,3 0-12 0,1 1 10 0,1-2-12 16,4 3 6-16,-1-4 0 0,2 1-3 0,6-1 9 0,-2-1-6 0,1-1 7 0,4-2-3 16,-4-5-1-16,4 1 0 0,4-2-14 0,5 0 17 0,-3-1-16 15,5 0 19-15,-3 0-2 0,-1-2-6 0,5-1-12 0,-3 2 8 0,0-2-7 16,-2 2 22-16,-5-4-1 0,-4 0-7 0,2-1-7 0,0 0 8 15,0 1-8-15,-2-1 9 0,-5-1-4 0,-2 0-1 0,0-3-8 16,-3-2 3-16,1-1-2 0,-3 0 12 0,-2 1 4 0,1-1-5 16,-1-1-16-16,-3-2 18 0,-2-2-17 0,-6-2 24 0,-3-3-6 15,-4-1-6-15,-3-2-11 0,-1-2 6 0,-5-2-4 0,-3 3 12 16,-7-1 2-16,-4 1-6 0,-1-1-15 0,-4-1 20 0,-4-3-18 0,-5-1 18 16,-3-3-4-16,-5-1-7 0,-4-3-6 0,-3 1 9 0,-3 1-3 15,-3 1 17-15,-4 0-3 0,-2 1-10 0,-4 1-1 0,-2 3 7 16,-4 0-6-16,-6 4-1 0,0-3 2 0,-1-1 1 15,-3-3-10-15,-2-2 10 0,0 1-9 0,-4 4 23 0,2 1-4 0,-2 3-8 16,-7 0-13-16,-3-1 13 0,2 3-10 0,-6 0 18 0,5 3 0 0,-2 2-5 16,-77-17-12-16,145 37 6 0,-158-36-5 0,77 17 4 15,1 2 2-15,-4 1 0 0,-4-1 9 0,-8 4-8 0,-4-1 1 16,2 1-3-16,-1 3-5 0,-5 1-6 0,-6 2 10 0,-2-1-4 0,1 4 15 16,2-2 1-16,-3 6-6 0,-7 2-17 0,-4 1 18 0,0 3-17 15,-4 1 25-15,3 1-4 0,1 0-9 0,-7 4-3 0,2 0-3 16,-1 4 6-16,3 2 5 0,4-2 1 0,4 0 2 0,-3 2-8 15,3-1 0-15,2-1-2 0,5 2 4 0,7-1-2 0,1 2-1 0,-2 2-1 16,2 0 6-16,8 4 1 0,3 5 17 0,3 1 2 0,1 4-6 16,2 1-5-16,6 3 19 0,6-1-17 0,7 1 9 0,6-1-7 15,2-1-11-15,3 4-6 0,3-6 5 0,9 1-1 0,6-1 12 16,9 2-5-16,6 0-8 0,1 3-5 0,9-2 2 0,5 2-1 16,7 1 4-16,6-5 1 0,8 0 0 0,5 0-9 0,6-2 5 0,-2 1-5 15,6-4 14-15,2-3 1 0,6 0-4 0,10 3-11 0,5-4 10 16,3 3-11-16,6-1 8 0,4-3 2 0,3-3-2 0,9 0-13 15,5-3 11-15,3-2-7 0,8-3 19 0,2-1-2 0,4-4-9 0,9-4-1 16,5-1 9-16,6-3-7 0,6 0 7 0,0-3 2 0,5-2-2 16,8 0-16-16,2-4 7 0,2 1-7 0,-3-1 14 0,-4 0-1 15,-1 0-2-15,4 1-10 0,-4-1 8 0,-6 0-7 0,-3 1 10 16,-10-1-2-16,-7 2-3 0,0-1-14 0,-7 1-1 0,-8 1-3 16,-6 0-10-16,-7 1-6 0,-6 1-10 0,-2-1-57 0,-6 3-29 15,-7-1-4-15,-3-1-142 0,-10 3 159 0,-7 0-7 0</inkml:trace>
  <inkml:trace contextRef="#ctx0" brushRef="#br0" timeOffset="165625.18">16221 6181 242 0,'0'-10'15'0,"2"0"-7"0,0 1-17 0,1-2 36 0,0 4-32 0,0-1 42 0,2 0 5 0,-1 2-12 0,2 0-15 0,0-2 20 0,-1 0-24 0,2 1 9 0,0 1-4 0,-1 3-7 0,3-4-15 0,-2 3 13 0,1-2-8 0,0 0 22 0,-1 0-1 0,-1 1-15 0,2 1-12 0,0 3 19 15,0 0-18-15,1 1 20 0,0 0-3 0,1 1-4 0,1 3-16 0,1 2 14 0,3 3-9 0,1 2 26 0,1-2-6 0,-2-2-13 0,4 1-8 0,1 1 10 0,1 2-7 16,1 2 11-16,3 3-3 0,1-2-5 0,1 0-13 0,-4 2 8 15,-1 1-6-15,1-2 21 0,0 2 0 0,3 0-6 0,-1 1-21 0,-4 3 21 16,-4 2-20-16,-3 6 24 0,-3 0-1 0,2 4-7 0,-3 4-6 16,-1 1 3-16,-2 3-3 0,-4-2 10 0,-2 0 1 0,-1 0-6 0,-3 0-18 15,-3-1 25-15,-1-3-22 0,-2-1 27 0,0 1-2 0,-1 1-10 16,0 3-3-16,0 0 3 0,-2-1-1 0,-1 1 20 0,1-7 6 16,-2 1 0-16,0 1 2 0,0-2 13 0,1 0-12 0,1-3 5 15,3-2-6-15,0-4-5 0,4 1-23 0,2 3 11 0,3 0-9 16,3 0 32-16,4-3-7 0,2-2-10 0,2 1-10 0,5-2 15 0,-2-1-14 15,2-2 9-15,-2-2 2 0,-2 0-5 0,-1-4-3 16,-1-1 6-16,-2-2-6 0,-2 0 4 0,-2-3-1 0,0 3-4 0,-3-1-7 16,-1-2 13-16,-3 2-12 0,0 1 7 0,-4 0-6 0,-2 0-6 0,-3 2-14 15,-6 2 6-15,-4-2-11 0,-6 5-64 0,-5-2-33 16,-4 2-45-16</inkml:trace>
  <inkml:trace contextRef="#ctx0" brushRef="#br0" timeOffset="195008.32">9994 7500 400 0,'-7'0'80'0,"4"0"108"0,0 5-162 0,2 1-31 0,-2 2-8 0,2 1 14 0,1 0 1 0,0-1 0 0,0-2-20 0,0-2 24 0,1 2-18 0,0-2 35 0,1 2-6 0,0 3-15 0,0-2 3 0,0 1 9 0,2 0-2 0,0 3 18 0,1-1 3 0,-1 1-9 0,3 0-14 0,0 0 24 0,-1 1-23 0,3-1 22 0,-1 0-10 0,0-3-8 0,2 3 0 0,-1-2 0 0,2 0 4 16,2 0 5-16,-1-3 1 0,3-1-3 0,2 2-10 0,0-4 15 16,1 1-14-16,-6-1 14 0,-1-1-3 0,-1 0-7 0,3-1-9 15,7-1 14-15,0 0-9 0,-1 0 26 0,1-1-8 0,-2-1-9 0,1 0-7 16,1-1 7-16,3-1-7 0,2 1 6 0,0-3-1 0,5 1 2 15,1-2-12-15,3-2 7 0,-1 0-6 0,4-2 18 0,-1 1-6 16,-1-4-7-16,-2 0-18 0,-1-3 18 0,1-2-14 0,-2 0 22 16,4-1-6-16,0-1-13 0,2 1 0 0,2 3-4 0,-1 0 5 0,0 2 3 15,-3 0-4-15,0-2 1 0,1 0-17 0,-3 1 16 0,-9-1-13 16,-1 0 19-16,-4 2 0 0,1 1-8 0,3-1-2 0,-1-1-2 16,-1 1 1-16,-3-1 5 0,-1 0-2 0,-1 0 2 0,1 0-14 15,-1-1 17-15,-1-1-13 0,0-1 19 0,-2 0 1 0,2-4-9 0,2-3 1 16,0-1 3-16,0-2-3 0,0 3 6 0,1 1 0 0,2-2 0 15,1-1-11-15,1-4 11 0,2 1-12 0,-1-1 6 0,1 1 3 16,-7 0-4-16,1 2-17 0,1-1 15 0,1 2-14 0,4 0 20 16,-4-3-1-16,-2-1-9 0,-2-2-12 0,-2 3 19 0,0 0-14 15,-3 3 24-15,-1 4-6 0,-2-2-8 0,-1-1-7 0,-4 4 2 0,-1 0-2 16,-2-1 15-16,-1 4-5 0,-2-2-1 0,-2 0-8 0,-1 2 3 16,-3 2-4-16,-2-2 3 0,1 2 0 0,-2-2-3 0,0-1 1 15,-4-2-1-15,-3 0 1 0,-2 0-1 0,-2 0 4 0,-1 5-4 0,-2-1-5 16,-1 1 10-16,0 3-9 0,-5-4 9 0,0 5 2 15,-3-2-3-15,-3 1-6 0,-2 1 5 0,1 4-6 0,-1-2 10 0,3 4-1 16,-2 2 0-16,-3 2-6 0,0 3 3 0,1 1-4 0,-2 0 4 16,1 2 4-16,-1 5-2 0,-5-1-4 0,0 2 1 0,1 3-3 15,-1 2 5-15,2 0 0 0,-2 2 0 0,-3 2-10 0,-2 1 11 16,-1 2-9-16,0 0 11 0,1-2 0 0,2 1-4 0,-2 3-6 0,2 1 7 16,-1 3-6-16,-1 0 7 0,2-3 3 0,-2 0-4 0,-1-1-7 15,0 4 10-15,0-2-9 0,3 3 8 0,6-2 1 0,3 2-5 16,-1 0 2-16,-1 1 0 0,0-1 0 0,1 1-1 0,2 0 2 0,1-2-2 15,-2 4-2-15,4 2 4 0,2-3-3 0,1 6 2 0,6-2-1 16,0-2-2-16,2-1 0 0,1 4 2 0,-1 1 0 0,4 3 4 16,0-4 1-16,3 2-2 0,1 0-8 0,6 0 11 0,5-2-9 15,0 2 17-15,3-4-6 0,-2-2-9 0,4 2-3 0,3-4 8 16,2-1-3-16,6-3 16 0,2 0-7 0,4 1-5 0,-3-2-8 0,1 1 8 16,6-4-5-16,2 2 8 0,6-3 2 0,1 1-4 0,0-1-14 15,1-1 11-15,3-2-10 0,3 0 22 0,3-2-4 0,3-3-5 16,4-2-16-16,3-2 11 0,1-2-9 0,-2 2 21 0,-1-3 0 15,-2 1-7-15,-1-3-11 0,7 4 11 0,-1-3-10 0,5 1 11 16,1-2 0-16,1-6-8 0,0 0 0 0,-6-5 5 0,-2 3-3 0,-4 0 7 16,-5-1-3-16,1 2-3 0,1 3-3 0,-1 2-10 0,-1 1 5 15,0 7-9-15,-4-3-4 0,-1 0 5 0,-3 0-75 0,0-1-6 16,-3 2-22-16,-4 1-96 0,-3-2-76 0,1 1-60 0</inkml:trace>
  <inkml:trace contextRef="#ctx0" brushRef="#br0" timeOffset="210280.06">20311 1625 256 0,'-13'-3'43'0,"6"1"598"0,4-1-242 0,1 1 25 0,1 0-339 0,0 0 14 0,1-2-40 16,0 3-13-16,1-2-7 0,0 2-14 0,0-1-3 0,0 1 8 0,1 1-8 0,-1 0 29 0,1 0 0 0,-1 0-6 0,1 1-15 0,-1 1 21 0,1-1-25 0,1 2 29 0,1-1-6 0,-1 2-11 0,4 2-9 0,0 2 4 0,1 1-10 0,1 1 2 0,0 3-4 0,1 0-6 0,3 6-11 0,2 5 12 0,1 3-12 15,0 3 14-15,-1-3-5 0,1-2-8 0,1 3-2 0,0 1 7 0,-1 1-6 16,1 4 7-16,-2-8-4 0,-1-3-4 0,2-1 5 16,-1-5-5-16,0-2 5 0,1 1-5 0,-9-1-1 0,1-4 1 0,-4 1 6 15,2-4 0-15,2-2 1 0,1-1-2 0,0 0-1 0,-4-2-1 16,2-1-5-16,-2 0 11 0,-1-2-8 0,1 0 12 0,-2-2-1 16,0 1-6-16,2-1-1 0,-3-5 6 0,1 1-4 0,1-3 6 0,-2-1-1 15,-1-2-4-15,0-1-12 0,-1-2 10 0,0-3-9 0,1-2 11 16,0-1-2-16,2-3-6 0,-1 2-7 0,2-1 4 0,0 0-3 15,1 0 10-15,2-2-2 0,1 0-3 0,1-6-6 0,0 0 4 16,0-1-3-16,0 0 8 0,0 4-1 0,0-1-4 0,-1-1-7 16,0 2 7-16,-2 3-5 0,1 0 12 0,-1 1-1 0,-1 3-3 0,0 1-12 15,0 3 9-15,-1 5-8 0,-1 3 12 0,1 2-3 0,-2 3-4 0,-1 0-30 16,0 4-2-16,-1-1-6 0,1-3-16 0,0 3-27 16,3-1-19-16,0 2-98 0,1 0-51 0,0 1-15 0,3 0-419 15,0 2 419-15,1-1-87 0</inkml:trace>
  <inkml:trace contextRef="#ctx0" brushRef="#br0" timeOffset="210957.49">21363 1358 690 0,'-5'-7'237'0,"2"4"-128"0,0-1 115 0,0 1-95 0,1 3 22 0,1-3-47 0,0 0 3 0,1 2-23 0,0-1-31 0,1 0-18 15,1 1 5-15,-1 0-11 0,2 1 16 0,-1 0-11 0,0 0-7 0,1 0-2 0,1 2 15 0,-2 1-11 0,2 5 26 0,0-3-11 0,-1 4-11 0,2 1-17 0,-2 0 10 0,0 3-13 0,2 2 13 16,-2-1-2-16,2 2-10 0,-1 4-15 0,1 2 11 0,0 2-14 16,0 3 14-16,-2-3 0 0,1-4-6 0,1 0-11 0,1-2 14 15,-1 0-13-15,2 5 19 0,-1-1-6 0,-1-2-7 0,0 0-14 16,1-5 2-16,-1-1-5 0,2 0-21 0,-1 1-4 0,0 1-10 0,1-2-41 15,1 1-59-15,-3-2 21 0,1 0-120 0,-3-3-88 16,1 0-18-16</inkml:trace>
  <inkml:trace contextRef="#ctx0" brushRef="#br0" timeOffset="211274.92">21240 2042 689 0,'-4'3'294'15,"4"-3"-167"-15,0 0 164 0,0 0-168 0,1 0 9 0,3-2-42 16,2 0 17-16,1-2-26 0,1 1-27 0,1-3-32 16,1 1 13-16,0-1-19 0,3-3 27 0,2 0-5 0,2-2-8 0,4 0-5 15,0 1 8-15,3-2-12 0,3 1 6 0,0 0-4 16,1 0-11-16,6-1-5 0,-1 2 5 0,-5 2-8 0,2-2 6 15,-3 5-6-15,-2 0-5 0,6 1-7 0,-3 0 13 16,-5 0-8-16,2-1 12 0,-2 1-4 0,-2-1-5 0,1 1-8 16,-3 3 1-16,-1 0-2 0,-1-2-7 0,-1 1 9 0,-3 0 3 0,1 1-44 15,-4 0 10-15,-2 0-20 0,-2-1 13 0,-2 1-6 0,1 0-5 16,-3-1-58-16,0 2 4 0,-2-2-23 0,0-1-82 0,0 0-75 16,-1 0-64-16</inkml:trace>
  <inkml:trace contextRef="#ctx0" brushRef="#br0" timeOffset="211515.07">21253 1465 1218 0,'-8'-5'308'16,"6"2"-204"-16,0-2 83 0,2 0-61 0,2-2 14 15,3 1-49-15,3-2-11 0,1 2-20 0,1-2-27 0,1-1-12 16,2 2 5-16,0-2-9 0,3 0 1 0,0 0-4 0,1 0-7 16,2-2-15-16,0 1 14 0,2-3-13 0,4-1 16 15,1 0-3-15,1 0-6 0,6-1-39 0,1 3-9 0,-6-3-5 0,6 0-69 16,-4-1-31-16,-1 1-11 0,8 0-147 0,-5 0-169 16,-2 1 8-16</inkml:trace>
  <inkml:trace contextRef="#ctx0" brushRef="#br0" timeOffset="211710.12">22092 1044 1197 0,'5'15'-174'0,"-1"-7"441"0,-1 1-33 0,1 2-32 0,-1 8-94 15,0 3 25-15,1 2-64 0,2 6 22 0,3-3-17 16,0 0-18-16,2 5-22 0,-2 0 6 0,1 0-15 0,-1 1 3 16,-2-5-6-16,0-1-8 0,-3 2-18 15,2 0 13-15,-3-3-14 0,3 3 25 0,-2-5-6 0,0-2-12 0,0 1-8 16,-1-5 9-16,-2-3-8 0,1-2 10 0,0-2 0 0,0 0-5 0,1-2-24 15,-2-1-12-15,1 0-1 0,1 0-93 0,-1-3-52 16,0 0-20-16,0-4-311 0,0 1 288 0</inkml:trace>
  <inkml:trace contextRef="#ctx0" brushRef="#br0" timeOffset="211942.96">22068 1186 1564 0,'-1'-8'128'0,"0"-1"28"0,2 0 21 0,4-3-57 0,4 2-10 15,2-3-26-15,1 1-30 0,-4 0-31 0,1 1 12 0,0 0-19 16,3 0 4-16,6 2-5 0,1-1-11 0,4-1-4 0,-2 2 3 16,-1 0-3-16,1 1 4 0,-1-1 0 0,-1 1-4 0,2 0-9 15,-2 4 3-15,0-1-7 0,1 3-27 0,-4 0-16 0,-4 2-10 16,0 0-55-16,-6 2-29 0,1 2 19 0,-2 1-108 15,-2 2-68-15,-3 2-11 0</inkml:trace>
  <inkml:trace contextRef="#ctx0" brushRef="#br0" timeOffset="212105.84">22140 1438 1111 0,'4'2'-460'15,"5"1"924"-15,1-2-102 16,4-1-145-16,4-2-74 0,1-2 13 0,2-3-49 0,5 1-11 0,-1-2-11 0,2 1-19 15,4-1-44-15,-2 2 17 0,-1-1-33 0,4 1 12 0,-3-1-5 16,0 0-11-16,6-1-23 0,-6 3-9 0,-3-2-3 16,-5 2-58-16,-5 2-45 0,-1-1-13 0,2 1-193 0,6 3 181 15</inkml:trace>
  <inkml:trace contextRef="#ctx0" brushRef="#br0" timeOffset="-207636.65">10085 7784 217 0,'11'-8'250'0,"-10"2"-151"0,3 0 148 0,1 3-184 0,1 2-61 16,2-1 0-16,1 2 7 0,2 0 3 0,0 2 3 0,3-2-2 0,-2 1 14 0,-4-1-10 0,-1 0 18 0,1 1-6 0,1-1-12 0,7 2-2 0,4-2 17 0,0 0-11 0,1 0 22 0,0 0-11 0,0 1-12 0,1 3 3 0,3 1-3 0,3 1 7 0,3-1 10 0,4 0-6 0,2 4-6 0,5-2-24 0,2-2 24 0,-2-4-18 0,-4-2 39 0,-1-4-13 0,1-3-14 0,2 0-21 16,7-1 6-16,1 2-4 0,4 0 21 0,-3-2-5 0,2-2-4 0,2-4-16 0,-6-2 17 15,-4-1-13-15,-3-1 17 0,-5-2-4 0,-1-1-13 0,4-4-3 16,-3-3 8-16,-1 3-5 0,2 0 21 0,-1 4-9 0,-2-2-7 0,-1-2-3 15,-1 1-2-15,-3 0 4 0,-1 1 3 0,-4 4-5 0,-2-4-2 16,-6 1-8-16,-4 3 11 0,-2-1-5 0,-2 2 23 0,1 1-8 16,-1 2-9-16,-3-6-12 0,-2 1 13 0,-2-5-9 0,-2-1 21 15,-5 0 2-15,-2-1-6 0,-1 2-13 0,-3 2 0 0,0-2-4 0,-2 0 7 16,-3 1 3-16,-2-3 1 0,-6-2-4 0,0-2 4 0,0 2-6 16,-1 0 8-16,0 1 2 0,0-1 3 0,0-2-10 0,1-2 15 15,3-4-13-15,-1 1 16 0,3 2-5 0,1 4-11 0,-2-1-11 16,0 4 14-16,-1-2-12 0,2 1 18 0,2 2-4 0,2 1-9 0,4 1-15 15,-1-1 19-15,-3 6-14 0,2-3 20 0,-7 2 1 0,1 1-13 16,0-1-6-16,-2-1 10 0,1 1-9 0,-3 3 10 0,0-2 0 16,0 4-5-16,-5 2-14 0,2 1 13 0,-1 3-11 0,-1-1 21 0,1 4-4 15,-5-2-8-15,-2 2-25 0,-3 2 21 0,-1 0-18 0,-1 4 27 16,-3 1 2-16,-3 0-9 0,-6 5-4 0,-1 0 0 0,2 3 0 16,0 2 5-16,1 3 0 0,-4 0 2 0,-2 1-13 0,0 0 15 15,-3 2-11-15,4 5 22 0,3 3-7 0,6 2-8 0,-1 1 1 0,2-2-2 16,-2 3 5-16,2 2 8 0,4 1-3 0,1 3 0 15,-2 2-6-15,-1 1 0 0,3 0 0 0,2 2 2 0,6 0-1 0,3 1-2 16,3 1-16-16,3 0 17 0,1-1-11 0,1 1 28 0,4-3-7 16,3 2-9-16,5 5-4 0,4-1 4 0,2 4-4 0,2-2 4 15,2-1 3-15,1-1 1 0,2 4-4 0,4-3-3 0,1-1-1 16,2-1 4-16,3-5 1 0,2 1 1 0,2-2-11 0,2-2 12 0,-1-1-11 16,3-4 16-16,3-1-1 0,3-8-4 0,5 0-13 0,7-4 10 15,3-3-8-15,3 0 19 0,3-4 1 0,1-4-10 0,1-2-5 16,2-4 16-16,-5-2-13 0,5-5 15 0,3-2 0 0,4-2-7 0,8-3-17 15,1 0 13-15,-5-2-11 0,-2 1 18 0,-3 0 1 0,-1-2-11 16,9 0-12-16,0-3 17 0,5 2-15 0,-2 1 21 0,-10 1-7 16,-3 0-7-16,1 3-56 0,1 2-27 0,6 1-4 0,3 1-134 15,1 2-71-15,-2 1-54 0</inkml:trace>
  <inkml:trace contextRef="#ctx0" brushRef="#br0" timeOffset="-179857.65">8881 10648 342 0,'-9'-1'55'0,"1"-1"65"0,2 2-100 0,1 0 5 0,1 2-22 0,0-1 31 0,2 0-9 0,1 0-17 0,1-1 11 0,1 3-1 0,0 0 6 0,1-1 19 0,2-1 1 0,0 3 0 0,1 1-35 0,2-2 27 0,-1 1-27 0,2 0 39 0,0-3-8 0,1 3-11 0,1 0-6 0,0-2 4 0,3 1 0 0,0 1 13 0,1-2-6 0,0 2-8 0,3-1-10 16,-1 0 13-16,1 1-12 0,-2 0 8 0,1 0-5 0,-3-2-5 16,3 4-10-16,1-3 4 0,-1 3-1 0,3-1 16 0,-1-2-2 15,1 3-3-15,-3-1-20 0,0 1 17 0,1 1-17 0,4-1 18 0,4-2-3 16,3 2-7-16,3-3-10 0,-1 1 17 0,3-2-12 0,1-1 19 15,4 1 0-15,0-1-17 0,3-1-14 0,2 0 23 0,0 0-20 16,0-1 29-16,-6-1-9 0,4 2-14 0,-2-2-3 0,0-1 4 16,6 1-1-16,-1 0 8 0,1 0 3 0,2 1-6 0,-1-2-9 0,0 2 9 15,-2 1-9-15,-5-2 9 0,0 2 1 0,-3 0-3 0,1 0-17 16,4 0 14-16,-2 0-13 0,2 3 27 0,-3-2-2 0,-1 1-7 16,1 0-15-16,-2 1 13 0,-1-1-11 0,-1 2 20 0,-3-3-5 15,-6 2-5-15,1 0-2 0,1-2-5 0,-2-1 5 16,7-1 6-16,-4-2-1 0,-1 0 2 0,1-2-11 0,1 0 17 0,0-3-12 15,1 0 27-15,-5-1-5 0,1 0-4 0,0-2-5 0,-2 1-2 0,-2 0 1 16,1 0-3-16,-3 1 2 0,-1-2-3 0,0 1-2 0,-6 0 5 16,-1 0-6-16,0-1 4 0,0 1-7 0,4-1-6 0,2-1-4 15,-2-1 8-15,0 1-3 0,-3-3 20 0,-2 3-6 0,0-2-3 0,0-3-19 16,-2 0 11-16,0 1-8 0,0 0 21 0,-3 3-7 0,1-1-12 16,-1-1-1-16,-2 1 12 0,-2-4-5 0,1 0 9 0,-2 1 0 15,-1 1-13-15,-1 0-4 0,-3 1 16 0,-1-2-13 0,-1 3 16 16,-2-1-3-16,0-2-6 0,-1 2-6 0,-1 1 3 0,-2-1-2 15,-2 2 11-15,1 0-4 0,-5 1-4 0,-2-2-11 0,-3 2 11 16,-1 0-8-16,0-2 15 0,5 1-3 0,-2-1-8 0,-4 0 1 16,-1-1-2-16,-5-3 4 0,-1 1 3 0,0 0-2 0,-2 3 2 0,-3-1-7 15,-1 3 0-15,-1 2-1 0,-2-3 5 0,-1 4 3 0,-1-2 2 0,0 1-4 16,-2 1-1-16,1 1-3 0,-2 2 0 0,-3-1 2 0,-1 1 1 16,-1 2-3-16,0 0 4 0,-3 2-4 0,3-1 5 0,1 2-3 15,1-2-2-15,-1 1-8 0,0 0 8 0,-4-1-4 0,2 0 12 16,4 0 2-16,0 1-6 0,-4-1-3 0,0 2 10 0,2-2-8 15,-1 3 1-15,4 0 2 0,-2 0-3 0,-6 2-14 0,1 0 13 16,0 2-11-16,0 0 21 0,3 1-2 0,-1 0-8 0,-2 2 1 0,3 2 3 16,-2 0-2-16,2-1-3 0,0 3 7 0,3 2 2 0,-1-1-20 15,-1 4 16-15,1-2-15 0,-1-3 23 0,8 1 0 0,1-2-10 16,0 2-11-16,1 2 17 0,-2 1-14 0,4 0 16 0,2 1-2 16,3-3-6-16,4-1 0 0,1 1-2 0,3-3 2 0,0 2 0 0,3-2 3 15,-1-1-2-15,2 1-6 0,3 2 8 0,6-1-9 0,2 1 6 16,0 1 0-16,-1 0-3 0,-3 2 1 0,0 2 2 0,3 0-2 15,1 1-1-15,1 0 4 0,1 0-1 0,2 3-1 0,0 0 2 16,1 4-3-16,2 0 0 0,1 1-1 0,1-3 1 0,0 3-9 16,2-2 6-16,1 2-3 0,1 0 16 0,3-4-2 0,3-1-5 0,2 0-14 15,3-3 13-15,2 2-11 0,5-4 18 0,1 0 2 0,-3-2-4 0,4 0-16 16,1 0 6-16,3-1-7 0,7-2 21 0,1-1-4 16,1-3-3-16,3-1-6 0,5 1 4 0,1-4-3 0,1 3 4 15,1-4 4-15,-2 2-1 0,-2-1-7 0,1 2 1 0,0-1-4 0,-1 1 6 16,3-2 1-16,-1 0-1 0,3 0-1 0,3-1 6 0,0-1-5 15,2 1 3-15,-9-2-1 0,3 0-2 0,2-3-11 0,-1 1 9 16,6-4-8-16,-3 3 18 0,0-2 1 0,0-2-7 0,4 3-19 16,-1-2 23-16,-7 2-19 0,3-1 26 0,-4 1 0 0,-3-1-8 0,5 2-14 15,-1 0 7-15,1 0-9 0,1 0 7 0,-6 3-12 0,2 0-10 16,-1 3-57-16,-5 1 3 0,2 1-18 0,-1 1-42 0,-2-1-26 16,4 1-23-16</inkml:trace>
  <inkml:trace contextRef="#ctx0" brushRef="#br0" timeOffset="-174640.84">22450 16451 256 0,'-27'-48'12'0,"13"19"170"16,1 3-90-16,-2-1-2 0,1 1-99 0,-2 0 11 0,1 0-4 0,3 1 23 0,0 1 0 0,-1 0-8 0,0-2 2 0,-1-1 21 0,1 1-16 0,-1 2 17 0,1 0-6 0,-2 3-12 0,-3-2-7 0,-1 0-2 15,-2 0 2-15,0 0 12 0,1-1 2 0,6 1 2 0,-3-3-18 0,-1 2 25 0,0 2-22 0,-7-1 23 0,3 3-6 0,-2-2-12 0,-1-1-1 0,-2 2-4 0,0 1 4 0,-1 1-2 0,-1 3 2 0,1 0 1 0,-1 0-28 16,0 2 24-16,-2-1-23 0,-4 2 30 0,1 1-3 0,-2 0-8 0,2 0-7 0,1-1 0 16,-3 2-1-16,0 1 6 0,-2 1-2 0,-2-2 0 0,-1 2-22 0,-1 2 26 15,0-2-22-15,-3 1 27 0,2-1-6 0,0 3-15 0,2-2 1 16,2 2 0-16,0-3 3 0,-1 2 6 0,1 1 0 0,0 1-3 16,1 2-23-16,1 2 21 0,2 1-19 0,1 0 26 0,0 2-2 0,-1 2-7 15,-1 3-13-15,-1 0 7 0,6 1-5 0,-1 1 20 0,1-1 0 16,0 3-4-16,-6 2-20 0,0 2 20 0,-1 2-18 0,0 1 21 15,2 1-4-15,0 2-7 0,-4 6 7 0,-1-1-8 0,1 5 9 16,2 4-5-16,3 1-2 0,-1 6 0 0,-3 4-15 0,-3 0 20 16,2 1-13-16,1-3 21 0,4-2-1 0,1 0-10 0,1 6-6 15,3 2 10-15,0 1-6 0,0 7 11 0,3 0 3 0,2 3-7 0,4 0-16 16,2 0 23-16,0 3-21 0,2 6 23 0,-3 5-2 0,2 8-9 16,3 1-7-16,-2 0 9 0,2-2-5 0,3-3 19 0,3 3 0 15,0 2-9-15,3-3-8 0,2-1 11 0,3-8-11 0,1-3 11 16,4-4 1-16,4 0-3 0,3 4-5 0,3-3 4 0,4-4-4 0,2-3 7 15,4-7 0-15,5-4-2 0,1 2-17 0,0-3 18 0,4 0-17 16,1-1 20-16,-1-4-3 0,7-4-9 0,3-2-5 0,1-5 5 16,4-3-1-16,3-2 18 0,0-6 1 0,1-3-4 0,0-2-18 15,0-3 26-15,-2-2-22 0,3-2 33 0,5-5-7 0,0 0-11 0,5-4-7 16,1-4 10-16,-5-3-6 0,2-2 12 0,-4-1-5 0,2-4-8 16,7-2-7-16,-1-4 5 0,3-2-5 0,0-7 7 0,-7-3-5 15,0-4-4-15,0-9 3 0,1-4-4 0,3-1 6 0,-1-1-2 16,-1 1-2-16,-1 2 0 0,-1-4 0 0,-2-4-2 0,-3-5 1 15,0-6 0-15,-1 0-3 0,-2 3 1 0,1 1-10 0,-1 5 10 0,-5-1-4 16,-5-4 20-16,-5 0-5 0,-1-8-7 0,-1-2-15 0,3 6 15 16,-6 2-10-16,0 8 21 0,-4-3-6 0,-1-1-11 0,-4-6 7 15,-2 0-6-15,-5 4 8 0,-4 6-1 0,-1 8-4 0,-4 6 4 0,-3-3-9 16,-2-1 3-16,-4-3-2 0,-1-2 6 0,-5 4-4 0,-2 3-5 16,-3 2 5-16,-2 0-5 0,-3 6 5 0,0-1 0 0,-3 6 4 15,-1 2-2-15,-4-5-12 0,-2 2 12 0,2-3-12 0,-3 0 12 16,-1 1-2-16,-4 1-4 0,-3 1-14 0,1 0 10 0,-2 4-8 15,4 4 16-15,3 3-2 0,-2 2-7 0,-1 4-20 0,-5-1 0 0,0 2-10 16,1 2-29-16,2 3-6 0,4 0-6 0,-1 4-20 0,1 0-12 16,0 1 2-16,0 1-71 0,2 1-13 0,1 3-29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15:42.08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8698 5282 256 0,'-23'-23'16'0,"9"14"243"0,5 3-107 0,2 1 12 0,3 1-140 0,2 1 18 0,0 1-14 0,0 1 24 0,2-2-13 0,2 1-16 0,0-2-7 0,1 0 5 0,2 0-2 0,1-1 3 0,2 2 3 0,1-3-8 0,1 2-11 0,2-1 8 0,0 1-12 0,-4 2-2 0,1-1 0 0,2 3 0 15,1 0-7-15,10 3 8 0,-1 0-5 0,3 0 16 0,-2 1-3 0,2 0-7 0,0-3-13 0,2 3 16 0,3-2-14 0,1 1 16 0,1-1 0 0,-1 1-7 0,2 0-7 0,0 0 8 0,1 1-5 16,-1 0 9-16,-2 1 4 0,-5-1-8 0,2 1-2 0,-1-1 4 0,0 1-7 16,3-1 1-16,-3 2 0 0,-2-2 0 0,0 3-14 0,1-1 12 15,0-1-9-15,-2 2 12 0,1-2-9 0,-2 0-14 0,2 1-44 0,0 1 4 16,-1-2-18-16,2 0-57 0,2-3-25 0,2 1-33 0</inkml:trace>
  <inkml:trace contextRef="#ctx0" brushRef="#br0" timeOffset="563.04">11373 5418 256 0,'-11'-20'22'0,"10"12"312"0,1 5-154 0,3 3 5 0,4-1-191 0,3 0 16 0,5-2-10 0,0 1 45 0,4-1-4 0,4-2-2 0,3 1-7 0,3-1-5 0,1 2 1 0,2 1-8 15,1-1-1-15,4 2 0 0,-2 1-25 0,6 0 20 0,0 0-19 0,1 1 19 0,6 2-2 0,0-1-12 0,4 2 3 0,4 1-4 0,-1 2 2 0,0-1 1 0,-9 2 0 0,1 0 0 0,3 1-18 0,-3 0 19 0,7 2-17 0,-1-1 12 16,-3 2-17-16,2-1-21 0,2 1-59 0,-2-1-2 0,-3 2-16 0,0-3-80 0,-2 3 119 0,5 3-22 0</inkml:trace>
  <inkml:trace contextRef="#ctx0" brushRef="#br0" timeOffset="10318.85">3910 15889 217 0,'-12'-6'72'0,"3"3"-44"0,0 1 26 0,1 2-18 0,3 1-5 0,1 5-8 0,1 1-10 0,-1 0-1 0,2 1-4 0,1 2-8 0,0 1 8 0,1-1-6 0,0 0 16 0,3 0-1 0,0-1-7 0,2 2-11 0,2-3 26 0,-1 1-22 0,2 0 31 0,1 0-5 0,1 0-9 0,4-1-3 0,2-2 8 0,3 0-3 16,2 0 22-16,3-2-4 0,1 0-6 0,6-1-15 0,-1 0 14 16,3 0-15-16,-1-1 9 0,1-1-9 0,-5 1-6 0,3-1-4 0,3 0-8 15,-3 1 7-15,8 0 1 0,-4-1 3 0,1 1 2 16,5 0-9-16,3 2 9 0,2-1-11 0,0 0 13 0,-3 1 1 0,0 0 2 0,-4 0-6 15,2-1 22-15,-3-1-13 0,0 1 31 0,4-2-6 0,0-1-16 16,9 0-13-16,2-1 20 0,2-2-17 0,1 1 21 0,-6-1-10 16,-1-3-13-16,1-1 1 0,0-2-6 0,2 0 7 0,7 0-3 15,-2-1-3-15,5 1-1 0,1-1-3 0,-8 0 2 0,1-1-3 16,-2 1-2-16,-7 0-3 0,7 1-1 0,-1 0-10 0,2 1 10 16,1 1-5-16,-1 1 18 0,-3 1-2 0,-8 3-11 0,3-2-16 0,-5 1 17 15,0 1-16-15,4-2 21 0,-1 3-2 0,2-1-6 0,5 2-8 16,-1 0-1-16,1 0-3 0,-2 0-14 0,-4 0-5 0,2 0-12 15,-1-2-41-15,2 1 8 0,4-1-17 0,1 1-23 0,-1 1-5 16,-2 0-16-16,3 0-64 0,-6 3-15 0,4-2-19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16:15.49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52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8:19:07.622"/>
    </inkml:context>
  </inkml:definitions>
  <inkml:trace contextRef="#ctx0" brushRef="#br0">2326 3715 406 0,'1'-1'83'0,"1"1"114"0,2 0-161 0,4 1-13 0,2 2-16 0,2 0 48 0,0-2 3 0,3 0-8 0,0 0-11 0,4-1 22 0,3 0-22 0,2 0 13 0,1 0-10 0,3 0-11 0,4 2-22 0,1-1 11 0,2 1-10 0,3 1 27 0,-1 0-11 0,2-2-7 0,0 1-19 0,1 1 8 0,0 0-7 0,-1-2 10 0,1 1 1 16,2 1-7-16,6 0-12 0,5 0 10 0,3 2-7 0,3-1 19 0,-9 1-3 0,2 1-10 0,-1-3-13 0,-1 0 17 0,8 1-12 0,1 0 17 16,2-1-2-16,6 3-9 0,1 0 1 0,-3-2-1 0,-1 0 3 15,-2 0-5-15,0-3 2 0,5 1 2 0,8 2-19 0,4 0 22 0,-4 1-19 16,-2-2 30-16,-7-1-4 0,4 1-9 0,9-1-9 0,5 4 3 16,-2-3-3-16,-1 2 13 0,-7-1-2 0,-1-1-5 0,10 2-7 15,4-2 11-15,0 2-7 0,-1-1 12 0,-5 1-1 0,1-2-7 16,14 3-1-16,-2-3 8 0,3 3-5 0,-4-1 13 0,-6 0 0 0,8-1-4 15,8 1-21-15,-1-1 25 0,0-1-23 0,-2 3 24 0,1-4-3 16,4 2-10-16,5-1-2 0,1 2-3 0,1-1 2 0,5-1 4 16,-2 1-1-16,-1-1 2 0,7 1-10 0,2-1 10 0,2 0-8 0,0 1 7 15,-3 0-3-15,2 0-4 0,5-2-2 0,1 1 8 0,2-1-3 16,-2 1 8-16,-3-2 3 0,1 0-8 0,7 1-2 0,-1-2 13 16,-2 0-12-16,5 1 11 0,-7-1 1 0,2 0-2 0,5 0 4 15,1 0 8-15,-3 0-5 0,0 0 7 0,-2 0-1 0,2 0-7 0,6 0-2 16,0 0 6-16,1 1-5 0,1-1 3 0,-7 1-1 0,3-1-5 0,11 0-11 15,-1 0 16-15,-1-2-12 0,2 1 21 0,-6 1-7 0,1-3-9 16,9-1-5-16,4 2-1 0,-3 0 0 0,2-1-1 0,-2 0 3 16,-4 0 2-16,10 2-12 0,6 0 4 0,-8-2-6 0,3 2 6 15,-1 0 1-15,-7-1-4 0,11 2-8 0,6 0 14 0,-6 0-11 16,0 0 15-16,0 0 1 0,-5 2-3 0,8-1-21 0,6 2 18 16,-9-1-16-16,4-1 18 0,-4 2 3 0,-8-2-10 0,10 2-6 15,2-1 12-15,-6 0-11 0,-2 0 12 0,-3 1-1 0,-6-1-3 0,5 0-17 16,4-1 23-16,-6 1-17 0,-3 1 29 0,-9 0-1 0,1-2-13 15,1 0-9-15,-2 2 17 0,-1-1-15 0,-6 1 25 0,-6-1 1 16,-3 0-7-16,6 0-20 0,-5-1 16 0,-4-1-17 0,-2 2 26 16,-9-2-5-16,-1 1-6 0,2 0-10 0,-5 1 4 0,-7 0-3 15,-4-1 6-15,-3 1-1 0,-2 0-6 0,-1 2-7 0,-7-1 9 0,-10 1-5 16,-1-1 2-16,-2 4 3 0,-4-2-6 0,-3 3-2 0,-3 1 3 16,-8-1-1-16,-3 3-2 0,-5 0-14 0,-6 1-10 0,-1 1-39 15,-2-1-12-15,-1 2-3 0,-1 4-70 0,-2 2-29 0,-4 1-27 0,-2 4-296 16,-7 2 317-16</inkml:trace>
  <inkml:trace contextRef="#ctx0" brushRef="#br0" timeOffset="10082.23">9677 5559 459 0,'-2'0'154'0,"1"-1"169"0,0-1-116 0,-1 0-6 0,1 1-33 0,-2 1-8 0,2-2-34 0,0 1-42 0,0 0-29 0,0-1 8 0,0 1-19 0,0 1 6 0,1 0-9 0,0 0-13 16,0 0 4-16,0 0 1 0,-1 0-4 0,-3 1-3 0,2 1-4 0,0 0-6 0,-3 1-8 0,2 2 13 0,-2-1-13 0,0 3 23 0,0 2-3 0,1-1-6 0,-3 0-10 0,-1-1 6 0,-1 0-9 0,0 3 9 0,1 3-6 0,-1-2-4 15,0 5-11-15,-1-1 8 0,-1 1-6 0,0 1 16 0,-2 0-7 0,0 0-9 0,-2 2-2 0,1-1 5 0,-1 0-1 0,-1 1 8 16,3-2-4-16,-2 1-1 0,0 3-9 0,1 0 6 0,0 1-4 0,1-1 13 0,1-3 1 0,-1 0-7 0,1 1-7 0,0-1 7 15,-2-1-7-15,2 0 11 0,1-3-7 0,-2 2-1 0,3-5-2 0,-1 0 0 16,1-2 2-16,2 0 4 0,0 1-1 0,3 0-3 0,-1 1-24 0,1-2 12 16,2-2-14-16,0 1-10 0,0-2-12 0,2 0-19 0,0-3-47 15,0-1-21-15,1-2-5 0,0 0-112 0,0-2-24 0,0-3-32 16</inkml:trace>
  <inkml:trace contextRef="#ctx0" brushRef="#br0" timeOffset="10289.94">9232 5614 12 0,'-3'0'38'0,"3"0"-18"15,0-1 28-15,0 1-29 0,2 0-33 0,-2 0-29 16,2 0 4-16,1 0-1 0</inkml:trace>
  <inkml:trace contextRef="#ctx0" brushRef="#br0" timeOffset="10800.17">9243 5582 1102 0,'-14'3'-176'0,"8"-6"414"16,0 0-23-16,2 2-32 0,-1 0-50 0,3 0 15 15,0 1-45-15,0-2 8 0,2 2-22 0,0 0-25 0,-1 0-25 16,1 2 5-16,0 0-13 0,3 1 18 0,-1 2-4 0,2 2-7 0,1 0 0 16,0 2 11-16,2 1-13 0,2 4 7 0,0 5-8 0,1 1-10 15,3 3-21-15,-1-2 15 0,-1-4-17 0,3 0 24 16,-2-2-7-16,3 2-8 0,-1 4-4 0,0-1 3 16,-1-2-2-16,3 0 4 0,0-4-2 0,0 1-1 0,5 5-14 15,-3-2 10-15,0 0-10 0,0 0 19 0,-3-5-2 0,1 0-8 16,-3 0 1-16,0-3 0 0,-2 3-1 0,-2-2-4 0,1-1 0 15,-1 1 0-15,-1-2-5 0,0 0-3 0,-1-6 0 0,-2 3-9 0,-1-3-7 16,-1 0-7-16,-1 2-34 0,2 0-5 0,-3-1-6 0,1 0-54 16,0-2-33-16,-1 1-28 0,2-2-210 0,-1-1-106 0,3 2-32 15</inkml:trace>
  <inkml:trace contextRef="#ctx0" brushRef="#br0" timeOffset="14249.18">10104 5823 256 0,'-2'-2'22'0,"0"0"335"0,-1 1-116 0,2-1 24 0,0 0-155 0,0 2 16 0,0-2-31 0,1 1-14 0,0 1-16 16,0 0-28-16,0 0-21 0,1 0 8 0,-1 0-16 0,3 0 10 0,-1 3 6 0,-1-1 2 0,1 3-1 0,-1 0 16 0,1 3-16 0,1 1 35 0,-1 0-5 0,-1 3-9 0,1 0-8 0,2 3 16 0,-1-3-19 16,1 5 12-16,3 0-14 0,0 1-16 0,0-1-5 0,0-1-3 15,0-3 1-15,1-2-3 0,0 1-3 0,-1-2-1 0,1 3-12 16,-6 0 3-16,-1-3-5 0,-1-1 7 0,0-4-18 16,1 1-6-16,1 3-45 0,-1-1-12 0,-1 0 6 0,0-1-36 15,-2 0-7-15,0 0-10 0,0 0-62 0,-1-2-13 0,1-1-15 0,0-2-116 16,-3 0 197-16,7-2-21 0</inkml:trace>
  <inkml:trace contextRef="#ctx0" brushRef="#br0" timeOffset="14534.87">10108 5829 657 0,'-4'-8'72'0,"1"2"-6"0,-1-2 90 0,2 1-17 0,1 0-22 15,0 0-34-15,1 1 20 0,1 0-38 0,1 1 5 0,2 0-15 16,1 0-16-16,1 0-18 0,1-1 18 0,2 3-18 0,2-3 37 15,0 3-5-15,3 0-12 0,-1-2-35 0,-5 2 24 16,-1 0-31-16,1 0 24 0,-2 0-4 0,8 3-11 0,1-2-2 16,1 1 3-16,0 1-5 0,0 0 9 0,-2 2-3 0,0-1-3 15,-1 3-7-15,-2 1 4 0,1-1-4 0,-1 3 7 0,-3-1-2 16,0 2-3-16,-2-1-3 0,-2 2 7 0,-2-1-4 0,-1 0 27 16,-2-1 3-16,-2 2-3 0,-2 0 17 0,-1 0 11 0,0-1-8 15,-2 0 5-15,-1 1-11 0,-1 0-15 0,-1 0-14 0,-2-1 2 16,2 1-5-16,-1 0-3 0,-1-2 1 0,1 0-3 0,1-1-4 15,1-3 2-15,2 1-4 0,1-2-7 0,1-1-8 0,3-1-8 0,1-4-65 16,2 0-9-16,0-2-16 0,4-3-89 0,3-1-37 0,3-1-39 16</inkml:trace>
  <inkml:trace contextRef="#ctx0" brushRef="#br0" timeOffset="14854.58">10691 5655 99 0,'-4'0'100'16,"1"0"-17"-16,-1 0 81 0,2 0-43 0,3 0 26 15,1 0-44-15,1 0 8 0,-1 0-16 0,-3 0-33 0,-1 0-22 16,-2 1 32-16,1 1-36 0,-3 0 55 0,1 1-1 0,-1 2-14 15,-3-1-14-15,0 1 23 0,0-1-31 0,-1 2 34 16,1-2-10-16,1 1-20 0,-1-1-14 0,1 2 15 0,0 1-23 0,0-1 5 16,2 2-10-16,-1-1-14 0,0 2-19 0,1-1 7 15,0 0-9-15,0 1 19 0,1-2-3 0,0 1-6 0,0 1-11 16,1-1 7-16,2-2-8 0,-1 2 11 0,1-3-14 0,0 1-8 16,2-1-54-16,0 0-5 0,0-2-10 0,1 2-92 0,2-2-48 15,0-2-51-15</inkml:trace>
  <inkml:trace contextRef="#ctx0" brushRef="#br0" timeOffset="15238.92">10734 5769 1104 0,'-7'0'121'0,"2"0"16"0,1 0 4 0,2 0-36 0,1 0-6 15,1 0-26-15,1 0-33 0,4 0-34 0,0-1 11 0,3-1-17 16,2 0 13-16,1 0-7 0,2-1-7 0,-2-1-10 16,0 0 4-16,-1 0-2 0,2 0 19 0,-2-1-5 0,-1 1-3 15,1-2-6-15,-2 0 8 0,-2 0-6 0,1-1 8 0,-1 2 0 16,-3-1-5-16,1 1-4 0,-2 2 3 0,0-3-4 0,-1 1 7 16,-1 0 0-16,0 0-3 0,-1 0 0 0,-1 1 4 0,0 0-2 15,-2 0 0-15,0 4 0 0,0 0 0 0,-1 0-11 16,-1 0 11-16,0 3-11 0,0 1 16 0,0 0 0 0,-2 2-6 0,0 0-8 15,1 1 23-15,-1 1-16 0,1-1 38 0,0 0 0 0,2 0-10 16,-3 2-3-16,1-1 12 0,0 0-11 0,2 1 13 0,0-2-7 16,3 1-8-16,-1 0-9 0,0-1 3 0,2 1-3 0,0-2 4 15,1 3-4-15,0-2-7 0,1-1-3 0,1 1 8 0,3-2-5 16,-1 0 3-16,2 0 0 0,2-3-7 0,0 4-2 0,1-3 5 0,0 0-5 16,0 0 7-16,-1-1-9 0,2-1-8 0,1-1-47 0,0 0-10 15,1 0-10-15,2-2-78 0,-1-1-34 0,2-1-33 0,1 1-281 16,2-3 311-16</inkml:trace>
  <inkml:trace contextRef="#ctx0" brushRef="#br0" timeOffset="15697.03">11335 5401 1015 0,'-3'-2'125'0,"-1"1"86"0,2-1-17 0,0 2-37 0,-2 2-41 0,2 0-63 16,-1 5 19-16,-1 0-38 0,0 5 27 0,0 1-10 16,1 1-12-16,0 2-24 0,-1 1 18 0,2 0-21 0,-1 2 23 15,1-1-3-15,-2-2-15 0,2 4-11 0,2-8 23 0,0 1-23 16,1-1 25-16,1-2-9 0,1 1-15 0,-1 2-7 0,0-2 7 16,0-3-7-16,2 3 9 0,-2-2-2 0,0-2-4 0,-1 0-6 15,1-2 6-15,0-1-5 0,-1 1 11 0,-1-3-1 16,0 2-6-16,-1-1-6 0,-1-1 10 0,-1 0-10 0,1-1 17 15,0 0-7-15,-3-1-5 0,0 0-7 0,-1-2-1 0,-2 0 0 16,1-1-2-16,-2-3 1 0,1 3-2 0,1-3-6 0,-2 0 1 16,1 2-2-16,-1-2 10 0,2 2-1 0,-1 0 2 0,1 2 1 0,0-1 0 15,4 3 2-15,1 0 0 0,-1 0 2 0,-1 3-2 0,-5-1-10 16,0 2 15-16,0 0-12 0,2 1 14 0,-1 0 1 0,0 1-8 0,1 2 1 16,0 1 13-16,2-1-8 0,-1-1 18 0,2 0-2 15,-1 1-5-15,1 0-14 0,-1 0 10 0,2-1-9 0,1-1 24 16,0 0-7-16,2 1-5 0,0-2-11 0,0 1 11 0,3-1-9 0,0 1 14 15,0-1-4-15,2-2-10 0,-1 3-6 0,2-3 9 0,0 3-7 16,0-3 14-16,3 0-7 0,1 0-7 0,3-1-16 0,-1-1 7 16,0 1-6-16,0-1 0 0,-6-1-13 0,0 0-16 0,0-1-42 15,2-1-7-15,5-1-7 0,2-3-82 0,3 1-31 0,0-1-41 0,0-2-264 16,3 1 320-16</inkml:trace>
  <inkml:trace contextRef="#ctx0" brushRef="#br0" timeOffset="15855.32">11500 5692 1307 0,'-8'15'-284'0,"5"-7"563"0,-1-3-50 16,2 2-81-16,-1 0-58 0,2 0 0 0,0-3-35 0,1 1-32 15,2-1-4-15,0-2-9 0,3 2-25 0,0-2 9 0,2 1-18 16,0-2-22-16,-2 1-27 0,2-2-15 0,-1 0-55 16,-1-2-29-16,0 0 28 0,-1-1-64 0,0-1-30 0,-2 1 4 15</inkml:trace>
  <inkml:trace contextRef="#ctx0" brushRef="#br0" timeOffset="15948.41">11537 5716 279 0,'-6'-9'113'15,"2"2"70"-15,-1 0 47 0,0 1-23 0,0-2-37 0,1 1-23 0,-1-2 11 16,1 2-38-16,-2 1-27 0,3-1-30 0,-2 2-27 16,2 0-33-16,0 0 4 0,0 1-8 0,2 2-8 0,0-1-23 15,1 2-23-15,0 0-123 0,2-1-59 0,2 0-17 0,0-1-4 16</inkml:trace>
  <inkml:trace contextRef="#ctx0" brushRef="#br0" timeOffset="16194.35">11878 5593 515 0,'-10'2'-216'0,"4"-2"497"0,1 1-39 0,-2 2-51 0,2-1-53 16,-2 5 13-16,0-1-44 0,1 2 2 0,-2-1-18 15,1 4-15-15,0 0-28 0,2 2 4 0,-1 0-15 16,-1 0 3-16,2-1-1 0,-1 1-8 0,4-1-6 0,1-3 21 15,1 0-21-15,4 0 35 0,2-3-9 0,0 0-12 0,3-1-12 16,2-1 9-16,1-1-14 0,3-1-2 0,0-2-9 0,2 0-10 16,2-2-22-16,0-1-7 0,1-1-2 0,0 2-72 15,-1-3-48-15,-1 1-23 0,2-2-292 0,1-1 261 0</inkml:trace>
  <inkml:trace contextRef="#ctx0" brushRef="#br0" timeOffset="16497.03">12228 5394 380 0,'-7'0'237'0,"2"1"112"0,1-1-219 0,1 3 45 16,1-2-33-16,0 3-42 0,0 0-33 0,1 2 17 15,0-1-27-15,1 2 41 0,0 1-12 0,0-1-13 0,2 1-17 16,0-2 5-16,-1 2-15 0,2-2 2 0,0 0-10 0,0 1-11 15,2 1-10-15,-1 0 3 0,1 1-6 0,0 2 0 0,0 1-5 16,1 1-3-16,-1 3-15 0,1-4 11 0,-1 4-9 0,1-3 26 16,-2-3-5-16,2 0-9 0,0 2-5 0,-2 0 0 15,1-1-1-15,-2 3 6 0,-1-4-1 0,1 0-1 0,0 0-9 16,1-3 9-16,1-1-7 0,-1 1 14 0,0 0-6 0,0-2-4 0,0 1-30 16,0-1-3-16,1-1-8 0,-2-2-43 0,0 1-10 0,1-1-18 15,-1 0-69-15,0-2-39 0,2 0-10 0,-2 0-246 0,3 0 281 16,1 0-38-16</inkml:trace>
  <inkml:trace contextRef="#ctx0" brushRef="#br0" timeOffset="16832.56">12247 5649 891 0,'-2'-3'-469'0,"2"0"833"0,3-2-88 0,0 0-162 0,4-1-23 16,2 1 12-16,2 0-30 0,0-3 1 0,1 4-13 15,-2-1-18-15,1 2-8 0,-1-1 13 0,-1 1-17 0,0 3 17 16,-2 2-12-16,0-1-11 0,-2 2-3 0,1-3 8 0,-1 1-5 16,2 4 14-16,-1 1-3 0,2 1-11 0,2 2-10 15,2-1 6-15,3 0-12 0,3-1 10 0,1-2-5 0,1 2-5 0,5-3-11 16,-1 1 11-16,3-1-11 0,6-3 9 0,-3 0 3 16,-2-1-7-16,-8-1-9 0,-7 0 14 0,-6-2-14 0,-6-1 23 15,1 2-4-15,-2-1-6 0,-1-2 29 0,-4 1 0 16,-1-1 10-16,-2 0 4 0,2-2-3 0,-2 2-5 0,-2 0-8 0,-1-1 9 15,-7-1-8-15,0 2 7 0,0-1-9 0,0 1-9 0,0 2-21 0,1 2 9 16,3 1-10-16,-1 0 13 0,2 0-4 0,0 0-6 0,2 0-18 16,1 0 14-16,1 1-11 0,0 0 20 0,1 2-2 15,2-4-8-15,1-2-45 0,3 3 9 0,-1-4-21 0,3 6-35 0,1 0-16 16,3-3-27-16,3 1-110 0,3-4-62 0,3-1-20 0,3-1 4 16</inkml:trace>
  <inkml:trace contextRef="#ctx0" brushRef="#br0" timeOffset="17022.34">13035 5496 1287 0,'-12'13'154'0,"-1"0"150"0,0 2-102 15,1 3-45-15,-2-1-46 0,1-1-68 0,1 0 13 0,2-5-34 0,0 2-1 16,5 2-5-16,0 0-10 0,3-1-27 0,2-2-16 0,0 2-1 15,3-2-102-15,1 0-94 0,0-1-33 0</inkml:trace>
  <inkml:trace contextRef="#ctx0" brushRef="#br0" timeOffset="39379.79">16527 10866 256 0,'8'-9'7'0,"-3"3"109"0,0 1-42 0,0 1 8 0,0-1-33 0,0 2 8 0,-1-1-1 0,1-1 7 0,-2 2-12 0,1 0-7 0,0 0-11 0,0 1 3 0,1-2-1 0,0 2 7 0,-2 1-5 0,0-2-9 0,1 2-14 0,-2-2 11 0,0 2-11 0,0 0 11 0,1 1-11 0,-1-2-10 0,-1 2 9 0,0 0-6 16,1 0 10-16,1 0 3 0,-1 2-2 0,0-1-1 0,0 2-19 15,1-1 20-15,-1 1-17 0,-1-1 28 0,-1 1-8 0,1 1-10 0,0-1-5 16,0 3 1-16,1 0 1 0,-1-1 12 0,-1 1-5 0,0 0-1 16,1-1-24-16,-1 2 16 0,0 1-12 0,1 0 22 0,-1-2 0 15,0 1-10-15,0 2-14 0,1-3 11 0,-1 2-8 0,2 2 22 16,-1-1-2-16,2 2-9 0,-2-2-19 0,1-1 24 0,0-2-21 15,2 1 28-15,0 0-3 0,-5 2-9 0,4 2-6 0,-3 0 3 0,-1-1-3 16,6 1-1-16,-4-4 8 0,3-2 0 0,4 3-18 0,0-1 26 16,1-1-26-16,1 2 25 0,0 1-7 0,-1-2-11 0,1 1-2 15,0-2 3-15,1-1 2 0,-1 1 16 0,-1-3-2 0,-1 1-5 0,1 0-19 16,0-1 16-16,-2 1-15 0,1-2 17 0,-2-1 0 0,1 1-6 16,-1-1-14-16,0 0 15 0,1 1-11 0,1-1 25 0,-1 0-1 15,1-1-11-15,2 1-11 0,0 1 17 0,3-2-15 0,-2 0 19 16,1 0-3-16,2 1-9 0,-1 0 2 0,2 0 5 0,-2 1-4 15,2-1-4-15,0 2 1 0,0-3-4 0,2 2-8 0,0-1 14 16,2 2-10-16,0-2 19 0,-1 1-3 0,-1-2-7 0,-1 1-18 16,-6 1 12-16,0 0-10 0,-1 0 24 0,1 0 1 0,6-2-11 0,2 1-17 15,0 0 28-15,1 2-24 0,-2-2 27 0,-2 0-7 0,-1 0-13 16,0 1-3-16,1-1 11 0,-1 2-4 0,-1-2 9 0,2 1-2 16,0 0-11-16,1-1-1 0,0 2 11 0,1-1-8 0,-1-1 12 0,2 2-5 15,1 0-5-15,4-1 0 0,-1 1 1 0,3 0 1 0,1 0 4 16,-4 0-1-16,1 0-4 0,-2 3-11 0,-8-4 15 0,-1 2-12 15,2-1 19-15,2-1-1 0,7 1-8 0,-2 0-4 0,-1-1 3 16,-1 0-2-16,-2 1 2 0,-1-2 3 0,-2 0-5 0,3 2-9 0,0 0 22 16,0-2-16-16,-1 1 26 0,-2 0-3 0,2 0-9 0,1 1-14 15,1-1 13-15,0 0-10 0,2 0 20 0,-1-1-4 0,2 2-10 16,2-2-9-16,-1 1 11 0,0-1-8 0,-2 1 7 0,-7 1-2 16,0-2-5-16,1 1-7 0,2-1 11 0,5 0-5 0,2 0 20 0,-3-1-4 15,0 2-6-15,1-1-10 0,0-1 6 0,-2 0-4 0,1 1 10 16,-2-1-2-16,2 0-5 0,3 0-5 0,-2 0 10 0,2 0-6 15,-1-1 21-15,0 1-4 0,3-1-7 0,4 1-7 0,1-2 8 16,-2 2-6-16,-7 0 12 0,-2-1-3 0,1 1-3 0,2 0-7 16,3 0-1-16,1 0-1 0,-1 0-3 0,-3 0 2 0,2-1 0 0,-1 0-4 15,0 1 8-15,1-2-7 0,0 1 7 0,-1 0-3 0,2-2-5 16,3 2-3-16,0 0 6 0,2-1-2 0,1 0 5 0,-1-1 1 16,-1 2-5-16,-7-2-4 0,2 2 6 0,1-3-5 0,-1 2 9 15,5 0-3-15,-2 0-4 0,0-1-14 0,-1-1 14 0,-1 3-9 0,2-1 24 16,-1-1-2-16,2 0-6 0,3 2-20 0,2-1 19 0,2-1-16 15,2 1 23-15,-4-1-4 0,-7 0-9 0,1 0 2 0,0 0 5 16,0-2-1-16,7 2 4 0,-5-2-1 0,-1 1-7 0,0 1-8 16,0-3 13-16,0 3-9 0,1-3 19 0,1 4-4 0,0-2-10 0,7 1-3 15,0 2 2-15,-1-1-2 0,-7 0 8 0,-3 1-6 0,3 0 0 16,3 0-2-16,4 1 0 0,-2-2 1 0,-3 1 3 0,-2 0 3 16,0-1 0-16,1 1-14 0,2 1 9 0,2-1-9 0,1 0 12 15,3 1 1-15,-3 0-6 0,1 0-4 0,-5 0 9 0,-2-2-7 16,1 0 10-16,1 0 0 0,2 0-4 0,0 1-8 0,-3-1 8 0,-2 1-7 15,0 0 19-15,0-1-1 0,3 2-3 0,1-1-4 0,5 1 3 16,3 0-4-16,-3 1 6 0,-7-1-2 0,0 2-1 0,3-1-8 16,-1 2 6-16,5-2-4 0,-3 1 1 0,-4 1 3 0,1 0-5 0,1-3-2 15,2 2 8-15,1 1-9 0,2-1 0 0,2 0 2 16,1-1 3-16,-1 1-5 0,-6 0 1 0,1-1-1 0,-2 0 3 0,-2-1 0 16,4 1 0-16,-2-1-12 0,-1 0 11 0,-2 0-10 15,0 0 16-15,0 0-4 0,0 0-5 0,3 0 0 0,1 0 0 0,3 0 1 16,-1 0 5-16,-2 0-3 0,-10-1-2 0,3 1-12 0,1-1 13 15,0 0-8-15,4-2 19 0,-4 2-4 0,-2 0-9 0,-1-2-6 16,0 2 8-16,0-2-4 0,0 2 9 0,-1 0 0 0,1-1-6 0,3 1-10 16,3 0 12-16,3-1-8 0,-1 1 19 0,-3 0-6 0,-6 0-8 0,-1 1-9 15,3-2 14-15,1 2-8 0,5-1 22 0,-3 0-6 0,-2 1-10 16,-1-2-4-16,-2 1 5 0,1 1-3 0,0 0 13 16,-1 0-3-16,2 1-3 0,3 2-13 0,2 0 12 0,4-2-10 0,1 3 14 15,-4-2-3-15,1 1-8 0,-8-1-5 0,0 2 8 0,3-1-4 16,-2-1 9-16,4 2-1 0,-2-3-6 0,-1 3-10 0,-2 0 10 15,0-1-6-15,-1 1 15 0,1-1-2 0,0 0-5 0,0 1-13 16,2 0 12-16,-1-1-8 0,2 0 17 0,0 0-2 0,-3-1-8 0,3-1-11 16,-5 2 14-16,-8-2-9 0,0 1 15 0,-4-2 0 0,1 0-9 15,6 0-12-15,1 0 16 0,-2 0-11 0,-3-2 17 0,-2 1-1 16,-1-2-8-16,1 2-11 0,-1-1 16 0,-1 0-12 0,-1 0 14 16,-2-1-1-16,1 1-11 0,0-2 3 0,0 0 4 0,-2 0-2 15,0 0 3-15,0 0-1 0,-1 1-3 0,1-3-7 0,-1 3 11 0,-2-2-7 16,1 1 10-16,-1-1-3 0,1 1-7 0,-1-1-4 0,0-1 8 15,0 1-2-15,1-2 10 0,-2 2-2 0,1-2-7 0,-1-1-5 16,1 1 6-16,0-2-3 0,-1 1 7 0,0-1 0 0,0 1-5 0,1-2-9 16,-1 1 11-16,-1-2-7 0,1 1 13 0,-1-3-2 0,0-1-6 15,0 1-5-15,-2-1 8 0,1 1-6 0,-1-1 7 0,0 4-2 16,-1 1-6-16,0-2-1 0,1 4 5 0,-2-2-3 0,1 0 10 16,0 1-5-16,-2 2-5 0,1 1-14 0,-1-2-2 0,-1 2-1 15,1-1-22-15,-2 2-8 0,0-1-14 0,0 2-43 0,-2-1-13 0,0 0-6 16,-2 2-104-16,0-2-126 0,-1 2-79 0</inkml:trace>
  <inkml:trace contextRef="#ctx0" brushRef="#br0" timeOffset="51530.86">13197 11215 256 0,'-7'0'-6'0,"4"-1"-68"0,-1-1 47 16,1 2 5-16,0 0 26 0,-1 0 28 0,2 0-24 0,0 0 25 0,2 0-1 0,0 0-14 0,-1 2-10 0,-1-2 30 0,2 0-26 0,0 0 22 0,2 0-5 0,-2 0-16 0,0 0-7 0,0 0 9 0,0 0-6 0,0 0 13 15,0 0 3-15,1 0-10 0,0 0-33 0,0 0 37 0,1 0-34 0,-1 1 41 0,2-1-2 0,-2 0-13 0,1 0-9 0,0 0 9 0,-1 1-8 0,2-1 14 0,-1 0 0 0,1 0-5 0,-1 0-7 0,2 0 12 0,-1 0-13 0,-4 0 10 0,0 0-5 0,0-1-3 16,0 1-9-16,3 0 4 0,1-1-1 0,2 1 12 0,-2-2-2 0,2 2-10 0,-2 0-6 0,0 0 11 0,1-1-8 0,1 1 6 0,0-1 2 0,-2 1-6 0,2-1 2 0,-3 1-2 0,2 0 2 0,-1-2 0 0,0 1 2 0,0 0 0 0,2 0-9 0,-1-1 12 16,1 1-12-16,-1 0 14 0,1-1-5 0,0 2-3 0,1-1 6 0,0-1-10 0,-2 0 12 0,1 0-3 0,-2 0 3 0,2 2 5 0,0-1-13 0,0-1 10 0,-1 0-10 15,1 0 6-15,-2 0-5 0,1 2-2 0,1-1-2 0,-2 0 3 16,0 0 2-16,-2-1 8 0,1 1 0 0,-2 0-10 0,1 0-6 0,0 1 20 16,-1 0-19-16,1 0 12 0,-1-2-2 0,0 2-5 15,0 0-6-15,0 0 3 0,0 0-1 0,0 0 7 0,0 0-3 0,0 0-5 0,0 0-25 16,0 0 19-16,-1 3-18 0,1-2 16 0,-1 2-1 15,0 0-9-15,-1-1-8 0,-1 2-8 0,1-1 2 0,-1 1-17 0,-2 0-4 16,2-1-2-16,1 2-46 0,0-1 67 0</inkml:trace>
  <inkml:trace contextRef="#ctx0" brushRef="#br0" timeOffset="63595.75">3926 4207 217 0,'-1'-14'71'0,"1"2"-50"0,0 3 24 0,-3-1-38 0,2 3 14 0,-1 1-20 16,-2 0 33-16,-1 1-5 0,-1 0-8 0,-3 0 6 0,2 1-10 0,-1 0 8 0,-2 1-12 0,0 0 1 0,-3-3-1 0,-1 0-20 0,-3 0 27 0,1 0-22 0,-1-1 28 0,0 3-7 0,5-1-16 0,-4 1 6 0,-3-1 3 0,0 2 3 0,-7 1 17 0,0 0-6 0,2 1-4 15,-2 1-25-15,1 0 13 0,-1 0-12 0,2 3 18 0,0-1-5 0,0 0-8 0,2 1-7 0,-3 3 7 0,-2-4-3 0,-1 2 26 0,-1 0-5 0,0 2-8 0,-4 1-16 0,4-1 19 0,-1 2-16 16,-3-1 21-16,1 1-5 0,-3-2-12 0,1 2 0 0,4 2 3 0,1 4 1 16,1 1 10-16,3-1-1 0,1 2-5 0,1 1-17 0,0 0 21 15,-3 0-19-15,1 1 28 0,0 2-2 0,-2-1-8 0,-1 3-10 16,0 3 8-16,0 2-7 0,-1 3 12 0,2-1-5 0,0 0-8 0,0 3-15 15,1-2 20-15,2 3-17 0,2-3 25 0,2 0-9 0,-1 2-9 0,1-1-11 16,1 4 8-16,0-3-3 0,1 0 18 0,0 2 1 16,-1 1-8-16,-1 6-15 0,0 1 23 0,-1-1-19 0,3 2 26 0,0-3-5 15,0-1-12-15,0 3 1 0,-1-2 2 0,1-1 1 0,2 1 9 16,-1-2-3-16,3 2-5 0,2 3-14 0,2 0 15 0,1 0-12 16,1-2 16-16,2-2-3 0,2-5-8 0,-1 3-8 0,3-2 10 15,0-1-6-15,2 0 9 0,0-4 4 0,0 1-10 0,2 2 2 16,1 5 2-16,1-3-5 0,1 4 0 0,3-5-2 0,1-4 1 0,3-1 2 15,2-2-1-15,2-2 2 0,3 1 4 0,1 0-3 0,2 2 0 16,0 4-15-16,4 0 16 0,6-1-15 0,5 0-4 0,5-1 10 16,1 2-11-16,-3 0 8 0,-1-6 10 0,1-6-8 0,-2-3 10 15,-1-5 1-15,1 3-5 0,3-2-17 0,-1 3 17 0,4 2-17 0,-4 2-10 16,-1 0-9-16,1 2-24 0,0-2 7 0,5 0-14 0,7-4 8 16,7-3-68-16,4-2-17 0,-2-2-23 0</inkml:trace>
  <inkml:trace contextRef="#ctx0" brushRef="#br0" timeOffset="64563.77">31007 4137 256 0,'13'-7'1'0,"-4"7"25"0,0 0-7 0,-1 4 5 0,2 0-45 0,0 4 27 0,-7-2-23 0,2 3 45 0,2 0-3 0,-2-1-10 0,11 2 3 0,1 0 14 0,-1-1-4 0,3 1 25 0,0-1-4 0,-1 0-17 0,4 1-10 0,1 3 30 0,-1 1-25 15,2-1 31-15,1 2-11 0,2 2-15 0,6 4 2 0,3 0-4 0,7 5 5 0,0 5-7 0,1-1-1 0,1 4-4 0,0 2-18 0,-2 3 18 0,-2 0-18 0,-3 0 15 0,-2 2-3 0,-2-4-7 0,0 4-13 16,-2 2 12-16,2-1-9 0,2 7 19 0,-3 2-2 0,-4 5-10 0,-2 4-9 15,-8 0 6-15,-2 1-6 0,-3-5 6 0,-1-4-3 16,-3 3-2-16,-1 7-1 0,-5 2 1 0,-2 4 1 0,-2-4 1 16,-2-7 6-16,-2 0-4 0,-4 0-23 0,-3 3 29 0,-3 3-27 0,-3 1 33 15,-2-2-4-15,-6-6-11 0,-5-1-7 0,-6-6 4 0,-3-3-2 0,0-1 16 16,0-6-1-16,0 4-8 0,-6-1-15 0,-3-4 18 16,-6-2-15-16,-4-4 26 0,-3-4-3 0,-4-5-10 0,1-4 2 0,-1 1-2 15,1-2 6-15,-3 0 13 0,2-2 5 0,-3-3 7 0,-2 1-26 16,2-2 34-16,1-2-30 0,2 0 41 0,7 2-8 0,-4-1-13 0,-3-1-25 15,3 1 8-15,-3-1-9 0,7 0 15 0,6 2-7 0,3 0-7 16,5 1-6-16,3 3 1 0,2 1-2 0,2 1 0 0,3 2-25 16,4 3-8-16,8-2-17 0,6 2-22 0,4-2 18 0,3-3-58 15,1 0-20-15,1 1-27 0,6 1-128 0,3-2 172 0</inkml:trace>
  <inkml:trace contextRef="#ctx0" brushRef="#br0" timeOffset="74056.95">15001 11365 278 0,'0'-1'15'0,"0"-5"10"0,0 3-25 0,0 3 3 0,0 0-6 0,0 0-1 0,1 0 1 0,3 0 0 0,-2 0-3 0,1 0 6 0,2 0-2 0,-1 0 16 0,1-2 0 0,1 0-5 0,-1-1-13 0,2 1 28 0,0-1-21 0,-1-1 36 0,2 0-7 0,1 2-12 0,-1-2-8 0,0 0 17 0,0-1-8 0,0 0 33 15,2 0-10-15,-1 1-19 0,1-2-28 0,-1 0 24 0,0 3-23 16,-1-4 31-16,-2 3-7 0,1-2-9 0,0 0-12 0,1 0 2 16,-7-3-1-16,1 3 12 0,0-2 0 0,2 1-4 0,5 0-18 15,-1 0 16-15,1-1-16 0,1 0 15 0,0 2-3 0,1-2-6 0,1 0-13 16,-2 1 15-16,1-1-8 0,-2 0 26 0,-2 1-2 0,2-2-10 16,-1 0-8-16,1 0 7 0,-1-1-7 0,0-1 12 0,-1 1-4 15,-1-1-2-15,0-1 2 0,0-1-3 0,-1 0 7 0,0 1 7 16,-2-2 0-16,2 1-4 0,-2-3-19 0,0 0 22 0,0 2-20 15,-1-2 21-15,0 2-4 0,0 0-11 0,-1-2-14 0,1-1 17 0,-1-4-11 16,-1 2 28-16,1-1-2 0,-1-1-11 0,0-1-8 0,0-2 13 16,0 1-12-16,-1-1 12 0,0 5-8 0,-1-1-5 0,1 0 1 15,0 2 1-15,-1-1 3 0,0 1 5 0,-1-1 5 0,1-2-2 0,0-2-19 16,-1-1 20-16,-1 1-21 0,0 0 20 0,-2 5 0 0,-1 1-5 16,0-1-7-16,-2-1 13 0,0-1-11 0,0-4 13 0,-2 4-1 15,0 0-9-15,-1 0-12 0,0 2 13 0,-3-1-14 0,1 3 12 16,1 0-1-16,0 3-4 0,1-2-2 0,1 0 1 0,2 1 0 15,-1-3 3-15,5 4 3 0,0 2-6 0,-1-3-12 0,2 2 16 16,-6-1-15-16,1 0 22 0,-1 2-5 0,-2-1-6 0,1 0-13 0,1-1 11 16,0-1-7-16,1 1 26 0,1-1-7 0,-2 5-8 0,0 1-13 15,1 3 11-15,0 0-10 0,0-3 17 0,2 3-3 0,-1-1-6 0,-1 3-14 16,0-1 13-16,0 2-8 0,-1 0 24 0,0 0-2 0,2 1-10 16,-1-2-9-16,0 2 13 0,0 1-13 0,-1 2 9 0,1 1-3 15,0 1-5-15,-1 2 3 0,0 2-5 0,-1-1 9 0,1 2 8 16,-2 2-5-16,2-4-2 0,-1 1-8 0,-2 1 7 0,0 3-7 15,-2 0 10-15,0 2-1 0,-2 0-2 0,-1 1-2 0,1 0-2 0,0-1 1 16,2-1 4-16,5 1 3 0,1-1-2 0,-3 1-17 16,1 0 21-16,-8 0-19 0,1 1 20 0,1-1 0 0,2 2-6 0,0 2-15 15,-1 1 12-15,2 1-10 0,0 1 26 0,2-1-3 0,2 1-8 0,0 1-16 16,1 1 18-16,0 1-17 0,0 2 19 0,0-5-2 16,1 4-5-16,0-1-11 0,-1 0 9 0,2 3-5 0,-1-2 20 0,3-4 1 15,-2 2-7-15,1-2-18 0,2 2 18 0,-1-1-19 0,1 2 20 16,2-1-3-16,-1 1-5 0,2 1 3 0,0-1-9 0,1-1 8 15,-1-3 4-15,1 2-5 0,0-1 6 0,1 0-9 0,0-1-1 16,0-2 1-16,2-2 6 0,-2-3-4 0,1 2-1 0,-1 3-15 16,3-2 13-16,-2-1-7 0,1 0 23 0,1-2-2 0,-1 0-6 0,1-1-12 15,2-1 12-15,-1 1-12 0,1-2 8 0,0-1 0 0,1 1-2 16,0-1-2-16,2 0 0 0,-1 0 1 0,1-1 5 0,-1-1 3 16,1 1-1-16,1 0-5 0,1 1 7 0,1-3-9 0,0 3 2 0,2-1 1 15,0 1-1-15,1-2-6 0,3 0 2 0,0-1 0 0,0-3 10 16,0-1 3-16,-3 2-4 0,1-3-14 0,-6 1 16 0,-1-1-16 15,0 0 15-15,0 0 0 0,5-1-4 0,4 2-26 0,-2-2 22 16,0 0-18-16,0 0 30 0,-4 0-2 0,1 0-14 0,-1 0-25 16,1-2 4-16,-1 2-11 0,0 0-14 0,0 0-11 0,0 0-9 0,0 0-82 15,1-1-20-15,0 1-15 0</inkml:trace>
  <inkml:trace contextRef="#ctx0" brushRef="#br0" timeOffset="76245.19">10960 10990 40 0,'-8'-2'13'0,"0"-1"-6"0,1 0 5 0,0 2 5 0,0-1 5 0,0 2-5 0,1 0 11 0,1 0-3 0,-1 0 1 0,2-1-24 0,-1 1 20 0,2 0-15 0,0 0 41 0,-1 0-5 0,1 0-15 0,1 1-24 0,-1-1 20 0,2 0-22 0,0 0 19 0,0 0-9 0,0 0-7 0,0 0-7 0,1 2 0 0,0-1 1 16,0 2 10-16,0 0 4 0,1 1-1 0,0 1 1 0,0 1 12 0,1-1-10 16,1 1 9-16,-1-2-3 0,1 1-6 0,2-1-10 0,-1 0 14 15,2 0-7-15,0-2 40 0,1 1-9 0,2 0-8 0,1-1-22 16,0 0 19-16,3 1-15 0,0-1 28 0,3-2-15 15,0 2-12-15,1-1 4 0,0-1-8 0,3 0 10 0,1 0-4 0,1 0 0 16,3-1 0-16,2-1-15 0,-1 2 14 0,0-2-14 0,-7-1 17 16,-4 1-8-16,3-1-7 0,0 1-14 0,6-1 11 0,-2 1-6 15,-1-1 21-15,-3 0-2 0,-3 1-10 0,2 1-24 0,-2-2 22 0,1-1-20 16,-3 3 30-16,0 0-4 0,0-3-10 0,0 1-16 0,1 1 10 16,-1-1-8-16,1 2 18 0,-3 0-10 0,-1 1-11 0,0 0-63 15,0 1 6-15,-2 3-22 0,0-2-66 0,-1 3-39 0,-1 0-45 0</inkml:trace>
  <inkml:trace contextRef="#ctx0" brushRef="#br0" timeOffset="77261.21">15466 11233 281 0,'-7'-6'48'0,"1"-3"-48"0,-1 2-4 0,1 2 8 0,3 3 5 0,0-1 1 0,0 2 13 0,2 1-4 0,0-2-4 0,1 2-16 0,0 0 17 0,0 0-16 0,2 0 9 0,0 0-3 0,1 0-9 0,-1 0 7 0,2 0-4 0,-1 0 7 0,1 0-3 0,1 0 6 0,0 0 3 0,3 0 3 0,0 0 14 0,2 2-11 0,0-2 12 0,3 0-1 0,1 0-3 0,3 0-16 16,1 0 6-16,2 1-5 0,2-1 18 0,-1 0-2 0,-1 0-5 0,0 0-22 0,-2-1 22 0,-5-1-21 0,-1 2 24 0,2 0-5 15,0-1-9-15,9-1-4 0,-2 0 10 0,0 0-6 0,-2 0 16 16,-2 1-6-16,1 0-6 0,-3-2-21 0,-1 2 11 0,0-2-11 15,-2 3 19-15,3-1-6 0,-2 0-6 0,2 0 2 0,-2 1-4 16,-1-2 5-16,-2 2 0 0,-1 0-3 0,0-1-3 0,-1 0-11 16,-1 1 16-16,0-1-11 0,0 1 15 0,-3-2 1 0,1 1-7 0,-2 0-2 15,0-1 2-15,-1 1-1 0,-1 1 10 0,-1-1 0 0,0 0-3 0,-1-1-5 16,0 0 7-16,-3-1-9 0,2 1 2 0,-2 0-1 0,-1-2-1 16,-1 2-4-16,-1-1 1 0,-1 1 0 0,-2-2 13 0,0 1 1 15,-2 2-2-15,-2-1-13 0,-3 0 10 0,-1 0-11 0,-1 0 8 16,1 1 1-16,0 0-2 0,-2 1-16 0,-4 0 15 0,-1-1-12 15,-2 1 27-15,2 0-2 0,-2 0-8 0,2 0-17 0,5 0 18 16,1 1-17-16,0 0 18 0,-1 0-1 0,-3 1-7 0,-1-1-10 0,4 2 9 16,2-2-6-16,2 1 23 0,3 0-5 0,2 2-11 0,2-1-14 15,0 0 18-15,0 1-14 0,1 0 19 0,0-2-6 0,1 2-9 16,2-1-8-16,-1 0 10 0,2 1-5 0,0-1 12 0,2-1-2 16,0 1-12-16,2-1-14 0,0 0 13 0,0 0-13 0,1 2 15 15,1-3 0-15,3 3-2 0,1 0 4 0,3-1-8 0,1 1 7 0,3-1-29 16,0 0-6-16,5 1-13 0,6 0-41 0,4-2-9 0,4 2-11 15,5-1 30-15</inkml:trace>
  <inkml:trace contextRef="#ctx0" brushRef="#br0" timeOffset="80714.89">16511 9745 217 0,'-9'-6'-41'0,"-2"1"8"0,0-2-57 0,1 2 87 0,1 1 32 0,0 2-3 0,0-1 4 0,1 1-3 0,0 0-8 0,1 0 16 0,1 1-3 0,-1-1 6 0,2 1-9 0,-1 0 2 0,2 1-6 0,-1-1-11 0,2 1 23 0,0 0-21 0,1 0 30 0,1 0-8 0,0 0-9 0,0 0-27 0,0 1 9 0,0 1-8 0,-1 1 38 16,1 1-4-16,-1 1-3 0,0 0-18 0,0 1 23 0,-1 3-20 0,2 0 16 15,0-1-5-15,0 1-13 0,1 1 5 0,0 0-9 0,0 2 9 16,0 3 2-16,0-1 2 0,1 0 4 0,0 2-23 0,0-1 19 15,-1 2-18-15,1 0 17 0,-1 0-6 0,0 3-9 0,0-2-13 0,-1-1 17 16,1 3-12-16,-1 0 34 0,1 2-9 0,0-2-13 0,0 2-8 16,1-3 13-16,0 1-11 0,2-1 10 0,-1 0-5 0,0 1-6 15,2 1 9-15,-1 2-3 0,0-3 6 0,0 2 3 0,0-1-5 16,0-2-4-16,1 1-6 0,-1 0-2 0,-1 0-1 0,0 1-4 16,1 0 2-16,-2 1 1 0,1 1-9 0,-2-1 10 0,1 2-8 0,-1-2 18 15,0 0-4-15,0-2-5 0,-1-1-18 0,1-1 19 0,0 0-16 16,0 2 21-16,0-3-5 0,1 1-8 0,0 5-2 0,0 0 4 15,1-1-2-15,-1 1 8 0,0-4 3 0,1-1-6 0,1 2-21 16,0-2 25-16,1-2-23 0,0 1 27 0,0-2-4 0,1 1-9 16,-1 1 2-16,1-2 0 0,-2-1 2 0,1 0 8 0,0 0-4 0,-1 4-4 15,2 0-13-15,-2-2 13 0,1-2-9 0,1 0 19 0,-2-3-4 16,2 1-6-16,0 0-7 0,1 0 3 0,1-4-1 0,1 3 14 16,0-1 1-16,3-1-4 0,1-1-10 0,2 1 6 0,2 0-8 15,4 0 5-15,0-2 0 0,1 1 0 0,0 0-3 0,-6-1 1 0,0 0-1 16,0 2 5-16,4-3 3 0,7 2-4 0,5-1-15 0,-3 1 24 15,-3 0-20-15,1-1 26 0,-1 0-7 0,2-1-15 0,3 1 8 16,2 0-4-16,1 0 6 0,1-1-2 0,3 0 1 0,1 3 1 0,-1 0-21 16,-5 0 23-16,0-1-21 0,-1-2 31 0,0 0-4 0,3-1-8 15,-2-1-4-15,1-1-3 0,0 1 2 0,1 0 8 0,2 1-3 16,5-1 1-16,6 1-8 0,2 0 3 0,-5 0-2 0,2-1 7 16,-4 0-4-16,-2 0 0 0,7 0-12 0,-3 0 14 0,1-1-7 15,2 0 18-15,3 0 0 0,3 0-13 0,4 1-12 0,-7 3 17 16,-2-4-15-16,-3 4 21 0,-3-3-4 0,1 1-9 0,0 0-8 0,0 1 9 15,3 1-5-15,5-1 15 0,-2 1-1 0,2-2-2 0,-2-1-12 16,-2-1 18-16,-1 1-14 0,0-1 21 0,-1 1-2 0,2-2-10 16,8 2-16-16,5 0 14 0,2-2-11 0,-2 4 23 0,-3-3-2 15,-3-1-12-15,1 0-15 0,3 2 22 0,0-1-19 0,6 2 23 0,1-1-1 16,-4-1-10-16,3 1-5 0,-4-2 0 0,-3-1-2 0,2 1 9 16,-2 1-2-16,5 0-2 0,6-1-14 0,-1 1 13 0,0-3-9 15,-4 0 21-15,-4 0-9 0,1-3-8 0,4 3 1 0,6-1-2 16,1 1 4-16,-2-1 6 0,-1-2-2 0,-7-1 0 0,3 2-8 15,4 0 63-15,1 2-53 0,4 0-20 0,-3 2 20 0,0-2-49 0,-4 0 39 16,-2 0 1-16,2 0-5 0,-2 0 11 0,5 1-1 0,0 1 3 0,1-2-18 16,-3 0 14-16,-5 0-12 0,-3 0 21 0,1-1-3 15,0 1-7-15,6 0 8 0,-1 0-9 0,-3 0 8 0,-3 0 0 16,-8-2-2-16,-3 2 2 0,3 0-13 0,-1 0 13 0,3 0-9 0,3 0 17 16,0 0-2-16,-4 1-8 0,1-1-3 0,-4-1-1 0,-1 1 2 15,3 0 0-15,-7 0 2 0,1 0-1 0,7 0-4 0,2 0 7 16,1-2-8-16,-4 0 2 0,-6-1-1 0,-3-1-1 0,1-1-1 15,1 0 1-15,-3 0 1 0,0 2 9 0,-3 0-4 0,4 0-3 0,4 0-9 16,-2 2 9-16,0-1-5 0,-6-1 12 0,-4 0-1 0,-1 2-6 16,-1-1-12-16,4-2 8 0,-3 1-8 0,-3-1 23 15,-2 1-4-15,1 1-5 0,2 0-12 0,0-2 8 0,2 1-7 0,1-2 12 16,0 1 3-16,-1-2-2 0,-6 0-22 0,-4-1 16 0,3-1-16 16,-1-1 28-16,3 1 0 0,-1-1-7 0,-4 1-8 0,0-1 6 15,-3 0-7-15,0-3 5 0,-2 0 5 0,0-2 0 0,-1-1-18 0,-2 0 12 16,-3-2-13-16,2 0 24 0,-2-1-3 0,-1-3-6 0,-1-3-6 15,0-1 9-15,-1 1-7 0,-1 0 7 0,0 2-4 0,-1-1-6 0,-2-1 4 16,-1-3 3-16,-2-4 1 0,0-1-3 0,-1 0 1 0,0 0-5 16,2-3 2-16,-3 0 4 0,0-1-3 0,0-1 0 0,-1 0 5 15,-2 2 0-15,0 2-24 0,0 1 20 0,-2 2-17 0,1 1 35 16,-2-1-6-16,0 0-10 0,0-5-16 0,-1 0 15 0,0 3-11 16,0-1 18-16,0 2-1 0,-1 1-6 0,-1-2-11 0,-2 2 12 15,0 1-9-15,0 2 20 0,1 3-6 0,-2 3-9 0,-2 1-6 16,0 0 6-16,-3 3-4 0,-1 0 6 0,0 2-1 0,-2-1-6 0,-4 0 2 15,-2 0 3-15,-4-2 1 0,-2 0 3 0,-1 0 1 0,2 2-6 0,-3 2-14 16,-5-2 17-16,0 1-12 0,-6 0 24 0,5-2-7 16,-2 0-9-16,-3 1-2 0,-3-1 3 0,-5 2 1 0,-1-1 9 0,-1-2-5 15,-2 3-2-15,-7-2-2 0,0 3 2 0,-2-1 0 0,-3 3 2 16,2 1 1-16,-6-1-1 0,-9 1-14 0,1-1 10 0,-2 2-8 16,-2 0 24-16,2 2-4 0,-4 0-7 0,-7-1-11 0,1 1 9 15,-3 0-7-15,-3 1 11 0,3 1 2 0,-8-3-3 0,-2 1-5 16,-1 1 5-16,-2 0-6 0,-1 0 0 0,2-2 4 0,3 2-4 0,-6-2-10 15,-1 2 18-15,-3 0-16 0,0 1 22 0,3-1-9 0,1 2-6 16,-5 0-5-16,2-1 5 0,0 2 0 0,2 0 13 0,3 2-1 16,-1-2-6-16,-1 1-3 0,1 1 5 0,4 2-5 0,-2-2-1 15,4 1 2-15,4 0-1 0,-2 1-4 0,2 0 1 0,-1-2-4 16,-1 1 10-16,9 1 1 0,1 0 0 0,-3-1-3 0,-3 2 2 0,1-3-3 16,2 2 0-16,8 2 0 0,2-2 2 0,-6 4-2 0,-3-5 3 15,3 1-2-15,4 0 8 0,9-2-2 0,7 2-4 0,-1-1-6 16,-2-1 8-16,2-1-6 0,2 1 10 0,5 0-6 0,5 0-5 0,-5 0 1 15,1 1 2-15,1-1 1 0,-1-1 7 0,8 0-5 0,4 0-2 16,-1-1-13-16,9 2 13 0,2 1-7 0,3 1 16 0,3-1-5 16,-1 0-10-16,0 1-3 0,5-2 7 0,2 2-2 0,0 2 14 15,2-1-4-15,-4 0-6 0,5 2-17 0,5-1 11 0,4 2-10 0,1 1-3 16,5 0-17-16,-2 4-23 0,2-1-58 0,0 1-14 0,3 3-11 16,2 4-129-16,-1 5-59 0,1 4-65 0</inkml:trace>
  <inkml:trace contextRef="#ctx0" brushRef="#br0" timeOffset="95510.03">18652 11486 408 0,'0'-1'62'0,"-1"0"-35"0,1 1-18 0,0 0-7 0,1 1-2 0,0 2 7 0,1 1 1 0,-2-2 2 0,-1 3 24 0,1-2-16 0,1 1 26 0,7-1-5 0,1-1-18 0,2 0-12 0,2 0 19 0,0-2-21 0,3 0 15 0,-1 0-3 0,-1-3-6 0,2 0-8 16,-2 0 9-16,3-2-6 0,0-1 19 0,0 1-3 0,1-2-10 0,1-1 4 0,1-1 2 0,3 1-1 0,-1-2 0 0,1 1-2 0,0 1-1 0,3-1 0 0,1-1-2 15,1-1 4-15,0-3-2 0,-2-2 3 0,-2 0-2 0,-9-2-20 16,0-2 25-16,-2 3-23 0,1-5 30 0,6-1-2 0,-1-2-7 0,0-1-6 16,0 0 6-16,-3 0-5 0,-1-1 4 0,-4 1-2 0,0-3-6 0,-1-6-13 15,-1 0 20-15,-1-3-17 0,0 0 27 0,-2 3-6 0,-2-1-11 16,1-1 0-16,-2-4-3 0,0 1 3 0,1 2-1 0,-1 2 1 16,-1 4-2-16,0-2-17 0,0 0 22 0,-2-3-19 0,0 0 21 15,0-1-5-15,-3 3-11 0,0-3-14 0,-3 3 14 0,0-5-10 16,-2 2 23-16,-1 4-2 0,-1 2-10 0,-4 3-9 0,1 1 10 15,-3-2-11-15,-1-2 9 0,-1-1 2 0,-2-2 0 0,-4 1-12 16,-1 3 8-16,-1 0-10 0,6 1 14 0,0-1 1 0,0-1-6 0,-4 0-1 16,-9 0 4-16,0 5-4 0,2 4 2 0,1 2 0 0,3 4 0 15,-1-1-1-15,0 3 0 0,1 1 2 0,-1 2 7 0,2 0 2 16,-2 1-3-16,-3 0-5 0,1 0 5 0,0 1-6 0,4 1 5 16,2 0-2-16,-2 2-2 0,-3 2 0 0,-4 1-1 0,1 3 2 0,4 1 7 15,3 1-4-15,1 4-1 0,-1 2-6 0,2 2 5 0,0 1-4 16,2 2 0-16,-1 0 0 0,1 2-1 0,-3 2-5 0,-2 0 6 0,0 2-4 15,-1 3 13-15,0 2 0 0,8 5-5 0,-5 7 0 16,-2 2 15-16,-2 6-10 0,-7 1 18 0,3-2-7 0,2 0-8 0,2 1-7 16,3-1 11-16,1-3-5 0,0 2 16 0,4-5-1 0,1 0-10 15,1 4-4-15,2-1 10 0,2 2-8 0,4-1 10 0,2-1-6 16,4 0-5-16,3-2-3 0,1 1 1 0,3-3 1 0,2-1 8 16,3-4-3-16,3 1-3 0,2 1-7 0,0 4 5 0,2 2-6 0,0 1 7 15,5-1 5-15,0-5 2 0,1 3-2 0,2-4 5 0,-1 0-6 16,0 2-7-16,2-2 0 0,0 0-8 0,1 0-2 0,2-4 21 15,3-4-15-15,-2-3 26 0,-9-1-8 0,-1 1-11 0,-1 0-1 16,3-1 8-16,5 0-4 0,-2-1 4 0,0-3 0 0,-3-1-9 0,0-2 1 16,-1 2 6-16,-2-3-6 0,0 2 2 0,-4-3-6 0,2-1-6 15,-2 1 2-15,1 0 2 0,-2-1 1 0,-1-1-1 0,-2-3 1 16,-2-4-4-16,1 2-5 0,-2-1 7 0,0-1-7 0,0 3 9 16,0-2-2-16,-2-1-3 0,0 2-12 0,0-3 12 0,-1 1-7 0,1 0 15 15,-1 1 1-15,1-2-8 0,1 0-16 0,-1 1 16 16,-1-2-13-16,0 1 21 0,-2-1 3 0,0 1-6 0,0-1-17 0,1 0 11 15,-2 0-11-15,0-1 20 0,0 1-2 0,0 0-5 0,0-3-11 16,-2 2 9-16,0-1-6 0,1-2 14 0,-2 2-5 0,-1-3-9 0,0 0 0 16,-2 0 5-16,1 1-3 0,-1-1-5 0,1 3 3 15,1 2-7-15,0-3-8 0,-1 2 15 0,1-4-14 0,0 2 17 0,2-2-1 16,-1 2-3-16,1 0-12 0,0-1 4 0,0 1-4 0,1 1 14 16,0-1-2-16,1 0-5 0,-1 2-12 0,1-1 2 0,0-1-5 0,0 0-13 15,0 2-9-15,1-1-9 0,1-1-34 0,1 1-6 16,1 0-1-16,0 0-23 0,1-1-2 0,1 2-10 0,1 0-99 15,1-1-12-15,1 2-34 0</inkml:trace>
  <inkml:trace contextRef="#ctx0" brushRef="#br0" timeOffset="97061.65">18875 9206 631 0,'0'-12'214'0,"0"-1"290"0,0 2-300 0,2 1-75 0,-1 0-4 0,0 0-17 0,0 1-18 0,-1 2-28 16,0-2-19-16,-1 6 21 0,-3-3-25 0,0 3 37 0,-3-2-12 0,-1 1-14 0,-3 0-7 0,-1 1-5 0,-1 2-4 0,-1 0-7 0,-1 1-4 0,0 1-1 0,-2 2-15 0,-1 3 6 0,-3 0-9 0,-1 3 10 0,0 3-5 0,1-1-6 0,-2 5-11 0,5-1 10 15,-4-1-9-15,0 3 18 0,3-4-5 0,-2 2-8 0,3-1-6 16,5-1 9-16,4-2-6 0,4 1 16 0,4-3-4 0,1 0-5 16,5-1-8-16,3 0 4 0,3-2-6 0,4-1 19 0,3 1-4 15,3 1-3-15,3-1 3 0,-1 3-1 0,-2 2 2 0,-5 3 1 16,0-1-1-16,0 3-1 0,4-1-7 0,-2-3 3 0,-2 2-3 16,-1-2 4-16,-2 4 2 0,-1 0 1 0,-2-1-12 0,-1 0 10 0,-3-2-8 15,-2-3 15-15,0 4-1 0,-2-2-5 0,-2 3 0 0,0-2 4 16,-3 2-2-16,-3-3 11 0,0 0-4 0,0 0-2 0,-2-1-11 15,-1-2 5-15,0 3-4 0,0-3 3 0,-1-1 2 0,0-3-4 0,-3-1-6 16,1-4 2-16,1 0-6 0,-1-3-20 0,5-3-10 0,1-5-14 16,3-4-47-16,3-2-21 0,1-4-5 0,2-8-114 0,4 0 46 15,3-4-7-15,5-3-346 0,2 4 400 0</inkml:trace>
  <inkml:trace contextRef="#ctx0" brushRef="#br0" timeOffset="97350.65">18883 9304 1003 0,'4'1'-474'16,"-1"-1"832"-16,0-3-90 0,3 0-170 0,3-1 7 16,3-1-3-16,2-2-12 0,2-2-36 0,-1-1-5 0,1 0-12 0,0-1-7 15,-2 0 14-15,0 1-18 0,-2-2 17 0,-3 1-7 0,-1 0-8 16,-1 1 5-16,-2 0 8 0,0 1-6 0,-3 0 29 16,-2 1-8-16,0 1-7 0,-2 0-20 0,0 2 9 0,-2 0-15 15,0 2 20-15,-2 3-6 0,1 0-7 0,-4 3-10 0,0 3 9 16,0 3-11-16,0 4 22 0,0 3 4 0,1-1-2 0,-1 2 0 15,0 2 17-15,2 1-19 0,-1 2 20 0,3-3-10 16,-1 2-14-16,3-2-22 0,0-4 9 0,3 1-15 0,3-2 10 0,0-2-6 16,1-3-9-16,2-2-6 0,2-3 3 0,2-2-2 15,2 0 3-15,2-2-1 0,2 0-7 0,0-3-23 0,2-2 3 0,4-2-9 16,-2 0-23-16,0-2-2 0,-6-1-10 0,-1-1-35 0,-1 0-12 16,3-3-6-16,7 1-76 0,-1-1-27 0,-1 1-23 0,-1-2-184 0,-1 1 254 15</inkml:trace>
  <inkml:trace contextRef="#ctx0" brushRef="#br0" timeOffset="97481.87">19404 9106 916 0,'-6'9'144'16,"0"4"77"-16,-2 3 10 0,1 2-49 0,1-2-54 0,-2 3-60 15,0 1 4-15,1-2-26 0,-1-1-12 0,2 1-3 0,0-2-13 16,0 0-8-16,2-2 8 0,1 2-12 0,-1-2-7 0,1-1-32 16,-1-1-14-16,1-3-119 0,-1 2-81 0,0-4 33 0,1 2-79 15</inkml:trace>
  <inkml:trace contextRef="#ctx0" brushRef="#br0" timeOffset="97633.57">19280 9173 1660 0,'3'1'139'16,"2"3"50"-16,1 3-1 0,3-1-34 0,1 2-40 0,5 2-71 16,0 0 15-16,0 0-38 0,4 3 10 0,-1-3-10 15,1 2-15-15,3-3-16 0,-2-1-27 0,1-2 9 0,6-1-160 16,-1 0-131-16,0-1-40 0</inkml:trace>
  <inkml:trace contextRef="#ctx0" brushRef="#br0" timeOffset="98448.52">23083 9368 569 0,'-9'-7'178'0,"-3"0"242"0,-2 0-264 0,-4 5-42 0,0 0-22 16,2 4 28-16,1 1-33 0,-1 5-36 0,0 4-34 0,1 0 15 0,0 4-20 0,-1 4 21 0,3 2-6 0,-2 2-13 0,2 3-4 0,2-2 15 0,3 0-14 0,1 2 21 0,4-3-1 0,0-1-7 0,3-3-14 0,2-4 14 0,2-2-18 0,3-2 17 0,2-3-4 0,2-1-7 0,2-2-11 0,2-3 12 16,-1-2-13-16,-1-2 19 0,1-2-3 0,-2-2-8 0,0-3-8 15,-2 0 7-15,-2 0-8 0,-3-5 16 0,-3 2-3 16,-1 0-3-16,-1-4-7 0,-2 0 9 0,-2 1-7 0,1-4 25 16,-1 4-8-16,-1-1-4 0,2 0-4 0,-1 2 6 0,2 0-5 0,1 2 3 15,1 2 2-15,-1 1-3 0,1 5-2 0,0 1 14 0,0 2-10 16,0 0 17-16,0 0-7 0,0 4-10 0,0 1 4 0,-1-1 3 15,0 3-1-15,-1 1-1 0,1 1 1 0,1 4-3 0,-1 1-12 16,1 0 8-16,1 0-9 0,0-3 5 0,2 1-3 0,6 8-12 16,-3-11 5-16,2 0-10 0,4-2 12 0,0 0-18 0,1 0-13 15,5-3-14-15,1-2-32 0,3 0 15 0,-4-2-104 0,-1-3-14 16,-1 0-20-16,5 1-246 0,4-2 279 0</inkml:trace>
  <inkml:trace contextRef="#ctx0" brushRef="#br0" timeOffset="98944.43">23355 9290 595 0,'-19'12'355'0,"2"1"-191"0,-1-1 268 0,1 4-296 16,4-2 7-16,1 2-29 0,3 0-34 0,3-3-22 0,1 1-29 16,2-2-14-16,2-2 0 0,1-1-3 0,1 0 1 0,2-1-1 15,1-1-4-15,0 0-11 0,2-6 10 0,-1 0-10 16,1-1 21-16,1-1-2 0,-2 1-3 0,2 0-9 0,0-1 8 15,-2-2-9-15,3 1 21 0,1 0-3 0,1 1-2 0,2-1-15 16,0 2 9-16,-1 0-11 0,1 5 16 0,2 2-4 16,-3 2-6-16,2 4-6 0,-3 0 6 0,-1 2-7 0,1 4 5 15,0-1 0-15,-1 3-4 0,-1-1 1 0,0-2 2 0,-2-1-3 16,2 0 1-16,0-2-1 0,-1 2-2 0,-2-1-7 0,-1 0 11 0,-3-1-7 16,-1 2 20-16,-4-3-2 0,-1 2-7 0,-4 2-12 15,-2 0 8-15,-2 0-7 0,0-3 10 0,0-2 0 0,-1 0-2 0,-2-1-2 16,-1-3 3-16,2-2-2 0,0-2 10 0,3-1-4 0,0-3-1 15,3-1-9-15,0-2 11 0,3-5-8 0,1-1 17 0,3-5-5 0,2-4-12 16,4-6-14-16,4-4 11 0,4-4-10 0,2-3 16 0,5-2-2 16,4-1-5-16,4-3-8 0,2-5 10 0,1 4-7 0,0-2 9 15,1 4 0-15,-3 4-4 0,-3 0-9 0,-10 0 10 0,-4 2-7 16,0 2 14-16,-5 6-3 0,4 4-6 0,-1 3 1 0,-3 3 1 16,0 4 0-16,-4 2 2 0,-2 1 0 0,-2 5 1 0,-2 1-3 0,1 2 5 15,-4 1-4-15,2 2 5 0,-3 3 2 0,0 2-5 0,1 3-2 16,1 0 14-16,1 4-10 0,-1 0 22 0,3 2-2 0,1 1-6 15,1 0 6-15,3 1 0 0,1-1 1 0,3-2 0 0,4-1 0 16,2-3 0-16,4 0-16 0,3 1 5 0,1-2-9 0,2-1 8 16,-1 1-2-16,-1-2-4 0,3 0-12 0,0-4 1 0,3-1-8 0,-1-2-32 15,-1 1 0-15,1-1-15 0,0 0-96 0,2-1-72 0,0-1-28 16,-5 1-76-16</inkml:trace>
  <inkml:trace contextRef="#ctx0" brushRef="#br0" timeOffset="132168.03">22889 10059 419 0,'-2'0'67'15,"0"-1"-35"-15,4 1-4 0,1 0-18 0,3 0 19 0,1-2 3 0,4 2-11 0,2 0-7 0,4-1 32 0,4-1-25 0,5 0 38 0,4-2-13 0,4 1-17 0,1-3-21 0,2 0 15 0,-3 1-10 0,0-1 33 16,3-3-8-16,2 1-11 0,4-2-15 0,5 1 17 0,1-2-15 0,8 3 15 0,5 0-7 0,1-1-11 0,3-3-4 0,-2 0-3 0,-3-4 2 0,1 0-6 15,0 0 2-15,6-2-2 0,3-2-1 0,-2-2 6 0,-1-2-7 0,-7-2-1 0,-6 0-5 0,-4 1-4 0,-2-2 1 0,-2 0-9 0,-3-1 9 0,-1-2-9 0,-6-2 1 0,-8-3-2 0,-5-4-1 0,-12-3 9 0,-4 1-7 0,-6-4 14 16,-2 0-1-16,0 1 3 0,-4-2-3 0,-6 6 22 0,-3 1-10 0,-8 1 34 0,-12 0-10 0,-4-5-23 0,-12 0-11 0,-5 1 17 0,-1 2-13 0,-8 5 20 0,-7 6 4 0,-8 5-5 0,-11 3 3 0,-3 4 18 16,-1 10-11-16,-7 5 27 0,0 5-10 0,-6 10-15 0,-2 3-20 0,0 8 26 15,4 2-22-15,2 6 19 0,5 3-5 0,7 2-15 0,2 1-12 0,7 2 12 16,9-1-11-16,8-4 28 0,7 3-24 0,7-3-3 0,5 5 3 16,5 4 3-16,13 0-1 0,12 3-1 0,8-3-1 0,6-4 1 0,4 2-3 15,8-2 2-15,7 0 0 0,8 1 13 0,9-3-2 0,8 4-4 16,3 4-18-16,1 0 10 0,3 2-9 0,4 0 12 0,2-4-11 15,6 0-9-15,12 2-77 0,8 1-9 0,9-2-20 16,7 0-151-16,-3-1 166 0,8 1-35 0</inkml:trace>
  <inkml:trace contextRef="#ctx0" brushRef="#br0" timeOffset="136529.85">11629 12555 713 0,'0'2'265'0,"0"-1"356"0,0 2-427 0,1-1-88 0,2 2-26 0,0 1-7 0,1 1-14 0,4 0-16 0,1-1-17 0,2 2 21 0,2-1-24 0,-6 1 24 0,-3 0-2 0,2 0-13 0,1 2-12 0,6 0 20 0,0-1-23 0,4 2 32 0,-1 0-11 0,1 2-12 0,1 1-18 15,-3-2 10-15,0-1-13 0,0-1 12 0,-2-2-4 0,1 1-9 0,-1 0-12 0,-1 0 11 0,0-1-11 0,-1 0 18 0,-1-3-7 0,0 1-5 0,-1-1-25 16,-2 1 4-16,-2-2-8 0,1-1-26 0,-1 0-14 15,0-2-12-15,1 0-65 0,-2-4-60 0,2 1 29 0,-1-3-380 16,0-1 343-16,-3-2-43 0</inkml:trace>
  <inkml:trace contextRef="#ctx0" brushRef="#br0" timeOffset="136824.99">12122 12404 1501 0,'-3'0'362'0,"-2"2"-261"0,0-4 94 16,0 4-77-16,1 2 13 0,0-7-41 0,0 4-17 16,-1-1-16-16,2 0-24 0,0 4-18 0,-1 0 11 0,1 4-15 15,-1 1 13-15,0 2-3 0,1 3-7 0,-2 3-4 0,1-1 12 16,-1 1-12-16,0 4 20 0,0-1-4 0,-1 1-7 16,3 2-7-16,-1 0 10 0,-1-3-11 0,1 4 13 0,-1 1-7 15,1-1-11-15,0 2-10 0,0-5 14 0,-1 1-11 0,1 0 16 16,0-2-4-16,1 4-10 0,1 0-1 0,-1-4 2 0,1 1-2 15,1 1 3-15,-1-3 1 0,1 3-3 0,0-2-13 0,1-1 10 16,-1-2-12-16,-1 0 8 0,1-3-5 0,0-2-10 0,-1-1-17 16,1-1-4-16,-1-1-3 0,0 0-29 0,0-2-1 0,1 1-6 0,-1-1-35 15,0 0-3-15,-1 0-11 0,1-1-80 0,0 0-70 0,-2 0-57 16</inkml:trace>
  <inkml:trace contextRef="#ctx0" brushRef="#br0" timeOffset="137291.01">12422 12708 909 0,'-6'0'264'0,"1"0"-13"0,-1 0-18 0,3 0-82 0,0 0 3 0,2 0-34 0,1 0-42 0,0 0-39 0,1 0 14 0,2-1-24 0,0 1 14 0,2-3-2 0,-1 2-11 0,3-2-11 0,0 1 7 0,0 0-13 0,2-2 2 0,1 1-3 0,1 1-4 0,-1-2-8 0,0 1 7 0,0 0-7 15,0-1 13-15,0 0-5 0,-1 2-7 0,2-1 1 16,-2 1 3-16,3 0-2 0,1 0-3 0,-2 1 0 0,2-2-4 15,-1 2-10-15,-1-1-8 0,2 2 2 0,-2 0-35 0,-1-1-9 16,-4 1 1-16,0 0-37 0,-1 0-46 0,-4 1 31 0,0-1-160 16,0 2-26-16,-2 0-26 0</inkml:trace>
  <inkml:trace contextRef="#ctx0" brushRef="#br0" timeOffset="137490.79">12443 12831 1176 0,'0'1'315'0,"-1"0"87"0,1-1-236 0,0 0-62 15,2 0-22-15,2 0-29 0,1 2-36 0,2-2 8 0,2 1-17 16,2 0 6-16,2-1-4 0,-1 0-9 0,2 0-4 0,-2 1 3 16,0-1-4-16,2-1 6 0,0 1-8 0,0 0-7 0,1 0-34 15,-1 0-7-15,2 0-1 0,-1 1-67 0,-1-1-63 16,-1 3-24-16</inkml:trace>
  <inkml:trace contextRef="#ctx0" brushRef="#br0" timeOffset="138807.81">13196 13251 891 0,'-4'7'-263'0,"2"-3"512"0,1-3-50 0,-1 2-82 0,2 0-35 0,-1-2 15 0,1 0-32 0,1-1 20 0,-1 0-1 0,0 0-10 0,0 0 5 0,1-1 15 0,0-3-24 0,0 0 12 0,-1-2-7 0,0-1-10 0,0 0-14 0,0-1 8 0,0 0-17 0,0-2 11 0,0 1-7 16,0-1-7-16,0-3-6 0,0 0 9 0,0-1-11 16,1-1 14-16,0-1-6 0,0 0-4 0,2-3-7 0,-3-1 1 15,1 0-5-15,0-7-4 0,-1-1-4 0,2-4-4 0,0-3-12 16,-1 5 7-16,1-2-9 0,1-3 13 0,-1 6-4 0,3-3-7 16,0 2-5-16,3 2 5 0,1 0-4 0,4 0 7 0,-1 2 1 15,0 3-3-15,1 0-4 0,-2-1 3 0,0 2-4 0,0 0 4 16,1 2 1-16,-4 2 1 0,3-2-11 0,-1 6 9 0,-1 3-9 15,1 2 13-15,-2 4-1 0,1 0-5 0,-1 0-2 0,-1 2 4 16,0 2-4-16,0 1 1 0,-2 4 3 0,1 1-3 0,-1 4 0 0,0 0 3 16,-1 3-1-16,-1 4 3 0,-1 2 2 0,-1 1-3 0,-1 3-6 15,-1-2 7-15,-2 1-5 0,-2-1 7 0,1-1 2 0,-3 0-3 0,0 1-4 16,-1 0 3-16,-1-1-4 0,-1-1 6 0,1-1-3 0,0-4 0 16,0 1-6-16,2-1 4 0,0-3-2 0,0 0 10 0,3-2-3 15,-1-1-4-15,2 0-6 0,-1-1 8 0,3-1-5 0,0 0 7 16,0-2 2-16,1-2-6 0,0 1-12 0,0-1 11 0,1-1-10 15,0 0 13-15,3 0 2 0,-1-1-4 0,1-3-4 0,2 0 8 16,1 0-7-16,-2 0 8 0,1 0-1 0,0 3-5 0,-2-1-4 0,2 0 3 16,-2 1-2-16,1 1 8 0,-2 0-1 0,1 0-1 0,-1 1-2 15,0 1 0-15,1 0-1 0,-1-1 5 0,0 2-1 0,1 2 0 0,-1-1-5 16,-1 1 4-16,-1-1-2 0,1 1 2 0,-2-2 4 0,-2 3-2 16,0 0 2-16,-2 2 2 0,-1 2-3 0,-2-1 0 0,0 0-2 15,-2-1 0-15,0-2-9 0,-1-2 8 0,1 1-6 0,0-2 13 16,0 5-1-16,1-3-4 0,0 0-8 0,-1 0 6 0,0-3-5 15,0 0 11-15,-1-2-6 0,3 0-4 0,-1 0-16 0,0-2-4 16,1 2-2-16,-1-1-20 0,0-1-6 0,2-1-9 0,3 2-57 16,1-1-15-16,2 1-13 0,0-1-137 0,1-2-81 0,1 3-69 0</inkml:trace>
  <inkml:trace contextRef="#ctx0" brushRef="#br0" timeOffset="139112.03">13614 12823 1551 0,'-15'12'-164'0,"7"-3"320"15,0-1-28-15,1 1-52 0,3 3-51 0,3-3 25 0,2 1-44 0,3-1 25 0,2 0-1 0,4 1-6 0,4 3 0 0,0-3 11 0,1 1-11 0,4-2 33 0,-7-2-2 0,0 0-8 0,5-4 26 0,-2 0 1 16,7 0-3-16,2-3-22 0,-4-2-9 0,-1-2-12 0,-1 1-15 0,-3-4 14 0,-4 0-16 0,-2-1 24 0,-3 1-1 16,-3-1-7-16,-2-1 15 0,-1 1 14 0,-2-1-11 0,-3 0 15 15,-1 0-9-15,-3 0-14 0,-3 1-15 0,0-1 3 0,-1 3-10 16,-5-2-5-16,2 1-4 0,-2 0-4 0,1 1-7 0,1 3-8 16,4 2 1-16,-1-2-19 0,2 2-5 0,0 1-3 0,6-1-44 15,2 2-13-15,1-1-9 0,2 0-104 0,-1 0-69 0,-1 0-54 0</inkml:trace>
  <inkml:trace contextRef="#ctx0" brushRef="#br0" timeOffset="140311.35">14487 12392 445 0,'0'0'337'0,"-2"2"-143"16,0-1 262-16,-1-1-274 0,1 0 12 0,1 0-60 0,0 0-23 0,1 0-29 0,0 0-33 0,0 0-37 0,0 0 13 0,0 6-19 0,1-3 25 0,0 6-13 0,0 0-8 0,1 2-13 0,1 4 6 0,-1 2-5 0,0 0 16 0,-1 0-4 0,2 0-8 15,-1-1-10-15,1 1 10 0,2-3-9 0,-2 0 14 0,3-2-5 0,-2-1-8 0,1 1-34 0,0-2-5 16,-1 0-6-16,-2 1-60 0,-2-3-23 0,0 1-8 0,0 0-102 0,-1 2-122 16,-4-2 11-16</inkml:trace>
  <inkml:trace contextRef="#ctx0" brushRef="#br0" timeOffset="140479.1">14343 12669 941 0,'-1'-2'324'0,"1"-2"-199"16,2 0 148-16,2-2-123 0,0 1 2 0,1 0-37 0,1-4-25 16,2 2-23-16,2-1-30 0,3-2-18 0,-1 1 7 0,3 0-13 15,0-1 0-15,0 2-3 0,-1 1-5 0,-1 0-5 16,-1 0 2-16,1 0-4 0,1 2-2 0,-1-1-15 0,1 1-10 16,2 1-69-16,1 0-59 0,1 1 24 0,0 2-327 0,-1 1 284 15,-2 4-38-15</inkml:trace>
  <inkml:trace contextRef="#ctx0" brushRef="#br0" timeOffset="141092.72">14872 12959 710 0,'0'-2'245'0,"-1"0"-11"0,0 1-4 0,1-2-96 0,-1-1 7 16,1 2-36-16,0-2-38 0,0-3-17 0,0 4 5 0,1-3-9 15,-1 1 14-15,0 0 0 0,0-1-7 0,-1-2-10 16,0 2 21-16,0-1-26 0,-2 1 32 0,2 1-11 0,-2-2-14 0,2-2-14 15,-3 0 16-15,1-2-19 0,0-1 22 0,0 0-9 16,-1 0-12-16,0-3-13 0,1 1 6 0,1-2-10 0,-1-2 10 16,0 0-5-16,1-2-7 0,1-4-7 0,0 3 2 0,1-1-4 15,0 1 4-15,0 3-1 0,1-2-1 0,-1 1-4 16,1-1 1-16,0 1-1 0,0-2 4 0,2 4 0 0,-1 1-3 0,0 0-3 16,1 1 4-16,2 4-2 0,-1-2 4 0,1 1 0 0,0 6-5 15,1-2 2-15,0 2 0 0,-1-1 0 0,1 1 0 0,0 0 0 16,-2 2 0-16,1 2 0 0,-1-1-1 0,1 3 2 0,-2 0-1 15,0 0 1-15,1 0 2 0,0 1-9 0,1 1 5 0,0 4-5 16,1 0 9-16,-2 2 0 0,1 2-3 0,-1 1-6 0,1-4 6 16,-2 2-3-16,-1 0 10 0,1-3-1 0,-2 7-4 0,-1 0 1 0,0 1-1 15,-1 1 1-15,-2-1-4 0,1-3 0 0,0-1 0 0,0-1 1 16,-1 1 2-16,2-2-2 0,0 1 2 0,1-3 0 0,1-2-2 16,0 1-1-16,3-2-1 0,-1 2 1 0,2-3 1 0,0 1-3 15,2-2 1-15,-1 2-1 0,-1-1 1 0,1-1 2 0,-2 2 5 16,-1 0 0-16,0-1-2 0,-1 1-7 0,-2 2 6 0,0-3-3 0,-1 4 14 15,-1-1-2-15,-2-2-1 0,-1 3-1 0,-1 0 6 0,-2-1-2 16,-1 2 5-16,2-4-3 0,-1 2-5 0,0-1-11 0,1 1 7 16,0 1-6-16,2-1 8 0,-1-1-1 0,2 1-4 0,0-3-6 0,1 1 3 15,0-1-4-15,0 0-2 0,0-1-4 0,1 0-5 0,-2-1-29 16,2 0 8-16,-1-1-14 0,0-2-21 0,1-1-17 0,1 1-24 0,0-2-107 16,1-1-52-16,0 0-25 0,2 1-2 0</inkml:trace>
  <inkml:trace contextRef="#ctx0" brushRef="#br0" timeOffset="141379.6">15254 12605 1580 0,'-1'3'195'0,"-1"0"-22"0,-1 2 9 0,2-2-81 0,0 4-18 0,0 1-27 0,-1-1-35 0,1 1-24 0,0 1 11 0,1 0-12 0,1 2 21 0,0 0-5 0,2-2-7 0,-2 0-17 0,1-1-2 0,1 0-6 0,-1 0-15 0,1-2 12 0,1-1 6 0,-1 2-41 0,-1-3-19 16,1-1-2-16,-1 1-150 0,0-2-166 0,3-1-53 0</inkml:trace>
  <inkml:trace contextRef="#ctx0" brushRef="#br0" timeOffset="141656.45">15728 12249 1582 0,'-8'0'203'0,"-1"2"49"0,0 2-103 0,0 1-18 16,1 4-31-16,0 2-40 0,-3 5-27 0,8 1 3 16,-3 1-12-16,-2 7-5 0,0-1-5 0,-5-3-7 0,-4 3-15 15,1-1 13-15,3-1-13 0,-3 3 21 0,4-3-4 0,1-3-9 16,-3 2-27-16,4-5 13 0,2-2-15 0,0 2 12 0,3-3-13 15,0-4-8-15,0 1-40 0,1-2-24 0,0 0 11 0,-1-1-131 16,2-1-79-16,-2-1-27 0</inkml:trace>
  <inkml:trace contextRef="#ctx0" brushRef="#br0" timeOffset="141851.18">15447 12343 1239 0,'2'4'192'0,"-1"0"312"0,-1 3-290 0,2 0-37 16,-1 3-43-16,1 1-66 0,1-2 12 0,2 2-37 0,0-1 6 16,2 0-11-16,0 3-15 0,0 1-22 0,2 0 10 15,-1 0-13-15,3 0 16 0,-1-3-4 0,1 0-5 0,3 1-11 16,-2-3 4-16,0-1-7 0,4 1-13 0,0-1-15 0,-1-1-12 0,2 1-35 16,-9-1-36-16,-1-2 23 0,1 1-150 0,-4-2-125 15,7 1-30-15</inkml:trace>
  <inkml:trace contextRef="#ctx0" brushRef="#br0" timeOffset="143546.82">15839 12525 718 0,'-1'0'167'0,"0"-2"324"0,-1 2-304 0,0 0-29 16,1 0-32-16,0 0-57 0,1 3 12 0,0-2-34 0,0 4 19 0,0-2-9 0,1 3-12 0,0 2 0 0,2 0 5 0,-1-1-10 0,1 5-3 0,0-1-3 0,0 2-11 0,1 3-23 0,0-5 16 16,-1 5-21-16,0 0 7 0,2-2 3 0,-2 0-7 0,1-2-14 0,0-3-1 0,1-2-6 0,1 2-30 0,0-1-30 0,1-1-9 0,3-1-178 0,-1-1-227 0,0-2 5 15</inkml:trace>
  <inkml:trace contextRef="#ctx0" brushRef="#br0" timeOffset="144428.35">16503 12252 571 0,'0'1'290'0,"-1"-1"-141"0,-2 0 189 0,1 0-170 16,1 0 2-16,0 0-40 0,0 2-43 0,0 0-15 0,1 1-26 0,0 2-12 0,0 0 14 0,1 3-17 0,1 2 22 0,1 1-9 0,1 2-14 0,-1 0-19 0,3 2 14 0,-2-1-17 0,2 4 12 0,1-4-6 0,-2 2-9 0,2-3-11 0,1-2 7 0,0 5-7 0,-1-4 18 0,-1 2-5 15,-1-2-7-15,-1 1-6 0,-3-4-2 0,1 0-2 0,2 0-33 16,-4-2-7-16,1 1-8 0,-3-2-40 0,-2 1-23 0,1-2 10 16,-3 1-166-16,1-3-94 0,-2 1-38 0</inkml:trace>
  <inkml:trace contextRef="#ctx0" brushRef="#br0" timeOffset="144593.26">16356 12489 1516 0,'-4'0'-302'0,"1"-1"602"0,1 1-57 0,0 0-94 16,2-3-38-16,0 0 6 0,3 0-34 0,0-1-23 0,0-1-9 16,3 0-10-16,2-3-15 0,0 1 9 0,1 0-14 15,2-1 6-15,0 3-10 0,2-1-12 0,2-2-8 0,0 2 3 0,0-1-4 16,1-1-20-16,0 5-30 0,2-3-16 0,6 1-109 16,-2 1-78-16,5-3 32 0,1 2-82 0</inkml:trace>
  <inkml:trace contextRef="#ctx0" brushRef="#br0" timeOffset="145225.14">16971 12764 894 0,'-2'3'135'0,"1"1"31"0,-2-3 6 0,1 0-53 16,1 0-35-16,0-1-16 0,1 2-24 0,-1-2-7 15,0 0 15-15,1 0-17 0,0 0 18 0,-3-4-5 0,2 3-15 16,0-2-5-16,-1-1 17 0,1 0-20 0,0-1 25 0,-1 1-3 16,0-2-7-16,0-2 0 0,0 2 8 0,0-1-12 0,-2 0 16 15,2 0-6-15,0 0-6 0,-1-4-5 0,1-1 0 0,0 0-6 16,1-2-8-16,1 3 0 0,-1-4-4 0,1 1-4 15,0-2 5-15,1-1-8 0,0-1 2 0,0 0-2 0,0-1-5 16,1-4 4-16,1 0-2 0,-1-1 1 0,0 1-3 0,2 1-2 16,-1 5 2-16,0 0-8 0,1 1 6 0,-1 2-4 0,0-3 13 15,1 4-1-15,-1 1-4 0,2 0-2 0,-3 0 4 0,1 1-3 16,2 2 3-16,-2 0-4 0,2 1-4 0,-1 2-3 0,1 0 4 0,-1-1-2 16,2 3 7-16,-2 0-2 0,1 2-5 0,0-1-2 0,0 2 4 15,0-1-2-15,1 0 1 0,-2 1 1 0,2 1-3 0,-1 0-8 16,-1 0 13-16,1 1-10 0,0 2 11 0,0-1 0 0,1 0-8 0,2 1-5 15,-2 3 9-15,1-3-6 0,-2 3 12 0,1 0-3 16,-2-1-4-16,2 1 0 0,-3 2 1 0,0-1 0 0,0-1 2 0,0 0-2 16,0-1-3-16,-2 2-3 0,2-1 5 0,-3-1-2 0,1 1 7 15,-1-1 0-15,-1 0-3 0,1 4-11 0,-2-2 10 0,1 2-10 16,-3-1 15-16,-1 0 0 0,-1-1-6 0,-2 2-1 0,0 0 1 0,-1 0 0 16,1-2-1-16,1-2 1 0,1 0 0 0,2-2-10 0,0 3 10 15,3-1-8-15,2-2 11 0,3 0 2 0,1-1-5 0,4 0 0 16,2 1 2-16,3-1-2 0,2 0 3 0,-3-1 1 0,-1-1 3 0,-4 0-11 15,-3 3 6-15,-1-2-5 0,-3 1 14 0,5 1-2 16,-4-1-3-16,-1 1 4 0,-2-2 6 0,-1 1-2 0,1 1 15 16,-4 0-4-16,1 3-3 0,-4 0-13 0,-1-1 7 0,5 1-8 15,-1 0 4-15,-3 0-3 0,3-1-6 0,-10-1-13 0,-1 2 8 0,4-1-9 16,0 1 0-16,1 0-9 0,1-3-12 0,0 4-36 0,1-2-7 16,1 0-7-16,4-1-50 0,-1 0-24 0,3 0-24 0,1-3-219 15,2 0-171-15,1 3-24 0</inkml:trace>
  <inkml:trace contextRef="#ctx0" brushRef="#br0" timeOffset="145709.9">17375 12417 1381 0,'-9'0'-463'0,"5"0"877"0,0-1-104 0,2 1-160 0,0-1-60 0,2 1 15 0,0-2-40 0,0 1-9 0,3 0-9 0,2-2-21 0,1 1-17 0,1 0 17 0,2 0-22 0,0 1 19 0,-1-1-9 0,0 2-12 15,0 0-8-15,-3 0 10 0,2 0-7 0,-2 0 11 0,-1 3 0 0,-1-2-8 0,0 0 4 0,-2 3 11 0,-1 0-7 0,0 0 13 0,0 2-2 0,-2-1-3 0,-2 3-2 0,0 1 1 0,-3 1-3 0,-1 3-2 0,0-1-2 0,-1-1-2 0,-2 5-7 0,1-5 8 0,1 3-8 16,-1-1 13-16,1 1 1 0,2-2-3 0,0-2-5 0,4-1 11 0,0-2-9 0,3 2 19 0,0-2-3 0,1-1-4 0,1 1-13 0,3-2 11 16,0 0-10-16,3 0 12 0,0-2-5 0,2 2-11 0,1-3-5 0,3-1 8 0,-1-1-6 15,1 2 7-15,-2-2-8 0,0 0-10 0,2 0-59 0,-1-2-25 16,2-3-11-16,-1 2-203 0,1-3-178 0,-3 1-123 16</inkml:trace>
  <inkml:trace contextRef="#ctx0" brushRef="#br0" timeOffset="146826.42">18024 12244 954 0,'-4'-6'-163'0,"0"1"343"0,1 2-22 16,1-2-43-16,-2 1-44 0,1 0 23 0,1 1-43 0,0-1 28 0,0 0-13 0,0 1-17 0,0 0-33 0,0-1 25 0,1 2-30 0,-1 1 38 0,1 0-5 0,0 1-14 0,-1-1-12 0,1 1 13 0,-1-2-18 0,-1 2 22 0,0 0-4 0,1 0-10 15,-3 2-5-15,2-1 13 0,-2 0-14 0,1 0 14 0,1 1-3 0,-2 0-7 0,2 2-5 0,-3 0 3 0,2 2-6 0,-2 1-1 0,0-1-2 0,2 1-1 0,-3 2-13 16,3 2 12-16,-2 1-11 0,1 2 22 0,1-3-6 0,0 2-9 16,-2 1 1-16,1-1-2 0,1-2 4 0,-2 1-2 15,3-1-2-15,-2 0 0 0,3 1-10 0,-1-3 12 0,2 0-8 0,0 0 16 16,1-4-1-16,0 6-8 0,1-2-6 0,1 0 8 16,1 1-6-16,2 0 6 0,-1-2 1 0,1-1-5 0,0 1-2 0,1-1 6 15,0-2-4-15,-1-1 3 0,1-1 3 0,-1 0-1 0,1-1-14 16,1-2 10-16,-3 0-9 0,2-2 17 0,-2 1 0 0,1-2-2 0,1 1-12 15,-1-4 14-15,1 1-11 0,-1-2 19 0,0-2-5 0,2 0-11 0,-2-2-1 16,0 1 0-16,-1-1 0 0,-2 0 13 0,2-1-3 16,-1 0-1-16,-1 1-10 0,1-2 4 0,-2-1-3 0,0 1 10 15,0-4-6-15,0 4-5 0,0-1-11 0,0 2 14 0,-1 3-7 0,0 0 21 16,0 2 0-16,-1 2-6 0,1 0 8 0,-2 2 15 0,0 1-7 0,1 1 26 16,-2 1-2-16,1 0-5 0,-1 0-21 0,-1 1 19 15,0 1-19-15,1 0 21 0,-2 2-11 0,1-1-13 0,-1 1-7 16,1 3 1-16,-1-1-1 0,2 2 1 0,-1 1-3 15,0 0-4-15,2 2-16 0,-1 1 12 0,1-2-10 0,2 1 15 0,0 1-1 0,0-2-8 16,1 0-4-16,2 3 4 0,-1-6-3 0,2 0 2 0,1-2-8 0,0-1-4 16,3 1-27-16,0 2 3 0,2-2-9 0,0 0-13 0,3-1-8 15,0-2-14-15,2-2-53 0,2 0-30 0,2 0-5 0,1-3-161 16,0-2-99-16,-1 1-69 0</inkml:trace>
  <inkml:trace contextRef="#ctx0" brushRef="#br0" timeOffset="147475.46">18352 12243 979 0,'-9'3'-612'0,"2"0"1168"0,1 1-144 0,-3 1-209 0,1 3-104 0,-1 1 23 0,1 1-57 0,-1 1 12 0,2 0-19 0,1 2-25 0,0-2-17 0,3 1 6 0,-1-1-10 0,3 1 4 0,1-3 0 15,0-1-7-15,2-3-5 0,3 1 16 0,-1-3-15 0,4 1 20 0,-1-4-4 0,1 0-10 0,0-4-7 0,-2 0 12 0,1 3-11 0,0-2 16 0,-2 0-6 0,0 0-9 0,-1-5 7 0,0 0 4 0,-3 1-3 0,-1-2 18 0,0 0-1 0,-2 0-1 16,-2-2-5-16,0 2 12 0,-1 1-14 0,1-3 5 16,-1 1-6-16,2 2-9 0,-2-1-13 0,1 4 10 0,1 1-10 0,0-1 13 15,1 3 0-15,0 0-7 0,0 2-8 0,-1 0 11 0,2 0-9 16,0 0 18-16,1 3-2 0,0 1-6 0,1-2-8 0,2 5 13 16,-1-1-9-16,2 2 22 0,2 2-4 0,1-1-6 0,2 4-3 0,1-2 9 15,1 5-5-15,1 0 17 0,2 1-7 16,0-2-5-16,3 3-19 0,1 0 8 0,0 2-9 0,-1 3 9 0,-2 0-2 15,-1 2-6-15,3-2-12 0,0 0 9 0,-1-2-8 0,2-2 12 0,-5-1-1 16,4-1-7-16,0 0-7 0,-6 3 3 0,1-2-4 16,-4 0-1-16,-3-6-6 0,-1 2-6 0,-4-2-13 0,-2-2 14 0,-1 0-7 15,-3-2 36-15,-2-2-6 0,-3 1-7 0,0-3 5 0,-4 0-2 16,-1-3 3-16,1 0 0 0,-2-1-1 0,3-1 0 0,0 0-10 0,-1-5 11 16,3 1-10-16,-1-2 13 0,1-2 0 0,1 0-6 15,0-3-4-15,0 1 1 0,1 0-1 0,5 1 4 0,0-1-2 0,4-1-3 0,1 1-15 16,2-2 14-16,3-1-11 0,2 2 17 0,0-1 0 15,2 1-7-15,2 0-3 0,-1-3 11 0,1 1-7 0,1 0 13 16,1-3 3-16,-1 3-4 0,4-4-14 0,0-1 19 0,2-2-16 16,0-1 20-16,1 3-2 0,-1-4-6 0,3 3-1 0,-10-2 0 0,-1-1-1 15,-3 2 2-15,-2-3 0 0,5 0-1 0,1-2 1 0,1 2 7 16,-2 3-4-16,1 5-1 0,-3 4 0 0,-3 3-4 0,-1 2-5 16,-4 1 15-16,0 3-9 0,-1 3 32 0,-4 0-8 0,0 1-11 0,-2 4-11 15,-3 1 0-15,-1 6-2 0,0-1-3 0,-1 5 2 0,1 0 1 16,1 5-7-16,1-1 13 0,0 0-10 0,6 1 15 0,3-1-3 0,0-4-6 15,3 2 0-15,-2-2 5 0,1-1-2 0,4-4 8 0,-3-2-4 16,4-1-2-16,2-3 0 0,2 2 4 0,8 2-3 0,3-3 7 16,-2-3-1-16,2 0-3 0,1-1-14 0,-3-2 10 0,1-2-10 15,0 0 11-15,-2-1-3 0,-1 1-4 0,0-1-4 0,-3-1 1 16,0 2-1-16,-2-2-10 0,0 0-7 0,-2 0-7 0,0 0-43 0,-2-3-13 16,0 2-12-16,0-1-131 0,-1 5-98 0,-2-1-74 0</inkml:trace>
  <inkml:trace contextRef="#ctx0" brushRef="#br0" timeOffset="152281.32">14817 13164 164 0,'0'0'-35'0,"1"-2"-71"0,-1 0 85 0,0 0 32 0,0 0-6 0,0 1 30 0,0-2 0 0,1 0 0 0,1 0 11 0,-2 1-9 0,1 0 10 0,-1-2 0 0,0 3 1 0,-1-1 5 0,-2 0-34 0,2 1 36 0,-1-2-30 0,1 2 39 16,0-1-15-16,0 2-25 0,-1 0-1 0,1-1 2 0,0 1-1 0,1 0 0 0,0 0-5 0,0 0-9 0,0 1-19 0,0 1 25 0,1 0-20 0,2 1 36 0,1-1-2 0,2 0-9 0,0 0 1 0,1 1 0 0,2-1 0 0,0 0 0 0,1-2-1 0,1 0 0 0,3 0-20 0,-1 0 20 0,2 0-20 16,0 0 19-16,0 0-5 0,2-2-6 0,0 1-6 0,1 0 5 0,-1 0-2 0,1-1 14 0,-1 0-2 0,-1 0-8 15,5 1-14-15,-2-1 20 0,-1-1-17 0,1 0 21 0,-5 2-2 0,0-1-9 0,-7 0-17 0,-2 0 9 0,-1 0-7 0,-1 2 18 0,5-1 0 16,-1 0-8-16,-1 0-11 0,0-1 17 0,-2 1-16 0,1 0 14 16,-3 0-1-16,0 1-6 0,0 0-5 0,-1 0 7 15,0-2-3-15,-1 2 31 0,0 0-4 0,-2-1-5 0,0 1-28 0,0-1 19 16,-2-1-19-16,-1 1 24 0,1 0-7 0,-3 0-8 0,-1 1-10 0,0 0 7 15,-2-2-2-15,4 1 19 0,2 1-4 0,-4-1-9 0,-2 1-16 16,-8 0 16-16,-3 0-13 0,-1 1 21 0,1-1 0 0,1 1-7 16,1 1-16-16,-1-2 14 0,0 2-11 0,1-1 21 0,1 2 0 15,0-2-9-15,2 1-8 0,-1-1 11 0,1-1-11 0,0 1 10 16,3 0 1-16,-1 1-2 0,2-1-16 0,-1-1 14 0,1 1-10 0,2-1 30 16,1 1-5-16,-1-1-7 0,1 0-14 0,0 0 8 0,2 0-7 15,2 0 16-15,0 0-5 0,2 0-8 0,0 0-7 0,0 0 4 16,2 0-3-16,0 0 13 0,0 0-3 0,1 0-2 0,0 0-9 0,0-1 9 15,0 1-7-15,0 0 11 0,2 0-7 0,0 0-6 16,2-1 11-16,0-2-8 0,3 1 12 0,2 1-1 0,1-3-1 0,1 1 0 16,1 1-16-16,0-1 20 0,-1-1-17 0,2 2 18 0,0 2-2 15,-2-2-9-15,3 1-1 0,-2 0 1 0,0 1-1 0,1 0 7 16,-2 0-2-16,0 0-4 0,3 0-13 0,-1 1 17 0,1 0-13 16,0-1 21-16,1 2-3 0,-2-2-10 0,3 0-15 0,0 1 15 0,1 0-12 15,1 0 29-15,2-1-5 0,-1 2-10 0,1-1-12 16,0 0 13-16,-2-1-11 0,-5 2 18 0,-2-2-9 0,2 0-7 0,3 0-5 15,6 1-16-15,0-1 8 0,-2 0-51 0,-2 1-10 0,-1-1-9 16,0 0-76-16,-3 0-51 0,-1 0-11 0</inkml:trace>
  <inkml:trace contextRef="#ctx0" brushRef="#br0" timeOffset="159342.82">16782 12924 217 0,'3'0'-48'0,"-1"-2"8"0,0 0-62 0,-1 1 106 0,3 1 29 0,-2-1 6 0,2-1 5 0,0 1-8 0,0-1-4 0,1 0-25 0,-1 1 7 0,1-1-7 0,-1 2 19 0,-1-2-1 0,2 1-8 0,1 1-16 0,-2-1 23 0,1-1-21 0,-1 2 28 0,1-1-10 0,-1 2-12 0,-1 1-14 0,1 0 22 0,-1 0-13 0,1 0 38 15,-2 1-7-15,1-2-17 0,0 1-8 0,1 2 9 0,-1 0-11 16,2-1 4-16,-2 1 0 0,3-1-3 0,-1-1-9 0,2-1 9 0,0 0-7 16,1 1 25-16,1-1-4 0,0-1-2 0,0-1-7 0,1-1 6 15,0 0-4-15,1 0 10 0,0 0-4 0,2-2 0 16,1 1-12-16,3 0 11 0,2-1-6 0,1 0 25 0,2 0-6 0,-1 0-9 0,1-1-9 15,-5 3 3-15,1-4-3 0,0 3-2 0,4-1-4 0,5 0-3 16,2 3-14-16,-1 1 10 0,-2-4-6 0,2 4 23 0,-2 0-3 16,-1-4-7-16,5 4-7 0,-1-1 3 0,3-1-5 0,2 2 4 15,2-1-1-15,-1 0 1 0,-2-2-4 0,-4 2 1 0,-5 0 0 16,3-1 2-16,-3 2 2 0,5 0-3 0,-1 0-7 0,-1 0 10 0,0-1-11 16,-1 0 8-16,-2 0 2 0,2-1-1 0,1 2-15 0,1 0 19 15,4 0-14-15,4 0 22 0,-3-1 1 0,1 0-13 0,2-1-9 16,-10 2 18-16,4-2-16 0,-2 1 15 0,-2-2-5 0,6 2-7 0,-6-2 0 15,3 1 0-15,-3-2 3 0,1 3 1 0,-1 1 2 0,-1 0-3 16,1 0-17-16,-2 0 23 0,0 1-19 0,0-1 27 0,-1 1-4 16,-4-1-12-16,3 0-3 0,-8 1 3 0,-1-1-1 0,-6 3 15 15,-1 0-3-15,1-2-3 0,1 0-16 0,4 2 22 0,2-1-17 16,-1-2 26-16,0 1-4 0,0 1-12 0,-1-2-3 0,2 1-4 16,-3 2 4-16,0-1 2 0,0-1 2 0,-2 1 0 0,1 0-21 0,-2 0 20 15,1 0-18-15,-2-1 23 0,-1-1-10 0,-1 0-9 0,1 0 8 16,-2 0-9-16,1 0 12 0,-2 0-3 0,-1 0 1 0,1 0 2 15,-1 0-7-15,-1 0 9 0,0 0-10 0,0 0 5 0,-1 0 1 16,1 0-3-16,-1 0-8 0,0 0 3 0,0 0-4 0,0 0 16 0,0 0-2 16,0 0-2-16,0 0-15 0,2 0 7 0,-2 0-11 0,0 0-2 15,0 0-6-15,0 0-6 0,0 0-10 0,0 2 7 0,0 2-4 16,0-1 8-16,0-3-8 0,0 3-16 0,1-2-52 0,-1 2 5 16,0 4-22-16,-1 0-56 0,-1 2 106 0,0 1-19 0</inkml:trace>
  <inkml:trace contextRef="#ctx1" brushRef="#br0">16266 15675 0,'0'0'0,"0"0"16,0 0-1,0 0-15,0 0 16,0 0 0,0 0-16,0 0 15,0 0-15,0 0 16,0 0 0,0 0-16,24-92 15,-5 58 1,-1 1-16,0 0 15,-2-3-15,-3 1 16,4 1 0,1-3-16,1 2 15,-6 9 1,-5 10-16,-3 4 16,-3 7-1,-2 0-15,0 3 16,0 2-16,0-2 15,0 2 1,0 2-16,1-1 16,0 3-1,0-1-15,1 5 16,1 1 0,0-1-16,2 1 15,0-2-15,0-1 16,-1 0-1,0-2-15,-2 0 16,0-2 0,-1 0-16,0-1 15,-1 0 1,0 0-16,0-1 16,0 0-16,0 0 15,0 0 1,0 0-16,0 0 15,0 0 1,0 0-16,0 0 16,0 0-16,0 0 15,0 0 1,0 0-16,0 0 16,0 0-1,0 0 1,0 0-16,0 0 15,0 0-15,0 0 16,0 0-16,0 0 16,0 0-1,0 0-15,0 0 16,0 0 0,0 0-16,0 0 15,0 0-15</inkml:trace>
  <inkml:trace contextRef="#ctx0" brushRef="#br0" timeOffset="183641.63">11590 13735 527 0,'-2'-4'142'0,"-1"2"205"0,2 1-269 0,-1 0-62 0,2 1-5 0,0 1-6 0,1 0-3 0,-1-1-3 0,1 2-8 0,1 0 12 0,0 0-3 0,1-1 33 0,-2 1-5 0,2-2-9 0,0 3-19 0,0 0 17 0,0 0-15 0,2 0 28 0,1 1 0 0,1 0-6 0,2-1 10 0,3 3 9 0,0-3-2 0,-1 3 20 0,3 0-7 15,-6-2-8-15,1 2-7 0,2 1 6 0,2-2-7 0,7 2-2 16,2 2-15-16,-3 2-8 0,0-1-12 0,-2 1 10 0,0-3-3 16,1-2 13-16,-2 0-3 0,1 1-13 0,0 6-5 0,-2-1 10 15,-2 2-10-15,0-3 14 0,-2-2-2 0,0-2-4 0,0 0-8 16,0 2 6-16,0-1-6 0,-2 2 10 0,-2 0-2 0,1-1-6 0,0-1-4 16,0-2 7-16,-1 1-6 0,-2-1 7 0,1 1-8 0,-2-2-4 15,1 0-9-15,1 0-4 0,-1-3 4 0,1 4-17 0,-2-4-5 16,2-1-10-16,-2 1-44 0,2-1 1 0,0-1-16 0,-2 0-44 15,2 0-17-15,-2-1-20 0,1-1-77 0,0 1 144 0</inkml:trace>
  <inkml:trace contextRef="#ctx0" brushRef="#br0" timeOffset="183990">12403 13646 1463 0,'-6'-6'-49'15,"1"2"93"-15,-1 1-13 0,0 1-20 0,1 2-11 16,1 0 7-16,1 2-7 0,1 1 6 0,1 0-2 0,0-1-2 0,-2 3 1 16,2 0 11-16,-1 0-5 0,0 3 24 0,-1 0-11 0,1 0-9 0,-2 0-25 15,0 3 12-15,-1 0-8 0,0 2 35 0,1 2 3 0,-1 2-1 16,0 1-3-16,0 1 11 0,1 3-10 0,-1 1 9 0,0-3-5 15,0 4-10-15,-3 1-20 0,-2 1 13 0,0 4-14 0,0 0 13 16,-1-5-8-16,1 4-7 0,-1-1-1 0,-2 1 2 0,4 1 1 16,-2-2 10-16,5-3-4 0,1 1-4 0,-4 1-17 0,-2 0 15 15,-4 2-11-15,-2-2 25 0,2-8-2 0,1 1-6 0,0-2-5 0,0 1 5 16,0 5-6-16,1-1-6 0,0 0 4 0,3-2-4 0,1-2-6 16,2-3 8-16,2 0-13 0,-1-1-24 0,2-2-11 0,-1 0-15 0,3-2-52 15,1 2-2-15,0-1-11 0,1-3-39 0,0 0-22 16,1 0-27-16</inkml:trace>
  <inkml:trace contextRef="#ctx0" brushRef="#br0" timeOffset="185057.73">12680 13980 650 0,'0'-6'47'16,"1"0"7"-16,0 2-15 0,2 1-4 0,-3 1-13 0,-1 2 4 0,-2-2-3 0,2 2 2 0,-2 2 1 0,-2-1-3 0,2 1 1 0,3 1-13 0,-1-3 3 0,1 1-5 0,0 1-1 0,0-1-1 0,1 3-2 0,0-2-7 0,2 2 3 0,0 1-1 0,0 0 22 0,0 0 4 0,1 2 2 0,-1-2-17 0,-3 1 29 0,-2 2-24 0,1 0 34 0,0 1-7 0,4 1-12 0,-1 0 0 16,2 2 0-16,-3 2 0 0,-1 0-3 0,2 4-1 15,-1 0-8-15,1 2-9 0,2 2 14 0,-2 0-13 0,-2 3 6 0,0 1-6 16,-2 3-8-16,1 2-1 0,-2 1 12 0,0-9-4 0,1 0 21 16,0-1-7-16,-2-2-8 0,1 6-19 0,1-2 8 0,2-2-9 15,2 1 6-15,1-6 4 16,-1-4-1-16,-2-1-9 0,0-1 11 0,0 0-9 0,2-1 13 0,-1 2-3 0,0 1-10 0,-5 0-3 0,1-3 12 15,3-1-8-15,-2-2 3 0,9-3 2 0,-4 1-4 0,-5-2-16 16,4 1 3-16,-4-2-11 0,3 0-21 0,3 0-14 0,-3-2-16 16,4 1-77-16,-1-1-16 0,-1-1-18 0,0-1-156 0,-1-1 203 15,3-2-33-15</inkml:trace>
  <inkml:trace contextRef="#ctx0" brushRef="#br0" timeOffset="185923.71">13272 14259 224 0,'0'-1'43'0,"-1"0"-22"0,-1 0-8 0,2 1-8 0,-3-2 14 0,3 2 9 0,0 0 4 0,0 0-7 0,0 0 34 0,0 0-29 0,0 0 36 0,-2-1-9 0,0 1-12 0,1-1-10 0,1-1 0 0,0 2-2 0,0 0 1 0,0 2 1 16,-2-2-7-16,0 0-6 0,2 0 17 0,-1-2-18 0,-1 2 5 0,1 2-3 0,-2-1-5 0,0 3-8 15,0-2 6-15,0 0-4 0,-1 3 7 0,-1-1-4 0,0 3-10 0,-3 0-14 16,3-1 21-16,-3 1-15 0,0 2 27 0,2 1-1 0,0 1-10 16,-2 3 1-16,5-3-5 0,-1-1 3 0,1 3-2 0,-2-1-3 15,-3 3 0-15,-1 1-11 0,0 0 6 0,0-4-5 0,0 2 4 16,1-2 1-16,2-1-2 0,-1 0-2 0,1-1-2 0,-2-2 1 15,2 1-2-15,-1-4-3 0,0 2-7 0,2-1-11 0,-1-3 9 0,0 3-7 16,2-3 6-16,-2 0-5 0,0 1-10 0,0 0-19 0,0-3-12 16,2 1 2-16,-1 0-51 0,1-2-32 0,0 0-24 0</inkml:trace>
  <inkml:trace contextRef="#ctx0" brushRef="#br0" timeOffset="186330.82">13052 14229 327 0,'6'4'194'0,"-6"-4"-115"0,0 0 146 0,-3 1-224 16,1 1 6-16,0 1-17 0,1 0 16 0,1-2-2 0,-1 1-3 0,1 1-2 16,-2-2 10-16,2 0-7 0,2-1 26 0,-1 3-3 0,2 0 4 15,0-1 2-15,3-1-7 0,-3 1 8 0,2-1-4 0,0 0-2 16,1-1-1-16,0 3 1 0,2-1 10 0,-2 1-6 0,3 2 7 16,1-1 2-16,-1 0-4 0,3 1-7 0,-3-1 2 15,-2 0-5-15,4-1-1 0,-4 3-2 0,2-1-5 0,-6 2-13 0,1 1 18 16,1-2-15-16,-2 3 26 0,7-1-5 0,-2-5-6 0,1 4-19 0,-1-3 14 15,-1 0-13-15,-2 4 14 0,4-4-2 0,-2 1-7 0,2 2-10 16,-1-2 12-16,-2 1-11 0,0-1 10 0,-3 0-5 0,2 0-5 0,-1 3-11 16,2-3 11-16,0 1-5 0,-2 1 5 0,1-2-5 0,-1-2-22 15,1 4-2-15,-1-3 0 0,1 0-7 0,-2-1-53 0,0-1-15 16,1 0-18-16,-1 1-69 0,0-1-35 0,1-2 1 0,-2 3 63 16</inkml:trace>
  <inkml:trace contextRef="#ctx0" brushRef="#br0" timeOffset="186873.79">13470 14262 690 0</inkml:trace>
  <inkml:trace contextRef="#ctx0" brushRef="#br0" timeOffset="187108.46">13392 14307 935 0,'5'6'-591'0,"-2"-6"992"0,-1 0-135 0,-1-1-226 0,1 1-46 0,1 0 9 0,0 1-14 16,3 1 15-16,-1-2-2 0,1 1-1 0,1 0-13 0,1 2 8 15,0-1-7-15,1-1 14 0,-2-1-9 0,1 0-15 0,1 0-30 16,0 0 13-16,1 3-17 0,-1-2-18 0,0 1-17 0,0 0-24 0,0-1-43 16,0-1 84-16</inkml:trace>
  <inkml:trace contextRef="#ctx0" brushRef="#br0" timeOffset="187959.45">13498 14221 126 0,'-5'0'41'15,"0"0"-27"-15,-1 0 16 0,0 0-25 0,2 0 20 0,-1 0-15 0,1 0 46 0,-1 0-7 0,2 0-12 0,0 0-28 0,-2 0 26 0,2 0-24 0,1 0 28 0,-2-1-4 16,2 1-11-16,0-2-7 0,-2 1 8 0,3 1-7 0,0-2 19 0,0 0 4 0,0 2 1 0,1 0-8 0,-1-1 12 0,1 0-16 0,0 0 2 0,1-1-9 0,0 0-7 0,0 0-2 0,-1 0-13 0,1 1 11 0,0-1-10 0,-1 2 1 0,1 0 4 0,1-1-27 0,-1 0 27 0,0-1-23 0,-1 2 36 0,1 0-4 16,0 0-12-16,-1-1-1 0,0 1 17 0,0 0-7 0,1 0 36 0,-1 0-3 0,0 0-8 0,1 0-11 0,-1 0 8 0,1 0-11 0,2 0-4 15,-2 1-4-15,0-1-5 0,2 0-3 0,0 0 5 0,0 0-1 0,0 0 9 16,0 0-1-16,0 0-7 0,0 0-11 0,1 0 6 0,-1 0-8 15,0-1 0-15,1 1 0 0,-1 0-1 0,0 0-4 0,1 0 9 16,-2-1-4-16,0 1 1 0,1 0 3 0,-2 0-10 0,1 0-18 16,0 0 22-16,-1 0-20 0,2 0 26 0,-2 0-8 0,1 0-11 0,0 0-16 15,2 0-1-15,-2 1-4 0,0-1-32 0,0 1-14 16,1-1-24-16,-1 0-90 0,1 0-35 0,1 2-22 0</inkml:trace>
  <inkml:trace contextRef="#ctx0" brushRef="#br0" timeOffset="188694.19">13691 14257 237 0,'-2'0'15'0,"-2"-1"7"0,2-1-7 0,1 2-4 0,-1-1-1 0,3 1-10 0,-1 0 14 0,2 0-6 16,0 1 39-16,-2-1-6 0,0 0-9 0,1-1-20 0,2 0 15 0,0-1-14 0,-2 1 19 0,0 0 1 0,0-2-3 0,0 2-25 0,3-1 21 0,-1 2-19 0,-1-3 34 0,2 0-2 0,0 2-10 0,0-1-20 0,1-1 14 0,-4 0-18 0,4 1 10 0,-3 1-4 0,2-1-5 0,0 1-16 15,-2-2 20-15,2 2-12 0,1-1 32 0,-1 0 1 0,1 1-10 0,0 0-5 0,-2-2 16 0,0-1-14 0,2 3 13 0,1-1-4 0,-3-1-6 0,0 0 1 0,2 2 9 0,-3 0-4 0,1 0 9 0,1-1-3 16,-2 0-12-16,1 0-3 0,1 2 3 0,-2 0-7 0,0 0-2 0,0 0-3 16,1 0 1-16,-2 0-3 0,1 0-1 0,-1 0 4 0,0 0 17 0,2 0-3 15,-2 0-2-15,0 2-22 0,1-1 24 0,-1 0-20 16,1 1 33-16,0 0-7 0,-1-1-12 0,0 3-3 0,0 0 0 0,0 0 0 15,0 1-3-15,0-1 1 0,0 2-5 0,1 1-7 0,0 0 11 16,0 0-12-16,1 2 9 0,1-2-5 0,-1 2-4 0,2 0 3 16,-2 0-3-16,-1-1 4 0,1 1 2 0,0-3-1 0,0 2 0 0,1-2-13 15,-2 2 19-15,1-3-14 0,1 0 20 0,0 1-3 16,-1-3-11-16,2 1 8 0,-1-1-2 0,1-3 2 0,-1 0-8 0,1 0 4 16,-2 0-5-16,1 1-12 0,0 0 25 0,1-1-20 0,-1 2 22 15,1-2-9-15,-2 0-16 0,0 0 3 0,1 0-2 0,-1-2 4 0,-1 1 5 16,2-2-2-16,-1 1 0 0,0 1-16 0,1-1 6 0,-1 0-7 15,1 1 0-15,0-5-9 0,-1 1-7 0,2 1-16 16,-2-1-15-16,2 1 9 0,-2 1-23 0,1-1 1 0,-1 0-2 0,0 1-6 16,0 1 11-16,0 1-7 0,-1-1 3 0,0 1-1 0,-1 0-5 0,2 1-15 15,-2 0-11-15,-1-2 5 0,0 1-22 0,-1-1 71 0,-2 2 2 16</inkml:trace>
  <inkml:trace contextRef="#ctx0" brushRef="#br0" timeOffset="189172.64">13981 14183 885 0,'-5'0'-62'0,"-1"-3"130"0,2 2-26 0,-1 0-24 16,1 1-22-16,1 0 8 0,-2 1-7 0,2 0 5 0,-1 2 2 0,1-2-2 0,1 0 1 0,-2 0 3 0,2-1-1 0,0 3 8 0,0-2-5 0,-1 1-8 0,1 0-2 0,0-1 5 0,-1 1-3 0,0 0 0 0,0 1 1 0,1-1-1 16,-2 0 0-16,2 2 1 0,-1-2 0 0,-1-1 2 0,1 2 1 0,0 1-1 0,-1 0 4 0,0-1 10 0,0 3-9 0,0-1 6 0,-1-1-1 0,1 1-2 0,-2-2 2 0,1 4 2 0,-1 1 1 0,0-1 17 15,0 1-3-15,-1 0 0 0,-1-1-17 0,1 1 21 0,1 0-17 0,-1 1 21 0,1 0-13 0,-2 0-15 0,2 1-6 0,-1-5-2 0,0 3 5 0,0-2 3 0,1-1 0 16,0 5-7-16,2-1-5 0,-1 0 4 0,1 0-5 0,-1-1 4 0,2 0-6 15,2 1 0-15,-2-2-27 0,0 0-4 0,0-4-3 0,-2 3-20 16,4-4 3-16,-1-1-4 0,1 1-16 0,0-1 10 0,-2 0-14 0,1 1-18 16,0-2-15-16,0 0-17 0</inkml:trace>
  <inkml:trace contextRef="#ctx0" brushRef="#br0" timeOffset="189955.13">14204 14174 885 0,'-3'0'-77'0,"-1"-2"164"0,2 0-29 0,2 2-31 0,0-1-35 0,0 1 27 0,-1 0-23 16,1 0 29-16,0 0-4 0,0 0-9 0,1 0 3 0,0 0-5 0,0 0 6 0,-1 1-5 0,1-1 2 0,-1 1 1 0,0 2-9 0,0-1 16 0,2 0-15 0,-2 0 16 0,0 2-7 0,0-2-5 0,0 5 2 0,1-2-5 0,1 1 7 0,-1 1 2 0,0-1-3 0,1 2-2 0,-2 1-21 16,0 1 23-16,0-1-20 0,0 1 19 0,3-1-3 0,-2 1-11 0,-1 1-8 0,-1-2 10 0,0 0-7 0,1-2 16 0,0 1 3 0,0-2-7 0,0 3-28 0,0-2 29 0,-3-2-26 0,2 1 37 0,-1-6-17 15,1 0-14-15,2 0-38 0,0 0-28 0,-1 3 8 0,0 1-100 0,0-3-28 0,-3 0-30 0</inkml:trace>
  <inkml:trace contextRef="#ctx0" brushRef="#br0" timeOffset="190229.78">14125 14224 795 0,'2'0'221'0,"-2"0"-102"0,0 0-73 0,-3 0-27 0,3 0-19 0,0 0 0 0,4 2-2 15,-1-1 1-15,2 2 5 0,-1-2 1 0,1-1 25 0,1 0-5 16,0 0-3-16,3-1-13 0,0 1 9 0,0-1-10 0,0-1-2 15,-8 2-1-15,3-1-5 0,2 0-9 0,1 0 9 0,5-1-6 0,-1 1 20 16,-1 0-6-16,3-1-7 0,-2 1-8 0,-1 0 7 0,-1 0-6 16,-2-1 1-16,0 2-6 0,-1-1-7 0,1 0 0 0,0 0 1 15,-2-1 3-15,-1 1 13 0,-1 0 1 0,-1 1 2 0,1 0-15 16,0-2 13-16,-1 2-14 0,2 0-6 0,-2 0-21 0,0 2-23 0,0-1-52 16,1-1-37-16,-1 1 9 0,1 1 24 0</inkml:trace>
  <inkml:trace contextRef="#ctx0" brushRef="#br0" timeOffset="192118.25">14608 14105 213 0,'-2'-2'3'0,"-1"0"-28"0,2-1 33 0,-1 2 44 0,1 0-26 0,0 1 53 0,0 0-11 0,0-2-12 0,0 2-21 0,1-1 18 0,0 0-16 0,-1 1 22 0,1 0-6 16,0 0-7-16,0 0-24 0,0 0 8 0,-1 0-10 0,1 0 12 0,0 0-2 0,0 0-8 0,0 0-18 0,-2 0 20 0,2 0-21 0,0 0 18 0,0 0-4 0,-1 0-9 0,1 0-5 0,0 0 1 0,0 0 0 0,0 0 4 0,-3 1 2 0,3 0-4 0,-1 1-2 0,1 1 15 0,0 0-13 15,0 0 7-15,1 2 0 0,-1-1-4 0,0 2-3 0,0 0 0 0,0 1 1 16,0 0 9-16,0 2-2 0,2 0-1 0,-2 0-25 15,0 2 22-15,1-3-19 0,0 1 27 0,2 2-7 0,-2-2-12 16,1 2-1-16,-1-1 5 0,1-1-1 0,1 0 9 0,-1-1-1 0,0 0-5 0,0 1-7 16,0 0 8-16,2-2-9 0,-2 1 4 0,2 0 1 15,-2 2-1-15,1 1-12 0,1 0 9 0,-1-2-8 0,1 0 19 16,-1-8-4-16,-1 1-6 0,0 1-17 0,2-2 5 0,-1 2-10 0,0 2-22 16,1-2-13-16,-2 0-13 0,1 2-29 0,-2-2-11 0,-1 2 3 15,-2-2-29-15,-1-1-7 0,-1 3-10 0</inkml:trace>
  <inkml:trace contextRef="#ctx0" brushRef="#br0" timeOffset="195143.5">14996 14358 233 0,'0'0'6'0,"-1"-3"-6"0,1 2 25 0,-2 0-26 0,2 0 16 0,0-1-4 0,0 2-9 0,0-2 7 0,3 1 15 0,-2-1-3 0,0-2 41 0,2 4-13 0,-2-2-9 0,3-1-16 0,-3-1 6 0,1 3-7 0,2-1 2 0,-2 0-4 0,1 2-4 0,-1-1-2 0,1 0-2 0,-1-1 4 0,1 0 10 0,0 1-6 0,-1-1-3 15,0 2-16-15,0 0 4 0,-1 0-6 0,3 0 5 0,-3 2-5 16,2 0-1-16,-1 1 2 0,1 1 0 0,0-1 6 0,-1-1 7 16,1 3 3-16,-1-3-3 0,0 4 4 0,-2-1 9 0,0-2-8 15,1 3 11-15,-2-1-2 0,0 0-1 0,0 0-10 0,-1 0 12 16,-1 1-9-16,0 3 10 0,1-1-5 0,-3 1-18 0,2 3-21 16,0-3 25-16,-1 0-22 0,1-1 29 0,-1 0-8 0,0-1-10 0,-1 0 0 15,0 2-2-15,-1-1 3 0,1 1 6 0,0 0 0 0,-1-1-3 16,0 0-19-16,0 0 1 0,-1-1-14 0,1-1-47 0,0 2-25 15,2-1-23-15,-2 0-81 0,0-2 112 0</inkml:trace>
  <inkml:trace contextRef="#ctx0" brushRef="#br0" timeOffset="196424.33">15565 14129 165 0,'1'-4'114'0,"-2"1"-65"0,0 1 86 0,-2-2-130 0,-1 2 10 0,3 2-17 0,-1-2 18 0,1 1-2 0,0 0-9 0,-1-2-22 0,1 2 27 0,0 0-22 0,0-2 44 0,0 0 1 0,0 1-8 0,0 1-2 0,-2-1-4 0,2 0 1 0,-1 0-3 16,0 0 1-16,0 1 3 0,-2-2-25 0,2 0 25 0,0 1-21 0,-1-1 42 0,1 2-10 0,-1-1-11 0,-2 0-11 0,2 0 8 0,-1 0-3 0,0 1 15 0,1 0-2 0,-2 0-10 0,0-1-27 0,0 1 31 0,0 0-26 0,0 1 41 0,1-2-7 0,-1 2-15 0,-2 0 5 0,2 2-6 0,-2-1 8 0,-1 2-8 0,1-1-1 16,1-1-3-16,-1 3 0 0,1-1 5 0,1 1-6 0,0-1-2 15,1 1-3-15,0 1-1 0,1 1-15 0,0-1 11 0,0 1-8 16,1 1 23-16,0 0 0 0,1 1-7 0,1 1-16 0,-1 0 14 15,0 2-14-15,1-2 12 0,0 0-1 0,0 0-1 0,1-1-9 0,0 1 6 16,1 0-4-16,-1 0 12 0,0-2 0 0,1 1-5 0,1 0 1 16,-1-1 3-16,0 1-4 0,0-1-1 0,1-2-4 0,-1 0 0 0,1-1 1 15,0-2 3-15,0 2 0 0,0-1 3 0,1-3 0 16,0 2-3-16,2-2-15 0,-1 0 19 0,1-2-15 0,1-1 28 0,-2-1-10 16,2 0-8-16,-1 1 6 0,-1-3-7 0,1 3 10 0,-2-3-4 15,0 0-1-15,-1 2 1 0,1-1-17 0,-2-1 16 0,0 1-12 16,-1-4 25-16,0 3-6 0,-1 1-9 0,0-2-1 0,0 2 5 15,-1-1-2-15,0 1 9 0,0 1-2 0,-1 1-10 0,1-2-1 0,-2 2 10 16,1-2-8-16,1 1 6 0,-1 0-4 0,1 2-6 0,-2-2-7 16,3 1 11-16,-1 1-5 0,1 0 15 0,1 1 2 0,0 0-11 15,1 0-8-15,-1-1 14 0,1 2-13 0,0-1 12 0,2 1 0 16,-2-1-6-16,1 1-1 0,1 0-3 0,-2 0 3 0,1 0 10 16,2 0-1-16,-1 0 0 0,2 1-20 0,-2 0 17 0,2 1-15 0,1 0 22 15,-2 1-2-15,3-2-5 0,-1 4-6 0,0-1-2 0,-1 2 0 16,0-2 4-16,0 3 0 0,0-4-1 0,0 2-14 0,2 1 16 15,0-3-14-15,-4 1 11 0,2 0-10 0,-2-1-14 0,0 1-23 16,-2-1-9-16,1 0 1 0,1-1-24 0,-2 2-3 0,0-1-8 0,-1-1-57 16,0 2 8-16,-1-2-22 0,-1 1 76 0</inkml:trace>
  <inkml:trace contextRef="#ctx0" brushRef="#br0" timeOffset="197356.32">15814 14075 413 0,'-6'-2'88'0,"-2"-2"249"0,-1 2-308 0,0 1-12 0,2 1-19 0,-1 0-9 0,1-1 11 0,1 1-4 16,-3 0 20-16,1-1 3 0,0 1-8 0,0 0 16 0,1-2 2 0,1 2 0 0,-2 0-13 0,2 0-7 0,1 2-5 0,-2-1-1 0,3 0-3 0,-1 0 5 0,1 2-3 0,2 1 2 0,-1-2-2 0,2 3-6 0,-2 1 6 0,2 0-7 0,0 2 5 0,1-1 0 0,2 2 0 0,0 2-10 0,1 0 4 0,-1 1-4 0,0-3 14 0,3 1 2 16,-1 0-3-16,2-2-10 0,-1-1 10 0,1 1-10 15,0-1 9-15,1-4-1 0,1 1-1 0,0 0 0 0,1-3-1 0,2 1 3 16,-1-2 4-16,-1-2 1 0,2 0-5 0,0-1-13 0,-1-1 20 15,1 1-18-15,0-1 18 0,-2 0-4 0,1-1-9 0,-1 0-8 16,-1-1 14-16,-3 0-7 0,2 1 22 0,-3-1-4 0,2-2-12 0,-2 0-3 16,0 1 5-16,-2-1-5 0,0 0 8 0,1 0-1 15,-3 1 2-15,0-1-4 0,-2 2 1 0,0 1 2 0,0-3 20 0,-1 3-3 16,-1 0-5-16,1 1-11 0,1-1 8 0,-2 2-9 0,3 1 8 16,0-1-4-16,0 0-3 0,0 3 0 0,0-1-1 0,1 0 3 15,0 1 2-15,0 0 0 0,0 0-6 0,0 0-14 0,0 2 17 16,1-2-15-16,0 4 26 0,0 1-5 0,0-1-2 0,0 1 5 0,0 4-10 15,2-1 11-15,-1 1-9 0,-1 0-4 0,1 0-2 0,0 1-11 16,2 0 12-16,-1 1-9 0,-1 0 13 0,3-2-2 0,-2 1-6 16,2 2-2-16,0 1-5 0,1 3 3 0,-1 1 3 0,-2 1 3 15,0-1 5-15,-1-2-19 0,2 0 20 0,-1-1-18 0,1 0 20 0,-2 2-4 16,0-3-9-16,-1-1-55 0,-1 4 24 0,0 0-23 0,-1 2 64 16,0-4 1-16,-2-3-3 0,-1-2-12 0,0-4 11 0,-2 1-8 15,-1-1 14-15,1-1-1 0,-2 0-6 0,1-2-3 16,0 1-1-16,3-2 0 0,-2-1 5 0,2 0 3 0,-1-4 2 0,1 1-12 15,-1-2 9-15,2-1-12 0,0 1 9 0,0 1 0 0,2-1 1 0,0 0 1 16,0-1-2-16,1-1 3 0,0 0 4 0,0 0 1 0,1 0-3 16,1-4-11-16,1 2 16 0,-1 0-14 0,1 1 14 0,2-1-3 15,-2 1-6-15,1 0-5 0,2-2-1 0,0 0 0 0,-1-4 10 16,3 0-4-16,0 1-2 0,1-3-11 0,1 2 14 0,-1 0-10 0,0-1 17 16,-1 2-3-16,0-1-6 0,1 2-1 0,-1-2 0 0,0 3 3 15,-2-1 2-15,1 1 1 0,-1-1-6 0,0 1-13 0,-1 1 21 16,0 2-18-16,0 0 26 0,-2 2-6 0,1-1-11 0,-3 2-8 15,0 1 8-15,-1-1-3 0,0 1 25 0,-1 1-7 0,0-1-6 0,-2 1-8 16,-1-1 8-16,1 2-6 0,-2-1 6 0,1 1-5 0,0-1-5 16,-1 1 4-16,0-1-2 0,0 0 6 0,-1 1-8 0,1 1 3 15,1-1-4-15,1 1 1 0,-1 1 5 0,1 0-5 0,1 0 1 16,-1 3-1-16,1-2 1 0,0 1-6 0,0 2 2 0,0-1 0 0,1 2 16 16,0 0-3-16,0 0-5 0,1 0-15 0,1 0 16 0,0 2-12 15,2-1 18-15,-1 1 1 0,1-1-8 0,1 0-7 0,0 1 7 16,1 1-5-16,0-1 11 0,1 1-2 0,-2-2-6 0,2 1-5 15,1 0 5-15,-2-3-5 0,2 3 3 0,0-4 0 0,-1 3-2 0,1-3 5 16,2 1-6-16,0-1 5 0,0 1 0 0,-1-2 1 0,-1-1 3 16,-1 1-16-16,2 0 10 0,2 1-10 0,1-1 18 0,0-2-3 15,-1 3-6-15,-2-2-10 0,1 2 7 0,-7-2-5 0,1 0 14 16,0-1-2-16,0 2-5 0,6-2-26 0,-1 0 3 0,1 0-13 16,-2 0-44-16,-1 0-23 0,2 0-26 0,-2-2-137 0,-1 2 159 0</inkml:trace>
  <inkml:trace contextRef="#ctx0" brushRef="#br0" timeOffset="197722.16">16305 14043 646 0,'-4'-1'39'0,"0"0"-11"0,0 1-3 0,1 0-15 0,2 0-15 0,0 0 6 0,1 0-3 0,0 0 9 0,2 0 17 0,3 0 3 0,-2-2 3 15,2 0-10-15,-1 0 8 0,1 0-12 0,-1 1-3 0,1-2-5 0,0 0-5 0,1 2-6 0,1-1 15 0,-2 2-7 0,2-4 30 0,0 1-3 0,0-1-10 0,0 3-23 0,0-3 23 0,0 2-22 0,1-1 20 0,-2 1-4 0,1-1-12 0,0 0-4 16,0 2-6-16,1-1 3 0,-3-1 1 0,1 2-9 0,-1 1-5 0,0-2-36 16,-1 2-9-16,1 0-6 0,-2 0-68 0,1-1-17 0,-2 0-23 15</inkml:trace>
  <inkml:trace contextRef="#ctx0" brushRef="#br0" timeOffset="197974.14">16331 14096 880 0,'-7'0'-277'0,"5"0"472"0,-1 0-70 0,0 0-112 0,1 1-24 16,1 1 11-16,0 1-10 0,1-2 15 0,1 1-1 0,0-2-4 15,1 0 12-15,1 0 18 0,1 0-5 0,1 0 30 0,0-2-9 16,1 0-19-16,2-1-27 0,-2 1 23 0,3-1-23 0,1 0 20 0,-1 2-3 16,2 0-12-16,-1 0-11 0,1-1 2 0,0 2-3 0,0-1 7 15,-2 1 2-15,0 0-2 0,0 0-27 0,-2 0 16 0,1 0-21 16,-3 0 2-16,2 0-6 0,1 0-9 0,-1 0-10 0,1 1-3 0,1-1 1 16,-1 0-19-16,-1 0-4 0,0 0-13 0,0 2-69 0,-3-2 101 15</inkml:trace>
  <inkml:trace contextRef="#ctx0" brushRef="#br0" timeOffset="198690.23">16808 14024 629 0,'-3'-3'-139'0,"-1"-1"242"0,1 2-40 15,0 1-53-15,-3-1-17 0,3 1 5 0,-1 1-3 0,2 0 19 0,0-2 6 16,-2 0-1-16,2 0 0 0,0 0 15 0,0 1-14 0,1-1 2 15,-2-1-4-15,2 2-7 0,-1-1-11 0,0 1 13 0,-2-1-9 0,0 0 22 16,2 1-1-16,-4-2-10 0,2 3-11 0,-3-1 17 0,0-1-17 16,3 0 16-16,-3 1-2 0,2 1-4 0,0 0-6 0,0 0 10 15,0 1-8-15,-1 2 10 0,0-1-1 0,0 1-8 0,0 2-11 16,-1-1 10-16,3 1-10 0,-3 2 5 0,1-2-1 16,-1 2-3-16,7 0-11 0,0 0 17 0,-2 1-10 0,2 2 28 0,-4-2 2 0,-1 1-12 15,1 0-1-15,3 1 16 0,-3 0-15 0,1 2 10 0,3-3-6 16,-2 1-9-16,0 0-6 0,2 1 2 0,0-1-2 0,0 0 1 0,0-2-1 15,-2-1-4-15,2 1-9 0,0-1 17 0,2-4-13 0,1 1 21 16,-1-2 1-16,-1-1-6 0,2-1 0 0,-1 0 4 0,0 0-2 16,1-1 12-16,3-1-3 0,-1 0-3 0,-1-1-7 0,1-1 7 15,-5 0-7-15,0-1 0 0,0 1-7 0,2 1-5 0,3-2-2 16,1 1-4-16,1-1 6 0,-3 1 2 0,2 0 1 0,-3 0-2 0,2-1-1 16,-1 1 5-16,-3 0-5 0,4 0 1 0,-3 1-1 0,0-1 0 15,1 1 0-15,-2 1 1 0,1-4 1 0,-2 4 5 0,0-3-1 16,1 2-2-16,-1-2-14 0,0 1 10 0,2 0-8 0,-1 1 15 15,2 0-2-15,-1-1-4 0,-2 2 0 0,1-2-2 0,-1 1 1 0,2 1 4 16,1 0-1-16,-3 0 1 0,2-1-7 0,0 2 5 16,0-2-3-16,2 3 13 0,-2-2-4 0,1 1-2 0,1-1 0 0,-2 1-6 15,2 0 7-15,-3-1-3 0,-1 2 0 0,4 0 0 0,-3 0-8 16,1 2 7-16,3 2-5 0,-4-1 10 0,2 1-2 0,-1 1-4 0,1 0 8 16,0 2-6-16,-1 1 6 0,1 1-7 0,-1-3-2 15,0 0-1-15,0 2 3 0,-1 1-5 0,2 0 3 0,-2 0-4 16,-1-1 3-16,1-2 9 0,1-3-6 0,-2 0 0 0,1 1-1 0,-1-1 8 15,0 1-4-15,-1-2-1 0,1 1-13 0,-1 1 9 0,0-1-8 16,1-1 15-16,-1-1-2 0,1 2-6 0,0-1-7 0,1-1-4 16,1 2-1-16,-2 0-20 0,2-2-13 0,0 1-14 0,0-2-63 0,0 0 9 15,1 0-22-15,1-1-59 0,0-3-45 0,1 0-50 0</inkml:trace>
  <inkml:trace contextRef="#ctx0" brushRef="#br0" timeOffset="204184.2">11955 15920 256 0,'-4'0'8'0,"0"0"124"0,-1 0-53 0,2 1 9 0,0 0-100 0,0-1 18 0,3 0-18 0,-1 0 33 0,1 0-7 0,0 3-10 0,0-4 4 0,1 1-3 0,1 0 6 16,0 0 5-16,1 1 0 0,1-1-2 0,-1 0-2 0,0 0 11 0,2 0-9 0,-1 1 16 0,1 2-2 0,-1-1 1 0,3 0 1 0,-1 0 19 0,0 0-10 0,1 0 29 0,0-1-12 0,1 2-18 0,-2 1-23 0,2-2 18 0,2 2-19 0,-2 1 12 0,1-1-5 0,0 1-7 15,1-1-2-15,0 3-6 0,1-4 5 0,-1 2-2 0,-2 1 2 0,0-3-3 0,3 5-19 0,-1-3 19 0,1 2-18 16,1 2 21-16,-2-3-1 0,-6 0-8 0,-2 1-4 0,-1-1 2 15,1 1-1-15,6-1 4 0,0 0 0 0,0 3-4 0,0 2-27 0,0-1 25 16,1-1-22-16,0 0 34 0,0-3-6 0,-2 1-6 0,2-2-2 16,-1 1-17-16,0-2 9 0,-2 0-58 0,1-2-19 0,-2 1-18 0,2-2-78 15,0 0-1-15,0-2-19 0</inkml:trace>
  <inkml:trace contextRef="#ctx0" brushRef="#br0" timeOffset="204555.97">12515 15709 1048 0,'0'0'-70'0,"-3"-2"149"16,-1 2-27-16,1 2-24 0,1 2-32 0,0-1 6 15,-1 2-8-15,2 2 14 0,0-3 2 0,1 3 0 0,0-3 14 0,0 1-2 16,1-1 7-16,0 1-2 0,-1-1-3 0,1 3-8 0,2 2-8 16,-2 1 8-16,1 3-8 0,-1-1 8 0,0 0 1 0,0-1 4 0,-1 2-5 15,0 4 1-15,2 1-1 0,-2 4 10 0,-2-1-4 0,1 0-3 16,-1 1-20-16,-1-1 9 0,0 2-10 0,-1 0 9 0,-1 0-2 0,1 1-3 16,-2-1-10-16,1 1 11 0,-1-1-7 0,0 0 15 0,1-3-1 15,0 2-12-15,1 3-12 0,-2 1 15 0,2-3-11 0,-2 1 20 16,2-4-7-16,0-1-4 0,1 3-11 0,0-2 11 0,-1-2-6 15,3 2 21-15,0-2-10 0,1-2-11 0,0 1-7 0,0-3 8 16,1-1-3-16,1-2-1 0,1-1-14 0,-1 1-18 0,0 0-25 16,0 1-21-16,2-2 5 0,-1 0-74 0,0-1-6 0,1-2-12 0,-1-1-42 15,1 0 120-15</inkml:trace>
  <inkml:trace contextRef="#ctx0" brushRef="#br0" timeOffset="205646.6">12863 15788 381 0,'-3'-2'90'0,"0"2"-65"0,-2 0 19 0,2 0-30 0,-1 0 14 0,1 1-23 16,1-1 19-16,-2 0 6 0,2 0 1 0,1 1 2 0,0 0 19 0,0-2-12 0,0 1 21 0,-1-1-14 0,2 0-20 0,0 1-31 0,0 0 19 0,0 0-18 0,0 0 19 0,2 1-2 0,-1-1-11 0,1 2-6 0,1 3 4 0,0-1-1 0,0 1 16 0,-1-1-3 0,2 1-3 0,-2-2-3 0,1 5 5 0,1-5-4 16,-1 3 3-16,0 0-1 0,-1-2-4 0,1 6-12 0,-1 2 19 15,0 0-13-15,0 2 28 0,2 1-2 0,-2-4-14 0,0 2-12 16,1-2 21-16,0 5-19 0,-1-3 18 0,0 2-5 0,1-2-9 15,0 2 5-15,0 0-8 0,2 1 8 0,-1 0-10 0,1 1 3 16,1 2 0-16,0 3-19 0,0 2 25 0,-1-1-22 0,1 3 29 0,0-2 1 16,-2 1-8-16,0-1 3 0,0 0-3 0,-1-2 0 0,0 1-7 15,-1 1-2-15,1 0-2 0,0 2-1 0,-2-5 9 0,1-3-7 16,-1-2 8-16,-1-1-2 0,1-1-4 0,-1 0-2 0,1 0 0 16,-1 1 0-16,0 2 2 0,0-2 2 0,0 1 0 0,0-5-14 0,1-1 21 15,1-1-18-15,0-2 15 0,0 0-2 0,-1-2-10 0,0 1-8 16,2-1 8-16,-2-1-7 0,1-3-15 0,-1 0-9 0,0-1-22 0,0 0-37 15,0-1 12-15,2 0-19 0,-2 1-17 0,1-2-2 0,-1 0-14 16</inkml:trace>
  <inkml:trace contextRef="#ctx0" brushRef="#br0" timeOffset="206359.06">13649 16042 546 0,'-5'0'175'0,"-2"0"-161"16,0 1-28-16,0 1 0 0,1 1 7 0,-1 0 6 0,3 0-2 0,-3 1-5 0,2-1 32 0,1 2-23 0,-2-3 29 0,1 4-8 0,-3-3-17 0,0 4 1 0,0-2 8 0,1 1-3 0,1-2 16 0,-1 3 1 0,0-4-5 0,0 3-1 0,-1 1 13 0,2 1-12 0,-1 0 17 0,1-1-4 0,0 1-3 0,-2 0-17 0,0 1 7 0,0 0-9 0,0 2 6 0,3 2-3 0,-1-2-7 0,-1 3-15 0,2 1 18 0,-2 0-15 0,0 2 18 0,1-3-4 0,1 2-9 0,-2-5-13 0,2 0 9 0,-2 3-6 0,0-1 21 0,1 4-4 0,1-2-8 0,-1 0 1 15,1-1 1-15,-1-2-2 0,1 1-1 0,1-4-1 0,-1 0 0 0,1-2-14 0,0 1 8 16,0-2-7-16,1 2 7 0,1-3-7 0,-1 0-12 16,0-1-22-16,0 0-6 0,-1-1-6 0,1-2-36 0,-1 0-8 0,2 0-5 0,-1 1-35 15,-1-2-17-15,2 0-1 0</inkml:trace>
  <inkml:trace contextRef="#ctx0" brushRef="#br0" timeOffset="206685.4">13300 16164 302 0,'3'-1'76'0,"-1"0"139"0,0 1-163 0,-2 0-17 16,2 0-29-16,-1 0-2 0,1 2 19 0,1 0-13 0,-2 0 29 16,1 0 1-16,0 0-2 0,-1 1-19 0,3 1 14 0,-1-1-14 15,1 0 14-15,0-1-1 0,0 1-9 0,3 1-5 0,0-2 10 0,2 5-9 16,0-2 12-16,1 0-6 0,1 0-2 0,1 0-9 0,0-2-2 16,-1 3 2-16,1-2 2 0,1 3 2 0,-2-1-5 0,0-1-24 15,2 4 24-15,-1 0-24 0,-1 1 25 0,0-3 4 0,-2-2-8 16,2-1 0-16,-1-3 8 0,2 5-8 0,-1-3 3 0,-1 3-5 15,-1-2-8-15,3 2-1 0,-1 3 2 0,2-2-1 0,-2-2 2 16,0 1-2-16,-6 1-1 0,-1 0-13 0,0 4-17 0,1-1 10 16,3-1-3-16,1-1 7 0,2-2 17 0,-1 0-73 0,0-2 0 0,1 1-30 15,-3-1-93-15,2 0-22 0,-2-1-36 0</inkml:trace>
  <inkml:trace contextRef="#ctx0" brushRef="#br0" timeOffset="207193.28">13823 16143 278 0,'-4'-2'308'16,"3"1"-290"-16,-2 1-12 0,1 0-3 0,1 0-13 0,0 1 2 0,1-1 1 0,0 2-5 0,1-2 18 0,-1 1-8 0,1 0 41 0,0-1-8 0,2 2-17 0,-1-1-1 0,0 0 15 0,0 0-10 0,2-1 22 0,-1 0-7 0,0 0-5 0,3 0-22 0,-1 0 20 0,-1 0-14 0,2 0 25 0,-3-1-8 15,2 0-19-15,0 0-8 0,0 1 14 0,0-3-12 0,1 2 11 0,-1-1-2 16,1 2-9-16,0-1-4 0,0 0 3 0,0 0-3 0,-1-1 11 15,-1 1-4-15,2 1-4 0,-2-1-12 0,1-1 10 0,0 2-9 16,-1 0 12-16,-1 0-4 0,0-1-5 0,0 1-26 0,0 0-9 16,-1-1-2-16,-1 1-29 0,2 0-3 0,-2 0-5 0,0 0-27 15,0 1-17-15,-1-1 1 0,0 1 38 0</inkml:trace>
  <inkml:trace contextRef="#ctx0" brushRef="#br0" timeOffset="207406.6">13874 16292 675 0,'0'-2'41'0,"1"1"20"0,1-1-48 0,2 0-7 0,0-1-13 15,3 2 4-15,0-3 3 0,2 0 1 0,2-1 8 0,-1 0-1 0,1 0-5 16,1-1-15-16,1 0 7 0,0 1-11 0,3 1-3 0,-1 1-5 15,-1-1-7-15,1-1-8 0,2 1-5 0,-3-1 3 0,4 1-10 16,-1 0-3-16,-1 0-5 0,2 0-67 0,-2 0 84 0</inkml:trace>
  <inkml:trace contextRef="#ctx0" brushRef="#br0" timeOffset="208194.8">14220 16139 300 0,'-5'-1'13'0,"0"1"12"0,0 0-17 16,2 0 2-16,-2 0-1 0,5 0-19 0,-3 0 41 0,0 0-31 0,3 0 64 0,-4-2-11 0,4 1-15 0,0-2-32 0,-2 1 17 0,2-2-17 0,0 1 33 0,1 2-6 0,0-3-10 15,1 1-4-15,0 0 4 0,-1-1-6 0,0 2-1 0,1-2 1 0,1 1 0 0,2 1 1 0,-3-1 11 0,3 0-5 0,-2 1 18 0,0 1-4 0,2-1-11 0,-1 1-14 0,0 0 9 0,-1 0-13 0,3 1 4 0,-4 0 0 0,4 0 1 0,-1 0-16 0,0 1 13 0,0 1-10 0,1 0 29 0,-2-2-7 0,0 2-11 16,0 1-14-16,0-1 16 0,1 0-14 0,0 1 23 0,1 1-8 0,0-2-9 0,1 3-4 0,0-1 6 15,-2-2-3-15,1 3 3 0,-1-2 1 0,2 2-8 0,0-1 2 16,0 0 5-16,-2-1-5 0,2-1 4 0,0 2-3 0,-1-2 0 0,1-1-8 16,0 2 6-16,1-1-3 0,-1 1 16 15,-1 0-1-15,2-1-11 0,-1 2 0 0,1 0 7 0,-2 1-7 16,1 0 3-16,0 1-4 0,-1 3 1 0,-2-1-9 0,2 0 11 0,-2-2-5 16,0-1 27-16,0-1-4 0,1-1-13 0,-1 1-16 0,0-2 13 0,0 2-14 15,0-1 12-15,1-3-3 0,-1 1-4 0,1 0 2 0,0 0 0 0,0-1 3 16,1-1 0-16,0 0-1 0,-1-2-2 0,3 1-8 0,-3-3 3 15,0 1-8-15,1-1-25 0,-1 1-1 0,-2-3-7 0,2 2 9 16,-1 0 3-16,-1-3 2 0,1 3 2 0,1 1-7 0,-3-1-11 16,1 2-12-16,-2-4 9 0,3 5-6 0,-3-2 8 0,2 1-5 0,-1 1-7 15,-2 0-23-15,0 0-26 0,-1-1 11 0,1 2 26 0</inkml:trace>
  <inkml:trace contextRef="#ctx0" brushRef="#br0" timeOffset="208438.62">14479 16058 398 0,'-3'0'225'0,"-3"1"-127"0,-2-1 172 0,-2 3-251 16,0 0 8-16,1 0-28 0,-1 3 1 0,2-1-1 0,0 1 2 0,2-2 6 16,-1 2 1-16,0-2 6 0,0 1 20 0,2-1-7 15,0 3-5-15,1-4-26 0,-2 2 13 0,3 2-14 0,-2-2 19 0,0 1-9 16,0 1-5-16,0-1-13 0,-2 1 13 0,1 0-6 15,2 0 19-15,-1-2-2 0,1 2-11 0,-1 0-1 0,0-2 3 16,1 3-4-16,1-1-2 0,-1 2-5 0,2 0-5 16,-1-1-38-16,1 4-16 0,-1-2 0 0,1 1-44 0,0 0-3 0,0 0-4 0,-1-2-47 15,1-1 96-15</inkml:trace>
  <inkml:trace contextRef="#ctx0" brushRef="#br0" timeOffset="211395.24">15016 16123 217 0,'-3'0'148'0,"-2"0"-79"0,2 0 80 0,-1 0-105 0,2 0-21 0,0 2-21 16,2-1 7-16,0 0-1 0,0 1 0 0,0 0-3 0,2-1 17 0,-1 1-8 0,1 2 28 0,1-2-12 0,-1 1-15 0,0 1-14 0,2-1 7 0,-2 2-7 0,0 1 7 0,1-3-2 0,1 3-2 0,-2 0-13 0,1 0 13 0,0 2-10 0,-1 0 27 0,0 2 0 0,-1 0-8 0,0 3-14 0,1-1 13 15,-2 2-12-15,0 0 16 0,-2 1-5 0,1 0-7 0,-1-3-7 0,-1-1-1 0,-1 1 1 16,0 0 7-16,-1 0 1 0,2 0-3 0,-2-3-53 0,1-2 8 0,-1 0-27 15,1-5-59-15,-1 1-30 0,2-2-33 0</inkml:trace>
  <inkml:trace contextRef="#ctx0" brushRef="#br0" timeOffset="212037.68">15595 15938 909 0,'-24'-8'-38'0,"9"3"65"0,0 2-8 0,1 3-15 15,0 0-13-15,1 0 13 0,1 3-10 0,-1-2 22 16,2 3 4-16,-1-3 1 0,-1 1 10 0,2 2 6 0,1-2-2 0,1 1-6 15,2 1-4-15,2-1-11 0,-2 1-26 0,2 0 23 0,1-1-23 16,-1 2 23-16,2-1-6 0,1 3-12 0,0 0-2 0,2 0 6 16,-2 1-2-16,2 1 14 0,0 0-1 0,2 0-7 0,0 2-6 15,0-2 6-15,0 2-5 0,2-2 9 0,0 0-2 0,-1 0-2 0,3 1 2 16,-1-1-5-16,0 0 4 0,0-3-3 0,1-1 2 0,1 0 3 16,0 0-18-16,2 1 18 0,-1-4-16 0,1-1 32 15,0-1-1-15,-1 0-2 0,-1-2-18 0,0-3 5 0,1 2-6 0,-1-2 14 16,0 0 0-16,0 0-6 0,1-2-14 0,0 1 18 0,0 0-15 15,0-2 22-15,-1 2-5 0,-1-1-9 0,0-1 5 0,-2 2-6 0,1 0 9 16,-2-1 6-16,1 1-1 0,-1-1 1 0,0 1-21 0,-3 0 12 16,1 1-13-16,-1-1 15 0,2 4-4 0,-1-1-5 0,1 1 10 15,1 0-5-15,-2 2 8 0,1-1 1 0,-2 1 2 0,0 0 2 0,-2 0-9 16,2 1 7-16,-1-1-9 0,1 2-3 0,1 0-3 0,-1 2-3 16,3-1 6-16,-3 2-5 0,1-1 8 0,-1-1-5 0,1 3 4 15,2-3 0-15,-2 1-19 0,4 0 18 0,-2-1-17 0,1 1 20 16,0-3-7-16,2 1-10 0,1 1 5 0,-2-2-17 0,1 0 13 15,1-1-33-15,-4 2-1 0,-2-2-1 0,1 1-30 0,0-1 4 0,5 0-15 16,2 1-37-16,0 1-13 0,0-2-18 0,0 0-38 0,0 1 98 16</inkml:trace>
  <inkml:trace contextRef="#ctx0" brushRef="#br0" timeOffset="212812.58">15960 15905 525 0,'-3'-4'135'0,"-2"0"-104"0,0 1 37 0,-1 1-51 0,1 2 2 0,-2-2-11 16,1 2 23-16,1 2-2 0,-2-2 0 0,0 1 7 0,2 2-8 0,0-2 8 0,1 4-11 0,0-1-5 0,1 2-2 0,1-2-25 0,-1 2 18 0,0 1-16 0,2-1 20 0,-1 3-8 0,0 0-9 0,1 0 3 0,1 3-6 0,0-5 9 0,0 2 0 0,1-1 2 0,1 0 0 16,0-1-17-16,0 1 24 0,1-2-21 0,1 1 24 0,0-2-9 0,2-2-13 0,2 0-20 0,0 1 14 0,1-2-9 0,0-1 33 0,0-2 0 0,0-2-5 0,1-2-8 0,-1 0 10 0,0 0-10 0,-1-3 9 0,-2 2-3 0,0-1-3 0,1-1-9 0,-2-1 7 15,0 2-1-15,0-1 30 0,-1 2 0 0,-1-2-3 0,-1 2-27 0,-1-1 25 16,1 1-23-16,-1-1 32 0,-1 4-5 0,0-3-10 0,-1 4 16 16,-2-2-2-16,2 1 5 0,-2 3-15 0,1-1 1 0,-1 1-8 15,2 0-23-15,0 0 19 0,0 1-20 0,1-1 13 0,0 3-2 16,2 0-5-16,0 0 7 0,2 3 0 0,0 0 3 0,1 2-10 0,0 1 7 15,2 1-4-15,0 0-13 0,1 0 28 0,1 3-24 0,-3-1 25 16,3 0-4-16,-1 3-13 0,4-3-11 0,-1 2 13 0,0 6-9 0,0 0 8 16,-1 4 3-16,-1 1-11 0,0-2 9 0,-4 0 4 15,-1-1-4-15,1 1-1 0,2-2-2 0,3 0 2 0,-1 1-10 0,-2-3 2 16,-1 0 0-16,0-1 16 0,-2-1-4 0,0-5 0 0,-3 1-15 16,-1-2 13-16,-1-4-9 0,-3 0 19 0,0-4-3 0,-4 1-8 0,1-1-11 15,-2 1 10-15,-2-2-8 0,0 0 23 0,-5-2-6 0,6 0-9 16,-5-3-10-16,-2 0 13 0,2 0-10 0,-8-1 13 0,4-1-2 15,2-4-7-15,0 0-8 0,3 0 3 0,3-2-2 0,1 4 11 16,4-3 0-16,1 1-2 0,2-2-13 0,2 1 17 0,1 0-12 16,1 0 21-16,1-3-4 0,3 4-5 0,-1 0 4 0,3 2-6 15,1 1 6-15,0-4-8 0,0-2 2 0,-1 2 0 0,4-1-6 0,0 0 8 16,0 0-8-16,1-1 5 0,2 2 0 0,-1-2-3 0,1 4-1 16,-1-4 2-16,0-2 0 0,-1 1 8 0,-2-1 0 0,-5 1-1 0,2-2-14 15,-1 1 12-15,4 0-11 0,5 1 15 0,-2 0-1 0,2 2-5 16,-1-2-1-16,-2 0-5 0,-1 1 3 0,-3 1 3 0,-2 1 1 15,0-1 1-15,1 1-6 0,-4 1 8 0,-2-1-5 0,0 1 16 16,-2-1-5-16,-2 0-5 0,-2-1-10 0,1 2 4 0,-2 2-3 16,2 4 15-16,-1-1 1 0,0 3-1 0,0 0 3 0,0 1 6 0,-1 1-4 15,0 0 1-15,1 2 0 0,-1-1-1 0,2 4-27 0,-1-1 10 16,2 4-11-16,2 1 20 0,-2-1 0 0,2 1-5 0,1 0-5 16,-1 1 18-16,2-1-14 0,3 0 25 0,-2-1-6 0,2-1-8 0,0-2-25 15,0 2 13-15,4-1-11 0,-1 0 19 0,1-2 2 16,0 0-10-16,-3-2-11 0,2 0 15 0,-1 0-15 0,3 0 15 0,-2-3 0 15,2 1-6-15,0 0 0 0,-1-1-8 0,0 0 6 0,0 0-5 16,-1 0-4-16,-2-1-1 0,2 0-19 0,0 1-1 0,1 0-7 16,-3-2-32-16,2 1-13 0,-1-2-13 0,-2 0-41 0,2 1-40 15,-1 0 16-15,1-1-98 0,-2 1 144 0,1 0 6 0</inkml:trace>
  <inkml:trace contextRef="#ctx0" brushRef="#br0" timeOffset="213272.64">16488 15929 698 0,'0'-3'180'0,"-1"2"-129"0,-2-2 52 0,-2 3-85 0,3-1 9 0,1 1-30 0,1-1 15 0,0 0 0 0,1-2-5 0,1 1 6 0,1-1 8 0,2-1-3 0,-1-1 9 0,3 0-8 0,0 0-12 0,2 0 0 0,0 0-3 0,1-1 1 0,0 1-8 0,1 3-2 0,-2 0 2 0,3 0 3 0,-1-3-7 16,1 0 8-16,2 0 1 0,-3 2 0 0,1 0 0 0,-2 2-9 0,-5-1 10 16,-2 2-10-16,1-3 7 0,-2-1-6 0,6 2-7 0,-3-2-12 15,2 1 5-15,0 2-3 0,-2 1 10 0,2 0-4 0,-2 1-9 0,-2 2-45 16,-2-1 10-16,0 0-24 0,-1-2-40 0,2 0-15 0,-2 0-23 0</inkml:trace>
  <inkml:trace contextRef="#ctx0" brushRef="#br0" timeOffset="213467.74">16487 15986 1035 0,'2'0'219'0,"-2"-2"-191"0,-1 1 34 0,0-1-82 16,1 2 10-16,1 0-22 0,1 0 26 0,2 0 0 0,-1-1 0 16,4 0-4-16,0 0 10 0,0 1-4 0,4-3 13 0,-1 2 0 15,1-1-8-15,0 1-10 0,3 0 4 0,1 1-12 0,0 0-25 16,3-1-5-16,-2 1-6 0,-6 0-42 0,1 0-12 0,-2 0-3 16,2-3-44-16,6 0-8 0,2 2-13 0</inkml:trace>
  <inkml:trace contextRef="#ctx0" brushRef="#br0" timeOffset="214104.43">17063 15824 462 0,'-7'0'162'0,"-2"1"-83"0,0-1-26 0,1 3-50 0,2-3 14 15,0 0-7-15,2 0-11 0,-2 0 1 0,2-3 0 0,-1 3 5 16,2 0 14-16,-2-1 1 0,1 0 0 0,-1 1-38 0,1-2 26 0,-1 2-26 16,1 2 29-16,0-1-2 0,0 1-9 0,-2 0 0 0,1 2 0 15,-1-4-1-15,0 1 4 0,1-1 9 0,-1 0 4 0,2 6-14 16,-2 1 25-16,2 2-25 0,-1 0 14 0,2 0-5 0,-1 0-12 0,1 2 1 16,1-1-3-16,-1 2 4 0,1-3 8 0,1 0 3 0,-1 1 3 15,1 0-3-15,0-1 13 0,1-1-10 0,0 0 26 0,0-3-3 16,0 0-3-16,2 1-5 0,0-3 1 0,1-1-2 15,1 1-2-15,-1-2-4 0,2 0-7 0,-1-1-11 0,2 2 6 0,-1-2-8 16,1 1 0-16,1-2 3 0,0-1 1 0,-1 0-2 0,2-3-3 0,0 2 1 16,-1-2-2-16,-2 0 1 0,2 0-1 0,0-2 0 15,1 2 3-15,0-1-4 0,-2-1 1 0,1 2-3 0,-1-2-1 0,0-1 4 16,0 3 0-16,-2-2 4 0,1 4 1 0,-2-2-2 0,0-2 0 16,0 3-1-16,-2-2 2 0,0 2-2 0,0 0 1 0,-1 2 2 15,0 0-2-15,1 2 3 0,-1 0 5 0,0 0-2 0,0 0 6 16,0-2-2-16,-1 2-9 0,1 1-5 0,1 2 12 0,3 3-11 0,-3 0 18 15,0 1-6-15,0-1-5 0,0-1 3 0,2 0 0 0,-2-1 2 16,1 3-1-16,-1-2-3 0,-1 1-4 0,1 1-21 0,0-2 16 16,0 2-12-16,1-1 25 0,-1 0-3 0,-1-1-10 0,2 1-7 15,-1 0 7-15,-1-1-6 0,0 1 14 0,1-2 1 0,-1 2-6 0,2 0-12 16,-1-1-4-16,-2 1-9 0,-1-2-37 0,3 2-10 0,0-2-7 16,4 0-49-16,2-1-49 0,-1-2 9 0,0 0 6 0</inkml:trace>
  <inkml:trace contextRef="#ctx0" brushRef="#br0" timeOffset="-212140.24">17656 13653 342 0,'-3'-6'43'0,"-2"4"-19"0,2-2 6 0,0 3-21 0,-1 0 15 0,1 1-5 0,-1 0-7 0,4 0 0 0,-1 0 13 0,1 0-5 0,1 0 25 0,-2 0-1 0,3 0-11 0,-3 0-14 0,0 0 14 0,-2 0-16 0,2 0 9 0,0 0-3 0,-1 0-5 0,1 0-14 0,2 0 18 0,1 0-15 0,0 0 25 0,1 0-1 0,-1-2-10 0,4 1-16 0,1-2 13 16,-6 1-14-16,-1 1 17 0,2-1-9 0,0 0-5 0,5-1-12 0,3 1 10 15,0 0-5-15,0 0 19 0,3 0 2 0,-2 0-11 0,1-1-20 16,1 3 27-16,-3-1-24 0,0 1 31 0,-1 0-5 0,-1-1-13 16,2 1 1-16,-1 0-2 0,0 0 3 0,-1 0 0 0,0 0-1 15,-1 1-4-15,1-1-12 0,1 0 15 0,1 0-14 0,2 0 16 16,-1 0-6-16,0-1-4 0,1 0 2 0,1-2-9 0,0 0 9 16,1 2-15-16,-1-1-8 0,2-2-7 0,0 1-50 0,1 1-4 0,0-1-13 15,1 0-60-15,-2 3-13 0,1-1-18 0</inkml:trace>
  <inkml:trace contextRef="#ctx0" brushRef="#br0" timeOffset="-211750.39">17793 13810 962 0,'-12'12'-61'16,"5"-12"100"-16,0 0-7 0,0 0-25 0,3 3-17 0,-1 3 4 16,3 0-6-16,0 0 8 0,0-1 3 0,1-1 0 0,-2-1-1 15,2-2 4-15,0 0-3 0,0-1 6 0,0 0 0 0,1 0-4 0,0 0-15 16,1 0 16-16,0 0-14 0,2 0 20 0,-1 0-1 0,1 3-3 15,-2-3 8-15,1-1-4 0,2-1 7 0,-1 2 2 0,4-1 3 0,-1 0-1 16,1-2 0-16,0 2 4 0,0-2-6 0,1 2-3 0,-2-4-1 16,2 3 1-16,1-1-2 0,0-1 2 0,1 2-1 0,0-2 9 15,2-1-2-15,-2 1-6 0,1 0-24 0,0 1 24 0,0 0-22 16,2-1 33-16,-2 0-4 0,1-3-8 0,3 4-20 0,1-3 12 16,0 3-9-16,2-2 22 0,0 3-3 0,1 1-11 0,4 0-17 0,-1 1-3 15,2 0-8-15,-6 1-43 0,-5 0-17 0,2 1-16 0,3 0-84 16,6 2-21-16,-1 0-15 0</inkml:trace>
  <inkml:trace contextRef="#ctx0" brushRef="#br0" timeOffset="-210941.91">17949 15631 878 0,'1'2'176'0,"-3"-2"-152"0,-3-1 18 0,2 1-49 0,0 0-9 0,0 0-12 0,1 0-4 0,1 0 9 0,0 0 14 0,0 0 11 0,0 0 15 0,1-1-5 0,0-1 17 0,1 0-1 0,1-2-11 0,0 1-28 0,2-2 23 0,-1 1-23 0,3-2 23 0,0 2 0 0,1-1-9 0,2 1 0 0,0 0 0 0,1 1 0 0,0 0 9 0,0-1 0 0,3 2-1 16,0-1-11-16,1 0 13 0,0 1-13 0,2-1 16 0,1 1-4 15,2-1-7-15,-7 1-13 0,0-1 5 0,-2-1-4 0,0 0 25 16,5 2-6-16,0-2-8 0,2 1-17 0,0 2 15 0,-3-1-12 15,0-1 20-15,-3 2-8 0,-2-1-7 0,1 2-15 0,0 0-9 16,-1 0 6-16,0-1-17 0,-1 1 0 0,1 0-3 0,-1-1-38 0,1 1-3 16,-1 0-13-16,0 0-44 0,0 1-11 0,-1-1-10 0</inkml:trace>
  <inkml:trace contextRef="#ctx0" brushRef="#br0" timeOffset="-210628.19">17958 15780 1086 0,'5'7'217'0,"-5"-7"-196"0,0 0 21 0,1 1-81 16,2 0 11-16,3 2-26 0,-1-1 38 0,3-2 2 0,0 3 3 0,1-3 7 16,1-1 6-16,2-1 2 0,2-3 18 0,-1 2-4 0,2-5-7 0,2 1-16 15,1 2 10-15,2-1-11 0,-8 1 11 16,1 0-5-16,-2 0-2 0,1-1-5 0,7 3 2 0,0-1 3 0,1 1 11 16,-4-1 0-16,1 0-9 0,-2 2-4 0,1-1 9 0,-1 1-7 15,0 1 3-15,-2-2-15 0,2 0-7 0,0 2-98 0,-1-1-31 0,1 0-11 16,-2-2 26-16</inkml:trace>
  <inkml:trace contextRef="#ctx0" brushRef="#br0" timeOffset="-206070.18">18933 14300 217 0,'0'-1'89'0,"0"0"-67"16,0 1 34-16,0-1-86 0,0 1-4 0,0 0-18 0,0 0 15 0,0 1 10 0,0 0 3 0,-1-1 31 0,1 1-2 0,0-1 14 0,0 0 31 0,-3-1-4 0,2-1 6 0,-1-1-35 0,1-1 31 0,-1 0-28 0,0-1 34 0,1-1-10 0,0-1-16 0,1-2-3 0,-1 0 8 15,1-1-4-15,0 1 8 0,0-1 0 0,0 0-8 0,1-2-8 0,-1 1 21 0,1-1-20 0,-1-1 19 0,1 1-8 0,-1-4-10 0,2 1-23 0,-2 0 16 0,1-1-13 0,1 1 25 0,-1-1 0 0,0 2-12 16,0-2-15-16,0-1 22 0,1-1-21 0,-1-1 19 0,1-3-4 0,-1 0-8 0,1-1 2 0,2 3-6 0,-1 1 4 0,0-2 0 0,1-1-4 0,0-2 2 0,2-1 14 0,1 0 4 16,-1 3 1-16,1 5-13 0,1 0-3 0,0 2-8 0,2-2 2 0,1 0-6 0,0 1 3 0,2 0 0 15,-2 3 2-15,0 2 4 0,4-1-17 0,2 2 21 0,-2 0-18 16,0 1 22-16,0 0-1 0,-8 1-8 0,2 1 12 0,0-1-5 15,-1 2 7-15,6 0-3 0,-2 3-3 0,4 1-1 0,-2 0-22 16,-1 2 20-16,-1 2-17 0,-2 0 25 0,0 4-4 0,0 0-9 0,1 2-14 16,-4 1 12-16,1 3-8 0,0-2 29 0,-2 1-8 0,-2 0-8 0,0 1-11 15,-2 2 2-15,-1 0-4 0,-1 2 9 0,0 0-2 16,-2 2-2-16,-2-2-8 0,1-2 4 0,-1 0-4 0,-1-1 14 0,1 1-1 16,-2-1-1-16,0-3-12 0,0 0 7 0,1 0-7 0,2-3 11 15,0 0-5-15,0-4-6 0,1 0 9 0,0-1-7 0,0-1 10 16,2-1-2-16,0 0 0 0,0 0 1 0,0-1-5 0,0 0 6 0,0-2-7 15,2 1 3-15,-1-1 0 0,0 1-2 0,1 0 8 0,0 0-7 16,-1 2 6-16,1-2-8 0,-1 2-1 0,1 0 2 0,-1 3-9 16,1 1 14-16,-1 0-11 0,2 2 13 0,-2-1 4 0,0 2-5 0,0 2-10 15,0 0 9-15,-1 0-9 0,0 1 13 0,0-1 0 0,-1-2-6 16,0 2-14-16,0-2 18 0,-3 0-14 0,2-1 22 0,-2-1-4 16,-1 2-11-16,-2 1-5 0,1 0 10 0,-1 1-5 0,-1-2 15 15,0 1 1-15,-1 0-9 0,-3-2-9 0,0 2 9 0,-2 0-9 16,1-3 9-16,1 0-1 0,0-1-5 0,1-1 1 0,1 1-1 15,0-2 4-15,3-1-3 0,2-1 0 0,0-3-1 0,0 1-9 0,-3-1 10 16,-1 1-11-16,4-2-20 0,-1 1-20 0,2-2-22 0,-1 1-74 16,2-1-21-16,1 1-6 0,0 2-82 0,1 0 144 0,0 5-2 15</inkml:trace>
  <inkml:trace contextRef="#ctx0" brushRef="#br0" timeOffset="-205591.96">19666 13814 1011 0,'-4'-10'-548'0,"0"3"899"0,3 0-123 0,-2 1-211 0,0 3-33 0,3 0 14 0,-1 3-14 0,1 1 22 0,0 2-1 0,-1-1-7 0,1 5-2 0,0-2 3 0,0 1 0 0,1 5 7 0,0-2 0 0,1 6-6 0,-1 0-1 0,0-1 10 0,1-1-9 0,0-1 6 0,-1-1 1 0,2 1-3 0,0 2-4 0,1-1 1 0,3-2-1 0,1-1 8 16,-1-3 0-16,2-1 1 0,2-2-16 0,-1 0 26 0,0-2-19 0,0 4 30 16,-4-4-9-16,2-1-16 0,-1-1 22 0,-1 0 3 0,1-3 7 15,-2-1 13-15,-1 0-3 0,1-2-4 0,-1 2-9 0,1-3 13 16,-1 0-12-16,-1-1 7 0,1 0 1 0,-2-3-4 0,1 2-23 16,-2-1 4-16,2-2-10 0,-2 3 5 0,-1 0-2 0,-1 3-3 0,-2-2-17 15,1-1 10-15,-2 1-11 0,-1-3 13 0,1 2-3 0,-1 2-5 16,1 1-10-16,0 1 0 0,1 2-2 0,1 2-13 0,-2 0-5 15,0 1-12-15,1 0-35 0,-3 1-28 0,1 0-1 0,-1 6-117 0,0 0-2 16,-1 2-14-16</inkml:trace>
  <inkml:trace contextRef="#ctx0" brushRef="#br0" timeOffset="-204804.94">19248 13765 170 0,'-6'-1'4'0,"1"-3"50"0,2 2-11 0,-2 0 15 0,3 0-49 0,0-1 28 16,-1 2-21-16,2 0 51 0,0 1-7 0,-1-4-15 0,2 1-31 0,0 1 23 0,0-1-23 0,2 1 21 0,-1 0-13 0,-1-2-13 0,0 3-17 0,1-1 12 0,-1-1-6 0,0 2 28 0,0-1-4 0,-2 0-10 0,1-1 1 0,-2 1 6 0,0 1-3 0,0-2 4 0,0 0-4 0,-2 1-4 0,0 1-15 0,-2-2 14 0,-1 0-11 0,1 1 21 0,1 1-2 0,0 1-14 0,0-2-6 0,1 2 7 0,-2 0-7 15,1 0 5-15,0 0-5 0,6 0-3 0,-2 2 3 0,-1-2-4 16,2 0 7-16,-8 0 3 0,3 1 0 0,1 1 0 0,0 0-26 16,2 0 22-16,-2 0-21 0,1-1 24 0,1 1-4 0,-1 0-13 0,0 0-77 15,3 1 0-15,-4 3-23 0,3-1-44 0,-2 3 92 0,2 0-7 16</inkml:trace>
  <inkml:trace contextRef="#ctx0" brushRef="#br0" timeOffset="-200703.8">20309 13516 256 0,'-4'-2'2'0,"2"1"70"0,-1 0 10 0,2 0 27 0,-1 1 18 0,0-3 0 0,-2 2-9 0,2 1-9 0,-1-2-13 0,1 2-20 0,-1-1-17 0,1 1 22 0,0 0-31 0,-1 0 26 0,0 0-13 0,1 0-13 0,0 1-19 0,0 1 16 16,0-1-21-16,1 0 14 0,1 1-8 0,0-2-19 0,0 2-1 0,3 2 2 0,-1 0-5 0,1 2 8 0,-1 1-9 0,3-2-2 0,-1 4 2 0,1-4-3 0,-1 2 6 0,2 1-3 0,0-1-3 0,-2-1-4 0,3-1-5 0,0 0 7 0,-2 0-7 0,3 0 5 15,-1 2-1-15,0-2-6 0,-2 1 4 0,1-2 0 0,-1 1 0 0,0-1-17 0,-2 3-4 16,-1-2-9-16,1 2-27 0,-2 1 11 0,-1 0-15 0,1-1-9 0,-1 1-12 15,0-4-15-15,-1 1-46 0,1-2-10 0,0 0-2 0,-1 0-40 16,1 0-17-16,0-2-21 0</inkml:trace>
  <inkml:trace contextRef="#ctx0" brushRef="#br0" timeOffset="-200438.3">20154 13621 726 0,'-7'0'-359'0,"4"-2"723"15,3 1-83-15,0 0-116 0,0-1-49 0,1 2 18 0,2-1-40 16,2-1 4-16,0 0-11 0,2 1-19 0,-1-3-28 0,3 0 18 16,3 3-29-16,1-3 21 0,0 2-12 0,0 0-18 0,0 1-11 15,-3-1 8-15,2-1-11 0,-1 0 2 0,-2 1-5 31,1-2-4-31,0 2 1 0,0-1 5 0,-2 0-1 0,0 1 1 0,-1 1-2 16,-2-2-3-16,1 0-27 0,-2 0-3 0,1 0-6 0,0-1-22 0,0-1-21 0,1 0-5 0,0-1-63 16,1-2-54-16,1-1 39 0,2-4-151 0,3 2 178 0,1 4 16 15</inkml:trace>
  <inkml:trace contextRef="#ctx0" brushRef="#br0" timeOffset="-198794.19">20815 13920 248 0,'-2'0'17'0,"0"1"-3"0,0-1-13 0,1 0 27 0,1 2-28 0,-1-1 20 0,1 0-10 0,-1-1-14 0,0 0-15 0,0 0 14 15,1-1-10-15,-2 0 34 0,1-1-2 0,-1 1-11 0,1 0 8 0,-1-2 21 0,1 2-15 0,-1-1 44 0,1 0-13 0,0 0-12 0,-1-1-14 0,1 1 24 0,0-2-21 0,-2 0 61 0,2 0-1 0,0 0-12 0,-1-1-16 16,1 3 28-16,0 0-38 0,0-2 25 0,1 3-12 0,-2-5-19 16,1-2-13-16,0 0 12 0,0 2-16 0,0-4 28 0,-1 2-11 15,-2 0-8-15,0-2-15 0,-1 1 12 0,1-1-12 16,-1-3 25-16,2 3-11 0,-3-2-9 0,3 0-4 0,-3-1 12 16,0 0-6-16,1 1 9 0,0 1-3 0,0-1-13 0,-3-3-7 15,0 0 6-15,4-1-8 0,-2 1 6 0,3 2-4 0,2-1-2 0,-3 1 0 16,3-1-2-16,1 0 1 0,-2-3-6 0,2 3 2 0,1-1-5 15,0-2 0-15,3-2 5 0,0 1-5 0,2-2 3 0,2 2 1 16,2 4-2-16,-1 1-5 0,2-2 10 0,0 3-8 0,2-5 15 0,-2 3 2 16,-1 4-5-16,1-1-12 0,0 3 17 0,1 1-16 0,-1 1 17 15,-1 0-5-15,1 3-9 0,-1-1-10 0,0 2 5 0,0 2-7 16,1 0 14-16,-2 2-3 0,-1 3-1 0,0-1-12 0,-1 4 8 0,-1 1-6 16,-3 2 17-16,-1 3-5 0,-2 3-5 0,-1 2-15 0,-2 2 15 15,-3-3-8-15,-2 2 25 0,-1-3-6 0,-1 1-9 0,0 2-7 16,-1-3 4-16,0 1-2 0,-1-4 9 0,2-3 2 0,1 1-4 15,0-3-6-15,2 0 2 0,0-1-3 0,1-2 8 0,3-2-1 16,1 0-1-16,0-3 7 0,2-1-10 0,2 0 7 0,1 0-11 16,1-3 0-16,2 2 6 0,3-2-4 0,-1 0 5 0,2 0-4 15,1 1 7-15,0-1-2 0,2 0-4 0,0 2-8 0,0 0 11 0,0 0-7 16,-1 1 16-16,-1 0 0 0,-1 0-7 0,-1 2-11 0,-3-1 6 16,-1 2-7-16,-2 0 17 0,-3 2 5 0,-1-2-1 0,-4 4-6 15,-2-1 16-15,-2 2-14 0,-1 2 21 0,-2 0-7 0,-2 2-10 16,-2 1-5-16,-1 1 4 0,-1-1-3 0,1 1 5 0,1-3-2 0,0 0-4 15,-3 1-20-15,1 1 15 0,1-1-13 0,-1-2 23 0,3-2-9 16,2-2-10-16,0-2 0 0,1-2-7 0,3-2 5 0,1 0-15 16,5-2-4-16,-3-3-3 0,3 0-10 0,0 1-7 0,2-3 1 0,2 1-32 15,2 1-5-15,2-2-6 0,4 2-47 0,0 0-23 0,2-1-1 16,4 1-77-16,1 0-2 0,-2-2-3 0</inkml:trace>
  <inkml:trace contextRef="#ctx0" brushRef="#br0" timeOffset="-198482.45">21244 13587 956 0,'-3'2'142'0,"1"-1"288"0,0 1-331 0,0 5-23 0,1-1-32 0,-3 4-21 0,4 1 46 0,-2 0-38 0,0-1 90 0,1 1-33 0,-3 0-33 0,1 3-34 0,1-3 4 0,-1-1-11 0,2 0 8 16,1-2-7-16,0-1-8 0,1 2-8 0,-1 2 5 0,0-2-5 0,0-2 4 0,-1 0-7 0,1-2-5 0,3 1-39 0,0-1-18 0,-1-1 3 0,0 0-107 0,1-3-81 0,0-1-21 0,7-1-188 0,1-3 207 15</inkml:trace>
  <inkml:trace contextRef="#ctx0" brushRef="#br0" timeOffset="-197125.05">21811 13225 104 0,'-4'-1'58'0,"3"1"41"0,0 0 8 0,1 0-10 0,0 0-25 0,-1 0 11 0,1 0 22 0,0 0-24 0,0 0 33 0,0 0-10 0,0 0-13 0,0 0-14 0,0 0 3 0,-1 0-16 0,1 0 16 0,-1-2-9 0,0 2-6 0,1 0-19 0,-1-1 14 0,-1 1-20 0,1-1 23 0,-3 0-10 0,3 1-11 15,-3 0-11-15,2 0 6 0,-1 1-10 0,-1 1 11 0,1 1-4 16,-1 0-8-16,-2 2-10 0,0-1 8 0,0 2-12 0,-2 0 5 15,1 3 2-15,0 0-4 0,-2 3-6 0,1 1 5 0,-1-2-9 16,-2 7 5-16,1-3-3 0,0 5-2 0,0-1-10 16,0-4 7-16,0 2-4 0,0-3 10 0,1 3-3 0,2 2-7 15,-1-1-2-15,1 1 4 0,6-2-1 0,-2-3 7 0,-1-3-6 16,2-1-1-16,-6-1-14 0,0 0 5 0,1-2-4 0,0-2 3 0,-2 1-1 16,3-3-4-16,1 2-29 0,-1-3 3 0,4 2-8 0,-1-2-1 15,1 0-12-15,1-2-8 0,-2 0-53 0,0-1-18 0,1-2-6 16,0-1-71-16,1 1-3 0,0-4-3 0</inkml:trace>
  <inkml:trace contextRef="#ctx0" brushRef="#br0" timeOffset="-196809.52">21458 13235 878 0,'-2'-6'-159'0,"2"5"319"15,-1-3-19-15,1 1-45 0,0 1 0 0,0 2 19 16,0-3-31-16,1 2 8 0,0-2-15 0,1 2-17 0,-1-2-15 16,2 3 1-16,0 0-10 0,2 0 1 0,-1 0-4 0,1 3-7 0,-1 1-13 15,2 0 15-15,2-2-17 0,0 5 19 16,1-1-4-16,0-1-8 0,2 3-12 0,-2-1 16 0,2 4-16 0,2 2 30 16,0 1-14-16,-1 4-13 0,-1 3-3 0,-5-2-4 15,-1 2 4-15,1-2 1 0,1-7 0 0,6 2 1 0,4 0-17 16,-1 1 10-16,-3 2-11 0,2 1 22 0,-4-4-4 0,0-5-8 15,1 0-10-15,-1-2 10 0,-1-1-10 0,0 0 4 0,-2 0-3 16,0-3-8-16,0 3-36 0,-2-1-5 0,1 1-8 0,-2-4-42 16,-1-1-9-16,-1 1-14 0,1-1-29 0,-2 0 4 0,1 1-8 15,1-2-24-15,0 0-19 0,0 0-21 0</inkml:trace>
  <inkml:trace contextRef="#ctx0" brushRef="#br0" timeOffset="-195025.17">22029 13265 228 0,'-3'0'130'0,"0"-2"17"0,1 2-55 0,1 0 11 0,-2 0-8 0,3 0 0 0,0 0-18 0,0 2 18 0,0-1-27 15,-1 2 17-15,0-3-7 0,0 2-14 0,0-1-13 0,0 2 16 0,1 1-23 0,-1 0 25 0,1-2-8 0,2 5-13 0,-1-4-11 0,1 4 10 0,1 1-17 0,-1 0 6 0,1 3-3 0,1-2-8 0,-1 3-16 0,0 0 15 0,1-2-19 16,0 2 20-16,-2-5-8 0,5-1-10 0,-2 0-13 16,-1-1 6-16,1 1-7 0,0 5 13 0,-3-4-6 0,1 0-7 15,2 0-12-15,-2-1-7 0,0-1 4 0,-1 0-33 0,2-3 19 0,-3 2 5 16,-1 0-38-16,0-1-7 0,0-1-16 0,0 2-57 0,0-4-6 16,1 1-7-16,-1-1-21 0,0 2-23 0,-2-2 6 0,-1 3 57 15</inkml:trace>
  <inkml:trace contextRef="#ctx0" brushRef="#br0" timeOffset="-194806.48">21915 13449 345 0,'-5'-3'208'0,"0"3"-99"0,1 0 132 0,0 0-138 16,2 0 8-16,0-1-41 0,1 1 45 0,1 0-4 0,0 0-15 15,0-1-24-15,0 0 19 0,0-2-35 0,1 1 9 0,1-1-9 16,1-3-14-16,3 0-22 0,2 1 16 0,1-4-23 15,3 2 10-15,1 0-4 0,1 2-13 0,3-3-4 0,1 0 2 16,1-1-4-16,6-2 0 0,-2 4-7 0,1-2-3 0,2 2-36 16,-12 2 0-16,2 1-7 0,3 0-53 0,-1 2-24 0,3-2-16 15,-1 2-59-15,-5-1-62 0,-1-1 50 0,1 4-1 16</inkml:trace>
  <inkml:trace contextRef="#ctx1" brushRef="#br0" timeOffset="62696.19">26333 15746 0,'0'0'0,"0"0"0,0 0 15,0 0-15,0 0 16,0 0 0,0 0-16</inkml:trace>
  <inkml:trace contextRef="#ctx0" brushRef="#br0" timeOffset="-194564.88">22401 13215 858 0,'-2'0'198'0,"0"1"56"0,1 0-175 0,-1 2-35 0,0 1 11 16,1 0-1-16,0 3 13 0,1 0 15 0,0 0-21 0,0 4 10 15,1-2-15-15,2 2-12 0,-1 3-18 0,2 0 13 0,0 0-15 16,0 7 11-16,0-1-8 0,-1-1-20 0,1-1-8 15,2-6 9-15,1-3-10 0,1 0-7 0,1 0-10 0,-2 1-11 0,2 0-43 16,-1-3-6-16,-1 0-1 0,-1-1-44 0,0-3-17 16,1-1-3-16,-2 1-49 0,-1 0-49 0,-2 0 46 15,1 0 18-15</inkml:trace>
  <inkml:trace contextRef="#ctx0" brushRef="#br0" timeOffset="-194074.48">21523 13024 498 0,'-8'-6'183'0,"2"2"-102"0,-2 0 96 0,-2 1-86 0,1 1 13 0,2 1-29 16,-2-1 19-16,1 1-11 0,1 1-14 0,0 0-28 0,-1 0 26 0,1 3-32 0,-2-1 37 0,1 1-13 0,0 2-18 0,0-1-19 0,2 5 10 0,-1-2-16 0,-1 4 7 0,1 0-5 0,1-1-11 0,-3 4-14 0,1-1 14 0,1 1-13 0,-1 2 26 0,1 0-9 0,3 2-10 0,-2 4-6 0,3 0 15 0,0 1-9 0,-1 5 35 0,3 0-3 15,0 3-10-15,1 6-11 0,0-3 9 0,2 4-14 0,3 4 7 16,0-5-7-16,1 1-6 0,1-4-10 0,-1-10 11 0,3-1-8 15,3-2-5-15,0-4-7 0,3 1-19 0,0 0-47 0,3-2-15 16,1-1 1-16,3 0 35 0,0-6 5 0,4-1 39 0,5-4-135 0,2 0-5 16,-3-2-56-16,7 1 7 0</inkml:trace>
  <inkml:trace contextRef="#ctx1" brushRef="#br0" timeOffset="63430.45">26328 15790 0,'0'0'0,"107"15"15,-60-11-15,-2-1 16,-8-2-1,-9-4-15,-9 0 16,-4-1-16,-5-3 16</inkml:trace>
  <inkml:trace contextRef="#ctx0" brushRef="#br0" timeOffset="-193677.69">22553 13004 826 0,'3'-4'234'0,"1"4"-169"15,-2-2 91-15,-1 2-111 0,1 0 28 0,1 3-30 16,-2 3 87-16,3-1-12 0,0 2-14 0,0 3-42 0,4-1 23 16,0 3-40-16,-7 3 17 0,1 2-13 0,-2 1-20 0,0 1-6 15,6 0 20-15,1 1-19 0,2 3 20 0,3 1-7 0,-2-1-17 16,2 5-3-16,3-1 12 0,-2 2-13 0,0 7 11 15,-5-8-10-15,-4 2-11 0,-3 2-6 0,-1-7 2 0,-4 5-2 16,-4-1 6-16,-3-5-2 0,-2 1-4 0,-3-2-16 0,0 0 14 16,0-1-14-16,-1 1 7 0,7-3-10 0,0-1-12 0,0-2-36 15,-1-2-6-15,-6 1-5 0,2-2-56 0,3-1-29 0,3-3-26 16,1-1-181-16,0-2 220 0</inkml:trace>
  <inkml:trace contextRef="#ctx1" brushRef="#br0" timeOffset="63916.1">26709 15889 0,'169'9'0,"-37"-2"0,-41-2 15,-29-1 1,32 3-16,-25-1 16,-21 1-1,-16-2-15,-9-2 16,-5 0-16,-6-1 16,-1 1-1,-1 1 1,2 0-16,-2-2 15,-2-3-15,-2-2 16,0 0 0</inkml:trace>
  <inkml:trace contextRef="#ctx1" brushRef="#br0" timeOffset="66050.28">27906 15971 0,'0'0'0,"0"0"15,0 0-15,0 0 16</inkml:trace>
  <inkml:trace contextRef="#ctx0" brushRef="#br0" timeOffset="-190899.48">23204 13160 217 0,'-5'-3'176'0,"1"1"-72"0,1 0 103 0,1 1-96 0,0-2-7 0,-2 1-41 0,2 1 37 0,-3 1-7 0,3-2-13 0,0 1-14 0,0-1 15 0,2 2-26 0,-4-3 11 0,3 3-7 0,-2-1-9 0,2 1-19 0,-2 0 10 0,3-2-15 0,0 2 18 0,2 0-10 0,-1 2-11 0,-1 0-8 0,0 1 9 15,-1 1-8-15,2 3 19 0,0 2-11 0,0 2-9 0,3 4-14 16,2 2 6-16,0 2-6 0,0 3 12 15,0-3-5-15,-1 1-3 0,-1 1-13 0,1-2 8 0,-2 1-7 0,1 0 21 16,1-3-8-16,-2-4-6 0,2-2-1 0,-1-6-3 0,1 2 2 16,-2 2-19-16,0 0-13 0,0 0-9 0,-1-1 7 0,0 0-16 15,-1-5 12-15,0 1-69 0,1 0-12 0,-2-4-17 0,0 1-44 0,0-1-1 16,0 0-4-16,0 0-3 0,1 0-8 0,-1 0-11 0</inkml:trace>
  <inkml:trace contextRef="#ctx0" brushRef="#br0" timeOffset="-190710.19">23066 13370 266 0,'-6'4'114'15,"2"-4"124"-15,2 2-58 0,2 1-28 0,0-3-42 0,0 0-14 0,1-2 29 0,2-1-37 0,5-1 25 16,1-1-18-16,0-4-35 0,2-2-28 0,-4 1 23 16,1-1-33-16,3-1 24 0,4 2-8 0,5-2-15 0,1 1-12 15,2 1 10-15,-2 3-12 0,2-1 13 0,-2 1-7 0,-2 3-9 16,1-1-9-16,-2 2 3 0,-2 1-4 0,0-1-9 15,-3 2-19-15,0 0-10 0,0 1-65 0,-1 0-18 0,-2 0 5 16,-1-3-92-16,-2 2-20 0,0-3-5 0</inkml:trace>
  <inkml:trace contextRef="#ctx0" brushRef="#br0" timeOffset="-190042.14">23711 13610 733 0,'-15'-9'-313'0,"7"6"597"0,4-1-77 15,-1 1-108-15,0-1-34 0,0 0 22 0,-1 1-29 16,0-2 43-16,0-1-7 0,2 3-11 0,2-3-27 0,-3 0 15 16,1-2-27-16,-1-1 20 0,1 0-12 0,1 0-13 0,2 1-28 15,0-3 21-15,0-2-24 0,-2-3 27 0,0-2-9 0,0-3-11 16,3-2-10-16,0 4 7 0,-1-4-7 0,1-1 13 0,-3-1-3 15,0 0-7-15,2-1-7 0,0 1 28 0,1 0-23 16,0-2 32-16,1 3-12 0,0 4-23 0,4 0-1 0,0 8 3 16,0-2-3-16,6 1 1 0,-2 0 2 0,1 1-2 0,4 2-8 15,-3 0 11-15,1 1-8 0,2 1 16 0,-3 1-2 0,-1-1-5 0,0 4-5 16,1 0 3-16,-1 0-1 0,1 4 10 0,-2 0-5 16,0 0-3-16,1 6-9 0,-1-3 8 0,-1 2-5 0,-1 2 9 0,1 1-2 15,-1 1-7-15,-1-2-6 0,-1 1 5 0,-1 1-4 0,-2 0 15 16,-2 0-4-16,0 1-3 0,-2 2-3 0,-3-3 0 0,-2 2 0 15,1-1 4-15,-2 2 2 0,-1-1-2 0,-1 1-13 0,0-1 13 16,-1 1-10-16,1-2 21 0,1-2-8 0,1-2-6 0,1 1-15 0,0-2 13 16,2-1-8-16,2-3 19 0,2 1-1 0,1-2-10 0,3 2-7 15,2-2 8-15,2 1-6 0,0-1 15 0,1 0-3 0,1 1-6 16,1 1-4-16,2-2 2 0,-1 2-1 0,1 1 9 0,-1-1 1 16,1 1-1-16,0 1-12 0,-1-1 8 0,0 1-8 0,1 1 12 15,-3-2-3-15,0 3-3 0,-2 0-7 0,0 0 5 0,-2 2-3 0,-2 1 10 16,-3 0-1-16,0-1-2 0,-2 1-7 0,-4 4 6 0,-1-1-5 15,-2 2 9-15,-2 1 1 0,0-6-3 0,-2 1-5 0,-3 1 2 16,0-1-4-16,-2 3 2 0,1-2 3 0,2-1 4 0,-3-4-17 16,1-1 13-16,2-1-14 0,1-3 4 0,2-1-6 0,2 0-15 0,0-1-27 15,2-5 2-15,3 3-11 0,2-1-29 0,3 1-16 0,0-2-16 16,2-3-101-16,2-1-12 0,5-1-22 0,3 0 96 0</inkml:trace>
  <inkml:trace contextRef="#ctx0" brushRef="#br0" timeOffset="-189509.2">24087 13293 423 0,'-8'0'90'15,"8"-1"131"-15,0 1-100 0,2 0-12 0,1-2-28 0,-4 2-8 0,-1 0 37 0,2 0-41 0,0 2 43 0,0-2-16 0,2 0-28 0,-2 0-15 0,0-3 10 0,3 2-21 16,-1-1 2-16,1 1-4 0,-3-1-10 0,0 2-9 0,-1-2 7 0,1 1-12 0,3 1-1 0,0 0-2 0,0 0-5 0,1 0-3 0,0 0 8 0,-2 1-9 0,2 1 5 0,-2 0-3 0,-1 2-5 0,1 1-13 0,-2 0 15 0,0 3-13 0,-2-2 22 0,-2-1 0 16,0 4-8-16,-1-1-3 0,0 2-1 0,2 3-1 0,-2 0 1 15,0 0 2-15,5 0-2 0,-1-3-10 0,1-3 16 0,0 1-12 16,-5 2 22-16,2-1-6 0,-2 2-10 0,4-1 11 15,1-4 3-15,0 3 3 0,1-1 12 0,3-3-8 0,-1-2-2 0,0 2-12 16,3-3 4-16,-4 2-2 0,-2 0 5 0,6-1 1 0,-6 0-4 16,1 1-11-16,2-3 9 0,-3 1-10 0,4-2 14 0,1-2-1 15,2 2-6-15,1 0-12 0,2 0 8 0,1-1-7 0,1-3 12 0,2 1-1 16,0-3-6-16,-2 1-12 0,1 0-3 0,-1 1-4 0,0-2-26 16,-1 3-14-16,0-3-10 0,-2 0-69 0,-1-1-43 0,0 1 0 15,0 3-168-15,-1 1-54 0,-1 5-41 0</inkml:trace>
  <inkml:trace contextRef="#ctx1" brushRef="#br0" timeOffset="68079.14">28349 16100 0,'0'0'0,"0"0"0,171 41 16,-89-25-1,-26-8 1,-18-1-16,-12-5 16,-23-6-16,-1 3 15,0 0 1,-1-2-16,0 1 15,-1 0-15,0 2 16,0 0 0,0 0-16,0 0 15,0 0 1</inkml:trace>
  <inkml:trace contextRef="#ctx0" brushRef="#br0" timeOffset="-188407.33">23990 13322 20 0,'3'-1'8'0,"1"1"56"0,0-1-6 0,-2 1-13 0,2-2-22 0,-1 2 35 0,0-1-38 0,1-1 36 0,2-1-14 16,0 2-19-16,-2-3-21 0,3 1 8 0,-4 0-10 0,3-3 13 0,-1 4 2 0,1-1-6 0,2 1 9 0,-4 0 9 0,2 1-9 0,-1-1 13 0,-2 2-4 0,-1-3-1 0,1 1 24 0,-3 0 20 0,2 0-8 0,2 0 42 0,-7 1-17 0,0 0-25 0,5-2-22 0,-7 2 18 0,4-2-26 0,1 1 22 0,-6-1-11 16,3-1-11-16,3 3-8 0,2-1-3 0,-2-2-2 0,7 3-2 0,-6-3-1 0,-1-1-4 0,0 2-17 0,-4-1 17 0,8 2-18 0,-4-1 21 0,-1-1-4 0,5 2-8 0,-4 0-9 15,-1 0 9-15,6-1-5 0,-9 1 24 0,1 0-1 0,-1 0-6 0,-5-1-11 16,1 2 14-16,-1 0-13 0,-2-1 12 0,2 2-7 0,-2 0-9 15,0 2 4-15,2-1-5 0,1 2 6 0,-1-1 2 0,0-1-6 16,0 3-1-16,0 0-13 0,2 0-4 0,-2 0-1 0,0 0-20 16,1-2 0-16,1 2-4 0,-1-1-36 0,3 0 4 0,-1 1-11 15,0-1-3-15,2 1-8 0,0-3-10 0,1 1-59 0,1-2 6 0,0 2-22 16,1-1 74-16</inkml:trace>
  <inkml:trace contextRef="#ctx0" brushRef="#br0" timeOffset="-187609.18">24644 13079 314 0,'-5'-2'102'0,"1"-1"51"0,2 2-77 0,-4-1 45 0,2 0-17 0,0 1-24 0,-2-3-22 0,2 2 19 0,0-1-27 0,-1-1 38 0,1 2-5 0,-4-3-16 0,7 2-16 0,0-4 23 0,-2 2-33 0,1-1 15 0,-5-1-8 0,-1 3-14 0,0-2-11 0,-1 2 6 0,0 0-11 0,0 2 0 0,0-1 1 0,2 2-8 0,0 0-8 16,0 1 12-16,1 3-14 0,-4-1 15 0,1 2-7 0,1-1-9 15,-1 2 2-15,0 1 1 0,1 1 1 0,-2 1-3 16,1-2 5-16,2 5-1 0,-2-1-10 0,2-1 15 0,2 1-16 16,-1 0 17-16,2 1 2 0,-1-1-7 0,2 0-6 0,-2 2 6 15,2-1-6-15,-1 1 12 0,1-2-2 0,2 0-2 0,0 0-7 16,1-1 2-16,1 0-2 0,1 0 10 0,2-2 7 0,1 0 6 0,1 0 4 15,1-2-2-15,0 0 0 0,1-1-7 0,2-2-6 0,2 1-1 16,0-2-16-16,1 0 7 0,1-1-6 0,1-1 12 0,-3-1-1 0,1-1-7 16,2-1-1-16,0 0 4 0,-1 1-3 0,-1-4 3 0,0 2 0 15,-3-1-2-15,-1-1-7 0,1 1 6 0,-6-1-5 0,-1 0 11 16,-2-1-4-16,0 0-4 0,6-1-13 0,-3 2 16 0,7-2-10 16,-5 1 25-16,1 0 69 0,0 1 17 0,-4 0-188 0,0 2 107 15,-1-1-146-15,-1 2 131 0,0 0 1 0,-1 2-5 0,-2-2-6 0,0 1 11 16,-1 1-9-16,0 0 19 0,3 1-3 0,-4-2-6 0,2 3-9 15,0-1 10-15,-3 0-8 0,3 1 9 0,1 0 2 0,-1 0-4 16,1 0-9-16,0 1 9 0,-1 0-10 0,1 1 11 0,-1-2-2 16,1 2-8-16,1 1-5 0,0 2 9 0,0-1-7 0,1 2 15 0,-1-2 0 15,1 2-6-15,3 3-1 0,-1-1 9 0,2 2-6 16,-1 1 10-16,-1-1-6 0,1 3-5 0,1-1-7 0,0-1 0 0,0 1 0 16,-1 0 3-16,-1-2-14 0,3 2-7 0,-2-2-9 0,1 0 1 15,-1-1 2-15,0-1-13 0,0 0-6 0,0-1-17 0,1 2-35 16,-1-1-9-16,1 0-12 0,2-3-105 0,1 0-21 0,-1 0-41 0</inkml:trace>
  <inkml:trace contextRef="#ctx1" brushRef="#br0" timeOffset="69828.05">28793 16053 0,'177'53'0,"170"60"15</inkml:trace>
  <inkml:trace contextRef="#ctx0" brushRef="#br0" timeOffset="-185025.63">19017 16204 552 0,'-6'1'126'0,"0"1"-65"0,0-2-11 0,-1 0-55 0,2 1-5 0,0 0 4 0,2 1 1 0,-2-1 7 0,1-1 26 0,0-1-11 0,1 1 48 0,0-2-8 0,-1 1-11 0,2-2-36 0,0 2 23 0,0-1-24 0,-1-2 21 0,2 0-6 0,0-1-12 0,0 0 5 0,1-2-4 0,0 1 7 0,0-1 11 0,0 1 2 0,0-2 4 0,1-1-26 15,0-1 26-15,0-1-25 0,0 0 32 0,-1 0-8 0,2 1-9 0,-2-3-16 0,1 0 5 0,-1 2-3 0,1-4 14 0,-1 1 0 0,0-1-4 0,0-2-15 0,0 1 19 0,0-2-17 0,0-4 18 16,0 0-4-16,1-1-10 0,1-4-10 0,0 6 8 0,2-5-6 15,0 0 19-15,0 2-4 0,1-3-4 0,2 2-24 0,0-1 15 16,2 4-16-16,2 2 17 0,0 0 4 0,0 3-6 0,2-1-10 0,0 0 6 16,1 1-8-16,1 0 5 0,2-1 4 0,0 3-3 0,-5-2-11 15,2 1 14-15,-2-2-13 0,2 0 17 0,4 0 3 0,1 0-4 0,2 2-20 16,-2 0 9-16,-3 2-10 0,0 5 23 0,-3 1 0 0,1-1-4 16,-1 6-10-16,1-5 10 0,-1 3-11 0,-1 2 6 0,1 1-1 15,-2 0-4-15,1 4 6 0,-2 0 1 0,-1 1 3 0,-1 3-6 0,-1 1 3 16,-1 0-5-16,-2 4-8 0,0-4 19 0,-2 2-17 0,-2 1 17 15,0 3 0-15,-2 3-7 0,-3 0-11 0,-2 1 8 0,1 1-8 16,-3-3 17-16,0 1 1 0,0-2-2 0,-1-2-6 0,-2 1 3 16,1-1-5-16,1-1 3 0,0 1-1 0,1-2 0 0,1-1-3 15,1-1 3-15,2-3-1 0,0 1 5 0,2-3 1 0,1 1-5 0,-1-2-7 16,3-1 8-16,0 1-8 0,1-2 14 0,1 1-1 0,0 0-3 16,1 2-2-16,-1-2 0 0,3 0 1 0,-2-1 5 0,2 3-4 15,-2-2-2-15,0 2-5 0,1 1 4 0,-1-3-4 0,-1 4 7 16,1-2 5-16,-3 3-2 0,0-2-11 0,-1 2 6 0,-2 1-7 15,-1 0 18-15,-3 2-3 0,-1 3-3 0,-2 1-6 0,-1 2 3 0,-3 2-3 16,0-2 7-16,-1 2-1 0,-4-1-1 0,0 0-4 0,0 0 1 16,-1 0-1-16,3-6 6 0,1-2-5 0,3-5 0 0,6-1-4 15,2-2-4-15,4 0-1 0,1 0-27 0,0-2-8 0,0 0-10 0,1-2-16 16,7 0-22-16,-4 2 7 0,1-5-82 0,5 1 11 0,3-4-14 16,9-2-48-16,3 1 137 0</inkml:trace>
  <inkml:trace contextRef="#ctx0" brushRef="#br0" timeOffset="-184377.12">19877 15641 803 0,'-9'2'44'0,"-2"1"-1"0,1 0-36 0,1 2-7 0,0 0-16 0,1 1 10 0,1-1 6 0,0 0 0 0,2 2 22 0,-1-2-3 0,2 0-3 0,-1 0-11 0,2 0 6 0,0 0-8 0,1 2-1 0,0-1-2 0,1 2-3 0,1 1-5 0,-1-1 7 0,0-2-2 0,1 2 13 0,-1-1 0 0,1 1-8 0,0 1 6 0,0-1 20 0,1-1-11 0,0 0 31 0,0 0-6 16,1-3-7-16,1 1-18 0,-1-1 12 0,2 0-10 0,0-1 16 0,0-1-5 0,1-1-9 0,0-1-10 0,1 0 10 0,-1-1-9 0,0-1 12 15,1 0-5-15,-1 0-3 0,1-2 9 0,-1 0-12 16,1-1 13-16,0-1-8 0,-2 0 0 0,2-3 0 0,-2 1-14 0,2-1 18 15,1 0-16-15,-3 0 21 0,2 1 0 0,-2 0-5 0,0 1-27 16,-1-1 20-16,-2-1-18 0,0 1 29 0,-1 1 0 0,-1-2-10 0,-2 0-8 16,-1 1 10-16,-1 2-11 0,-1 0 0 0,0 1 3 0,0 1-4 15,0 3-15-15,-1 0 9 0,1 1-10 0,-1 0 5 0,-1 0-3 0,0 1-8 16,0 0-25-16,0 1 2 0,-1 0-11 0,1 0-30 0,0-2-10 16,0 0-11-16,1 0-58 0,1-3 5 0,0 0-8 15,2-2 46-15,3-1-61 0,1 0-19 0</inkml:trace>
  <inkml:trace contextRef="#ctx0" brushRef="#br0" timeOffset="-183920.26">20485 15398 1066 0,'0'25'-437'16,"0"-11"709"-16,-3-5-96 0,2 1-171 0,0 2-5 0,-1 2-6 0,2-1 6 0,0 1 4 0,1-3-1 0,1 1 2 0,2-2-1 0,-1 0 3 0,1 1-4 0,0-2-2 0,0-2-1 0,2 1 0 0,-2 0 1 0,2-1-12 0,-1 2 4 0,-1-2-40 0,1-2 20 0,-1 1 1 0,2-1 5 0,-1-1-1 0,1 0-13 0,-1 1-59 0,-1-2-12 0,-1-1-11 0,-1 2-69 0,0-1 100 0</inkml:trace>
  <inkml:trace contextRef="#ctx0" brushRef="#br0" timeOffset="-183710.44">20277 15628 878 0,'0'-4'89'0,"0"-1"-48"0,2 0-6 16,0 1-29-16,3 0 9 0,-1 0 9 0,2-1 2 0,3 0 16 16,0-1 8-16,2 1-5 0,0-2-6 0,2 0-5 0,-1 1-15 0,3-1-33 15,-1 0 26-15,3 0-25 0,0-1 32 0,0 2-8 0,0 0-11 16,2 0-12-16,-1 1 8 0,0-1-4 0,0 2 22 0,0-1-9 15,0 1-8-15,0 0-28 0,1 1-4 0,-11 0-8 0,-1 0-49 16,0 0-10-16,-5 2-16 0,10-1-31 0,-5-2-23 0,0 1 4 0,4 3 44 16</inkml:trace>
  <inkml:trace contextRef="#ctx0" brushRef="#br0" timeOffset="-182956.64">21009 16091 1041 0,'0'-7'-655'0,"-6"2"1155"0,3 2-178 0,0-1-243 0,-2-1-78 0,1-1-6 0,-2-1-1 0,0 1 6 0,1-2 5 0,-1-1 3 0,1-1 3 0,1 0 13 0,0-3-10 0,0 1 9 0,1 0-4 0,-1-2-8 0,0-3-11 0,0-2 5 0,0 0 1 0,1-7 49 0,1 2-16 16,1 1-2-16,-2-6-39 0,1 3 15 0,0-3-15 0,1 0 23 0,-2 3-5 0,2-1-4 0,0 3-6 0,-1 0 11 0,1-1-4 0,1 0 12 0,-1 2-2 0,1-2-14 0,0 1-17 0,2 0 15 15,0-3-16-15,0 1 24 0,3-1-6 0,1 4-7 0,-1 3-7 16,3-1 17-16,1 4-11 0,2-1 18 0,0 0-4 0,2 2-14 0,0 4-14 15,2 0 20-15,-2 0-15 0,0 4 22 0,1 1-8 0,-2-1-12 16,0 5-1-16,0-1 7 0,-2 2-2 0,0 1 14 0,-1 1-5 16,-1 3-7-16,-5 1-1 0,-2 1 0 0,0 2 0 0,-1 1-4 15,3 1 2-15,2 3 3 0,-2-1-8 0,0 4 7 0,0 3-4 16,-3 2 14-16,-3 0-2 0,0-1-6 0,0-1-9 0,-1 0 11 16,0 0-10-16,-1-1 15 0,2 1-6 0,-2 0-6 0,7-7 0 15,0 3 2-15,-6-4 2 0,6 1 11 0,-2-4-6 0,0 0-2 0,6-1-3 16,-3-1 1-16,-5 2 0 0,1-2 3 0,-2 2 2 0,2 1-1 0,2-2-10 15,3 1 10-15,2-1-7 0,-1-1 18 0,0 1-3 0,1-3-4 16,1 3-17-16,0-1 9 0,0 1-8 0,0 0 13 0,-2 2 1 16,2-1-4-16,-2-2-11 0,-1 1 8 0,-3-1-7 0,-1 2 15 15,-2 0 0-15,-1 0-4 0,-2-1-10 0,1 2 11 0,-4-1-10 16,-1 2 11-16,-1 0 5 0,-3 0-5 0,1 2-13 0,-3-3 8 16,6 1-8-16,-3 0 22 0,0-1-6 0,-1-3-2 0,-5 2-17 15,3-5 10-15,0 2-7 0,2-1 16 0,-1-3-3 0,3 0-6 0,0-2-6 16,0 1 4-16,2-2-5 0,-2 1-21 0,4 1-5 0,-1-1-17 15,-1 1-20-15,1 1 9 0,0 0-13 0,1 0 4 0,1 0-2 0,-1 1-2 16,1 1-28-16,2-2-13 0,1 0-1 0,1 0-61 0,2 0-9 16,0-3-22-16</inkml:trace>
  <inkml:trace contextRef="#ctx0" brushRef="#br0" timeOffset="-182653.32">21389 15604 1569 0,'-15'10'-160'0,"8"-4"308"16,1-2-58-16,-2 1-60 0,0 0-36 0,2 4-1 0,2 0 0 0,1 3 8 0,1-1 1 0,2 1-2 0,0 2 0 0,2-1 0 0,1 3-3 0,-1 0-35 0,1-1-39 0,2 3-26 0,-1 3 46 0,1-2-16 0,0-4 37 0,0 1-53 0,0-4-20 0,-1 2-43 0,-1 3-35 0,1-3-42 0,-1 4 0 0</inkml:trace>
  <inkml:trace contextRef="#ctx0" brushRef="#br0" timeOffset="-181711.46">21721 15305 526 0,'-5'0'48'16,"1"-1"57"-16,-2 1-79 0,4-1-7 0,-1 1-12 0,1-1-7 15,-1 1 24-15,1 0-12 0,2 0 55 0,-2 0-5 0,2 0-11 0,0-2-24 16,1 1 11-16,2-2-16 0,0 2 4 0,-1-1-2 0,2 0-2 16,1-2-15-16,-1 1 14 0,2 1-11 0,-2-1 31 0,1 0-2 15,0 0-8-15,1 0-18 0,1-1 18 0,0 1-18 0,-2-1 18 0,1 0-1 16,1 1-6-16,-2-2 1 0,1-1-1 0,-1 3 0 16,1-1 0-16,0 2 1 0,-2 0-1 0,2 1-15 0,-1 1 16 15,0-2-15-15,-1 2 18 0,2 2-7 0,-2-2-6 0,3 1-10 0,0 3 7 16,-2-2-4-16,1 3 12 0,-1 1-1 0,0-1-7 0,0 1-13 15,0 0 14-15,0 3-13 0,-1 2 15 0,1 1-3 0,-1 3-10 0,2 2-11 16,-2-4 11-16,0 3-8 0,-1-1 26 0,0 2-10 0,0 1-5 16,0 1-12-16,-1-4 12 0,1 0-6 0,0 2 16 0,0-4-6 15,1 0-12-15,-1-2-5 0,2-1 13 0,1-2-5 0,1-1 33 16,0-2-11-16,1 1-10 0,-1-1-15 0,1 0 5 0,1-1-4 0,0 0 7 16,-1-1-3-16,-1-2-3 0,1 0-7 0,-3 0 10 0,3-1-5 15,0 0 11-15,-1-1-6 0,0-1-14 0,-1 0-23 0,0 0 11 16,0-2-14-16,-2 1 6 0,-1-1-2 0,1-1-7 0,0 0-18 15,0 0-10-15,0-1 2 0,0 2-21 0,-2-3 2 0,0 4 0 0,0-2-16 16,2-1 17-16,0 1-17 0,-4-1-12 0,-1 1-15 16,-1-2-27-16</inkml:trace>
  <inkml:trace contextRef="#ctx0" brushRef="#br0" timeOffset="-181424.83">22013 15253 631 0,'-8'4'101'0,"1"0"265"0,-2-1-342 0,1 3-15 0,1-3-29 0,-1 4 1 0,1 0 15 0,1 1-10 0,1 1 16 0,0-2 1 0,-1 1 0 0,0-1 5 0,-1-1-9 0,-1 1 6 16,2 0-8-16,-2 1 3 0,1 0 2 0,-1 2-2 0,0 0 5 0,0 3-7 0,1 2 0 0,-2-1 0 0,0 1 0 0,-3 0 6 0,2-2-4 0,-1 2 5 0,2-1-2 0,0-1-1 0,-1-2 0 0,-1 4-21 0,0-3 23 15,-1 0-20-15,1-1 26 0,2 0-13 0,-2-1-15 0,0 1-65 0,-1 0-2 0,1 0-14 0,3-1-28 16,2-1-8-16,-1 0-17 0</inkml:trace>
  <inkml:trace contextRef="#ctx0" brushRef="#br0" timeOffset="-178017.89">23007 15092 512 0,'-5'-6'143'0,"1"3"196"0,-1-1-268 0,0 0-55 16,-1 1-13-16,4 3-1 0,0-1 2 0,-1 1 0 0,1-1-6 0,0 1 11 0,-2-1-10 0,2 1 19 0,1-2-4 0,-1 2-1 0,1 0-12 0,0 0 9 0,-1 0-6 0,2 0 28 0,0 3-3 0,0-1-7 0,0 2-7 0,2 1 7 0,0 2-10 0,1-1 6 0,-1 2-2 0,3 2 0 0,-2 2-9 0,3 0 2 0,0 3-1 0,-1-1 11 0,1 1-1 15,-1-1-6-15,2 1-20 0,-2 3 15 0,0-2-16 0,0 0 10 0,-1 1-5 0,3 2-10 0,0-1 10 0,-1 0-7 16,1-4 8-16,-1-6-39 0,1-2-17 0,-2 1-19 0,3 3-50 16,-2 3 7-16,0-3-12 0,-1 0 16 0,-2 0-3 0,-1-2 1 15</inkml:trace>
  <inkml:trace contextRef="#ctx0" brushRef="#br0" timeOffset="-177776.68">22746 15353 549 0,'1'-7'102'0,"4"7"276"0,0-1-337 0,-2-3-14 0,0 4-21 0,-1-4-14 16,3 1 13-16,-1-1-11 0,1 1 19 0,0-1 8 0,0-1-1 0,1 0 22 15,0 0 10-15,1 0-3 0,0 0 3 0,1 0-9 0,-1-1-13 16,2 0-11-16,0 2 14 0,3 0-11 0,0 1 22 0,3-1-6 16,-1 1-4-16,4-3-20 0,3 1 13 0,3-2-13 0,3 0 6 15,2 0-3-15,2 2-15 0,0-1-13 0,-4 1-1 0,0-1-12 16,1 3-67-16,-2 0-19 0,4 0-26 0,-2 2-36 0,-2 0-15 16,-2 0 6-16,-3-1-64 0,-1 2 141 0,-3 3-8 0</inkml:trace>
  <inkml:trace contextRef="#ctx0" brushRef="#br0" timeOffset="-177092.96">23783 15850 707 0,'-6'-9'63'0,"2"3"118"0,-2 3-160 0,1-3-7 0,-1-2-14 0,-1-5-14 0,-2-1 17 0,-1-3-13 0,1 2 43 0,-2-1 13 0,2 1 11 0,2 0-1 0,-4-3 5 0,4-2-8 0,-5 0-4 0,2-1 10 0,5-2-6 0,-1-1-13 0,3-2 8 16,0 0-20-16,-1-3-20 0,3 3 4 0,0-3-1 0,-1-4 6 0,0-3 8 0,-2 0-4 0,0 2 8 15,3 3-5-15,1-1-11 0,-3 1-12 0,4 1 21 0,1 1-16 16,0 4 24-16,1 1-7 0,-2 2-14 0,0-1-8 0,1 4 19 15,1-1-13-15,-1 1 23 0,3 1-4 0,0 0-13 0,1 0-7 16,-2-1 19-16,1 1-17 0,-1 2 10 0,2 3-7 0,1 4-11 0,1 2 9 16,-3 0 0-16,1 4 3 0,-1 3-6 0,-2 0 0 0,2 1-5 15,-2-1-12-15,-3 0 14 0,1 0-13 0,0 0 16 0,-1 3-2 16,0-3-6-16,0 1-9 0,0 2 11 0,-2-1-6 0,-3 6 15 16,2 1 0-16,-3-1-10 0,0-1-13 0,3 4 21 0,-4-5-16 0,5 3 23 15,-1-3-7-15,1 1-11 0,3-2-11 0,2 0 15 0,3-2-9 16,3 2 17-16,2-3 1 0,2 1-11 0,6-1-3 0,0 1 10 15,3 0-7-15,0 0 9 0,1 1-4 0,0 0-3 0,1 1-7 0,-1-1 4 16,1 1-4-16,-1 0-2 0,-4 0-2 0,-1 3-7 0,-2-3-6 16,-1 2 11-16,-3-4-8 0,-2 1 19 0,-2 0-9 15,-3 1-7-15,-2 0 3 0,-3 0 6 0,-2 3 3 0,-5-1 17 0,-2 2-1 16,-3-1-6-16,-6 1-5 0,0 2 2 0,-2 0-4 0,-2-1 2 16,1 1 3-16,-1-1 3 0,-2 1-19 0,0-2 14 0,1 0-13 15,0-2 26-15,4-1-3 0,-1-2-5 0,3 0-11 0,0-2 7 16,2 1-6-16,1-2 11 0,3 1 2 0,3 0-2 0,0 1-9 15,4 2-1-15,-1-1-3 0,1-3 1 0,2 1-30 0,-1 0-10 0,3 0-155 16,3 0-52-16,-1-1-8 0,3 0 64 0</inkml:trace>
  <inkml:trace contextRef="#ctx0" brushRef="#br0" timeOffset="-176521.94">24227 15148 991 0,'3'0'369'0,"-1"0"-353"0,1-1-55 0,2 1-1 0,0 0 42 0,2 0 0 16,-1 1-1-16,0 0-13 0,1-1 14 0,1 2-11 0,-1-1 20 0,0 0-3 0,-1 0-8 0,1 1-1 0,-1 0 0 0,-1 2 1 0,0 0 0 0,-1 0 3 0,0 0-3 0,-1 2-17 0,-2-1 20 0,0 1-16 0,-1 1 20 0,0-1 1 0,-2-1-7 0,-1 4-15 0,-2-1 14 0,-1 1-11 0,0 3 24 0,-1-4 1 0,-1 1-8 15,1 3 2-15,1-2 18 0,-1-1-12 0,1 1 23 0,2-3-6 0,0 0-6 0,2-1 1 0,0-3-1 0,1 3 2 0,0-3-1 16,1 0-5-16,0 1-3 0,0-2-10 0,2-2 7 0,-1 0-7 0,1 0 2 16,1 0-4-16,-1 2-5 0,1-1-12 0,-1 2 10 0,2-1-8 15,-1-1 19-15,-1 1-2 0,3 0-8 0,-2 1-15 0,1-3 15 0,-2 0-14 16,1 0 7-16,-1 0-16 0,2 0-16 0,-1-4-83 0,2 3-33 16,1-6-3-16,5 2-114 0,0 3 152 0,0-5 3 0</inkml:trace>
  <inkml:trace contextRef="#ctx0" brushRef="#br0" timeOffset="-175675.89">24976 14821 954 0,'-19'-21'-101'0,"11"12"177"0,2 1-26 0,-2 2-41 16,2 2-18-16,1-1 17 0,0 2-12 0,1 3 26 0,0 0 5 0,0 0-3 0,-1 4-11 0,-1-3 6 0,0 2-9 0,-1 2 4 0,0 0-6 0,2 1-5 0,-2 6-15 0,-1 1 13 0,3 3-11 0,-2 5 14 0,1-3 2 0,2 2-7 0,-1 1-14 0,1 2 15 16,-1 0-10-16,2 0 26 0,1-3 0 0,-1 0-10 0,2-2-6 0,0-1 10 15,1-1-9-15,2-3 17 0,1-1 3 0,1-1 2 0,2-2-10 16,1-3 13-16,-1 0-9 0,3 0 26 0,1-4-5 0,2-1-11 15,0-1-19-15,0-3 24 0,2-1-23 0,0-1 14 0,0-2-9 16,0 0-15-16,2 0 2 0,0-1-1 0,0 1 4 0,0-2-3 16,-1 1 2-16,-1-1-2 0,-1-1-2 0,-1 1 8 0,-3 0-7 0,-1-1 7 15,-2 0-2-15,-3-1-1 0,-4 1-4 0,1 0 9 0,-1-2-4 16,1 2 26-16,1 0-6 0,-2 2-9 0,0 0-11 0,0 3 18 16,-2 1-12-16,2 2 26 0,-1-2-2 0,0 4-7 0,-3 0-21 15,2 3 8-15,0 2-10 0,-1 1 19 0,2 1 1 0,1 0-3 0,1 2-16 16,2 1 17-16,0 3-19 0,2-1 17 0,0 1-9 0,2-2-7 15,1 2-2-15,0 1-3 0,-3-1 4 0,-3 1 0 0,1-1-3 16,-1-1-1-16,9 1-34 0,0-1-11 0,2 1-8 0,-2-1-82 16,0-1-30-16,2-1-26 0,2 0-85 0,-3-1-57 0,0 1 2 15</inkml:trace>
  <inkml:trace contextRef="#ctx0" brushRef="#br0" timeOffset="-174824.5">23603 15008 632 0,'2'0'55'0,"3"0"101"0,-5 0-157 0,0-1-6 0,0 1-16 0,-1 0 5 0,1 1 0 0,0-1 5 0,0 0 22 0,2 0 1 0,-1 0 0 0,-3 0 4 0,1-1 4 0,0-1-3 0,-1-2-7 16,7 2 0-16,-2 0-4 0,2-2-11 0,3 1 8 0,-3-2-6 0,1 2 16 0,1-3 4 0,-1 1-5 0,3 1-6 0,-2-1 21 0,1 0-19 0,-4-1 20 0,3-1-4 0,1 4-6 0,-1-5 5 0,-2 1-2 0,0-2 5 15,-2 1 10-15,1 0 0 0,-1 1-2 0,0-2-15 0,0-2 13 0,0 5-14 0,0-1 7 0,2 1-5 0,-2 1-5 0,2-2-4 0,-1-4 2 0,-2-2 0 0,2 1 5 0,-3 1 0 0,1 1-4 0,0-1-15 0,-1 0 18 0,1 1-15 0,-2-2 23 0,0 2-9 0,0 0-13 0,-3-1 1 16,0 1 25-16,0-1-12 0,-3 0 27 0,2 2-10 0,-3-1-22 16,-2 1-13-16,1 0 15 0,-3 2-12 0,-1-2 16 0,0 2-4 15,-2 2-9-15,0 0 4 0,1 2-5 0,0 0 5 0,2 1-7 16,1 2 1-16,-1 0 2 0,4 0-19 0,-1 0 20 0,-1 3-17 15,2-1 21-15,-6 1-6 0,-1 1-13 0,1 1-28 0,-1 3 14 0,4-2-15 16,0 2 11-16,0-2-4 0,2 0-10 0,0 2-41 0,3-1-38 16,1 0 5-16,0 0-128 0,3 2 137 0,1 0 3 0</inkml:trace>
  <inkml:trace contextRef="#ctx0" brushRef="#br0" timeOffset="-173174.95">9720 15986 1077 0,'-8'-6'302'0,"-1"0"-144"0,6 1-113 0,3 3-11 0,0 0-5 0,6 2 1 0,-6-2-5 0,2 1 8 0,-1 1 6 0,0-2-5 0,2 2-2 0,-5-2-9 0,1 2-6 0,0-1-9 0,1-2 5 0,9 0-1 0,2-1 21 0,4 0-8 0,-1 0-7 0,5 0-14 0,-1 2 4 0,0 0-4 16,1 2 2-16,-2-2 2 0,1-1-3 0,5-2-3 0,0-2 10 15,4 0-8-15,0-2 11 0,1 3-6 0,0-3-4 0,3 1-13 0,0 0 6 16,3-1-5-16,-2 6 4 0,1-2 1 0,-6 1-11 0,0-1-19 16,2-1 8-16,-2 4-16 0,3 1-28 0,-5 1-11 0,-1 0-19 0,-2 2-82 15,-1-1-13-15,-2 2-15 0,1 3-69 0,-4 1 157 0,1 7-3 16</inkml:trace>
  <inkml:trace contextRef="#ctx0" brushRef="#br0" timeOffset="-172172.94">9588 17157 1486 0,'10'7'293'0,"-9"-7"-257"16,-1-2 33-16,0 0-69 0,3 2-2 0,3 3-16 0,2 0 0 0,1-1 2 15,4 1 9-15,3-1 10 0,2 0 7 0,3-1 3 0,-6 1 16 16,-1 1-6-16,4 0-8 0,3 0-23 0,6 2 16 0,1-1-14 16,0 0 31-16,-1-3-6 0,1-1-5 0,2 2-6 0,3-2 1 15,0 0-1-15,2 1 0 0,0 2-4 0,3 0-4 0,2 1 1 0,-2-2 13 16,2-2-5-16,-1-2 23 0,1 0-7 0,4 0-4 0,-1 0-21 16,0-1 7-16,0-1-7 0,-1 2 15 0,1-3-3 0,3 2-6 0,2 3-11 15,-5 1 9-15,2 1-6 0,-1-1 17 0,-2-1 6 16,7-3-3-16,-2 0-12 0,0-1 12 0,0 3-14 0,1-2 10 0,2 0-4 15,-3 0-7-15,6 3-2 0,-1 1 1 0,0 3 0 0,4 0 3 16,-3-3 11-16,0-1 3 0,6-4 4 0,3-1 7 0,-4 0-10 16,4-2-7-16,-3 1-5 0,-3 2-7 0,4-1-3 0,-1 2 4 0,0 3-3 15,4-2 5-15,0-3 4 0,1 0-3 0,3-2 8 0,-3 0 1 16,4-2 0-16,-2 2-4 0,-1 1-3 0,5-2-3 0,-2 2-14 16,2 3 12-16,-4-1-9 0,0 3 19 0,2-2 1 0,1-3-4 0,83-7 15 15,-150 12 6-15,148-11-39 0,-78 7 12 0,1-1-1 16,5 1-9-16,1 0 12 0,-1 1-10 0,0 0 11 0,-7 1 0 15,2 1-5-15,6-5-9 0,3 2 13 0,2-2-10 0,2 0 16 16,-8 0-4-16,1-2-8 0,4 1-1 0,2 0 1 0,2 1 1 16,1-2 3-16,-8 1 2 0,0 2-1 0,5 0-9 0,1 3 6 15,0-4-6-15,3 1 11 0,-7-4-3 0,1-1-3 0,7 2-1 0,-1 2 1 16,0-2-1-16,-1-2 4 0,-6 0 2 0,2 1-1 0,6-1-10 16,2 6 9-16,0-1-9 0,-1-2 11 0,-7 1 0 0,6-2-3 0,6 0-10 15,-1 1 9-15,2 2-8 0,-5-3 17 0,-2 0-5 0,2 0-5 16,5 1 4-16,1-1-4 0,-2 3 4 0,0-2-2 0,0 4-2 15,-1-1 0-15,6-3 2 0,-1 1-2 0,-2-2 2 16,5 1 1-16,-3 0 1 0,1 1-1 0,3-1-14 0,2 2 16 0,1-1-14 16,0 1 17-16,-2-1 0 0,-4 1-7 0,8-2-12 0,1 1 13 15,0 0-10-15,0 1 21 0,-7-1-3 0,6 1-6 0,8 1-13 0,-1-2 12 16,2 4-9-16,-2-3 19 0,-2 1-2 0,2 1-9 0,4-2-10 16,0 1 11-16,1 0-8 0,2 0 15 0,-7 0-3 0,2 1-7 15,8-1-6-15,-3 1 9 0,0 0-6 0,-2 0 9 0,-3-1 0 16,1 2-6-16,7 0-4 0,0-1 4 0,1 1-2 0,-1-1 6 15,-5 2 3-15,-1 1-4 0,7-2-11 0,1-3 11 0,3 0-10 16,2 0 11-16,-5 0 0 0,-2-1-7 0,8 2-5 0,0-3 9 0,0-2-7 16,-1 0 11-16,-5 1 0 0,1-4-5 0,6 3-8 0,-3 1 10 15,4-3-8-15,-1 6 16 0,-8-3-3 0,-1 4-7 0,5-1-5 16,-2 2 4-16,-1-1-2 0,-2 1 10 0,-5-1-2 0,-2 0-4 0,1 1-9 16,-3 0 8-16,-4-3-8 0,-1 5 15 0,-6-5-2 0,-1 2-4 15,0 2-13-15,-7-1 13 0,1-1-10 0,-1 3 25 0,-5-3-6 16,-6 0-9-16,0 0-1 0,-3 0 5 0,-1-2-3 0,-1 2 8 15,-7 0-1-15,-6-1-3 0,-3 3-9 0,-6-1 4 0,-1 2-4 0,0 0 8 16,-4 0 1-16,-8-1-2 0,1 1-10 0,-7 1 7 0,-6-1-9 16,3 0 10-16,-12 2-4 0,-3-2-3 0,-4 2-24 0,-3 0-9 15,-4 2-2-15,-2 2-40 0,-3-3-22 0,-3 3-20 0,0 1-163 16,-3 5-120-16,-2 4-15 0</inkml:trace>
  <inkml:trace contextRef="#ctx0" brushRef="#br0" timeOffset="-168026.51">19746 12989 289 0,'-4'-3'40'15,"0"-3"29"-15,0 4-50 0,2-2 24 0,0 3-32 0,0 0 23 0,0 1-10 0,0-2-17 0,-1 1-6 0,1 1 17 0,-2 1-7 0,2 1 29 0,1-2-9 0,-1 3-16 0,-2 1-1 0,2-1 6 0,-1 2-5 0,-2-1-1 0,2 2-2 0,-4-1-5 0,4 5-3 0,-5-1 2 0,2 2-2 0,0 0 9 0,-3-1 1 0,1 2-1 0,-3 3-14 16,2-1 26-16,-3 6-21 0,7 0 49 0,0 4-11 0,-5 2-9 0,-1 6-5 0,-7 1 8 0,-3 4-3 0,0 4 6 16,1 2-5-16,0-1-14 0,-2 1-24 0,-2 0 22 0,0-4-21 15,0 5 22-15,1-3-6 0,1 5-10 0,0 8-4 0,2 5-2 16,0 1 1-16,-3-1 7 0,-1-6-1 0,-4-3-4 0,-1-1-29 0,2 2 0 16,7-1-15-16,3 5-74 0,0 2-35 0,-2 0-36 0</inkml:trace>
  <inkml:trace contextRef="#ctx0" brushRef="#br0" timeOffset="-167528.17">19764 14999 995 0,'-16'-5'165'16,"1"5"-158"-16,-1 3-11 0,-4 2-7 0,1 4-10 0,1 2-11 0,-1 4-52 0,0 1 11 0,5 1 2 0,-5 3 47 0,-2 2 5 0,0 2 11 0,-7 3 29 0,1 0 5 0,0 3 2 0,-3 7-3 0,-1 4 8 0,1 4-10 0,1 3-7 0,3-2-7 0,-1 2-7 0,-1 5-11 0,-1 5 9 0,-3 6-4 0,0 9 30 0,-1 1-7 0,2 2-4 0,0 1-25 15,-1-2 19-15,2 1-16 0,-5 7 19 0,2 1-2 0,1 0-12 0,-3 0-20 16,2-8 14-16,5-2-14 0,5 0-13 0,4 2-20 0,-1-2-35 16,-2-1-21-16,1-10-34 0,-1-8 1 0</inkml:trace>
  <inkml:trace contextRef="#ctx0" brushRef="#br0" timeOffset="-166211.02">24897 12517 337 0,'-6'-3'58'0,"0"2"63"0,0 0-103 0,0 1-3 0,0 2-20 16,0 1 14-16,-1 0-1 0,0 0-7 0,0 0-17 0,0 0 17 0,-1 0-11 0,1-1 43 0,0 0 1 0,1 3-3 0,0-3-16 0,-1 1 21 0,2 3-21 0,-1-3 18 0,-1 3-8 0,1 1-10 0,-2 1 0 0,0 1-6 0,-1 1 8 0,-2 2 9 0,-2 0-3 0,-1 5 0 0,-5 6-10 0,-2 4 7 16,-2 2-8-16,-1 7 9 0,-1 0-5 0,3 4 0 0,-6 6-3 0,-4 0 6 15,0 1-1-15,-9-2 9 0,4 0-6 0,-3 2-14 0,-2 5-10 16,2 1 7-16,0 1-6 0,-3 1 10 0,3-1-5 0,-5 0-4 0,1 0-21 15,-1-5 8-15,0 0-7 0,1 0-11 0,1-1-24 16,2 2-29-16,1 5-100 0,0-1-26 0,1 4-24 0</inkml:trace>
  <inkml:trace contextRef="#ctx0" brushRef="#br0" timeOffset="-165670.5">25628 14170 823 0,'-27'-5'-9'0,"4"3"-1"0,10 4 21 0,-4 2-9 0,-4 3 17 0,4 1-6 0,-7 1-8 0,2 2 0 0,-4 2-11 0,-1 1 9 0,0 2 1 0,-1 0 6 0,-1 2 7 0,-3 3-5 0,0 2 8 0,0 1-11 0,-3 0 1 0,0 5 9 0,-1 0 2 0,-7 3 4 0,7 3 21 0,-2-5-14 0,-3 5 29 0,2 2-4 0,-7 5-12 0,-1 6-34 15,-4 5 27-15,0 6-29 0,-2 0 20 0,-1-3-6 0,2-3-15 0,-4 1-11 0,1 3 3 16,-1 0-4-16,-3 7 9 0,2 4-3 0,-1-1-5 0,-3 1-8 0,1-1-11 16,1-6 3-16,4-1-20 0,3 2 7 0,2-1 13 0,-3 5 5 15,2-4-16-15,-1-1 11 0,0-6-32 0,3-5-9 0,1-1-6 0,-1 5-45 16,3-1-24-16,-1 2-1 0,0-1 25 0</inkml:trace>
  <inkml:trace contextRef="#ctx0" brushRef="#br0" timeOffset="-160011.45">21394 17840 385 0,'-3'-1'62'0,"-1"1"-19"0,2 0 0 0,0 0-30 0,1 0-19 0,1-1-2 0,-1 1-7 0,1-2 11 0,0 2 2 0,0 0 4 0,0-2 24 0,0-1-4 0,0-4-2 0,1 3-12 0,-1-3 8 0,1 1-9 0,1 2-2 0,-1-4-2 0,0 3-5 0,1-1 19 0,-2 0-9 0,1 2 14 0,1-1-1 0,-2-2 5 0,1 1 4 0,-1-1-2 15,1-2 9-15,-1 4-10 0,1 0-1 0,-1-2-8 16,0 0-8-16,0 1-21 0,0 1 16 0,0-3-9 0,1 3 31 0,-1-2-3 16,0-2-13-16,-2 0 0 0,1 0 8 0,-1-2-6 0,-2 1 10 15,2-2-4-15,0-2-2 0,-3 0-3 0,2-1-1 0,-1-1 0 16,-1-2 4-16,2 3 2 0,-1 0-1 0,1-2-7 0,0 0 11 15,-1-1-11-15,1 1 1 0,1 0-5 0,-1 0-8 0,1 2 6 0,0-4 3 16,0-1 1-16,-1 1 5 0,1-2-1 0,0 5-5 0,0 1-13 16,-2-3 16-16,2-1-15 0,1-3 16 0,-1-1-2 0,1 1-8 0,1 0 4 15,0-1 3-15,0 4 0 0,1-1-4 0,1 0 5 16,2 1-8-16,3-1-7 0,1 0 15 0,1 4-16 0,1-1 10 0,0 1 0 16,0 1-4-16,2 0 0 0,-1-2-5 0,1 5 3 0,1-2 2 15,-1 1 6-15,-1 1 1 0,0-1-24 0,-1 3 24 0,-1 1-23 16,2 4 28-16,-4 4-5 0,2 1-8 0,1 4-10 0,-2 0 6 0,-1 2-2 15,0 2 16-15,-4 2-1 0,3 1-6 0,-2 2-14 0,1 3 17 16,-2-4-15-16,-3 2 18 0,0 2-6 0,-1-3-6 0,-2-1 4 16,2 2-9-16,-4-2 10 0,1 0 1 0,-1-1-2 15,-1 1 2-15,2-3-3 0,-2 1 7 0,2-1-6 0,-1 0 3 0,0-2 0 16,0 0-4-16,1-2-4 0,-1 0 1 0,2-2 0 0,1 0 8 16,1-1 1-16,-1 0-1 0,2 0-10 0,0-1 12 0,0 1-12 0,2 1 7 15,0 0 3-15,0-2-4 0,1 1 6 0,3 1 0 0,0-1 1 16,0 0-3-16,1-1 5 0,1 2-3 0,1-2-20 0,-1 0 25 15,4 0-23-15,-2 2 30 0,-2-2-7 0,2 3-11 0,-6-3-1 16,0 5-4-16,1-1 4 0,-5-2 4 0,2 4 3 0,-3-1 0 0,-2 1-9 16,1 2 15-16,-2 0-13 0,-3-2 10 0,-1 2-3 0,0 3-7 15,-4-3 2-15,1 2-2 0,-1 2 3 0,-1-3 0 0,1 2-3 16,-1-1-2-16,1-4-12 0,0-1 5 0,-1 1-7 0,1 2-2 16,0-2-10-16,-1 3-7 0,1-2-29 0,1-3-22 0,0 2 8 0,0-5-53 15,2 2-13-15,0 2-10 0</inkml:trace>
  <inkml:trace contextRef="#ctx0" brushRef="#br0" timeOffset="-159604.37">21763 17146 1265 0,'-8'-5'-113'0,"2"3"182"0,4 0-42 16,0 2-48-16,0 0-71 0,1 0 10 0,1 0-10 0,0 3 74 0,0 0 13 0,1 0 12 0,-1 1 10 0,3 1 18 0,-2 0-15 0,1 1 4 0,1 3-5 0,1 1-10 0,-1 3-20 0,2 1 12 0,0 2-9 0,1 0 28 0,-1 0-2 15,2 1-7-15,0 0 1 0,1 1 2 0,0 6-2 0,1-1-8 0,-1 3-2 0,2-5-2 0,0-3-7 0,0 1 1 0,0-2-5 0,0 2-62 0,0 2-64 0,1 2-62 0</inkml:trace>
  <inkml:trace contextRef="#ctx0" brushRef="#br0" timeOffset="-151972.33">21860 18162 873 0,'7'-12'231'0,"0"2"-130"0,-3 1-92 0,2 1-23 0,-2 1-60 0,1-1 20 0,0 1 5 0,2 0 41 0,1 0 20 0,0-2-2 0,1 2 51 0,0-2-13 0,0 0-9 0,1 0-24 0,0-1 8 0,2 1-9 0,2-3 16 0,-1 1 0 0,3-1-1 0,4 2 5 0,5 0 23 16,1-1-11-16,3 0 30 0,-3-1-9 0,1 0-20 0,4-1-16 0,1-1 3 0,6-3-9 0,-6 3-14 0,1-1-4 0,1-1-5 0,0 0-13 0,5-2 11 0,1 0-10 0,6 1 19 0,0-1-1 0,-5-2-6 15,2-3-9-15,-1 1 5 0,-3-1-7 0,2 1 5 0,-7-1 2 0,-2 2 1 16,-3-3-9-16,-1 2 5 0,-1-1-6 0,-1 2 6 0,-1-1 3 16,-3 0-4-16,1-2-4 0,-5-2 9 0,0-5-8 0,-4-1 3 0,-3-2 3 15,-2-2-3-15,-2-2-13 0,-1 0 16 0,-5 5-13 0,-1 2 25 16,-2 3 1-16,-6 0-9 0,-1 0-5 0,-6 0 13 0,1 1-12 15,-2 1 14-15,-1-2-1 0,1-1-4 0,-3-5-22 0,-1-1 16 16,-3 0-16-16,3-1 31 0,1 3-1 0,0 0-8 0,-1-3-18 16,-4 6 12-16,-2 2-12 0,2 2 12 0,-2 0 0 0,-2 0-4 0,-4 4 2 15,-2 0-3-15,-2 2 3 0,1 2 3 0,2 1 1 0,0 1 0 16,-3-2-11-16,-1-1 15 0,1 1-12 0,2-1 15 0,3 1-6 16,-2 4-11-16,-2-1 8 0,-5 3-3 0,-4-4 5 0,-4 2 1 0,-2 1-3 15,2 6-1-15,-3 2-12 0,1 2 13 0,2 2-8 0,0 1 17 16,6 0-2-16,-2 1-8 0,-7 3-6 0,-1 4 8 0,-4 2-4 15,-2 1 11-15,8 6 0 0,1-3-4 0,3 1 2 0,5 5 1 16,-1 1 0-16,1 4 1 0,-4 0-6 0,-1 0-2 0,-4-1 2 16,1-2 0-16,3 1 3 0,1-1-2 0,6 3-2 0,3 2-5 0,4 2 10 15,3 3 1-15,4 0 4 0,2 6 3 0,2-1-5 0,-1 5-1 16,1 3 6-16,-1-4 1 0,1 0 4 0,-1-3 3 0,1-2 0 16,1 2-5-16,3 3-17 0,4 3 14 0,-1 3-14 0,11 2 21 15,2 0-9-15,2-1-12 0,6 1 5 0,-4-6-2 0,-2-2 4 16,3-4-7-16,2-2 5 0,7-2 1 0,12 3-1 0,1 1 9 0,5 3-8 15,-2 2 1-15,0 0 0 0,-2-1-4 0,3-1 9 0,1-4 3 16,1-1-1-16,2-3-8 0,3-3 1 0,7 0-7 0,3-2 6 16,-2-1 15-16,2 1-10 0,-5 1 5 0,-1-1-7 0,3 1-16 0,0 1 24 15,0 0 3-15,1-1 6 0,3 0-6 0,3-2-9 0,3-1-11 16,2 0-2-16,0-4 3 0,-7-4 0 0,-2-3 10 0,-6-2-9 16,-1-5-8-16,1 0 0 0,0-2 4 0,3 0 1 0,1-3 8 15,-5-2-5-15,-4 0-3 0,0-2-20 0,-1-3 1 0,-2 0-7 16,4-2-11-16,-6 0 4 0,-4-2-3 0,-1-2-25 0,-1-3-1 15,-1 1-9-15,1-3-51 0,-2 0-44 0,0 1-36 0,5-5-238 0,1 2 265 16</inkml:trace>
  <inkml:trace contextRef="#ctx0" brushRef="#br0" timeOffset="-145587.41">16917 13639 326 0,'-10'-18'45'0,"1"-2"54"0,-2 1-90 0,0 1 2 0,-2 2-12 0,1 0 33 0,-1 1 2 0,-1 0-10 0,-1-1-21 0,0-2 32 0,-5 0-28 16,1-2 41-16,-1 1-8 0,-1-1-7 0,1 3-7 0,0-1 0 0,7-2 1 0,0 4 1 0,-5-1-1 0,0-1-8 0,-6 2-19 0,-2-2 21 0,4 1-20 0,-1 2 22 0,1-3-9 0,0 4-12 0,-1-3-3 0,-2 2 3 0,-2 2 0 15,0 0 9-15,-2 3 2 0,-6 1-7 0,-4 0 0 0,-7 1 11 16,2 0-10-16,-3 1 7 0,0-1-3 0,2 0-4 0,-7 2-16 16,5 0 18-16,-2 1-12 0,-5-1 24 0,-1 3-4 0,-7-1-13 0,-2-1-6 15,2-4 10-15,2 1-9 0,5 0 5 0,3 1 5 0,-1 1-2 16,-6-1 3-16,-4 0 0 0,-2-2-1 0,-2-1 2 0,8 2 0 15,0 0 0-15,-1 1-11 0,0-1 13 0,-5 3-12 0,-7 0 9 16,2-1-3-16,-3 1-4 0,2 0-10 0,3 1 5 0,-1 2-3 16,-3 1 20-16,-4 1-1 0,-4 0-4 0,-3 0-17 0,4 4 15 0,4 0-14 15,-6 2 13-15,-1 1 0 0,-3-2-6 0,-4 2 3 0,7 2 4 16,5 0-2-16,-4 3 11 0,1-1 1 0,-3 1-1 0,-1-1-13 16,5 1 11-16,7 2-11 0,0 1 14 0,0 1-2 0,-2 0-3 15,-8 1-17-15,5 1 16 0,6 2-12 0,4 7 18 0,4 2-2 0,-3 0-15 16,-3 6-9-16,-4 0 19 0,2 5-17 0,6 2 21 0,5-1-8 15,3 3-7-15,-3-1-10 0,-5-3 7 0,3 0-3 0,-3 1 17 16,9 0-1-16,5 3-6 0,1 8-15 0,7 3 15 0,3 1-15 16,0 2 16-16,0-6-1 0,-1-3-7 0,-1-1 3 0,1 2-1 15,5 4 2-15,2 8 5 0,1 3 2 0,0 4-1 0,1 3-19 0,-1-3 23 16,5 3-20-16,0 3 28 0,1 4-10 0,1 6-5 0,-1 2 1 16,-1-2-3-16,-26 78 3 0,53-163 8 0,-41 172-18 15,24-88-6-15,5 0 14 0,7-6-11 0,4-1 15 0,5 2-1 0,3-1-7 16,5 3-2-16,4-7 1 0,7-2 1 0,2-2 5 0,3 0-3 15,2 5 1-15,0 0-11 0,0-1 8 0,2-8-7 0,1-2 12 16,1-4-4-16,5 1-6 0,258 309 13 16,-238-316-3-16,-2-3 0 15,4 2-4-15,7-1 3 0,1-3-3 0,0-3 3 0,6 0-3 16,-5-6-1-16,0-2 2 0,5-2-1 0,2-3 1 0,3 1 0 0,6 0-2 16,-2-2 7-16,-2-1-6 0,3-2 2 0,0 0 0 0,5-2 0 15,3-3-14-15,0-4 12 0,-3 0-9 0,2-6 28 0,2-2-4 16,0 1-9-16,5-4-5 0,-4-2 3 0,0-4-4 0,2-1 5 15,-2-4-3-15,-1 0-2 0,-2-3 2 0,0-3-1 0,0-1 3 0,2-4 3 16,-3 0-3-16,-4 1-3 0,-2-4-8 0,2-2 7 16,1-3-5-16,0-2 13 0,-1-2-3 0,-8 3-5 0,1-2-12 0,1 1 12 15,-2 1-7-15,4-1 19 0,-2 3 2 0,-5-2-10 0,0 2-10 16,-1-1 14-16,-1 1-12 0,3 0 16 0,-4 0-8 0,-1-2-5 0,-1-3 5 16,-3-5-1-16,-3-1 5 0,0-1-7 0,0 3 2 0,0-2-4 15,-1-1-7-15,-4-2 11 0,-4 4-9 0,-6-2 10 0,-4 1 3 16,-3 2-4-16,1-3-19 0,0 3 15 0,2-5-16 0,-1-5 22 15,-7-6 2-15,2-4-7 0,-2-5-2 0,-1 1 7 0,-1 1-8 0,-5 2 6 16,-3 2 0-16,-2 0 0 0,1-4-4 0,-3-7 2 0,0-8-2 16,-1 0 1-16,0-1 3 0,-2 2-3 0,3 2-10 0,1-2 12 15,1-7-10-15,1-8 12 0,-3 1-1 0,-5-1-3 0,-3 7-2 16,0 5-2-16,2-2 4 0,3-6 4 0,-3 1 0 0,-2-4-2 16,-1 5-6-16,-2 8 3 0,-2-1-4 0,-2-1 6 0,-3-3 1 15,1-4 0-15,1-3-6 0,-3 8 3 0,2 7-3 0,-3 4 10 16,1-2-2-16,-3-6-6 0,-1-5-21 0,0 3 19 0,-1 5-17 0,-1 4 10 15,-1 11-10-15,-3-2-17 0,1-7-27 0,-4-2-4 0,-4-5-8 16,0 4-47-16,-2 8-20 0,-1 3-22 0,-4 7-132 0,-3 6 174 16</inkml:trace>
  <inkml:trace contextRef="#ctx0" brushRef="#br0" timeOffset="-140045.16">13009 14781 335 0,'-4'-4'63'15,"-1"-1"64"-15,0 1-82 0,0-1-8 0,2 5-14 0,-2-2 3 0,3 0-6 0,0 2-8 0,0 0-11 0,0 0 8 0,2 1-8 0,0-1 0 0,0 0-2 0,0-1-4 0,2-1 5 0,0 1-2 0,1-1 3 0,2-1 5 16,0-1-2-16,2 0-4 0,-1 2-11 0,1-2 22 0,1 1-16 0,1 2 29 0,1-1-4 0,1 0-9 0,-1 0 0 0,0 0 1 0,1 2 2 0,0 0 17 0,2 0 2 0,0 0 2 0,1 0-12 0,0 2 17 0,0-2-16 0,-1 0 28 0,-2 0-7 0,2 0-5 16,-9 0-10-16,3-2 10 0,2 2-8 0,-1 0 8 0,7-2-6 0,0 2-14 15,3-1-7-15,0-1 10 0,0 2-10 0,0 0 4 0,-4 0-3 16,2 0-4-16,0 2-15 0,0-1 12 0,1-1-8 0,0 1 22 0,3-1 0 15,-1 0-12-15,3 0-3 0,1 0 15 0,1-1-12 0,3-2 12 16,4 1-7-16,0-1-7 0,3 1-1 0,-5-1 5 0,-1 1-2 16,3-1 6-16,-1 0 0 0,6 1-6 0,-3 1-10 0,-4-1 18 15,2 1-15-15,-3 1 20 0,-2 0-3 0,-1 1-9 0,2 1-2 16,-2 0 4-16,0 2-4 0,-2 0 7 0,-4 1-5 0,2-1-2 0,-3 2-12 16,-4-2 6-16,3 2-4 0,-7 1 6 0,-1-2-4 0,-1 1-6 15,-3-1 1-15,-5 1 2 0,0-3 2 0,-2 3 7 0,0-5-2 0,4 1-4 16,-2 1-2-16,-1-3 5 0,0 1-5 0,-1-1 5 0,2-1 0 15,0 0-2-15,-1 1-1 0,1-2-1 0,-4 2 1 0,3-1 2 16,5-1 1-16,-7 2-6 0,7-3-19 0,-2 0 14 0,-2 2-16 16,5-1 1-16,-5 2-5 0,1 0-9 0,-1-2-45 0,-3 2 1 15,7 0-10-15,-3 0-18 0,3 2-5 0,11-1-14 0,0-1-88 0,7 4-18 16,7 0-28-16</inkml:trace>
  <inkml:trace contextRef="#ctx0" brushRef="#br0" timeOffset="-139148.59">13528 16628 258 0,'-43'-12'329'15,"41"10"-222"-15,-38-5-110 0,31 7 17 0,2 0 13 0,1 0-10 0,1 0-2 0,0 0-16 0,1 0 11 0,2 0-5 0,-1-1 35 0,2 1 0 0,1-1-8 0,0 0-13 0,0-1 19 0,0 2-17 0,0-1 21 0,2 0-3 0,1-1-4 0,1 2-7 0,1-1 7 0,0 0-6 0,1 0 9 16,1-1-6-16,2 1-11 0,0 0-11 0,2-1 12 0,2 2-12 16,1 0 14-16,-1-1-1 0,4 0-2 0,1-2-10 0,2 2 2 15,5 0-2-15,1-2 16 0,3 2-2 0,-2-3-1 0,2 2-22 16,-6-1 14-16,4 0-16 0,3 1 13 0,-2-1-5 0,8 1-5 0,-5-2 1 15,2 1-8-15,-1 1 6 0,3-2-3 0,-1 3 2 16,1-1 2-16,5 0-14 0,-1-1 19 0,2 1-17 0,-10 0 14 0,-1 2 0 16,1-1-8-16,0 1-9 0,5 0 5 0,-4 0-5 0,-6 1 2 15,-6 1 2-15,-1 2-6 0,0-1-16 0,-2 4 2 0,-1-1-9 16,-3 1-23-16,-1 2-9 0,-2 0-10 0,1-1-32 0,-1 3 3 0,0-1-13 16,1 2-79-16,1-1 125 0,0 3-34 0</inkml:trace>
  <inkml:trace contextRef="#ctx0" brushRef="#br0" timeOffset="-128666.33">14667 11381 381 0,'-1'0'66'0,"1"0"12"0,-2 0-4 0,1 0-29 0,1 0-36 0,0 2 9 0,0-1 0 0,1 2 23 0,1-2 10 16,0-1-6-16,2 2-4 0,0-2-12 0,1 0-10 0,0 0-18 0,0 0 12 0,1 0-7 0,0-1 24 0,0 1-5 0,0-1-11 0,3 1-5 0,-1-1 10 0,1-2-10 0,2 3 12 0,-3-1-5 0,1-1-6 0,-1 2-2 0,-2-2 2 0,1-1 0 0,1 1-2 0,0-1 4 0,-1 1-8 0,1-3-15 0,-3-1 21 0,2 0-20 16,0-2 25-16,0-2-1 0,1 0-6 0,0-2-15 0,1 0 12 0,-1 0-7 15,1-2 39-15,0 0 1 0,0-2-3 0,1 1-23 0,1 1 23 16,3-1-23-16,-1 1 17 0,1 1-9 0,1 1-13 0,0 1-15 16,0 1 11-16,-1-2-8 0,2 0 16 0,-3 1-2 0,2-2-12 0,1 0 3 15,-2-2 4-15,2 1-2 0,0-3 3 0,-4-1-6 0,-1-1-4 16,-2-3 3-16,-4 4 0 0,-2-3 3 0,1 0 5 0,-3-1 1 15,4-3-2-15,1 0-12 0,-3 1 14 0,3 0-14 0,-2 0 11 0,0-1-1 16,-1 2-4-16,1-1-2 0,-1 2 0 0,-1 0 0 0,3-1 6 16,-4-1 4-16,1-4-1 0,-1-4-14 0,0-3 12 0,2 1-12 15,-1 0 10-15,-2 4 0 0,0 1-3 0,-2-1-11 0,-2 4 18 16,2 1-12-16,-1-1 19 0,1 5-2 0,-2-2-13 0,-1 3-6 16,1-1 16-16,-3 3-14 0,-2 1 13 0,-1 0 0 0,-1 0-7 0,-3-1-5 15,8-2 2-15,-6-1-2 0,1 0 14 0,0 0 2 0,-8 2-2 16,0-2-14-16,-1 7 10 0,1 0-12 0,-2 0 14 0,2 3-3 15,0-3-3-15,0 0-8 0,-1 2 4 0,1 2-2 0,1 1 15 16,1 2-2-16,0 0-4 0,0 2-4 0,1-1 3 0,1 3-5 16,0 0 0-16,3 3 0 0,-2 1 0 0,2 4-18 0,-1 3 19 0,-2 0-14 15,1 2 27-15,3 2 0 0,-1 4-14 0,3 3 1 0,-2 3 7 16,-1 3-6-16,2-2 8 0,2 0-5 0,2 2-2 0,-3 2-6 16,-1 1 13-16,-6-1-7 0,1 0 15 0,2-1 2 0,0 3-14 0,3 3-2 15,-1 4 13-15,2 1-14 0,0 4 9 0,2 0-5 16,1 3-3-16,-2 2 0 0,1-2-4 0,-1 0 5 0,2-6 1 0,1-1 0 15,2-1 1-15,3 1-16 0,0 6 15 0,0 2-13 0,3 4 19 16,-1-1-6-16,4-3-6 0,1 1-8 0,2-3 10 0,2-4-3 16,1-1 15-16,3-5 0 0,0-3-12 0,5 1-3 0,0-1 12 0,-1-2-11 15,3 1 5-15,-7-3 2 0,1-2-5 0,2-1 7 0,2 1-11 16,6-2 7-16,2-4-1 0,-4-3 4 0,2-4 7 0,1-2-3 0,-1 0 5 16,2 2-6-16,0-1-2 0,1-5 17 0,2-2 3 0,0-5 4 15,1-5 14-15,0-1-17 0,1-4-9 0,-3 1-2 0,-5-6-12 16,-2-1-8-16,1-3 8 0,-2-4-9 0,3 0 5 0,-5-5-1 15,-3-1-5-15,-3-1 5 0,-2-3 3 0,-3 1 0 0,-2 0 0 16,-3 0-2-16,-2-3-5 0,0-9-12 0,-2-8 16 0,-3-1-12 16,1-2 17-16,-4 3-5 0,1 4-10 0,-2 1-24 0,-2 3 8 15,-1 2-8-15,-3 0 14 0,-3-2-8 0,-1-3-12 0,-3-2-48 16,-2 2-1-16,3 5-15 0,1 6-57 0,3 5-39 0,5 6-31 0</inkml:trace>
  <inkml:trace contextRef="#ctx0" brushRef="#br0" timeOffset="-121926.34">15868 11306 256 0,'1'-5'-9'0,"0"4"-109"0,1 1 54 0,-1 0 0 0,-1 0 64 0,1 0 0 0,0 1 0 0,0-1 8 0,0 1 3 0,0 0 7 0,0 1-22 0,2 1 22 0,-1-1-18 0,0 2 38 0,0-1-1 0,2-1-14 0,0 2-26 0,1-1 33 0,2 3-30 0,0-3 33 0,3 1-11 0,1 1-21 0,0-1-9 0,0 3 19 0,0-4-11 0,1 1 31 0,0-1-4 0,0 1-16 0,3 0-28 0,-1-2 30 0,3 2-28 0,-2-3 35 0,1 0-5 16,-2 2-15-16,1-2-16 0,2 2 17 0,-3-1-10 0,0-2 36 15,-3 0-7-15,-2 0-11 0,1-1-22 0,-8 0 23 0,1-3-16 16,-1 0 40-16,-2-2-6 0,9 1-12 0,1 0-14 0,-1-2 19 0,1 1-14 16,-2-3 23-16,1 0-5 0,-1 0-16 0,0-1-1 0,-2 2 12 15,-1-2-11-15,-1-1 8 0,1 1-5 0,-2 0-7 0,0-2 8 16,1 0-8-16,-3-2 8 0,1 2-12 0,0-1 4 0,0 0 3 0,2 2-17 15,-1-1 19-15,2 0-19 0,1 0 15 0,-2 1 2 0,2-2-7 16,1 1-19-16,1-3 17 0,1 2-15 0,1-4 38 0,1 2-6 16,-1 0-10-16,2-2-21 0,-1-2 20 0,3 1-18 0,-2-3 28 0,2 1-10 15,-2 3-9-15,0-1 4 0,-2-1-9 0,2 1 13 16,-2-4 4-16,0 2-4 0,1-2 2 0,-2-1-17 0,1-2 13 16,-1 0-10-16,-2 1 20 0,0 3-3 0,-2 2-6 0,-3-1-7 0,2 1 4 15,-4-2-3-15,0-1 12 0,1 3 2 0,-2-1-3 0,-3-6-19 16,0-1 24-16,-2-4-21 0,0 5 31 0,-2-3-6 0,0 5-8 0,-1-5-20 15,0-2 15-15,3 1-10 0,-2-2 33 0,3 6-3 0,-1-1-13 16,2 2-3-16,0 2 2 0,1 2-4 0,0-1 0 0,0 3-5 16,2-1-1-16,-1 0 5 0,0-6 0 0,1 2 3 0,-2 0-5 15,1 2 4-15,0 3-4 0,-1-3-22 0,-1-1 28 0,0 0-26 16,-2-2 33-16,0 4-4 0,0-4-11 0,-2 1-10 0,-1 2 5 0,1 2-3 16,-2-1 16-16,1 3 0 0,-1 2-5 0,-3-1-21 0,1-1 22 15,0 2-18-15,-3 0 29 0,-1 2-6 0,1-3-10 0,-7 0-8 16,1-1 2-16,-1-2 2 0,-4 2 16 0,6 3-5 0,0-3-4 0,-3 5-20 15,-1 2 20-15,-4-2-15 0,-3 5 26 0,3 1-5 0,1-1-12 16,3 2 1-16,-2-1 1 0,2 2 1 0,1 0 0 0,3 2 6 16,2 2-4-16,-1 1-18 0,1 0 22 0,-2 0-21 0,2 1 26 15,-4 2-4-15,4 2-6 0,-4-1 1 0,2 4-9 0,2-2 7 16,2 2 0-16,3-1 1 0,-3 2 2 0,-4 3-22 0,-4-1 24 16,2 0-19-16,0 1 30 0,3 0-9 0,1-1-11 0,1 6-8 15,2 0 6-15,1-1 0 0,1 2 17 0,0-4-1 0,1 3-7 0,2 0-11 16,1 3 8-16,0 1-9 0,2 0 14 0,-1 2-5 0,2 3 0 15,-2 2-16-15,0 2 15 0,1 2-8 0,-1-2 24 0,-1 1 0 16,-1 0-12-16,-1 0-4 0,-1-1 6 0,-1 2-8 0,0-1 2 16,-2-1-2-16,-1-4-1 0,0 0 4 0,-5 0-5 0,5-1 6 0,0 2-1 15,1 1 4-15,12 2 0 0,-3 2-20 0,3 1 26 0,1-1-23 16,-8 0 29-16,2 1-6 0,0-5-11 0,1 3 1 0,4 0-3 16,3-2 5-16,0 2 7 0,2-5-4 0,2-1 1 0,4 2-16 15,2 0 14-15,2 3-12 0,-1 2 18 0,-4 0-1 0,-2-3-5 0,6 4-6 16,-2-5 2-16,11 6-1 0,0-7 16 0,-2-2-4 0,4 2-2 15,-4-3-15-15,0 2 11 0,0-4-9 0,-1-2 15 0,-2-2-5 16,-1-1-7-16,1-1-7 0,-1 1 8 0,3 0-2 0,-1-1 14 16,1 1-2-16,-2 1-8 0,1 0-2 0,0 0 9 0,0 0-8 0,0-2 13 15,0-2-8-15,0 1-4 0,1-1 3 0,0 0-2 0,-2-1 7 16,3-1 4-16,-2 0-1 0,-3 1-5 0,-4-1-18 0,2 0 19 16,0-2-16-16,-2-3 25 0,9 2-8 0,0 0-10 0,-1 1-3 15,-1-1 3-15,-2-3 0 0,0 2 6 0,-1-4 0 0,1 3-8 0,0 2-7 16,-2-4 15-16,1 1-11 0,-2 1 12 0,-1-3 0 15,0 2-7-15,2 1-7 0,1-3 6 0,-1 2-5 0,-2-2 3 16,-2 0-1-16,0 0-9 0,-1-2-6 0,-2 1 3 0,0-1-5 0,-1 0-4 16,0-1-4-16,-3 0-1 0,1 2-12 0,0-2-12 0,-2-1 7 0,0 0-32 15,0 0-11-15,-1 3-8 0,0-2-54 0,-1 1 87 0</inkml:trace>
  <inkml:trace contextRef="#ctx0" brushRef="#br0" timeOffset="-117810.45">16666 11463 821 0,'1'-10'-23'0,"0"0"20"0,3 5 16 0,-5 4 6 0,0-3-9 0,1 4 2 0,0 0-1 0,-1 0-15 0,1 1 22 0,0-1-19 0,0 0 19 0,2 0-5 0,-1 0-11 0,-2 1 0 16,1-1 12-16,1 2-5 0,-1-2 31 0,2 2-1 0,2 1-8 0,-3-1-21 0,1 1 31 0,-1-2-27 0,4 2 37 0,4 0-12 0,9-1-14 0,5 2-13 0,0-2 6 0,3-1-3 15,-3 1 14-15,-1-2-3 0,2-2-9 0,1 2-7 0,3 0 9 0,2 0-10 0,4 4 5 0,1-2 0 0,3-2-1 0,7-2-8 0,1 0 6 0,-4 0-4 0,1 4 14 0,-2-2-3 0,0 0-9 0,10 0-1 0,-3-2 5 0,6 2-7 0,10-2-1 16,2 2 2-16,-1-3 1 0,5 3-3 0,-6-1-3 0,0 0 1 0,8 1-2 0,4 2 1 0,3-2 1 0,6 2-9 0,-1-2 11 0,-6-2-10 16,-1 5 10-16,4-2-2 0,2 4-4 0,4 0 3 0,-2-5-1 0,-5 3 4 15,-1 1-4-15,3-3 0 0,2 2-1 0,3 0-10 0,-1-3 16 16,-7 2-13-16,0-1 20 0,2 2-8 0,4 2-7 0,3-3 2 0,-1 2 0 15,-5-1 4-15,0-1 2 0,6 1 2 0,2 1-4 0,3-3-13 16,-1-1 14-16,-4 0-13 0,7 0 18 0,2 1-2 0,3 0-6 16,5-1-3-16,-4 0 0 0,8 0 0 0,3-1 12 0,-4-3-1 15,-1 2 0-15,1 0-14 0,2 0 12 0,2 2-11 0,1-3 14 16,-7 1-3-16,2 1-6 0,5 1-7 0,1 0 5 0,-5 1 0 16,-4 0 16-16,-3 0-2 0,-1 2-8 0,5-3-10 0,-7 1 14 0,-3-1-11 15,4 0 18-15,-7 1-2 0,1 1-7 0,-4 0-9 16,-7-2 12-16,4 2-10 0,-1 1 21 0,-6-1-4 0,-2 2-10 0,-4-1-8 15,-5 0 3-15,-1 3-4 0,-1-2 4 0,-1 3-1 0,-1-1-1 16,-1-3-10-16,-7 0 9 0,-5 0-7 0,-5 0 14 0,-5-2 1 0,-2 3-8 16,-3 0-16-16,-2-1 26 0,-4 0-23 0,0-1 25 0,-5 1-4 15,-4 0-11-15,-4-2 3 0,-7 0-5 0,-4 0 6 16,-5-1 1-16,-2 2-4 0,-1-1 0 0,-3 2-3 0,-2-1 5 0,-3 1-1 16,-4 1 8-16,-5-1-3 0,-5 0-3 0,-4-1-6 15,-6 1 5-15,-2-2-2 0,-1 1 10 0,-2-2 2 0,-3 2-8 0,-11 2-12 16,-5-3 15-16,-5 1-13 0,-4-2 19 0,-2 0-6 0,1 0-5 15,-7 0-4-15,-4 0 2 0,-5 0 1 0,-7 0 8 0,0 0-3 0,-1 0-4 0,-6 0-11 16,-2-2 11-16,-4 2-6 0,-6-2 16 0,6-1 3 0,-3 1-4 16,-5-1-19-16,-1-3 13 0,-3 1-14 0,-1-1 12 15,6 0 4-15,-3-2-4 0,-7 1-9 0,1-1 12 0,-5-1-11 16,1 1 17-16,4-1-7 0,-3 0-8 0,-3 0 3 0,-5 0-4 16,1-1 6-16,-3-3 5 0,6 2-4 0,0-2 2 0,-5 0-5 0,1 0 0 15,-5-1 1-15,2 5 1 0,7-2 1 0,0-1 1 0,-7 2-3 16,3-6 4-16,1-1-3 0,0 4 0 0,9-2 3 0,-1 3-3 0,-1-1-6 15,2 1 12-15,2 0-9 0,6-1 18 0,6 2-6 0,5 0-7 16,1 3 7-16,0-1 3 0,-1 1 1 0,2 1-2 0,11 2 1 16,1 2-7-16,2-1-5 0,-3 2 4 0,-3 1-5 0,5-1 4 15,7 2 1-15,5 1-2 0,2 1-8 0,3 0 6 0,-3 0-7 16,3 2 13-16,7-1-3 0,4 0 1 0,9 3-19 0,4-1 16 16,4 0-12-16,1 3 24 0,4-2-5 0,4 0-12 0,9 2-15 15,6 0 15-15,2-1-12 0,3 1 15 0,-1-2-8 0,4 1-15 16,3 1-14-16,5-2 17 0,4 2-12 0,4-1 25 0,5 0-6 15,2 0-9-15,3 0 8 0,-4-2 9 0,7 0 0 16,8 0 24-16,0-1-7 0,11 1-7 0,-2-1-20 0,0-3 19 0,3 2-14 16,3-2 27-16,5 2-2 0,8 2-14 0,5-1 2 0,2-1-2 15,-1 1 2-15,-3 0 6 0,-2-3 1 0,7 2 1 16,14 0-23-16,5 0 26 0,2 0-23 0,1-1 28 0,-10 0-2 0,7 0-11 0,13 0-8 0,6-2 2 16,3 2-3-16,1-1 8 0,-6 5 4 0,8 0-3 0,3-1-5 15,1 1 10-15,0 3-11 0,2 0 3 0,-2 0-1 0,0 2 0 0,3-2 0 16,1 0-2-16,1 2 2 0,0-5 5 0,-4 2 2 0,-5-3 0 15,9 2-15-15,3-1 13 0,2-1-13 0,0 0 17 0,-2-2 0 16,4 3-4-16,7-3-7 0,3 2 2 0,3 0-1 0,-2 0 10 0,-4-1-2 16,4 2-2-16,2 0-20 0,1 0 16 0,6 2-12 15,-5-1 23-15,-6 0-2 0,-1-1-8 0,5 2-17 0,-2-1 17 16,-6 1-14-16,0 0 18 0,-8-2 2 0,-2 1-9 0,1 0-11 0,-2-2 16 16,-7 1-14-16,-1-3 20 0,-7 1 0 0,-5-2-5 0,-4-1-20 0,-8-1 12 15,-2 0-12-15,1 0 30 0,-15-1-11 0,0-2 1 0,-8-1-6 16,-10-1 0-16,1-1-2 0,-9 2 12 0,-8-1-6 0,-6 1-4 15,-2-1-9-15,-3 1 10 0,-7 0-6 0,-2 1 19 0,-6 1-6 16,-3-1-6-16,-3 2-19 0,-3 0-10 0,-1 1-3 0,-2 2-49 0,-3 2-9 16,-1 1-9-16,-7 6-37 0,-2 3-29 0,-6 5 6 0,-4 6-143 15,-2 2 178-15,-4 0-22 0</inkml:trace>
  <inkml:trace contextRef="#ctx0" brushRef="#br0" timeOffset="-100582.56">14817 11549 256 0,'-5'-9'-7'0,"3"5"-83"0,0-1 55 0,0 1 10 0,0-2 53 0,2 3 11 0,-3 1-6 0,3-1 19 0,0 3-7 0,-2-4-8 0,2 3-25 0,1-1 16 0,0 0-19 0,3 1 13 0,-1 0-9 0,1-3-9 0,0-1 13 0,4 2-15 0,-1-2 18 0,2 1-12 0,1 2 5 0,1-3-2 0,4 2-9 0,0-5 17 0,2 2-18 16,0 1 9-16,1-2-3 0,2 4-2 0,4-2 0 0,-2-2-8 0,4 2 5 0,-1-1-1 0,-2 4 0 0,5 0-1 0,-1-1 2 0,-2-1 6 16,-7-5-6-16,-5 0 0 0,-1-1-2 0,1 1-1 0,5-2-10 15,0-3 16-15,-2-2-8 0,-2 2 33 0,-3-2-2 16,-2 0-8-16,-2-3-11 0,0 0 11 0,0 0-11 0,-2-2 11 0,0 1-12 16,-1 0-7-16,1 1 12 0,1-1-20 0,-2 0 18 0,1-1-11 0,-2 0 2 15,1-1 9-15,0-3-19 0,-1-5 12 0,-1 1-12 0,1 1 11 16,-2 0 0-16,0 1-5 0,0-1-15 0,-1-3 17 0,0 0-11 15,0-2 23-15,0 3 0 0,-1 1-11 0,1 2-19 0,-2 0 25 16,-1 2-23-16,1-4 26 0,-1 4-5 0,-2-3-6 0,1-4-8 16,-3-2 6-16,-2 2-2 0,0 0 14 0,-2 2 0 0,0-1-7 0,-3-2-27 15,0 1 25-15,-4-2-24 0,-4 4 28 0,3 4-4 0,-1 2-11 16,-4 1-11-16,9-2-1 0,-8 2 2 0,-2-4 13 0,1 3 0 16,-8-2 0-16,2 3-20 0,0 2 27 0,2 0-20 0,1 1 40 0,2 2-8 15,0-1-12-15,2 2 1 0,-1 2-1 0,1-1 4 0,-1 2-1 16,0 3 7-16,-1-2 2 0,-1 4-25 0,3 1 27 0,1 3-27 15,7 2 28-15,3 3-5 0,-4 3-9 0,0 2-2 0,-4 3-2 16,-1 2 3-16,2 3 9 0,1 2-3 0,0 3-5 0,2 3-6 16,1 4 8-16,3 3-6 0,-1 1 10 0,0 0-4 0,1 0-1 0,-2 3 4 15,2 3-5-15,0-2 5 0,2 2-3 0,0 1-1 0,3 5-3 16,0 5 8-16,3 1 3 0,-1 1 0 0,2-1 3 0,0-2-1 16,2 0 2-16,0-3-15 0,0-3 7 0,1 5-5 0,0-2 18 15,1 3-3-15,3 2-7 0,1 2-19 0,3 1 13 0,1-5-12 16,1 0 16-16,4-1-1 0,1-3-5 0,3 3-20 0,3-1 10 0,1 1-12 15,3 1 16-15,3-3-3 0,7 2-8 0,1 0-12 16,1-3 3-16,-6 0-7 0,-3-4-14 0,-1-1-2 0,-1-2-3 0,6-1-35 16,-2 1 0-16,-3-2-9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22:09.75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22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8:23:55.777"/>
    </inkml:context>
  </inkml:definitions>
  <inkml:trace contextRef="#ctx0" brushRef="#br0">3810 6092 217 0,'-9'-9'-48'0,"0"0"13"0,1 1-61 0,-1-1 117 0,0 1 20 0,0 2 10 0,1-1-15 0,1 4-7 0,-3-1-3 0,-5 1-10 0,-5-1 11 0,-3 1-5 0,1 1 28 0,-2 0-3 0,0-2-9 0,-5 1-21 0,-1-1 35 16,-1 1-28-16,0-1 43 0,1 2-14 0,1 0-15 0,-3 1 3 0,-1-1-6 0,-3 1 7 0,-1-1 3 0,3 2-5 0,-3 0-4 0,-5 0-14 0,-1 1 8 0,-7 0-8 0,1 0 11 0,3 1-11 0,2 0-4 0,-1 5-11 0,2-1-3 0,1 0 6 0,-2 1 11 0,2-1 0 0,1 1 0 15,-3-1-15-15,4 2 10 0,-2 2-12 0,3 0 3 0,3-1-1 0,0 5-2 0,3-1-7 0,0 2 10 0,-1 7-7 0,2 2 23 16,2 1-2-16,1-1-8 0,0 3-16 0,-2 1 21 0,3 5-18 16,1 2 21-16,3 2-5 0,0 2-12 0,2-2-8 0,0 2 7 15,3-1-4-15,2-3 14 0,4 0-3 0,1-1-10 0,0-2-9 0,3 3 15 16,0-2-11-16,2-1 13 0,1 2-3 0,0 3-9 0,2 5-7 15,2 0 11-15,0 2-6 0,1 1 23 0,1-6-1 16,0 4-9-16,0 0-2 0,1-1 11 0,1 3-11 0,-1 1 3 16,0 0 0-16,1 6-3 0,0 3-8 0,1 0 4 0,-1 0-2 0,-1-2 20 15,1 0-7-15,-2-1-4 0,0 6-17 0,0 3 12 0,-1 3-8 16,1 4 16-16,-1-6-3 0,0-3-7 0,-1 1 2 0,-3-3-3 0,2 1 5 16,-2 2 3-16,2-3-4 0,2-2-1 0,-2 0-5 0,2-3 3 15,0-4-2-15,0-2 3 0,-1-5 1 0,-2-2-3 0,1 2 2 0,1 1-2 16,0-1 2-16,1 0-2 0,-1-5 5 0,2-5 0 15,0 1-16-15,0-4 19 0,3-7-17 0,-1-2 26 0,1-2-1 16,2-3-6-16,-1 1-2 0,1-2 1 0,0-2 1 0,3-2 15 0,1-2-5 16,1 0-4-16,4 1-12 0,1 0 13 0,5-1-11 0,1-2 8 0,4 2-3 15,2 1-5-15,5-1-14 0,3 0 8 0,2-2-6 0,3 1 19 16,-1-2 0-16,3 1-7 0,2-2-10 0,-2-1 8 0,1 1-10 16,-2-2 6-16,2-1 3 0,1 0 0 0,4 0-8 0,2 0-5 0,-3 0-2 15,0 0-11-15,-1 0-4 0,-5-1-3 0,0 0-46 16,1-2 9-16,-5 2-21 0,5-1-35 0,-2 2-27 0,5 0-31 0</inkml:trace>
  <inkml:trace contextRef="#ctx0" brushRef="#br0" timeOffset="4560.91">3656 8998 256 0,'-2'0'-2'0,"-2"-4"-11"0,1 3 23 0,2-2 15 0,0 2 16 0,1-1-6 0,0 2 0 0,0 0-19 0,2 0 1 0,1 0-4 0,-1 0-11 0,2 0 37 0,1 2-28 0,-1-1 45 0,2 2-12 0,1-2-17 0,-1 1-18 0,4 0 5 0,1 0-3 0,2-1 16 0,1 2-2 0,0 0-9 0,-3-1-14 0,1 1 21 16,2 1-20-16,3-4 14 0,5 1-6 0,4 0-8 0,-1-1-2 0,2 0 3 15,-1-1 0-15,1 2 9 0,1-1 1 0,1 0-7 0,2 4-17 16,3-4 19-16,0 3-18 0,2-3 18 0,-1 0-3 0,-1 1-9 15,-7-1 4-15,0 0-1 0,-1 2 3 0,-1 0-1 0,3-2 2 16,-3 0 1-16,-3 1-11 0,-2 0 9 0,-1-1-10 0,-1 3 11 0,-1-2-2 16,-1 0-1-16,1 4-18 0,0-3 12 0,-2 3-10 0,2-1 11 15,-2 3-16-15,2 0-21 0,2 0-72 0,2 2-20 0,4-2-17 16</inkml:trace>
  <inkml:trace contextRef="#ctx0" brushRef="#br0" timeOffset="6309.39">6343 8877 217 0,'-24'-4'-27'15,"4"-6"15"-15,-1-3-44 0,1 4 74 0,10 2 23 0,-2 0-8 0,-1 2-2 0,4 1 0 0,-6 1 2 0,-1 1-12 0,4 1 13 0,-1 0-13 0,4-2 11 0,1 2-4 0,0 0-6 0,1-1-1 0,1 1 11 0,2 0-4 0,0 1 21 0,1 0-6 0,1 0-14 0,-2 1-25 0,3 2 25 0,-1-2-24 0,-2 0 21 0,2 3-7 0,0 0-14 0,0 0-10 0,2 0 15 16,-1 1-9-16,1-1 29 0,0-1-4 0,1 2-14 0,0-1-2 15,2 1 13-15,1-1-10 0,0 1 15 0,2-1-3 0,-1 0-3 0,2-1-6 16,3 2 5-16,1-1-2 0,2-2 8 0,1 2 0 16,2-1-6-16,2-2-23 0,0 0 26 0,1 2-24 0,-7-2 31 15,1-1-7-15,1 1-10 0,3 1-16 0,6-2 12 0,-1 0-9 16,2 0 22-16,-3 0-1 0,-1 0-15 0,3 0-1 0,-1 1 15 0,3 0-14 16,2 0 8-16,-1 1-4 0,2 0-3 0,3-1-5 0,2 2 1 15,2-3 1-15,2 3 11 0,-5-2 0 0,-3 0 0 16,2 0-22-16,-2 1 18 0,2-1-18 0,4-1 20 0,-3 0-1 0,1 0-6 0,2-3-4 15,2 3 1-15,2 0 0 0,3 0 11 0,2 0-7 0,2-3 0 16,-4 0-7-16,2 0 0 0,0 0 1 0,-2-2 3 0,3 1-1 16,-2 0-4-16,2 0-3 0,5 0 3 0,0 0-1 0,3-1 9 15,-3 3 1-15,-3-2-4 0,0 1-13 0,-2-1 15 0,0 3-14 0,2-1 15 16,-2-1 2-16,2 0-7 0,3 2-9 0,5-1 8 0,0-2-7 16,-4 2 13-16,-2 1 0 0,-4-3-6 0,2 1-18 0,6 0 26 15,-1-2-21-15,5 1 25 0,1-1-1 0,0 1-11 0,-1-1 0 16,-1-1-4-16,0-1 2 0,0-1 1 0,2-1-1 0,-1 3 2 0,5-2-6 15,3 2 10-15,-7 0-8 0,5-2 13 0,-8 3-3 16,-3-2-5-16,8 0-3 0,-4 0 6 0,-1 2-3 0,4-1 15 0,-1 2-3 16,1 0-5-16,-3 0-6 0,-3-1 7 0,-5 1-5 0,-1-2 8 15,1 3-8-15,1-2-5 0,5 3-10 0,3-1 11 0,2-1-4 0,-4 0 17 16,-1 2-3-16,-2-3-10 0,1 1-14 0,5-3 19 0,2 4-15 16,3-2 22-16,1-1-3 0,-3 3-11 0,5-4-3 0,-4 2 3 15,1-1-3-15,4-1 6 0,-3 2 3 0,3-1-3 0,3 2-12 16,-1-1 16-16,-1 0-15 0,-4-1 17 0,-3 3-4 0,2-1-5 0,2 1-7 15,4 2 6-15,-5 0-3 0,1 1 12 0,-6-3-1 0,-4 1-5 16,4 0-9-16,0 0 12 0,2 0-11 0,2 2 10 0,0 0-4 16,-6 2-5-16,3-2 3 0,-7 0 6 0,3-2-1 0,1 2 8 15,-2 0-3-15,7 0-10 0,4 0 0 0,-4 3 5 0,-1-3-4 16,-3 3 1-16,-4-3 1 0,3 0-1 0,3 2-8 0,3 2 7 16,4-1-6-16,-5 2 18 0,2-2-2 0,-3 0-4 0,-1 1-10 15,5-2 10-15,-3 1-9 0,4 2 14 0,0-2-4 0,-2 2-4 0,2-4 4 16,-3 0-7-16,-2 1 6 0,4-1 7 0,-1 3-4 0,6 0 3 15,3-2-14-15,0 1 3 0,-4-1-2 0,-4 0 14 0,-1-1-2 16,3 4-3-16,7 0-5 0,2 2 5 0,2-1-4 0,-4-2 2 0,-7 1-2 16,2-1-3-16,6 3-2 0,4 1 6 0,1 0-4 0,2-1 5 15,-8-1 1-15,-2-1-3 0,10 1-19 0,0 2 16 0,2-1-11 16,1 2 28-16,-10-2-5 0,0-2-12 0,6 1-6 0,8 1 8 16,-2-1-4-16,0 1 5 0,-8-1 4 0,-2-1-2 0,7 3-9 15,4-1 2-15,-1 1-5 0,1 0 12 0,-10-2-1 0,-1 1-1 0,4 2-14 16,3-3 15-16,0 0-12 0,-2 1 14 0,-6-1 2 0,-4-1-7 15,9 2-8-15,3-1 12 0,2 0-10 0,-2 0 10 0,-7 0 3 16,-4-3-9-16,6 2-2 0,7 0 7 0,2 1-6 0,0-1 4 16,-5 0 2-16,-6-1-1 0,8 0-9 0,6 0 6 0,0 1-6 15,1-2 10-15,-7-1 0 0,-4 2-4 0,7 0 0 0,4 0 4 0,0 0-2 16,-1 2 4-16,-8-3-4 0,-3-1-2 0,11 2-15 0,-1-2 15 16,1 1-10-16,-3-2 23 0,-12-1-3 0,1 0-7 0,11 2-11 15,0-2 8-15,-1 0-7 0,0 0 16 0,-12-3 0 0,3 0-4 0,10 2-7 16,1 0 6-16,1-2-4 0,-2 1 10 0,-9-2 1 0,5 0-6 15,8 2 1-15,4-1 2 0,-2 0-4 0,-3 0-3 0,-9 0 1 16,2-1-1-16,8 0-6 0,0 2 10 0,0-1-6 0,-4 1 22 16,-3 0-3-16,2 2-6 0,3-1-15 0,-1 1 13 0,-5 0-12 15,-6 1 18-15,-97-6 14 0,455 30-35 16,-355-16 7-16,-3-3-2 0,6 3 3 0,4 2-9 0,1-3 9 16,-6-3-7-16,-6 0 11 0,-1 0 0 0,2 1-4 0,7 3-7 15,-4-2 2-15,-3-2-4 0,-6 1 10 0,-9-1 0 0,3-2-2 0,7 5-9 16,-4-4 8-16,-1 1-7 0,-5-2 14 0,-12-1-8 0,0 2-3 15,1-1-11-15,-5 0 14 0,2 3-6 0,-2 0 9 0,3-1-7 16,-5 2-16-16,-8-1-10 0,2 2-6 0,-6-2 1 0,0 2-23 16,3 1-9-16,-7 0-5 0,1 1-50 0,-2 4-17 0,0 3-4 15,0 4-133-15,-2 4 168 0,-3 5-28 0</inkml:trace>
  <inkml:trace contextRef="#ctx0" brushRef="#br0" timeOffset="50157.78">4613 13494 448 0,'7'-10'112'0,"-2"-1"147"0,4 0-205 0,6 2-27 0,3 2-23 0,6 0 18 0,0 2 5 0,2-2-2 0,0 1 4 0,0 1 13 16,3 0-7-16,2 1 25 0,4-1-11 0,1 1-14 0,1-3-24 0,4 5 23 0,3-1-19 0,6-1 23 0,5 2-2 0,2-3-12 0,3 0 4 0,0 1 10 0,-1-1-6 0,0-2 4 0,5 0-3 0,7-1-10 0,8-1-22 0,0 3 25 0,-1-2-22 0,-4 0 29 0,-3 1-10 0,5-2-15 0,10 2-7 16,0 2 10-16,-4-3-6 0,-6 2 22 0,-8 0-5 0,-1-1-5 15,9 1-14-15,-2-1 11 0,-6 2-10 0,-2-1 16 0,-12 1-6 16,-2 0-8-16,-1-1-6 0,-5 1 0 0,-5 3 0 0,-4-1 6 15,-4 2-2-15,-1 2-2 0,-3 2-42 0,-3 1-13 0,-2 2-13 16,-8 2-118-16,-2 1-61 0,-3 4-49 0</inkml:trace>
  <inkml:trace contextRef="#ctx0" brushRef="#br0" timeOffset="51569.46">4669 14801 415 0,'-4'-5'98'0,"-3"0"124"0,1 2-178 0,3 2-17 0,2 0-24 15,0 1 12-15,1 1 0 0,0-1-12 0,0 0-16 0,2 0 32 0,2 2-25 0,5 1 41 0,4 1 0 0,5 0-11 0,6 1-12 0,5-4 16 0,-4-1-14 0,9 0 24 0,0-2-7 0,4-4-11 0,11 3-17 0,3-3 22 0,6 0-17 0,11 2 25 0,0 0-3 0,2 2-9 16,3-1-21-16,-4-1 14 0,3 1-13 0,7-1 27 0,2-1 0 0,2 3-9 0,-1-1-4 16,-4-1 7-16,-3 1-7 0,4 1 11 0,4-1-5 0,0 3 2 15,-1-1-11-15,-6-1 6 0,-7 2-1 0,2-1 22 16,3 0-5-16,2 0-1 0,0 1-3 0,-3-2 0 0,-4 1-1 0,-3-2-1 15,0 1-3-15,1-2 2 0,5 1-10 0,-7 1 5 0,1-3-4 16,-4 1 4-16,-8-1-1 0,4 2-6 0,-1-1-13 0,3 1 7 0,1 1-9 16,-4 0 3-16,-6 2 3 0,-5 0 1 0,-1 0-7 0,-1 4-3 15,1-2-5-15,-1 5-46 0,-2-1-22 0,2 3-23 0,6 1-96 16,1 2-69-16,-2 1-1 0,2 1 2 0</inkml:trace>
  <inkml:trace contextRef="#ctx0" brushRef="#br0" timeOffset="52929.07">4472 16454 256 0,'-25'-13'13'0,"14"7"199"0,-1 2-95 0,2-1 6 0,1 2-116 0,1 1 3 0,3 0 2 0,-1 1 44 16,3 0 5-16,1-2 8 0,2 2-27 0,0 0 12 0,2-1-22 0,2 2-13 0,3-2-5 0,2 0-7 0,2 1 7 0,3-1 3 0,4 2 3 0,3-2 18 0,5 2 4 0,4 2-1 16,8 1 0-16,10 3 25 0,3-1-20 0,6 2 19 0,0 1-9 0,-3-2-15 0,3 2-18 0,3 0 6 0,8 1-6 0,10-2 12 0,2 2-3 0,1 2-9 0,2-2-11 0,-1-2 9 0,6 1-10 0,8 0 12 15,1-2-5-15,-2 0-5 0,4 0 1 0,2-3-2 0,7-1 4 16,3 0 5-16,-2-2-6 0,-2-2-3 0,9-2-9 0,4-3 6 0,0 2-7 15,0-2 4-15,-7-1 0 0,1 2-1 0,2-3-6 0,-4 2 7 16,-8 1-6-16,-4 1 3 0,-8 1 3 0,-4 0-8 0,-7 1-14 16,-10 1 5-16,-9 2-13 0,-7 0-27 0,-5 1-18 0,-8 2-19 0,2 2-79 15,-5-1-47-15,-12 3-11 0,-2 2-8 0</inkml:trace>
  <inkml:trace contextRef="#ctx0" brushRef="#br0" timeOffset="64638.65">16121 10846 256 0,'-5'-12'17'0,"2"5"238"0,1 5-115 0,1 0 2 0,-2 1-149 0,5 1 4 0,-4 0-9 0,1 0 5 0,1 0 4 0,0-1 3 0,4 1-13 0,-1 1 17 0,-3-1-14 0,3-1 21 0,-3-1 3 0,5 0-9 0,2 1-1 0,0 1 13 0,2-3-12 0,-2-1 5 0,1 3-1 0,0 0-3 0,-4-2 7 0,2 3-2 0,0-1 5 15,3 0 9-15,5 1 0 0,6 0-2 0,2 0-20 0,1 1 26 0,3 1-22 16,-1 0 29-16,0-2-8 0,-1 1-14 0,4 0 6 0,3 0-6 16,1 1 6-16,6-1-11 0,2 0 2 0,4-1-1 0,3 2-21 15,-5-2 25-15,4 0-23 0,-2-2 24 0,0 1-2 0,5-2-11 0,4 0 0 16,4 0-8-16,5-1 6 0,1 0 4 0,-7 1 3 16,2-3 7-16,-2 1-14 0,1-1 9 0,7 0-10 0,2 0 6 0,3 1-2 15,-1 0-2-15,2 1 9 0,-4-2-2 0,-3 0 5 0,1-1-4 16,2 1 2-16,9-1-1 0,5 0-10 0,3-1 17 0,-1-2-16 15,-4-1 20-15,-1 1-3 0,9 0-8 0,6 0 9 0,1-1-5 0,3 1 9 16,-3-1 2-16,2 2 1 0,4 2 1 0,7-2-11 0,1 3 18 16,1 1-17-16,6-2 11 0,-2 5-9 0,1-3-11 0,6 2 5 15,2 1-9-15,4-1 10 0,1 2-8 0,-4 1-1 0,1-1-1 0,6 1-8 16,-1 0 7-16,0-3-4 0,1 0 7 0,-7 0-2 16,2-3-6-16,3 3 2 0,-4-6 0 0,2 0 2 0,-3-2 4 0,-5 3-3 15,1-3-4-15,4 1 1 0,-3-2 1 0,-1 2 0 0,-2 3 1 16,-4 0 3-16,3-1-1 0,3 1-11 0,0-3 16 0,1 1-13 15,1 0 26-15,-3 4-1 0,-2-2-7 0,9-1-6 0,-1 3 9 0,2-1-8 16,0 2 8-16,-6 2-2 0,2 0-5 0,5 1-15 0,-2 0 11 16,2 1-11-16,0 0 21 0,-7 2-5 0,-2 0-5 0,3 0-15 15,-3 3 10-15,-1-2-9 0,-2-1 13 0,-9 2 2 0,0-1-6 0,1 1-6 16,-6-1 3-16,-5 0-5 0,-5-2 14 0,-4 1-5 16,2-2 0-16,-2 1-20 0,-5-1 15 0,-9-1-12 0,-6-2 23 15,-3-1-4-15,0 0-10 0,3 0-5 0,-5 1-2 0,-4-3 0 0,-10 0-12 16,-5 1-4-16,-2-1-7 0,1 3-32 0,-4-1-4 0,0 3-10 15,0 1-70-15,-5 0-29 0,3 5-32 0</inkml:trace>
  <inkml:trace contextRef="#ctx0" brushRef="#br0" timeOffset="72260.82">25534 1891 164 0,'-10'-3'-35'0,"1"2"-71"0,-2-3 85 0,2 1 20 0,-2 0 2 0,-1-1 7 0,0 2 7 0,2-2 3 0,0-1-16 0,0 1 20 0,2-1-20 16,-1-2 28-16,4 3-5 0,-2 1-2 0,2-3-2 0,1 1 0 0,-1-2 5 0,3 2 16 0,-1-4-5 0,1 5-4 0,-1-3-12 0,0 1 14 0,1 3-12 0,-1-6 24 0,1 7-3 0,0-6 1 0,0 0 17 0,1 3-6 0,1 1 11 0,-2 2-1 0,2-1-3 0,0 2-3 0,2-1-21 0,-2 0 10 0,1 1-15 15,1 1-2-15,1 0-5 0,1-1-4 0,1-1-10 0,2 1 0 16,2 0-1-16,2 2 11 0,4-1-2 0,2 0 0 0,6 1-22 0,1-1 21 16,7 3-20-16,0 0 25 0,-1-3-7 0,2 3-10 0,-6-1-11 15,5 1 3-15,-3-1-2 0,0 2 12 0,1-2 0 0,-5-1-6 16,-1 1-10-16,-4 0 8 0,0 2-9 0,-1-3-6 0,-1 5-19 15,2-3-18-15,-2 0-108 0,0-1-42 0,1 2-13 0,-1 0 24 16</inkml:trace>
  <inkml:trace contextRef="#ctx0" brushRef="#br0" timeOffset="72766.91">27519 1935 217 0,'3'-9'245'0,"-7"-3"-132"0,-3 1 148 0,5 2-183 0,0 3-40 0,1 1-25 0,4 4 3 16,0 0-9-16,5 1-13 0,6 0 0 0,6 0 7 0,0 1-1 0,0 0 12 0,-4-1 0 0,2 0-8 0,5 2-18 0,3 0 21 0,7-1-19 0,-3 1 24 0,-1 0-5 0,-1 1-8 0,1 1-13 0,2 2 7 0,1 1-5 15,3 0-1-15,4 1-19 0,4 2-26 0,3 0-72 0,-8 2 4 0,2 1-26 16,-4-1 47-16</inkml:trace>
  <inkml:trace contextRef="#ctx0" brushRef="#br0" timeOffset="73453.17">31038 1955 287 0,'2'-6'37'0,"2"1"27"0,-3-1-44 0,1 3 12 0,2 1-20 0,3 1 21 0,1 0-5 0,1-1-10 0,-1 2-21 0,-6 0 29 0,5 0-25 16,1 0 33-16,3 0-5 0,11 0-14 0,-4 0-1 0,3 0-1 0,-1 0 2 0,-2 0-4 0,1 0 2 0,1 0-4 0,-1 0-13 0,-1 2 13 0,2-1-13 0,1 2 9 0,-2 2-4 0,3-1-4 0,1 3-2 0,2 1-11 0,2 1 6 0,4 0-45 0,1 4-23 0,-1-2-18 16</inkml:trace>
  <inkml:trace contextRef="#ctx0" brushRef="#br0" timeOffset="76703.67">24076 1831 256 0,'0'6'-9'0,"2"-2"-109"0,-2-1 59 0,3 3 3 0,2-1 58 0,0 2 22 0,0-2-13 0,1-1 30 0,0 1-1 0,2-1-13 0,-1-2 1 0,-1 2 19 0,3-2-16 0,2 2 6 0,7 0-7 0,3-1-8 0,-1 2-9 0,2-1 14 0,-3 1-8 16,0-1 26-16,-1 2-6 0,-3-2-12 0,3 2-23 0,-1-1 15 0,0 1-16 0,1-1 15 0,-2-2 0 0,-3 3-5 0,2-3 1 15,0 1 0-15,-1-1 2 0,2-2 6 0,0-1 5 0,-1-1 1 16,4-3 2-16,-1 0 15 0,3-2-14 0,-2-2 4 0,-1 0-3 16,-3-1-5-16,1-2-17 0,-4 1 15 0,-2-2-10 0,5 1 24 0,0-2-7 15,5 1-12-15,3 0-15 0,0-3 7 0,-2 0-9 0,-1 0 5 16,-2-2-4-16,-1 0-2 0,-1-1-12 0,0 1 10 0,-2-3-7 15,1 1 19-15,-3-1 1 0,1-1-8 0,-2-1-5 0,-2-2 7 16,-1 0-7-16,-2-3 6 0,-1 1-2 0,1-1-5 0,-4 2-7 0,-1-1 8 16,-1 3-4-16,-1 1 17 0,0 4 3 0,0 1-4 0,-2-3-12 15,1 1 23-15,-2 0-20 0,-1-2 26 0,1 4-6 0,-2-3-8 0,0-1 1 16,0 0-5-16,-1 1 3 0,0 0-7 0,-1 1 0 16,-1-1 0-16,0-1-12 0,-1-1 9 0,0 3-7 0,0-3 7 0,1 5-4 15,0-1-7-15,0-2 3 0,0 5-1 0,0-2 4 0,-1 5 4 16,-1 0-1-16,-2 1-2 0,0-1-12 0,2 2 10 0,-3 2-10 15,1-1 10-15,-5 1-4 0,1 3-5 0,-1-2-8 0,1 2 7 16,7-1-2-16,-3 0 21 0,0 2-3 0,-1-2-5 0,-9 1-14 16,0 3 17-16,0 1-11 0,1 0 20 0,1 1-4 0,3-1-12 0,0 2 4 15,2 1-2-15,0 1 3 0,0 1 0 0,2 0 2 0,-4 2-1 16,-1 2-21-16,-1-1 23 0,0 2-20 0,-1 0 24 0,1 0-7 16,-5 0-12-16,0 1-2 0,2 2-3 0,-4-2 7 0,1 0 9 15,11 2 0-15,-2 0-2 0,0 2-13 0,-1 0 19 0,-8 1-15 16,2 2 22-16,4 1-8 0,3 0-7 0,0-1-5 0,4 3 4 0,-1 0 2 15,3 1 11-15,1-3 0 0,0 2-7 0,0 1-13 0,1 0 17 16,-1 4-14-16,0-4 22 0,-1 1-4 0,1-3-5 0,1 1-17 16,-1-3 11-16,1 3-8 0,0-1 27 0,1 0 0 0,1 0-8 0,-1 3-15 15,-1 1 22-15,0 1-21 0,1-1 18 0,0 1-2 0,4-1-9 16,-1 1-10-16,-1 0 9 0,4 1-5 0,0-2 25 0,1-4-7 16,1-1-10-16,1 1-1 0,2-1 3 0,3 2-2 0,1 0 1 15,3-4-2-15,0 0 0 0,0-2-18 0,1-2 13 0,-1 0-10 16,2-2 26-16,-1 2 0 0,1-1-9 0,2-1-18 0,-1 2 23 15,2-2-21-15,-1 0 27 0,0 1-4 0,0-2-11 0,3 0-8 0,0-2 9 16,3 2-4-16,-1 0 20 0,0-1-3 0,4 0-8 0,-1 1-9 16,1-3 10-16,-1 0-9 0,-7 1 10 0,-2-2-5 0,0-1-4 0,5 0-7 15,6-2 4-15,0-1 1 0,3 2 10 0,-4-2-4 16,2 2-7-16,2-1-57 0,0 2 1 0,1 0-21 0,-1 0-68 16,2 4-30-16,0 1-35 0</inkml:trace>
  <inkml:trace contextRef="#ctx0" brushRef="#br0" timeOffset="80310.34">27195 3014 256 0,'0'7'10'0,"0"-7"149"0,0 2-75 0,1 2 2 15,-1 1-93-15,-3 2 9 0,1 2-3 0,-2 2 26 0,0-1 2 0,1 1-7 0,-2 1-13 0,2 1 28 0,-1 2-22 0,-1 2 34 0,-1-3-7 0,-3 1-9 0,1 2-4 0,3 2 4 0,-4 1-1 16,2 5 14-16,-1-2-5 0,-2 0-5 0,2 3-9 0,4 0 12 0,1 4-10 16,2 2 6-16,-1 1-4 0,-4 0-9 0,-3 2 0 0,0 0-4 0,5 2 2 0,-3-1-6 0,4-4 3 0,1-2-2 0,-3-2-5 0,5-1 17 0,-2 1-15 0,1-3 8 0,1-3-4 0,1-2-8 0,0 4-10 15,-1 1 5-15,0 3-3 0,-3 3 15 0,-1 3-1 0,1-1-4 0,-3 1-18 0,2-1 19 0,-2-4-17 0,1 0 18 0,1-5-1 0,-1 0-6 0,0 2-2 0,-1 1-1 16,-1 2 0-16,0 1 1 0,0-3 6 0,0-1 1 0,2 4-11 0,1-3 22 0,0 0-19 0,1 0 23 0,0-2-8 16,0 1-13-16,3 1-6 0,-1-1 16 0,2 1-9 15,1 0 26-15,2-2-2 0,1-2-15 0,0-2-18 0,1 4 19 16,2-2-19-16,1-1 17 0,1-1-4 0,-2 1-8 0,2 1-5 0,-1 3 3 15,4 3-1-15,-1 4 7 0,-1-2 5 0,-1-1-5 0,-1-1-11 0,1-2 17 0,-1 0-17 0,-1 1 15 0,0-6-1 16,-7 3-6-16,-1 0-14 0,1-2 14 0,-1 4-10 0,3-6 25 0,1 0-3 16,-4-4-7-16,0 2-19 0,-2-1 12 0,-2 0-12 0,2-1 21 0,-1 0-7 0,2-2-2 15,-2 1 4-15,3-1-9 0,-2 2 12 0,0 0-1 0,2-1-2 0,-2 0 2 16,5-2-15-16,0-2 11 0,-3 2-9 0,4-1 20 16,-5 0-4-16,1 0-6 0,0 0-6 0,0-1 5 0,0 1-3 0,0 0 11 15,1-5 1-15,-1-2-8 0,0 1-6 0,0-2 8 0,0 0-8 0,2 3 11 16,-2-5-6-16,0 2-5 0,1 4-1 0,0 0 4 15,0-2 0-15,2 0 14 0,-2-1-4 0,-1-3-2 0,-5 3-13 0,0-5 7 16,0 3-7-16,4 0 11 0,1-2 0 0,2 2-3 0,3-2 7 16,-5 0-6-16,1 0 6 0,-1 0-2 0,0-1-1 0,3 1 1 0,1 0-18 15,-1 0 17-15,-2-2-14 0,-1 0 26 0,1 0-3 0,2 0-6 16,0 2-11-16,1-1 1 0,-2-1-2 0,1 1 4 0,0 0 3 16,-2-1-1-16,4 0-2 0,-3 2 9 0,2-2-9 0,0 0 4 15,-1 0-3-15,2 0-3 0,-1 0-4 0,1 0 12 0,3 0-6 0,-4 0 9 16,3 0 1-16,0 0-14 0,-3-2 0 0,4 2 12 15,-2-1-10-15,0-3 10 0,3 3-5 0,0 0-3 0,0-1-4 16,0 0 2-16,-1-1 1 0,1 1 10 0,1 0-2 0,0 0-7 0,2-2-11 16,-2 3 11-16,1 0-11 0,0 1 15 0,0 0-4 0,0 0-3 15,0 0-12-15,0-2 5 0,0 1-3 0,0 0 3 0,2 1-5 16,-2-2-9-16,0 2-1 0,0-1 3 0,-2-1-3 0,3 2-2 16,-3 0 1-16,2 0 1 0,-1 0-1 0,-2 0-6 0,0-2 5 15,-2 0 10-15,1 2 4 0,-2-2 7 0,3 2-17 0,-4-1 23 16,3 0-18-16,-2 1 31 0,-1-1-4 0,-1 1-9 0,-2 0-13 0,0 0 10 15,-1 0-7-15,1-2 24 0,-1 0 1 0,0 0-7 0,3 0-12 16,-1 2 15-16,1 0-13 0,1 0 17 0,0-1-4 0,-3-3-5 16,2 0-6-16,-1-1 11 0,1-2-5 0,3 2 27 0,-1-1-4 0,3 2-9 15,-5-2-17-15,-2-2 18 0,7 4-16 0,-2-2 18 0,9 2-5 16,2 3-8-16,-2-3-1 0,1 1 4 0,0 1-1 16,2-2 16-16,-1 0-3 0,2 1-3 0,2 1-16 0,0 1 11 15,2-2-12-15,0 0 11 0,2 5-6 0,1 0-7 0,5 1 4 0,9-1 1 16,4-2 3-16,3-5 5 0,-8 1 1 0,0-3-4 0,3 2-20 15,-2-2 21-15,6 0-18 0,-3-2 31 0,-3 0-7 16,3 0-12-16,9 0-4 0,2-2 1 0,2 3 0 0,-3-1 7 0,-5 0-2 16,-2 0 1-16,1-2 2 0,2 2 3 0,-1-1 0 0,2 0 2 0,3 2-4 15,1 1-3-15,2 1-10 0,-2 3 7 0,-2-1-6 0,-2 1 11 16,-2 2-4-16,3 1-4 0,2 0-15 0,3 0 11 0,4 2-9 16,0 0 20-16,-7-1-1 0,-4 0-8 0,-1 1-11 0,0-2 10 15,1 1-9-15,-2 3 13 0,1-2-3 0,4 1-6 0,5 1-4 0,2 0 8 16,-6-3-6-16,-3 3 5 0,-5-2-4 0,-3 0-7 15,1 0-23-15,-1 2 7 0,1-2-9 0,0 0 9 0,6 0-2 16,-2 0-6-16,-2-1-20 0,-6 0 16 0,-4 0-15 0,-3-1 13 16,-1 0-24-16,1 4-21 0,-4-1-3 0,-1 1-27 15,0-2 17-15,0 1-187 0,-1-2 181 0,-2-1-47 0</inkml:trace>
  <inkml:trace contextRef="#ctx0" brushRef="#br0" timeOffset="81336.13">25764 3560 437 0,'-2'-1'74'0,"1"1"-49"0,1 1-17 0,-1 3-11 0,0 1 17 0,1 4 10 0,0-2 4 0,1 2-15 0,0 1 37 0,2-2-29 0,-1 2 49 0,2-1-13 0,1-3-18 0,0 1-9 0,1-1-1 0,0-1 0 0,0 2 4 0,1 0-3 16,1 0-2-16,-1 0-10 0,3 1 9 0,2 4-9 0,4 0 14 0,3-1-9 0,1-2-3 0,0 0 5 0,4 0-12 0,2-1 12 0,2 1-12 0,0 0-4 0,2 2-1 0,-4-2-22 0,0 0 22 0,-10 0-18 15,-4-1 30-15,3 0-10 0,0 1-11 0,6 0-3 0,-1-1 0 0,-6 1 4 0,-2-2 5 0,-3 1 0 0,1 0-5 0,-1 1-26 0,-3 0 12 0,2 0-20 0,-2 0-22 0,-1-2-9 0,1 1-17 0,0 0-54 16,-1-1-36-16,2 1 7 0,1-2 46 0</inkml:trace>
  <inkml:trace contextRef="#ctx0" brushRef="#br0" timeOffset="81638.58">26769 3536 992 0,'-18'-6'80'0,"8"-6"-122"0,1 3 25 0,-2 3 34 15,5 1-19-15,-3 3 27 0,-3 2-26 0,1 0 27 16,0 4-1-16,0 1-8 0,2 4-18 0,2 2 13 0,-3 5-11 0,1 3 30 15,-2-1-2-15,0 7-8 0,3 2-2 0,-2-3 7 16,-3 3-7-16,-6 0 1 0,-6 0-2 0,0-1-5 0,-2 3-6 0,3-1 4 0,2 0-3 16,0 1 3-16,3 2-3 0,0 1-5 0,0 1-5 0,1 3 6 15,-1 0-5-15,0-1 6 0,2-2 1 0,1-4-2 0,-1 0-8 16,2-4 3-16,-3-3-4 0,1 2 6 0,-1-3 3 0,-1-2-2 16,2 1-22-16,0-2 20 0,-1 3-21 0,7 4-6 0,-5 4-2 15,-2 3-27-15,0 2 36 0,-6-2 9 0,3-2 0 0,1-3-10 0,3-1-15 16,3-1-18-16,1-2-32 0,3 2-23 0,0 1-1 0,2 2-72 15,3 2 39-15,1-2 25 0</inkml:trace>
  <inkml:trace contextRef="#ctx0" brushRef="#br0" timeOffset="82588.92">29301 5706 846 0,'-8'-14'75'0,"3"6"-102"0,2 3 22 0,0 0 35 0,0 1-30 0,1 2 30 0,0-2-30 0,-1 4 25 0,0 0-5 0,1 0-16 0,0 4-4 0,-1 0 10 0,-3-3-6 0,-1 4 16 0,-1-1 0 0,-2 1-8 15,-2 3-4-15,-2 3 14 0,-4-1-12 0,-3 4 8 0,0 1-9 0,-3 0-6 0,2 4-4 0,4 2 2 0,2 0 2 0,-2 2 18 0,-3 3-5 0,-5-3-5 0,-3 1-17 0,2 2 10 16,4-3-9-16,2 0 15 0,4-2-3 0,1-4-4 0,1 1-10 16,0-2 9-16,2-3-6 0,0-2 14 0,2 2-1 0,0-2-8 0,1 6-8 15,1 0 4-15,0-3-8 0,0-1-11 0,2-1-12 0,0-1-11 16,2 0-28-16,1 1-10 0,1-2 2 0,2 0-45 0,1-1-2 16,1 0-13-16</inkml:trace>
  <inkml:trace contextRef="#ctx0" brushRef="#br0" timeOffset="82857.24">28712 5656 935 0,'-14'-27'18'0,"7"16"-12"16,3 4 1-16,-1 5 12 0,3 2-19 0,0 2 4 0,-2 4-6 15,3 3 5-15,-1 2-1 0,1 4 0 0,1 2 9 0,0 0 11 0,4-1-1 16,1 1 22-16,1 1 2 0,5-1-9 0,0 0-16 0,3 1 17 16,3 2-21-16,1-1 5 0,0 3-7 0,5 1-7 0,1 0-2 15,3 2-7-15,4 1 4 0,0-1 3 0,2 0-3 0,4-2 0 0,1 2-11 16,-2-2-6-16,-7-1-1 0,-3-1-5 0,-2-2 3 16,1-2 7-16,7 0-23 0,-4-4-15 0,-4 0 2 0,-2-3-46 0,-4-1-6 15,-3 0-9-15,0-2-47 0,0 0-13 0,-3-2-13 0</inkml:trace>
  <inkml:trace contextRef="#ctx0" brushRef="#br0" timeOffset="83885.78">27044 4914 883 0,'0'-9'-85'0,"-1"6"108"16,1 1 2-16,1-1-25 0,1 0-2 0,2 2 4 0,4-1 3 0,1-3-19 0,0 1 32 0,0-1-26 0,-4-1 40 0,1 1-6 0,1-1-14 0,6 1-12 0,8-2 9 0,1 2-8 0,3 1 10 0,0-2-3 0,-3 1-7 0,2-1-7 0,1-1 14 0,0 1-11 16,3-1 14-16,0 1-3 0,4 0-8 0,3-1 5 0,3-1 2 15,2-1 3-15,1 0 11 0,-4 1-3 0,-5-4-4 0,2-1-15 0,0-1 14 16,1-3-13-16,2 2 23 0,-4-2-9 0,1 2-9 0,2-2-6 16,2 3 4-16,6-2 0 0,4-2 16 0,1 1-3 0,-8-6-7 0,4 1-9 15,-1 1 18-15,-2-2-14 0,9 0 20 0,-5-1-7 16,-1 0-9-16,5 1-4 0,4 0 11 0,1 3-5 0,-3-1 18 0,-1-1-6 15,-4 1-11-15,0-4-17 0,3-3 16 0,-1 1-13 0,-1 2 30 16,-1-2-9-16,4 2-9 0,4-2-3 0,-6 1 1 0,2-1 2 0,0 1 8 16,-5-1 0-16,4 2-4 0,0 0-14 0,-1 0 12 0,1 4-11 15,9 2 14-15,-4 1-2 0,-4 1-3 0,1-2 2 0,-4 1 2 16,-2-1 1-16,2 0 2 0,-4 1-2 0,-4 0-4 0,2 1-18 16,2-1 20-16,1 3-16 0,0 0 20 0,-11 3-6 0,-5 1-10 0,0 2 0 15,-3 0 0-15,2 0 2 0,-3 0-4 0,-9 2 2 16,0 2-4-16,-2-1-46 0,-4 2 10 0,-1-1-25 0,-1 4-42 0,-3 1-27 15,0 0-27-15,-3 1-166 0,0 2 194 0</inkml:trace>
  <inkml:trace contextRef="#ctx0" brushRef="#br0" timeOffset="86122.05">27086 4883 166 0,'4'-4'-23'0,"0"2"-65"0,-6-1 65 0,0 2 37 0,-2-2-16 0,0 1 29 0,4 0 4 0,-2-2-1 0,-1 3-21 0,3-1 26 0,0-1-25 0,-1 1 21 0,1-2-6 15,0 2-14-15,0-3 13 0,1 1 0 0,1 2 4 0,0-3-3 0,0 3 3 0,-2-1-4 0,3-1-9 0,-3 3 20 0,1-2-19 0,2 2 29 0,-3-1-7 0,-1 2-4 0,1-1-11 16,-3 0 1-16,3 1-2 0,-1-1 11 0,0 1-7 0,1 0-7 0,-2 0-11 15,-1 0 8-15,0 0-7 0,0 0 12 0,-2 0-9 0,5 0-3 16,-4 0-5-16,-2 0 2 0,3 0 2 0,-3 1 5 0,3 1 0 16,-2 0-6-16,2 0-12 0,0 1 11 0,-1-1-13 0,2 3 10 15,-2-1-2-15,2 1-2 0,-1 3-17 0,0 0 16 0,3-1-10 16,-2 2 30-16,0 0-4 0,2 0-14 0,-1 0-15 0,0-1 24 16,1 0-19-16,1 1 24 0,3 0-4 0,-2-2-10 0,0 1-8 15,0 0 9-15,1-1-5 0,2 1 18 0,0-2-3 0,0 0-8 0,0-1-12 16,-1 0 16-16,3 0-12 0,-4-1 14 0,3 0-3 0,0-3-7 15,-2 0-3-15,2 2 1 0,-3-3 1 0,0-2 8 0,1 2 3 16,-3-2-3-16,-2-2-8 0,2 0 10 0,-3-2-10 0,1-1 11 0,1 1-6 16,0 1-4-16,3-4 2 0,-1 0-1 0,-1-3 4 0,2 0-2 15,-3 1 3-15,1 0 0 0,2-1-16 0,-3 1 18 0,2 1-17 16,-3-1 22-16,0 4-5 0,-2-2-7 0,0 2-5 0,1 2 4 16,-2 0-2-16,-3 1 14 0,7 0 0 0,-1 2-5 0,0 1-19 0,0 1 23 15,-9-2-20-15,-3 2 29 0,0 0-7 0,-2 2-11 0,-1-1 0 16,0 3-1-16,-1-1 4 0,-1 0 5 0,2 0 2 0,0 0 0 15,4 0-14-15,0 1 19 0,0-2-16 0,2 2 23 0,1-1-5 16,0 1-9-16,1-3-9 0,1 3 13 0,0-2-8 0,2 0 16 0,2-2 1 16,1 1-12-16,2-1-5 0,-1 0 20 0,1 0-19 0,0 0 15 15,1 0-6-15,0 0-8 0,1 0-15 0,3-1 7 0,-1 1-6 16,3-2 17-16,0 0-1 0,0 0-8 0,2 1-13 0,-1 0 13 16,1 0-11-16,-1 1 20 0,0 0-10 0,-1 0-8 0,2 0-9 0,-3 0-14 15,2 2 10-15,1 2-29 0,-2 0-6 0,0 2-10 0,1 1-74 16,-2 2-37-16,2 1-16 0</inkml:trace>
  <inkml:trace contextRef="#ctx0" brushRef="#br0" timeOffset="95192.49">25285 809 166 0,'1'-5'-18'0,"3"1"-63"0,-2-1 86 0,1 3 39 0,1 0-14 0,-1-2 25 0,0 4-9 0,2-3-7 0,-1 3-16 0,1 0 12 0,-1-2-12 0,2 2 5 0,-2-1-6 0,0 0-7 0,-1 0-4 0,1 1 12 0,-2-2-3 0,0 4 22 0,0-2-2 0,1 1-14 0,-1 1-1 0,0 3 7 0,-1 1-9 0,0 1 3 0,0 1-3 0,-1-3-1 0,2 5 0 0,-2-2-10 0,0 2 8 0,0 2-6 16,-2-2 0-16,2 2 1 0,-2-2-21 0,1 1 23 0,-1 2-19 15,1 0 26-15,-2 1-6 0,1 0-12 0,0 1 10 0,-1 5-6 0,-2-2 9 16,1 1-5-16,-1 1 1 0,1-1-1 0,-2 3-6 16,0 0 12-16,1 1-13 0,-1-1 2 0,2 1-1 0,-3-3-3 0,1 1-5 15,0 3 6-15,0-3-3 0,-1 3 14 0,-1-2-1 0,0-1-9 0,1 2-11 16,0-1 20-16,0 1-16 0,2 2 30 0,-1-1-8 0,-2 3-10 16,2 1-8-16,-3 0 4 0,4 2-3 0,0-4 9 0,0 0 1 15,5 0-7-15,-1 1-16 0,1-3 19 0,0-1-20 0,-2 0 20 16,1-3-3-16,0-2-4 0,1 3-14 0,-2-4 10 0,2-1-6 15,-2 0 23-15,0-4-6 0,0 0-10 0,1 2-3 0,1-1 3 16,-1 1-1-16,0-3 3 0,1 0 1 0,0-2-2 0,0 0-11 16,1-1 9-16,3 1-8 0,-3-1 18 0,2-1 0 0,-1-2-4 0,0 0-22 15,2-1 22-15,-2-1-19 0,3 0 34 0,-3 0-6 0,1-3-11 16,-1 1 10-16,0-1-3 0,1 0 5 0,0-1-2 0,1 1-1 16,1-3-5-16,1 2-18 0,-2-2 22 0,2 1-19 0,1 2 25 0,3-3-5 15,0 2-13-15,3-2 4 0,1 1-4 0,-2 0 4 0,7 1 2 16,0 0 2-16,4 1 2 0,2 0-4 0,0 0 5 0,4 1-7 15,3 0 3-15,4-1-3 0,2 2-2 0,2-2 5 0,-6 1-7 16,1-1 8-16,-1 0-5 0,0-1 1 0,4-1 1 0,-6 0-10 16,3-1 13-16,0 2-10 0,1-2 9 0,3 2-4 0,3-1-7 0,5 0 3 15,-1-2 1-15,-5 3 3 0,2-3 8 0,-5 2-4 16,2-1-3-16,6-2-4 0,-4 3 9 0,0-2-5 0,6 2 11 0,2 1-2 16,6-1-4-16,3 2-13 0,-3-2 8 0,-1 0-5 0,-3-1 16 15,-1 2-1-15,0 0-7 0,8 1-7 0,7 0 7 0,0 0-7 16,3 0 12-16,-4 1-6 0,-8-1-6 0,3 1-2 0,1 2 5 0,2 1-1 15,9-2 13-15,0 3-3 0,-2-1-8 0,0 1-9 16,-6 0 14-16,0 0-10 0,4 2 12 0,6 1-6 0,1-1-10 0,2 1-3 16,-1 0 12-16,-7-1-4 0,0 0 9 0,3-1 2 0,3 0-12 15,8 0-1-15,-1-1 9 0,-3 0-8 0,-5-1 3 0,-2 1 0 16,6-1-2-16,5-1-8 0,2 3 8 0,-5-4-6 0,-3 2 17 0,-3-1-3 16,4-1-5-16,7 2-15 0,-2-3 16 0,-1 1-14 0,-7-2 23 15,-5 0-5-15,5 0-8 0,6-2 2 0,0 0-1 0,-1-2 4 16,-2 0 9-16,-11 0-2 0,5 2-2 0,6-1-1 0,1 3 8 0,-2-1-4 15,-4-1 11-15,-7 2-6 0,-3-1-5 0,8 1 0 0,3 1-4 16,0 1 5-16,0 2-1 0,-6-2-3 0,-2 2-1 0,0 0-16 16,5 2 7-16,0-2-8 0,5 2 15 0,-3 2-4 15,-5-3-2-15,0 0 4 0,-6-1-7 0,-1-1 7 0,2 1-6 0,-1-2 0 16,-1 1 0-16,5-1-1 0,-5 0 1 0,-3-2-4 0,-6 0-7 0,-4-2-1 16,-4 0 3-16,6 0-3 0,3-1 0 0,-1 0 1 0,-2-3-4 15,-5-1 4-15,-6 1-3 0,-3-3 1 0,-1-1 9 0,-7-1-6 16,-1 0 12-16,-5-1-1 0,1-2-5 0,-2-1 4 0,0-4 1 15,-1 0 0-15,-6-2-4 0,4 3 4 0,-3 0-3 0,-1-1 3 16,6 0 7-16,-8 1-7 0,2-1 3 0,3-1-6 0,-4 1-2 0,1-5 9 16,-2 0-1-16,-4 1 7 0,-1-4 2 0,2 1-3 0,-1 0-3 15,-1 0-13-15,2-3 14 0,-4 3-11 0,9-4 19 0,-1 1-4 16,-8 0-9-16,6 1-6 0,-5 1 8 0,-5 2-5 0,7-1 5 0,-8 4-1 16,2-1-5-16,2-2-12 0,-4-2 15 0,1-1-10 0,-3 2 22 15,-5 1-7-15,4-1-12 0,-5-1-4 0,-1-1 11 0,-1 1-4 16,-6 0 10-16,2 2-2 0,-1 0-11 0,-3 0-11 0,-3 4 17 15,-7 1-14-15,-5 0 17 0,-2 5-2 0,3-2-6 0,-1 2 2 16,2 1-4-16,-1 0 4 0,-1 4 4 0,0-3-2 0,-2 1 0 16,-8 3-5-16,-1-3 3 0,-11 3-2 0,-5 0 5 0,4-3 5 15,-1 3-1-15,4-2-17 0,0 3 14 0,-1 0-14 0,-5 1 22 0,-4 1-3 16,-6-3-6-16,-2 1 0 0,-2 0 1 0,1-1-3 0,-1 2 1 16,-1 1-5-16,-11 1 11 0,-8-1-13 0,1-1 4 0,-1 2-3 15,0 0 20-15,2 1-5 0,-6-1-3 0,-4 2-6 0,1 0 1 0,-1 1-1 16,0 0 5-16,-1 0-5 0,2 0-4 0,-5 1-3 15,1 1 8-15,1-3-2 0,-3 2 8 0,7-1 2 0,1 1-9 0,-2 1-14 16,-3 0 24-16,1-1-20 0,2 2 25 0,3 0-5 0,1-1-10 16,-5 3-11-16,-1-2 10 0,4 1-7 0,0 0 19 0,1-1 1 15,-3 1-8-15,-6 2-8 0,2-3 4 0,-1 1 1 0,3 0 3 0,-2 0 3 16,-1 1-17-16,-1-1 3 0,-3 2 5 0,4 1 0 0,-4-1 12 16,6 0-1-16,2-1-2 0,-3 0-20 0,-1 3 17 0,0-3-14 15,0 2 25-15,6-1-4 0,4 3-10 0,-5-1-9 0,-1-1 6 16,4 0-5-16,4 2 21 0,7-3-3 0,-2-2-2 0,-4 2-8 0,0-4 0 15,7 3-2-15,4 0 2 0,2 0-1 0,0 0 0 0,-5-2 1 16,1-1 1-16,6 0 1 0,4 0 4 0,5 1-1 0,-1 0-4 16,-2 2-5-16,0-2 4 0,4-1-4 0,4 0 5 0,8 3-8 15,7-1-4-15,2 7-49 0,0 0-32 0,2 3-1 0,2 1-172 0,7-2-92 16,-3 8-74-16</inkml:trace>
  <inkml:trace contextRef="#ctx0" brushRef="#br0" timeOffset="100980.25">26253 432 256 0,'0'-3'14'0,"-1"0"223"0,1 2-61 0,-1-1 24 0,0 0-121 0,2 0 9 0,0 0-33 0,-1 2-2 0,1-1-6 0,-1 0-8 16,0-2 4-16,0 1 5 0,0 1-6 0,-2-1 11 0,1 1-2 0,0 0-8 0,0-1-10 0,1 0 22 0,-3 1-25 0,1-2 29 0,0 0-8 0,0 1-13 0,-1 2-8 0,1 0 12 0,0 0-13 0,0 0 19 0,-2 0-11 0,-1-1-10 0,-1 1-20 0,-1 0 8 0,2 0-11 0,-1 1 11 0,-1 1-7 0,1-2-8 0,-3 4-11 0,0-2 15 0,1 4-9 0,1-2 21 0,-2 0-5 15,1-1-11-15,0 0-2 0,-1 1 2 16,5-2-1-16,-2 0 3 0,2 2-1 0,-1-3-3 0,2 1-2 0,1-2 5 0,-2 2-1 15,2 0 6-15,1 1-1 0,-1-2-3 0,-1 0-12 0,2 1 9 0,1 0-8 16,0 1 16-16,-1-2 1 0,0-1-4 0,1 3-5 0,-1-3 5 16,1 1-4-16,3 0 10 0,-2 0 0 0,3 1-2 0,0-2-8 15,-2 1 10-15,3-1-7 0,-1 3 19 0,1-3-5 0,1 1-8 0,-1 1-10 16,1 0 6-16,1-1-5 0,-1 2 12 0,1-1-3 0,2 1-4 16,1-1-4-16,-1 1 4 0,0-1-3 0,-1 2 3 0,-1-1-2 15,-1-1-2-15,3 3-11 0,0-1 11 0,-2 0-7 0,1 1 20 16,-2 2-2-16,-1-1-7 0,0 2-16 0,-2-2 15 0,-1 1-12 15,-1-2 26-15,-1 0-6 0,-1 2-7 0,0 1-2 0,-1 0 1 16,-1-1 2-16,-2 2 4 0,-1 0-1 0,2-2-3 0,-2 0-7 0,-2 0 7 16,3-5-6-16,-3 6 9 0,2-5-2 0,0 1-4 0,-2-1-6 15,0 0 7-15,-2-1-5 0,1 1 7 0,0 0 0 0,1-2-7 16,0-1-6-16,1 1 11 0,0-2-8 0,-1 0 11 0,3-2-7 0,0-1-10 16,1 0-29-16,0 1-8 0,-1-3-6 0,2 0-63 0,1 0-16 15,2 0-19-15,1 0-125 0,-1 0-66 0,2-1-20 0</inkml:trace>
  <inkml:trace contextRef="#ctx0" brushRef="#br0" timeOffset="101564.22">26322 282 681 0,'-3'0'108'0,"1"-2"44"0,0 1 34 0,0 0-72 0,1 1-17 0,-1 1-28 0,2 0-31 0,0 3-21 0,0-1 12 0,0-1-11 0,0 2 36 0,2 1-6 0,-2 3-10 16,2-2-19-16,-1 6 27 0,1-2-29 0,0 1 38 0,1-3-7 0,-1 1-16 0,0 3-8 0,0-1 5 0,1 1-11 0,-1-2 3 0,-1 0-4 0,1-2-8 0,-1 1-10 15,0-2 11-15,2 1-12 0,-2 0 18 0,1 0-7 0,-1 0-8 0,0-2 0 0,0-1 1 0,1 1 1 0,-1-2 6 0,0 1 0 0,0-1-4 0,-1 1-4 0,1-2 4 0,-1-1-5 0,0 1 4 0,1-2 1 0,-1-1 0 16,0 2-8-16,0-2 11 0,-1 0-8 0,1 0 20 0,0 0-6 0,0-3-9 0,0-1-10 16,0 0 6-16,-1-2-4 0,1-2 17 0,0 3-8 0,0-3-8 15,1 3-2-15,-1 0 1 0,1-1 1 0,0 2 8 0,-1-1-1 16,1 0-1-16,1-2-8 0,-2 4 4 0,2-3-4 0,-1 1 9 0,1 1-4 15,-1 2-5-15,3-2-5 0,-2 1 8 0,1 2-4 16,1-4 10-16,-1 3 0 0,0 0-5 0,2 0-9 0,-2 2 11 0,0-3-7 16,1 2 11-16,1 0 2 0,-1-2-7 0,2 0-6 0,-1 2 11 15,2 0-9-15,1 1 3 0,1 0 2 0,0 0-6 0,2 0-6 0,-1 1 15 16,0 0-13-16,-1 2 14 0,0 0 3 0,0-2-5 0,0 3-14 16,0-2 12-16,-1 2-12 0,-1 2 20 0,-1 0-3 0,0 0-7 0,-3 0-6 15,1-2 9-15,-3 0-4 0,0 0 14 0,-1 1-5 16,-2 0-4-16,-3 2 4 0,2-2 7 0,-3 1-1 0,-1 0 4 0,-1 2-1 15,-1-1-8-15,1 0-6 0,-1 1 7 0,1 0-8 0,-1-1 3 16,1-2 2-16,0 1 1 0,0-3-20 0,2 0 15 0,-1 0-13 16,1-3 20-16,3 0-11 0,-2 0-13 0,2-3-48 0,0-1 2 15,-1 0-14-15,2-3-42 0,1 0-16 0,0-1-24 0,1 1-126 16,0-2-51-16,1 1-28 0</inkml:trace>
  <inkml:trace contextRef="#ctx0" brushRef="#br0" timeOffset="102054.53">26588 438 451 0,'1'6'150'0,"1"2"3"0,-2-2-9 0,2 3-40 0,4 3 19 0,-3-1-26 0,1 1-36 0,-1 3-38 0,-2-1 18 0,3 1-28 0,1 1 29 0,0-4-9 0,-1 0-4 16,3 1-20-16,-4-2-4 0,3 1-3 0,0 0 10 0,-3-2 1 0,0-2 2 0,-3-1-24 0,1 0 21 0,-1-2-22 0,0 0 29 0,2-2-3 0,-2 0-10 0,0 1-3 0,0-1 4 0,0-2-3 0,-2 0 28 0,1-1 8 0,-1 0 1 0,-1 0 4 0,-1-3 12 0,-1-1-16 0,0-3 10 16,-3 0-14-16,2-2-11 0,0-3-23 0,1-1 16 0,1 1-18 15,2-2 18-15,-2-1-9 0,2 1-12 0,2-1-1 0,-1 0 3 16,1 1 0-16,0-1 2 0,0 1-1 0,5 3-2 0,-3-3-3 0,0 4 4 15,-1-1-3-15,0 0 8 0,0 2-1 0,0 1 1 0,2-1-12 16,-1 3 6-16,0-1-5 0,2 1 17 0,0 0-2 16,1 2-5-16,1 0 3 0,0 0 13 0,2 0-6 0,1 0 21 0,-1-1-2 15,-1 1-9-15,1-1-18 0,0 1 16 0,1 1-16 0,1-1 9 0,2 2-3 16,-2 2-9-16,0 0-8 0,1 0 5 0,-1 2-5 0,1-1 13 16,-1 4-1-16,1-1-4 0,-2 2-6 0,-1 2 7 0,-1-4-6 15,0 4 4-15,-3-2 4 0,0-1-4 0,-3 3 1 0,-1-1 1 0,-3 1 0 16,-2 0 4-16,-2-2 1 0,-1 2 1 0,-2 0-6 0,0-1 14 15,-1 1-11-15,0 0 19 0,1-2-11 0,0 0-9 0,-2 2 1 16,2-1-7-16,-1-2 7 0,1 2-1 0,0-3-3 0,2 1 0 16,5-3-58-16,-2 0-26 0,4-2-12 0,0 0-178 0,1-1-125 0,4 0-87 15</inkml:trace>
  <inkml:trace contextRef="#ctx1" brushRef="#br0">33786 4361 0,'0'0'0,"0"0"0,0 0 0,0 0 0,0 0 16,0 0-16,0 0 0,0 0 0,0 0 0,0 0 0,0 0 0,0 0 0,0 0 0,0 0 0,0 0 0,0 0 15,0 0-15,0 0 0,0 0 0,0 0 0,0 0 0,0 0 0,0 0 0,0 0 0,0 0 0,-84-43 0,78 41 0,1 0 16,2-1-16,0 1 0,-1 1 0,2-1 0,-1 0 0,-1-1 0,0 1 0</inkml:trace>
  <inkml:trace contextRef="#ctx1" brushRef="#br0" timeOffset="161.86">33613 4270 0,'0'0'0</inkml:trace>
  <inkml:trace contextRef="#ctx1" brushRef="#br0" timeOffset="492.38">33729 4288 0,'0'0'16,"0"0"-16,0 0 0,0 0 0,0 0 0,0 0 0</inkml:trace>
  <inkml:trace contextRef="#ctx1" brushRef="#br0" timeOffset="1042.83">33757 4211 0,'0'0'0,"0"0"16,0 0-1,0 0-15,0 0 16,0 0 0,0 0-16,0 0 15,0 0-15,0 0 16,0 0-1,0 0-15,0 0 16,-89-6 0,82 9-16,2 0 15,1 1 1,1-1-16,1 1 16,-1 0-16,1-2 15,0 1 1,0-1-16,-1 0 15,1 0 1</inkml:trace>
  <inkml:trace contextRef="#ctx1" brushRef="#br0" timeOffset="1338.15">33661 4419 0,'0'0'0,"214"128"0,-214-128 0</inkml:trace>
  <inkml:trace contextRef="#ctx0" brushRef="#br0" timeOffset="109441.3">28345 1881 217 0,'0'-9'314'0,"-1"1"-127"0,-2 2 203 0,-1-3-176 0,0-1-38 0,-2 1-51 0,1-3 13 0,-2 4-30 0,1-1-33 0,-2-1-36 0,1 2 9 0,-1 0-21 0,0 1 0 0,-1 1-6 0,0 2-9 0,-2 0-12 0,-1 1 14 0,2 3-13 0,-2 0 35 0,0 0-4 0,0 0-10 0,-1 0-2 0,-1 2 6 16,2 3-9-16,0 1 5 0,2 3-4 0,-2-1-4 0,1 5-16 15,-1-2 17-15,-1 3-15 0,3 6 26 0,6-1 1 0,-1 0-10 16,0 3-7-16,-1-2 18 0,-4 5-19 0,0 1 20 15,3 1-4-15,0-1-11 0,3-2-6 0,2-3 2 0,-2-2-6 0,4 0 3 16,3 0-2-16,-1-1-3 0,2 0-7 0,1-1 8 0,-1-4-6 16,4-1 11-16,-1 0-1 0,1 1-6 0,1 3-11 0,-3-2 10 15,1 1-10-15,-6-5 0 0,0 0-8 0,2-1-12 0,-3 0-23 16,5 1 10-16,-2-2-11 0,-2-2 8 0,-1-2-3 0,0 1-11 0,-3-2-17 16,0 1 5-16,-1-2-6 0,0-2 19 0,0 1 2 0,4-1 1 15,-3-3-1-15,0-2 13 0,-1-1-9 0,-7-1 7 0,-1-1-7 16,-1-2-12-16,-2-4-23 0,-1 2 0 0,3-3-4 0,-2-1 6 15,3 4 13-15,1-1 2 0,1 1 33 0,-1 2 25 0,2 2-9 16,2-1 46-16,1 6 11 0,0 1 4 0,3 1 23 0,-1 2 10 0,1-1-3 16,0 0 21-16,1 2-2 0,1-1-4 0,-1-1-13 0,1 1 9 15,1-1-13-15,1 0-3 0,3 1-7 0,-1 1-4 0,4 0-10 16,1 0 2-16,3-2-3 0,2 0-3 0,4 0-7 0,2-3-9 0,4-2-17 16,2 2 7-16,0 2-9 0,0-3 12 0,-7 2-4 0,0-1-4 15,1-5-12-15,1 2 4 0,6 0-3 0,0-1 8 16,-4 0 3-16,0 3-4 0,-2-3-9 0,-1 2 10 0,0-1-9 0,-3-1 14 15,0 1-4-15,-3 0-6 0,-1-1-10 0,-1-1 10 0,-2 3-6 16,-2 0 19-16,-1-2-2 0,0 1-7 0,-2 0-7 0,-1 0 4 16,1 1-2-16,-2-1 15 0,-1-1-4 0,-1 0-5 0,0 0-4 0,-1-2 4 15,-1 2-2-15,-3 0 4 0,1 0-1 0,-1 3-2 0,0-1-11 16,-1 1 15-16,1 3-11 0,0-1 21 0,-1-1-1 0,1 2-8 16,-2-1-16-16,-1 2 11 0,0-1-9 0,0 1 20 0,2 0-4 15,0 1-7-15,-1 2-14 0,2 2 10 0,-1-1-6 0,-1 4 18 16,2-1-3-16,-1 2-9 0,2 2-6 0,-2-1 12 0,0 1-8 0,1 0 14 15,0-1-2-15,1-1-7 0,2 2-3 0,-1-1 4 0,1 2-3 16,1 0 8-16,0-2-5 0,1-1-2 0,0 0 0 0,1 0 10 16,1 0-3-16,2 0 10 0,-1-2-3 0,0 0-8 0,4 0-7 0,-1-4 10 15,2-2-8-15,-2 2 10 0,2-3-6 0,-1 4-8 0,2-2-4 16,1-2 7-16,0 3-2 0,1-3 10 0,-1-2-2 0,2 2-5 16,-1-3-19-16,0 0 9 0,0-3-11 0,2 2 3 0,-2 0-11 0,0-1-10 15,-1-3-29-15,2-3 5 0,-2-1-6 0,-1 2 8 0,-2 1 0 16,0 0-4-16,-2 0-4 0,-2 0 4 0,-1 0-2 0,-1 1 13 15,1 2 7-15,-2 1 3 0,0 1 1 0,0 0 16 0,-3 2-9 16,2 2 29-16,0 0 1 0,-1 0-9 0,1 0 3 0,-3 2 9 16,1 1-7-16,0 1 14 0,0-1 7 0,0 1 5 0,1 0 5 15,-1 1 15-15,1 2-8 0,1-2 33 0,0 4-1 0,1 0-5 0,0-2-14 16,0 2 17-16,0-1-17 0,1-2 16 0,-1 2-11 0,1-2-10 16,1 2-25-16,0-3 9 0,1 0-11 0,-1-1 11 0,0 0-7 15,1-1-9-15,0-2-3 0,0-1 3 0,0-1-2 0,0-1 6 16,-1 2 2-16,1 0-2 0,0 0-4 0,0-1 10 0,1 0-8 15,0-2 14-15,2 1-5 0,1-1-6 0,0-6-12 0,1 0 6 0,0-1-4 16,0 1 18-16,1-1-4 0,0 2-5 0,-5-2-11 0,0 0 6 16,-1 2-6-16,1 0 9 0,3 1-2 0,0 3-5 0,0-1-6 15,-3 3 7-15,-1 0-4 0,0 0 13 0,0 2-1 0,1 0-7 0,-3 2 4 16,1 0 0-16,-2 0 0 0,-1-1 3 0,1 1-4 0,-3 2 0 16,3-1-11-16,-2 1 4 0,1-1-2 0,1 0 9 0,0 0 0 15,0-2-4-15,3 1-9 0,-2 0 8 0,2 2-6 0,-1-2 13 16,1-1-3-16,-1-1-6 0,0 2 1 0,1 0 2 0,1 0 0 15,-3-2 1-15,1 0 2 0,0 0-1 0,3 1 0 0,-1-1-5 16,-1 1 1-16,2 0-7 0,1-1 2 0,-1 2 3 0,1-2-2 0,-1 0 6 16,0 0-3-16,1 0 3 0,-1-2 1 0,3 2-3 0,0 0-11 15,1 0 14-15,0 0-11 0,-1 0 15 0,0 2-2 0,-1-2-8 0,0 1-1 16,1-1 3-16,-1 2-3 0,0 0 4 0,0-1 3 0,-2 2-4 16,1-2-8-16,-2 0 10 0,0 0-8 0,-1 1 15 0,0-2-2 15,0 1-5-15,-1 0-5 0,-1-1 1 0,0 0 0 0,1 2 7 16,1-2-1-16,-1 0-2 0,0 1-5 0,0-1 2 0,1 0-2 0,-1 0 8 15,0 0-2-15,0 0-1 0,1 0-10 0,-1 0 7 0,0 0-5 16,0 0 12-16,-1 0-5 0,2 1-4 0,-1-1-26 0,-1 0 7 16,1-1-10-16,1 0-3 0,0-1-11 0,0-2-14 0,3 1-57 15,1-1-16-15,-1-1-6 0,1-3-65 0,1 2-40 0,0-1-29 16,1-1-172-16,1 1 248 0</inkml:trace>
  <inkml:trace contextRef="#ctx0" brushRef="#br0" timeOffset="109788.21">29003 1906 599 0,'1'-9'199'0,"2"2"35"0,-2-1 8 0,1 2-76 0,1 1 18 0,0 2-42 0,-1 3-46 0,1 0-25 0,-1 3 6 0,2 2-14 0,1 0 28 0,-1 2-8 0,1 2-8 0,2 4-34 0,-2 1 22 0,-3-1-34 0,0 4 18 0,-1-1-11 0,0-2-17 0,5 4-14 16,4-3 6-16,1 0-9 0,6-2 4 0,-1-4 1 0,-3 0-4 0,5 0-8 0,-3 0 12 0,2-2-11 0,1 0 14 0,-4-1-1 0,1-1-7 15,0-1-10-15,-2 0 12 0,-1-4-13 0,1 1 14 16,-3-1-3-16,-1-1-6 0,2-3-10 0,-1 0 6 0,-1-1-5 15,1-1 9-15,-3 0 0 0,1-1-2 0,-1-1-7 0,-2 2 7 16,2-2-4-16,-3 0 12 0,1-1 1 0,-1 2-3 0,-1-2-6 0,-2-1 5 16,-1 2-5-16,0 0 8 0,-2 4-2 0,-2-1-6 0,0 3 1 15,-3 2-2-15,0 0 3 0,-1 0 3 0,0 5-3 0,-1 1 0 16,-1 2-1-16,0 1 3 0,0 1 0 0,2-1 6 0,2-1 0 16,0-1-2-16,1 1-2 0,2 0 16 0,1 1-10 0,2 0 23 0,0 1-4 15,2 0-12-15,1-1-2 0,2 0 2 0,1 0-3 16,0 0 0-16,3 0-1 0,0 1-1 0,2-2-10 0,1 0 3 0,0-3-4 15,-1 1-10-15,2-5-3 0,0 1-11 0,-1-1-19 0,3 1 4 0,1 2-9 16,1-1-22-16,1-2-12 0,0-1-15 0,1 0-112 0,2 1-74 16,-9 1-17-16,4 0-26 0</inkml:trace>
  <inkml:trace contextRef="#ctx0" brushRef="#br0" timeOffset="110969.99">31868 1910 711 0,'-5'-4'-122'0,"1"3"315"0,-1-1-21 0,1-1-20 0,-1 0-64 0,1 3 25 16,-2-1-49-16,1-1 18 0,-2 0-12 0,2 1-21 0,0 1-24 0,0-1 13 0,0 1-20 0,0 0 21 0,1 1-7 0,-1 0-11 0,0 2-12 0,-1-1 15 0,0 1-15 0,-1 3 17 0,1 0-5 0,-2 1-9 0,0 2-6 0,1 1 14 0,0 1-12 0,-1 1 25 0,1 1-11 0,0 3-10 16,1-1-4-16,0-1-1 0,0 0 0 0,2-4 4 15,0 1-4-15,2-4-2 0,1 1 3 0,1-2 0 0,2 1 1 16,1-1 3-16,0-1-7 0,1 0-1 0,0-1-8 0,-1 1 4 15,1-3-1-15,0 0 11 0,-1 0-1 0,2-2-4 0,0-2-10 16,0 0 6-16,1 0-3 0,0 0 15 0,0-3 0 0,0 2-7 0,-1-2-13 16,1 0 15-16,-1 0-14 0,0 0 16 0,-2-2-1 0,1 1-7 15,-1-1-7-15,-1 1 10 0,-1-2-6 0,2-1 21 0,-2 0-1 0,0-2-2 16,-1-1-10-16,0 1 9 0,1-1-7 0,-1 2 13 0,0 1-5 16,0 1-8-16,1 2-6 0,-1 2 7 0,0 0-5 0,0 2 7 15,0 1 6-15,-1-1-4 0,1 2-14 0,0 0 19 0,-1 0-19 16,1 0 27-16,-1 2-1 0,0 0-6 0,-2 2 0 0,2 0 7 15,-1 1-6-15,0 0 6 0,0 1-2 0,-1 1-6 0,2 1-10 16,0-1 4-16,0 1-5 0,1 0 4 0,0 1-3 0,0 0-3 0,1-1-6 16,0 1 2-16,0-3-2 0,2 0 5 0,0-1-1 0,-1-1-4 15,1 2-3-15,1 1-2 0,-2-2-1 0,3 3-24 0,-1-2-6 16,1 0-9-16,0 1-39 0,2 0-18 0,2-1-3 0,-1-1-91 16,1 1-25-16,0-3-26 0,0 2-224 0,1-1 286 0</inkml:trace>
  <inkml:trace contextRef="#ctx1" brushRef="#br0" timeOffset="5147.64">33724 5551 0,'0'0'0,"0"0"0,0 0 0,0 0 16,0 0-1,0 0-15,0 0 16,0 0 0,0 0-16</inkml:trace>
  <inkml:trace contextRef="#ctx1" brushRef="#br0" timeOffset="6020.08">33827 5576 0,'0'0'0,"0"0"0,0 0 16,0 0-1,0 0-15,0 0 16,0 0-16,0 0 16,0 0-1,0 0 1,0 0-16,0 0 15,0 0-15,0 0 16,0 0-16,0 0 16,0 0-1,0 0-15,0 0 16,0 0 0,0 0-16,0 0 15,0 0 1,0 0-16,0 0 15,0 0-15,0 0 16,0 0 0,0 0-16,0 0 15,0 0 1,0 0-16,0 0 16,0 0-1,0 0-15,0 0 16</inkml:trace>
  <inkml:trace contextRef="#ctx0" brushRef="#br0" timeOffset="113770.41">32046 2045 217 0,'0'0'151'0,"-1"0"-25"0,1 0 91 0,0 0-47 0,-1 0 6 0,1-2-62 0,-1 1-3 0,1-1-13 0,2-1-19 0,1 0-16 0,1 0 10 0,2-1-12 0,-2 0 5 0,2-1-12 0,-3 0-9 0,2 0-21 0,-1-1 1 0,-1 1-2 0,4-1 8 0,-2 1-3 0,-1-2-1 0,0 4-11 0,-1-3 10 0,-2 0-9 15,0 2 16-15,1 0-4 0,2 0-3 0,-2 2-2 0,-3-2 3 16,0 2-1-16,1-2 5 0,-1 0-1 0,0 1-7 0,-1-1-10 0,0 1 10 15,-1 0-10-15,2-1 12 0,-2 0-8 0,1 1-9 0,-1-1-12 16,1 0 9-16,-4 0-7 0,3 1 14 0,0-2-3 0,-1 3-6 16,2-1-8-16,-3 2 8 0,1 0-6 0,-3-1 13 0,0 1-2 15,0 1-8-15,1 0 1 0,1 1 2 0,-3 2-1 0,0-1 2 16,1 1 0-16,-6 2-2 0,2-2-5 0,-2 2 5 0,-1-1-4 0,2 2 13 16,2-1-3-16,-1 2-3 0,1-1-8 0,1 0 6 0,0 2-4 15,3 0 11-15,0 1 0 0,2 0-3 0,-2 3-6 0,4 3 8 16,-1-3-7-16,1 2 11 0,2-3-4 0,0-1-5 0,1 1-1 15,3 0 2-15,-2-1-1 0,1 1 5 0,1-2-2 0,0 0-3 0,1 2-4 16,0-5 5-16,2 2-3 0,1-3 10 0,1 0-2 0,-1 0-5 16,0-1-4-16,3 0 6 0,-1-3-4 0,3 2 11 0,-1-5-2 15,-1 1-2-15,-1-2-9 0,-1 0 5 0,-2-1-5 0,1 1 4 16,-2 1-1-16,2-2-2 0,1 3-7 0,-3-3 8 0,-1 0-6 0,0 1 9 16,-3-1-1-16,1 1-7 0,0 1-13 0,0-1 0 0,-1-1-5 15,-2 1-5-15,0-1-1 0,0 2 0 0,-1 0-22 0,1 0 3 16,0 1-7-16,-2-2-12 0,2 2-8 0,0 1-9 0,0 0-40 15,0 0-5-15,0 0-7 0,-2 0-55 0,2 0-14 0,0 0-22 0,-1 0-119 16,3 0 198-16</inkml:trace>
  <inkml:trace contextRef="#ctx0" brushRef="#br0" timeOffset="114679.89">32113 1895 596 0,'-3'-7'671'0,"3"7"-544"0,-2-2 32 0,2 1-21 0,-3 1-49 0,-2-2-18 16,4 1-17-16,-2 0-25 0,1 0 8 0,-3-1-10 0,-1 1 2 0,0 1-6 0,0 0-11 0,0 1-14 0,-4 1 6 0,5-2-6 0,-4 2 19 0,1 2-5 0,3-2-3 0,-5 2-6 0,2 1 5 0,1-1-2 0,-2 1 5 0,3 2 2 0,-1-1-2 0,3 1-18 0,0-2 18 15,4-1-17-15,2 2 20 0,-1-2 0 0,0 1-8 0,0 0-13 16,2 0 17-16,-3-2-14 0,7 2 18 0,-5-3-5 0,2 2-9 0,-2-1-2 16,1-1 14-16,3 0-7 0,-1-1 20 0,0 0-2 15,1 0-11-15,-3 1-7 0,1-2 16 0,2 0-13 0,-4 0 20 16,3 0-2-16,-4 0-7 0,2 0-15 0,-2 0 10 0,2 0-12 0,-1 1 8 16,-1 0-2-16,3 1-4 0,-1 3-5 0,-1 0 5 0,0 3-3 15,0 1 12-15,-2-1-2 0,4 1-4 0,-2 0-2 0,-2 2 4 16,2-1-5-16,-2 3 5 0,1-1-3 0,3 0-2 0,0 3-3 15,1 1 0-15,-1 2 0 0,2 2 6 0,0-1-4 0,0 1-2 0,1-3-4 16,-3 4 3-16,1-2-1 0,-1 3 7 0,1-3-1 0,1-2-3 0,-1 3-9 16,0-1 7-16,-3-3-8 0,-2-2 17 0,-1-5 2 15,-3 1 2-15,-2-2-4 0,-1-1 2 0,-1 1-2 0,-3-1 14 0,-1-2-1 16,1 1 1-16,-2-1-8 0,3 0 3 0,-1-3-4 0,-2 1 0 16,3-1-3-16,-2-2-4 0,-1 1-7 0,-6-5 7 0,1-1-6 15,0-1 6-15,4-2-4 0,1 0-5 0,1 1-4 0,2-4 2 16,0 1-1-16,2-1 5 0,1-1-2 0,4 2-5 0,0 0-7 15,0-1 3-15,3 1-2 0,0 1 3 0,1 0-2 0,3 1-2 0,-1 1-5 16,2-1 6-16,0 0-2 0,2 2 16 0,1 0 2 0,2-2-3 16,0 2-7-16,0-2 9 0,0 0-7 0,3-1 11 0,-1 0-3 15,0 2-5-15,4-2-6 0,-5 0 5 0,2 0-3 0,0 0 12 16,-2 0-1-16,3 0-4 0,0-4-11 0,1-2 10 0,0-1-7 16,-1-2 18-16,0 3-2 0,-2-2-6 0,0 1-7 0,2 0 7 0,-2-2-6 15,2-1 10-15,-3 0-4 0,-1 0-4 0,0 0-1 0,-1 1 7 16,-2 0-2-16,1 0 14 0,-3 0-4 0,0 1-6 0,-2 1-9 15,1-1 7-15,-4 4-5 0,0 2 8 0,0 2 1 0,-3 2-5 0,2 2-7 16,-1 3 10-16,0 0-8 0,-2 1 7 0,1 2 0 0,-3 4-8 16,0 6-7-16,-2 2 10 0,1-1-6 0,-2 5 12 0,0 0-1 15,2-1-6-15,1 1-1 0,1 1 1 0,2-2 0 0,2 2 5 16,1-2-2-16,1 0 1 0,3 4-4 0,2-4 0 0,2 1 1 0,1-4 8 16,0-1-1-16,1 0-3 0,2 0-11 0,2-1 11 0,-1 1-9 15,2-1 14-15,-2-2-1 0,2 3-7 0,0-5-2 0,2 2 2 16,-2-4-2-16,0-1 3 0,-4-4 0 0,1 0-1 0,-1-1-4 15,-1-3 4-15,2 0-4 0,-3-3 2 0,0 0-4 0,0 1-4 16,0-2-19-16,0-2 2 0,0 1-4 0,1-1-8 0,-1 2-11 16,0 0-10-16,-4 1-61 0,0-1-27 0,-1 3-11 0,1 0-212 15,0 1-32-15,4 0-69 0</inkml:trace>
  <inkml:trace contextRef="#ctx0" brushRef="#br0" timeOffset="118001.97">24020 2125 317 0,'0'-9'29'0,"0"0"26"0,0 7-26 0,0-1-4 0,0 1 2 0,2 0-4 0,1 1-1 0,4-1 1 0,2-2-1 0,3 2 6 0,2-3-5 0,2 2 7 0,-1 0-5 0,1-1-1 0,-4 2-6 0,0-1 1 15,-1-1 0-15,4 2 5 0,8 2-2 0,1-2-5 0,1 0-19 0,0 2 25 0,-2-2-23 0,0 2 22 0,1 0-5 16,-2 0-13-16,2 0-3 0,0 0 7 0,2 3-1 0,2-2 15 0,0 1 0 15,4-1-7-15,3 1-17 0,-3 1 25 0,-1-2-23 0,-7 1 25 16,-8-4-3-16,4 2-8 0,0-1-2 0,-3-3 11 0,1 3-5 16,-7-2 28-16,-4-1-4 0,-1 3-8 0,-3-3 1 0,-2 1 16 15,-1-1-12-15,0 0 7 0,-2-1-8 0,-1 1-10 0,-4-3-9 0,-4-1 0 16,-3 0-2-16,-5 1-8 0,-2 2 1 0,-2-1-5 0,2 3-1 16,0-1 14-16,-6 1-14 0,-5 1 10 0,-6 0 2 0,0-1-1 0,1 2-20 15,2 0 10-15,1 1-11 0,-3 0 17 0,1 1-1 16,-2 0-7-16,-4 3-10 0,-3-3 15 0,8 4-13 0,1-1 14 15,1 0-1-15,2 1-7 0,-5 0-2 0,3 1 3 0,6 1-3 0,2 0 0 16,4-2 4-16,-1 1-3 0,3-1-7 0,0 0 15 0,3 1-13 16,2-1 12-16,1-4 2 0,1 1-6 0,3-2-8 0,2 2 6 15,4-1-6-15,0 0 12 0,4 1 1 0,-1-2-2 0,1 0 1 0,3 0 5 16,-1-2-5-16,5 1-1 0,3 0-1 0,1-3-2 0,5 3-3 16,2-3 7-16,2-1-6 0,4 2 3 0,-1-2 2 0,2 2-5 15,5 0-14-15,1 0 18 0,4 2-16 0,2-1 21 0,3 2 1 16,1 0-6-16,-2 0-6 0,1 2 1 0,-3-2-3 0,2 0 3 15,0 1 1-15,-3-1-3 0,-3 1-11 0,-4-1 19 0,-5 0-14 16,-1 0 20-16,-5-1-6 0,-5 0-12 0,-1-1 0 0,-4 2 6 0,-4-2 0 16,-1-1 16-16,-2 0 5 0,0 1-2 0,-1-3-13 0,-2 1 11 15,-3-1-13-15,1 1 9 0,-3-1-2 0,-2 1-6 0,-1-1-6 16,-2 1 6-16,0 1-5 0,-3-1 4 0,0 2 4 0,-1 1-7 0,-1 1-4 16,0 0 8-16,1 1-9 0,-4 2 2 0,2 1 4 0,0 1 0 15,0 4-4-15,1 2-2 0,1 4-8 0,-1-3-56 0,5 2-8 16,3 0-21-16,2 3-59 0,7 4-23 0,1 2-8 0,10 0-157 15,11 1 202-15,9 2-19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25:19.64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19133 6049 519 0,'-4'-2'161'0,"2"-1"207"0,1 1-209 16,-1-2-43-16,0 2-14 0,1 1-17 0,1 0-14 0,0 1-25 0,0 0-36 0,0 0 24 0,1 2-32 0,2 0 54 0,1 5 3 0,1 0-2 0,0 2-11 0,-1 0 18 0,0 0-25 0,3 0 25 0,0-4-7 0,2 2-13 0,2 1-12 0,-1 1 9 0,2 3-17 0,2-1-1 15,-4-1 3-15,3 3-8 0,0-3-9 0,1 3 13 0,2 0-19 16,-1 0 12-16,-1 0-3 0,1-3-8 0,3 0-4 0,0-1 4 16,-1 3-5-16,2-3 7 0,-4 1-2 0,-1-2-4 15,-1-2 0-15,0-2-8 0,-3 1 5 0,-2-1-29 0,-3 1-1 16,1-3-2-16,-2 1-37 0,1 0-11 0,-2-1-8 0,2 1-69 15,-1-3-28-15,1 0-22 0,2 0-83 0,-2-4-94 0,4-1 12 0</inkml:trace>
  <inkml:trace contextRef="#ctx0" brushRef="#br0" timeOffset="231.2">19633 5930 1597 0,'-3'13'-197'0,"0"-5"447"0,-1 3-35 16,1 1-48-16,0 7-64 0,-3-1 21 0,6 4-52 0,0 5 3 16,0-4-18-16,1 7-23 0,-4 4-23 0,-3-8 17 0,-1 3-19 15,2-3 26-15,-2-5-10 0,3 1-12 0,-4 3-12 0,2 0 7 16,-1 2-8-16,2 1 8 0,0-3 1 0,0-3-6 0,1 0-4 16,2-2 5-16,0 0-6 0,1 3-1 0,-1-2-11 15,1 1-9-15,1 0-52 0,0-3-23 0,4 2 5 0,0 3-150 16,2 0-129-16,2 1-40 0</inkml:trace>
  <inkml:trace contextRef="#ctx0" brushRef="#br0" timeOffset="4931.18">22967 8591 256 0,'-21'-11'43'0,"10"7"601"0,1 4-301 0,2 0 3 0,0 7-327 0,0-2 9 0,0 3 1 0,0-1 28 0,-2 0-3 0,1-1-4 0,-1 1-23 0,1 2 3 0,-1-2-9 0,1 2 0 16,1 0-8-16,-1 1-7 0,3 1-17 0,-2-2 12 0,0 3-10 0,1 2 19 0,2 1 4 0,-2 1-5 0,1 5 2 0,-1 2 4 0,0 1-2 0,0 2 27 0,-3-2-1 0,1 2 7 0,0 3-34 0,-2 4 6 0,-1 2-12 0,0-3 6 0,-3-1-1 15,3-2-8-15,-1-2-2 0,-1-1 0 0,2-3-1 0,-2-3 0 16,9-2 0-16,-1-1 1 0,3-1-15 0,-1 1-12 0,-5-3 2 16,3 1-7-16,-1-4 7 0,2-1 15 0,1-2-41 0,0-2-9 15,3-1-10-15,1-1-59 0,0-3-6 0,3 0-14 0,1-2-63 0,1-4-25 16,4-3-17-16,1-2 45 0</inkml:trace>
  <inkml:trace contextRef="#ctx0" brushRef="#br0" timeOffset="5266.83">22579 8702 866 0,'-7'0'202'0,"3"2"-171"0,-5 1 49 0,-1 1-65 16,5 0-4-16,-2 2 2 0,4-2 24 0,3 2 5 15,0-2 9-15,1 1-4 0,0 0 11 0,0 1-12 0,3 0-1 0,0 0-4 16,2 2-7-16,-1 2-23 0,1 2 25 0,1 1-20 0,0-2 46 0,0 2-7 16,1-2-10-16,-3 5-2 0,-1-2 11 0,3 3-6 15,-1 0 15-15,6 1-13 0,3-1-12 0,-2 4-22 0,6-4 5 0,-2 3-7 16,-2-4 1-16,-1-2-4 0,0 0-7 0,-2 1-15 0,3 1 14 16,-2-2-10-16,-2-1 18 0,2 0-2 0,-2 0-9 0,2 3-29 15,0 1 10-15,0 0-12 0,-2-5 34 0,1 2-2 0,-2-1 1 16,0 1-33-16,-1 2 2 0,0 0-9 0,-1 2 21 0,0-5 8 15,-2-1 8-15,2-1-50 0,1 1-9 0,0 0-16 0,1 3-100 0,0-5-38 16,2 0-43-16,-1-1-96 0,2 0 192 0</inkml:trace>
  <inkml:trace contextRef="#ctx0" brushRef="#br0" timeOffset="5535.22">23386 9140 1477 0,'-10'-3'400'0,"-1"4"-240"0,1 5-156 0,1 4-14 0,0 4 5 15,1 1 3-15,0 2 1 0,1 2-1 0,0 2 3 0,0 0-3 16,0 1 2-16,1 2 5 0,4 3 0 0,0 4-46 0,1 4-14 0,1 4-20 16,1 0-138-16,2 2 42 0,2 0-21 0,0-2-104 0,1-2 215 15</inkml:trace>
  <inkml:trace contextRef="#ctx0" brushRef="#br0" timeOffset="6563.08">23093 11800 632 0,'-9'-10'195'0,"0"0"285"0,-4 3-398 0,2 1-75 0,-6 3-16 0,2-1 34 0,4 2 10 0,-1 1-1 0,-1-2 21 0,2 2 2 0,0-1-3 0,1 2-23 0,3-1-4 0,1 1-6 0,2 0-19 0,2 1 5 0,-1 1-7 15,2-1-2-15,0 0 2 0,1 1-6 0,0 1-5 0,2 3 18 0,1-1-14 0,-1 0 23 0,0 2 1 0,0 4-3 0,-1 2 2 0,2 3 2 0,-2 2-3 0,-1 5-1 0,0 0-1 0,0 1-5 0,-3 2-10 0,0-2 11 0,-1 2-9 0,-2 1 19 0,0 1-7 0,-1 2-8 0,-2-1-4 16,-2-2 14-16,2-2-7 0,0-2 33 0,2 1-10 0,-1-1-13 0,0 5-17 15,0 2 6-15,1 2-6 0,1-3 10 0,0-4 2 0,1-3 3 16,3 1-15-16,-1-2 7 0,-1-2-8 0,2 1 5 0,-1-2-5 16,1 1-6-16,-1 2-34 0,0-3-38 0,1 0 17 0,-3-3-12 0,2-1 7 15,1-5 39-15,-1-1-129 0,1-3-4 0,0 1-30 0,0-4-42 16,-1 0-17-16,0 1-20 0</inkml:trace>
  <inkml:trace contextRef="#ctx0" brushRef="#br0" timeOffset="6838.89">22558 11777 1399 0,'-6'-6'46'0,"1"1"-40"0,3 2 23 0,1 2-26 15,1 1 19-15,2 0 0 0,3 1-13 0,0 0 18 0,2 2 24 0,2 1-15 16,2 1 10-16,2 2-11 0,-5 5-20 0,1 2-10 0,3 3-2 15,1 4 1-15,8 6 2 0,0 3-2 0,-1-2-2 0,3 5 8 16,-3-6 11-16,1 0-2 0,2 0 28 0,-3-4-12 0,0 1-9 16,3-2-11-16,-2 2 5 0,-1-2-2 0,0 0 7 0,-1-3-8 15,0 0-10-15,2-1-6 0,-4-1-1 0,-2 2-3 0,-1-1-35 0,-4-1 11 16,0-2-9-16,-2-1 12 0,0-2-8 0,-2-1-3 16,-1 1-57-16,-2-1-5 0,0 1-5 0,-3-3-41 0,2 0-26 0,-3-2 4 15,0-5-90-15,-2-1-23 0,1 1-20 0</inkml:trace>
  <inkml:trace contextRef="#ctx0" brushRef="#br0" timeOffset="7216.74">23049 12256 673 0,'6'-7'97'0,"0"1"109"15,2 1-102-15,-2-1-14 0,2 0-22 16,2 1 1-16,-4-1 1 0,-1 0-2 0,4 0-7 0,-2-1-7 0,9 0-11 0,3 1-33 16,-1-1 21-16,1 4-24 0,-1-2 15 0,-3 2-4 0,-1-1-8 0,1 2-7 15,-2-1 13-15,0 0-8 0,-2 2 22 0,-2 0-4 16,1 1-10-16,-1 0-3 0,-1 2 7 0,-1 1-4 0,-3 0 10 0,-1 2-4 16,0-1-1-16,-3 1-11 0,0 1 9 0,-3 2-5 0,-1 2 19 15,-3-1-5-15,-1 2-6 0,-1 2 0 0,-2 1 6 0,0 0-4 16,0 1 7-16,-1-1 0 0,1-2-1 0,0 2 4 0,1 2 3 0,1-2-2 15,2-1-4-15,3-2-5 0,0-1-8 0,3 2-5 0,1 0 8 16,1-5-5-16,3 0 13 0,0-5-6 0,3 2-8 0,2-1-17 16,-1-2 10-16,0 3-9 0,-2 0 8 0,2-1 3 0,1 1-5 0,1-2-7 15,1 0 7-15,1-1-6 0,-2-1 6 0,0 0-1 16,0-1-4-16,1 0-15 0,0 1 1 0,1 0-6 0,1-1-10 0,2 1-6 16,-1-2-7-16,1 0-41 0,0-1-5 0,-1 1-12 0,2-6-90 15,2 4-67-15,2-2-60 0</inkml:trace>
  <inkml:trace contextRef="#ctx0" brushRef="#br0" timeOffset="14280.46">20961 12968 256 0,'13'-58'9'0,"-4"29"129"0,-2 2-60 0,1 0 1 0,-1-3-102 0,0 2 23 0,-1 0-24 0,1-3 37 0,-3 2-7 0,-2 1-7 0,2 0 12 0,-2-2-8 0,0-2 13 0,2-5-9 0,-3-3 3 0,0-6 1 0,0-2-19 16,0-4 37-16,-1-1-28 0,0 4 57 0,-1-1-8 0,-1 3-14 0,0-1-13 0,-3-5 20 0,1-6-12 0,-2-4 36 0,2 0-4 0,-2 0-11 0,-1 1-32 0,2 3 20 0,-3-1-24 15,2-4 12-15,0-2-7 0,4-2-9 0,1-3 0 0,1 4-3 16,0 6 12-16,1-1 3 0,3 5 2 0,-1-3-20 0,0-8-1 0,1-1 2 16,-2-4-3-16,0 7 2 0,0 4-6 0,0-2 1 0,-2-3-1 15,0-3-1-15,0-3 3 0,-2 0 4 0,1 9 0 0,-1 1-4 16,0 3-1-16,-2-4 6 0,0-5-7 0,-2-2 3 0,1 2 5 16,-2 5 2-16,0 3-12 0,-1 0 12 0,1 2-12 0,-4-2 21 0,2-2-3 15,0-3-6-15,-2-2-17 0,0 4 10 0,0 5-9 0,0 3 20 16,0 3-6-16,1-3-6 0,0-7-16 0,-1-1 14 0,-1 3-10 15,-2 0 19-15,1 12-2 0,-4 4-9 0,0-1-8 0,-7 0 12 16,0-4-8-16,-1-3 10 0,-2 3-2 0,2 2-9 0,6 3 3 0,-4 4 0 16,-4 2 3-16,-1 6 0 0,-6 4 1 0,1 0-2 0,2 4-10 15,-2 2 17-15,2-2-14 0,-3 4 16 0,2 1-1 0,-2 0-5 0,-4 1 0 16,-3-2-4-16,0 0 3 0,3 4 2 0,4 0 0 0,3 2-1 16,-2 2-15-16,-3-4 17 0,0 3-14 0,1 3 20 0,2 1-6 15,-1-1-10-15,-2 1-5 0,0 2 10 0,-4-1-4 0,-1 3 17 16,1 2 0-16,2-2-10 0,1 5-16 0,-3 1 25 0,1 0-22 15,-4 5 24-15,4 1-1 0,0 2-10 0,-3 5-1 0,1 1 0 16,-3 5 0-16,-1 5 4 0,0 2-1 0,4 2-3 0,0 4-6 16,1 1 8-16,2 2-7 0,-1-1 10 0,5-2-1 0,2 4-5 0,2 4 0 15,3 3 5-15,2 4-4 0,1 2 7 0,6 1 3 0,-3 4-3 0,0 1-6 16,4 0 14-16,-2-1-14 0,1 2 9 0,4 1-3 16,0 5-6-16,-1 10 7 0,12 2-9 0,-2 4 7 0,0-2-1 15,2 0-1-15,-7 2 5 0,-1 11-18 0,-1 2 1 0,-2-1 7 0,2-3 17 16,0-3-2-16,0 3-10 0,2 9-2 0,-1-2-1 0,1-3 2 15,0 0 3-15,1 0 0 0,1 2-1 0,2 6-18 0,1-1 20 16,1-2-16-16,3 4 25 0,1-1-3 0,1 0-13 0,3 0 21 16,1-4-8-16,1-3 11 0,2 5-7 0,2-5-3 0,-1-6 1 0,3 5-15 15,2-6 14-15,0 0-11 0,3-3 24 0,1-7-11 0,2-4-7 16,-1 0-18-16,-3-1 9 0,-2-1-5 0,2-1 28 0,4-9 6 16,5-7 1-16,3-3-17 0,-3-9 9 0,0 1-14 0,-3-4 6 15,-1 1-4-15,1 3-3 0,-1 5-1 0,2 3-1 0,0-3 3 0,1-4 14 16,0-6 1-16,-1-1 3 0,2-2-24 0,2-1 11 0,1 0-14 15,3-5 10-15,-6-5 1 0,0-2-2 0,4-3-8 0,1-1 5 16,5-1-5-16,1-4 15 0,-3-2-5 0,1-4-3 0,6-1-8 16,0-4 1-16,5-1-1 0,1-4 8 0,1-1-5 0,-6-1-3 0,6-1-8 15,0-1 7-15,-1-1-3 0,6 1 10 0,-7 0 0 0,-3 0-4 16,5 1-16-16,1-1 14 0,0 2-13 0,0-1 20 0,-6 2-4 16,0-1-7-16,1 0-6 0,-3-2 11 0,3 0-8 0,-4-2 6 15,-3 0 0-15,1 2-11 0,0-1-12 0,1-2 9 0,-4 3-12 0,1-1-3 16,-3 2-2-16,-2 1-8 0,-5-5 25 0,-1 1-6 0,0 0 9 15,-3-2-28-15,3 1-1 0,-5-2-7 0,-2-3-11 0,-3-1 6 16,-2 1-7-16,-2-1-5 0,-2 2-15 0,-2-1-10 0,1-1-59 16,0-2-42-16,3-2 13 0,2-4 53 0</inkml:trace>
  <inkml:trace contextRef="#ctx0" brushRef="#br0" timeOffset="16994.9">15390 9902 297 0,'-5'-11'46'0,"1"2"36"0,2 2-15 0,1 2 14 0,-1 1-16 0,2 2-1 0,0 2-11 0,0 0-21 0,2 0-15 0,0-2 6 0,2 1-7 0,2-1 9 0,2 1-5 0,1 0-5 0,3-1-5 0,3 2 9 0,1-1-7 0,4 0 11 0,-1 0-2 15,1-2-2-15,3 2 10 0,3-1 9 0,1 1-2 0,1-1 22 0,0-2-6 0,-5 1-8 0,4-3-5 0,3 2 7 0,2-2-8 0,8 0-2 0,-2 0-10 0,0-2-6 0,5 2-17 0,0 0 9 0,4-1-5 0,1-1 16 16,-2 3-4-16,1 0-11 0,1-2-16 0,-1-1 15 0,0 0-13 0,0-2 20 0,1 0-4 16,-2-1-10-16,3-1-6 0,-1-1 6 0,1 0-3 0,1-2 17 0,-4-1-4 15,0-2-5-15,1 0-17 0,-2-2 14 0,2-2-11 0,-3-2 23 16,-4-2-1-16,0 2-7 0,-1-2-5 0,1 1 1 0,0-2-2 0,-2-3 5 15,-10-2 3-15,0 0 1 0,1-2-3 0,1 1 4 0,4 1-5 16,-6-2 3-16,-5 2-2 0,-3-4-3 0,-1-3 3 0,-3-6 4 16,-3 0 0-16,-3 0 16 0,-4 1-3 0,-3 0-4 0,-3-1-11 0,-2 2 13 15,-4 0-11-15,-3 2 12 0,-1 0-8 0,-2 1-11 0,-4-9-14 16,-1 0 13-16,2-1-9 0,-4-1 23 0,1 4-6 0,-1 1-8 16,-6 1-9-16,-2 3 7 0,-5 3-3 0,0-3 7 0,5 1-1 15,1-3-5-15,-3 0-1 0,-1 1 0 0,-5 2 0 0,-3 6 2 0,1-1 1 16,-2 4 0-16,-3 4-18 0,-6 4 21 0,-3 4-18 0,-4 2 27 15,0 1-4-15,0 2-9 0,1-2-3 0,2 2-5 0,-1 1 4 16,3 2 3-16,-3 6-1 0,-2 2 3 0,-8 2-13 0,-1 0 9 16,-2 4-6-16,-6 1 13 0,2 5-2 0,-10 2-1 0,-91 21-7 15,165-31 11-15,-163 40-10 0,86-15 8 0,-6 6 1 0,-5 8-9 16,0 4 11-16,3 4-12 0,8 6 9 0,7 1-2 0,-3 2-3 16,-1 2 4-16,2-1-7 0,5 3 7 0,7 4 3 0,9 8-4 15,4 2 6-15,1 2-16 0,2-3 10 0,4-3-8 0,2-1 14 16,7 1 2-16,10 3-3 0,18-54-6 0,-72 315-4 15,74-268 5-15,7 9-13 0,5-2 17 0,3-4-15 16,3-5 26-16,3-9-12 0,7-3-7 0,1 3-1 0,3 0 4 16,2-2 3-16,3-2 10 0,5-9 1 0,5-1-6 0,4-2-11 15,1-6 17-15,0-1-14 0,4-5 21 0,3-3-7 0,0-2-8 0,0-1-6 16,4-4 7-16,0-1-3 0,2-2 13 0,1-4-3 0,0-2-6 16,4-4-6-16,3-3 4 0,1-2-5 0,1-4 3 0,-1-2 1 15,-1-1 1-15,7 1-19 0,0 0-6 0,1 1-5 0,5 0-35 16,-4 2-15-16,2-1-13 0,2 3-86 0,1 2-18 0,-1 3-21 15,4 5 44-15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25:59.95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3947 7274 256 0,'-1'-3'-9'0,"1"1"-99"0,-1 0 68 0,1 2 11 0,0-2 59 0,0 2 20 0,0 0-17 0,0 0 27 0,0 0-4 0,0 0-3 0,0 0-27 0,0 0 9 0,0 0-11 0,0 0 5 15,0 0-6-15,0 0-13 0,0 0-9 0,0 0 20 0,0 0-16 0,0 2 25 0,1 2-1 0,0-3-6 0,0 3-8 0,1 0 15 0,1-2-11 0,-1 5 20 0,1-4-1 16,1 2-12-16,0 3 3 0,0-1 2 0,1 2-6 0,0-2-13 0,0 2-4 16,2-1 0-16,0 1 0 0,1 0-7 0,0 0 7 15,0 0-6-15,0 0 4 0,1-2 1 0,-1 0-13 0,1-1 14 0,0 1-14 16,0-1 10-16,0-1 5 0,-1 1-4 0,0-2-11 0,-3 0 10 15,2-1-12-15,0 2 8 0,0 0 6 0,-1 1-6 0,2-1-9 16,-1 2 17-16,0-3-16 0,-1 1 13 0,-2 0-8 0,-1-2-14 0,2 0-11 16,-3 1-8-16,4 0 4 0,0 2-21 0,2 2 5 0,-1-4 0 0,-1 0-34 15,-3-2 11-15,1-2-19 0,2 3-11 0,1 0-3 16,-3-3-10-16</inkml:trace>
  <inkml:trace contextRef="#ctx0" brushRef="#br0" timeOffset="365.36">4320 7208 33 0,'-10'-1'18'0,"0"-1"27"0,1 0 18 0,4 2-22 0,0 0 6 15,-1 1-6-15,2 2-7 0,-2-2-18 0,3 3 7 0,-1 0-6 0,0 2 13 16,0 2-2-16,-1-2-11 0,0 4-12 0,5 3 16 0,-2 0-15 16,0 4 22-16,-2 2-2 0,-7 1-1 0,0 5-23 15,-1 0 15-15,0 1-13 0,2 2 19 0,2-2-2 0,0 2-13 0,-2 0-24 0,1-4 28 16,2 1-26-16,-2-2 25 0,2 0-4 0,1 0-10 0,1-2 0 15,-1 2 3-15,1-3-2 0,0-2 7 0,0 0 0 0,2-1-5 16,0 3-13-16,-1 0 9 0,1 1-12 0,1 0-7 0,1 0-9 16,-1-2-13-16,2 0-35 0,0 0-25 0,4-2 7 0,1 2-16 15,3-3 56-15,2 5 18 0</inkml:trace>
  <inkml:trace contextRef="#ctx0" brushRef="#br0" timeOffset="1064.92">5861 7221 274 0,'-10'-7'50'0,"7"3"-1"15,-1 3 38-15,0 0-14 0,4 1-25 0,-1 0-8 0,-1 1-9 0,-1-1-12 0,-2 4-1 0,1 0 2 0,-3 4 20 0,2-1-3 0,-2 3 1 0,-4 3-13 0,4 4 3 0,-6 1-5 0,2 4-6 0,5 1-7 0,-3 2-4 0,0 2-15 0,4 1 11 0,-4 0-7 0,0 1 23 0,1-1-3 16,-4-3-10-16,-3-2-17 0,2 0 19 0,0-3-16 0,1 3 21 0,2-2-3 0,-1-3-9 0,-1 2-14 16,3-5 11-16,-1-1-7 0,1 0 15 0,0-2-5 15,3-1-13-15,-2 2-32 0,0-1 19 0,1-2-21 0,0 3 10 0,2-2-3 16,0 1-12-16,1-3-8 0,-1 0-16 0,2-2 5 0,1-2-62 15,0-1 77-15,2-1-6 0</inkml:trace>
  <inkml:trace contextRef="#ctx0" brushRef="#br0" timeOffset="1401.56">5607 7259 21 0,'-10'-9'43'15,"13"49"246"48,-3-40-3-63,10 51-292 0,-5-43 17 0,0 2 5 0,1 0-1 15,0 0-34-15,-2-1 38 0,3 2-34 0,-3-2 46 0,2 0-10 16,-3 0-17-16,1-2-9 0,1 1 9 0,0 0-4 0,-1 1 33 0,1-2-10 16,-1 1-10-16,2 0-13 0,1-1 5 0,-3 0-5 0,1-1 8 15,-1 0-7-15,1 3-2 0,1 0-13 0,-1-1 9 0,1 0-4 16,0-3 24-16,1 3-7 0,-3-2-8 0,-4 0-29 0,1 1 5 16,-1 0-11-16,7 2-9 0,-1-1-4 0,-2 0-9 0,1-2-22 15,-4 1-18-15,5 0 8 0,-3-2 41 0</inkml:trace>
  <inkml:trace contextRef="#ctx0" brushRef="#br0" timeOffset="1621.41">6026 7595 77 0,'0'-6'29'0,"0"4"3"0,0 2 24 0,0-3-18 0,0 5-20 0,0 0-22 16,0 2 13-16,0 5-12 0,1-1 12 0,0 1-5 16,1-2-6-16,0 1-1 0,4 3-5 0,-1-2 3 0,0 4-28 0,2-1-8 15,0-1-16-15,3 1 11 0,2 2 22 0</inkml:trace>
  <inkml:trace contextRef="#ctx0" brushRef="#br0" timeOffset="3582.65">19376 6833 191 0,'3'-4'-1'0,"-2"-2"-44"0,1 3 74 0,0-1 42 0,-1 2-21 0,2 0 21 0,-2 0-12 0,1-1-15 0,-1 1-11 0,1 0 16 0,0 1-12 0,1-2 10 0,-1 3-11 0,1 0-18 0,2 0-14 0,-1 0 19 0,3 2-14 0,0 2 26 0,1-1-2 0,2 3-6 0,0 3-13 0,1-1 13 0,0 3-10 0,3 3 18 0,-1-1-5 0,3 3-8 0,0 1-31 0,1 0 20 0,1-2-19 0,-2 0 29 0,1-2-8 16,1 1-11-16,-7-1-10 0,1 0 5 0,-1 1-3 0,0-3 16 15,6 2-2-15,1-3-6 0,0 2-26 0,-2 2 18 0,-3-2-19 0,1 5 25 16,-4-4-5-16,1-1-6 0,1-2-27 0,-1-5 4 0,2 3-7 15,-1-2-5-15,-1 1-2 0,2-4-14 0,0 3-12 0,1-3 3 16,0-3-10-16,1 0-32 0,0-2 65 0,0-2-6 0</inkml:trace>
  <inkml:trace contextRef="#ctx0" brushRef="#br0" timeOffset="3865.28">20135 6593 397 0,'-16'0'21'0,"1"2"-3"0,-2 0 29 0,4 5-8 16,-4 2 0-16,-1 0-31 0,3 2 31 0,2 3-25 0,-2-2 43 15,2-1-10-15,0 1-12 0,1 2-27 0,1 2 9 0,1 4-8 16,1 0 33-16,1 4-6 0,-1 2-5 0,0 3-19 0,0 6 13 0,0 2-13 15,1 2 3-15,1 3-4 0,1-1-10 0,0 2-8 0,-1-6 9 16,3-2-4-16,-1-6 19 0,2-4-3 0,1-1-11 0,-1 3-25 16,1 2 10-16,1 3-16 0,-1 2 15 0,1-4-8 0,1-1 2 0,0-4-62 15,0-2-4-15,0-1-11 0,-2 0-45 0,2 0-8 0,0-6-27 16</inkml:trace>
  <inkml:trace contextRef="#ctx0" brushRef="#br0" timeOffset="4531.56">21246 6802 217 0,'-7'-8'-27'0,"3"3"84"0,1 3 2 0,1 0 5 0,-1 1-31 0,-2 0 23 0,2 1-26 0,-3 0 27 0,2 0-8 0,-3 1-8 0,-1 0-11 0,2 1-5 0,-1 2 0 0,1-1-8 0,2 4 1 0,0-1-3 0,-2 1-20 0,2 3 32 0,0 0-27 0,-3 4 28 0,3 0-2 0,-1 5-15 15,-2 3 11-15,3 0-7 0,0 4 7 0,-2-3-1 0,5 0-4 0,-1 2 0 0,0 0-16 0,-1-2 8 0,-5-3-9 0,2 4 1 0,-1-4-2 0,1 4-6 0,-1-2 0 0,0-3 4 0,1 1 1 0,-1 0 12 0,1-5-3 0,0 2-5 0,1 1-21 16,1-2 10-16,0 1-13 0,1-2 3 0,0-1-2 0,0-2-6 16,1-1-20-16,-1 0 4 0,-1-2-5 0,1-2 11 0,0 0-3 0,1-2-8 0,2 0-70 15,0-1 16-15,0-2-30 0,0 0 68 0</inkml:trace>
  <inkml:trace contextRef="#ctx0" brushRef="#br0" timeOffset="4881.81">20936 6910 104 0,'-1'-6'51'0,"-2"3"-35"0,0-2 38 0,0 1-54 0,1 2 16 15,1 2-11-15,-1 0 19 0,1 2-6 0,-1 2-8 0,1-1-12 16,0 2 24-16,0 2-16 0,0-2 27 0,1 3 0 0,0 1-23 0,1 0-6 16,1 2 24-16,1 1-21 0,2-1 27 0,0 1 0 0,2-1-5 0,3 5-1 15,0-2 0-15,2-2-2 0,0 1-7 0,-1-3-1 16,4-1-4-16,-1 2-27 0,0 0 22 0,2 1-21 0,-4 1 25 15,0-4-6-15,2 2-8 0,-3-2-8 0,-1-1-2 0,-1 2 1 0,-8-2-4 16,0 2-14-16,0 1-10 0,-2 0-4 0,4-2 11 0,-2 0-3 16,-1-1 21-16,2 0-8 0,1 1-10 0,0-1-26 0,0 2 27 15,0 0-15-15,-3 1 47 0,6 1-21 0,-2 2-29 0,0 3 9 16,3-2 5-16,-2 0 4 0,4-3-7 0,1-3 13 0,1 0-2 0</inkml:trace>
  <inkml:trace contextRef="#ctx0" brushRef="#br0" timeOffset="5199.31">21442 7205 279 0,'4'5'11'15,"-2"56"149"17,-1-60-8-32,0 64-163 0,0-49 16 15,-1-5-11-15,0 1-1 0,2 0-30 0,-1-1 4 0,2 0-9 16,2 2-1-16,-1-3-6 0,1 0-7 0,-1 1-36 0,2-2 17 15,-1 0-15-15,1 0 57 0,2-2 11 0,0 1 13 0</inkml:trace>
  <inkml:trace contextRef="#ctx0" brushRef="#br0" timeOffset="5620.26">21821 6828 516 0,'-6'-5'42'0,"1"-1"-40"0,1 3 80 0,1 3-14 0,1 0-16 0,-1 0-34 16,1 1 25-16,0 1-25 0,1 0 28 0,1 0-6 0,0 0-15 15,2 1-11-15,0 1 7 0,2 1-10 0,0 0-1 16,1 4-2-16,0-1-5 0,2 2-11 0,1 1 8 0,2 1-6 0,0 2 15 15,1 1-1-15,-1-1-7 0,3-2-10 16,-1 3 15-16,2-3-12 0,-2 2 16 0,1 0-6 0,-1 1-7 0,0 0-7 0,-1-1 7 16,-1 0-2-16,2-2 12 0,-2-2-6 0,-1 1-13 0,2 3-34 0,-3-1 17 15,-1 0-22-15,-1-1-11 0,0-3-12 0,1 0-18 0,-3-1-114 16,2 1 129-16</inkml:trace>
  <inkml:trace contextRef="#ctx0" brushRef="#br0" timeOffset="5875.28">21866 7130 252 0,'-9'-13'130'0,"2"4"-97"0,0 1 96 0,2 2-124 15,1 0 9-15,2 3 6 0,0-1 18 0,2 4-1 0,0 0-10 16,0-2-4-16,0 2 7 0,1-3-10 0,1 2-8 0,2 1-6 15,-1-2-6-15,1 1-12 0,1 1 10 0,1-2-6 0,-1 2 28 0,1 1-2 16,1-2-6-16,-1 2-5 0,3 0 5 0,1 2-6 0,2-1-6 16,-1 0 1-16,1-2-1 0,-1 0-14 0,2-2 15 0,-1 2-10 15,0-1 21-15,0 1-5 0,0 0-14 0,0 0-60 0,2 0 9 16,1-1-24-16,0-1-33 0,1-1-23 0,1 0-23 0</inkml:trace>
  <inkml:trace contextRef="#ctx0" brushRef="#br0" timeOffset="6189.43">22307 6835 1 0,'-12'-6'0'0,"6"3"0"0,3 3 0 16,-1 0 0-16,3 0 0 0,0 0 0 0,0 2 0 0,1-1 0 15,0 1 0-15,1-2 0 0,1 2 0 0,1-1 0 0,-1 0 0 16,1 1 1-16,1-2 3 0,-2 0 0 0,1 1-7 0,1-1 3 0,-1 0-6 15,-2 1 6-15,0-1 0 0,-1 0 0 0</inkml:trace>
  <inkml:trace contextRef="#ctx0" brushRef="#br0" timeOffset="6598.44">22724 6714 348 0,'-6'-5'-39'0,"3"1"81"0,-1 2 1 16,3 2-3-16,-1 0-17 0,1 0 18 0,-2 0-14 0,-1 2 35 15,-1-1-7-15,1 3-11 0,1 1-18 0,-5 1 12 0,2 2-13 16,-3 1 13-16,0 1 0 0,-1 1-2 0,2 3-17 0,-2-2 3 0,1 4-7 16,0-1 1-16,-1 0 0 0,5 2-2 0,0 2-10 0,-3-1 8 15,0 1-11-15,-5 1 1 0,-2-2-1 16,4 0-1-16,1 2 1 0,-2-2-1 0,0 2 2 0,1 0 0 0,0-4-1 0,2-2-1 0,0 0-5 15,1 2 7-15,-1-1-5 0,2 2 3 0,2-4-1 0,-1-4-5 16,3 3-16-16,-1-3-2 0,1 2-4 0,1-2-20 0,-2-4-8 16,2 2-12-16,-1-2-55 0,-1 1-30 0,0-1-9 0</inkml:trace>
  <inkml:trace contextRef="#ctx0" brushRef="#br0" timeOffset="6866.71">22244 6723 526 0,'-10'4'28'0,"-1"1"-40"0,0 0 41 16,1 0-8-16,2 3-13 0,4 1 14 0,3-1 5 15,1 1 4-15,6 0 15 0,1 0 0 0,0 0-6 0,7 2-13 0,-1 0 22 16,3 2-20-16,4 1 20 0,3 0-7 0,0 1-13 0,7 2-5 15,-2-2 1-15,4 2-2 0,2-2-2 0,-4 0-5 0,4 0-8 0,0 0-12 16,-1 1 13-16,-4-1-12 0,-2-4 8 0,2 2-2 16,-4-2-7-16,5-5-15 0,-5 3-6 0,-3 1 0 0,-4 5-45 0,-5 1 0 15,1-1-22-15,-2-1 18 0,-2-5 10 0,1-1-11 0,-1-3-59 16,-1-1-18-16,1-2-27 0</inkml:trace>
  <inkml:trace contextRef="#ctx0" brushRef="#br0" timeOffset="7233.77">22943 7077 502 0,'-14'-13'-20'0,"8"7"47"0,2 2 5 16,2 3-1-16,0 1-10 0,1 0 22 0,-1 0-19 0,2-1 42 15,0 1-9-15,2 0-1 0,1 0-58 0,0 0 15 0,4-3-19 16,2 1 27-16,1 0-5 0,1 1-13 0,4 1-3 0,-2 4 4 15,2-2-4-15,1 4 0 0,-3-3 0 0,4 4 1 0,-3-2-19 0,0 0 14 16,-2 1-10-16,-1 3 30 0,-8-2-3 0,1 3-12 0,-1-1-20 16,0 0 29-16,5 1-23 0,-5-3 29 0,1 2-12 0,-3-3-17 15,-1 2-22-15,0 1 12 0,-5-2-7 0,0 2 32 16,-3 0 4-16,2 0-6 0,-1 1-4 0,3-2 8 0,-2 1-8 0,-3-1 11 0,3-1-4 16,-6 2 0-16,0 2 9 0,3-2-2 0,1-3 7 15,4 2 10-15,1-2 5 0,3 0 1 0,3 2 8 16,1-1 15-16,1-1-11 0,4 2 9 0,0-3-8 0,1-1-9 0,4 2-4 15,-4-3-6-15,5 2 6 0,-7-1-12 0,-4-3-2 0,8 4-4 0,1-3-25 16,7 0 21-16,4 2-19 0,-4-3 23 0,-1 1-7 0,0 0-8 0,0 0-4 16,0 1-11-16,1-2 5 0,-1 0-53 0,0-1-25 0,2 0-26 15,4 0-100-15,1 0-63 0,3-1-10 0</inkml:trace>
  <inkml:trace contextRef="#ctx0" brushRef="#br0" timeOffset="13276.79">9319 16633 164 0,'-6'-6'-35'0,"-3"2"-71"0,0-1 84 0,-2 1 44 0,1-1-12 16,4 2 43-16,1-1-3 0,2 0-5 0,0 2-13 0,-1-2 8 0,2 1-6 0,0 0 15 0,-2-2-3 0,4 3-8 0,-2-3-14 0,1 1 10 0,0-1-15 0,0 1-9 0,-1-1-5 0,2 1-5 0,-2-1 0 0,1 1-4 0,1-1 4 0,-3 0 1 0,2 0 5 0,-2 1 1 0,1-2-15 0,0 2 15 16,1-2-16-16,-3 2 11 0,1-1 2 0,-2-1-2 0,0 3 3 0,5-2 9 15,-4-1-3-15,1 3 17 0,-1-3-1 0,-6 4-6 0,-3-3-13 16,3 3 16-16,-2-1-16 0,-2-2 18 0,3 2-3 0,-4-1-1 15,3 2 3-15,-3-2-4 0,2 0 4 0,-2 3-4 0,2-5 2 16,-3 4-2-16,0-2-17 0,1 0 21 0,-2 0-20 0,-1 1 19 0,1 0-7 16,0 0-9-16,-1 1-8 0,-1 1 3 0,-1-2-2 15,-1 0 10-15,-3 1 1 0,-1-2-5 0,-2 0-21 0,0-1 27 0,7 0-25 16,-2-3 27-16,2 2-4 0,0 2-11 0,-6-1-6 0,-1 1 6 16,2-4-3-16,-2 1 19 0,3 0-3 0,0 1-5 0,-2-2-3 15,0 1 2-15,1 3-4 0,-1-3-2 0,-1 5 0 0,2-1 0 16,-8 1-4-16,1-1 7 0,-2-3-4 0,2-1 6 0,2 1 3 15,-2-1-7-15,-3 4-4 0,-3 1 8 0,0 1-9 0,3 1 5 0,1 3-2 16,1-2-3-16,1 0-12 0,0 0 14 0,0 1-8 0,-3-2 21 16,3 2 0-16,1-2-11 0,4 3-1 0,8 1 5 0,0 0-6 15,0-1 0-15,0 4-1 0,-5-3 1 0,2 1-7 0,-1 0 2 0,2-4 1 16,2 3 15-16,1-1-3 0,1 4-7 0,-1 1 1 0,1 1-1 16,0 1 0-16,2 0-2 0,0 3-1 0,-1-1 5 0,2-1-12 15,-2-1 7-15,-1 1-5 0,4 2 19 0,-2-1-4 0,-2-1-6 0,1 0-19 16,2 2 21-16,-3-2-16 0,6 1 25 0,2-1-2 0,-2 0-10 15,6 1-15-15,1 3 12 0,-2-3-10 0,6 5 18 0,-3-3-2 16,4 1-9-16,-1 0-7 0,2-1 5 0,1 1-6 0,-3-1-3 16,8 0-1-16,-1 0-1 0,1 0 5 0,2 0 10 0,1 0-2 15,0-2 11-15,5 1 3 0,0 0-9 0,-2-2-12 0,3-2 20 0,-2-3-17 16,1 2 18-16,0-3-3 0,0 7-6 0,2 1 3 0,0-2 4 16,1 3 1-16,3-4 8 0,-3-1 0 0,3 0-5 0,2-1-10 15,3 2 18-15,0 1-17 0,3-2 19 0,2-1-2 0,0 1-7 0,2 0-5 16,1-2-4-16,4-1 3 0,1-1 3 0,2-1-2 0,-2 0 0 15,-1-1-27-15,4 0 25 0,1 0-21 0,1 0 33 0,1-3-4 16,0 1-14-16,-2-1-12 0,1 0 14 0,-5-1-9 0,2-2 25 16,-2 0-4-16,-1 1-8 0,3 1-14 0,-3-1 11 0,4 1-9 15,1 1 14-15,-2 0-2 0,1 1-4 0,-3-1 1 0,2 2-6 16,-2-2 5-16,1 0-8 0,-2 0-8 0,-3 0-5 0,0-2-46 0,-1 0 11 16,0-1-18-16,2 1-2 0,-4 0-3 0,4 1-7 0,-2-2-54 15,-5 0-2-15,2 0-16 0</inkml:trace>
  <inkml:trace contextRef="#ctx0" brushRef="#br0" timeOffset="15080.04">22701 17300 217 0,'-1'-11'59'0,"1"2"-27"0,2 3 17 0,-2 0-23 0,4 5 6 0,-1 1-22 0,1 0-1 0,1 2 1 0,0-2-8 0,1-2-15 0,1 0 27 0,1 2-22 15,1 0 33-15,0 0-5 0,0 0-11 0,-1 0-17 0,1 0 14 0,-1 2-10 0,1-1 26 0,0 0 1 0,0 1-11 0,0-1-7 0,-2-1 15 0,2 0-15 16,2 0 20-16,0 2-6 0,0 2 0 0,2 0-17 0,1 1 9 0,2-2-5 0,2 1 22 0,2-3-3 0,2 1-11 0,5 1-19 0,2 0 15 0,4-1-15 0,-3 1 22 0,3-2-3 0,-1 0-5 0,4-1-4 0,5 0-5 0,-3-1 3 15,0 0 0-15,0 1 2 0,-1 1-2 0,4 2-4 0,1-1 7 16,0 2-8-16,2-1 2 0,-7 0 0 0,3 1-1 0,3-3 5 16,-1 3-1-16,1-1 5 0,-1-1 5 0,-4 2-2 0,0 0-2 15,3 1-20-15,-1 0 19 0,3-1-17 0,-2-1 24 0,-6-2-5 0,4 0-9 16,2-1-13-16,0 0 10 0,5 0-7 0,-4 0 24 0,-2 0 0 16,0-1-9-16,1 0-10 0,0-1 9 0,4-1-11 0,1 1 6 15,-7-1-4-15,4-3-5 0,0 3 10 0,-2-3-2 0,4 1 5 0,-3 1-1 16,-5-1 1-16,-1 2-2 0,0-3-9 0,0-1 8 0,-1-1-8 15,1-1 4-15,-2-2 0 0,-6 3-1 0,1-4-12 0,2 1 12 16,-2-1-9-16,3-4 26 0,-4 2 0 0,-8-2-8 0,-1 1-23 16,-4 1 26-16,-3 0-23 0,0 1 29 0,-3 1-4 0,-3 1-9 0,0-1-5 15,-4 0-1-15,-1-3 0 0,-1 1 6 0,0 0 3 0,-3 0 1 16,0 1-10-16,-5 2 11 0,0-1-10 0,-1 1 11 0,-1 1-2 16,0-1-6-16,-5 0 3 0,-2 1-2 0,-2-1 5 0,-4 1-4 15,-4 0-1-15,-1 0-1 0,-1 1-3 0,3-4 4 0,1 0-4 0,-1 0 1 16,-1-2-1-16,-1 2-2 0,0-1-9 0,-1 2 10 0,-3 0-8 15,1 3 13-15,-1 1 0 0,1 2-3 0,-4-5-6 0,0 2 5 16,-4 2-5-16,-1-4 7 0,0 3-2 0,9-1 0 0,-2-2-1 16,-2 1 4-16,3 1 0 0,-7 1 6 0,2-1 4 0,2 4-7 0,-2 0-13 15,-2-1 18-15,-1 2-18 0,-4 1 17 0,-1 0-2 0,2 3-5 16,0-2-9-16,-1 1 11 0,3 1-7 0,-2 0 11 0,-1 1 4 16,4 2-8-16,-3 3-10 0,-2-2 15 0,-4 1-14 0,-2 0 18 15,3 0-6-15,3 3-4 0,1-1-10 0,3-1 8 0,0 2-4 16,0-3 17-16,6 1-4 0,1 2-7 0,-2 0-16 0,4 2 19 15,-4-1-13-15,-1 1 22 0,2 1-6 0,1-3-12 0,-1 2 0 0,8-2 5 16,2 0 0-16,-1 1 13 0,2-2-4 0,-2 4-7 0,0 0-8 16,3-1 6-16,3 3-5 0,-1-1 6 0,3-3-10 0,1 1-4 0,-3-2-5 15,2 1 10-15,2 1-2 0,-2-2 15 0,0 0 0 0,0 1-10 16,-3-2-5-16,4 1 16 0,-3-2-12 0,2 0 17 0,5-1-2 16,-4 1-7-16,6-1-17 0,0-1 13 0,3 2-10 0,3-2 27 15,1 0-2-15,0 1-9 0,0-1-17 0,7-1 22 0,1 4-20 16,2-3 12-16,1 2-2 0,-1-1-13 0,6 2 7 0,5-2-8 0,4 0 8 15,3 1-19-15,2-1-1 0,-2 0-4 0,3-1-37 16,-1 0-5-16,0 0-9 0,1 1-18 0,-1-1 54 0,0 2 3 0</inkml:trace>
  <inkml:trace contextRef="#ctx0" brushRef="#br0" timeOffset="32694">11933 14517 256 0,'-3'4'-9'0,"1"-2"-109"0,1-1 54 16,0 1 0-16,-1-1 64 0,1 2 0 0,1-2 0 0,-1 1 0 0,1-2 0 0,0 2 0 0,1 0 0 0,0 0 0 0,2-1 0 0,-1 0 0 0,0 0 0 0,0-1 0 0,2 2 0 0,-1-1 0 0,1-1 1 0,0 1 10 0,-1-1 2 0,1 0 3 0,1 2-8 0,0-2 23 0,1 0-19 0,0 0 24 0,1 0-4 0,1 0-8 0,0 0-9 0,1 0 16 0,-1-2-10 0,2 1 26 16,1 0 0-16,0-1-14 0,3 2-26 0,0-2 33 0,1-1-31 0,2 1 35 0,1 0-13 0,0 0-14 0,2 1-4 0,-6-2-1 0,1 0 4 0,1 1 7 0,3-1-6 0,5 2-6 0,3-1-12 0,0 0 12 0,-2 0-10 15,0-3 12-15,1 3-2 0,3-3-8 0,3 1 10 0,3-1-7 16,1 1 8-16,0-1 1 0,0-1-1 0,1-1 4 0,-3-3-22 16,1 0 19-16,-1 0-18 0,2-1 19 0,5 1 0 0,-1 0-8 15,4-2-18-15,3 2 18 0,0 3-14 0,0-4 26 0,-3 6-3 16,-1-1-15-16,-4 2-5 0,4 3 6 0,-3 1-7 0,1 0 7 15,-2-4-2-15,-2 0 1 0,4 0-5 0,-1-1-1 0,0 2 2 0,0 2 7 16,-3 1-1-16,-1-2-1 0,2 0-18 0,-7-2 22 0,2 1-18 0,1-2 27 16,-4-2 0-16,6 2-9 0,-1-3-3 0,-1-1 10 0,3 0-5 15,4-1 25-15,-2 0-6 0,2 0-8 0,-1-2-14 0,-1 1 6 16,0-1-8-16,-6 1 1 0,3 0-3 0,-1 2 1 0,2-2-13 16,3 1 12-16,-1-2-8 0,0 1 19 0,-1 2 0 0,0 0-11 0,0 2-21 15,-3 2 24-15,-1 3-23 0,-3-1 26 0,-5 3-6 16,-6 0-11-16,-3 0-6 0,2 1-3 0,0 1 3 0,3 0-4 0,-2 2-4 15,-4-1-5-15,-2 0-39 0,-1 1 12 0,-2 0-20 0,-1 2-24 0,-2 1-26 16,0 1-28-16</inkml:trace>
  <inkml:trace contextRef="#ctx0" brushRef="#br0" timeOffset="40769.36">27697 14330 164 0,'0'1'-35'0,"0"0"-71"0,0-1 85 0,0 2 20 0,0-2 1 16,2 2 0-16,1-2 0 0,2 3 0 0,2-3 0 0,0 0 7 0,3 0-1 0,1-3 23 0,2 2 1 0,1 0-4 0,2-2-19 0,2 1 22 0,1-4-22 0,1 4 24 0,0-3-5 0,2 2-3 15,0 1-29-15,3-2 20 0,0 3-14 0,1-2 46 0,1 0-6 0,-1 2-15 0,-3 0-28 0,0-2 25 0,3 1-23 0,0-2 30 0,7 3-8 0,-3-3-10 0,0-1-4 0,2 2 1 0,-1-2 3 0,0 2 11 0,2 1-2 0,0-2-3 16,3 1-14-16,4 1 14 0,0-3-15 0,-1 2 7 0,-1-1-6 0,1 1-4 0,4-1-4 15,3-1 1-15,0 2 4 0,-2-2 14 0,-4 1-3 0,0 1-8 16,1 1-8-16,-1-1 5 0,-2 3-7 0,1-1 10 0,-9 0-2 16,-1 1 2-16,3 0-9 0,0 0 4 0,2 0-3 0,-3 1 13 15,-5 0 0-15,-3 2-5 0,0 1-9 0,-4 0 7 0,0-1-9 0,-2 3 0 16,-2 0-9-16,-2-1-5 0,-1 1-12 0,-1 1-21 0,-3-2 15 16,-1 4-25-16,0-3 9 0,-2 1 5 0,1-1-28 0,1 1 34 15,3 0-27-15</inkml:trace>
  <inkml:trace contextRef="#ctx0" brushRef="#br0" timeOffset="49640.07">21458 14905 256 0,'6'-3'-9'0,"-1"1"-106"0,1 2 51 0,1 0 1 0,2 1 63 0,0 3-2 0,0-2 2 0,1 2 1 0,0 0 0 0,0-4-1 16,4 2-1-16,-1-2 12 0,3 2-5 0,-7-1 28 0,1 0-5 0,1 1-5 0,3-1-17 0,5 1 19 0,3 0-15 0,1 0 37 0,-4-2-9 0,2 3-4 0,-1-2-18 0,0 0 0 0,3 1-1 0,2-1 8 0,-1 2-5 0,3-2-3 0,2 1-16 0,1 1 8 16,1 1-8-16,0 0 6 0,-1-2-2 0,1 2-2 0,1-1-2 0,-5-3-2 0,5 2 1 0,-2-2-2 0,0 0 5 0,3 1 0 0,0-1-23 0,-1 0 35 15,3 0-32-15,-1 0 35 0,0 0-6 0,-3 0-16 16,0 4-7-16,0-1-20 0,-3 3 9 0,-2 1-44 0,-6-1 2 0,-7 2-1 16,0-1 12-16,-1 0 29 0</inkml:trace>
  <inkml:trace contextRef="#ctx0" brushRef="#br0" timeOffset="50394.6">27492 14823 14 0,'-28'-5'4'0,"3"-2"24"0,4 6-9 0,0 0-7 0,1-1-3 0,2 2 3 0,0-2 3 16,4 1 23-16,4-1 3 0,1 2-3 0,2-1-22 0,3 1 38 0,2-1-33 0,2-1 30 0,0 2-15 0,2 3-26 0,2-2-10 0,3 6 4 0,0-1-2 0,2-1 23 0,2 3-3 0,0-2 0 0,2-1-11 0,2 1 8 0,2 0-9 0,1-1-2 16,0 4 1-16,3-1-1 0,3 2 1 0,4 1-6 0,-1-3 4 0,0 2 2 0,-5-5 0 0,3 1 2 0,4-1-8 0,3 0 25 0,7-1-16 0,-1 0 35 0,0-1-2 0,1 1-9 0,5 0 0 15,2 0 9-15,1 0-7 0,2 0 2 0,-6 1-5 0,2-3-10 16,4 0-16-16,-1 1 8 0,4-1-12 0,-1 0 4 0,0 0-4 15,-2-1-2-15,3 1-5 0,-1 1 1 0,-2-2 0 0,0-1 12 16,-1 0-3-16,0-1-4 0,3-2-16 0,-3 1 15 0,1 1-12 0,-2-2 20 16,-3 3-5-16,0-1-6 0,-1-1-17 0,-4 1 12 0,1-1-6 15,-1 0 21-15,-2 0-6 0,3-2-13 0,-3 3-26 0,-3-3 19 16,1 2-22-16,-1 1-5 0,-3 1-6 0,1 0-15 0,-2 0-25 0,0 0-11 16,-1-1-1-16,-1 0-60 0,-7-2 95 0,-2-2-10 0</inkml:trace>
  <inkml:trace contextRef="#ctx0" brushRef="#br0" timeOffset="73287.39">5945 14364 299 0,'-10'-3'41'0,"2"1"36"0,1 2-48 0,2 2 14 15,1-2-21-15,0 1 23 0,0-1-1 0,1 1-16 0,1-1-1 0,-1 0 10 0,2 1-12 0,0 2-9 0,0-2-4 0,1-1-9 0,0 2-15 0,-1-2 13 0,1 2-10 0,0 2 24 0,0-1 0 0,0-1-8 0,1 1-2 0,1 0 15 16,1 1-13-16,-1 1 16 0,0-2-1 0,0 0-4 0,2 0 7 0,-2-1-6 0,1 0 7 0,1 2 0 0,-1-1-3 0,0-1 0 0,1 1-3 0,0-1 7 0,1 0-6 0,-1 0-3 15,1 1-2-15,-1-3-3 0,1 2-10 0,0 0 15 0,1-1-9 16,0 0 19-16,-1 0 0 0,1 2-10 0,-1-2-8 0,2 1 14 0,0 0-15 16,0-2 6-16,0 0-3 0,0 0-6 0,2 0 5 0,0 1-3 15,0 2 4-15,0-3 1 0,2 1 2 0,-1-1 1 0,3 0-20 16,-1 0 19-16,2 0-18 0,1-2 27 0,1 0-6 0,1 1-6 0,1 0 1 16,-1 1-4-16,1-1 6 0,-1 1 4 0,-2-2 2 0,-4 1-3 15,-2 0-16-15,2 1 22 0,0 0-18 0,2-3 30 0,4 2-9 16,-2 0-13-16,-2-2-10 0,2 2 14 0,-2-1-9 0,0-1 17 15,-1 3-5-15,0-3-12 0,4-1-8 0,0 2 11 0,0-1-9 16,1 1 8-16,1-1 1 0,0-1-6 0,3-1-10 0,-1-1 11 16,1-3-11-16,3 1 12 0,0 0 2 0,2 2-6 0,2 1-9 0,0 0 19 15,-6-3-16-15,-3-1 20 0,0 0-1 0,0 0-9 0,6 0-6 16,-1 1 7-16,-2 1-5 0,-2 0 9 0,-2 0 2 0,0 2-7 0,1-1-10 16,0 0 13-16,-1 1-11 0,0 1 16 0,-2 0-5 15,1 3-5-15,-1-2-8 0,0 1 5 0,1 1-3 0,-2-2 10 16,-2 2-1-16,1-1-3 0,-1 0-12 0,1 1 11 0,-1 1-8 0,-3-3 20 15,1 2 2-15,1 1-5 0,-3-2-13 0,-2 1 11 0,1 0-11 16,-2 0 14-16,-1 1-4 0,0-2-7 0,-1 2-12 0,1-1 14 16,-2 0-10-16,1-1 20 0,-5 1-4 0,-3 0-11 0,0 0-11 15,0-1 13-15,4 2-9 0,1 0 23 0,1-1-6 0,0 1-9 0,-2 0-12 16,1 0 10-16,0 0-8 0,-2 0 22 0,1 0-9 0,-1 0-7 0,-1 0-16 16,3 0-7-16,-2 0 0 0,2 1-31 0,0 1-5 0,1 3-10 15,3 0-38-15,-2 3-28 0,4 1-2 0,-2 1-166 16,3 1 180-16,5 0-23 0</inkml:trace>
  <inkml:trace contextRef="#ctx0" brushRef="#br0" timeOffset="62738.82">5798 13742 385 0,'-7'-13'68'0,"0"1"95"0,6 0-132 0,-1 2-31 0,0 1 1 0,-1 1 9 0,0 1 6 0,1-2 1 0,0 0 1 0,0-2 18 0,1 1-15 0,2 1 19 0,1 1-2 0,-1 1-4 0,-2-1 16 0,-2 0-4 0,0 2 5 0,-2 2-6 0,3 0-6 0,3 1-2 0,3 3-21 0,-1-3 11 15,0 3-12-15,-4 0 9 0,0-1-6 0,1 1-9 0,-1 1-8 0,1 0 1 0,0 2-1 0,0 1 1 0,0-1 6 0,0 1-5 0,0 1-15 0,0 2 27 0,-1-1-23 16,0 1 32-16,0 2-9 0,0-3-11 0,-1 4 4 0,1 0-4 16,-1-1 8-16,2 0 1 0,-1 0 2 0,0 2-3 0,0-2-7 0,-2 0 12 15,1 2-12-15,1 2 11 0,-2 0-1 0,2 2-2 0,-3 2-21 16,1 1 12-16,2 3-11 0,0 2 24 0,-2 0-3 0,2 6-8 16,1 1 3-16,0 4 9 0,1 0-5 0,2-2 8 0,-1-1-1 15,3-2-7-15,0 2-6 0,2 1 8 0,-1-2-7 0,-1-4 12 16,2 0 2-16,-6-4-4 0,1 1-12 0,-1-1 10 0,3-3-13 0,2 3 7 15,2-4-4-15,0 1-1 0,-2-1-7 0,0 0 6 0,-1-1-4 16,-1-2 10-16,3-4 0 0,-4-1-7 0,0 1-15 0,0-2 19 16,-2-2-15-16,1 0 21 0,2-2-1 0,-3-1-10 0,-1-3-7 15,0 1 13-15,2 0-10 0,-2-2 16 0,4 0 1 0,0 0-9 0,-3 0-11 16,4-3 17-16,-1 1-16 0,1 0 16 0,1 0 0 0,2-1-8 16,0 1-18-16,0 0 14 0,0 0-13 0,0 0 23 0,-1 1 4 15,0-1-6-15,3 2-17 0,0 0 20 0,1 0-18 0,1 1 24 16,0 0-1-16,2-1-7 0,0 0-9 0,2 0 6 0,1-1-6 15,1 1 9-15,1 0-1 0,5 1-2 0,0 0-13 0,4-1 15 16,2 2-14-16,-1-2 13 0,-2-2 2 0,-7 0-5 0,3-1-4 0,1 1-3 16,2-3 1-16,4 2 3 0,-3-2 1 0,-2 2 0 0,3 0-7 15,1-1 7-15,3 2-6 0,-1 2 7 0,4 0-1 0,0 0-2 0,7 4-5 16,1-1 7-16,-3-1-3 0,-4 1 7 0,-3 0-1 16,-1-2-5-16,1 0-13 0,3 0 17 0,-3-1-13 0,-2 0 24 0,-1 0-7 15,1 0-12-15,1 0-8 0,2 0 18 0,1-1-10 0,1 0 19 16,-3-2 1-16,-2 1-14 0,-7 0-13 0,-3 0 20 0,-2 1-16 15,0-5 26-15,-1 4-6 0,0-3-11 0,-2 4-13 0,-1-3 14 16,-1 1-9-16,-1-2 26 0,-3-1-6 0,0-3-9 0,0-2-12 16,0 6 11-16,-2-6-7 0,1 3 14 0,0 0 0 0,-1-4-9 0,0 4-6 15,0-1 9-15,-1-3-6 0,-1 2 9 0,-1-4 1 0,0 1-9 16,1-3-4-16,0 0 13 0,-1-2-9 0,1 0 16 0,0 3-2 16,-1-2-4-16,0 0-14 0,0 0 9 0,0 0-7 0,-2 1 13 15,2 0 2-15,-3 0-9 0,-1 0-9 0,0 2 14 0,0-1-12 0,-1-1 16 16,-1 1-7-16,1-2-11 0,0 1 2 0,-2-3 8 0,1 1-3 15,0-3 1-15,-2-2-1 0,1 3-8 0,-2 0 6 0,0-3 3 16,0 3-2-16,-1 1 2 0,1-1-1 0,-1 3-2 0,0 0-2 16,-2 0 3-16,0 3-1 0,-1 0 12 0,-1 1-2 0,-2 3-2 0,-1-1-19 15,-4-2 13-15,1 2-11 0,-1 0 23 0,-1 1-4 0,-1 2-10 16,-5 2-13-16,-4 2 14 0,-9 0-11 0,-5 3 18 0,-3 1-2 16,-5 1-8-16,-2 3-5 0,-3-2 7 0,-2 3-3 0,3 2 8 15,-2 1 1-15,-2 1-6 0,-5 1-11 0,-4 0 13 0,0 2-11 0,1-3 16 16,6 1 0-16,4 0-10 0,2 2-7 0,0-1 14 0,-1 1-12 15,0 0 14-15,1 0-3 0,1-1-5 0,1 2-9 0,1-3 3 16,4 3-3-16,7 0-5 0,3 0-2 0,3 1-7 0,-3-1-23 16,-1-3 5-16,1-2-11 0,5 1-19 0,2 0-9 0,2 2-13 0,-3 2-57 15,-2-2-42-15,4 0 3 0,6-1 23 0</inkml:trace>
  <inkml:trace contextRef="#ctx0" brushRef="#br0" timeOffset="63847.02">20991 13840 217 0,'2'3'272'0,"-4"-6"-151"0,0-1 166 0,0 1-208 0,2 3-55 15,-2 1-18-15,2 3 4 0,3 0 1 0,-2 2-3 0,2 2 13 0,2-3 2 0,-2 2 2 0,4 0-2 0,-2 2-2 0,2 3-7 0,0 3-10 0,0 2 8 0,-2 0-9 0,1 2 15 0,-2 0 1 16,0-2 4-16,-1 2 2 0,3-4-9 0,-3 2 7 0,3-1-5 0,0 4-1 0,-2-4 2 0,0 2-8 0,1 0 10 0,-1-1-10 0,1-2-2 0,-2 0-1 0,-1-3-5 0,-2 3-5 0,3-1-2 0,-2 1 0 0,0-1 9 0,-1-3-3 0,0-1-2 0,-1 1-19 15,0-2 12-15,1-2-14 0,0-2-11 0,-2 1-6 0,2-1-14 0,0-2-71 0,0-1-13 0,-1 0-17 0,-1-2-112 0,0-2 155 0,-1 0-17 0</inkml:trace>
  <inkml:trace contextRef="#ctx0" brushRef="#br0" timeOffset="64550.13">21172 13825 829 0,'-7'-7'148'0,"4"-7"-139"0,-3 0-1 0,6 1 21 16,5 4 11-16,-5 1-4 0,3 4 12 0,-7-2 0 0,-2 2-9 0,7-1-24 16,-4 1 26-16,6-1-27 0,0 1 16 0,1 0-10 15,2 0-13-15,-1 2-10 0,4-2 9 0,1 3-4 0,2 0 30 0,4 1-8 16,-1 0-8-16,3 0-5 0,0 2 4 16,1 1-3-16,2 0 5 0,-1 1-9 0,4 0-5 0,1 0 1 0,2 2 1 15,3 1 3-15,4-2 1 0,4 0 2 0,4 0-5 16,6 0-3-16,-5-1 6 0,3 1-8 0,-1-2-1 0,-2 1 3 15,4-2 0-15,0-1-4 0,2 2 5 0,2-2-5 0,4-1 3 0,-2 0 2 16,1 0-5-16,-3 0-1 0,-5-2 12 0,-2 0-10 0,-3-1 17 0,-2-2-3 16,-2 2-3-16,3 0-3 0,1 0 3 0,2 1 0 0,3 0 11 15,-4-1-3-15,-8 1-8 0,0-2-17 0,-4 0 21 0,2 0-19 16,1 0 23-16,-5 0-3 0,-3 2-9 0,-4-2-5 0,0 1 7 0,-3 0-5 16,-2-1 13-16,-2 2-5 0,-3 0-5 0,0-1-4 0,-2 1 4 0,-1 1-2 0,0-2 9 15,-2 2-3-15,-1-1-2 0,-1 1 5 0,-2 0-1 0,-2 1 2 16,1-1-2-16,-1 1-3 0,0 0-2 0,0 0-8 0,0 0 0 15,0 0-1-15,0 0 4 0,0 0-1 0,-1 3-1 0,0 0-13 16,0 0 15-16,0 2-11 0,-2-2 22 0,2 5-3 0,0-1-11 16,0 2-7-16,0-1 10 0,0 3-7 0,-2 0 11 0,1 1-4 15,0 2-5-15,0 0-9 0,-2 1 14 0,0 1-7 0,0-4 21 0,0 0-5 16,1 1-9-16,0 0-3 0,-2 5 1 0,0-2-1 0,0 0-1 16,-1-2 2-16,0 2 5 0,-1-2-9 0,0 0 1 0,-1 2-4 15,1-2 9-15,0 0-2 0,2-1 1 0,0 2-5 0,0-2 3 16,-1 1-2-16,1 0 7 0,-1 0 1 0,1-1-2 0,1 1-9 0,1 0 5 15,-2 0-5-15,1-1 3 0,-1 1 4 0,1-2-2 0,-2 0-1 16,0 2 6-16,1-2-7 0,-2 0 2 0,0-1 1 0,-1-1 1 0,-1 1-8 16,-1-1 5-16,0-1-6 0,0 1 8 0,-2-2 2 15,1-3-3-15,-2-1-9 0,1-1 13 0,-1 0-9 0,1 0 14 16,0-2-7-16,4 0-9 0,-1-1 5 0,-1-2 2 0,-1 2 3 16,-7-3-2-16,-1-1 5 0,-1 2-6 0,-1-2-10 0,1-1 18 0,-1 3-17 15,-1 2 17-15,4-1 0 0,-1-1-5 0,-2-4-3 0,0 3 1 16,-2-1-1-16,1 1 5 0,-1-1-2 0,-3 1-5 0,-4 0-9 15,-5-2 17-15,0 2-11 0,2-1 18 0,-1 1-4 0,-3-3-12 16,-3 3-7-16,-8-1 10 0,5-1-7 0,1 2 25 0,3-1-8 0,2 0-5 16,-2 4-11-16,-2-2 2 0,-1 1-3 0,0 1 9 0,6 0 1 15,-1 0-1-15,-1 1-1 0,0 0-1 0,-2 0 1 0,5 2 2 16,5 1 1-16,1-2-1 0,0 3-20 0,-2 1 19 0,2-1-16 16,1 1 26-16,1 1-4 0,1 0-9 0,0 2-11 0,3 0 1 0,5-1-6 15,1-2-34-15,1 1-2 0,-1-2-11 0,-3 2-36 0,1 5-19 16,2-1-5-16,3 1-112 0,0 1-64 0,2 0-43 0</inkml:trace>
  <inkml:trace contextRef="#ctx0" brushRef="#br0" timeOffset="-129612.24">18256 14964 256 0,'10'-17'15'0,"-5"12"221"0,-1-2-107 0,1 6 4 15,1-1-146-15,1-2 15 0,2 1-13 0,-2-1 23 0,4 2 5 0,-2-1-7 0,2-2 16 0,1 1 11 0,1-2-5 0,0 1 12 0,0 0-8 0,3-1-7 0,2 0-16 0,2 1 8 0,1-3-4 0,0 4 26 0,1-2-9 0,3 1-8 0,3 0-9 0,4 0 6 0,-2 0-5 0,-5 1 2 0,-4 1-5 16,1 1-7-16,3-1-2 0,4-2 0 0,1 2 4 0,-5-2 9 0,-3 1-8 16,-2-1-5-16,-2 1-12 0,0 2 8 0,-1 1-6 0,-4 1 6 15,-2 0-2-15,-2 1-6 0,-2 0 3 0,0 0 3 0,-3 1 0 16,0-2 1-16,-3 2 0 0,-1 0-6 0,0-1-1 0,-1 0 6 15,-3 0-7-15,0-1 7 0,-2 3-2 0,-2 1 0 0,-1 0-5 16,-1-1 8-16,-2 1-1 0,-3 0 16 0,2-1-2 0,-3 1-8 0,-1-4-10 16,-2 0 14-16,0 0-12 0,-3 0 19 0,-4 3-4 0,0 0-5 15,-2 0 3-15,3-1-11 0,-1-1 10 0,-2 2-2 0,-1-1-1 16,-6-2 4-16,2 3-18 0,3 0 15 0,2 0-12 0,1-1 18 16,4 2-1-16,-1-1-4 0,3 0-13 0,1 2 17 0,1-1-13 0,-1 0 28 15,5 0-7-15,0-1-12 0,4 3-14 0,1-4 16 0,4 2-14 16,2-1 16-16,1-2-4 0,3 0-9 0,0 0 4 0,3 1 2 15,2-1 2-15,2 0 13 0,2-1-3 0,0-2-4 0,3-2-17 16,3 0 19-16,1-1-15 0,2-3 28 0,0 0-3 0,2 1-8 0,5-2-16 16,0 2 15-16,2-2-13 0,4 3 15 0,-1 2-3 0,5-2-13 15,3 5-7-15,-1 1 8 0,-8-2-10 0,-2 4-2 0,-5-2-8 16,-2 0-6-16,3 0-71 0,-4 2-20 0,-4-1-12 0,-6 3-131 16,-5-2-45-16,-4 1-54 0</inkml:trace>
  <inkml:trace contextRef="#ctx0" brushRef="#br0" timeOffset="-127862.23">21036 14248 441 0,'6'-8'-55'0,"-3"3"106"16,-1 3-8-16,-1-2-10 0,2 2-16 0,-3 0 0 0,2 1-1 0,-1 1 25 0,-1 0 7 0,1 0 8 0,0 0-14 0,0 0 21 0,-1-2-23 0,0 2 4 0,0 0-10 0,0 0-16 0,0 0-13 0,3 2 3 0,0-2-2 0,-1 1 17 0,3 0 0 0,0 2 0 0,0-2-19 0,3 2 17 0,0-1-16 0,-1 1 19 16,1-1-4-16,1 0-7 0,1 0-5 0,2 2-4 0,-7-2 3 0,2 1 1 15,1 1 4-15,2-2 2 0,9 2-12 0,2-1 18 0,1-1-16 16,0 0 22-16,-2 0-5 0,-1 1-5 0,0-1-6 0,-1 0-3 16,0 0 4-16,0-1 0 0,-1-1 0 0,-1 2-3 0,1-1-10 15,0-1 12-15,-2 1-10 0,3-1 19 0,-1 0-5 0,1 2-4 16,1-2-2-16,3 0-1 0,-1 0 3 0,1 0-2 0,0 0 2 0,-3 1-5 15,-7 0-11-15,0 0 16 0,2 1-15 0,3-1 16 0,5 0-2 16,2-1-7-16,-1 0-2 0,0 0-1 0,-1 0 1 0,2 0 8 16,-2 0-1-16,0 0-3 0,0 0-12 0,3 0 17 0,0 0-13 15,2 2 19-15,1-1-8 0,1 0-11 0,2 2 10 0,2-1-2 0,-3 0 6 16,-6 1-10-16,-2 0 2 0,1 0-2 0,-1-2-1 0,8 0 11 16,-5 0-9-16,0-1 12 0,-4 0 1 0,-2 0-6 0,0-1-7 15,2-1 15-15,-1 0-11 0,0-2 18 0,-1 2-3 0,1-2-8 0,2 0-10 16,1 2 8-16,3-4-7 0,0 3 16 0,0-1-3 15,-1 0-2-15,0 0-20 0,-6-2 14 0,-2 1-13 0,2-1 21 0,0 0-4 16,5 1-8-16,1-1 0 0,-4-2 0 0,-1 0-1 0,-2 0 1 16,-1 1-1-16,-1-1 2 0,-1 0-8 0,1-1 3 0,0 1-4 15,0-1 15-15,-3 1-3 0,-1 0-3 0,2-1-14 0,-2 2 8 16,1-1-7-16,-1 0 20 0,-1 1 1 0,-1-1-4 0,0 1-13 0,-2 2 11 16,0-2-11-16,-2 1 7 0,-2 1 4 0,1-2-7 0,-2 2 3 15,2-1 1-15,-4 0-2 0,0 1-2 0,-1-1-2 0,-1-1-2 0,-2 1 1 16,0-1-1-16,0-2 2 0,-2 2 3 0,1-1 2 15,-1 0-2-15,-4-1-6 0,-1 2 5 0,0-2-5 0,-2 0 7 0,-1 0-2 16,2 0 0-16,-2-1-4 0,-1-2 5 0,2 1-1 0,-2 2 3 16,0-2 3-16,-1 2-6 0,-1 0-8 0,0 3 10 0,-4-2-10 15,1-1 9-15,-2 0 4 0,-3-2-2 0,-3 1-19 0,-5-1 16 16,2 2-16-16,-1-1 27 0,5 0-1 0,0 1-4 0,-7 0-22 16,-2 0 19-16,-3 0-16 0,1 0 28 0,3 0-6 0,2 2-10 0,-3-1-1 15,-2 1-3-15,-5 2 5 0,0-1 8 0,0 2-4 0,4-1 4 16,-3 1-22-16,0-1 13 0,-3 2-11 0,-3 0 24 0,6 0-7 15,3 2-7-15,-1 1-10 0,1 0 15 0,-1 2-8 0,-4 2 15 16,2-1 1-16,2 2-13 0,0-3-12 0,1 4 20 0,-2-1-16 16,1 0 24-16,3 1-6 0,4 1-11 0,0 2 4 0,0-1-3 0,0 4 3 15,-2 0-1-15,1-1-1 0,1 1 1 0,1 2 0 0,-1-2 2 16,8 1-2-16,-2 3 0 0,2-2 3 0,2-2 1 0,-6 1-9 16,3-1 4-16,5 1-7 0,2 3 14 0,4-2-2 0,4 2 2 15,1 0-16-15,4 0 9 0,0-2-9 0,3 1 16 0,2-1-4 0,0-1-3 16,1 0 1-16,2 1-3 0,3-1 3 0,0 1-4 0,2-1 4 15,0 1-2-15,4-1-11 0,-1 2 12 0,4-1-14 0,-1 0 5 16,0-1-4-16,2 0-5 0,4-1-7 0,-1 1 3 0,3 1-1 16,-2-1 2-16,-2 0-1 0,-2 0-8 0,0 1-5 0,4-1 4 0,2-1-8 15,5 1-15-15,1-1-3 0,-3 2-3 0,1-4-21 0,1 2-29 16,-2-3 9-16,2 2-112 0,1 3-26 0,1 0-32 0</inkml:trace>
  <inkml:trace contextRef="#ctx0" brushRef="#br1" timeOffset="205718.72">12535 14478 1309 0,'0'-6'378'0,"-2"0"-204"0,0 2-157 0,2 2-2 0,0 1-15 0,2 1 0 0,4 0-6 0,2 1 4 0,2-1 5 0,4 2-3 0,2-1 1 0,3 0 4 0,1 1-1 16,3-2-15-16,3 1 16 0,-4 0-11 0,2-1 41 0,3 0-2 0,3-2-6 0,7 0 5 0,2 1 6 0,3-2-4 0,-1 3-4 0,3-1-6 0,1 0-6 0,3-2-17 0,3 2 6 0,-2-2-6 0,4 0 6 0,-2-4 1 0,-1 0-3 0,5-2-15 15,-3-3 4-15,-2 3-7 0,0-2 8 0,-3-1 1 0,0 1 0 16,-2-5-11-16,0 1 17 0,-1-2-13 0,-4-1 21 0,-1-2 0 15,-3-1-9-15,-2 0-10 0,-1 0 14 0,-3 1-11 0,-2-2 23 16,-3 3-4-16,-4-1-8 0,-2 1-5 0,-2 0 5 0,-4 2-4 0,-4-1 6 16,-2 4-1-16,-2 2-3 0,-5-5-12 0,-5-1 16 0,-3-1-12 15,-3 0 19-15,-5-4-4 0,0-1-11 0,-4-2-1 0,-4 0 6 16,-1 2-3-16,-4-1 6 0,-1 1 0 0,-2-2-4 0,-4 0-2 0,-4 1 1 16,-7 2-2-16,-4 1 1 0,3 2 1 0,-2-1 0 0,2 2-9 15,-4 4 10-15,-3 3-8 16,0 5 14-16,-3 2-1 0,-7 3-8 0,-6 1 0 0,0 1 1 0,3 0-1 0,2 3 1 0,5-2 5 15,-1 4-1-15,-9 3-3 0,-2 2 5 0,0 3-7 0,-1 5 7 0,7-1-7 16,3 4 0-16,-3 2-11 0,-2 3 7 0,2 2-5 0,3 4 17 16,2 2-1-16,5 2-5 0,-57 44 6 0,112-80-7 15,-102 83 1-15,50-42-4 0,0 2 1 0,4 3-7 0,3-1 14 16,8 0-10-16,6-5 18 0,5-4 1 0,10-7-6 0,7-5-4 16,8-4 8-16,5-4-7 0,7-2 4 0,9 0 4 0,7-2-2 0,11-2-6 15,6-1 14-15,5-3-12 0,5 1 11 0,0-2-3 0,2 0-9 16,6-4-15-16,5 2 16 0,6-4-15 0,5-1 19 0,1 1-5 15,-2-3-10-15,5 0-30 0,1 1 8 0,4-1-12 0,5 1-10 16,-5 1-17-16,2-2-19 0,0 2-68 0,-1 0-48 0,1 1 2 0,1 1-223 16,-4 0 243-16,2 3-18 0</inkml:trace>
  <inkml:trace contextRef="#ctx0" brushRef="#br1" timeOffset="207017.78">27831 14211 882 0,'-11'-4'229'0,"-1"1"-136"0,2 2-94 0,1 2-4 0,3 1-4 0,1 0 3 0,2 2 1 0,3-3-2 0,0 1 19 0,2 0-10 0,1-1 35 0,2 1 0 0,0-1-4 0,3 0-2 0,1 1 5 16,1-2-4-16,3 0 3 0,0 2-3 0,2 2-6 0,3 1 15 0,2 2 9 0,5 1-3 0,2 0 10 0,3 2-7 0,5-1-5 0,2 4-25 0,-1 1 2 0,3-1-6 0,2 1-1 0,0-1 0 0,4-4-5 15,-1 1-6-15,-2-1 4 0,1 3-7 0,1 0-1 0,4-1-1 0,4-2 1 0,5-4-2 0,4-1 1 0,-4-4 1 0,-1 0 12 0,-2-2-4 0,-3-2-4 0,4-1-10 0,1-1 8 0,2 1-5 0,1-3 9 0,-3-1-6 16,-4-1-6-16,-1-2 0 0,-4 0 7 0,-5 0-1 0,-4-1 7 0,-1 1 0 15,-1-3-9-15,0-3-2 0,0-1 5 0,-6 0-5 0,-7-1 4 0,-5 0 1 16,-2 2-1-16,3-1 0 0,3-1 0 0,-6 1 1 0,-2-1 3 16,-4 4-2-16,-3 0-2 0,-3-2-20 0,-4 3 13 0,-1 0-13 15,-2-3 19-15,-4 1 1 0,-2-1-5 0,-3-2-5 0,-4-1 9 0,-4 2-8 16,-3 0 8-16,2 4 2 0,0 0-2 0,-2 3-11 0,-5-2 22 16,-3 2-17-16,-7-1 20 0,1 2-3 0,-2 0-11 0,0 4-1 15,-4 0 4-15,-4 2-1 0,-8 1-1 0,-1 2 2 0,-1 1-4 0,-4 1-5 16,5 0 10-16,-2 1-8 0,-2 4 15 0,0-1-8 0,-8 2-5 15,-8-1-7-15,-2 2 5 0,0 0 0 0,5-1 17 0,3 2-5 16,-5 0-3-16,-8 4-15 0,-3-2 11 0,-1-1-8 0,5-3 18 16,4 2-3-16,-2 1-8 0,-9 1-9 0,1 6 14 0,1-2-8 15,7 1 17-15,10 0-5 0,-63 15 8 0,134-28 37 16,-127 21-72-16,70-11 39 0,11-4-2 0,7 1-4 16,4 0 8-16,7-1 16 0,8 0-7 0,4 1 28 0,5-1-11 0,6-1-8 15,5 1-22-15,6 2 7 0,4-1-6 0,7 3 15 0,4-1-4 16,8 1-6-16,11 1-14 0,5-2 5 0,4 0-7 0,6-3 3 0,1 1-1 15,2-2-2-15,12-1-10 0,2-1 5 0,6 3-5 0,1-4 8 16,3 2-1-16,-3-3-3 0,0 1-10 0,4 0 12 0,0-1-9 0,0 1 8 16,-5-3-1-16,-2 2-10 0,-5-3-9 0,-4 1 3 0,-5-1-7 15,0 0-12-15,-5 2-7 0,-6-2-10 0,0 0-35 0,-6 0-8 16,-6 0-6-16,-2 0-72 0,-7 0-42 0,-6 0-38 0,-1 2-168 16,0-2 235-16</inkml:trace>
  <inkml:trace contextRef="#ctx0" brushRef="#br1" timeOffset="210474.84">21245 14352 217 0,'1'0'130'0,"1"-3"-80"0,2 2 65 0,1 1-90 0,3 0-19 0,1 1-8 15,0 2 20-15,1-3 5 0,0 2 4 0,3 1-8 0,1-1 31 0,1 0-21 0,1-1 37 0,-1 0-10 0,1 0-18 0,2 1-9 0,1-2-3 0,1 1-1 0,3-1-8 0,1 0 0 0,6-1-3 0,3-2-11 16,2 1 11-16,-3-2-11 0,1-1 10 0,-1 0 5 0,1-1 1 0,8 4-8 0,-1-3 9 0,-1 1-9 0,3-3 12 0,0 1-3 0,1 2-2 0,8-1-8 16,-1 1 20-16,-4 0-12 0,1 1 40 0,-5 0-11 0,1-1-10 15,5 2-22-15,-2-4 7 0,0 3-5 0,3 0 10 0,-1-2-4 16,1 2-7-16,2-2-32 0,-9 1 25 0,1-1-22 0,-4 0 33 0,-3-1-6 16,1 1-10-16,-2 0-9 0,-2-2 13 0,-3 2-6 0,-2 0 37 15,-2 2-4-15,-1 0-9 0,-2-1-15 0,-3 2 9 0,0 1-11 16,-5 0 1-16,-3 1-2 0,-3-1-3 0,-4 1-5 0,-3 0 4 15,1-2-2-15,-3 1 14 0,-5-2-3 0,-2 1-3 0,-5-3-30 16,-4 0 16-16,-4-2-19 0,-3 0 12 0,-3 1-5 0,-2 1-10 0,-5-1 8 16,-2 2-4-16,-3 2 8 0,-5 0 7 0,-5 2 4 0,-1 0 2 15,-4 3-14-15,-5 1 25 0,-1-1-20 0,-3 3 31 0,1-1 1 16,2 1-6-16,-5 3 0 0,1 0 3 0,-2 1-4 0,-1 1 0 16,2 0 0-16,2-1-5 0,-1 2-10 0,4 1 17 0,2-1-14 0,-1-1 20 15,4-1-6-15,2 0-8 0,-3 2-14 0,3-2 8 0,4 0-5 16,2-1 15-16,7-4 1 0,3 0-8 0,1 0-16 0,1-1 19 15,-1 1-16-15,4 1 24 0,4-3-2 0,1 3-7 0,10-5-5 16,3 1 5-16,2 0-2 0,5-1 19 0,-2-1 1 0,3 0 0 0,3 0 6 16,2-1-4-16,1 1 2 0,2-3-23 0,4 1-6 0,3-1-4 15,5-2-2-15,3 1 4 0,-4-1 0 0,3 0 9 0,6-3-2 16,4 0-4-16,13-3-2 0,6-3 0 0,3-3 1 0,3-3 4 16,5 3 2-16,3 0-1 0,4 5-12 0,-2-3 9 0,-1 3-7 15,-5 1 22-15,-1 0-5 0,5 1-5 0,7-1-13 0,3 2 10 0,0 2-7 16,-4 0 13-16,-4 1-2 0,-5 1-7 0,5-2-5 0,0 4 6 15,-2 0-4-15,0 2 1 0,-9 1-1 0,-11 1-12 0,-3 3-25 16,-6 0-9-16,-1 2-8 0,1 1-63 0,-6 2-19 0,-6 2-16 0,-3 1-180 16,-5 3 201-16</inkml:trace>
  <inkml:trace contextRef="#ctx0" brushRef="#br1" timeOffset="211621.09">6212 14674 469 0,'-15'0'129'0,"4"0"165"0,3 0-210 0,5 0-24 0,2 0-25 0,1 0 12 16,0 0-9-16,0 0-23 0,2 2-7 0,3-2 3 0,1 1-5 0,3 0 10 0,0 0 0 0,1-1 4 0,2 2 8 0,0 0-1 0,-5-1 3 0,3 2-2 0,0-2-3 0,2 1-4 0,11-2-23 0,-1 0 24 0,2-3-21 0,1-1 29 0,-3 0-10 0,4-1-15 0,2 1-3 0,2-3 5 0,5-1-1 0,1 0 6 0,1 1-2 0,2-2-8 0,1-2-10 15,-1 3 17-15,-5 0-14 0,-4 0 17 0,-1 2-1 0,3 2-10 0,0-1 4 16,-2 1 4-16,0 1-1 0,-2 0 5 0,-1 3 2 0,1-3-6 15,0 2-14-15,0-1 14 0,1 1-15 0,-2 0 15 0,0 0-3 16,1-1-4-16,-3-2 4 0,-1 1-6 0,-7 0 8 0,-1-2 1 16,-2 1 2-16,-3 0 1 0,4 0-12 0,-1-1 13 0,-2 1-14 0,-2 2 10 15,-4-1 1-15,-1 0-6 0,-2 1-1 0,-1 0 5 16,-1-1-3-16,-1 1 15 0,0-1 0 0,-1-1-4 0,-2 0-15 0,-2-3 11 16,0 0-12-16,-4 0 9 0,-3-2-1 0,-2 0-7 0,-3-2-2 15,-1 2 6-15,-2-1-6 0,3 0-4 0,-4 2 6 0,-4 2-3 0,-3 1-5 16,-8 1 8-16,0 3-7 0,-1 1 6 0,1 1-1 0,-2 5-2 15,0 3-2-15,-1 1 0 0,-3 5 1 0,0-4 6 0,-2 2 0 16,2-2 0-16,-1 1-16 0,-1-2 18 0,2 0-14 0,0-2 24 16,5 0 1-16,3-1-7 0,3-1-8 0,4-3 2 0,2 1-4 15,4 0 0-15,1-3 4 0,-2 1 1 0,1-1-6 0,1 0 11 0,4-1-11 16,1 2 9-16,3-2-3 0,5 0-1 0,2 1-2 0,1-1 3 16,4 1 0-16,-4-1 16 0,3 0-6 0,1 0-6 0,0 0-14 15,2 0 7-15,3-1-7 0,2-2 7 0,-1 2 0 0,3-2 0 0,3 1-5 16,3-2 5-16,10 1-2 0,-1-2 5 0,3 1 1 0,-1-1-4 15,3 0-12-15,5-2 13 0,4 1-9 0,6 1 21 0,1 1-8 16,5 2-8-16,2-1-3 0,-2 1 4 0,-1-1-2 0,-2 1-19 16,-1 2-5-16,6 0-14 0,4 1-38 0,5 4-7 0,4 0-14 15,4 3-117-15,-1 0-85 0,0 2-73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28:29.69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4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8:30:57.791"/>
    </inkml:context>
  </inkml:definitions>
  <inkml:trace contextRef="#ctx0" brushRef="#br0">3675 3919 490 0,'-36'-5'91'0,"-3"-2"-41"0,4 5-27 0,2-1-1 0,-1 1 14 16,5 0-1-16,1 2-6 0,-2-1-2 0,-1-1 17 0,-2-2-16 0,2 0 8 0,2-1 0 0,4 2-5 0,-1-1-16 0,-1 1 11 0,-2 3-11 0,-3-2 19 0,2 1-6 0,1 0-11 0,1 1-1 0,3-2 15 0,3 2-11 0,1 2 12 0,3 2-2 0,0-1-8 0,1 4-4 0,0 0-7 0,1 1 2 0,1 1-9 0,-1 0 2 15,1 3 3-15,1-2-17 0,-2 1 15 0,5 3-14 0,-3-1 26 0,4 1-8 0,2 0-8 16,-2 1 0-16,2 1-6 0,0 2 6 0,1 3 7 0,1-4-3 16,0 5 2-16,0-1 3 0,-2 1 0 0,0 1 1 0,1 0-3 15,-1 3-1-15,3 0 4 0,-3 0-9 0,0 2 5 0,2 1-2 16,0 3 16-16,2 4 2 0,1 3-4 0,-2 3-10 0,1 4 13 16,-2 0-16-16,3 3 3 0,0 1-2 0,0-3-3 0,2 5-2 0,-1 2-2 15,1 3 2-15,0 3 6 0,1 0-2 0,-1 4 1 0,-2 4-9 16,1 0 7-16,-1-2-4 0,-1 1 19 0,2-3 1 0,0 5 1 0,0 10-30 15,-2-4 19-15,-1 0-19 0,-2-2 25 0,1-6-1 16,1 0-7-16,-2 8-3 0,1 3 9 0,0 1-8 0,-5 4 0 0,1-1-3 16,-1-4-5-16,-2 6 2 0,-3-1-2 0,0-1 2 0,-3 6-1 15,0-2 3-15,0 4 1 0,-2 8-16 0,-3 1 18 0,-3-1-18 16,1-2 21-16,1-9-3 0,4 3-7 0,-1 1 3 0,-2 0-4 16,3 2 4-16,-1 2 4 0,3 0-6 0,3 1 1 0,-2 0-4 15,1 0 7-15,5-8-1 0,3 2 20 0,4-3-6 0,0-2-10 0,2 14-8 16,1 1 3-16,0 5-2 0,-2 2 9 0,0-5-5 0,0-3-4 15,1 0 2-15,1-4 1 0,-2 3 1 0,1 0 2 0,-3-1-8 16,0 2-4-16,-2 7 4 0,-1 1-2 0,-1 2 5 0,-3-1 6 0,2-10-5 16,0-2 0-16,-2 7-6 0,2-1-4 0,-1 1 8 0,2-4 8 15,1 1-6-15,1-2-6 0,1 7-4 0,2-3 7 0,0 3-3 16,-4 102 23-16,4-8-24 0,3-102 0 16,2-1-7-16,0 3 22 0,0-5 0 0,2 0-5 0,0 3-17 15,0 0 14-15,-1 3-14 0,1-1 15 0,1-8 1 0,0 1-8 0,1 5 0 16,-1-1 3-16,-1 4-1 0,0-6 7 0,-1-6-6 0,2 3-2 15,-1 4-1-15,-2-1 3 0,1-2 0 0,-1-4 0 0,0-4 1 16,0 4-4-16,-1 5-11 0,0-4 13 0,-2-6-11 0,3-1 19 0,-1 0-4 16,-1 0-6-16,1 4-1 0,-1-4 3 0,1-8 0 0,-1-1 5 15,2 0-5-15,0 0 0 0,0 5-12 0,0-4 7 16,2-3-7-16,-2-5 10 0,2-3 7 0,0 0-5 0,-2 3-4 0,1 2 3 16,0-4-9-16,0-4 20 0,2-7-2 0,0-4-9 0,0-1-6 15,2 1 7-15,2 1-4 0,-1-4 11 0,2-1-4 0,0-2-3 0,2-4-1 16,1 2-7-16,3-8 5 0,1-2 3 0,0-3-1 0,3-3 1 15,1 1-18-15,3-2 12 0,-2-1-11 0,3-1 19 0,0-1-2 16,3 0-7-16,1 5-4 0,-1 0 4 0,2-2-1 0,-3-2 18 16,1-1-2-16,0 1-3 0,1 3-17 0,-1-2 14 0,-1-4-12 15,-2 0 19-15,0-4-2 0,0 2-7 0,2-4-4 0,2 2 3 16,1-3-3-16,1 2 8 0,1-3-1 0,1 0-1 0,2 1-10 0,0-3 10 16,2 0-6-16,3-4 16 0,-2 2-1 0,0-5-9 0,0 1-9 15,-1 0 9-15,2-2-6 0,3-1 25 0,4 0-3 0,4-1-3 0,6-3-10 16,1 1 13-16,0-1-9 0,0 0 21 0,-4 2-10 15,-2-2-11-15,7 1-11 0,0 2 10 0,7-1-7 0,2-2 9 0,-6 0 0 16,4-1-10-16,0-2 0 0,2 0 3 0,7 0-4 0,-1-2-4 16,4 4-2-16,-8 1 0 0,5-2-30 0,-6 0 6 0,-5 0-11 15,2 1-13-15,-6 2-19 0,3-1-20 0,8 1-111 0,-5 1-49 16,0-1-5-16,-4-2 55 0</inkml:trace>
  <inkml:trace contextRef="#ctx0" brushRef="#br0" timeOffset="3971.66">23739 14781 217 0,'-2'-3'153'15,"1"-2"-90"-15,-1 2 81 0,2 1-98 0,0 0-28 0,2 2-8 0,1-1 8 0,0 1-5 0,2-1-3 0,1 0-17 0,1 1 19 0,1-3-13 0,1 2 19 0,1-2-6 0,1 3-13 0,3 0 7 0,0 0-4 0,1 0 8 0,0 0 4 0,0 0-3 16,1 4 0-16,0-1-9 0,2 0 11 0,-1 3-9 0,-1-3 16 0,2 1-1 0,-2-1-2 0,3 2-15 0,1-3 12 0,1 2-9 0,-2 1 19 0,-1-2-3 0,-5 2-10 0,-3-1-19 0,4 2 18 0,0-2-17 0,7-1 27 0,0 1-3 0,0-3-8 16,0 1 8-16,-1 4 1 0,-1-6 3 0,0 3 7 0,-1-1-6 15,2-4-7-15,1 6-24 0,1-4 22 0,-1 2-19 0,2 0 24 16,-2 1-4-16,1-3-11 0,6 2-8 0,2-1 7 0,-1-1-2 15,2 2 15-15,-3-2 2 0,-7 0-8 0,3 0-17 0,3 0 17 0,-1-2-18 16,4 1 22-16,-2 0-7 0,-2-3-6 0,2 2 0 0,2 0-2 16,-1-3 4-16,2 3 14 0,1 2-8 0,-1-4-6 0,5 2-18 15,-2-3 20-15,0-2-14 0,-5 0 23 0,-5 3-3 0,3-1-11 0,1 0-12 16,4 0 13-16,-2 0-7 0,-3-1 19 0,-2 2 1 0,-2 0-13 16,3-3-12-16,0 2 16 0,-1-2-15 0,-2-2 20 0,0 1-7 15,2 0-5-15,0-1-11 0,2-1 8 0,-2 0-2 0,-2 0 20 16,-2-1 0-16,-10 1-9 0,-1-1-8 0,-3-2 7 0,2 1-7 15,1-1 11-15,0 1-4 0,-2 1-1 0,-1 1-11 0,-1 1 11 0,-2 0-5 16,-2 2 23-16,-2-1-2 0,-1 2-6 0,1-2-11 0,-5 1 4 16,2-2-6-16,-2 1 4 0,0-1 0 0,-1 0 1 0,1-2-17 15,-1 1 14-15,-1-3-9 0,0 0 24 0,0 1-2 0,-1-2-14 16,4-2 0-16,-1 2 1 0,-4 1 0 0,0 2-2 0,-10 2-1 16,2-1 2-16,-3 5-5 0,-3 1 2 0,2 0-2 0,-4 1 5 0,2-2 0 15,0 0-4-15,0 1 1 0,-3-1 5 0,1 1-3 0,-1-1 3 16,0 1-2-16,3 2-3 0,-3-2-1 0,-7 3-2 15,2-1 5-15,-2 1-1 0,5 1 0 0,0 0-6 0,-3 1 0 16,-3-1 10-16,-3 0-9 0,1 0 3 0,2-1 3 16,2 0 1-16,-1 1-8 0,2 0 6 0,-1 0-6 0,1-2 7 0,-4 1 0 15,-1 0-6-15,-1 0-6 0,3-1 17 0,0 1-11 0,-3 1 15 0,0 0 1 0,-5 0-8 16,2 1-7-16,0 1 8 0,2-1-6 0,-1 1 9 0,2 1 4 0,0 0-5 16,-4 0-16-16,1-1 21 0,3-1-19 0,0 2 26 0,2-2-3 15,0 3-11-15,-4 0 0 0,1-2-2 16,4 2 1-16,1 1 2 0,4 1 0 0,2-3 1 0,-1 3-9 0,2 0 12 0,-3-1-10 15,2-2 12-15,1 0-1 0,3 0-7 0,3-1-12 0,-2 6 11 16,-1 1-10-16,-2 0 21 0,-3 2-2 0,2 0-7 0,-1 3-17 0,1-3 23 16,0 4-20-16,3 1 23 0,1-2-3 0,3 3-11 0,0-3 1 15,1-2 0-15,1 3 2 0,2-1 3 0,0 0 5 0,3 0-3 0,-1 2-17 16,2 1 20-16,0 1-20 0,3-1 23 0,-1-1-6 16,4-2-5-16,1 0-12 0,3 1 9 0,6-4-3 0,0 2 20 0,4-2 2 15,1 1-10-15,1-2-3 0,4 0 12 0,1 1-11 0,3-1 10 16,1 0-6-16,1-2-7 0,3-2-1 0,5 2 1 0,2 0 0 15,1-3 6-15,4-1-2 0,2 2-4 0,3-1-14 0,1 4 18 16,-5-1-15-16,2-1 15 0,-2-2-13 0,-1 1-16 0,6-1-70 0,-1 0-34 16,1 1-7-16,3 1-2 0</inkml:trace>
  <inkml:trace contextRef="#ctx0" brushRef="#br0" timeOffset="9775.27">6336 6209 256 0,'-52'-30'11'0,"33"13"164"0,-2 3-75 0,-1 1 4 0,0 0-110 0,-11 2 28 0,2 0-22 0,-2 3 34 0,4-1-9 0,0 1-16 0,1 3-9 0,-3 0 2 0,1 0 1 0,-4-1 16 0,1 0-2 0,-5 0-3 0,-4 0-36 0,3 1 31 0,-9 0-28 0,-1 0 41 0,-1 0-12 0,-5-1-13 0,2-1 13 0,1 1-10 0,0-1 15 0,-5 0-2 0,1-1-3 16,-1-1 2-16,-6-2-16 0,2-2 5 0,-2 2-6 0,2 1 9 16,1 3 1-16,-3 1-1 0,-9 1-11 0,-5 1 12 0,-1 1-7 0,1 1 26 15,6 2-7-15,-2 2-11 0,-4 1-12 0,-4 0 17 0,-3 2-12 16,2 0 23-16,4 2-7 0,1 2-7 0,-2 0 1 0,-1 0 0 16,-4 2 5-16,5-2 12 0,6-1-8 0,6-1-7 0,0 1-15 15,0-2 15-15,-1 3-11 0,-6 2 25 0,5-1-2 0,3 3-7 0,1 3-18 16,4 0 14-16,3 0-12 0,-3 2 17 0,2 0-2 0,2 3-9 15,-2 0-9-15,6 4 6 0,6-3-7 0,5 1 4 0,6-2-1 16,1 4-4-16,-1 0 4 0,0 3-2 0,3 2 3 0,3-1 2 16,4 0 0-16,3-3-2 0,0 3-7 0,4 0 11 0,3 0-12 15,4-2 10-15,2 2-2 0,3-3-2 0,3 1 2 0,1 1-2 0,3-2 3 16,3 0-1-16,2-2 4 0,3 0-2 0,1 4-24 0,2 2 28 16,4-1-24-16,2 3 31 0,3-2-6 0,1-2-12 0,1 0 5 15,3 2-1-15,5-5 3 0,0 1 5 0,4-1 0 0,-2-2-2 0,3 3-16 16,3-4 17-16,4 0-14 0,6-2 27 0,5-2-6 15,5-1-7-15,9-1-12 0,-3 0 7 0,-2 0-3 0,2 0 20 0,-3-2-1 16,11 2-7-16,8 0-13 0,1-1 16 0,-1-1-15 0,-3-1 14 16,-1 0 0-16,99 11-17 0,-176-23 30 0,189 22-49 15,-97-10 41-15,-3-3 1 0,11 2-10 0,6 0-13 0,-1-4 24 16,0 3-22-16,3-1 19 0,0-4 1 0,1 2-10 0,3-2-9 0,-1 0 6 16,3 3-7-16,5 1 10 0,-4 0-1 0,-2 2-3 0,9-2-17 15,-1 0 20-15,4-1-17 0,-1 0 21 0,-3-1-3 0,2-2-9 16,1 0-11-16,2 1 7 0,0-2-5 0,-3 1 19 0,0-2-2 15,-3-1-5-15,5-2-15 0,-1-1 17 0,-1-1-14 0,-1-2 19 16,-9 1-6-16,6-1-9 0,0-3-3 0,-1 1 7 0,1-2 0 0,-1-1 12 16,-5 2-1-16,0-2-8 0,2-1-6 0,0-1 10 0,1-1-8 15,0-1 8-15,-6-1-1 0,2 2-7 0,5 1-3 0,-4-4 7 16,0 5-2-16,-7-4 8 0,-3 2 3 0,3 1-7 0,-2-5-12 16,-2-2 16-16,-7-1-15 0,0 0 20 0,-2 0-5 0,-6 2-5 0,1-2-9 15,-10-1 5-15,-5-2-2 0,2 2 18 0,-4 1-3 0,-5 1-4 16,-3 1-6-16,-7-1 7 0,-6 1-6 0,-5-2 4 0,-6 1-2 15,-5 0-3-15,-4-1-10 0,-4-3 8 0,-4 0-5 0,-3-1 21 16,-2 1-2-16,-4 0-9 0,-2 1-12 0,-4-3 6 0,-5-2-9 16,-2 0 1-16,-5-2-3 0,-3 0-3 0,-2-3-4 0,-4 1 2 0,-4 0 1 15,-2 3 7-15,-3 2 1 0,-4 1-7 0,-6 0-10 0,-5 0 25 16,-7-2-20-16,-6 0 27 0,-5-4-1 0,0-1-10 0,-4 2-1 16,-3-2 5-16,1 3-3 0,-6 0 9 0,-2-2 1 0,-4-2-3 0,-9 0-7 15,-1-1 10-15,2 2-9 0,0 2 9 0,-1 3-3 16,-8 3-5-16,-8-3-2 0,-1 3 2 0,-1-4 1 0,-3 1 7 0,0 3-1 15,-4-1-4-15,-6 3-15 0,-2 2 21 0,-2 4-15 0,-3-1 24 16,4 4-5-16,-2-1-11 0,-8 1-1 0,-1 2-1 0,-5 0 2 16,-1 4 4-16,4 2 0 0,1 3-2 0,-7 0-15 0,-1 3 13 15,4-2-13-15,3 0 13 0,9 5-8 0,1-1-9 0,-2 5-17 0,0 3-1 16,5 1-1-16,8 5-11 0,6-2-7 0,2 1-14 0,2 5-27 16,10 0-5-16,10 4-5 0,6-1-37 0,5 0 82 0,3-3-6 15</inkml:trace>
  <inkml:trace contextRef="#ctx0" brushRef="#br0" timeOffset="10275.81">13111 6330 857 0,'32'-11'110'0,"-14"-4"-119"0,1 1-44 16,2 2 46-16,-4 5 14 0,3 2-14 0,6 1 25 0,3 0-2 0,5 1 3 0,1 0 6 0,1-1-7 0,1 2 8 0,3 1-5 0,7 1-1 0,6 0-3 0,7 0-14 0,0 0 19 0,1 0-18 0,-4 0 18 0,-3-2-5 0,3 0-11 0,5 1 3 0,8 1 4 0,-1-1 0 0,3-1 1 0,-4 1 3 0,-8-3-6 0,5 0-20 15,2 2 22-15,2 1-19 0,4-1 25 0,-3 2-5 0,0-2-13 0,-5 1-11 16,-5-2 9-16,1 0-6 0,-3 3 15 0,1 2 1 0,3 0-10 0,-3 0-22 16,-1-1 12-16,-1 1-20 0,-8 1-46 0,-2-1-41 0,-1 2-37 15</inkml:trace>
  <inkml:trace contextRef="#ctx0" brushRef="#br0" timeOffset="11782.44">23676 7414 313 0,'-3'-9'29'0,"-3"0"-5"0,4 3 8 0,-3 1-9 0,3-1 27 0,-1 3-3 0,-1-1-5 0,3 1-21 0,-1-2 13 0,1 3-12 0,1-2 23 0,0 1-5 0,0 2-10 0,1 0-40 0,0 1 27 0,-1 0-28 0,1 0 24 0,3 0-4 0,-1 0-12 0,4 1 3 0,-1 1-2 0,3 1 2 0,3 0 2 0,1-1 3 0,3 2 1 0,2-2-5 16,0 2 3-16,2 1-4 0,0-2 4 0,2 2-2 0,1-1 1 0,4 1-4 15,1-1-2-15,2 1 3 0,5-2 2 0,5 2 4 0,3-1-2 16,2-2-21-16,-4 1 31 0,-2-3-25 0,0 0 37 0,-1-3-5 15,4 1-10-15,-2-1-7 0,-1-1 10 0,1 2-5 0,4-2 24 16,0 0-4-16,4 1-7 0,0 0-18 0,-6-1 23 0,0 0-19 0,0 0 23 16,-4 0-5-16,5 0-13 0,-1 0-12 0,-1 2 9 0,3-1-7 15,2 1 14-15,1 1-4 0,-3-1-10 0,1 0-11 0,-7-1 16 16,-3 2-14-16,1 0 19 0,-5-1-5 0,-2 1-7 0,-1 0-7 16,-2 1-5-16,-3 0 1 0,-3 0-20 0,-6 0-13 0,-4 2-14 0,-4 0-111 15,-3 0-26-15,-4 3-31 0</inkml:trace>
  <inkml:trace contextRef="#ctx0" brushRef="#br0" timeOffset="19462.3">25255 15161 140 0,'-16'-5'-48'0,"2"0"11"0,1 1-15 0</inkml:trace>
  <inkml:trace contextRef="#ctx0" brushRef="#br0" timeOffset="19945.05">25340 14868 654 0,'-5'-8'21'0,"-1"1"-20"0,1 2 1 0,1 3-3 0,-1 1-4 0,1-1-28 15,1 2 4-15,0 0-5 0,1 0 19 0,1 0-6 0,0 0-6 16,1 0-26-16,-1 0-3 0,1 0-6 0,0 0-17 0,-1 0 2 0,1 0 3 15,0 0 33-15,0 0 4 0,0 0 13 0,-1-2 29 0,-1 0-5 16,2 1-10-16,0 0 6 0,0 0 4 0,-1-1 0 16,1 0 0-16,0-2 0 0,0 3 0 0,0 1 0 0,0-2 0 0,0 1 0 15,1-3 0-15,1 0 0 0,-2 1 0 0,0-1 0 0,1 0 6 0,-1-3-2 16,0 6 40-16,0-3 4 0,-1 2 14 0,-1 2 8 0,2-2-6 16,-1 1 7-16,1 1-11 0,-1-2-2 0,1 2-5 0,0-2-34 15,-1 2 20-15,1 2-25 0,0-1-2 0,0 1-3 0,1-2-8 16,-1 4-1-16,1 1 5 0,0-2-1 0,1 2 17 0,0 2-4 15,0-2-6-15,0 2-23 0,2-3 28 0,-1 1-24 0,0-2 29 0,2 2-1 16,-1 5-12-16,1 0-9 0,-2 3 14 0,2 3-11 0,-2-2 28 16,0 0-6-16,1 2-12 0,-1 4-19 0,1 0 22 0,-2 3-18 15,0 1 28-15,-1 2-7 0,1 4-13 0,1 3-14 0,0 1 15 16,0 4-10-16,1 1 14 0,-1 0 2 0,1-4-13 0,-2 4 1 16,0-5 7-16,0-2-7 0,0 3-1 0,0-7-2 0,0-1-5 0,-1 0 12 15,1-1-8-15,-1-2 9 0,0 1-8 0,1-4-3 0,-1 1-4 16,-1-3-17-16,0 1 0 0,0 0-11 0,-1 1-57 0,-2 1 10 15,1 1-15-15,0 2 13 0,0-8-6 0,-1-1-4 0</inkml:trace>
  <inkml:trace contextRef="#ctx0" brushRef="#br0" timeOffset="20333.71">25281 15620 1027 0,'0'-5'-9'0,"0"-1"1"0,0 1-1 0,0 3-3 0,1 2-5 0,0 2 4 0,0 4-1 0,1 2 15 0,1 2 5 0,-1 2-3 0,0 0-10 0,0 5 11 0,1 1-12 0,-2 2 7 0,-1 2-1 0,1 0-3 0,-1 4-5 0,0-6 10 16,1 2-4-16,-1-2 10 0,0-2 5 0,1 1-9 0,0 1-9 0,1-4 21 0,2-3-19 0,0-1 18 0,2-2 0 0,1-1-6 0,-1-2 12 0,3 1-3 0,0 0 6 0,0-1 4 0,0 0 9 0,1-3 3 0,0-2-7 0,3-2 13 0,0-1-17 0,1-2-4 0,0 1-8 15,2-2-7-15,1-1-8 0,1-1 0 0,0 0 1 0,1 0 8 0,-2 0-3 16,0-2-1-16,1 2-20 0,-9-2 18 0,1-2-19 0,-2-1-12 15,-2 0-16-15,7 1-26 0,1-3-54 0,2-3-21 0,1 0-2 16,0-2-71-16,-2-1 123 0,2 3-2 0</inkml:trace>
  <inkml:trace contextRef="#ctx0" brushRef="#br0" timeOffset="21063.65">25374 16557 899 0,'-5'-5'-42'0,"0"2"62"0,-1-3-4 0,2 5-12 0,1 1-4 0,0 0 11 0,2 0-7 0,-1 1 17 0,1 1 0 15,1 0-11-15,0 2-9 0,0-1 22 0,1 2-18 0,1 0 30 0,0 3-11 0,2-1-10 0,-1 1 5 0,3 1 6 0,-2 1 2 0,1 0 10 0,-1 2-6 0,1 3-12 0,0 2-10 0,0 2 14 0,-1 3-13 0,-1 2 9 0,1 1-4 16,-3-2-6-16,1 3-4 0,-1 1 3 0,0-2-3 0,-1 2 6 0,2-4-2 0,-2-4-3 0,2 1-14 0,-1-2 15 0,0-1-13 16,1-1 18-16,1-3-5 0,-1 1-8 0,1 0-10 0,-1 1 9 15,2 1-6-15,-1-2 21 0,-1 0-3 0,1-2-8 0,-1-1-3 0,0 0 4 16,0-1-5-16,1 0 0 0,-2 0 1 16,-1 1 1-16,0-1-11 0,0 1 5 0,-1 1-7 0,0-2-3 0,-2-1-1 0,1 1-10 15,0-2-26-15,0 1 17 0,-1-3-21 0,0-1 3 16,2 2-4-16,0-5-12 0,0 0-7 0,1-2-10 0,-2-2 6 0,2 1-30 15,0 2-7-15,0-1-13 0</inkml:trace>
  <inkml:trace contextRef="#ctx0" brushRef="#br0" timeOffset="21682.71">25301 16534 592 0,'-2'-7'98'0,"1"0"-96"15,-1 1-7-15,4 1 1 0,-1 1 8 0,2 0-6 0,0 2 15 16,2-2 4-16,2 0-2 0,2 1-16 0,0-3 29 0,1 1-24 15,1-2 39-15,0 2-7 0,2-1-12 0,1-2-5 0,3 1 7 0,1-1-3 16,4 1 21-16,1 1-1 0,2-2-8 0,5-1-23 16,-1 0 21-16,-3 2-22 0,0-1 19 0,1-1-3 0,1 0-8 0,5 0-7 15,1 0 4-15,-4 3-4 0,-1-1 3 0,-3 4-4 0,0 1-6 16,0 2-12-16,-1 3 7 0,-5 3-8 0,-3 3 7 0,-5 3-4 16,-2-1-4-16,-1 1-5 0,-2 1 6 0,-1-1-1 0,-3 0 17 0,-3 1 4 15,-1 0-7-15,-4-1-21 0,0 2 25 0,-3-2-24 0,-2 2 26 16,0-2-2-16,0 2-9 0,-3 0-9 0,1 2 14 0,-3 0-11 15,0-2 20-15,-1 1-3 0,0-3-9 0,0 1-18 0,2-2 24 0,-1 1-20 16,1 0 26-16,-3 0-6 0,-1 1-12 0,-2 1 8 16,-4-1-10-16,-2 3 11 0,-1 1-5 0,-2-1 2 0,7 2 3 15,-5-4-18-15,2-1 19 0,1-1-17 0,-4-1 23 0,6 1-8 0,-1 2-11 16,3-3 10-16,3 0-4 0,3-2 7 0,2 0-1 0,4-2 0 16,0 0 0-16,2-1-15 0,2-1 15 0,0-1-13 0,2 0 17 15,2-2-3-15,0 1-10 0,0 0-3 0,3-1 9 0,1-1-2 0,0 2 22 16,2 1 0-16,1-2-8 0,1 1-15 0,5 0 23 0,1-1-20 15,4 1 30-15,3-1-4 0,1 2-10 0,6-1-1 0,4 0 15 16,-2 1-9-16,-4-2 17 0,-2 1-8 0,-1 1-12 0,3 0-25 16,5 2 15-16,-4 2-15 0,-2 1 12 0,-3 1-1 0,-4 3-9 0,-1 0 1 15,0-1 3-15,0-1 0 0,-3 1-1 0,2-3 4 0,-1-1-6 16,-3 0-14-16,0-1 23 0,-1 2-19 0,-1-3 22 0,-1-1 1 16,0 1-10-16,1 1-14 0,-1-3 10 0,1 1-10 0,0-1 10 15,-2-3-8-15,1 3-10 0,-4-3-35 0,2 0 11 0,1-1-18 0,1 2-21 16,0-2-22-16,-2-2-24 0,-1 0-173 0,-2-3 186 0</inkml:trace>
  <inkml:trace contextRef="#ctx0" brushRef="#br0" timeOffset="22254.77">26203 15946 467 0,'-10'-4'-36'0,"4"2"61"0,0 1-7 0,2 0-14 16,-1 1-13-16,3 0 19 0,0 0-16 0,1 0 17 0,1 0-1 0,0 0-10 0,0 0-7 0,1 0 13 0,1 0-8 0,3 0 31 0,-1 0-1 0,2-1-6 0,-1 1-12 0,3 0 17 0,0 0-13 0,1 0 33 0,2-2-7 0,-1 2-5 0,4 0-18 0,-2 0 21 0,3 0-15 15,2 0 31-15,1 0-9 0,0 0-15 0,-1 0-12 0,3 0 6 0,-2 0-10 0,0 2-2 0,-2 0-8 0,-1 1-4 0,1 1-8 0,-3-1 2 0,-2 2 3 16,-2 2 14-16,-3 1-3 0,-4 1-7 0,-2 2-16 0,-4 3 16 0,-5 4-13 0,-4 1 22 0,-3 3-2 0,-4 2-5 16,-1 2-10-16,-1 0 4 0,-1-2-3 0,0 1 22 0,0-4-5 0,2 2-4 15,-2-1-16-15,3 0 17 0,1-7-11 0,2 0 30 0,-1-2-4 16,3-1-8-16,-1 2-4 0,1 0 9 0,3-3-4 0,3-2 14 0,2-1-3 15,2-3-11-15,2 0-23 0,1-2 24 0,2 1-23 0,0-2 24 16,2-1-6-16,3-1-11 0,0 2-7 0,3-1 10 0,1 0-4 16,4-1 15-16,1-1 0 0,2-2-10 0,3 2-23 0,-1-3 21 15,2 0-22-15,4-1 0 0,0 1-29 0,5-1-29 0,4 2-82 16,3-1-85-16,5-1 8 0</inkml:trace>
  <inkml:trace contextRef="#ctx0" brushRef="#br0" timeOffset="38152.08">9487 14482 256 0,'-5'-7'7'0,"2"1"115"16,-1 0-39-16,1 2 16 0,2 3-70 0,-1-2 13 0,0 2-12 0,2 1 25 0,0 0-7 0,0 0-13 0,0 0-18 0,2 0 6 0,-1-1-11 0,1 1-9 0,2 0-2 0,2 0-5 0,1 0-4 0,2 0 21 0,1 0-10 0,0 0 30 0,1-2-4 0,2 2-16 0,-1 0-7 0,1 0 14 0,2 0-11 0,1 3 17 15,2-2-6-15,1 3-4 0,2-3-4 0,0 1 0 0,2-1 3 0,-2 2 10 0,-6-2-1 0,3 1-4 0,1 0-21 0,2-1 24 0,5 2-22 0,0-2 31 0,-3-1-2 0,0 1-11 0,3 0-16 0,0-1 17 0,2 0-14 16,1 2 30-16,0-1-6 0,3-1-8 0,5 2-24 0,4 1 20 15,1-2-18-15,-5-1 31 0,-1 2-10 0,-3-2-10 0,3 0 1 16,6 0-4-16,-3 0 6 0,0 1-2 0,0 0 0 0,-1 2-2 0,7-1-14 16,3 0 20-16,3 1-16 0,-7-1 24 0,0 2-5 0,-1-3-10 15,1 0-14-15,4 0 8 0,-3-1-5 0,-1 2 21 0,0-1-5 16,4 2-8-16,6-2-14 0,2 0 21 0,-1 0-14 0,-2-1 24 16,-5 0-3-16,-3 0-12 0,3 0-13 0,-1 2 13 0,3-1-11 15,5 1 23-15,-2 0-4 0,2 0-8 0,-4 1-14 0,-4-1 16 16,-2-2-12-16,-2 2 23 0,-2-2-7 0,0 1-13 0,3 0-2 0,3 1 5 15,7-2-1-15,0 0 13 0,-7 0 0 0,2 0-8 0,-4-3-9 16,0 0 15-16,2 1-15 0,-2-2 15 0,-2 1-4 0,4 2-5 16,8-1 0-16,1-1 7 0,-2 1-2 0,2-2 6 0,-6-1 1 15,-3-3-11-15,6 3 0 0,-3 0 4 0,3 1-6 0,5-1 4 16,-2 2 0-16,3-2 1 0,-1 0-8 0,-2-2 2 0,-1 0-3 16,-1 3 0-16,-1-1 4 0,1 2-2 0,9-1-6 0,0 1 16 0,-3-1-14 15,-1 0 18-15,-9-1 0 0,-1 0-6 0,1-2-16 0,0 3 12 16,-2 3-12-16,3-4 18 0,2 2-2 0,-2-3-10 0,-4 1-4 15,-2-1 10-15,-4-1-7 0,0-2 12 0,-2 1-1 0,-2-3-7 0,-1 3-5 16,0-2 6-16,1-1-4 0,1 0 10 0,0-4 2 0,3 3-6 16,-2-2-7-16,-7 0 17 0,-2-2-15 0,-4 0 17 0,0 2-3 15,3-1-8-15,-3-1-8 0,-3 1 8 0,0-2-7 0,-2-1 13 16,-2 2-3-16,-1 0-6 0,3 0-12 0,0 0 11 0,-1 1-9 0,1 1 13 16,-2 0 2-16,0 0-5 0,3-2-13 0,-2 2 11 15,-2-1-10-15,0-3 19 0,-2 1-1 0,-3 0-5 0,-1 0-13 0,0 2 13 16,-7 0-11-16,2 4 13 0,-7-3 0 0,-1 2-7 0,-1-4-4 15,-3 0 4-15,3 1-2 0,-2-2 8 0,4 1-3 0,-1 0-5 0,-2 0-5 16,-4 0 7-16,-8 0-4 0,-7-1 4 0,-1-1 0 0,-3 0-6 16,-2-1-7-16,1 2 7 0,-2 1-5 0,-1 2 17 0,2-2-4 15,-2 3-3-15,0 1 1 0,-3-2-5 0,-3-2 5 0,-2 1-2 16,-1-1 0-16,4 1 1 0,-6-4-15 0,-1 0 14 0,-3 1-11 16,-3 2 22-16,4 2-1 0,3 0-7 0,0 1-11 0,-5-1 12 15,-4 2-10-15,-2-3 16 0,0 1-3 0,-5 2-6 0,-4-2-3 0,1 1 3 16,0 0-1-16,4 1 10 0,1 2-6 0,-1 1-2 0,-8-1-16 15,-4 2 14-15,0 1-8 0,-1 0 24 0,4 5-1 0,0 0-13 16,-7 2-6-16,2 2 6 0,-6-1-6 0,2 1 5 0,5 2 1 0,0-1-3 16,0 3 3-16,1-1 4 0,0 2-4 0,-1-1-5 0,1-1 5 15,3 0 3-15,-1 2-23 0,1-2 12 0,1 1-16 0,-1-1 21 16,1 1-1-16,-4 0-4 0,-2-2-11 0,1 2 3 0,0 1 7 16,2-2 14-16,2 2 0 0,-6-1-5 0,-4-1-14 0,0 1 14 15,3 0-7-15,1 1 9 0,5 1 6 0,-4-3-11 0,-5 1-8 0,0 0 13 16,1 0-9-16,4 0 19 0,6 2-8 0,2 1-7 0,-7 0-2 15,-1 0 5-15,2-6-1 0,-3 3 6 0,9 1-1 0,4-3-6 0,-1 6-2 16,3 1 4-16,-1 0-3 0,-1 1 6 0,4-2 1 16,-2 3-1-16,3-1-14 0,3 0 14 0,1 2-11 0,4-2 19 0,6 2 1 15,2-2-5-15,-5 4-23 0,-1-3 18 0,2 2-17 0,5-1 28 16,2 1-6-16,2 2-7 0,-3 1-1 0,-3 1-1 0,6-1 2 16,4 1 5-16,5-1-4 0,1-1-3 0,3 3-7 0,2 0 9 15,2-3-7-15,1 3 14 0,3-2-2 0,1 0-4 0,1-2-11 16,2 0 8-16,2 0-7 0,1 0 16 0,0 1-2 0,0 1-4 0,2 2-17 15,0-2 16-15,2-2-14 0,0 1 27 0,1-2-4 0,1 1-9 16,2 0-12-16,-1 2 7 0,0 0-5 0,3 1 19 0,-2 0-3 16,4-1-1-16,1 2-15 0,1-3 10 0,2 1-9 0,1-1 16 15,-1 0-1-15,3-1-6 0,1 0-10 0,2 2 7 0,1-2-5 0,0 1 22 16,0-2-5-16,3-3-6 0,4 1-8 0,3-3 10 0,5 3-8 16,-2-1 14-16,-7 1 0 0,1 0-4 0,1-4-10 0,1 3 3 15,7-4-5-15,-4 0 7 0,1-1 3 0,0-1-1 0,2 0-5 16,3 2 4-16,4 1-3 0,2 0 9 0,2 0 0 0,1-1-1 0,-2-2-8 15,-1 0-2-15,0 1 0 0,-1-2 7 0,2 1 0 0,-1-2 4 16,0 1-21-16,5-1 19 0,3 1-14 0,2-1 30 0,-2 0-12 16,-4-1-11-16,-1-2-3 0,-1 1 6 0,0 1 0 0,0-2 16 15,-3 0-4-15,-1 1-7 0,2-1-13 0,3 2 13 0,4-1-9 16,-1-1 19-16,-6-1-4 0,-3 3-8 0,0-2-17 0,-2-1 21 0,2 2-16 16,-3-2 22-16,-3 0-4 0,-1 0-13 0,-1 0 2 0,2 0 2 15,2 0-1-15,0-2-2 0,-4 1 5 0,-4 0 1 0,-9-1-14 16,-1 1 8-16,-2-1-10 0,1-1 19 0,3 0-2 0,-3 2 0 0,0-1-12 15,-5-1 3-15,-1 1-4 0,0-1 11 0,-2 0 0 16,-2 1-2-16,-1-1-7 0,-1 2 4 0,0-2-4 0,-1 2 5 0,0-1 4 16,-1 2-5-16,0 0-7 0,-1-2 4 0,-1 1-7 0,0 1-2 15,0-1-4-15,-1 1-4 0,1 0-7 0,-1 0-8 0,0 0 2 16,0 0-45-16,0 0-4 0,0 0-13 0,0 0-63 0,0 0 0 0,0 0-25 16,0 0-104-16,-1 2-18 0,-2 0-40 0</inkml:trace>
  <inkml:trace contextRef="#ctx0" brushRef="#br0" timeOffset="43089.86">28582 16826 164 0,'-7'-7'-35'0,"2"0"-71"0,-1 2 85 0,-1-1 25 0,6 2-2 0,0-3 18 0,1 2 1 0,0 3 3 0,-2 1 4 0,0-2 21 0,-3 0-11 0,3 0 33 0,-1-1-3 0,-1 0-16 0,2 3-23 0,-3-5 28 0,1 4-28 0,2-1 26 0,-2 3-9 0,3 0-14 0,-1 0-15 0,-4-2 5 0,5 2-5 0,-5-1 4 16,3 2 1-16,1 0-8 0,-2 0-8 0,0-1 16 0,0 2-16 0,0-1 15 0,0-1-4 16,0 0-4-16,-1 1 1 0,0 0 7 0,2 2-1 0,-3 0 17 15,2-1-7-15,-1 2-9 0,0-1-9 0,0 0 11 0,1 3-11 16,-2-5 14-16,1 3-11 0,0-1-5 0,-1 0-3 0,0 3 3 0,0 2 4 15,0 2 16-15,1 1-8 0,0-2-9 0,0 2-12 16,-1 1 13-16,2-1-10 0,-2-1 16 0,3 1-9 0,-3-1-7 0,3 1 1 16,-2 1-4-16,2-2 6 0,-1-1-1 0,0 0 2 0,1-1 0 15,0 1-6-15,0-3 5 0,0 2-7 0,0-1 4 0,1 0-1 16,1-1 1-16,-1-1-12 0,-1 4 8 0,2-2-7 0,0 2 21 0,1-2-3 16,0 2-3-16,0 0-13 0,0-1 5 0,1 0-5 0,0-1 11 15,2-1 0-15,0-1-5 0,2-2-10 0,0 3 9 0,2-3-9 16,1 3 20-16,0-3-5 0,0 1-6 0,2 1-16 0,-1-1 16 15,1-1-11-15,0 1 24 0,-1-3-7 0,1 0-10 0,2-1-64 0,1 0-3 16,0-1-16-16,2-3-30 0,-3 0-14 0,5-3-16 0,1-1-58 16,0-1 115-16</inkml:trace>
  <inkml:trace contextRef="#ctx0" brushRef="#br0" timeOffset="43500.77">28776 16694 409 0,'-3'-3'53'16,"0"-2"-2"-16,0 2 5 0,0 2-23 0,1 1-11 0,0 1-6 16,-2 0-13-16,1 3-9 0,-1-1 6 0,2 0-3 0,-1 4 13 0,-1 1 2 15,0 1-6-15,-1-1-11 0,1 7 13 0,-2-1-12 0,1 2 24 16,-1-2 1-16,-3 0 0 0,1-1-5 0,0 5 12 0,1 0-8 15,0-1 32-15,-1-2-4 0,0-3-4 0,3 0-16 0,2 0 3 16,3-2-7-16,0-1-3 0,4-2-3 0,-1-1-2 0,3-1-12 0,-1-1 12 16,2 0-7-16,2 0 23 0,1-2-8 0,0 1-10 0,1-2-14 15,-1-1 12-15,1 0-11 0,0-3 15 0,-2 1-3 0,1-1-6 16,0-2-9-16,0 1 5 0,0-2-3 0,1 1 19 0,-2-3-2 16,0 0-4-16,0 0-10 0,0-1 6 0,-1 0-7 0,-1-2 7 0,0 2-6 15,-1 0-3-15,-1-1-8 0,1 1 5 0,-2-1-1 16,-1 2 17-16,-1 2 1 0,-1 1-4 0,-1 1-16 0,0 1 18 0,0 0-16 15,-3-1 19-15,1 1-6 0,-1 1-6 0,-3 0-6 0,1 1 0 0,-2 0 0 16,-1-1 6-16,1 2-8 0,-1-1-6 0,-1-1-31 0,2-1 1 16,-1 0-7-16,0 1-14 0,2-1-2 0,3 2-5 0,-1-1-8 15,2-1-6-15,0 0 5 0,2 0-5 0,-1-1-11 0,1 0-12 0,1 3-36 16,1-3 79-16</inkml:trace>
  <inkml:trace contextRef="#ctx0" brushRef="#br0" timeOffset="43762.89">29248 16504 381 0,'-2'-5'176'0,"2"3"-87"0,-1-2 128 15,0 3-197-15,1 0 35 0,0 1-53 0,-2 0 14 0,2 2-7 16,-1 1-13-16,0 0 4 0,0 0-7 0,-1 3 8 0,1 1 5 15,-3 0-3-15,1 0-1 0,-2 2-5 0,1 2 7 0,-2 0-5 0,0 1 4 16,-1 0 1-16,-2 0-2 0,-1-1-1 0,1 2 8 16,-2 0-3-16,0 0 12 0,1 2 0 0,-3-2-9 0,4 2-22 0,-3-1 20 15,1-1-19-15,2 0 21 0,3 2-11 0,1-2-13 0,3 3-30 16,0-4-19-16,-1 0 4 0,1-1-58 0,1-2-17 0,1 2-14 0</inkml:trace>
  <inkml:trace contextRef="#ctx0" brushRef="#br0" timeOffset="44289.32">29923 16080 363 0,'-8'-5'-39'0,"4"2"95"0,0 1-17 0,1 2-8 0,-1 0-11 0,1 0 11 0,0 0-3 0,0 1 34 0,0 0-8 0,1 1-8 0,-2 0-14 16,0-1 3-16,1 1-7 0,-3 3-4 0,0-1-5 0,0 1-6 0,-2 0-3 0,0 1 17 0,0-1-9 0,-2 3 25 0,1-2-8 0,0 3-9 0,0 0-22 0,0 0 21 0,1 0-15 0,-1 0 37 0,2 2-11 0,0-3-13 0,-1 7 1 0,1-3-1 0,-1 5 4 0,0 4-1 15,2-4-3-15,-1 4-3 0,-1 1-24 0,0-1 20 0,0 2-18 0,0 3 26 16,0-2-8-16,2-3-13 0,0 3-6 0,-1-5 6 0,1 2-2 0,-2-2 13 16,2 3-4-16,2 0-10 0,1 2 0 0,5-2 6 0,-2-4-6 15,5-2 3-15,1-2-3 0,-1 0-5 0,2 4 5 0,0 3-6 16,0 2 6-16,0 1-4 0,2-5 1 0,2-4-1 0,0-8-17 0,2-3 3 16,1 0-12-16,-1 2-58 0,1 1-58 0,-1 0-42 0,1 2 68 15,-1-2-26-15,1-3 63 0,0-4-27 0,0-2-14 0,-2-3-32 0</inkml:trace>
  <inkml:trace contextRef="#ctx0" brushRef="#br0" timeOffset="44745.69">29988 16295 147 0,'0'-6'-50'15,"0"3"133"-15,3 3-16 0,-1 0-10 0,-1-1-48 0,1-2 38 16,1 2-34-16,0 0 54 0,2-1-4 0,-2 2-14 0,0-1-34 16,-1 0 29-16,0 0-27 0,0 1 34 0,1 0-3 0,-1-2-18 0,1 4 5 15,2-1 18-15,2 1-13 0,-3-2 16 0,-2 0-9 0,3 3-7 16,-2-2-2-16,-2 3-7 0,0 0 6 0,1 0-8 0,0-2-4 16,6 1-1-16,1-2-22 0,-2 2 16 0,5 1-14 0,-1 1 16 0,2 0-5 15,2 2-11-15,1 0-4 0,-3 1 2 0,2-1-2 16,-3 1 8-16,2 0-1 0,-2 1-4 0,0-3-5 0,0-1 7 15,-2 0-7-15,1-1 2 0,-2 0 2 0,0 0-4 0,-2 2-11 0,-2-3 11 16,0 2-8-16,-1-3 14 0,0 0-5 0,-2 0-14 0,1-2-30 16,-1 2 8-16,2-2-16 0,-2-3-14 0,1 2-12 0,1-1-12 0,0-1-15 15,1-1-39-15,-2-1 24 0,2-1-64 0,-2 0 98 0,2 2 15 16</inkml:trace>
  <inkml:trace contextRef="#ctx0" brushRef="#br0" timeOffset="45098.15">30557 16097 335 0,'9'-12'110'16,"-4"7"-10"-16,-7 4-53 15,0-1-3-15,-3 2-6 0,1 0-6 0,2 0-2 0,2 0-9 16,1 0-21-16,-1 0 18 0,0 0-18 0,-2 3 24 0,0 1 3 15,1 0 0-15,0 1-1 0,-2 1 6 0,6 1-5 0,-4 0 10 16,-3 2-2-16,5-1-6 0,0 3-26 0,-1 0 33 0,4-1-27 0,-6 4 38 16,-2-1-10-16,1 2-19 0,-2 2-3 0,1 3 8 15,0 1-4-15,2-2 13 0,-1 3-4 0,-1-2-10 0,-1 1-11 16,-1 3 12-16,1-4-13 0,-1 6-1 0,-1-5 1 0,1 0-6 0,-1 1-6 16,-1-4 7-16,3-1-3 0,2-2 14 0,2 0-1 0,1 2-9 15,-1 0-7-15,-1-1 9 0,-2 1-10 0,1 0-10 0,2-1 6 16,-2 0-4-16,3-2 10 0,0-3 0 0,0 1 1 0,0-1-4 0,2 0-3 15,-1-3-8-15,1 4-34 0,0-2 16 0,2 0-24 0,0-1-22 16,3 0-11-16,2-2-19 0,1-3-61 0,3-3-10 0,3-1-12 16</inkml:trace>
  <inkml:trace contextRef="#ctx0" brushRef="#br0" timeOffset="46048.41">30859 16728 455 0,'3'0'93'0,"-2"-5"-69"0,-1 0 16 16,1-1-26-16,0 6 14 0,0-1-22 0,3 1 6 0,-2 0-6 0,2 0-5 0,1 1 7 0,-1 1-10 0,1-1 10 0,-1 2-2 0,2 2 3 0,-2-2 2 0,0 3-3 0,-1 0 23 0,0 0-15 0,0 2 40 0,0 0-2 0,0 1-5 0,0 0 7 0,-1-3-1 0,-1 3 4 0,-1-3 1 0,0 3-7 0,-2 4-5 16,1 0-17-16,-3 2 8 0,2-1-10 0,-1-1 1 0,-2 1-11 0,3-3-11 15,-3 1-11-15,0 0 6 0,-1-1-3 0,1-2 15 0,-2 2-3 16,1-2-10-16,0-2-14 0,0 1 20 0,-1 0-17 0,-1-1 24 0,2-2-5 16,-2 2-8-16,1-3 0 0,0 0-3 0,1-2 3 0,-1-1-7 15,1 1-5-15,1-2-6 0,0-2-58 0,-1 2-2 0,2-2-20 0,-1-3-62 16,1 0-27-16,-1-2-26 0</inkml:trace>
  <inkml:trace contextRef="#ctx0" brushRef="#br0" timeOffset="46546.07">31238 16097 861 0,'-1'0'31'0,"1"-6"-11"16,0 3-6-16,0 3 17 0,0 0-32 0,1 2 5 0,0 1-7 15,1 1 4-15,0 1 0 0,2-1-1 0,-1 1 5 0,2-1-3 0,-2 1 6 16,2-2 1-16,-2 4-2 0,-1-3-3 0,2 2-16 0,-2 1 20 16,-1-1-15-16,0 2 32 0,0-1-2 0,-1 0-6 0,0-1 6 15,0 0 8-15,-1 2-1 0,1-1 16 0,0-1-2 0,0 0-11 0,1 2-11 16,1-2 17-16,1 0-17 0,0 1 11 0,2 1-5 0,1 0-6 15,1 1 2-15,2-3-3 0,-1 0 4 0,2 1-4 16,0-2 1-16,0-4-3 0,3 3-7 0,-1-3 5 0,1-1-8 0,4 4-1 16,-1 0-3-16,0-1 1 0,3 2-4 0,-4-1 0 0,2-2 1 15,1 2 5-15,-3-2-2 0,-1 5-2 0,-1-3-6 0,-3 3 3 16,-2-1-4-16,-1 0-3 0,1 0 1 0,1-2-3 0,0 1-1 0,-1-2-9 16,-2 1 3-16,1-2-38 0,-2 1-4 0,1-3-9 0,0 0-25 15,-3 0-6-15,1-1-6 0,1-2-55 0,-2-1-12 0,2 0-16 16,-2-2-17-16,0-1 99 0</inkml:trace>
  <inkml:trace contextRef="#ctx0" brushRef="#br0" timeOffset="46834.39">31759 16044 615 0,'-3'-8'-79'0,"1"6"145"0,2 1-26 0,-1 1-30 16,1 0-10-16,0 1-4 0,-1 3 4 0,0 0 0 0,0 2 2 0,0 0-2 16,-3 3-3-16,1 2 14 0,-3 1-11 0,1 1 20 15,-2 3 3-15,0 0-2 0,0 2 17 0,-1 0 8 0,-1 0-1 16,-1 0 11-16,1 1-2 0,-2 2-7 0,2 0-15 0,-1 0 12 0,1 1-17 16,-2 3-9-16,-1-1-4 0,-1 1-9 0,2-1 3 0,1-3 2 15,0-1 1-15,1-1 0 0,0 1-2 0,-1 0-8 0,-1 0-6 16,1-2 8-16,-3 2-9 0,5-5 5 0,3-2-11 0,-3-2-4 15,3 1-39-15,-1-4 6 0,0-1-16 0,3 2-64 0,0-2 33 16,1 0-23-16,1-4-6 0,2-1 1 0,1-2-33 0</inkml:trace>
  <inkml:trace contextRef="#ctx0" brushRef="#br0" timeOffset="47347.8">31190 15905 564 0,'4'-8'-43'0,"1"3"57"0,-1 0-7 0,-1 1 1 0,4-3-4 0,-1 2 1 0,1 0 1 15,0-1-11-15,0-1 7 0,1 2-9 0,0-2 10 0,0-2-3 0,-2 2-1 0,0 0-4 0,0 1-4 0,-2 1 7 0,2 0 9 0,-1-3 3 0,1 0-4 0,-2-3 2 0,2-3 16 0,-3 3-13 0,2 0 26 0,-2-1-6 0,1 0 0 16,0 1-3-16,1-4 9 0,0 3-5 0,1 1-4 0,-2 2 0 16,2 3-12-16,-1 4-8 0,-1-4 19 0,2 3-18 0,-2 0 15 0,3 0-6 15,0 1-7-15,-1 1-8 0,2-1 0 0,1 2 1 0,0 0 8 16,-1 0 1-16,1 2 0 0,-3 1-13 0,0 3 7 0,1-3-7 16,1 3 8-16,0 1 0 0,0 1-3 0,1 1-7 0,-4 0 2 15,3 0-1-15,-2 1 10 0,-2-2-2 0,1 2-5 0,-2 0-16 16,0-1 20-16,2 0-16 0,-3-1 23 0,0-2-7 0,2 2-10 0,-3-2-12 15,0 1-15-15,0-3 8 0,0 2-40 0,2-1-4 0,-1 1-10 16,0 0-58-16,-1-3 1 0,1-1-18 0,0-1 62 0</inkml:trace>
  <inkml:trace contextRef="#ctx0" brushRef="#br0" timeOffset="47795.66">31735 15467 569 0,'3'-3'-246'0,"0"1"409"0,0 0-52 0,1 2-88 0,0 3-7 0,3 2 18 0,1 1-8 0,2 2 43 15,0 1-2-15,2 3-10 0,3-1-25 0,2 4 18 0,-1 2-21 0,0 2 15 0,1 2-12 0,2 3-13 0,1 6-19 0,5-1 7 0,0 3-5 0,-2 3 22 0,0-2-2 0,-6 0-5 0,2 3-11 0,-2-3 23 0,-4-1-18 0,3 2 24 0,-7-4-7 0,1-2-12 0,-1 7-5 0,-5 0-1 0,1 3 0 16,-4 0 3-16,1 2-5 0,-3 4-2 0,0-1-6 0,-2 2 3 16,-5-3-3-16,0-2 2 0,-2-4-1 0,0-4-2 0,-1 0 5 0,-3-2-4 15,2 1 5-15,-3 0-6 0,5-3 1 0,-5-4 1 0,-1-1-7 16,-3-2 15-16,-3-1-13 0,2-2 13 0,0 0-17 0,2 0-12 16,0 3-13-16,1-7 7 0,2-4 1 0,3-4-3 0,2-2-20 15,1 1-28-15,1-1-99 0,0 0-9 0,3-4-26 0,0 0 64 0</inkml:trace>
  <inkml:trace contextRef="#ctx0" brushRef="#br0" timeOffset="48612.14">32214 15286 1 0,'-4'-5'21'0,"1"0"-14"0,0 2 38 0,0 1-7 0,2-1-9 0,0 2 2 0,0-2 12 0,0 2-4 0,0-1 23 0,2-1-5 15,0 0-13-15,2 1-20 0,2-1 28 0,-1 0-27 0,2 0 22 0,0-1 0 0,0-1-7 0,2 1-13 0,1 2 17 0,1-2-15 0,3 0 23 0,-2 1-5 0,1 1-15 0,-1-2-19 0,3 1 27 0,0 0-24 0,2-1 31 0,1 2-10 0,0 1-11 0,3 0-3 0,-1 1-7 0,5 0 7 16,-4 0-4-16,-1 2 0 0,-1 1-4 0,-4 1-9 0,-1 0 10 0,-4 1-12 0,-2-1 3 0,-6 1-4 0,2 0-3 0,1 1-7 0,-3 1 8 0,4 0-3 0,-5 1 23 0,0 0 0 0,0 2-8 15,-3 3-16-15,3 0 15 0,-6-1-14 0,1 0 13 0,-2-1 1 16,-4 1-6-16,-2 2-11 0,-2 3 13 0,-3 1-10 0,-2-3 15 16,2-1 0-16,-2-1-12 0,0-2 0 0,1 0 13 0,2-1-12 15,4-1 14-15,0-2 0 0,2 1-2 0,1 0 6 0,0 0-8 0,3-1 8 16,1-2 0-16,2 0-2 0,1 2 3 0,1-3-14 0,-1 1 14 16,3-1-14-16,-1 1 12 0,1-1-4 0,1 1-5 0,2-1-9 15,0 1 7-15,0-1-5 0,3-1 12 0,1 1-2 0,2-1-6 16,2-1-14-16,2 1 14 0,2-2-12 0,2-1 13 0,3 0 2 15,1 0-8-15,11 0-11 0,-3-1 9 0,0 0-9 0,3-2 18 0,-7 2-2 16,2 0-7-16,1 1-4 0,-1-2 1 0,-1 1-7 0,0 1-33 16,-1 0-17-16,-2 0-17 0,2 0-24 0,1 3-20 0,-3-2 11 15,2 3-62-15,-2-1-23 0,-3 1-21 0</inkml:trace>
  <inkml:trace contextRef="#ctx0" brushRef="#br0" timeOffset="54763.32">30194 16396 256 0,'-2'-5'-9'0,"1"2"-109"0,1 3 54 0,0 0 0 0,-1 0 64 0,1-1 0 0,0 1 0 0,0 0 0 0,0 0 0 0,0-1 0 0,0 0 0 0,0-1 0 0,1 1 0 0,2 1 0 0,-1-1 0 0,0 1 0 0,1 0 0 0,0-1 0 0,-1 1 0 0,0 0 3 0,-1 0 4 0,2 1-1 16,-1 0 6-16,0 0 6 0,1-1-6 0,0 2-2 0,1-2-4 16,-1 1-4-16,2 0-7 0,1 0 16 0,-2-1-9 0,2 0 31 15,-1 2-9-15,1 0-13 0,0 1-26 0,-1-1 17 0,2 1-15 0,-2 0 30 16,1-1-7-16,-1 1-9 0,-1 2-6 0,1-1 1 0,-1 1 1 15,1-1 13-15,-2-2 1 0,0 1-4 0,1 1-24 0,-2-2 23 16,-1 1-20-16,2 1 26 0,0-1-6 0,-2 0-10 0,1 0-4 16,0 0 7-16,1 1-2 0,-1 0 16 0,0 0-4 0,0 0-9 0,-1 1-11 15,3-3 17-15,-2 2-14 0,0 1 14 0,2-1-1 0,-1 0-6 16,0 1-10-16,2 0 4 0,-2-1-5 0,2 3-16 0,0-4-6 16,1 2-18-16</inkml:trace>
  <inkml:trace contextRef="#ctx0" brushRef="#br0" timeOffset="56513.4">31459 16851 217 0,'1'-5'-20'0,"-1"2"8"0,0 0-40 0,0 1 37 0,0 1 47 0,0 1-31 0,0-2 37 0,0 2-6 0,0-1-14 0,0 0-17 0,0-1 7 0,0 1-9 0,0 1 1 0,2 0 0 0,-2 0-5 0,2 1-8 0,-2-1 14 0,0 0-6 0,0 0 31 0,0 0-2 0,0 0-12 0,-2 0-17 0,2 0 22 0,0 0-20 0,0 0 26 0,0 0-5 16,0 0-10-16,-1 2-3 0,1-1 5 0,0 2-2 0,-1 2 7 0,1-1 6 0,0-1-6 0,0 2-19 0,0-1 25 0,0 1-25 0,-1-1 24 0,1 1-7 0,-1 1-12 0,1-1 0 0,0 1-1 0,-1 0 4 0,0 1 4 0,1-1-1 0,0-1-7 0,0 1 3 0,-1 0 8 15,1 0-6-15,-3 2 7 0,1 1-1 0,0-1 0 0,-2 2-10 16,0 1 3-16,2 1-1 0,-2-1 18 0,1 5-5 0,1 0-4 0,-4 4-26 15,3 0 25-15,-1 1-21 0,0-3 29 0,2-1-6 0,-2 1-15 16,2 0-13-16,0 2 10 0,0-4-5 0,0 1 23 16,0-2-1-16,1 1-8 0,0-6-18 0,1 0 20 0,0-1-17 0,0-1 22 15,-1 2-26-15,0 3-16 0,-2 1-49 0,-1 2 3 0,2-3-3 16,-2-4-13-16,1-2 10 0,1-4-28 0</inkml:trace>
  <inkml:trace contextRef="#ctx0" brushRef="#br0" timeOffset="56938.48">31165 16989 495 0,'-1'-10'-36'15,"1"7"36"-15,0 1 9 0,2 0-3 0,0 0 8 0,0-1-1 0,3 1-5 16,1 0-16-16,1-3 14 0,1 3-16 0,1-5 11 16,1 2 3-16,-2-3-2 0,2 2 6 0,2-2-4 0,-2-1 4 0,1 0 12 15,-2-1 3-15,0 0 6 0,0-2-15 0,-1 1 8 0,1-1-12 16,0 0 4-16,-3 1-3 0,2-1 0 0,0 0-2 0,0 2-4 15,1 0 4-15,-2 6 4 0,0-1 2 0,-2 1 0 0,2 1-20 16,-2-2 19-16,0 1-18 0,1 2 16 0,-2 0 0 0,-2 2-8 0,2 0-3 16,-2 0 3-16,0 0-4 0,2 3 6 0,-1 1 1 0,1 0 2 15,1 2-6-15,-2-1 14 0,2 0-10 0,1 0 12 0,0 0-4 16,2 4-8-16,2 2-5 0,-1 3 0 0,2-1 1 0,2 1 5 16,-2-2-2-16,1 0-5 0,-1 2-15 0,2-2 21 0,-1-2-18 0,1 1 27 15,0-2-10-15,0 2-9 0,3 0 3 0,-2-1-8 0,-1 1 8 16,-2 0-19-16,-2 1-17 0,-1 0-14 0,-1 4-98 0,-1 2-11 15,-4 2-25-15</inkml:trace>
  <inkml:trace contextRef="#ctx0" brushRef="#br0" timeOffset="57828.58">30866 18030 279 0,'-7'-8'-5'0,"2"-1"48"16,3 3-2-16,-2 2-40 0,3-1 1 0,1 2-1 0,0 1-3 0,1 0-16 0,0 0 16 0,-1 1-9 0,1-1 29 0,1 0-1 0,-2 0-14 0,0 0-19 0,1 1 32 0,-1-1-25 0,1-2 45 0,0 1-7 0,-1 0-13 16,0-2 2-16,0 1-4 0,0-2 7 0,0 1 8 0,0-2-4 0,0-1-5 0,0 1-22 0,1-1 27 0,-1 0-22 15,1-1 38-15,0 2-8 0,0-2-15 0,1-1-20 0,-1-1 15 16,0-1-11-16,0 0 28 0,0-2-9 0,2 1-11 0,0-4-19 16,1 2 16-16,0 1-13 0,1-3 18 0,1 2 0 0,-1 0-8 15,2-2-11-15,0-1 7 0,2 0-6 0,0 2 15 0,0 0-2 0,1 3-3 16,0 1-5-16,0-3 1 0,0 5-2 0,-1 0 1 0,1 1 0 15,-2 3 0-15,2 2 0 0,-2 0-2 0,0 1 3 0,-4 1 6 16,0 1-3-16,-1-2-3 0,1 0-21 0,1 2 27 0,-3 0-20 0,2 0 37 16,-1-1-10-16,-1 2-13 0,-2 0-4 0,-3 2-3 0,1-1 4 15,-3 1 8-15,5 1 4 0,3 2-3 0,-3-1-27 0,0 2 35 16,-3 1-31-16,0-1 37 0,5 1-3 0,-1 0-13 0,2 1-10 0,-2 0 4 16,-6-1-4-16,0 1 17 0,-1 0 1 0,0-1-5 0,2 0-7 15,-2-2 5-15,4 1-6 0,-2-1 3 0,2-1-4 0,1-1-2 0,1 1 8 16,1-2-6-16,-1-1 10 0,2-1 2 0,0 2 2 15,0-2 2-15,3 2-17 0,-2 1 15 0,0-2-14 0,4 2 23 16,-1-2-3-16,-1 2-2 0,2-1-12 0,-7-1 2 0,0 1-4 0,0 0 3 16,-1 1 1-16,4-2-5 0,-1 0-20 0,1 1 27 0,-1-2-22 15,-1 1 32-15,-1-1-3 0,0 0-12 0,0 0-10 0,0 0 9 16,-1 0-5-16,0 0 19 0,1 1-2 0,-2 0-6 0,-1-1-11 16,0 3 8-16,3-2-8 0,0 2 7 0,0-1-2 0,0 1-4 0,-3 0-1 15,-2-1-3-15,2 1 5 0,-3-1 3 0,3 0-1 16,-2 1-1-16,0-1-26 0,1 1 7 0,-2 1-15 0,0 0-19 0,-1-1-12 15,0 1-12-15,1-1-53 0,-2 0-11 0,2 1-2 0,-2 0 65 16</inkml:trace>
  <inkml:trace contextRef="#ctx0" brushRef="#br0" timeOffset="58245.11">31228 17769 386 0,'-5'-4'26'16,"2"-1"-28"-16,-2 2 0 0,1 2-3 0,-1 0 22 0,1 1-5 0,-1 0-7 0,0 1-6 0,-1 0 2 0,1 0-3 0,0 1 2 0,2-2 0 0,-2 1 1 0,3 0-1 0,0 0 17 0,0 2-7 0,0-2 42 0,2 1-3 0,-1 0-11 0,1 1-38 0,0 1 32 0,1-3-32 0,1 3 34 0,-1 0-12 0,1-2-15 0,1 3-2 0,1-4-3 0,1 2 7 16,0-2 12-16,0 1-3 0,2-1-6 0,0 0-26 0,1-1 29 0,-2 0-24 0,1 0 29 0,0-1-9 15,1 0-17-15,0-1-14 0,-2 0 22 0,1 0-13 0,-1 0 32 0,-1-2-6 16,-1 2-18-16,-1-1-4 0,-1 0 12 0,1 1-7 0,-1-1 16 15,-2 1-7-15,1-1-6 0,-1 1-5 0,0-2 0 0,0 0 2 16,-1 1 9-16,0 1-1 0,0-2-6 0,-2 3-9 0,2-1 13 16,0 1-10-16,-1-1 9 0,1-1-3 0,0 0-8 0,1 2-5 0,0 0-9 15,-2 0 5-15,2 1-39 0,0 0-14 0,2-3-17 0,-1 3-89 16,1-1 110-16</inkml:trace>
  <inkml:trace contextRef="#ctx0" brushRef="#br0" timeOffset="58669.36">30939 17402 722 0,'4'-11'-29'0,"8"2"28"16,11 3-45-16,10-6 1 15,3 6 1-15,1-12-44 16,-25 13 37-16,0-2 24 0,-1 0 4 0,-4 3 13 15,4 0 7-15,-1 3-14 0,-2-1 29 0,-3 2-25 0,-1 0 24 0,-1 0-1 16,-1 0-10-16,-1 0 0 0,1 0-2 0,-1 0 3 0,0 0 4 16,-1 0 2-16,0 0 0 0,0 0-8 0,0 0 15 0,0 2-14 0,1 1 15 15,-1 1 0-15,0 0-5 0,1 0-17 0,-1 0 10 0,0-2-10 16,0 3 15-16,1-1 1 0,0 1-4 0,0 2-14 0,1-2 17 16,-1 1-17-16,1 1 12 0,0-2 1 0,0 3-5 0,2-2-10 15,0 0-7-15,0 1-3 0,-1 0-80 0,0 0 0 0,-1-1-29 16</inkml:trace>
  <inkml:trace contextRef="#ctx0" brushRef="#br0" timeOffset="59558.42">31579 17577 277 0,'-6'-6'2'0,"2"5"3"0,2 0-1 0,0 1 2 0,2 1-2 16,-1 2-1-16,1-1 0 0,0 0-20 0,0 0 21 0,0 2-17 0,2 0 25 0,-1 1-4 0,0-1-9 0,1 2-20 0,-1-1 24 0,2 0-15 0,-2 2 43 0,1-2-2 0,0 3-16 0,0-1-13 0,0 2 19 0,-1 0-19 0,-1 1 16 0,-1-1-8 0,-2 2-8 0,2 0 5 0,-2 1-11 0,1 1 11 0,-2-2-7 15,1-1 2-15,1-1 1 0,-2 0-21 0,2 0 3 0,0-1-11 16,1 1-12-16,-2-3-9 0,1-1-6 0,0 0-11 0,-3 2 12 15,3-2-2-15</inkml:trace>
  <inkml:trace contextRef="#ctx0" brushRef="#br0" timeOffset="59753.25">31356 17678 756 0,'4'-21'-18'15,"0"12"32"-15,0 4-5 0,0 3-10 0,1-1-24 0,2-1 31 0,1 2-26 0,4-2 35 16,3 0-3-16,2 1-12 0,4 0-7 0,1 0-1 0,0 0 2 16,2 1 10-16,-3 1-3 0,-2-1-2 0,1 2-18 0,0 2 11 15,-1 0-14-15,-1-1-17 0,-3 2-14 0,-2 1-20 0,0-2-24 16,-1 2-5-16,-1 1 3 0,-1-1 51 0</inkml:trace>
  <inkml:trace contextRef="#ctx0" brushRef="#br0" timeOffset="60327.19">31705 17976 461 0,'-2'-8'15'0,"0"7"-21"0,0-2 31 15,1 1-5-15,0 2-22 0,0 0-1 0,0-1-12 0,1 1 10 16,0 0-5-16,0 0 21 0,0 0-1 0,1-2-9 0,-1 1-17 0,1-1 17 16,0 0-14-16,0 0 30 0,1-1-8 0,0-1-9 0,0 0-10 15,1-1 9-15,0 1-2 0,2-2 34 0,-1 0 1 0,0-2-2 0,1 0-24 16,-2-1 29-16,1-1-25 0,2 0 29 0,-1 0-10 0,0-2-18 16,0 1-14-16,0-2 7 0,-1-3-4 0,1 1 15 15,0 0-3-15,-1-2-10 0,1 0-16 0,-2-3 22 0,0 2-18 16,3-1 22-16,-3 2-4 0,2 2-10 0,-1 2-10 0,0 1 11 0,-1 2-8 15,2 3 18-15,-2-1 0 0,-1 1-7 0,2 2-20 0,-1 0 26 16,2 0-23-16,-2 1 30 0,1 2-4 0,0-1-10 0,-1 1-11 16,2 2 8-16,-2-2-5 0,-1 2 17 0,2 0 2 0,-1 0-11 0,-2 0-10 15,1 0 20-15,-1 2-19 0,1 0 13 0,-1 1 0 16,1-1-5-16,0 1-5 0,0-1 3 0,-2 2-1 0,2-1 18 0,-2 1-3 16,2-1-8-16,-1 1-8 0,1 1 10 0,0-1-8 0,0 1 9 0,0 2-5 15,0-2-4-15,0 3 4 0,-1-2-5 0,1 2 7 16,-2-1-4-16,0 1 3 0,0-2 1 0,0 3-16 0,0-2 19 0,-2-1-18 15,2 1 17-15,0 0-1 0,0 0-5 0,0-1-4 0,0 0-1 16,-1 0 2-16,2-1 12 0,2 0-4 0,-2-1-2 0,3 1 3 16,0-1 2-16,0-1 0 0,1 1 3 0,0-2-4 0,0 0 2 0,-1 2-4 15,2-1-8-15,-2-1 6 0,0 2-1 0,-3-3 3 0,-1 1 0 16,0-1-10-16,0 0 20 0,0 2-18 0,0-3 17 0,-1 2-1 16,-2-1-8-16,1-1-7 0,0 2 3 0,-3-1-1 0,1 0 12 15,-3-1 0-15,0 2-5 0,1 0-26 0,-1-1 23 0,4 1-21 16,-4 0 25-16,2 1-4 0,1-2-10 0,-1 2-42 0,2-1 14 15,-1 2-18-15,0-1-1 0,1-1-11 0,1 1-20 0,-1-1-82 0,3 0 32 16,-1-1-38-16</inkml:trace>
  <inkml:trace contextRef="#ctx0" brushRef="#br0" timeOffset="60697.98">31752 17411 778 0,'-4'-7'-20'0,"-1"0"8"0,3 3 12 0,0 1 3 0,-1 0-1 0,3 1-1 0,0 2 2 0,2-3-23 0,0 0 20 0,3 2-18 0,1-3 22 0,3 0-2 0,0 1-7 0,2-1 4 15,2 0-4-15,-1 0 5 0,3-1-1 0,-3 0 0 0,0 0-2 0,-2 0-17 0,-1 1 21 0,-1 2-17 0,0-3 22 0,-1 5 2 0,-2-1-9 0,0-1-10 0,-1 2 11 0,1 0-8 0,-4-3 24 0,0 3-4 16,0-3-4-16,0 2-20 0,1-1 21 0,-1 2-18 0,1 0 21 16,-2 0-2-16,1 0-10 0,-1 0-11 0,0 0 11 0,1 0-5 15,0 0 23-15,0 0-4 0,2 3-13 0,-2 0-10 0,2 1 17 16,-2 2-14-16,1-1 11 0,-2 2-1 0,3 0-7 0,-2 2-14 0,-1 0 12 15,0-1-11-15,0 2-25 0,-1 0-26 0,0-1-37 0</inkml:trace>
  <inkml:trace contextRef="#ctx0" brushRef="#br0" timeOffset="61090.99">32092 17876 354 0,'-4'-1'53'0,"3"1"-48"16,1 0-10-16,-2 2-2 0,0 2 22 0,0 1-4 0,1 1-11 0,0 0-20 16,1 2 28-16,0-1-23 0,-1 1 28 0,-1 0-3 15,0-2-13-15,2 2-7 0,0 1 8 0,0 0-4 0,-1 1 15 16,-2 1 3-16,4 1-8 0,-1-1-7 0,0 1-1 0,0-2-9 0,0 2-34 15,0-2-11-15,3 0-8 0,-1 0-18 0,-1-1 13 16,2-1-1-16,-3-3 68 0,0 2 2 0,2-6 2 0</inkml:trace>
  <inkml:trace contextRef="#ctx0" brushRef="#br0" timeOffset="61651.89">32499 17586 440 0,'0'-15'-9'0,"-5"12"31"16,0 1-9-16,-1 2-5 0,-4 0-9 0,1 2 5 0,1 1-6 0,-3 3 0 0,5 1 1 0,2 1-1 0,-5 3-2 0,2 0 4 0,-3 0-1 0,1 2 20 0,3-1 4 0,-1-1 1 0,1 2-12 0,-2 0 18 0,3 1-16 0,-2 0 16 0,1 0-7 0,2-3-11 0,-3 4-27 0,1-3 17 0,0 1-13 0,-1 1 29 0,0-4-4 0,2 3-14 0,-2-1-19 0,0-2 26 15,1-1-21-15,-1 0 29 0,0-1-5 0,-1-1-14 0,-1 0-36 0,0 0 16 0,1-1-20 0,1-1 17 0,1-3-9 0,0 2-13 0,0-1-22 0,1-3 2 0,0 0-7 0,0 0-1 0,1-2 14 0,1 0 5 0,-2-2 49 0,3 0-1 0</inkml:trace>
  <inkml:trace contextRef="#ctx0" brushRef="#br0" timeOffset="61849.34">32241 17656 1019 0,'3'8'30'0,"-1"-1"-28"0,1 5 17 0,0 1-2 0,0 5-2 15,2 2-14-15,0 2 10 0,2 0-11 0,1-2 2 0,0 1-2 16,2-4-6-16,0 1-14 0,4 0 18 0,-1-1-12 0,3 0 26 0,-2-1-4 15,0 0-14-15,3-1-24 0,-2 3-13 0,3 1-9 16,-1 4-54-16,-3-1 33 0,-1 0 26 0,1-4 8 0,-1-4-38 0,3-3 7 16,-6 1-27-16</inkml:trace>
  <inkml:trace contextRef="#ctx0" brushRef="#br0" timeOffset="67836.72">33168 17632 368 0,'0'-13'47'0,"1"-1"-46"0,0 3 0 0,2 0-12 0,-2 2 22 0,-1 3-5 0,1-2-13 0,-2 2-11 0,1 0 23 0,0-1-16 0,0 0 31 0,1 2-7 0,1-2-11 0,0 0-8 0,0 1-3 0,0 1 5 0,-2-3 19 0,0 3-3 0,0-2-1 0,1 1-10 16,-1 1 27-16,0-2-15 0,0 2 41 0,-3 0-15 0,0-1-16 0,1 1-28 0,-2 0 19 0,-2-1-14 0,0 1 20 0,0 0 0 0,-3 1-18 0,1-1-8 15,-2 1 11-15,-3 1-12 0,-1-3 6 0,-4 1-3 0,0 0-2 0,-5-1 7 16,0-2-10-16,-4 3 11 0,-2-1-2 0,2-3 2 15,0-2 4-15,2 2-14 0,-2-2 13 0,-1-1-13 0,1 2 15 0,-2-1 1 16,1 0-3-16,-4-1-6 0,-3 1 9 0,1 1-5 0,-5-1 27 16,-1 0-2-16,-1-3-10 0,-8 1-20 0,1 2 22 0,1-2-20 15,1 2 25-15,4-2-9 0,-3 3-11 0,-4-2 2 0,-3 3-5 0,-3 1 7 16,-3-1-3-16,4 2 0 0,-3 0-1 0,0 1-15 0,5 2 14 16,-1 2-12-16,-2 0 16 0,-1 2-2 0,0 3-7 0,-7-1-8 15,2 6 12-15,4 0-5 0,1 1 25 0,6 0-3 0,1 2-10 0,-7 2-11 16,1 2 15-16,-3 1-14 0,6 0 10 0,4 2-5 0,2 0-10 15,4 3-4-15,-1-5 7 0,3 2-2 0,0-1 11 0,4 2 3 16,2 5-7-16,-2-1-17 0,1 2 22 0,1-2-20 0,6-1 24 16,6-3-5-16,1 1-9 0,1 5-13 0,-1-1 17 0,2 3-9 15,1 4 31-15,7-5-2 0,2 5-10 0,3-1-4 0,6 2 19 16,0 1-13-16,7 1 26 0,4 1-9 0,6-3-10 0,8 1-13 0,6-1-2 16,2-2 1-16,6 1-1 0,5-3 4 0,5 1-1 0,13 2-18 15,4 1 25-15,8-3-23 0,8 1 22 0,3-3-9 0,8 0-13 16,1 1 13-16,7-1-6 0,4-3 9 0,8-2-9 0,-1-3 5 0,-1-1-2 15,14-2-16-15,0-3 23 0,0 0-21 0,4-1 24 0,-7-5-2 16,-2-2-9-16,2 0-4 0,-5-2 2 0,-6 0-1 0,-3-3 6 16,-5 0 2-16,-2-6-1 0,-6 0-15 0,-8-2 9 0,-11-2-13 15,-6-3 1-15,-1-5-2 0,-10-6-3 0,-4-4 11 0,-4-4-1 16,-12-5 5-16,-11-2 7 0,-9 0 0 0,-12 0-3 0,-14-2-13 0,-2 2 19 16,-1 2-14-16,1-8 23 0,5-3-4 0,2-11-10 0,4-3-2 15,7 5 0-15,0 10-1 0,6 16-1 16,-1 4 1-16,-5-1 0 0,-12-9-11 0,-21-5 14 0,-9 1-14 0,-8 0 7 0,-1 3-2 15,-6 0-6-15,-8-6-9 0,-5 3-13 0,-2 0 5 0,3 4-30 0,-2 5-8 16,-3 1-7-16,-7 4-69 0,-6 4-23 0,-2 2-16 0</inkml:trace>
  <inkml:trace contextRef="#ctx0" brushRef="#br0" timeOffset="84054.74">6232 15949 217 0,'4'-9'-48'0,"-5"0"12"0,-1 0-60 0,2 1 75 0,4 0 57 0,4-2-21 16,0 1 40-16,0-2-10 0,3 2-19 0,0 0-11 0,0 1 8 0,-1-1-5 0,1-2 14 0,-2 4-1 0,0-1-9 0,3 5-12 0,-3 3 17 0,1 0-17 0,-1-1 15 0,0-3-4 0,0 2-4 0,1 0-22 0,2 2 11 0,2 0-8 15,0 0 30-15,0 0-7 0,1 0-9 0,1 3-19 0,1 0 20 0,2-1-16 0,0-1 21 0,-1 2-1 0,1 0-9 0,1-2 10 0,2-1 6 0,-1 0-2 0,2 0 7 16,-2-1-5-16,0 1-8 0,-3 2 0 0,-1 1 7 0,2-2-6 15,1 3 2-15,4-2 1 0,-1 1-3 0,-1-1-2 0,-2 2-2 16,0-1 2-16,0 2 5 0,2-2 2 0,-2 3-1 0,2-2-17 0,0 1 18 16,0 3-16-16,3-5 23 0,-1 5-9 0,0-2-9 15,3 0-7-15,2 1 4 0,2-3-1 0,-3 1 6 0,-1-1-1 16,3 1-6-16,3-1-10 0,4 0 13 0,1-2-12 0,-2 0 17 16,2 0-5-16,-1 0-7 0,5-1-8 0,-1 1 7 0,1-2-3 0,1 3 18 15,-2-2-3-15,-2 1-9 0,3 0-6 0,-2-2 8 0,-1 0-8 16,3 0 6-16,-4 0 0 0,0 0-4 0,2-1 2 0,-1 1-3 15,-1 0 1-15,0 0 4 0,-1 1 1 0,-5-1 0 0,3 0-2 16,-2 0 8-16,2 0-8 0,3-1 8 0,-3 0 1 0,0-2 0 0,1 0-12 16,2-2 10-16,0 3-8 0,0-1 24 0,1 2-8 0,-2-2-9 15,1 2-12-15,-6-2 10 0,2-2-7 0,0 2 13 0,-1-1-5 16,5 1-7-16,-5 1-8 0,0 0 9 0,-3-3-4 0,-1 1 17 0,-1-1-2 16,-2 1-9-16,0 1-4 0,-1-3 12 0,-3 1-10 15,-2 1 15-15,3 1-6 0,-2 1-6 0,-1 2-1 0,1-2 1 0,-11 0 1 16,1 1 6-16,-1 0 0 0,0 0-5 0,7 1-18 0,1 1 20 15,-2-2-19-15,1 1 21 0,-3 0-3 0,-2-2-8 0,2 1-9 0,-2 0 8 16,0 0-6-16,-2 1 21 0,-1 0-5 0,0 0-9 0,-3 0-10 16,0-2 15-16,-2 0-12 0,0 0 18 0,-2 2-1 0,-1 0-9 15,-1 2-3-15,0-2 9 0,0-2-4 0,0 2 16 0,0-1-1 0,0 2-12 16,-2-2-4-16,0 1 8 0,-1 1-10 0,0-1-1 0,0 4-1 16,-2-2-1-16,0-1-12 0,-1 4 5 0,0-1-5 0,-1 2 4 15,0-1-10-15,1 3-12 0,-1 0-40 0,3 1-9 0,-1-2-6 16,1 0-46-16,1-1-13 0,-1 0-9 0</inkml:trace>
  <inkml:trace contextRef="#ctx0" brushRef="#br0" timeOffset="86203.33">6043 15764 285 0,'-17'-16'15'16,"0"0"-15"-16,1 2 56 0,4 1-3 0,-2 1 4 0,1 1-38 0,-2-1 31 0,2 1-31 0,-2 1 31 0,3 1-13 0,-3-2-16 0,1 1-19 0,-2-1 12 0,-1 2-8 0,-2-2 23 0,0 4 1 0,-1-1-9 0,-1 0-21 0,0 1 29 0,5 1-27 15,-2 0 33-15,-1 0-7 0,1 1-9 0,-7-1-2 0,0 0-9 0,-1 1 6 0,-2 0-6 0,1 2-3 0,-2-1 2 0,0 2-11 0,-1 1 10 0,1 1-8 0,0 0 7 0,1-2-1 0,-5 1-6 16,0 1-11-16,-3-1 14 0,3-1-10 0,1 1 20 0,-1 0 2 15,0 0-11-15,-7 1-11 0,1-2 17 0,-3 2-16 0,2 0 18 0,2 2-3 16,-1-1-7-16,-2 1-3 0,-2 0 1 0,-2 0 1 0,3 0 9 16,1-2 3-16,2 1-3 0,-2 1-16 0,-3 0 25 0,1 0-21 15,1 1 28-15,3 1-8 0,2-1-11 0,-6-1 3 0,-2 2-8 16,-1-2 9-16,3 1-5 0,4 1 2 0,0-1 0 0,-4 1-8 0,-4 1 9 16,1 3-9-16,-1 1 8 0,2 1-3 0,-3 1-3 0,1 1-11 15,-1 2 11-15,1-1-7 0,6 3 18 0,-3-1-3 0,-1 0-9 16,-3 2-9-16,1 0 15 0,3 0-11 0,2 0 15 0,2 1-1 15,-1 1-8-15,-1 0 0 0,1-1 0 0,4-4 0 0,-1 1 2 16,2 1 0-16,-2 1-1 0,0 3-5 0,1 0 7 0,1-3-7 16,2 4 3-16,3-2 2 0,0 3-1 0,-2-2-14 0,0 5 17 0,0-1-13 15,2 3 25-15,4 1-2 0,-1 2-13 0,0 0-15 0,1 1 21 16,1 1-17-16,-1 1 24 0,4-3-4 0,1 0-9 0,1-1 1 16,2-3-4-16,1 1 4 0,1 0 2 0,4-4-1 0,1-1 1 0,3 1-15 15,3 0 14-15,2 1-12 0,2 2 20 0,2-2-6 0,1-1-6 16,4 2-12-16,0 0 14 0,2 1-8 0,2 3 24 0,1-2-2 15,1-2-14-15,3 0 1 0,2 0 5 0,-1-2-5 0,2 0 1 16,1-2-2-16,0-3-1 0,4 0-5 0,1-1 7 0,1-2-1 16,0 1 24-16,3-4-7 0,1-1-9 0,1 0-3 0,4-1 4 0,-2 2-2 15,3 0 1-15,0-4-4 0,0 4-4 0,3-3-10 0,3 0 10 16,4-1-4-16,1-1 23 0,1 1-6 0,0-2-9 0,0 2-13 16,-2 0 19-16,-1-1-12 0,0 2 25 0,0-1-6 0,3-2-11 0,4 1 8 15,4 1-2-15,0-1 6 0,2 0 9 0,-6-2-6 0,1 0-5 16,2-1-19-16,0-2 17 0,5 0-14 0,1-2 23 0,0-2-3 15,4 0-9-15,1-2-3 0,-3-3-1 0,2-3 0 0,-5-1 9 16,0-1-4-16,4 1 0 0,4-3-15 0,3-1 10 0,-3-1-8 16,-4-1 11-16,-6-1 0 0,-2-3-8 0,3-1-8 0,5-1 11 15,-1 2-8-15,0 1 19 0,-2-1-3 0,-3 1-7 0,-2-3-17 0,0-5 19 16,-5-3-15-16,2-1 22 0,-3 0-3 0,1 2-11 16,4 1-8-16,-5-2 8 0,1 0-5 0,-5 3 16 0,-10 0-1 0,1 1-7 15,1 0-14-15,-3 0 16 0,1 4-13 0,-3 0 19 0,-4 3-4 0,-3-3-8 16,-1-1 5-16,-3-2-3 0,-3-2 4 0,-2-3-1 0,-4 3 2 15,-2-3-2-15,-4-1-6 0,0 1 13 0,-3-2-13 0,-2 2 10 16,-2-1-4-16,-4 2-5 0,0 0 0 0,-3 2-1 0,-2 2 3 16,-2 0 10-16,-1-1 0 0,-1-1-3 0,-4-2-10 0,-2-2 14 0,1 3-13 15,0-3 23-15,-1 1-7 0,-1 1-7 0,-2-2-10 16,-1 3 12-16,-1 2-9 0,1 2 16 0,6 3-1 0,5 3-9 0,-3-1-13 16,-1 2 11-16,-1 3-11 0,-6 2 16 0,5 0-3 0,0 3-5 0,-1 1-10 15,2 2 4-15,0 0-4 0,0 2-2 0,1 2-6 0,0 1-10 16,1 2-44-16,2 0 17 0,1 1-23 0,2 2 4 0,2 2-20 15,2 0-18-15,1 1-41 0,2 3-26 0,1 2 3 0,2-2 39 16</inkml:trace>
  <inkml:trace contextRef="#ctx1" brushRef="#br0">27694 11006 0</inkml:trace>
  <inkml:trace contextRef="#ctx0" brushRef="#br0" timeOffset="149927">23056 4766 256 0,'-2'-10'12'0,"1"6"224"0,-3-1-39 0,1-1 38 0,-1-1-112 0,-2 1 4 16,4 1-37-16,-2 1-14 0,3 0-14 0,-1 0-17 0,0-3-10 0,-2 0 9 0,0 0-12 0,0 2 12 0,2 2-7 0,0-1-11 0,-1 2-9 0,-1-5 22 0,2 3-21 0,-2-1 28 0,-1 1-3 0,3 3-12 0,-4-5-20 0,3 4 25 0,-2 1-28 0,0-1 33 0,-1 2-7 0,-1 0-14 0,3 1-8 0,-2-1 18 15,2 2-18-15,-3 1 23 0,1 0-5 0,1 2-14 0,-2-2-4 0,0 3-1 0,1 1-3 0,-1 4 2 0,0 0-1 0,1 2 0 0,0 0-7 16,0-2 10-16,0 3-7 0,2-1 16 0,0 2-4 0,0 0-9 0,2-3 1 16,0 1 9-16,1 1-5 0,1-2 9 0,0-1-5 0,0 2-6 0,2-1-11 15,1 2 4-15,-1 0-4 0,2 0 11 0,-1-3-3 0,0-2-4 16,2 0-15-16,1 0 20 0,-1 0-17 0,0 0 20 0,-1 0-1 16,1-1-11-16,0-1-17 0,-1 1-9 0,0 0 1 0,0-2-2 15,-1-1-17-15,0 0 4 0,0 2-72 0,-1-2-23 0,-1-1-2 16,1-2-114-16,-2 1-15 0,0-2-36 0</inkml:trace>
  <inkml:trace contextRef="#ctx0" brushRef="#br0" timeOffset="150331.14">22771 5063 364 0,'0'0'155'0,"0"0"111"15,0 0-20-15,2-2-35 0,3 1-59 0,-1-1-34 16,4-1-23-16,2-1-60 0,0 0 5 0,1 0-21 0,3-1 10 15,-2 0-4-15,2 0-6 0,0-2-12 0,1 1 15 0,-2 1-16 16,3-2 24-16,-2 0-7 0,0-4-10 0,2 2-11 16,0 0 6-16,-2-1-7 0,2 0 14 0,0 1-9 0,-2 0-5 15,2 1-2-15,-5-1 3 0,-1 2-1 0,-5 0 12 0,-5 1-5 16,0 0-6-16,0-1-13 0,0 3 18 0,3-1-15 0,-1 3 30 16,-2-4-3-16,3 3-11 0,-4-1 7 0,-1 0 7 0,-1 1-4 15,0 0 2-15,2 0-1 0,1 2-6 0,-2-1-4 0,2 2 5 16,-3 0-3-16,-5 0 7 0,2 2-5 0,-2 0-4 0,0 2 0 15,1 0 7-15,0 2-1 0,2-1 12 0,1 2-1 0,0 1-4 0,2-1-3 16,-2 1 8-16,2 1-6 0,0-1 15 0,2 1-5 0,1-2-1 16,-1 2-20-16,1-1 12 0,-1 0-12 0,1-1 17 15,4 1-6-15,-3-2-8 0,3 2-9 0,1-2 2 0,-1 0-2 0,1 0 6 16,0-1-1-16,1-2-4 0,2 2-5 0,-4-1 6 0,2-2-4 16,0 2 3-16,-7-1 0 0,3-1-4 0,-1 3-1 0,-1-2 4 15,5-1-4-15,1 1 3 0,0-2-6 0,-1 0-8 0,2-1-22 16,-1 0-6-16,1-2-2 0,2-2-33 0,-1 0-12 0,1 0-12 0,-1-1-56 15,0-1-20-15,-1-1-7 0,-1 0-101 0,-2 0 17 0,-1-2-10 16,0 2-55-16,-2 0 191 0</inkml:trace>
  <inkml:trace contextRef="#ctx0" brushRef="#br0" timeOffset="150976.41">23226 4903 923 0,'-3'9'-251'0,"2"-5"541"0,-1 0-59 16,2 1-73-16,0 2-78 0,2-4 20 0,-1 3-46 15,2 0 11-15,-2-2-14 0,0 1-20 0,2 0-9 0,0-1 12 16,-1-2-15-16,1 4 13 0,-2-5-3 0,2 1-9 0,-2 0-12 16,0-1 21-16,0 2-22 0,0-3 27 0,0 1 3 0,0 0-8 15,-1-1-11-15,0 0 22 0,0-1-24 0,0-2 33 16,0 1-11-16,-1-2-15 0,0 0-9 0,0-1 4 0,-2-2-6 16,1 2 3-16,-1 0-6 0,1 0-3 0,1 1 0 0,-2-1 11 15,3 3-6-15,-2-5 19 0,0 3-6 0,2 1-10 0,0-3-7 16,0 3 7-16,0-3-7 0,2 1 9 0,2 1-3 0,-1-1-7 0,1 0-8 15,0-1 10-15,-1 2-8 0,2-2 9 0,-1 2-2 16,2-1-5-16,1 1-6 0,0-1 6 0,0 2-3 0,0-1 16 16,0 2-3-16,-1 0-5 0,1 2-13 0,1 0 8 0,-2 0-7 15,-1 3 12-15,0 0-1 0,-1 0-5 0,1 1-5 0,-1 1 8 0,1 0-7 16,-2 1 8-16,1 0 3 0,0-2-4 0,0 4-4 0,0-3 0 16,0 0-2-16,1 0 4 0,-2-1-1 0,0-2 4 0,3 2-13 15,-1-3 12-15,-1 1-9 0,2-2 18 0,-1 1 0 0,1-1-7 16,1 0-6-16,0-1 2 0,1-1-3 0,0 1 10 0,0 0-4 0,1-2 0 15,1 2-14-15,-1 0 6 0,3 1-4 0,-1 1 17 0,-2 2-4 16,1 0-6-16,0 5-5 0,-1-2 5 0,2 5-3 0,-2 0 11 16,0-1-2-16,-1 3-3 0,-1-2-1 0,-1-1-3 0,-6-1 1 15,0-3 1-15,0 1-2 0,-1-4 1 0,5 1-4 0,-1-1 5 16,-2-1-2-16,5 2 10 0,-4-3-3 0,1 1-5 0,4-1-11 0,-4-1 14 16,3 0-10-16,-3-3 22 0,3 2-2 0,-3-3-11 0,4 1-6 15,0-3 10-15,1 3-7 0,0-4 8 0,-3 1 0 0,4 1-7 16,-2-3-11-16,-2 2 13 0,1-1-9 0,-3-1 19 0,0-1-1 15,1 3-11-15,-3 0-5 0,2-1 10 0,-1 0-8 0,-1 1 8 16,-1 1-1-16,0 0-4 0,1 1-9 0,-2 2 8 0,1-1-6 16,-2 1 14-16,1 0-1 0,-1 1-6 0,0 0-4 0,1 0 5 0,-1-1-5 15,0 2 3-15,0 0 1 0,2 2-4 0,0-1-11 0,0 1 14 16,-2 1-11-16,2 1 21 0,0 0-2 0,0 1-8 0,0 0-12 16,0 3 14-16,0-2-9 0,0 2 17 0,0-1-1 0,0 0-6 0,2 0-7 15,-2 0 5-15,4-1-3 0,-2-1 10 0,3 1 3 0,1-1-6 0,-1-3-12 16,3 1 11-16,-2-2-11 0,2-1 13 0,0 0-1 0,2 0-5 15,1-3 2-15,2 1-2 0,-1 1 1 0,1-3-20 0,-1 0-7 16,-1-1-9-16,1-2-48 0,-1 1-17 0,-1 0-10 0,0-1-122 16,-2 0-43-16,1 0-46 0,-2 1-133 0,1 1 247 0</inkml:trace>
  <inkml:trace contextRef="#ctx0" brushRef="#br0" timeOffset="151359.76">23988 4667 306 0,'4'-4'687'0,"-3"4"-23"0,0 1-455 0,0 2-73 0,0 0 8 0,0 4-50 0,-1-1-10 0,1 4-15 0,0 2-12 0,1 3-28 0,0 1 15 0,-1-3-22 0,1 1 22 0,0-2-9 0,1-1-11 0,1 3-23 0,0-3 14 0,-1-2-16 0,2 1 19 0,1-1-5 0,0-1-10 0,3 1-9 16,-4-4 8-16,1 2-8 0,-2-4 24 0,-1 1-7 0,2-1-8 0,-1-1-3 0,1 0 4 0,1-2-3 0,-4-2 12 0,-1 0-4 0,0 1-2 0,5-6-17 0,3 3 15 0,3-3-14 0,2-1 24 0,-1 0-4 15,-3-1-10-15,-1 0-4 0,-2 2 3 0,-2 0-3 16,-2 0 6-16,-2-2-2 0,0 2-1 0,-1 1-9 0,0 1 9 0,-2 0-5 16,0-1 11-16,-4 1-1 0,-4 0-7 0,3 3-7 0,-2-1 6 15,-1 3-5-15,3 4 9 0,-2-2-1 0,0 5-4 0,2-1-5 16,-1 2 7-16,1 1-4 0,1 2 10 0,-1 0 4 0,7-1-4 0,0 0-4 16,4 0 13-16,5-1-11 0,-11 0 16 0,2-1-1 0,0-2-4 15,5 0-2-15,7 0 11 0,1-1-8 0,5 0 11 0,2-2-5 16,3-1-9-16,1 1-11 0,1-1 9 0,-5 0-9 0,2 0 12 15,-4 0-3-15,1-1-8 0,0-1-1 0,-1 1 0 0,-1 0 0 16,-2 1 0-16,-3-1-4 0,-2-1-5 0,-1 1-24 0,0 1 1 0,-3-1-8 16,2 0-29-16,-2-1-22 0,-1 0-19 0,1 0-137 0,0 0-88 15,-2 0 4-15,0 1 39 0</inkml:trace>
  <inkml:trace contextRef="#ctx1" brushRef="#br0" timeOffset="12581.09">33851 5823 0,'0'0'0,"0"0"0,0 0 16,0 0-1,0 0-15,0 0 16,0 0 0,-39 90-16,36-75 15,2-3-15,0-2 16,0-2-1,0 1-15,0 0 16,0-3 0,0 1-16,-1-1 15,2-1 1,0-1-16,0-1 16,0 0-16,0 1 15,0-2 1,0 0-16,0-1 15,0 1 1,0-2-16,0 0 16,0 0-16,0 0 15,0 0 1,0 0-16,0 0 16,0 0-1,0 0-15,0 0 16,0 0-16,-64-107 15,44 86 1,-3-2-16,-2-3 16</inkml:trace>
  <inkml:trace contextRef="#ctx0" brushRef="#br0" timeOffset="163058.56">28999 6412 217 0,'0'0'579'0,"-8"-6"-359"0,-1 3 376 16,-1-1-502-16,0 2-135 0,2 2 10 0,0 0 106 0,1-1-6 0,4 1-4 0,-2 0-41 0,2 1 9 0,1 2-16 0,-1 1-3 0,3 2-5 0,0 1-9 0,2 3 11 0,0 1 17 0,1 6-7 0,1 2 29 0,-1 2-4 0,0 4-9 16,2 7-3-16,-2-2 0 0,2 4-4 0,-3 0-11 0,-2-1-2 0,0 3-3 0,0-3-16 0,-1 0 13 0,-1 3-12 0,-3-1 15 0,2-1-2 15,-1 0-9-15,0 2-16 0,0 1 18 0,0 0-15 0,-2 0 28 0,2-1-10 0,1 1-10 0,-1 0-2 0,1 0 5 0,1 0 0 0,-1 0 13 0,1 2-4 0,0-1-5 0,0 2-15 0,-2-2 22 16,1 2-12-16,2-3 47 0,1-4-16 0,0 3-14 0,0 0-16 15,0 1 0-15,-1-1 1 0,1-1 7 0,-2-3-8 0,1 0-2 0,-2-2-5 16,0 1 4-16,-1-3 1 0,0 0 9 0,-1-2-4 0,0 1-4 16,-1 2-7-16,0-2 9 0,2 1-4 0,-1 2 7 15,1-2 0-15,-2-1-5 0,1-1 12 0,0-2 3 0,1-2 1 16,0 1-8-16,1-3 2 0,-2 1-1 0,3 0-9 0,-1 1 2 16,1-1-3-16,-1-3 14 0,1-2-2 0,0 0 1 0,1 1-16 0,-2 0 4 15,2-2-3-15,0 2 14 0,-1-4-4 0,1 1-6 0,-1 0-7 16,-1-1 9-16,1-2-7 0,-1-3 13 0,1 0-5 0,-1-2-6 0,1 2 0 15,0 2 1-15,1 0 1 0,-2-1 0 0,1-1 0 0,0 2-2 16,0-1-9-16,-1 1 13 0,1 1-8 0,-1-2 16 0,1 2-1 16,-2-2-7-16,1 3-9 0,-2-1 7 0,1-1-6 0,0 1 13 0,0-1 0 15,1 0-7-15,-1 2-1 0,1-1 1 0,1 2-3 0,1-2 3 16,1 0 2-16,3 0 1 0,0 3-10 0,1-3 7 0,0-1-6 16,2 0 9-16,-1-1 2 0,1 0-5 0,2 1-8 0,0 2 11 15,-2-1-10-15,2 2 11 0,0 1-1 0,1-1-3 0,0 1-3 16,0 1 2-16,0-1-3 0,1 3 6 0,-1-3 1 0,0-1-1 0,-1-3-3 15,2-2 1-15,-1 2-1 0,1 0 2 0,0 5-1 0,2 0-2 16,-2-1-6-16,1-3 9 0,2 2-5 0,0-1 12 0,0-2 2 16,2-2-4-16,1 1-14 0,0-3 10 0,2 0-11 0,0 2 11 15,-6-3 1-15,2 0-2 0,2-1 0 0,1 1 0 0,9-2 0 0,-1 1-1 16,1-2-1-16,0 1 1 0,1 1-6 0,-1-2 7 0,2 0-4 16,1 1 8-16,2 0 0 0,2 0-6 0,3-1-9 15,4 1 11-15,3 1-8 0,-4-4 15 0,2 1-2 0,-1 0-6 0,3-1-4 16,5 0 4-16,0-1-2 0,2 0 8 0,-2 1-2 0,7 0-4 15,7 0-4-15,-3 0 4 0,4 0-1 0,-2-2 9 0,-5 2 1 16,6 0-5-16,5 0-4 0,6 2 3 0,-1-2-3 0,0 2 6 16,-7 1 1-16,-1 0 0 0,5-1-7 0,3 0 4 0,5 0-4 0,-1 0 7 15,-4-2 1-15,-1 0-3 0,-4 1-13 0,2-1 9 0,2 0-7 16,2 3 20-16,-3-2-5 0,-2 2-7 0,-2-1-6 0,-3-2 2 0,-5 2-2 16,1-1 10-16,-9 0-3 0,2-1-4 0,2 2-15 0,-7-2 3 15,-1 0-7-15,-6 0-12 0,-7 0-11 0,-4 0-8 0,-5-2-46 16,-5 1-19-16,-2-2-3 0,-5 3-106 0,-2-2-79 0,-4-1-58 15</inkml:trace>
  <inkml:trace contextRef="#ctx0" brushRef="#br0" timeOffset="164410.46">27492 6323 256 0,'-16'-7'14'0,"7"4"237"15,1 0-69-15,-1 2 28 0,-1 0-125 0,1 1 7 0,0 0-28 0,-1 0-8 0,2 1-6 0,-2 0-14 0,1 1 10 0,0 3 17 0,0-3-14 0,1 2 34 0,2 1-14 0,-1-2-16 0,1 2-26 0,1-1 24 0,0 0-29 0,1 0 27 0,0 1-7 0,2-1-14 0,0 3-20 0,-2 0 23 0,2 0-23 0,0 4 40 0,0-3-8 0,-1 3-17 0,1 0-13 0,0-1 21 16,1 1-21-16,1 0 23 0,0 1-9 0,1-1-14 0,1 0-2 0,3 1 9 15,-1 0-8-15,1-1 8 0,0 2-3 0,1-1-7 16,2-1-8-16,0-2 4 0,1-4-4 0,-1 0 7 0,1-2-2 16,2-2-6-16,-2 2 2 0,1-1 2 0,-1 2 0 0,0 0 1 0,0-4-1 15,0 0-2-15,-2-1-6 0,1 0 3 0,0-1-3 0,-1-2 3 16,1-1-5-16,-1 0-3 0,-1-4-29 0,0 3 1 0,1-1-9 16,-3-2-18-16,2 0-10 0,-1-3-13 0,0-2-76 0,2 1-10 15,-3 0-15-15,-2-2-61 0,1 2 10 0,-2-3-9 0</inkml:trace>
  <inkml:trace contextRef="#ctx0" brushRef="#br0" timeOffset="164873.79">27556 6147 203 0,'0'0'105'0,"0"-2"42"0,0 1 133 0,0 0-48 0,0 1-36 0,1 1-54 16,1 4 17-16,-2 0-40 0,3 4 18 0,0 0-23 0,-1 3-28 0,0 3-25 16,-1-1 7-16,-4 1-22 0,1 1-7 0,-1-2-8 15,1 0-7-15,6 0-9 0,-1 0 1 0,1-2-5 0,1 1 7 16,-2-2-7-16,3-1-1 0,0 1-5 0,1-4 4 15,-2 1-4-15,2-2 2 0,-5-1 3 0,0 1-4 0,3-3-6 16,-5 0 12-16,0-1-13 0,0 0 11 0,-1-2 4 16,3 0-5-16,-2 0 4 0,0-2 9 0,1-1-9 0,-2-1 15 0,0-1-8 15,1-2-6-15,2 1-20 0,0-1 12 0,4 2-12 0,-2 0 13 16,0-1-1-16,1 2-6 0,0-2 0 0,1 0 4 0,3 3-3 16,-1-4 6-16,0 3-2 0,-1 2-3 0,-1-1-13 0,-1 2 15 15,0 1-12-15,0 1 22 0,1 2-5 0,-1 1-8 0,0 2-11 16,-2-1 12-16,3 2-9 0,-2 0 16 0,1 0 0 0,1-1-9 0,-2 0-13 15,3 2 16-15,1-1-13 0,1-1 22 0,1 0-2 0,2 2-10 16,2-3-4-16,-1 0 6 0,3 0-3 0,1 1 4 0,-3-4 2 16,1 2-3-16,0-2-13 0,0 0 14 0,0 0-11 0,-1 1 23 15,0-2-7-15,-2-1-8 0,-1-1-13 0,-2-2 12 0,-1-1-8 0,-1 3 25 16,-1-4-1-16,-4 1-7 0,1-2-10 0,-2-1 7 0,2 1-6 16,-3-2 10-16,0 1-1 0,0 0-3 0,-6 1-12 0,4-1 10 15,-5 2-9-15,1 2 13 0,1 0 1 0,-2-1-6 0,1 2-3 16,-2 2 3-16,2-2-4 0,-3 2 2 0,2 0 0 15,0 0-2-15,1 0-2 0,1 2 3 0,1-2-1 0,0 0 5 0,2 0-1 16,0 1-2-16,1-1-17 0,-1 1 8 0,2-1-11 0,0 0-1 0,0 0-3 16,3-1-10-16,0-2-31 0,4-2-15 0,0 0-5 0,3-1-94 15,1-2-52-15,1 0-44 0,4-1-146 0,0 4 225 0</inkml:trace>
  <inkml:trace contextRef="#ctx0" brushRef="#br0" timeOffset="165074.14">28185 6001 1709 0,'-8'18'-183'0,"4"-8"420"0,0 3-43 0,-1 3-47 0,3 1-63 0,1 1 6 0,1 2-34 0,2 5-2 0,-1-4-12 0,2 2-7 0,2 2-22 0,-1-5 4 0,0 2-9 0,2 0 2 0,-1-7 0 0,2-1-4 0,1 2-23 0,1-2 7 0,-2 0-14 0,1-1-7 15,-2-2-28-15,0-2-14 0,-1-1-122 0,1-1-112 0,-3-2 57 0,4 2-69 0</inkml:trace>
  <inkml:trace contextRef="#ctx1" brushRef="#br0" timeOffset="21133.58">33739 13310 0,'0'0'0,"0"0"0,0 0 0,0 0 0,0 0 0,0 0 0,0 0 0,0 0 0,0 0 16,-33 91-16,27-80 0,1 1 0,-1-1 0,2 0 0,0-1 0,1 0 0,1-1 0,1-1 15,0-2-15,-1 1 0,1-2 0,0 0 0,0 3 0,0-3 0,0 1 0,0 2 0,0-1 0,-1 1 16,1-3-16,0 0 0,0 0 0,0-1 0,0-2 0,0 0 0,-2-1 0,1-1 0,2 0 0,0 0 0,0 0 0,0 0 0,0 0 0,-32-14 15</inkml:trace>
  <inkml:trace contextRef="#ctx1" brushRef="#br0" timeOffset="21328.34">33552 13596 0,'0'0'0,"0"0"0,0 0 16,0 0-1,0 0-15,0 0 16,0 0 0,0 0-16,0 0 15</inkml:trace>
  <inkml:trace contextRef="#ctx1" brushRef="#br0" timeOffset="21420.12">33618 13643 0,'72'106'0</inkml:trace>
  <inkml:trace contextRef="#ctx0" brushRef="#br0" timeOffset="170475.69">29351 9676 903 0,'-5'-13'234'0,"-1"1"-150"0,-1 0-93 0,3 3-7 0,-1-1 13 0,2 2-2 0,0 0 3 0,2 1 9 0,-2 0-4 0,1 2 11 0,0 1 21 0,1 1 2 0,-2 0 4 0,1 0-4 0,1 3-1 0,0 0-4 0,-1 0-19 0,1 7-2 0,-2-2-3 0,1 4 20 0,0 2 7 0,-2 0 3 0,2 0 19 0,0-1-6 0,0 5-5 0,-2-1-33 0,3 2 19 0,0 0-21 0,0 0 14 0,1 0-9 0,0 2-15 0,1 0-6 0,-1 6 10 0,1 0-5 0,1 4 7 0,1-1 3 0,-2 3-10 15,1 0 0-15,-1-1 6 0,1-1-6 0,0-1 3 0,-2-4-5 0,0-2-4 16,1 2 0-16,0-1 9 0,0-3-3 0,0 1 8 0,0-6 1 0,0 1-11 15,0-1-6-15,1-2 10 0,0-2-11 0,-1 0-25 0,1-2-29 16,-1 1-31-16,3 0-123 0,-3 0 15 0,1-2-29 0,0-1-19 16,-1-4 149-16,4 1-16 0</inkml:trace>
  <inkml:trace contextRef="#ctx0" brushRef="#br0" timeOffset="170740.67">29025 9974 1707 0,'-5'-6'-124'16,"4"2"202"-16,0-3-28 0,0 3-48 0,2 0-8 15,2 0 18-15,4 0-8 0,1 2 53 0,-1-3-4 0,2-1-5 0,-3 0-19 16,1 1 10-16,3-2-13 0,2 4-5 0,10-2-8 15,-1 2-13-15,5-1-11 0,0 2 14 0,-5 0-11 0,2 1 7 0,-5 0-3 16,0-1-16-16,-2 2-25 0,0 0 15 0,0-1-18 0,-2 0-3 0,0 0-14 16,-1 1-16-16,0 0-29 0,-2 0-34 0,-1-2 10 15,-1 0-99-15,-1-1-2 0,-3 1-5 0</inkml:trace>
  <inkml:trace contextRef="#ctx0" brushRef="#br0" timeOffset="171340.63">29724 9908 978 0,'-7'-4'217'0,"3"-1"-200"0,-3-5 53 15,-2 2-117-15,-1 0 32 0,1 2-17 0,0 1 65 0,1-2-1 16,-1-2-8-16,-3 2 15 0,-3 0 3 0,2 1 2 16,1 0-3-16,3 3-3 0,0 2-13 0,-2 1-13 0,2 1 15 0,-3 2-16 15,9 3 8-15,-2 0 1 0,-2 2-6 0,2 2-20 0,-10-1 14 16,1 3-14-16,2 1 18 15,3 2 0-15,3 0-8 0,-2 2-15 16,3 0 16-16,-1-5-14 0,1 0 19 0,3-1-2 0,1-2-7 0,2 4-8 0,1 0 7 0,2-1-4 0,2-1 13 0,1-3 0 0,1-1-6 16,3 1-17-16,0-5 22 0,1 1-17 0,1-2 29 0,-2-1-8 0,3-1-11 15,-4-1-3-15,-2-1 8 0,1-2-2 0,1 0 18 0,3-3 1 16,2-2-7-16,-1 2-5 0,0-3 21 0,-4-2-19 0,0 3 15 16,-3 0 0-16,-4-2-10 0,3 3 14 0,-4 1 0 0,0-3 2 15,-2 3 9-15,0-4-4 0,-1-3-2 0,0 4-16 0,-2-2 10 0,2 5-11 16,-3-2 11-16,2-1-7 0,1 3-9 0,0 2-6 15,0 0-1-15,1 2 0 0,0 2-3 0,-1 0-2 0,1 0-3 0,1 1-8 16,-1 1 6-16,1 1-4 0,1 1 11 0,1 5-1 0,3-1-2 0,1 4-8 16,1-1 7-16,-1 5-5 0,2 1 8 0,-1 0 0 15,1 2-5-15,3-3-13 0,-1 3 17 0,0 2-12 0,0-1 23 16,-1 4 0-16,2-1-9 0,-1-2-21 0,-1 4 12 0,0 1-14 16,-1-1 26-16,-1 0-2 0,0-1-2 0,0 4-13 0,-2 0 1 0,0 1-4 15,-4 1 3-15,0-4 3 0,-2 3 2 0,0 2 6 0,-2-3-1 0,-1-3 3 16,-3 0-6-16,-2-3 2 0,-1-2-2 0,-2 1-9 0,-2-2 15 15,-3-4-11-15,-2-2 22 0,1-3-6 0,-1-1-9 0,-1-3 1 16,-2-1 0-16,-1-2 3 0,0-2 5 0,-2-4-1 0,3-2-2 0,2-1-7 16,3-1 15-16,4-5-10 0,3 0 27 0,1-4-7 15,2-4-11-15,6-3-9 0,0-2 12 0,3-1-8 0,3 0 19 16,3-3-12-16,4 1-9 0,1-2-6 0,3 0 0 0,2 5 1 0,1 0 2 16,2 4-3-16,-2 2-2 0,0 2-5 0,-1 1 7 0,-3 1-4 15,1 0 8-15,-3 5 0 0,2-1-4 0,1 1-3 0,-1 0 3 16,-1 2-1-16,1-1 3 0,-1 0-2 0,-1 1-3 0,2 0 1 0,2 0 0 15,1 3 1-15,0-3-10 0,0 4-17 0,-1-2-16 0,2 3-57 16,-2 0-34-16,-4 1-7 0,-4-1-233 0,1 1-71 0,5 1-80 16</inkml:trace>
  <inkml:trace contextRef="#ctx0" brushRef="#br0" timeOffset="180531.65">28940 7545 217 0,'-1'0'-48'0,"0"1"12"0,0-1-60 0,0 0 94 0,0 1 35 0,0-1-4 0,-1 0-2 0,1 0-10 0,1 0-15 0,-1 0-9 0,1 1 8 0,0 1-3 0,1-1 8 0,-1 2 4 0,1-3-8 0,-1 1-12 16,0 0 17-16,0 0-16 0,0 2 20 0,0-3-7 0,0-1-5 0,0-1-11 0,0 0 12 0,-1 2-4 0,1 1 28 0,-1 0 6 0,1 2-4 0,-1 0-22 0,0-3 40 0,0 2-35 0,-1-2 48 0,0 1-8 0,1 1-18 0,-1-2 3 0,1 2-3 0,1-1 4 0,-1-1-5 0,1 0-8 0,0 0-8 0,0 0-28 0,0 0 26 0,0 2-23 0,1-1 29 0,0-1 4 0,0 0-5 0,3 0-2 0,-2 0 19 0,0 0-12 0,1-1 36 0,0-1-7 0,1 1-14 16,1-3-13-16,0 2 16 0,2-1-14 0,-1-1 20 0,-1 2-8 15,1 1-9-15,1-1 7 0,-1 0-3 0,4-2 4 0,1-1-14 16,-1-2 0-16,2 0-6 0,-5 0-12 0,1 0 11 0,0-2-11 15,0 1 18-15,7-1-5 0,2 0-3 0,1 0-12 0,1-1 10 16,2-2-6-16,0 1 21 0,-1 1-4 0,1 1-8 0,0-4-9 0,2 1 9 16,2 1-9-16,2 0 10 0,1 0-4 0,3-2-2 0,0 0-11 15,1 1 11-15,2-3-7 0,-1 3 30 0,-7-2-8 0,2 2-8 0,-1-1-10 16,2 0 4-16,5 1-5 0,0-4 2 0,-3 0-1 0,2-1-1 16,3-1 0-16,1-1 8 0,1 0-5 0,2-1 7 15,0 3 3-15,2 0-8 0,2-1-9 0,-1-1 16 0,-2 2-16 16,1-3 15-16,-2 2-6 0,4 1-7 0,4-2 2 0,3 0-4 0,2-1 6 15,-1 1-2-15,-1 0 0 0,-4 2-2 0,0-2-1 0,-1 1 4 16,0 0-4-16,5 0-4 0,-2 1-1 0,1-1-1 0,3-2-11 16,-3 1 18-16,-1-4-11 0,-4 1 23 0,-3-2-6 0,-2 1-11 0,1 1-3 15,1 0 3-15,0 3-2 0,-2-4 5 0,0 0 2 0,-2 1-2 16,3 2-6-16,1 1 3 0,-3 0-3 0,0 1 5 0,-7-2 2 16,-2 2-3-16,2-1-6 0,-3 1 13 0,-1 0-10 0,-1 2 16 15,-3-1 0-15,-3 3-6 0,1-4 0 0,0 1 9 0,-1 0-5 0,-1-1 19 16,-1 1-3-16,-2 2-3 0,0-2-17 0,-1 0 12 0,-2-1-12 15,2 7 15-15,-4-1-9 0,1 1-8 0,-2 1-6 0,0-6 2 16,-1 3 1-16,3 3 13 0,-2 3-6 0,-2-1-4 0,1 1-7 16,-1 0 1-16,-3 0-2 0,-1 2 4 0,0 1 0 0,-1-1-2 0,1 1-12 15,-2 1 12-15,1-1-9 0,-2 2 23 0,0 1-3 0,0 0-7 16,-2 0-11-16,0-2-3 0,0 3-4 0,0 0-17 0,0 0-3 16,0 0-5-16,-1 0-41 0,-1 1-11 0,-3 2-8 0,-1-1-77 15,-3 4-33-15,0 0-33 0</inkml:trace>
  <inkml:trace contextRef="#ctx0" brushRef="#br0" timeOffset="188339.84">32470 5677 248 0,'-3'0'3'0,"1"-2"-6"0,0 2 7 0,1 0 29 0,-1 0-11 0,-1 3 68 0,2-3-10 0,-1 1-6 16,0-1-42-16,0 2 6 0,-1-1-12 0,2 1 7 0,0 1-1 0,1 0-10 0,-1-2-2 0,0 3 10 0,1-1-10 0,1 3 11 0,0-3-4 0,0 3 1 0,1-3-3 0,1 4 2 0,-1-3 1 0,0 2 11 0,3-2-3 0,-1 1-5 0,1 0-29 0,0 0 26 0,0-1-25 0,-1 2 32 15,-2-2-7-15,3 1-11 0,-4 2 2 0,1-1-4 0,2 1 4 16,-3 2-3-16,1-2 1 0,-1 4-1 0,1-1-21 0,0 3 26 0,0-1-23 16,-1 5 21-16,0 0-3 0,1-2-13 0,-2 2-11 0,0 1 8 15,0-3-6-15,-1 0 19 0,3-1-3 0,0 2-5 0,-2-3-24 16,1-1 23-16,-2 2-19 0,1-3 34 0,2 2-9 0,-2-1-11 16,1-3 2-16,-1 0-6 0,0 1 9 0,-1-1-4 0,-1 3 1 15,-1 1-1-15,1-3-14 0,-1-1 22 0,2 0-18 0,-1-1 22 0,1-2-5 16,0 0-10-16,1 2 3 0,-1-3-7 0,1 0 5 0,0-2-20 15,1-1-6-15,-1 1-5 0,0-2-35 0,2-1-4 0,0 0-9 16,0 0-44-16,1-1-22 0,-2 0-16 0</inkml:trace>
  <inkml:trace contextRef="#ctx0" brushRef="#br0" timeOffset="188756.71">32416 5737 146 0,'-1'-1'28'0,"-2"-1"90"0,2 1-115 0,1 1-2 0,0 0-1 0,0 0 13 0,0 0 19 0,4-1-2 0,1-1 37 15,1 2-6-15,1-1-18 0,1 1-24 0,1-1 23 0,1 0-25 0,1 1 17 0,0-2-1 0,1 1-4 0,1-3-10 0,-1 3 12 0,-1-2-8 0,2 1 25 0,0-2-7 0,0 1-9 0,3-2-18 0,-1 1 17 0,0 1-16 0,-2-1 18 0,-2 0-10 0,1 0-13 0,1 2-9 0,0-5 3 0,1 2-2 0,-2-1 13 0,1-3-4 0,-1 4-3 0,1-1-22 16,0-1 16-16,-1 3-14 0,1-2 21 0,-1 0-6 16,1 1-9-16,1 0-3 0,-3 1-7 0,0-1 5 0,-4 3-21 0,0-2-7 15,-3 1-9-15,0 2-28 0,-2-2-2 0,-1 6-10 0,-1-3-44 16,-1 0-4-16,0 2-15 0</inkml:trace>
  <inkml:trace contextRef="#ctx0" brushRef="#br0" timeOffset="188970.74">32643 6008 914 0,'6'-1'25'0,"1"-2"-96"15,1 3 95-15,0 0-4 0,-1 0-12 0,-1-1 38 0,1 0-2 0,1 0 11 16,2-2-9-16,1-1-9 0,0 2-11 0,2 0-33 15,0 0 16-15,1-1-17 0,2 2 14 0,1-2-4 0,1 1-7 0,-1-2 1 16,-1 1-4-16,-2 1 1 16,0-2-46-16,0 1-18 0,-3 2-23 0,0-3-106 0,-3 2-13 0,-2 1-27 0</inkml:trace>
  <inkml:trace contextRef="#ctx0" brushRef="#br0" timeOffset="191573.04">28660 8692 256 0,'-9'-8'17'0,"5"3"248"0,1 4-118 0,1-2 1 0,-2 0-127 0,3 1 13 0,1-1-5 0,0 0 29 0,2 0-11 0,1 0-9 0,3 0-26 0,1-1 6 0,0 0-9 0,3-1 18 0,0 1 0 0,2-1 2 0,3 0 0 0,0 0 11 0,-1-2-7 0,2 1 7 0,1 1-1 16,0-3-9-16,3 2-18 0,1-3 18 0,1 1-20 0,0 0 15 0,-1-1-6 0,2 2-7 0,0-2-16 0,2 1 13 0,2 2-10 16,0-2 22-16,-1 1-1 0,-6 1-11 0,1 0-2 0,4-3 3 15,0-2-6-15,6 0 0 0,-2-1-3 0,-2 3 1 0,1-2 3 0,0-1 3 16,3 1 1-16,1-1-1 0,2 1 1 0,2-2-8 0,6 1-4 15,-1 1 13-15,-4-2-10 0,1 0 12 0,-3-1-3 0,3 0-5 0,7-2-6 16,-1-1 0-16,0 3 0 0,0-2 8 0,-2 4-1 0,4-2-3 16,5 1-9-16,0-1 12 0,-1 1-11 0,-1-2 14 0,-5 0 0 15,-1 0-4-15,4-2-14 0,-2 1 14 0,0-2-13 0,2 1 16 16,-2-1-1-16,3 6-9 0,2-4 1 0,-7 1 3 0,-1 1-1 0,-3-3 2 16,-3 0-2-16,5 3-5 0,0-4 5 0,1 2 0 15,0 0 2-15,1 0 13 0,2 0-4 0,1-2-1 0,-4 2-2 0,1-1 4 16,-1 2-1-16,-1-2 2 0,4 1-5 0,-3 3-6 0,-2-3 1 15,1 2 2-15,-2 1 2 0,3 1 8 0,-1 0-4 0,-2-1-5 0,3 2-18 16,-3-3 12-16,-2 0-8 0,0 1 21 0,-3-1-6 0,-2-2-10 16,0 6 1-16,-2-3 2 0,1 4 2 0,-1 2 4 0,-3 2 0 15,-1-2-6-15,1 2-4 0,1 0 4 0,0-1-5 0,-1-1 8 16,-1-1-2-16,-4 3-1 0,-4 0-7 0,1 1 7 0,-3 1-4 16,-1-1 12-16,-4-1-8 0,-2 1-9 0,0-1-24 0,-5 1-3 0,2-1-4 15,-3 1-26-15,-1-1-2 0,0 2-7 0,-2-2-63 0,-2 1-39 16,-1 0-2-16,0-1-180 0,-3-1 207 0,2 1-14 0</inkml:trace>
  <inkml:trace contextRef="#ctx0" brushRef="#br0" timeOffset="192657.11">32515 7098 1044 0,'0'-2'-3'0,"-3"1"-29"0,3 0 26 0,-1 1-6 0,1 1 32 0,0 0-3 0,-1 1-11 0,1 0-17 0,-1 2 20 0,0 0-18 0,2 2 18 0,-1 1-1 0,2-1-8 0,-1 2-1 0,-1 0-4 0,2-1 5 0,-2 0 12 0,-2 0 6 0,1 1 2 0,0 1-13 0,0 0 22 0,-2-1-20 0,0 1 26 16,1-3-3-16,-1 2-5 0,1-2-2 0,-2 2 2 0,2-1 0 16,-1 1 7-16,-1-1-4 0,1 0-8 0,-1 1-22 0,0 0 24 15,-2 1-21-15,2 1 30 0,-1 0-6 0,1 3-9 0,1-2-8 0,-2 1 5 16,4 1-3-16,-1-2 10 0,-1-1-4 0,2-1-5 0,-1 2-15 15,2-1 20-15,-1 1-16 0,1 1 24 0,0-1-9 16,-1 1-17-16,2-2 0 0,0-1 5 0,1-2 0 0,1-1 10 0,-1-1-4 16,0 0-8-16,-1 0-7 0,0 0 9 0,-1 1-7 0,0-3 12 0,1 1-5 15,-1-1-7-15,2-1-14 0,-1 0 17 0,0-1-10 16,-1-1 25-16,0 0-3 0,0 1-9 0,-1-1-8 0,1 0 12 0,0 0-9 16,0-1 14-16,0-2 0 0,-1 2-8 0,1-3-9 0,-2 0 5 15,2 1-5-15,0-3 14 0,0 0-5 0,0 0-1 0,0 1-16 16,2-3 11-16,-1 1-9 0,2 1 21 0,-2-2-3 0,-1-1-5 0,5 2-10 15,-4-2 5-15,4 0-5 0,0 0 9 0,-2 0-2 0,3 0-2 16,-3-1-8-16,1-1 10 0,-1 1-8 0,-1-1 11 0,3-1 1 16,-2 1-4-16,0-3-13 0,1-1 14 0,-3 3-12 0,1-2 11 15,-1 2 2-15,-1-1-7 0,3 0-2 0,-1 1 9 0,1-1-9 0,1 1 4 16,-2 1 0-16,1-2-3 0,-1 3 3 0,1 0 0 0,0 1 2 16,-1 0-2-16,0 0 1 0,2 0-2 0,-2 0-3 0,0 2 9 15,4-2-6-15,-3 3 9 0,1 0-5 0,0-2-6 0,1 4-4 16,-3-1 6-16,1 2 0 0,0-2 20 0,-1 1-5 0,2 3-7 0,0 0-9 15,0 1 4-15,0 0-4 0,-1 1 8 0,1 0-3 0,0 2-7 16,1 2-9-16,0-1 13 0,-2 4-7 0,-1 1 26 16,2-1-5-16,-1 3-8 0,1 2-10 0,0-1 8 0,-2-1-7 0,2 1 8 15,-2 0-1-15,-1-1-2 0,1 0-4 0,2 0 4 0,-2 1-1 16,0-3 10-16,-1 0-1 0,2-2-2 0,-2 1-15 0,2 0 12 0,-1-1-9 16,0 0 23-16,3-2-6 0,-2 3-8 0,2-3 3 0,2-1-3 15,-1 1 4-15,2-2-1 0,1 1 0 0,0-1-2 0,0-2-13 16,1 0 21-16,0-1-17 0,-1 0 22 0,-2 0-3 0,2-1-13 0,1-3-1 15,0 0 4-15,1 1-3 0,-2-2 3 0,0-1 2 16,-1 0-2-16,0-2-1 0,0-1 4 0,0 0-4 0,0 0 1 0,0 0-2 16,-1 1-2-16,4-3-6 0,-1 0 4 0,1-2-1 0,0 1 10 15,-1-2 0-15,4 0-4 0,-3-2 2 0,5-1-2 0,-3 2 0 16,-2-2-4-16,2 3-3 0,-3 1-1 0,1 4 1 0,-2 1 4 16,2 3-1-16,-3 3 4 0,2-2 2 0,-1 1-4 0,-2 1-2 0,2 1 6 15,-2 1-5-15,1 0 5 0,-1 0-1 0,-1 2-3 0,2 3-11 16,-1 0 12-16,0 2-9 0,4 0 16 0,-2-1 1 0,1 0-9 15,0 2-1-15,1 2 7 0,1 3-6 0,0 2 6 0,-1 0-2 16,1 3-3-16,-1 2-8 0,4 0 3 0,1 0-2 0,-2 2 13 16,1-3 1-16,-2-1-3 0,0 4-6 0,0 1 2 0,-2-1-4 15,2 0 4-15,-3-3 0 0,0-1 3 0,-2 0-15 0,-4 0 14 0,0 2-11 16,-1-1 10-16,2 4-1 0,-4 0-14 0,-1-5-6 0,-5-1 8 16,2-4-10-16,-2 0-28 0,1 1-26 0,-4 4-28 0,-2-2-95 15,0 1-68-15,-1-6 9 0,0 5 29 0</inkml:trace>
  <inkml:trace contextRef="#ctx0" brushRef="#br0" timeOffset="202004.63">27050 7191 1892 0,'58'-57'-818'0,"-8"9"1586"0,-48 44-802 0,52-22 23 16,-26 14 15-16,1 0-3 0,1 0-5 0,4-1-2 0,3-5 10 0,6 0-5 0,7-1 6 0,0 0 0 0,1-2-8 0,5-4-11 0,1-4 20 0,4 0-15 0,9-3 23 0,-1 2-3 0,6 0-8 0,3-4-11 0,-4-5 9 0,-4-3-7 0,-5-3 17 15,-1 0-1-15,3 5-5 0,2-5-12 0,-3-1 11 0,-8 2-11 0,-3-1 7 0,-10 4-6 0,-4-2-11 0,-2 0-34 0,-8-4-1 16,-4 1-5-16,-5-2 13 0,-9 1 7 0,-6 1 6 0,-7-4 2 0,-7 2 15 15,-7 2-10-15,-6 0 21 0,-3 1-2 0,-5 2-4 0,-7-7 19 16,-9 1 2-16,-4 2 7 0,-1 1 14 0,-3 6-5 0,-1 2 1 0,-5 3-11 16,-5 7 5-16,-1 5-3 0,-2 8 15 0,-2 2-8 0,0 5-5 15,-9 4-11-15,0 3 6 0,-2 4-4 0,-4 6 1 0,2 5-4 16,-1 4-7-16,-10 6-10 0,3 8 17 0,6 5-13 0,3 4 26 16,9 6 1-16,0 3-4 0,-4 3-18 0,2 3 16 0,1 0-13 15,6-1 32-15,8 4-4 0,5 0-5 0,2 5-9 0,3 2 2 16,1-5-3-16,6-1-3 0,3-4 1 0,5 0-3 0,5 4-13 0,6-1 9 15,5-2-9-15,6-4 8 0,4-7 0 0,7-7-5 0,7 2 3 16,5-6 6-16,6-4-4 0,8-1 10 0,9-6-6 0,4 0-2 16,6 0 0-16,1-3-4 0,2 0 4 0,3 0-6 0,4-2-1 0,7-1-3 15,12-1-3-15,8-2-12 0,2 0-1 0,4-3-74 0,-5-1-42 16,2-2-34-16,15 2-393 0,2-6 361 0</inkml:trace>
  <inkml:trace contextRef="#ctx0" brushRef="#br0" timeOffset="202685.12">29779 11492 256 0,'0'-45'55'0,"-2"20"744"0,2 2-389 0,0-2-11 0,2 3-418 16,4-6 9-16,2-3 3 0,2 0 30 0,2 1-5 0,4-5-2 0,3-1-16 0,2 0-2 0,2-2-2 0,5-4 3 0,5 0-1 0,3-3 1 16,5-1-6-16,-6-3 4 0,-1 2-2 0,0-3 11 0,0 1-4 0,3-1-2 0,-2-8-8 0,-2-2 6 0,0-6-2 0,-3-3 10 0,-3 7 1 0,-2 2-8 0,0 2-5 0,-3 1 9 0,-4-1-8 15,-3-5 4-15,-6-1-3 0,-5 0-4 0,-3-3-11 0,-4 4 9 0,-7 3-5 0,-6 2 21 0,-4 2 0 0,-3 1-3 0,-4-3 0 0,-2 3 8 0,-4 2-6 0,-3 4 6 0,-5 4-4 0,-1 6-5 0,-6 4 7 0,-4 4 4 0,-1 4 1 16,-7 1 14-16,1 6-7 0,0 3-5 0,-4 1-7 0,2 8 4 0,-3 4-1 0,-4 4 7 0,2 3-3 0,-2 3-3 0,-3 5-11 16,5 5 17-16,-1 6-12 0,1 2 12 0,2 3-3 0,-2 4-10 0,-2 6-11 15,4 6 12-15,2 5-10 0,3 3 17 0,4 4-8 16,2 1-8-16,-2 3 0 0,3 0 6 0,4-1-1 0,2 0 10 0,8 3-2 15,1 1-2-15,1 4-9 0,7-2 13 0,3-3-9 0,5-5 18 16,4-4-2-16,5-2-7 0,5-2-10 0,5-3 6 0,3-1-7 16,2-5 8-16,3-4 2 0,0-6-4 0,6-1-9 0,1-2 15 15,4-2-12-15,6 2 23 0,3-6-9 0,8-2-11 0,11-2 3 0,6-3 2 16,-2-3 1-16,7-1 1 0,-6-4-3 0,3-3-1 0,9 1-13 16,2-3 7-16,8 0-6 0,2-1 13 0,-3-1-10 0,-3 2-11 15,-2-2-17-15,-2 1 12 0,1-2-10 0,1 0-12 0,0 1-18 16,-4 1-31-16,0-1-83 0,-5 1-34 0,-6 2-17 0,0 3-323 15,-7 4 334-15,-8 2-68 0</inkml:trace>
  <inkml:trace contextRef="#ctx0" brushRef="#br0" timeOffset="206404.56">32429 6501 217 0,'15'-19'185'0,"-8"0"-111"0,2 0 103 0,1-2-110 0,0 2-28 0,0-2-6 0,0 1 34 0,-1-1-1 0,0 1 2 0,0-1-10 0,1 2-3 0,-1 0-2 0,2 0-22 0,4-2-6 0,1 0-10 0,3-4-18 0,0-3 8 0,1 0-10 0,0 1 9 0,0 3 0 0,2-1 0 16,-1 2-10-16,4-4 4 0,1 1-3 0,1-1 8 0,-3 2 3 0,1 0-6 0,0 0-37 0,-3 1 28 0,3 1-31 0,-3 1 24 0,-1 1-5 0,-5 0-10 0,-4-1-15 16,0-2 11-16,-10 1-8 0,5-4 13 0,-7 1-4 0,-3 2-14 15,-3 0-12-15,-3 1 33 0,-4 1-19 0,-8 2 73 0,-3-1-8 16,-4 3-7-16,-3 3-12 0,1-2 15 0,-3 3-6 0,1 3 37 16,-1 2-8-16,3 2-8 0,2 5-17 0,1-1 20 0,-2 3-16 15,-2 3 20-15,-1 0 1 0,-5 5-7 0,-6 2 1 0,-3 3 5 0,-3 1-6 16,-2 3 8-16,5 3-3 0,3 3-3 0,3 6-29 15,2 1 16-15,5 2-19 0,2 2 14 0,0-4-2 0,6 0-8 0,0 0 12 16,2-1 8-16,5-2-1 0,3-2 16 0,6 1-5 0,4 1-10 0,5 0-15 16,4 2 11-16,1 0-12 0,6 3 3 0,0-3-1 15,0 3-6-15,2 0-6 0,4-4 2 0,2 1-3 0,3-1 2 0,-1-2-6 16,0 0-6-16,4-2-30 0,1-1-4 0,0 1-6 0,3 1-38 16,-2-2-18-16,2 2-18 0,4 0-117 0,0-1-39 0,3-1-21 15</inkml:trace>
  <inkml:trace contextRef="#ctx0" brushRef="#br0" timeOffset="207080.23">33266 8029 256 0,'-15'-21'27'15,"6"6"382"-15,4 3-177 0,-1-2 8 0,3 3-210 0,0 0 11 0,2 2-9 0,1-1 9 0,1 1-3 0,3 0-7 0,1-4-9 0,3 1 0 0,2-1-5 0,6-3-10 0,1 1-4 16,2-2-1-16,4-2-9 0,1 0 7 0,4-1-4 15,5-1 18-15,-1 1-5 0,-1-4-8 0,0 1-2 0,-4-3 0 0,1-5-2 0,-1 1 1 0,-1-2-3 0,1 4-3 0,0-1-30 0,-4 1 16 0,0-1-15 0,-4-4 21 0,-3 0-1 0,1-3-11 0,-5-2 10 0,-2-2 2 0,-5 2 0 0,-4-2-9 0,-1 3 2 0,-1 1 0 0,-5 1-1 16,-4 6 2-16,-3 5-2 0,1-2 8 0,-1 5 7 0,-2 0 3 0,-4-4-9 0,-6-2 14 0,-4 1-12 0,-2 1 25 0,-1 3-2 0,0 5 1 0,0-1-11 0,-5 1 8 0,-7 2-4 0,1 1 19 0,-5-1 1 0,3 5-13 0,1 1 2 16,-1 4 2-16,-4 1-6 0,4 0-11 0,0 4-2 0,-5 0 1 0,-6 7 19 0,-3 1 0 15,0 4 8-15,3 5 2 0,5 3 0 0,1 5-6 0,-5 6-14 16,0 4 22-16,-6 6-20 0,-2 7 19 0,6 2-7 0,1 3-11 0,4 8-12 16,4-3 6-16,3 1-6 0,2 0 8 0,3-2 1 0,3-2-6 15,3 4 2-15,3-3 2 0,2 0-3 0,7-5-2 0,6-5-3 0,7-2 2 16,7-3-19-16,9-3 13 0,4 0-10 0,5-3 18 15,5-1-5-15,2-5-10 0,6 1-42 0,4-2-9 0,4 0-15 16,4-4-129-16,-1 1-56 0,4-2-56 0</inkml:trace>
  <inkml:trace contextRef="#ctx0" brushRef="#br0" timeOffset="212921.11">28486 1495 256 0,'10'-25'32'0,"-5"15"445"0,3 4-219 0,-2 3 2 0,-2-1-240 0,0 0 9 0,-3 1 0 0,2 1 10 0,-1-1-13 0,1 2-12 0,-2 1-33 0,-1 0 14 0,2 3-14 0,0 0 20 0,0 4 1 0,1 2-7 0,-3 4-11 0,1 3 20 0,-1 3-13 0,-1 3 36 0,-2 1 0 16,0 3-6-16,0 3-14 0,0 2 18 0,3 4-16 0,0 0 21 0,4 1-5 0,-1 0-9 0,3 0-5 0,1-3 9 0,-1 1-7 16,3 0 3-16,-1 1-1 0,-1 2-10 0,1 2 0 0,-6 5 6 15,1 0-6-15,-2 0 3 0,-1-1-2 0,5 1-3 0,-2 0-3 0,-2-1 6 16,-1 5-2-16,0-1 15 0,0 3-6 0,-2 3-5 0,0 4-3 15,-3 0 12-15,1-5-6 0,-3 1 15 0,5-7 1 0,-1-3-8 16,-2 5-22-16,1 1 11 0,-9 1-12 0,-1 2 19 0,-1-2 1 16,-1-2-7-16,3 5-9 0,2 0 10 0,1-4-10 0,1-2 14 15,1-6-4-15,2 2 0 0,2 1-13 0,-1 3 3 0,2 0-1 0,1-2 21 16,-2-4-6-16,2 1-2 0,0-2-14 0,-1-2 11 0,0 0-8 16,0-2 15-16,-1-1-5 0,2-1-9 0,0 4-3 0,0-1 4 15,-1-1-3-15,0-1 6 0,1-1 0 0,1-4-4 0,-2-1-14 16,2 0 13-16,0 0-10 0,0 0 23 0,1-6-5 0,0-4-9 0,2-3 6 15,2 0 2-15,-2-3 2 0,2 1-5 0,0-4 5 0,0 0-4 16,1-1-2-16,1-1 5 0,1-2-5 0,1 2 2 0,2 0-1 16,1-3-1-16,1 1-13 0,3 1 15 0,1-2-11 0,5 0 21 0,1 1 0 15,-1-2-7-15,-2 2-5 0,-2-3 11 0,5 2-9 0,2-1 11 16,6 1-2-16,3-2-4 0,-2 0-12 0,2 1 7 0,1-2-6 16,3 1 11-16,2-1-1 0,4-1-3 0,7 0-18 0,2-1 16 15,-4 0-14-15,1-1 23 0,-1-4-4 0,-1 0-7 0,7-2-6 16,1 1 3-16,1-3-3 0,7 0 15 0,2 0-1 0,-4-1-3 15,4-2-9-15,-5 0 11 0,0-1-10 0,3 2 18 0,0 1-3 0,5 1-7 16,5 0-13-16,-3 0 15 0,-7 0-12 0,-7 0 16 0,-8 0-3 16,-1 3-10-16,0 2-11 0,1 2 11 0,1-1-9 0,-1 1 15 15,-5 2 0-15,-11-3-7 0,0 3-12 0,-6-1 14 0,-4 1-11 16,4 0 19-16,-9 0-3 0,0-2-9 0,-2 2-3 0,0 2-4 0,1-1 1 16,-3 0-22-16,-2 1-5 0,1 0-5 0,0 1-43 0,1 0 4 15,1 3-15-15,2-3-47 0,1 0-13 0,2 2-25 0,5-2-195 16,7 2 235-16</inkml:trace>
  <inkml:trace contextRef="#ctx0" brushRef="#br0" timeOffset="214405.94">28733 3111 135 0,'-7'1'-31'0,"-1"-1"4"0,2 0 37 16,-1 2-18-16,0 0 17 0,2 1 6 0,-1-2-7 0,2 0-26 0,1 1 34 0,1-2-31 0,-2 0 36 0,2 0-5 0,1 0-14 0,-1 1 11 0,0-1 20 0,0 0-6 0,1 0 37 0,0-1-7 0,0 1-19 0,0 0-25 0,-2 0 9 0,3 0-16 0,-1 0-5 0,0 0-1 0,0 1 0 0,-1 0 9 0,1 0 1 0,-3-1 6 15,2 2 25-15,-1-1-1 0,1 0 2 0,0-1 4 0,0 2 13 0,2-2-8 16,-1 0 18-16,0 0-5 0,-1 0-3 0,1 0-21 0,1 0 15 16,0 0-14-16,0 0 11 0,0 0-9 0,0 0-18 0,0 0-15 15,0 0 20-15,1 0-16 0,-1 0 27 0,0 0-7 0,2 0-9 16,-1-4-10-16,5-1-3 0,-1-2 2 0,3 0 0 0,0-1 2 16,0-2-1-16,1-2-12 0,1 1 27 0,1-2-24 0,2-1 23 15,-2 1-2-15,1-1-11 0,-1 0-12 0,2-2 6 0,-1 0-9 16,-2 0 8-16,2 1 0 0,1 0-3 0,0 1-7 0,2-1 13 0,0 0-12 15,-1-2 21-15,2 2-4 0,0-2-4 0,0 0 8 0,3-3-6 16,2-1 8-16,0-2 5 0,1-1-3 0,0 1 1 0,0-1-16 16,-2 0 13-16,-6-1-13 0,1-1 15 0,0-3-1 0,2 1-7 0,8-1-19 15,1-2 17-15,-2 2-15 0,2 0 21 0,-3 4 0 0,-1-1-11 16,-2-1-12-16,2-1 21 0,-1-1-19 0,0-1 25 0,1 0-6 16,-1-2-11-16,4 1-8 0,-1 0 12 0,4 0-7 0,3 3 18 15,-3-4-4-15,1 2-11 0,-5-1-16 0,-1-1 19 0,4 4-15 16,0-2 26-16,5 5-8 0,-2-4-14 0,-1 0 6 0,0-2 2 15,-1 0 1-15,0 1-6 0,-1 4 2 0,-2 1-5 0,4-2-1 0,-1 1 10 16,3 2-8-16,-2 1 15 0,-3 3-1 0,-3 3-4 0,-8-3-11 16,-1 2 6-16,-1 3-6 0,3 1 6 0,3 2-3 0,0 1-3 0,-2 2-8 15,-2 0 9-15,-1 3-6 0,-2-2 12 0,0 2-2 0,0 0-6 16,-2 3-5-16,0-3 0 0,-1 4 0 0,-1 1-14 0,-3-2-8 16,1 3-14-16,0 0-77 0,-1 1 1 0,0 1-30 0,-1 3-122 15,0-1-84-15,-2 3-73 0</inkml:trace>
  <inkml:trace contextRef="#ctx0" brushRef="#br0" timeOffset="-214323.86">28255 3911 256 0,'-15'-6'37'0,"11"-3"518"0,1 1-252 0,0 2 4 0,0 3-303 0,3 1 8 0,0-1-8 0,1 1 13 0,3-2-9 0,1 0-5 16,3-1-16-16,3-2 1 0,4 0 1 0,4-1 18 0,1 2-2 0,4-2-4 0,2 0-1 0,2 1 4 0,3-1-4 0,3-1 6 0,2 1 2 0,0 1 2 0,1-4-10 0,-3 2 12 0,0 0-8 0,3-1 30 0,-3 0-6 0,4-3-9 0,2-4-20 0,-2 2 22 16,4 4-18-16,5-2 33 0,0 4-9 0,1 1-11 0,-1-6-8 0,3 3 8 0,-3-4-7 0,0 1 3 0,0-1 1 15,-2 0-8-15,3-2 1 0,6 2 9 0,5-1-6 0,1 3 18 16,-6-1-4-16,3 2-3 0,2-1 7 0,0 0 7 0,8 1-1 15,-1 2 15-15,3 1-6 0,1 0-6 0,3 0-19 0,-5 0 15 16,-6 0-16-16,-1 0 8 0,-6 2-5 0,3 3-7 0,4-2-12 16,-1 3 5-16,-7-2-5 0,-2 1 13 0,-9 0-5 0,-1 0-5 0,4-1-6 15,-4 1 4-15,-1 1-2 0,-1-3 8 0,-2 4 0 16,2-1-4-16,1-1-11 0,-1 4 11 0,-12-2-10 0,-3-1 7 0,-7 1 1 16,1 0-5-16,5 1-26 0,-4 0-5 0,0 1-9 0,-4 0-49 15,-2 0-23-15,-2 2-20 0,-1 0-163 0,-1 4-151 0,-1 4-7 16</inkml:trace>
  <inkml:trace contextRef="#ctx0" brushRef="#br0" timeOffset="-197293.61">25093 7779 404 0,'8'-19'89'0,"-2"3"115"0,-1 2-137 0,1 1-13 0,4 2-10 0,6-2 49 0,1 2-3 0,4-2-7 0,-1-3-31 0,-1 0 20 0,0-1-26 0,-1-1 4 0,0 2-12 0,1-2-12 0,1 1-8 0,1 2 1 0,-2-2 1 0,-2 3 4 16,-3-1-4-16,-1-5-6 0,-1 1-13 0,0-4 17 0,0-1-14 0,-1-1 23 0,-1-1-10 0,-1-3-12 0,0 1-10 0,0 0 6 0,0 0-2 0,-1 2 18 0,-2 1-5 0,-2-3-7 0,-2-2-11 0,-1-2 11 15,-2 0-8-15,-1 3 13 0,-3-2-5 0,-1 1-7 0,-2-3 0 0,-1-3-4 0,-1 0 5 0,-1-1 2 0,2 5-1 0,1 2-1 0,-3-1-11 0,1 1 14 16,-1 1-10-16,1-4 12 0,-1 1-1 0,0-2-7 0,-2 0-5 15,-1 2 0-15,-2 0 1 0,-1 0 10 0,0-1-1 0,0 2-1 0,-2 0-7 0,1 4 7 16,-4 5-7-16,-6 5 4 0,-1 5-1 0,-5 2-2 0,4 3-9 16,-5 4 8-16,-2 3-5 0,-3 1 19 0,-6 5 0 0,3 4-8 15,-4 7-4-15,1 5 5 0,-2 3-4 0,0 7 4 0,-3 0-2 16,3 6 0-16,-4 1 1 0,1 2-5 0,4 1 6 0,-1 2 3 16,10-6-1-16,6 3 1 0,1 2-7 0,6-4 9 0,0 4-9 0,5 1 6 15,5-3-1-15,3 0-3 0,3-1-7 0,0 0 8 16,2-1-3-16,0-2 19 0,0 1-4 0,2-4-8 0,1 2-2 0,-2-1 9 15,7 2-4-15,1 0 17 0,1-1-1 0,6 0-2 0,2-4-5 0,-1-3 5 16,3-1-4-16,1-2 18 0,-1-6-3 0,2-1-2 0,2-1-9 16,-1-4 9-16,5 6-10 0,0-4-4 0,0-4-3 0,2 4-7 15,3-5 6-15,1-1-4 0,1 0 5 0,3-1-6 0,-1-2 2 16,3-1-2-16,-1-2-5 0,-6 0 8 0,0-2-8 0,-2-1 9 16,-1-1-6-16,6-1-3 0,0-1 1 0,-4-2-3 0,1 1 4 0,-1-3 7 15,0 2-5-15,2 0-1 0,1 0-15 0,1-1 9 16,1 1-12-16,0 2-9 0,2-3-9 0,0 2-15 0,1-2-43 0,-4 4-13 15,-1-1-5-15,2 2-65 0,-5 0-26 0,3 2-26 0</inkml:trace>
  <inkml:trace contextRef="#ctx0" brushRef="#br0" timeOffset="-195002.41">22111 6344 303 0,'-54'2'27'0,"-1"2"-11"0,3 4 13 0,0 3-17 0,4 3 19 0,4 0-3 0,1 2-6 0,-2 0-1 0,0-1 6 0,4-1-1 0,0 2 8 0,3 0-9 16,-1 0-14-16,-1 4-5 0,5-1 9 0,4-1-9 0,0 2 1 0,4 1 1 0,0-2-2 0,1 6-4 0,-1-3 2 0,0 3 1 0,-3-2 18 0,2 0-2 0,3 0-2 0,-4 2-25 0,8 5 22 0,-2 2-20 0,-2 1 22 0,2-1-6 0,-5 0-10 15,0-1-2-15,2 2 4 0,3-4-1 0,0 2 10 0,4 0 2 16,1 0-5-16,0-1-20 0,1 0 22 0,4-1-20 0,0-1 31 0,1 1-3 16,3-1-6-16,3 2-15 0,2 0 10 0,3-1-7 0,1 0 29 15,2-4-4-15,5 1-10 0,1 1-12 0,3-3 11 0,3 2-12 16,0-1 3-16,2 1-5 0,3-1-2 0,5 4-4 0,0-3-2 16,6 0 4-16,2 2 7 0,3 2 2 0,3-1-2 0,3 1-17 15,-4 2 17-15,1-4-15 0,0-1 19 0,1-4-5 0,4-5-7 0,2 3 3 16,2-4-6-16,2 0 8 0,4-5-3 0,0 2 1 0,1 1 4 15,-1-1-9-15,-3 2 8 0,0-5-7 0,-2-3 9 0,0 1-4 16,3-2-4-16,5 1 12 0,3-2-4 0,1 2 7 0,-7-5-7 16,-1 0 4-16,-3-3-2 0,1-4-4 0,6 2 8 0,-2-5-9 0,5 2 12 15,0-3-5-15,-3-1-2 0,-1-1 1 0,-2-5-7 0,-2-2 7 16,-1 1-4-16,1-1 4 0,-3 0 3 0,4-1-13 0,2-3 10 16,1 0-11-16,0-2 13 0,-10-3-7 0,-2 1-1 0,2-5 0 15,-1 0-2-15,7-1 4 0,-2 2-1 0,-2 2 2 0,3 0-4 0,5-1-5 16,-4-1 13-16,-4-1-13 0,1-4 9 0,-8-1-4 0,-2-1-6 15,4 0-3-15,-4 1 2 0,-1 2 2 0,0-3 16 0,-2 2-1 16,-2 2-4-16,2 0-9 0,0 3 6 0,-2 3-7 0,-2 0 2 16,-10 2-1-16,-4-7-2 0,2 1 9 0,-3-3-5 0,3 2 7 15,-2 2-11-15,-3 1 5 0,-2 1 2 0,-1-5-8 0,-1 2 18 0,-2-3-17 16,-2 2 13-16,-4 2-1 0,-2 2-8 0,-1 0-12 0,-3 2 15 16,-2-2-10-16,-4-1 24 0,-3-1-1 0,-2 1-13 0,-8-5-16 15,1 4 21-15,-5-2-17 0,-4 1 24 0,8 3-8 0,-9-2-11 16,-4 0 4-16,-3-2 0 0,-6 0 5 0,0 2-4 0,4 4 3 15,-2 2-6-15,-3-2-20 0,-3 0 29 0,-5-2-26 0,0 2 22 16,-3-1-3-16,-1 2-13 0,-2 2-2 0,-3 4-1 0,1 2 0 0,0-1-6 16,-3 4 1-16,1-3-1 0,-8 3-21 0,0 1-3 0,4 5-5 15,-3 1-25-15,3 6-2 0,-3 0-4 0,-8 6-34 0,2 2-31 0,0 4-1 16</inkml:trace>
  <inkml:trace contextRef="#ctx0" brushRef="#br0" timeOffset="-182468.05">21785 7400 256 0,'-2'-17'-1'0,"1"8"-4"0,-1 4 13 0,1 0 9 0,-1 0 25 0,1 0 5 0,-1 1 1 0,0-1 5 0,-2 2-2 0,1-2-8 0,-2 3-35 0,3-1 25 0,0 1-27 0,0-1 19 16,-1 0-9-16,1 2-14 0,2 0-2 0,0 1 5 0,0 0-1 0,0 0 7 0,0 0-1 0,2 0-9 0,1 0-1 0,2 1 10 0,1 0-7 0,-1-1 17 0,3 0-3 0,0 0 1 0,1 0-5 0,2 0-5 0,2 2 5 0,0-1 8 15,2-1-5-15,0 1 0 0,2-1-18 0,2 0 9 0,0 2-9 0,2-2 9 0,-1 0-1 0,0 0-3 0,1-2-15 0,2 2 12 0,-1-1-9 16,2 0 29-16,-2-1-2 0,0 0-7 0,-4-1-6 0,0-1 14 16,2 3-10-16,1-3 22 0,6 0-7 0,0 2-5 0,1-2-10 0,-1 1-3 15,0 1 2-15,2-1 9 0,-2 1-3 0,1 2-1 0,4 0-27 16,0 2 26-16,4 1-22 0,2-1 29 0,-4 1-3 0,-5 2-12 0,-1-1-2 16,2 1 1-16,1-2-2 0,5 1 1 0,-2-1-1 15,-3 0 1-15,3 1-16 0,-3-2 22 0,2 0-18 0,-1 0 24 16,2 2-3-16,2-1-11 0,2-3-16 0,1 1 16 0,-6-1-9 15,0 0 26-15,-2 0 0 0,3-1-12 0,5 1-12 0,-1-3 13 0,-2 0-13 0,2 1 12 16,1 1 3-16,0-1-5 0,5 2-11 0,2-1 10 16,0 1-8-16,-7 0 21 0,-2 0-3 0,0 1-8 0,0 1-5 0,2-1 6 15,-1 0-7-15,-6 2-1 0,-4-2 0 0,-1 2-1 0,-2-2 4 0,-3 1-5 16,-3 1 6-16,0-2 5 0,-3 1-2 0,-2-2 0 0,0 0-5 16,-1 0 6-16,-1 0-6 0,0-3 4 0,-2 0 2 15,-3 0-2-15,-1 1-9 0,-2 0 5 0,-1-1-4 0,-1 1 20 0,-1 0 1 16,-2 0-6-16,0-1-11 0,-4 1 12 0,0-1-13 0,-1 1 8 15,-3-1-4-15,-1 0-4 0,-4 2-11 0,-1-1 11 0,-1-1-6 0,-1 2 18 16,-1-1-1-16,-1 2-9 0,-1 0-17 0,-3 0 24 0,0 0-19 16,-3 0 27-16,0 3-6 0,-2 0-12 0,-6 0-2 0,-5 1 0 0,-6 0 2 15,-2 0 6-15,1 1 3 0,1-2-4 0,-1 3-9 0,-3-1 9 16,-1 2-9-16,1-2 9 0,-2 1-4 0,1 0-1 0,-6 1-7 16,-4-1-8-16,2 1 7 0,-2 0-5 0,5-2 0 0,3 2 0 15,-1-2 0-15,1 0 9 0,-4-1-5 0,1-1 17 0,4-3 0 0,3 0-2 16,3 0-17-16,-1 0 15 0,1-2-11 0,-1 2 24 15,7 0-4-15,0 0-9 0,-2 0-17 0,-2 2 22 0,-4-2-17 0,0 0 23 16,8 0-1-16,-1 0-9 0,2 0-8 0,3 0 11 16,-3 0-7-16,4 0 22 0,8 0 0 0,2 0-9 0,1 0-10 15,7 0 18-15,1 0-17 0,4 1 15 0,3-1-11 0,2 0-8 0,3 0-6 0,1 0 3 16,2 1 1-16,0-1 15 0,1 1-3 0,1 1-7 0,1-1-15 16,2-1 18-16,1 0-15 0,0 0 18 0,2 0-3 0,1-1-8 0,2 1-3 15,1-3 7-15,0 2-2 0,1 0 9 0,2-2-1 16,2-1-7-16,3 2-9 0,3-2 17 0,2 0-13 0,6 1 22 15,1-3-5-15,3 2-6 0,-4-2-12 0,7 1 12 0,-1-1-9 0,3-1 23 16,6 0-3-16,-1 2-7 0,2-1-10 0,1 2 7 0,6 0-6 16,4 2 11-16,0 2-2 0,-3 0-3 0,2 1-10 0,-3 3 4 15,0 0-3-15,-1-1 16 0,-3 3-1 0,0 1-7 0,3 2-6 16,1 1 8-16,-10 1-9 0,0 1 1 0,-6 1-2 0,-3 0-4 0,2 1-5 16,-2-1-25-16,-5 4 9 0,1-1-97 0,-1 1-27 0,-1 1-27 0</inkml:trace>
  <inkml:trace contextRef="#ctx0" brushRef="#br0" timeOffset="-174065.24">31611 3196 256 0,'-4'-4'10'16,"3"4"144"-16,0 2-71 0,1 1-3 0,0-1-66 0,0 6 9 0,0-1 0 0,2 3 27 0,2-3-2 0,-1 2-2 0,3-1-25 0,-1-2 14 0,1 3-19 0,1-1 1 0,-3 1-1 0,3-1-5 0,2 1-7 0,-1-2 8 0,0 1-4 0,1-1 19 0,-4-2-7 0,1 2-10 0,-1 1-16 15,1 0 15-15,-1-2-13 0,-1 2 15 0,-1-1-1 0,1 2-9 0,-2-2 2 0,0-1-2 0,-1 1 3 0,0-1-4 0,-1 0-7 16,0 0-5-16,-1 1-27 0,0 0 2 0,0-2-13 0,0 1-51 0,0-2-16 15,0 0-19-15</inkml:trace>
  <inkml:trace contextRef="#ctx0" brushRef="#br0" timeOffset="-173803.94">32036 3125 746 0,'0'-4'0'0,"-5"2"6"16,0 3-5-16,-3 5 1 0,0 3 9 0,-2 2 10 0,0-1 1 15,-1-5 21-15,0 1 1 0,1 3-10 0,0 4-34 0,1 3 21 0,-2 0-23 16,0 1 17-16,1-1-9 0,-1 1-6 0,0 1-5 0,-2 0 3 16,0 1 2-16,-3 4 6 0,0-2 2 0,0 4-7 0,0 1-5 15,0 2 14-15,2 0-12 0,-1 0 4 0,0-1 1 0,2 0-7 0,-1 1 5 16,0 1-10-16,-1-4 7 0,-2 2-36 0,0-3-18 0,2-1-16 15,-3 6-48-15,0-6 0 0,-1 0-11 0,1-2 51 0</inkml:trace>
  <inkml:trace contextRef="#ctx0" brushRef="#br0" timeOffset="-172874.5">30681 901 444 0,'-12'0'-20'0,"6"0"38"0,-1 4 21 0,-2 0 0 0,2-1-3 0,-3 2 13 0,0-1-23 0,4-1 13 0,-2 3-17 0,-1-1 0 0,5 0-11 0,-2 2-9 0,-1-1-6 0,5 1 4 0,-6 4 0 0,4 0 24 0,-1 1 1 0,-1 3-7 0,2 2-11 0,1 2 25 15,2-1-22-15,-2 2 28 0,0-1-8 0,-5 1-8 0,1 0-2 0,1-1-2 0,2-1 3 16,0 3 2-16,2-5 0 0,0 1-4 0,2 0-29 0,2-2 27 15,3 0-25-15,-1 1 30 0,4-3-7 0,0 1-14 0,0-5-2 16,3 0-1-16,-5-2 2 0,5-3 9 0,-2 1 2 0,2-4-4 0,7-1-15 16,2 0 27-16,2-2-22 0,-1-3 29 0,0 0-4 0,1-3-12 15,2-1-14-15,2 0 14 0,0-1-11 0,1-3 23 0,-4 1-2 16,0-2-10-16,-2 3 0 0,-4 1 8 0,0-1-7 0,-2 4 8 16,-4-4-3-16,-2 3-1 0,-2-5 16 0,-4 0-6 0,-1 1 11 15,-2 0 3-15,0-3 2 0,-3-1 0 0,-3-1-11 0,-3-1 15 0,-2 0-16 16,-3-1 5-16,0 0-10 0,-2 1-10 0,-3 0-16 0,0 3 13 15,-2-1-10-15,-2 2 11 0,1 1-1 0,-1 3-12 0,3-3-17 16,0 2 21-16,1 1-17 0,1 1 23 0,3 2-9 0,2 5-11 0,-2 2-11 16,-1 2-3-16,1 3 1 0,-2-1-21 0,3 1-8 15,5 4-14-15,1 2-62 0,3-2-7 0,4 2-25 0,1 1-146 0,0-1 184 16,9 2-36-16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33:04.20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2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8:33:16"/>
    </inkml:context>
  </inkml:definitions>
  <inkml:trace contextRef="#ctx0" brushRef="#br0">2744 3712 217 0,'16'-20'204'0,"-7"8"-120"0,-7-4 116 0,4 3-114 0,0 4-59 0,-2 6 8 0,3-3-25 0,1 4 1 0,2-2 1 0,7-1 3 15,0 0 13-15,2 2-5 0,2-1 21 0,-1 2-6 0,1 1-16 0,3-1-3 0,2 2 14 0,1 2-13 0,3 1 2 0,2 3-2 0,2-3-5 0,10 5-21 0,2 0 16 0,3-1-13 0,-1 0 25 0,-3-2-2 0,1 1-15 0,4 1-8 0,8-3 10 0,4 2-10 0,11-1 8 0,4 1 3 0,0 1-4 0,3-5-13 0,-1 0 9 0,5 0-8 0,9 0 21 16,1-1-5-16,0 0-5 0,0-3-3 0,0 3 4 0,7 0-4 0,6-2-2 15,-6 2 2-15,0-1 2 0,2 1-6 0,5 2 10 0,5 1-6 16,-3-2 28-16,-7 2-4 0,115 9 15 0,-219-13 36 0,220 21-99 16,-116-13 51-16,-1 3-3 0,3-1-2 0,0-1-12 0,-2-1 11 15,-2-1-7-15,3-2 34 0,-1 1-8 0,2-1-3 0,-1-3-7 16,3-1 0-16,3 1-7 0,1-1 6 0,-4-1-1 0,-3 0-4 16,8 0-17-16,3 0 4 0,-3-1-7 0,0-1 22 0,-4 0-12 0,1 1-1 15,5-3-13-15,-4 3 5 0,-6-3-1 0,3 1 11 16,-3 1-1-16,-2 2-4 0,0-6-12 0,-11 3 5 0,2 0-4 0,-4-1 10 15,-3 3-1-15,-8 0-4 0,-6-3-5 0,-8 0 4 0,-4 0-3 16,-5 0 6-16,-5 3 1 0,-4-2-1 0,-4 3-23 0,-8-1 16 16,-15-1-16-16,-7-1 29 0,-5 2-15 0,-5 1-12 0,2-2-58 15,-2 2-5-15,0 3-9 0,-8-2-19 0,-2 3-6 0,-4-1-6 0,-1 2-67 16,-5 0-41-16,-9 0 6 0,-6 1 62 0</inkml:trace>
  <inkml:trace contextRef="#ctx0" brushRef="#br0" timeOffset="513.01">2731 3878 913 0,'9'-8'49'0,"10"1"-48"0,2-1 49 0,7 4-15 0,6 0-20 0,3 2 5 0,6 0 10 0,4 1 1 0,6 0 27 0,5 1-8 0,12 0-12 0,7 1-22 0,3 0 18 0,-5 1-18 0,-1-1 12 0,3 0-7 0,10 2-11 0,11-1-5 0,1 2 14 0,-1-1-8 0,0-1 12 0,6 0 2 0,6-2-12 0,9 0-13 0,2 0 22 16,7-2-18-16,1 0 28 0,-1-2-7 0,7 1-13 0,4-2-6 0,4 0 12 0,6 1-9 16,6 0 16-16,-11 2-2 0,4 1-5 0,12-3-10 0,-7 2 11 15,1 0-9-15,9-1 9 0,-14 1-2 0,2-1-6 0,11 2 9 16,-6-2-2-16,-1 0 4 0,2 1 13 0,-10-2-8 0,-2 2 2 15,4 1-12-15,2-1 6 0,-4 1-4 0,-6 0 5 0,-6 1-5 0,-5 0-7 16,3 0-14-16,-5 2 4 0,-5 1-4 0,-1-1 7 0,-12 4 2 16,-4-3-2-16,-2 1-15 0,-10 1 20 0,3 2-19 0,-8 2 20 15,-6 0-6-15,-6-2-11 0,-11 5-10 0,-2-1-10 0,-9 5 1 0,0 0-54 16,-8 5-17-16,-5 1-21 0,-6 2-121 0,-16 2-87 0,-4 0-15 16</inkml:trace>
  <inkml:trace contextRef="#ctx1" brushRef="#br0">29008 10489 0</inkml:trace>
  <inkml:trace contextRef="#ctx0" brushRef="#br0" timeOffset="12442.71">24423 3639 342 0,'-1'-3'99'0,"0"0"79"0,-2 0-26 0,2-3 23 0,0 3-40 0,0-2 4 0,1 2-25 0,0-1-35 0,0 0-21 0,-1-2 9 15,1 3-22-15,0 2 4 0,1-3-5 0,0 3-6 0,0-2-13 0,0 0 15 0,0 1-15 0,-1-2 34 0,2 4-4 0,-2-1-14 0,0 0-10 0,0 1 18 0,0 0-23 0,0 0 22 0,-2 0-7 0,1-1-12 0,0-2-17 0,-1 2 6 0,1 2-12 16,-1 0 12-16,-1 2-2 0,0-1-5 0,0 1-12 0,-2 2 15 0,2-2-14 0,-1 2 20 0,1-1-4 0,1 2-12 0,-3 2-13 0,2-1 15 0,-2 4-14 0,0-1 25 0,-1-4-4 0,1 4-7 0,-2-1-16 16,-1 4 13-16,1 1-10 15,-1 0 25-15,0 2-3 0,-1-1-8 0,0 1 2 0,1 1 7 0,0-4-2 16,0 0 5-16,0-3-4 0,-1 2-11 0,1 1-5 0,-2-1 11 0,-1 4-9 16,1-2 12-16,-2 1 0 0,3 1-9 0,-1-1-4 0,2 3 3 0,-1 1-3 15,-1-1 8-15,0 1-2 0,-2-1-1 0,0 0-7 0,-1 0 2 16,2 0-2-16,4 5 6 0,-1-4-1 0,3 2-3 0,-1-3-5 0,1-7 7 15,-1-1-4-15,0 1 10 0,2 3-1 0,-6-4-5 0,1 5 1 16,1-3-3-16,-1-2 2 0,1 0-2 0,1 0 0 0,1 3 2 0,-2-1-3 16,1 2 4-16,0-3-4 0,0 0 1 0,2-2 2 0,-1 0-4 15,1 0-3-15,-2 0 5 0,2-2-3 0,1 1 5 0,-2 0-1 0,2-2-3 16,-1 0-11-16,0 1 11 0,0-1-10 0,-2 1 10 16,3-2-5-16,-2 0-8 0,1 0-7 0,0 0-7 0,1 0 1 0,0-1-32 15,1 0-4-15,0-2-6 0,-1 0-43 0,3 0-4 0,-1 0-10 16,2-1-59-16,-1-2-40 0,0-3-38 0,1-1-158 0,1-3 240 0</inkml:trace>
  <inkml:trace contextRef="#ctx0" brushRef="#br0" timeOffset="12757.9">23791 3777 598 0,'-8'0'186'0,"2"-4"327"0,0 1-277 16,3 2-42-16,1 1-54 0,1 0-69 0,1 0 8 0,2 1-36 0,1 3 0 0,4 1 7 0,2 1 0 0,5 2 7 0,2 4 23 0,2 2-24 0,6 7 8 0,-2-1-5 0,2 1-22 0,7 5-10 15,1 1 14-15,3 1-19 0,3 7 13 0,-6-3-6 0,1 3-11 0,3 0-17 0,-2-6 16 0,-1-4-17 0,4 0 22 0,-6-6-5 0,-1 3-12 0,3-1-9 0,-7-2 11 0,-1-2-10 0,-1 1 16 0,-7-3-5 0,-2 1-6 0,-1 0-33 0,-6-1-6 0,1 0-6 0,-1 2-50 16,-2-3-33-16,1 1-10 0,1 0-211 0,4-2-84 0,5-3-20 0</inkml:trace>
  <inkml:trace contextRef="#ctx0" brushRef="#br0" timeOffset="14044.57">4887 5353 478 0,'-4'2'91'0,"-1"0"-2"0,1 0-20 0,0-1-6 0,0 1-3 0,0-1-4 16,3 2-12-16,-1-1-9 0,2-1 12 0,0-1-13 0,1 2 11 0,0-1-4 0,1 0-1 0,2 2-30 0,0-1 14 0,0 1-13 0,0 1 28 0,1-2 0 0,0 1-4 0,1 2-8 0,1-1 14 0,-1 1-12 0,1 0 19 0,2 2-7 0,0-2-6 0,1 2-4 0,1 0 1 0,1 0-2 16,-2 2-7-16,1-2-2 0,-1 0-7 0,1 2-16 0,-1 0 17 0,2 0-15 0,-2 0 25 0,0-1-7 0,0 1-8 0,1 1 5 0,-1 3-11 0,2 0 11 0,-2 0-8 0,-3-3-1 0,1 0 2 0,1-2-4 0,1-3 9 0,2 3-7 0,0-3 3 15,1-1 2-15,2-2-6 0,1 1-9 0,-6 1 6 0,0-1-6 0,0 1 13 0,0-3-3 0,7 2-3 0,2 1-10 0,-1-3 4 16,0 2-6-16,0 1-7 0,-2-1-6 0,-2 3-7 0,1-1-6 16,-3-4 1-16,1 1 0 0,-1 0-5 0,0-2-7 0,1 0-11 0,-1-3-51 15,0 1-21-15,0-3-7 0,-1-1-100 0,-2 0-36 16,1-4-23-16</inkml:trace>
  <inkml:trace contextRef="#ctx0" brushRef="#br0" timeOffset="14344.96">5471 5320 555 0,'-6'-8'-72'0,"3"1"187"0,1 5-5 0,-2-2-2 0,2 1-31 15,0 2 26-15,0-1-28 0,0 2 23 0,1-2-16 0,0 1-18 16,1 1-15-16,0 0-6 0,0 0 2 0,0 0-17 0,0 0-9 16,0 0-9-16,0 1-6 0,1 2 10 0,0-1-6 0,2 4 20 15,0-1-6-15,-1 2-3 0,1 2 4 0,0 0 12 0,-1 2-4 16,2 0 13-16,-2 2-2 0,0-2-12 0,0 7-5 0,-1 2 11 16,-1-1-10-16,2 5 3 0,-4 4-8 0,0 0-11 0,-2 7 6 0,-2-2 3 15,-1-2 1-15,2 0 4 0,-2 1-4 0,0-2-5 16,1 9-14-16,-3-3 8 0,1 0-8 0,0 1 8 0,1-4 0 15,1 3-5-15,2 2-12 0,1 2 7 0,-1 2-12 0,3-1-17 0,0-2-11 16,1-5-18-16,1 1-50 0,0-5-16 0,3-1-10 0,0-4-113 16,2-2-27-16,2-2-35 0</inkml:trace>
  <inkml:trace contextRef="#ctx0" brushRef="#br0" timeOffset="24230.2">25439 9782 310 0,'0'-11'44'0,"0"-1"42"0,0 3-67 0,0 2 10 0,2 2-20 0,-1 1 21 0,3 0-1 0,-1 3-15 0,3-2 7 0,3-1 8 0,1 0-8 0,3 2-12 0,3-1 0 0,3 1-6 0,4 0-3 0,2 0 4 0,-1 1-4 0,3-2 1 0,6 1 4 0,1 0-5 0,8 0-9 0,-2-2 18 0,0 1-16 0,-1-1 13 0,0 1-2 15,3 1-4-15,3 1-13 0,2 0 17 0,1-2-10 0,-2 2 34 0,0 0 1 16,0-2-9-16,3 1 12 0,-1 0 13 0,0 1-7 0,2 1 11 16,0 0-7-16,5 0-5 0,7 0-23 0,1 0 21 0,-2 0-15 15,2-3 30-15,-3 3-8 0,2 0-19 0,6-1-9 0,3 1 9 16,5 0-10-16,1-1 2 0,-4-2-3 0,0 1-2 0,3-1-10 0,4-1 13 16,1 0-7-16,3-1 23 0,-6-1-5 0,0 0-12 0,4-1-11 15,2-1 21-15,-1 1-16 0,5-1 29 0,-4-1-11 0,-3-1-11 16,4 3-2-16,-1-3 5 0,1 0 0 0,2-2 11 0,-4 0-3 15,-5 5-8-15,0 0-26 0,1 1 25 0,-4 0-22 0,6 1 26 16,-5 0-7-16,-4 4-15 0,2 1-25 0,-3 2-3 0,-1 2-7 0,-2-1-33 16,3 3-9-16,-5 0-16 0,2 3-70 0,-4 2-7 0,-6 1-25 15,2 0 44-15</inkml:trace>
  <inkml:trace contextRef="#ctx0" brushRef="#br0" timeOffset="25472.68">10388 10898 164 0,'-17'-3'-35'0,"3"-1"-71"0,0 0 102 0,3 0 34 0,2 1-2 0,1-3 22 0,4 1-7 0,0-1-7 0,-2 0-23 0,3 0 20 0,-1 0-13 0,4 3 31 0,0 0-6 0,0-1-17 0,4 3-21 0,-5-2 25 0,1 2-23 0,3-1 20 0,-1 1-6 0,2 1-13 0,0-1-16 0,0 1 13 16,2 0-8-16,2 2 22 0,2 1 1 0,1 0-12 0,0-1-24 0,4 2 31 0,2 0-28 15,2 2 40-15,2-2-13 0,4 2-15 0,4 1 17 0,2-1-6 16,6 1 12-16,3-2-3 0,1-1 1 0,-1-1-5 0,7 1-6 16,3-2 9-16,3-1-9 0,9 0 6 0,-6 2-5 0,1 0-4 15,7 0 6-15,1 1-10 0,-1-2 12 0,4 0 2 0,-2 0-2 16,3 1 4-16,5-1-10 0,2 2 6 0,0 0-6 0,3 0 4 0,0-4-8 16,-3 1-2-16,8 1-5 0,3-2 1 0,1 3 2 0,3-3 12 15,-2 2-1-15,0-2-11 0,6 1-2 0,4 1 9 0,0-3-9 16,-1 0 4-16,-3 1-2 0,-2 0-2 0,107 2 6 15,-200-2 34-15,201 3-57 0,-104-3 35 0,-3 1 0 0,4 1-32 0,-2-2 31 16,0 0-27-16,-3 0 40 0,-2 0-4 0,-2 1-13 0,2 0-13 16,-3-1 13-16,-4-2-9 0,1 2 33 0,-6 0-8 0,1-2-8 15,3 1-15-15,-3-3 16 0,-4 2-11 0,1-3 22 0,-5 1-5 16,-2 4-8-16,2-2-11 0,0 1 7 0,-5-3-4 0,-1-3 16 16,-6 0-5-16,-1 1-9 0,0 1-6 0,-3 0 8 0,-7-3-7 15,0 3 1-15,-5-2-4 0,-2 1-6 0,4 0-1 0,-7 0 2 16,-3 0 1-16,-5 2 3 0,-3 2 3 0,-3-1-7 0,-3 2-7 15,0 1 12-15,-3 1-11 0,-1 2 9 0,-4-1-4 0,0 1-4 0,-2-1-5 16,2 3-13-16,-2 2 8 0,-1-1-36 0,-5 1-5 0,-1-2-8 16,1 4-54-16,-3 0 6 0,4 2-16 0,-4-1-7 0,-4-2-29 0,-1 1-13 15</inkml:trace>
  <inkml:trace contextRef="#ctx0" brushRef="#br0" timeOffset="33861.31">2868 9608 368 0,'1'-9'50'16,"1"0"-28"-16,-2 0 1 0,0 6-12 0,1 0 38 0,1 2-7 0,-2-1-6 0,1 2-3 0,-1-1 17 0,0-3-11 0,2 3 17 0,-1 0-16 0,2 1-14 0,1 0-22 0,1 0 12 0,1 0-6 0,2 1 28 0,2-1-2 0,2 3-10 0,4-2-14 0,4 0 23 0,5 0-19 0,4 1 26 0,4-1-9 0,4-1-9 0,8 0-21 16,4 0 8-16,1 1-7 0,5-1 12 0,0-1-4 0,1-2-12 0,9 3 0 0,2-2 7 0,4 2-6 0,4 2 1 0,-5-2 1 0,2 2-2 0,2 0-3 15,0 0-1-15,2 0 0 0,2 1 5 0,-3 2 2 0,-1 1-3 0,3-1-8 16,-1 2 12-16,1-2-12 0,1 1 13 0,0 2-2 16,-2 0-3-16,0 1-7 0,0-2 4 0,0 1-3 0,2 2 14 0,2 0 1 15,-5 3-5-15,7-1-12 0,-1-1 12 0,1 1-11 0,8-1 11 16,-4 0-5-16,1-1-3 0,3 0 2 0,2-4-1 0,3 0 3 15,7-3 8-15,-4 1 1 0,-1-1 0 0,4-2-8 0,-1 0 24 0,3 2-17 16,0 2 40-16,-5 0-8 0,0 2-10 0,3 0-8 0,1 1-2 16,-1 0 4-16,0 1-2 0,-4-2 2 0,0 1-8 0,5 0-24 15,2 1 19-15,0-4-18 0,2 1 23 0,-2-1-5 0,1-3-10 16,4 0-4-16,-1-4 1 0,0-1-1 0,3-2 7 0,-5 1 2 16,0-2-4-16,2 1-12 0,-1-4 18 0,-1-3-15 0,-3-1 15 15,-5-2-2-15,-3-2-7 0,1-1-2 0,-1 0 3 0,-4 2 0 0,-2 0 8 16,-7 0-2-16,-6-1-5 0,0 0 6 0,-5 1 8 0,-1-1-3 15,-2 0 11-15,-4 0-1 0,-2-4-4 0,2 1 0 0,-3-5 6 16,-3 2-4-16,-2-1 11 0,-2 0-4 0,0-1-6 0,2 0-19 16,0-2 15-16,-2 0-14 0,-2-3 14 0,-4 2-6 0,-4 1-12 15,-4 2-2-15,-3 0 6 0,-4 2-3 0,-4 3 16 0,-1 1-6 0,-3 0-4 16,-3-2-5-16,-5-1 3 0,-11-3-2 0,-3-3 8 0,-3-1-1 16,-4-1 1-16,-1-1-11 0,-1-2 0 0,-6-3-1 0,-3 2 8 15,-7 0-5-15,-10 1-2 0,-6-2-12 0,-7 2 6 0,-6 2-6 16,-8 2 11-16,-11 2 2 0,-5-1-2 0,-8-6-9 0,-3 0 8 0,2 0-8 15,-10 4 14-15,-4 3 2 0,-2 1-2 0,-7-3-13 0,1 3 14 16,-4 2-13-16,-8 3 18 0,3 2-2 0,-2 1-6 0,-8 2 0 16,-1 3 3-16,-4 1-1 0,-4 3 2 0,6 4-3 0,-6-3-3 15,-6 5-11-15,-6-1 9 0,-1 1-7 0,-2 2 16 0,0 0 2 16,-3 1-3-16,-9 0-14 0,-6 2 4 0,-3 1-7 0,3 2 12 0,-4 1-1 16,2 2-1-16,-10 2-18 0,-4 6 16 0,2 0-13 0,0 3 21 15,7 3 2-15,-3 1-7 0,-2 3-12 0,-3 2 17 0,2 1-15 16,10 6 20-16,4-6-1 0,8 6-10 0,0 2-7 0,-1-1 14 0,8 2-11 15,8 5 14-15,8-2 1 0,10 5-5 0,3 8-9 0,5 3 8 16,12 3-7-16,2-1 15 0,15-5-2 0,6-3-7 0,0-3-14 16,12-1 13-16,11 0-11 0,10 2 18 0,15-3-5 0,8-2-6 15,9-2-5-15,7-6-4 0,9-2 4 0,4-2 6 0,7-4-2 0,8 1 3 16,6-3-16-16,6-3 7 0,9 2-6 0,10-3 25 0,8-2-6 16,6-2-7-16,6-1-11 0,3-2 13 0,5-2-7 0,6-2 26 15,6 0-8-15,8-4-6 0,7 0-8 0,5-2 9 0,6-4-5 16,6-1 19-16,0-1-6 0,6-3-7 0,8-1-1 0,4-2-2 0,4 0 2 15,4 2 2-15,-5-2-5 0,-2 1 2 0,9 1-8 0,-4 0 0 16,-1 3-1-16,-1 0 7 0,-11 2-1 0,-2 2 0 0,-1 1-36 16,-3 4-1-16,-6 2-11 0,-3 4-20 0,-7 3-13 0,-2 2-14 15,-1 1-101-15,-5 4-10 0,-1 0-37 0,1 5 45 0</inkml:trace>
  <inkml:trace contextRef="#ctx0" brushRef="#br0" timeOffset="47849">8500 15316 280 0,'-2'-5'30'0,"2"3"19"0,2 0-15 0,1-1-11 0,1 2 1 16,3 0-11-16,1-2-4 0,1 0 3 0,1 1-12 0,1-2 16 0,2 1-8 0,0-2 31 0,1 0-3 0,1 1-12 0,1 1-10 0,2-1 16 0,0 1-16 0,0-1 17 0,0 0-6 0,-6 3-3 0,2-3-2 0,0 3-5 0,3-1 5 0,7-1-7 0,2 0 1 0,-1 1-3 0,2 1-22 0,1-2 24 0,1-1-21 16,1 2 27-16,-1-1-3 0,4 0-13 0,-2 1-10 0,3 1 11 0,-2-2-7 0,2 1 23 0,-3-1 1 0,-6 2-10 0,4-1-11 0,1 1 25 0,-1 0-20 0,3-2 25 0,-3 3-6 0,-2-2-14 0,3 2 6 15,0 0-1-15,-1-2 4 0,1 2 4 0,0 0 0 0,-2-1-1 0,0 0-14 16,0 0 18-16,2-2-16 0,-1 0 16 0,-1 3-6 0,-5 0-8 0,0 6-11 15,4 0 5-15,-1 0-2 0,7 3 21 0,-4-2-4 0,0-1-7 16,3 1-9-16,-1 2 9 0,4-4-8 0,-3 0 3 0,0 0-2 16,2 1-1-16,-1-1 1 0,3 2-3 0,-3-2 4 0,2 1 6 15,-1-3-5-15,3 3-2 0,8-3-13 0,-2 1 9 0,1-2-8 16,-1 0 11-16,-1 0 0 0,-1-2-5 0,2 1-7 0,0 1 7 16,-6-2-4-16,2 2 9 0,-1-1 2 0,0-1-7 0,6 0-20 15,-1 0 25-15,-3 0-21 0,0 0 35 0,-3 0-10 0,-1 2-12 0,2 0-6 16,-2 1 4-16,0 1 2 0,0 0 17 0,-6-1 0 0,2 4-8 0,1-2-13 15,0 0 12-15,2-1-10 0,1 2 14 0,-5-2-1 0,1 3-4 16,0 0-14-16,-1 0 6 0,-1 0-5 0,-2 0 18 16,-1-2 2-16,-1-1-3 0,2 0-20 0,0-1 19 0,-6-1-19 15,0-2 19-15,-2 0-1 0,0 0-7 0,6-2 4 0,1 1-3 0,-4-1 4 16,1 0 1-16,-3 0-2 0,-2 0-1 0,2 0-12 0,-2-1 10 16,-1 1-8-16,-1 0 16 0,-3-1-4 0,0-3-5 0,-1 4-7 15,-1-2 6-15,0 2-2 0,-3-1 11 0,0 2 2 0,-3-1-4 0,1 1-29 16,-1 1 32-16,-2-1-28 0,0 0 38 0,-1 1-10 0,0 0-13 15,1 1-11-15,0 0 14 0,0 2-8 0,0-1 14 0,-1 0-6 16,2 3-17-16,-1-2-11 0,2 5-5 0,1-3-2 0,-2 2-34 16,2 0-12-16,2 0-11 0,1 0-48 0,1 0-29 0,1 1 2 15,1-1 40-15</inkml:trace>
  <inkml:trace contextRef="#ctx0" brushRef="#br0" timeOffset="48782.03">14159 13422 446 0,'-10'-8'32'0,"-2"-3"-15"0,2 6 31 0,-4 2-32 0,2 2 38 0,2 1-15 0,3 0-22 0,-1 1 4 0,2-1 4 0,1 4 2 0,1 0 11 0,1-3-11 0,0 4-12 0,-1-1-16 0,1 3 9 0,-2 2-9 0,2 3 9 0,-3 1-1 15,1 0-6-15,-3 5-10 0,-1-1 15 0,-1 3-9 0,-2 2 31 0,-2 0-1 0,1 4-8 0,-2 5-17 0,-2 2 18 0,-2 5-16 0,-1 0 19 0,1 0-6 0,0 3-8 0,0-1-1 0,-2 2-7 0,0-5 7 0,-1 1-8 16,0-5 3-16,3-2 0 0,-3 1-21 0,3 0 24 0,2 1-22 0,7 1 27 0,3-2-4 0,-2-1-11 0,-1 0-26 0,-5-3 7 0,3 0-11 0,2-6-14 0,1-5-4 0,2-2-19 16,1-3-47-16,1-2 9 0,3-1-21 0,-1-4 56 0</inkml:trace>
  <inkml:trace contextRef="#ctx0" brushRef="#br0" timeOffset="49082.74">13517 13429 498 0,'-29'-26'-9'0,"12"14"28"0,0 3 13 0,2 2 14 0,2 6-10 15,2 1 10-15,2 1-12 0,0 3 11 0,3-4-14 0,2 1-14 16,0 1-14-16,4 6 7 0,0 2-6 0,4 7 16 0,0 0-2 16,4 1 3-16,2 3-5 0,1-1 12 0,2 0-6 15,1 2 18-15,0-2-7 0,1 0-16 0,2 3-17 0,1 2 18 0,1-1-18 16,1 3 23-16,2-4-5 0,1 0-8 0,2 2-4 0,0-1 5 16,-4 0-3-16,-2-2 10 0,1 0-2 0,4-3-7 0,3-2-8 15,1 2 17-15,-2-1-16 0,-5 0 15 0,-1-1-4 16,0-2-8-16,0 0-12 0,-1-3 7 0,0 1-5 0,-1-1 20 15,-2-1-7-15,-1 0-8 0,2 2-31 0,-1-2 5 0,0 2-17 0,0-1-70 0,1-1-28 16,-1 0-37-16</inkml:trace>
  <inkml:trace contextRef="#ctx0" brushRef="#br0" timeOffset="49865.9">12782 14708 290 0,'-14'-20'51'0,"-2"9"-7"0,4 2 28 0,5 0-7 16,-3 0-33-16,4 1-4 0,2-1-7 0,-2 0-12 0,2-1 9 0,-2 1-11 0,3 0 5 0,-3 0 1 0,2 2-2 0,0-4-6 0,-3 2 13 0,5-2-7 0,-1-1 33 0,1 1-11 0,0-1-11 0,-4-3-6 0,-3-2 8 0,0-1-5 0,-1-1 11 0,1-1-4 0,1 0-2 0,-1-3 0 0,0 0-7 0,-1-1 7 0,0 2-4 0,0-3-2 15,-1 3 0-15,1-5-19 0,1-1 19 0,-1-2-18 0,1 0 15 0,0 1 0 16,0 1-9-16,-1 1-6 0,0 1 6 0,0-3-4 0,0 2 18 15,1 1 0-15,0-4 0 0,0-1-9 0,1 6 6 0,1-3-6 0,1 5 15 16,1 2 2-16,2-3 4 0,0 3-19 0,2 1 16 0,1-1-15 16,0 2 18-16,3 1-4 0,0-1-14 0,4 1-10 0,-1-1 8 15,3 2-9-15,2 1 2 0,-1 2-1 0,1 1-3 0,1 0-5 16,1 1 7-16,-2 3-3 0,0 2 16 0,-2 0-5 0,0 4-10 16,-2 0-18-16,-1 0 20 0,0 3-15 0,-1 0 26 0,-2 4-8 0,0 0-8 15,0 2 1-15,-1 2-1 0,-2 1 4 0,0 1 2 0,0 1 2 16,0-2-2-16,-2 2-20 0,0 3 22 0,1-2-19 0,1 2 27 15,0-1-8-15,3-2-10 0,1 1-4 0,3-2 4 0,2-1 1 16,2-3 12-16,1 1 1 0,3-4-4 0,4 3-7 0,1-3 3 16,2 1-4-16,-8-2 5 0,2 0 1 0,1-1 0 0,3 1-5 0,6-1-3 15,-4 0 2-15,1 1 5 0,-6 0 1 0,-2 2 0 0,0-2-18 16,-5 2 21-16,0 1-18 0,-3-1 28 0,-2 1 0 0,-1 3-7 0,-3-3 8 16,-1 3 1-16,-1 0 2 0,-5 1 7 0,-2 3-4 15,-2 2-5-15,-5 3-14 0,-3 1 10 0,-8-4-10 0,-1 5 8 16,-4 0 1-16,-2-2-2 0,2 5-20 0,4-5 8 0,4-2-10 0,4 2 21 15,3-6-2-15,1 1-4 0,5-2-17 0,5-3 13 0,3 0-12 16,3 1 12-16,2-2-3 0,4-1-6 0,1 1-17 0,4 0 7 0,1-1-8 16,4 2-7-16,0-1-3 0,0 0-15 0,-6 2-32 0,0 1-9 15,0 1-8-15,-4 0-46 0,7 2-22 0,-2-1-11 0</inkml:trace>
  <inkml:trace contextRef="#ctx0" brushRef="#br0" timeOffset="50473.64">12971 14636 935 0,'7'-17'21'0,"1"2"-77"0,1-1 86 0,2 5-5 0,0-1-6 0,3 0 1 0,0-1 15 0,2-1-8 0,1-2 16 0,0 0-9 0,2-1-9 0,0-2-20 0,1-2 14 0,-5 0-11 0,-3-1 22 0,-1 0-4 0,0 2-12 0,5-1-6 0,2-3 13 15,0 1-12-15,-2-5 11 0,-4 2-6 0,-2-1-4 0,-1-4-10 0,1-1 9 0,0 3-5 16,-3-3 19-16,-1 2-6 0,-2 1-9 0,-2-6-13 0,0 0 11 0,-2-6-9 0,-2-2 8 0,-1 2-1 0,-2 0-5 0,-3 1-11 0,-1-3 10 16,-3 1-7-16,-1 4 23 0,-2 2 0 0,-1 4-6 0,-7-5-18 0,1-2 20 15,-2-4-18-15,3-1 36 0,2 3-5 0,-4 2-5 0,-2 4-11 16,-6 2 1-16,0 1 0 0,-3 3 8 0,-1 4 0 0,-1 3-7 0,-1 3-12 15,-1 4 18-15,-1 0-16 0,-1 5 14 0,-1 1-2 16,-3 4-10-16,5 1-4 0,-3 3 0 0,2 2-1 0,1 4 13 0,-3 4-5 16,1 7 3-16,-1 3-14 0,-2 5 9 0,-3 7-5 15,0 4 15-15,1 3-4 0,4 6-7 0,0 5-9 0,2 5 7 0,0 0-5 16,-3 0 12-16,6-4-1 0,4 3-5 0,4 8-3 0,3 1 3 16,6 2-5-16,4-2 5 0,6-5-1 0,6-3 0 0,1-3-8 0,6 4 10 15,2-2-4-15,4 2 12 0,3 0 2 0,3 0-11 0,3-4-13 16,2-2 23-16,2-4-20 0,1-6 23 0,2-5-7 0,1-4-9 15,5-1-1-15,2-2 2 0,2-2 2 0,0-1 7 0,-8-2-2 16,1-4-3-16,4-4-18 0,1 0 9 0,5-3-13 0,-3-3-13 16,-6 1-16-16,1-2-16 0,1-1-69 0,0-1-22 0,-3 2-13 15,-2-3 27-15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0" timeString="2025-06-26T18:35:19.64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6-26T18:35:20.413"/>
    </inkml:context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13648 13295 0,'0'0'0,"0"0"0,0 0 0,0 0 0,0 0 0,30 115 0,-14-59 16,-1-3-16,-3-7 16,-2-11-1,-4-5-15,-1-8 16,-2-3 0,1-4-16,-2-2 15,0-3-15,-1 1 16,-1-1-1,-1-1-15,-1 0 16,0-2 0,-1-1-16,2-1 15,0-1-15,0-2 16,0 1 0,0-1-16,-2 0 15,1 0 1,0-1-16,1 1 15,0-1 1,-2 0-16,1 1 16,0-2-1,1 1-15,-1 0 16,-1 0-16,0 1 16,0-1-1,-1 2-15,-2 0 16,-2 2-16,-1 3 15,-3 0 1,1-1-16,1 1 16,1 0-1</inkml:trace>
  <inkml:trace contextRef="#ctx1" brushRef="#br0">10192 10915 1031 0,'1'-15'193'0,"-2"4"-171"0,-3-2 11 0,1 1 12 0,-1 2 26 0,4 4-14 0,1 0 40 0,0 4-11 0,1-1-17 0,-5 1-9 0,0 1 6 0,-1-1-8 0,-1 1-2 0,3 1-10 0,-2 0-7 0,1 0-16 0,-1 3 4 16,1-1-5-16,-2 3 12 0,-1 2 6 0,1 2 5 0,-2 3-20 0,0 2 11 0,-2 6-15 0,0 1 12 0,-1 1-2 0,-2 5-6 0,-1 6-16 0,-2 2 5 0,-3 5-9 0,-1-1 3 0,-4 1-1 0,0 1-3 0,-2 1-13 0,-1-1 13 0,2 0-10 0,-1-1 21 0,1 0-6 0,-2-2-7 15,0 2-5-15,-4-3 3 0,2-1-2 0,2-1 7 0,8-4 2 0,2-1-2 0,-3-2-11 0,2 1 5 0,-6-1-9 0,3-1-3 0,5-1 4 0,2-4 0 0,2-1-19 0,1 0-4 0,2-2-6 0,1-1-31 0,1-3-6 0,2-1-10 16,1-5-52-16,0 0-5 0,1-4-12 0,1-1-77 0,1 1-36 0,-1-2-44 16</inkml:trace>
  <inkml:trace contextRef="#ctx1" brushRef="#br0" timeOffset="301.77">9527 10945 1517 0,'-1'-1'63'0,"0"-4"-25"0,1 2 18 0,-1 2-6 0,1 1-5 16,0 2-29-16,2 2 27 0,-1 1-23 0,2 3 49 0,1-2-4 16,0 3-4-16,2 1-5 0,1 5 7 0,2 5-6 0,2 1 2 15,2 2-5-15,4 0-9 0,6 3-25 31,1 5 13-31,2 3-14 0,-5-1 35 0,1 0-2 0,4 0 2 0,2 3-22 0,6 0 4 0,1 2-10 0,-2 3-2 16,-1 0-6-16,0-3-7 0,3 0-13 0,-3-1 7 0,1-2-6 0,-2-2 12 0,0-4-1 0,0 0-5 16,-3-3-8-16,-1 0 10 0,-10-3-7 0,-4-4 10 0,1 0-2 0,-3 1-8 15,7 0-6-15,-2 1 1 0,-4-2-2 0,-1 1 7 0,-4-6-9 16,0-3-5-16,1-1-75 0,-2 0-17 0,2 3-16 0,0-2-157 16,0 1-113-16,1 0-84 0</inkml:trace>
  <inkml:trace contextRef="#ctx1" brushRef="#br0" timeOffset="1199.75">24237 10926 256 0,'-13'-27'29'0,"10"10"413"0,-1 2-203 16,1 2 2-16,3 4-248 0,0 4 12 0,0 2-10 0,1 1 31 0,-1 2-5 0,2 0-2 0,-2-1-4 0,4 3-2 0,-1-1 4 0,0 3 11 0,1-1 0 0,0 3 2 0,2 1 8 0,-1 2 14 0,1-1-7 0,0 1 21 0,0 2-1 15,2 0-4-15,1 1 4 0,0 2 2 0,1-3-1 0,2 1-4 0,0 1-5 0,-1-1-6 0,4 8-28 0,-3-1 10 0,0 1-14 0,1 1 17 0,-2-5-1 0,3 1-3 0,1 4-25 0,1-1 11 0,0 2-14 0,2 1 10 0,-3-3-2 16,4 3-8-16,3 0-5 0,-1 4 11 0,2-1-8 0,-3-3 16 0,-7-2-5 0,3-4-9 0,4 0 0 0,4 1 1 0,6 1-1 0,-2-3 2 0,-3 0-2 0,0-3 0 0,0-1-7 0,2 2 1 0,1-3-4 0,2 2-16 16,-2-2-8-16,-1-2-14 0,1 2-36 0,0-2 1 0,0-2-9 15,0-2-22-15,-4 1-9 0,-5-4-15 0,-3-1-149 0,-3-1-37 16,-2-3-41-16</inkml:trace>
  <inkml:trace contextRef="#ctx1" brushRef="#br0" timeOffset="1492.09">25371 10880 1536 0,'-30'-6'42'16,"12"12"-31"-16,3 0 37 0,-3 3-2 0,4 6-4 16,1-3 3-16,-2 2 15 0,1 0 0 0,-3 0 2 0,0 7-3 0,-3-1-9 15,-3 7-8-15,2 2-13 0,-3 5 5 0,9 4-6 0,-2 4 15 16,-2 4 5-16,-2 4 3 0,-6 5 0 0,3 0 12 0,1 1-11 16,2-1 6-16,3-4-9 0,1-1-12 0,0 3-24 0,0 4 5 0,2 0-8 15,1 1 1-15,2-5-3 0,1-5-5 0,1 0-9 0,2-2 7 16,0-4-4-16,0-1 12 0,1-4-7 0,-1 0-8 0,1 0-31 15,-1 0-2-15,1-2-8 0,0-3-40 0,2-3-30 0,1 2-26 16,2-3-205-16,1 3-195 0,4 4-9 0</inkml:trace>
  <inkml:trace contextRef="#ctx1" brushRef="#br0" timeOffset="8896">6237 7271 217 0,'2'-11'295'0,"0"2"-167"0,4 0 181 0,-2-1-242 0,5 3-56 0,-2-1-19 0,1 3 18 0,3 0-1 0,5-1-9 0,8 1-6 0,0-4 12 0,2 3-8 0,-2-2 11 0,1 3-3 0,1-1-5 0,3 3-4 0,2 2-3 0,0-2 3 0,2 2 3 0,-1 0 3 0,4 0-2 0,5-1-8 0,-3 2 12 0,1-4-10 0,3 2 15 0,-3-2 2 0,4-2-1 16,1 2 12-16,-3-3-4 0,3 4 7 0,2-3 2 0,2 4 2 0,5-2-2 0,-1-1-17 0,3-2 21 16,0 4-19-16,-5-2 23 0,4 1-3 0,-3 1-10 0,1-2-12 0,6 0 15 15,2 1-13-15,0-1 21 0,-1 2-6 0,0 1-9 0,-2-2-11 16,3 1 9-16,-4 1-9 0,1-5 2 0,1 6-4 0,4-1-6 15,1 0-6-15,-3 2 6 0,-5-1-4 0,-4 1 13 0,-1 0 0 16,-1 3-5-16,4 0-9 0,5 0 6 0,-2 1-7 0,0 0-11 0,-2 0-23 16,-2-1-19-16,2 4-94 0,1-1-32 0,-1 7-8 0,3-2-142 15,3 5 191-15,4 3-9 0</inkml:trace>
  <inkml:trace contextRef="#ctx1" brushRef="#br0" timeOffset="9590.42">15773 7402 217 0,'-24'-10'387'0,"10"-6"-224"0,6 0 245 0,-2 2-306 0,9 5-94 0,2 3-4 0,4-1 14 0,8 2-3 0,0 0-6 0,6-1 6 0,4 1-5 0,4-1 5 0,1 0-2 0,4 1-2 0,4-1-1 0,5 3-13 0,6-2 7 0,6 2-7 0,3-2 10 0,0 1 0 0,4 1-2 0,2-3-5 0,2 0 10 0,1 1-6 0,2 0 20 16,4 2-4-16,1-1-8 0,9-1-4 0,0-2 6 0,-3-1-6 0,2 1 0 0,0 2-1 0,3-1-3 0,6 0-3 0,-2-1 7 0,-1-1-3 0,0 1 19 0,2 2 0 0,-2-6-3 0,8 2-9 0,-5 3 9 0,-3-3-10 0,8 5 8 0,-3 2-7 0,1-2-5 0,4 4-9 0,-9-1 3 0,-3 3-1 0,3 6 5 0,-3 0 2 0,0 0-5 0,2 3-22 0,-7 0-11 0,1 1-10 0,5 4-103 0,3 1-50 15,2 0-42-15</inkml:trace>
  <inkml:trace contextRef="#ctx0" brushRef="#br0" timeOffset="-186674.54">25304 7258 0,'0'0'16,"0"0"-16,0 0 0,0 0 15,0 0 1,0 0-16,0 0 16,0 0-16,0 0 15,0 0 1,0 0-16,0 0 15,0 0 1,0 0-16,0 0 16,0 0-1,0 0-15,0 0 16</inkml:trace>
  <inkml:trace contextRef="#ctx1" brushRef="#br0" timeOffset="-185842.59">13701 2207 418 0,'-2'0'87'0,"-1"-1"72"0,1 1 46 0,1-1-65 0,0 1 42 0,0 0-34 0,0-2-38 0,0 2-38 0,1-1 19 0,0 0-32 0,0 0 19 0,0 1-2 15,0 0-10-15,-2-2-14 0,1 1 14 0,1 0-24 0,1-1 13 0,1 2-4 0,-1 0-10 0,-1-1-18 0,1 1 15 0,1 0-22 0,-1 0 13 0,1 0-11 0,1 1-11 0,-1-1 0 0,1 3 9 16,-2 0-5-16,3-1 14 0,-1 3-1 0,2-1-8 0,0 2-2 16,2 2 6-16,1-1-8 0,1 3 11 0,1 3-2 15,0-2-4-15,1 5-15 0,2-1 18 0,-3-2-18 0,2 1 26 16,-2-3-7-16,0 0-11 0,2 0-10 0,-1-1 5 0,0 1-5 15,1-1 14-15,0-1-4 0,0 0-5 0,0-3-10 0,2 0 8 0,-2 1-6 16,0-3 12-16,-1 0-3 0,-1-1-5 0,0-1-33 0,-1 0 4 16,0 1-13-16,-1-2-20 0,-2 0-12 0,0-1-18 0,0 0-52 15,-2 2-25-15,1-2-2 0,-2 0-124 0,-1-2-56 0,0 2-47 16</inkml:trace>
  <inkml:trace contextRef="#ctx1" brushRef="#br0" timeOffset="-185575.04">14123 2179 724 0,'0'1'286'0,"-1"-2"-2"0,-2 2-32 16,2 2-82-16,-1-3-5 0,1 0-29 0,0 0-35 0,-1 4-40 16,0 2 19-16,-1 3-32 0,1 3 24 0,0 2-10 0,1 2-15 15,-1 4-20-15,-2 1 13 0,0 1-19 0,-2 1 22 16,-1 1-2-16,1 0-10 0,-2 1-6 0,0-1 8 0,0 1-14 15,-1 3 7-15,1 0-7 0,0 2-6 0,1 4-12 0,-1-4 10 16,1-1-10-16,-1-1 15 0,2-10-4 0,1-1-7 16,1-1-9-16,1 0 7 0,1 2-8 0,0-3 14 0,2-2-3 15,-2-2-5-15,2-2-24 0,0-4-10 0,3 1-1 0,-2-5-59 16,1 0-5-16,1-1-12 0,2 0-87 0,1-2-63 0,0-5-14 16,1-1-17-16</inkml:trace>
  <inkml:trace contextRef="#ctx0" brushRef="#br0" timeOffset="-183018.42">18643 3931 0</inkml:trace>
  <inkml:trace contextRef="#ctx1" brushRef="#br0" timeOffset="-183362.46">14335 2483 256 0,'-6'-3'12'0,"1"0"209"0,1 1-66 0,-2 1 18 0,0-3-86 0,2 2 8 0,-1 0-17 0,1 1 12 0,-1 1-7 0,2-2-14 0,0 2-15 0,2 0 20 0,0-1-29 0,-1 1 14 0,2 0-9 0,0-1-12 0,0 1 3 0,0 0 12 0,4 0-12 0,-1 0 36 0,0 0-13 0,2 0-7 0,-1-2-23 0,0 2 16 16,1-1-21-16,1 0 7 0,-1 1-7 0,1-1-16 0,0 1-10 0,-2 0 7 16,2 0-8-16,-1 0 13 0,-1-2-3 0,2 2-4 0,-1-1-19 15,1 1 16-15,-1-1-17 0,3 1 28 16,-1 0-1-16,1 0-12 0,0-1-11 0,0 1 13 0,1 0-14 0,1 0 11 0,-1 1 1 15,1-1-4-15,0 0-11 0,0 1 6 0,0-1-9 0,0 0-19 16,1 0-18-16,2-1-19 0,1 0-98 0,3-2-70 0,0 2-24 0,1-1-74 16</inkml:trace>
  <inkml:trace contextRef="#ctx0" brushRef="#br0" timeOffset="-181665.88">17731 6243 0,'0'0'0,"0"0"16,0 0-1,0 0-15,0 0 16,0 0-16,0 0 16,0 0-1,0 0-15,0 0 16,0 0 0,0 0-16,0 0 15,-87-9 1,77 9-16,1 0 15,0 0-15,1 0 16,0 2 0</inkml:trace>
  <inkml:trace contextRef="#ctx1" brushRef="#br0" timeOffset="-181363.18">14334 2724 753 0,'-6'-3'200'0,"0"0"-109"0,-1 1-29 0,2 0-66 0,-2 2 12 16,1-1-3-16,3 1-2 0,1 0-1 0,0 1 19 0,1 1-6 0,0-2 58 0,0 2-11 0,1-1-9 0,0 1-26 0,0-2 11 0,0 0-14 0,0 0 8 0,1 0-7 0,-1 0-5 0,2 0-11 0,1 2 9 0,0 1-5 0,2-1 26 0,1 1-10 0,0-3-6 0,2 1-10 0,-1 2 1 0,2-1-2 0,-2 0 2 0,2-1-3 0,0 1-2 0,1 1-12 0,-1-2 11 0,3 1-6 0,-1 0 38 0,1 2-9 0,1-2-6 0,-1 0-13 0,3-1 3 15,-2 0-2-15,1 2 4 0,0-1-7 0,2 0-5 0,1 0-12 0,0 0 6 0,0-1-4 0,1 0 12 0,0-1-10 0,0 0-10 16,1-1-39-16,-1-2 8 0,-4 1-13 0,-1 0-19 0,2-1-16 16,1 0-23-16,6 0-111 0,3 3-29 0,-2-2-11 0,1 1 99 0</inkml:trace>
  <inkml:trace contextRef="#ctx1" brushRef="#br0" timeOffset="-179868.52">15155 2896 217 0,'-3'-4'481'0,"3"-1"-229"0,2 1 319 0,-1-3-344 0,-2 1-105 0,-2 0-36 0,0-3-15 0,1 0-11 0,0-2-21 15,0-2-11-15,1 0 8 0,-2-2-13 0,2-2 10 0,1 0 5 0,0-2-2 0,0-1-13 0,0 2 22 0,1 4-27 0,-1-7 20 0,1-1-6 0,3 2-13 0,-1-10-7 0,2 2 8 0,0 0-11 16,2-3 9-16,-5 5-3 0,3 1-7 0,3 2-8 0,-2 3 6 0,7 2-6 0,2-3 9 0,-1 5-3 0,2 0-3 0,2 1-7 0,-5 5 4 0,2-1-4 0,-2 0 8 0,-3 3 0 16,0 2-4-16,-1 1 0 0,-2 1 4 0,0 1-4 0,-3 1 3 15,1 2 0-15,-1 1-3 0,0 2-8 0,-1 3 11 0,-1-1-8 0,-1 1 16 16,-1 0-1-16,0-1-6 0,-1 4-13 0,0 0 14 0,-1 0-11 16,0 0 22-16,-2-4-6 0,2 1-8 0,-1 0-12 0,2 0 10 0,-1 0-8 15,1 0 19-15,1 0-2 0,0-3-6 0,3 4-10 0,-1-3 7 16,1-1-5-16,2 3 13 0,-1-4-4 0,2 3-3 0,1-1-8 15,-1 1 6-15,2-1-4 0,-2 0 11 0,-1 0 1 0,0 0-6 0,-1 1-7 16,-1 0 7-16,-1-1-6 0,-1 2 12 0,-1-1-2 0,0 2-5 16,-2 0 5-16,-2 0 9 0,0-1 0 0,-1 0 21 0,-1 2-3 15,-3-3-4-15,0 2-1 0,-3 0 7 0,1 0-7 0,-1-1-1 16,-2 1-5-16,1 0-6 0,-2 0-12 0,1-1 7 0,-2 0-8 16,-1-2 5-16,4 1-2 0,0-2-3 0,0 0-2 0,4-1 3 0,-2-1-3 15,3-1 4-15,2 0-2 0,0 0-2 0,3 0-6 16,1-1 2-16,2 0-5 0,0-2-4 0,1 1-7 0,0-1-8 0,0-2-35 15,1 1-2-15,1-1-7 0,1 1-24 0,1 0-7 0,0 1-12 0,1-3-82 16,1 3-35-16,3-4-13 0,1 1-183 0,5-2 245 0,1 0-19 16</inkml:trace>
  <inkml:trace contextRef="#ctx1" brushRef="#br0" timeOffset="-179581.85">15554 2461 809 0,'-18'5'-504'0,"11"1"980"0,-1-2-121 0,2 1-172 0,-1 2-65 16,1 0 21-16,2 0-45 0,0 0-6 0,2 0-11 0,2-1-26 0,0 1-6 0,2-1 3 0,2-1-12 0,1 2 1 0,1-4 0 0,2 1-4 0,1-3-3 0,1 1 20 0,1-2-21 0,0-2 21 0,-1 1-9 0,-1-1-16 0,0-3-3 0,-2 2 16 0,-1-3-14 0,0 0 22 0,-1 1-4 0,-3 0-11 15,-1-1-3-15,-2-1 10 0,-1 2-13 0,0 0 14 0,-4 0-10 16,0 1-8-16,-1 0-13 0,-1 1 9 0,1 3-9 0,-3-2 4 16,0 2-6-16,-1 0-6 0,-2 2-11 0,3-1 8 0,0 1-7 15,1 1-3-15,1-1-15 0,1 0-17 0,1-1-48 0,0 0-21 16,2-1-5-16,0 0-142 0,4 0-79 0,0-2-66 0</inkml:trace>
  <inkml:trace contextRef="#ctx1" brushRef="#br0" timeOffset="-178983.2">15932 2170 788 0,'-2'0'147'0,"-1"1"192"0,-2 1-134 0,2 2-30 0,-2 1-39 0,2-2-57 0,1 3 9 0,-1-1-35 0,2 2 9 0,0 6-13 0,0 1-8 0,0 3-23 0,1 0 6 0,0-2-12 0,0-1 9 0,0-1-3 0,1 0-5 0,0 1-14 0,1-3 4 0,1-1-7 0,-1 1 7 16,0-4 0-16,0 5-3 0,2-3-19 0,-1 0 18 0,-1-1-19 0,1-2 5 0,-1-1-24 0,-1 0-22 0,0-1-45 0,-1 0-18 0,0-2 11 0,0 1-124 0,-1 0-14 0,1-2-16 0,0 0-51 15,-1 0 152-15</inkml:trace>
  <inkml:trace contextRef="#ctx1" brushRef="#br0" timeOffset="-178810.14">15739 2392 303 0,'-2'0'135'0,"1"0"158"15,-2 0 11-15,2-2-43 0,1 2-50 0,4 0-40 16,1-1-47-16,1-2-31 0,-2 1 6 16,2-1-22-16,1 1-8 0,2-1-14 0,1-1-16 0,1 1-25 0,1-3 7 0,3 1-15 15,0-1 11-15,-1 1-5 0,1 1-8 0,2-1-8 16,2 2-6-16,0-2-1 0,2 3-37 0,-2-4-20 0,-2 3-6 0,2 0-81 16,-3-1-70-16,1 2 39 0,1 0-253 0,0 0 255 15,1 2 1-15</inkml:trace>
  <inkml:trace contextRef="#ctx1" brushRef="#br0" timeOffset="-177814.54">16247 2730 541 0,'-5'0'132'0,"1"0"172"15,1 2-114-15,0-2-35 0,1 0-37 0,1 0-41 0,-2-2 10 0,2 2-26 0,1 0 17 0,-1-2-19 0,1 0-17 0,0 0-24 0,0-1 16 0,0 0-18 0,0-2 26 0,0 1 0 0,0-2-12 0,-1-1-5 0,0 1 15 0,0 0-18 0,-1-1 26 0,2 1-3 0,-3-1-9 0,2 0-16 0,0-4 15 0,1 1-20 16,-2-3 16-16,0 2-3 0,0 1-8 0,-1-6-6 0,3 3 6 16,-1 1-9-16,-1-4 2 0,1 0-1 0,-2 2-4 0,2-4-6 15,1 2 9-15,0 0-10 0,0 0 8 0,4 3-3 16,0-1-5-16,-3 2-5 0,5-1 5 0,-4 1-4 0,1-1 7 16,2 4-1-16,-3 0-3 0,2 1 0 0,-2-1 4 0,1 1-3 0,-1 1 9 15,1 1-3-15,0 1-1 0,-2 1-2 0,1-2 6 0,1 3-2 16,-2-2 9-16,1 0-3 0,-2-1-5 0,2 0-8 0,-1 3 7 15,-1-4-7-15,4 5 7 0,-3-4-1 0,1 3-5 0,0-1-3 16,1 0 3-16,0 1-3 0,-1 1 3 0,0-1 0 0,2 1-1 0,-1 0-14 16,2 2 13-16,-1 0-10 0,1 3 17 0,-2-3 1 0,0 1-8 15,0-1-10-15,-1 0 15 0,0 2-14 0,0-1 21 0,2 1-6 16,-3-2-6-16,2 0-9 0,0 0 4 0,0 2-2 0,0-1 15 16,1 0-3-16,-1 2-3 0,0-3-12 0,2 1 13 0,-3 0-10 0,1-1 18 15,1 2-3-15,-1-1-10 0,-1 0 2 0,2 0 0 0,-2 1-1 16,1-1 0-16,1 2 0 0,0 2 1 0,0 0-3 0,-1 3 3 15,0-3-4-15,1 1 7 0,-1 0 0 0,1 1-2 0,-2 1-9 16,1-1 6-16,-2 1-6 0,0 0 18 0,0-2-4 0,-1 0-4 0,0-1-11 16,0 3 11-16,-1-4-8 0,0 1 14 0,0-1 0 15,0 0-8-15,-1 0-7 0,0 1 9 0,-1-1-6 0,1-2 12 0,0 2-1 16,0-1-6-16,-1-1-10 0,0 1 10 0,1 1-7 0,1-3 19 16,-2 1-6-16,2 1-7 0,1-2-2 0,0 0 0 0,0-1 1 0,0 0 1 15,1 0 0-15,2 2 0 0,-1-2-5 0,0-2 8 0,0 2-5 16,1-1 4-16,-1 0 3 0,0 0-5 0,-1 1-8 0,0-2 11 15,-1 2-9-15,0 0 16 0,0 2-1 0,-1-2-6 0,-1 1-11 16,-1 0 11-16,-1 0-9 0,1 2 14 0,-2 0-1 0,1-1-7 0,-1 1 0 16,1-1 2-16,-1 2-1 0,1-1-1 0,-1 1 1 0,1-1-4 15,-1 1 0-15,3 1-7 0,-1-2 0 0,1 2-31 0,-1-2-7 16,2-2-7-16,0 1-67 0,0 0-30 0,1 0-10 0,1 0-190 16,0-2-43-16,4 0-57 0</inkml:trace>
  <inkml:trace contextRef="#ctx1" brushRef="#br0" timeOffset="-177130.31">16571 2372 1062 0,'-4'0'-354'0,"1"0"700"0,1 0-74 0,0 0-111 0,1 0-63 0,0 0 12 0,0 0-42 0,-1 0-12 0,1 0 0 0,1 3-13 0,0 0-13 0,-2-1 32 0,2 1-35 0,-1 2 46 0,0 0-12 0,1 1-17 0,0 1-8 0,1-1 0 0,0 2-8 0,0-1-7 0,1 0-11 0,1-1-4 0,-1 2-10 15,1 0 7-15,0 1-3 0,-1 0 16 0,0-3-5 16,0 2-7-16,2-2-19 0,-2 0 14 0,1 0-16 0,0-1 13 15,0 1-15-15,-1-2-14 0,-1 1-53 0,2-2-19 0,-1 2 4 16,0-1-130-16,1-3-74 0,1-1-29 0</inkml:trace>
  <inkml:trace contextRef="#ctx1" brushRef="#br0" timeOffset="-175578.61">16869 2162 828 0,'-7'-10'-454'0,"4"4"886"0,0 1-105 0,1 0-152 0,1-2-59 15,1 5 14-15,1-2-39 0,0 0-13 0,2 3-19 0,0-1-25 0,0 1-3 0,1 0 10 0,0 1-9 0,0 0 13 0,0 1-2 0,0 2-10 0,1 2-6 0,-1 0 15 0,2 3-19 0,0 3 15 0,-1 3-6 0,1 2-14 16,1-2-10-16,-2 1-1 0,1-1-3 0,0 3 4 0,-2 3-2 0,0-2-1 0,2 0-5 0,-3-1 6 0,1-1-6 0,-2-2 4 0,0-1-4 0,1-3-2 0,0 1-5 16,-2-2-6-16,0 0 5 0,0 1-23 0,-1-2-6 0,0-1-3 0,-1 0-31 0,0-2 0 15,-1 1-3-15,-2-2-53 0,1 0-29 0,1 0-34 16,-2-2-101-16,3 2-70 0,-1-1-4 0</inkml:trace>
  <inkml:trace contextRef="#ctx1" brushRef="#br0" timeOffset="-175387.06">16731 2346 671 0,'-5'-2'158'15,"1"1"221"-15,0 0-147 0,2-2-40 0,1 2-45 0,1 0-77 16,0-1 12-16,2 0-42 0,7-2-1 0,0 1-6 0,0-1-10 16,3 1-19-16,-1-4 9 0,1 3-14 0,4-1 4 15,-2-1 0-15,2 1-3 0,3 0-8 0,0 0-17 0,2 1 6 16,4 0-65-16,-2 1-17 15,-3 2-2-15,1-3-54 0,-2 4-40 0,-1-1 34 0,1 0-127 0,-2 1 168 0,-1-7 5 0</inkml:trace>
  <inkml:trace contextRef="#ctx1" brushRef="#br0" timeOffset="-174782.41">17243 2216 657 0,'-24'4'-276'0,"11"0"609"0,0-2-69 16,3 5-75-16,-2-1-74 0,2 2 8 0,0 1-37 0,5 2-2 16,0 0-16-16,0-1-19 0,2 0-25 0,-5 0 10 15,1 1-17-15,1 1 12 0,2-1-4 0,-1 0-6 0,4-2 4 16,1 0 6-16,0-1-6 0,4-1 14 0,-1 0-4 0,0-1-5 15,3-1-9-15,2-1 3 0,-1-1-7 0,3-1 5 0,-8 0 1 16,4-1-2-16,-3-1-13 0,3 0 14 0,6-1-17 0,1-2 19 16,2 1-8-16,-1-2-9 0,1-1-9 15,-1-1 6-15,-2 1-5 0,0-1 17 0,-4 1-5 0,-1-2-8 0,-1 1 4 16,-3 1 2-16,0-2 1 0,-3 1 6 0,0 0 6 0,-2 1 0 0,0-2 3 16,-2 2 12-16,1 0-10 0,-2-1 10 0,0 0-3 15,1 3-6-15,-2-3-19 0,3 4 20 0,-3-2-18 0,3 1 16 0,-2 2-4 16,-1-1-10-16,4 2-8 0,-2-3 9 0,1 2-8 0,2 1 11 15,-1-1-5-15,2 1-5 0,1 0-10 0,1 1 5 0,1 1-2 16,-2 0 12-16,2 0-2 0,1-1-5 0,2 6 3 0,2 2 1 16,1 1 1-16,2 2 7 0,-1-2-2 0,4 3-2 0,-2 1-13 0,3 2 7 15,-2 2-6-15,2-2 11 0,1-2-5 0,1 1-4 0,2 2-7 16,0 1 6-16,0 1-5 0,0 1 5 0,-1 0-3 0,1-1-8 16,1 3-56-16,-1-2 32 0,-2-2-30 0,-3 1 65 0,-8-5 0 15,-1 2-5-15,-5-2-21 0,-1-2 10 0,-4-1-11 0,-3-1 17 0,-3 3 3 16,-2-2-3-16,-3 0 1 0,-2 0 9 0,1-2-4 0,0-1 7 15,2-2 1-15,-1-2-4 0,0-2-2 0,0 0 8 0,2-2-6 16,0 0 17-16,3-3-2 0,1-1-2 0,2-3 2 0,1-1 4 16,4-4-3-16,1-2 4 0,2-1-4 0,0-4-3 0,2 1-13 15,3 0 8-15,1 3-8 0,2 1 13 0,1-1-3 0,0 1-8 0,1 2-6 16,-1-1 6-16,0 0-4 0,-1 1 7 0,-1 3-2 0,-1-2-3 0,0 1-11 16,-1-1 12-16,0 4-9 0,0-1 15 0,-3 2-8 15,2-1-13-15,0 1-36 0,-2 0-5 0,3-1-9 0,-2 1-60 0,0 1 0 16,2-3-24-16,2 3-149 0,-2-2-21 0,4 1-58 0</inkml:trace>
  <inkml:trace contextRef="#ctx1" brushRef="#br0" timeOffset="-174299.68">17836 2064 1213 0,'-8'5'-504'0,"4"-1"955"0,1 1-98 0,1 1-169 0,0 3-48 0,2 3 14 0,0 1-46 16,1 3-28-16,1 0-8 0,1 0-20 0,1 0-33 0,1-1 21 0,0-1-31 0,-1 1 17 0,2 3-8 0,-2 2-13 0,1-2-3 0,-1-3 2 0,1-2-2 0,-1-1 4 15,1-1-11-15,-1-1-7 0,1-1-28 0,-1-1 0 0,0-2-2 0,-2 0-22 0,-1-2-21 0,-1 0-10 0,0-1-93 0,0-2-72 0,0 0 42 0,0 0-187 0,0-1 228 0,-1 0 31 0</inkml:trace>
  <inkml:trace contextRef="#ctx1" brushRef="#br0" timeOffset="-174138.55">17662 2273 617 0,'0'0'183'0,"0"-3"266"0,1-1-189 0,1 2-59 16,1-1-61-16,4-2-75 0,1 0 11 0,2-3-34 0,3 0 6 15,3-1-13-15,0 4-14 0,1-4-7 0,0 4-1 16,-1-1-1-16,4 1-11 0,-2 0-1 0,2 1-2 0,2-1-52 15,1 2-17-15,-1 2-8 0,3-6-165 0,-4 1-87 0,3 0-40 0</inkml:trace>
  <inkml:trace contextRef="#ctx1" brushRef="#br0" timeOffset="-172731.5">18475 2257 250 0,'-6'0'305'0,"1"1"27"0,2-1-79 0,0 0-82 0,0 0-30 0,2-1-34 0,0-1-48 0,1 2 10 0,0 0-28 0,2 0 1 0,0 0-7 15,1-2-13-15,0 2 0 0,2-2 5 0,-1 1-6 0,1-2 10 0,0 2-6 0,0-1-3 0,2 2-1 0,-2 0 6 0,1-1-6 0,-1 1 8 0,2-2-6 0,-1 2-8 0,1 0-8 0,-1 0 5 0,-1 0-6 16,0 1 0-16,-1 0 1 0,-2 0-5 0,0 2-12 0,1 1 13 0,-2 1-11 16,-1 3 33-16,0-1-2 0,-1 1-6 0,-4 0 11 15,1-1-2-15,-2 2 1 0,-1 0-5 0,-1 0-9 0,2 0-3 0,-1-1 1 16,0 0 5-16,3-2 0 0,-1-1 8 0,2 1-5 16,1 0-5-16,-2-3-3 0,3 3-2 0,0-3 0 0,1 0-3 0,0 1 1 15,1 0-1-15,1-3-5 0,-1 1 6 0,2 0-6 0,-1-1 8 16,1 0-3-16,1 1-6 0,-1-2-7 0,1 1 11 0,0 0-8 15,1 0 9-15,0 1 0 0,1-2-10 0,-2 0-33 0,1 0-3 0,0-2-10 16,0 1-39-16,4-1-18 0,1-1-15 0,1-1-111 0,4 0-44 16,-2-1-2-16,-5 0-158 0,3-1 247 0,4 4 2 0</inkml:trace>
  <inkml:trace contextRef="#ctx1" brushRef="#br0" timeOffset="-170587.57">19072 1954 454 0,'-7'-4'260'0,"2"0"-118"0,0 0 167 0,1-1-134 0,-2 1-5 0,3 0-36 0,-2 1-33 0,1-1-19 0,-1 1-24 0,1-1-20 0,-1 2 17 0,2-2-21 0,-1 1 20 0,1 0-8 0,1-1-17 0,-3 0-2 0,1 0 5 0,-1 1-8 0,-1 0 12 0,0 0-6 0,0 1-3 0,0 2-19 0,-2-2 20 0,1 2-20 0,-2 0 31 0,0 0-6 0,0 2-13 0,0-1-12 16,0 3 14-16,1-1-16 0,-1 3 19 0,0 0-5 16,0 2-8-16,-2 2-17 0,2 3 14 0,-2 0-13 0,1 4 23 15,1 0-4-15,1 4-11 0,0-2-4 0,1 0 5 0,4-2-5 0,0 1 10 16,0-3-1-16,3 2-5 0,0-1-12 0,0 2 10 0,1-1-8 15,2-1 16-15,0 0 0 0,0-3-4 0,2-3-33 16,-1 1 9-16,0 0-16 0,1 1-1 0,0 0-10 0,1-1-12 16,-1 2-42-16,0-4-1 0,-1-1-7 0,1 0-25 0,-2-1-14 15,0 1-16-15,-2 0-52 0,-1-2 4 0,0-3-1 0,-1 2 61 16,-1-3-5-16,-1 1 11 0,-1 1-46 0,1-1 101 0</inkml:trace>
  <inkml:trace contextRef="#ctx1" brushRef="#br0" timeOffset="-170240.2">18755 2296 294 0,'-2'-3'95'0,"0"0"61"15,1 3 19-15,1-1-39 0,0 0 30 0,0 0-27 0,0 1-40 16,0 0-16-16,1-2 22 0,2 2-32 0,1 0 13 16,0-1-15-16,3 1-17 0,1-2-20 0,2-1 9 0,2-2-14 15,2 0 11-15,0-3-6 0,4 2-15 0,2-3-20 0,2 0 15 16,0 1-18-16,2-1 17 0,-2 0-6 0,0 0-8 16,1-1 0-16,-3 5 1 0,1-2 0 0,-1 1 5 0,-1 2 1 15,-2-5-2-15,0 1-13 0,-11 0 13 0,-1 1-13 0,-3 1 26 16,-2-1-4-16,2 0-7 0,0 0-10 0,-2 1 20 0,0-1-16 15,-1 0 33-15,0 2 1 0,-2-2-11 0,3 1 0 16,0 1 11-16,-1 0-11 0,0 3 6 0,-7 0-6 0,0 2-8 16,-2 0-21-16,-1 0 15 0,0 2-12 0,1 1 25 0,0 2-3 0,1 3-5 15,-3-1-11-15,1 2 16 0,1 3-11 0,-2 1 28 0,2-1 2 0,1 3-6 16,1 1-1-16,-1-2 4 0,4-1-5 0,-1-1 2 0,3-3-7 16,2 1-6-16,1 3-14 0,2-3 6 0,2 0-6 0,3 0 5 15,1-1-3-15,2 0-4 0,1-1-7 0,1-2 6 0,2-1-4 16,1 1 11-16,-1-4-2 0,1 1-7 0,1-2-13 0,-1 0 4 15,1-1-8-15,-1-1-10 0,-7-2-9 0,-2 1-14 16,1-3-34-16,-1 1-8 0,5-1-7 0,0 1-69 0,-1-2-12 0,1-1-22 16,-2-1-117-16,2 1 0 0,-2-1-37 0</inkml:trace>
  <inkml:trace contextRef="#ctx1" brushRef="#br0" timeOffset="-169216.21">19254 2183 297 0,'-2'5'196'0,"-2"-1"94"0,2 0 45 0,1 2-69 0,-1-2-99 15,2 2-69-15,0-1 19 0,1 1-47 0,0 0 15 16,0-1-20-16,1-1-24 0,-1 1-19 0,1-1 0 0,1 2-5 16,0 1-1-16,-1-3 1 0,1-1-3 0,-1 0-9 0,-1-3 9 15,1 3-12-15,1-3 4 0,-3 1 4 0,1 0-3 16,0-1 5-16,-1 0 11 0,0 0-10 0,0 0 25 0,0-1-9 16,0 0-7-16,0-2-7 0,-1-2 6 0,1 2-7 0,-1-3 9 15,-1 2-3-15,1-1-6 0,1 0-6 0,-1-2 9 0,1 5-10 16,0-3 11-16,1 1-1 0,0-1-6 0,2 1-11 0,-1-1 15 15,0 1-15-15,3-2 11 0,-3 2 0 0,2-1-11 0,0-1 1 16,0 4 4-16,1-1-4 0,0 1 4 0,0 1 1 0,-1-5-3 16,0 5-11-16,0 0 9 0,0 0-8 0,-2 1 12 0,1 0 1 0,-1 0-2 15,1 1-8-15,0-1 6 0,-1 2-5 0,2-2 10 16,-1 3-5-16,0 0-4 0,2-1-5 0,-1-1 7 0,1 1-1 0,1 0 10 16,-1-1-1-16,2 2-7 0,0-4 0 0,0-2 1 15,1 3 0-15,0 0 2 0,0 1-4 0,-1-1 0 0,2-1-3 0,-1-3 3 16,0 6-2-16,1-2 7 0,-3 2-1 0,2 2-3 0,-1-4-2 0,0 1 0 15,-1-2 0-15,0 0 1 0,0-1 0 0,-1 2 1 0,2 0-13 16,-1 0 15-16,-1 0-11 0,1 2 20 0,-1-1-5 0,0-1-7 0,-1 0-2 16,2 1 1-16,0-1-1 0,0 0 6 0,1 2-1 0,-1-2-4 15,2 0-4-15,-4 2 5 0,2 1-3 0,-2-1 6 16,2 0-1-16,-1-2-4 0,0 0-9 0,3 0 12 0,-7 0-7 0,3 0 18 16,1 0-3-16,-1 0-5 0,9-2-14 0,-1 0 11 0,3 0-9 15,0 0 18-15,-1-1-3 0,-1 2-7 0,-2-2-8 0,-3 1 8 16,-1 3-8-16,-4-2 15 0,1 2-1 0,-2 0-4 0,0-3-6 15,-2 2 9-15,0-3-7 0,0 3 14 0,-1 0-2 0,-2 3-7 0,-2-3-3 16,0 4-1-16,-1-3 0 0,-2-2 3 0,0 2 1 0,-2-1 0 0,-1 0-7 16,0 1 6-16,2 1-5 0,0 0 6 0,3 2 0 15,1-1-2-15,-2-2-4 0,4 0 2 0,-1 2-2 0,2-2 4 16,2 2 0-16,0-2 0 0,0 0-8 0,0 3 9 0,0-2-7 0,2 0 11 16,-1 2-3-16,4-1-3 0,-2-1 5 0,1 0-4 0,1 1 5 15,-2-3-4-15,5 1 1 0,-1 0-1 0,3-1-19 0,0-3-1 16,2-1-8-16,-1 0-24 0,-1-3-2 0,2 4-9 0,1-2-34 15,0-2-10-15,1 1-4 0,0-1-30 0,0 2-2 0,-1 0-1 0,1-1-7 16,-3-1-6-16,0-3 7 0,-1 1 1 0,-1-1 22 0,0 0 8 16,0 1 6-16,-1-3 38 0,-2-1-22 0,-1 1 87 0,0 1 3 15,-2-2 4-15,0-1 33 0,1-1-1 0,-2-3 13 0,0-1 8 16,-1 1 23-16,0 1 8 0,2 1-6 0,-2 0 31 0,-1 1-35 16,1 2 23-16,0 4-2 0,-1 0-5 0,1 3-2 0,-1 1 17 15,0 0-12-15,1 3 20 0,-1 1-15 0,1 1-16 0,-1 0-25 0,0 1 16 16,0 1-16-16,0 1 25 0,0 3-7 0,-1 0-6 0,-1 4-15 15,-1 0 5-15,0 3-8 0,0 1-2 0,1 0-10 0,-1 0-8 16,0 4-19-16,1-1 8 0,1 0-8 0,1-1 7 0,0-2-2 16,1-1-7-16,2 0-8 0,1-1 6 0,0-2-7 0,2 1 9 15,-1 1-2-15,2-2-6 0,2-1-1 0,0 0 4 0,0 0-4 0,0 0 2 16,-1 0 3-16,-1-3-4 0,1 1-8 0,-2-1 9 0,0-2-10 16,0 1 3-16,-1-4-1 0,1-1-9 0,1 0 5 0,-2-1 8 0,2 1-5 15,0 0 7-15,-2 0 0 0,2-3-2 0,1 1-6 0,-3 2 5 16,3 0-4-16,-5-1 7 0,-2-1 0 0,1-3-4 0,-1-1 0 15,6-1 4-15,-2 0-2 0,2 0 4 0,-2 1-1 0,0 0-2 16,1-3-9-16,-1 1 9 0,1-1-6 0,-1-1 13 0,-3 1 1 16,-1 0-4-16,0-1-10 0,0 1 9 0,-1 0-7 0,-2 0 13 0,0 0-4 15,-4 0-6-15,2-1-10 0,-1 2 12 0,1 1-9 0,0 4 15 16,1 1-2-16,-2 1-6 0,0 2-4 0,-1 1 4 0,2 0-4 16,-2 5 9-16,2-2-3 0,1 1-4 0,2 2 0 0,0-1 2 15,1 0 0-15,1-1 4 0,3 1 0 0,0 0-1 0,3 1-1 16,1 1 8-16,0 1-5 0,2-1 8 0,2 0 0 0,1-1-5 0,4-1-5 15,0 1 0-15,0 0-1 0,1 0 2 0,-3-2-1 0,-2 0 0 16,2-1-5-16,-3 1 4 0,0-3-6 0,1-1-2 0,-2 2-11 16,-1-3-9-16,-1 1-34 0,0 0 7 0,-1 0-10 0,0 1-16 15,-2-2-20-15,1 2-22 0,0-6-158 0,-3 3-45 0,2-3-34 0,2 2 62 16</inkml:trace>
  <inkml:trace contextRef="#ctx1" brushRef="#br0" timeOffset="-160410.93">13413 1731 1200 0,'-4'-3'338'0,"-4"2"-267"0,1 4-113 0,0 4-28 0,-2 5 66 0,1 1 4 0,0 3-5 0,0 0-5 0,0-1 20 0,-1 0-13 0,0 1 34 0,-1-3 5 15,0-1-1-15,1 3-10 0,1-3-3 0,-1 2-1 0,0 0 1 0,0 3-1 0,0 1 3 0,5 6-11 0,1 3 15 0,1 1-13 0,4 4 6 0,2 2 6 0,-3 3-3 0,5 5-9 16,-2-2 12-16,-1 2-13 0,2-4 13 0,-4-2-7 0,1-1-8 0,-3-1-12 0,1 1 7 0,0 0-5 0,-2 3 19 0,3 3-4 0,-3-1-7 0,2 3-4 0,-2-6 14 0,-3-5-11 0,3 0 5 0,0-5-3 0,2 0-10 0,2-1-3 0,2-2 7 16,-1-1-5-16,1-2 11 0,0-6 1 0,-1 0-4 0,2 3-13 0,-1-1 16 0,0 1-14 0,3 0 15 0,-1 0-2 0,3-1-11 0,-2 3 4 0,1 0 1 0,0-2 2 0,-1-1 5 0,1-1-7 15,-2-2 1-15,2 1-3 0,0-1 0 0,1-2 2 0,1-4 3 16,-1-3-1-16,0 0 0 0,2-2-10 0,1 3 14 0,1-3-10 15,3 1 26-15,1 0-2 0,2-4-8 0,2 2-20 0,4-1 17 0,1-1-16 16,5 0 16-16,2 0 0 0,-5 2-13 0,4-1 0 0,1-1 3 16,-1 0-3-16,7 0 6 0,-3-3-1 0,-3 1-1 0,5 1-12 15,2 1 9-15,0 0-6 0,4 0 14 0,1 0-1 0,1 0-7 0,-1 0-4 16,1 1 4-16,-1-1-3 0,-1 0 9 0,2-1-3 16,-3-3-3-16,3 1-6 0,2 1 4 0,3 0-4 0,2 2 12 0,-4-4-2 15,4 2-1-15,2 1-12 0,-1-1 5 0,5 1-5 0,-3 0 12 16,-2 1 0-16,4 5-3 0,4 1-12 0,-4-1 11 0,5 1-7 15,-2-4 18-15,-5-1-1 0,3 3-6 0,0 0-8 0,-2 2 3 0,4 3-4 16,-1 0 11-16,-4-2-3 0,-1-2-1 0,-1 0-11 0,-1-1 11 16,-1 1-9-16,-1 0 14 0,0 2-1 0,0-1-7 0,2 0 1 15,-3-1 0-15,-1-2 1 0,1 0-2 0,-7-2 2 0,6 0-1 0,-1-1 0 16,-2 0 4-16,2 1-5 0,3-1 2 0,-1 0 1 0,-4 0-2 16,6 0-3-16,-2 0 3 0,-6-1-1 0,6 0 4 0,-10-2 0 15,1 2-2-15,0 1-9 0,1 0 8 0,-3 0-6 0,2 1 8 16,-3-1 5-16,-2 2-6 0,-3-1-3 0,0 1 10 0,-3-2-9 0,-1 3 6 15,3-2-2-15,-6 1-5 0,2-1-2 0,-1 0 5 0,-1-1-1 16,-1 1 4-16,-1-1 1 0,1 0-3 0,2 3-4 0,-2-2 2 16,2-1-2-16,0-1 3 0,-3-2 4 0,-1 2 1 0,-7-1-11 15,-1-2 6-15,-2 0-8 0,1-3 12 0,5 5-1 0,-1-3-2 16,0 2-9-16,-4-1 7 0,-1 1-5 0,-2-1 15 0,-3 0-4 16,-1 3-5-16,-2-2-4 0,-1-1 4 0,-1 2-1 0,-1-1 12 0,-2-2-3 15,1 2-5-15,-1 1-2 0,0-1 4 0,-1-2-3 16,-1-1 10-16,-1 1-1 0,0-2-2 0,0 1-11 0,-2-2 7 0,1 2-8 15,-3-2 6-15,-1 0 2 0,0-1-6 0,1 0-1 0,-2-1 6 16,-4-3-5-16,1-2 7 0,0-2-1 0,-3 1-2 0,4-1-4 0,-3-1 7 16,1 0-6-16,5 3 19 0,2 0-6 0,-2-2-3 0,3 2-6 15,-7-3 4-15,-4 1-3 0,2 0 5 0,2 1-3 0,0 2-4 0,0-3-9 16,2 0 10-16,1-1-8 0,0-3 15 0,3-2-3 16,1-2-8-16,1-4-3 0,1 1 4 0,0-4-3 0,0 0 5 0,-1 1 0 15,1-2-4-15,-1-3-6 0,1 1 8 0,-1 2-6 0,-1 1 13 16,1 4-3-16,-1 0-6 0,0-2-3 0,0-2 0 0,1-2 0 15,-1-2 6-15,1 0 0 0,-1-1-2 0,2-2-4 0,-1 2 3 16,2 4-3-16,-1-2 7 0,2 3-2 0,-2 3-2 0,2-1-3 16,1 4 3-16,0 0 0 0,-1 3 3 0,1-1 1 0,0 2-6 0,0-2 1 15,0-3 3-15,0 2-2 0,-1-3 1 0,1 3-1 0,0 1-2 16,-1-2-3-16,1 4 4 0,0-1-2 0,-1 2 9 0,0 2 0 16,-1 2-5-16,0 1-12 0,0 2 11 0,-1-2-9 0,-1 5 16 15,-1-1-1-15,-1 2-6 0,0 0 1 0,-1 0 0 0,-2 1-1 16,0 1 0-16,-2 0 3 0,1 2-2 0,-2-1-11 0,-1 2 12 0,-3 0-11 15,-1 0 14-15,-2 3-1 0,-4-1-4 0,-2-2-6 0,-5 2 6 16,0 1-3-16,4-2 12 0,-1 3-2 0,-2 1-3 0,-2 0-7 16,-6 0 5-16,0 0-4 0,0 2 3 0,-1 2 2 0,0 1-4 0,-6 0 1 15,-6 0 2-15,-2 1-2 0,-4-3 6 0,-1 2 2 0,4-1 0 16,-5 1-8-16,-1 1 7 0,0 0-7 0,-7 2 11 0,-1 1 1 16,-1 0-4-16,-6 0-5 0,0 1 6 0,-2 1-7 0,0 2 11 15,-3-1-3-15,0-1-2 0,-6 2-10 0,-1-2 4 0,6 1-3 0,-1 2 12 16,1-1-2-16,-4 1-4 0,-4-3-4 0,0 2 6 0,6 0-6 15,2-1 6-15,1-3-1 0,-2 2-4 0,-5-1-9 0,6 2 9 16,3-2-5-16,5-1 10 0,3 1 2 0,-3-1-8 0,-3 0-11 16,-1-1 11-16,5-2-7 0,2 2 16 0,8-2-1 0,1 5-7 0,-4-4-5 15,-2 0 1-15,2-2-2 0,2 0 3 0,7-1 0 0,4 2 0 16,2-3-4-16,5 2-12 0,1-3 4 0,3 1-30 0,-1 0-2 16,2-1-1-16,0-1-26 0,7 1-3 0,4-1-8 0,4-1-39 15,5-1-17-15,1-1-19 0,5-1-135 0,7-3-99 0,4 5-15 16</inkml:trace>
  <inkml:trace contextRef="#ctx1" brushRef="#br0" timeOffset="-155590.66">22102 1211 256 0,'-4'-1'25'0,"3"-2"383"0,0 0-131 0,-1 3 30 0,1-2-174 0,0 1 5 0,-1 0-25 0,1-1-10 0,1 2-18 0,0 0-20 0,0-1-24 0,-1 1 11 0,1 0-19 15,0 0 12-15,0 0-7 0,0 0-13 0,0 0-19 0,2 0 19 0,0 3-21 0,0-1 33 0,0 2-5 0,-2 3-13 0,1 1-5 0,-1 1 9 0,1 2-12 0,-1-1 9 0,0 3-7 16,-1 0-5-16,0 2-1 0,-2 0 2 0,2 1 0 0,1 0 8 16,-3-3-5-16,3 2-4 0,-2 2-10 0,0-2 9 15,1 1-8-15,1 3 19 0,-1-1-4 0,1 4-7 0,1 3-7 16,0 0 9-16,1 0-6 0,-1-2 17 0,0 2-5 0,2-1-7 0,-1 4-10 16,0 2 9-16,0-1-8 0,-1 3 10 0,1-3-3 0,-1 0-6 15,0-3 7-15,0-1-2 0,1-3 5 0,0 2-2 0,2-4-3 16,-4 6-1-16,-2 3-8 0,0 0 4 0,0 0-3 0,4-1 15 0,2-2-3 15,-2 2-4-15,1 7-6 0,0-3 5 0,-1 1-4 16,1 3 8-16,-2-3-1 0,2 0-6 0,0 1 3 0,-2-8 2 0,1 1-2 16,2-1-1-16,-2 0 0 0,2-2-2 0,3 4-2 0,-1 1 6 15,2 3-5-15,-3 0 6 0,1 2 0 0,0-1-6 0,-1-4-1 16,1 5 7-16,-2-5-6 0,1-1 8 0,-3 1-2 0,0-3-5 0,3 3-7 16,-3-3 11-16,-1 1-8 0,1 2 12 0,-1-3-2 0,1 0-7 15,0 0-3-15,-1 2 4 0,-1 3-2 0,2 2 7 0,-1-1 0 16,-1-3-4-16,0 5-7 0,0-5 12 0,1 3-10 0,-1 1 9 15,0-2 0-15,2-2-5 0,-2 0-4 0,1-1 5 0,0-1-2 16,-1 1 10-16,0 0 0 0,1 1-4 0,-1 3-6 0,0 4 6 0,0 0-6 16,0-4 7-16,-1 0-2 0,0-2-2 0,0-1-1 0,-2 3-2 15,1-3 3-15,1-2 0 0,-2-2-1 0,0-1 1 0,0 2-7 16,0-1 6-16,0 1-5 0,1-2 10 0,2 0-1 0,0 2-3 0,-2 4-10 16,2-1 10-16,1-3-8 0,-1-1 15 0,3-3 2 15,-2 1-7-15,1 3-8 0,0-1 8 0,-1-2-7 0,0-2 13 0,1 0-1 16,-1 1-5-16,2 0-9 0,-2 1 7 0,0-1-7 0,2 0 12 15,0-1-2-15,-1-1-3 0,-1-1-5 0,-1 0 4 0,1 1-3 16,0 1 8-16,0-1 0 0,0 2-3 0,1 1-9 0,-1-4 7 16,0-2-5-16,0-3 14 0,0 0-2 0,1 0-4 0,1 0-13 15,0 2 14-15,0-6-10 0,1 2 18 0,0-1-2 0,-1-3-8 0,0 3-5 16,0-4 4-16,0 2-4 0,1-2 6 0,0 1-1 0,0 0-3 16,0-1-8-16,1 4 9 0,-1-2-7 0,1 1 15 0,-1 0-3 15,2-1-7-15,-1 3-7 0,2-4 8 0,1 3-6 0,0-1 14 16,2-1-1-16,3 0-5 0,2 1-8 0,1-1 10 0,-1-1-7 0,2-1 12 15,0 0 1-15,4-3-8 0,4 1-7 0,2-4 8 0,1 0-7 16,1-1 13-16,-4-1-3 0,-1 0-7 0,5 0-6 0,0-2 6 16,5 2-4-16,-1-1 13 0,-3 2-2 0,1-1-7 0,3 1-4 15,-1 0 6-15,5 1-5 0,1 1 9 0,2 0-3 0,4 0-3 0,-3-1-4 16,3 0 6-16,-3 0-4 0,1-1 6 0,4 0 0 0,-2 0-4 16,5-1-4-16,5-1 4 0,4-2-4 0,5 1 9 0,-4-2 1 15,-1 2-4-15,0-2-12 0,1 1 12 0,3 1-11 0,2-1 20 0,5 1-3 16,1 2-6-16,-1-2-4 0,-1 1 2 0,-3 1 0 15,-1-2 2-15,1 0 0 0,6 1-2 0,4 1-1 0,-2-1 1 0,-2-2-1 16,-4 2 2-16,-2-1 0 0,4 0-1 0,7-1-5 0,3 1 7 16,-3-2-4-16,-2 2 10 0,-5-2-2 0,1 1-4 0,7 1-7 15,1-1 6-15,-2 3-2 0,-1-2 11 0,-8 0-2 0,-4 1-7 0,2 1-7 16,0-2 6-16,3 0-5 0,-1 2 9 0,-7-1 1 0,-3 2-3 16,-3-3-7-16,-3 2 5 0,2-1-5 0,-5 1 11 0,0 0-1 15,1 0-5-15,0 1-9 0,-5 0 10 0,-2-2-6 0,-1 1 15 16,-7 1-4-16,1-1-6 0,-2 1-7 0,-4 0 7 0,0 0-5 0,-2 0 13 15,-2 2-3-15,-4 0-6 0,0-1-4 0,1 1 3 0,-2 1-2 16,-3 0 5-16,1-2-1 0,-3 1-2 0,1 0-10 0,-1 0-2 16,-4 0-2-16,-2 0-14 0,-2-1-11 0,-5 2-10 0,0-2-66 15,-3-1-25-15,-4 2-12 0,6-2-207 0,3-2-150 0,5 1-117 0</inkml:trace>
  <inkml:trace contextRef="#ctx1" brushRef="#br0" timeOffset="-154764.35">20793 2646 256 0,'-4'0'38'0,"1"-1"562"0,1-1-224 0,-1 0 28 0,3 2-282 0,-1 0-4 0,1 0-19 0,0 0-50 0,0 0-10 0,0 0-17 0,1 2-1 0,0-1 13 0,1 1-11 0,2 4 28 0,-1-1-2 0,2 1-6 0,-1 4-9 0,2-5 24 0,-1 3-26 0,3 1 33 0,0-3-10 0,1 6-16 0,1 1-13 15,-1 0 10-15,2-1-15 0,2 2 9 0,-1-2-6 0,0-2-11 16,3 2-16-16,-1-3 11 0,0 1-12 0,4 0 18 16,-2-1-4-16,1 0-8 0,2-1-2 0,-1-1 2 0,0 0-2 15,0-1 8-15,0 1-20 0,-2-3-6 0,-5 1-11 0,-2-3-2 16,0-1 9-16,-2-1-34 0,6 0-8 0,-2-1-24 0,0-3-25 0,0 1-10 15,2-4-3-15,-3 2-60 0,0-1-21 0,0-3-19 0,0-2-242 16,1-1 287-16</inkml:trace>
  <inkml:trace contextRef="#ctx1" brushRef="#br0" timeOffset="-154517.2">21354 2459 1199 0,'-6'6'153'0,"-1"-3"149"0,1 5-94 15,0 1-38-15,2 1-42 0,-1 4-45 0,3 0 23 0,0 6-38 16,-1 3 33-16,1 4-16 0,0-1-20 0,0 8-16 0,-2-3 12 16,1 3-19-16,0 3 13 0,-2-2-6 15,-1 1-14-15,1-1-12 0,-3-3 14 0,0 0-19 0,-1 2 13 0,1-2-6 16,0 0-10-16,0 4-16 0,1-4 11 0,-1 1-12 0,-2 3 17 16,1-8-2-16,1 1-9 0,0 2-14 0,2-5 10 0,2-2-13 15,-1 0 13-15,2-7-4 0,1 0-6 0,1 1-24 16,-3-2-8-16,3 0 1 0,0 1-50 0,2-1-20 0,1-2-8 15,2 3-147-15,-1-5-92 0,2 0-22 0,6-2-89 0</inkml:trace>
  <inkml:trace contextRef="#ctx1" brushRef="#br0" timeOffset="-153483.45">23947 5517 441 0,'-4'-2'135'0,"2"0"152"0,1-2-140 0,0 1 3 0,1 1-39 0,1-2 22 0,0 1-29 0,1 0-41 0,1 0-21 0,-1 1 18 0,0 0-22 0,0 0 37 0,-1 0-4 0,2 1-9 0,-2-1-2 0,-1 2 9 0,1 0-15 0,-1 0 10 0,1-2-5 0,0 2-11 0,-1 0-15 0,0 0 11 0,-1 0-19 0,1 0 14 0,0 2-10 0,1-2-10 16,-1 5-11-16,1-1 15 0,0 4-13 0,3 1 25 0,-2 4-9 0,1 1-12 0,0 6-4 0,0-1 3 0,0-1-5 16,3 2 1-16,-2-1-1 0,2 2 0 0,0 2-9 15,-2 0 8-15,2-3-9 0,-2 0 10 0,1-4 0 16,-2-2-7-16,0 0-5 0,3 0 7 0,0-1-8 0,-1-1-7 0,0-1-9 15,-2 0-15-15,2-1-26 0,0 0-4 0,0 0-5 0,-1-1-45 16,1 0-15-16,-2-1-19 0,-2 0-58 0,3-2-50 0,-4 0 0 0,1-2 25 16</inkml:trace>
  <inkml:trace contextRef="#ctx1" brushRef="#br0" timeOffset="-153278.02">23775 5826 1664 0,'-8'-5'-155'0,"6"0"347"0,2 0-21 15,1 1-35-15,2-2-28 0,2-1 0 0,1 0-27 0,3-2-36 16,2 1-10-16,0-1-11 0,4 0-19 0,0 0 4 16,2 0-9-16,3-1 8 0,-1 2-4 0,1-1-3 0,4 2-17 15,0 0 5-15,-1 0-7 0,5 0-13 0,-2 0-13 0,0 0-12 16,-5 1-34-16,-3-1-32 0,0 2 21 0,4-1-128 15,2-1-57-15,0 4-10 0</inkml:trace>
  <inkml:trace contextRef="#ctx1" brushRef="#br0" timeOffset="-152731.52">24452 5572 1450 0,'-25'7'-156'0,"12"-3"340"0,-1 4-29 0,2-3-37 15,-2 1-57-15,3 3 14 0,0 0-35 0,-1 5 16 0,2 3-14 16,1 1-12-16,0 3-9 0,2-1 0 0,0 2-1 0,2 0 8 16,0-5-2-16,2 0-3 0,-1-2-2 0,4-2 10 15,0-3-11-15,3-1 16 0,1 0-5 0,2-2-8 0,3-2-8 16,0-1 3-16,1 0-7 0,2-3 0 0,2 0-2 0,-1-1-1 0,0-2-15 16,1-1 16-16,-2-3-16 0,2-1 23 0,-2 1-2 15,0-2-11-15,1-2-6 0,-2 1 8 0,-1-1-8 0,-1-3 18 16,-1 3-4-16,-3-1-4 0,-4-1 4 0,0-1 2 0,-2 0 1 15,-3-2 11-15,1-1-3 0,-2 4-1 0,1-4-7 0,-1 5 2 16,2 0-3-16,0 2 3 0,-1 4-2 0,2 1-1 0,-1-1-2 16,0 3 2-16,0 2-2 0,1 0 5 0,-2 0-4 0,1 1-4 15,1 2-3-15,0-1 5 0,-1 1-2 0,1 2 6 0,1-1-2 0,0 2-5 16,0 1-9-16,2 1 7 0,1 3-6 0,3 2 13 0,0-2-2 16,4 3-4-16,4 0-1 0,1 3 3 0,2-1-2 0,5 2 6 15,1 0-5-15,0-1-3 0,-4 1-8 0,-1 2 8 0,1 3-6 16,1 0 4-16,9 1 3 0,0-1-6 0,-1 1-14 0,-1 0 4 0,-7 1-7 15,-3-2 17-15,-5-3-1 0,-3-2 2 0,-2 1-9 0,-1 0 7 16,-3 1-8-16,-2 3-20 0,-2-2 12 0,-4 0-7 0,-3-4 18 16,-2 0 9-16,-3-4-4 0,-3 1 8 0,0-2 0 0,-3-2-2 15,-4-1-6-15,0-3 2 0,-1 0-2 0,2-3 10 0,2-3 0 16,6-2 0-16,-1-5-5 0,1-1 7 0,2-1-6 0,-1-3 9 0,4-2-1 16,4 0-5-16,3-4 0 0,3-1 5 0,3-2-3 0,3-2 7 15,4-1-2-15,2 1-5 0,4 1-3 0,0 2 2 0,0 0-1 16,-5 2 11-16,-2-1-3 0,1 3-2 0,-2 2-13 0,6 1 7 15,0 1-6-15,-1 2 11 0,-1 0-6 0,0 2-6 0,-1-1-5 0,-2 1 4 16,0-1-5-16,0 0-15 0,0 1-12 0,0-1-16 0,0-2-60 16,0 0-18-16,0 1-12 0,1-1-145 0,0 1-104 0,3-1-76 0</inkml:trace>
  <inkml:trace contextRef="#ctx1" brushRef="#br0" timeOffset="-150731.89">22318 3680 435 0,'-5'2'134'0,"-1"1"-73"16,2-1 56-16,-2 1-23 0,2-1 17 0,1 1-27 0,0-1 12 0,2 0-9 0,0 2-16 0,0-3-12 0,-1 0 14 0,1 0-21 0,0 1 28 0,0-1-5 0,-1 2-12 0,1-1-17 0,0 1 28 0,-1 1-33 0,1-2 43 0,1 1-14 0,-1-3-20 0,1 1-14 0,-1-1 14 0,1 0-18 16,0 0 26-16,-1 0-9 0,1 0-14 0,1-1-6 0,0 1 5 0,1-3-10 0,2-1 6 15,0 0-2-15,2-1-7 0,2-1-10 0,1-2 15 0,1-1-16 16,3-1 26-16,3-2-3 0,3 1-9 0,1 1-12 15,2-1 8-15,-2 1-12 0,2 0 11 0,1-4-4 0,3 2-4 16,1-3-7-16,2 1 8 0,-1-1-7 0,-5 0 13 0,0 1-4 0,1-1-6 16,2 1-10-16,7-3 8 0,0 2-6 0,0 0 12 15,0 0-4-15,2 0-7 0,2 0-1 0,3-1 1 0,2 0 0 0,3-1 2 16,0 2 0-16,-6-3-3 0,5-3-6 0,-4 0 8 0,0-8-6 16,5 4 10-16,-3-2 1 0,3 3-4 0,4-2-7 0,2-1 4 0,3 0-3 15,-2-2 4-15,-4 3 2 0,0 1-1 0,-1-2-8 0,1 0 11 16,7 2-9-16,-1 1 10 0,1 2 2 0,3 1-7 0,1-4-9 15,-4 1 9-15,0-5-8 0,-3-3 14 0,-2 0-1 0,5-2-5 0,2 1-9 16,0 2 10-16,5-1-7 0,-4 1 13 0,-6-1-2 0,0 3-6 16,0 2-8-16,1 2 8 0,5-1-4 0,-1 2 13 0,0-1-1 15,0 1-7-15,2-3-11 0,-4-2 12 0,0-3-8 0,-2 1 16 16,-2 0-3-16,3 3-7 0,1-1-6 0,1 0 6 0,1 3-4 16,0 0 11-16,-9 4-3 0,-1-1-2 0,1 0-2 0,-3 0 0 15,3 3 0-15,-2 2-1 0,-4 1 3 0,0 2 0 0,2-1-9 16,-1 1 11-16,-3 1-10 0,0 0 14 0,-12 1-3 0,-5-1-5 0,3 4-9 15,-6-3 6-15,3 3-4 0,-4-1 16 0,-7 4-3 0,-1 1-6 16,-3 1-12-16,-2 2-5 0,-4 1-2 0,0 1-21 0,-2 0-3 16,0-1-5-16,2 2-55 0,-4 0-18 0,0 3-12 0,-2 0-145 0,-2 0-146 15,2 5-91-15</inkml:trace>
  <inkml:trace contextRef="#ctx1" brushRef="#br0" timeOffset="-149575.17">22107 3837 360 0,'-3'-3'68'0,"3"3"96"0,0-3 53 0,0 0-66 0,1 0 24 0,-1 2-28 0,2 0-33 0,-2-3-45 0,1 2 20 0,1 0-37 0,-2-2 23 0,0 3-10 0,0-1-18 0,1 0-1 0,-1 0 11 0,1 0-16 0,-1 0 16 0,-1 2-2 0,1-1-9 0,-1 1-22 0,-2 0 16 0,1 0-24 0,3 1 17 0,0 0-6 0,-1 0-12 0,-2 3-7 16,-5-1 3-16,-1 2-6 0,-2 0 7 0,-2 0-2 15,1 2 0-15,-4-1-13 0,2 3 10 0,-2 0-10 0,-2 1 16 16,1 0-1-16,0 2-6 0,-3 2-10 0,1 0 10 16,0 0-9-16,1 0 18 0,2 0-3 0,2 0-7 0,-1 1 1 0,2-1-2 15,1-4 1-15,2 1-4 0,1 1 1 0,1-2 0 0,1 0-2 16,2 1 3-16,-1-2-3 0,3-3 0 0,0 0 2 0,1 1 0 15,1-1-14-15,0-1 13 0,0 0-11 0,0 1 21 0,1-1-4 16,0 1-5-16,1-2-6 0,1-3 3 0,1 2-2 0,1-1 11 16,1 0 1-16,1-2-3 0,2 0-12 0,1 0 10 0,0-3-8 15,1 3 20-15,0 0-4 0,-1-3-3 0,0 3-6 0,0 2 0 0,-1 2-1 16,-1-2-2-16,-3 2 1 0,0-1 1 0,-3 2-2 0,-1-1 1 16,-1 2-1-16,0 2 7 0,-2-1-1 0,-1 4-2 0,-2 3-9 15,-2 0 11-15,0 0-9 0,-2 2 18 0,-2-3-3 0,2 1-6 0,-2-2-2 16,0 1 9-16,0-2-4 0,1-1 17 0,2 1-5 15,2-4-6-15,2-2-11 0,1 1 13 0,2-6-9 0,1 2 17 0,1-2-4 16,3 0-6-16,0 0-8 0,3-1 5 0,2 0-6 0,0-1 4 16,1 0-3-16,-1 2-4 0,0 0-7 0,-1 0 5 0,0 2-2 15,0 1 8-15,-2 2-4 0,0-1-6 0,-1 3-6 0,-2 2 10 0,-2 0-5 16,-1 4 14-16,0 0-4 0,-1 1-5 0,-2 1-8 0,-1 3 10 16,-1-1-8-16,-1 2 17 0,-1 0-2 0,0 1-6 0,0 1-14 15,0 4 11-15,-2 0-9 0,1-4 20 0,-1-1-2 0,0 1-7 16,0 1-11-16,1-1 10 0,1 0-8 0,1-2 14 15,1-5 1-15,1 1-7 0,-1 0-12 0,3 0 13 0,-1 2-10 0,1-1 17 16,0 0-2-16,1-2-8 0,1-2-6 0,0 1 6 0,1-3-3 0,1 3 12 16,2 0-3-16,0-1-5 0,1-2-6 0,0 1 4 0,2 1-8 15,2-1-35-15,0 0 12 0,2-2-14 0,1-2-10 0,-1 0-5 16,-1-1-16-16,1 2-96 0,0-2-39 0,2-1-34 0,1 0-428 0,0-5 431 16</inkml:trace>
  <inkml:trace contextRef="#ctx1" brushRef="#br0" timeOffset="-148835.7">21151 4747 578 0,'-7'2'195'16,"2"-1"-128"-16,2 1 88 0,-2-2-57 0,1 2 8 0,1-1-15 0,-1-1 14 0,3 0-18 0,-1-3-27 0,2 3-12 0,0-1 6 0,-1 0-14 0,1 0 11 0,0-1-1 0,-1 0 1 0,1-1-13 0,-2 1 19 0,0-4-22 0,0 1 37 0,1-1-13 0,0 1-13 0,2-2-27 0,1-2 18 0,0 3-23 0,1-3 22 0,-3 1-3 0,-2 1-11 0,1-1-20 16,0-1 20-16,-1 0-22 0,1-4 23 0,1 4-5 0,-1 0-10 0,0-3-11 0,1 1 8 0,0-4-7 0,0 1 13 0,0-1-3 0,3 2-7 15,-2-3-2-15,2 1 3 0,-3 1-2 0,-2-1 1 0,2-1 3 16,-1 2-2-16,6-1-4 0,0 1 5 0,2 1-5 0,-1 0 4 0,-1 2 0 16,2 2-3-16,0 0-5 0,-1 1 7 0,1 2-3 15,0-1 9-15,-2 2-3 0,2 0-4 0,-1 1-6 0,-1 0 5 0,3 2-4 16,-2 0 8-16,0 0-2 0,-2 2-1 0,-1 0-5 0,0 0 4 15,0 1-5-15,-2 0 3 0,-1 3-1 0,0 0-2 0,0 1-4 16,-2 2 11-16,0-2-6 0,-1 2 14 0,-1-1 1 0,-1 1-6 0,-2 1-16 16,0-2 15-16,2 1-13 0,1 2 21 0,2-3-4 0,0 0-7 15,1 0-7-15,1-1 5 0,0 0-3 0,4-1 11 0,-1-1 0 16,2 1-5-16,1 1-7 0,1-1 9 0,0 1-8 0,1 1 14 16,-3-1-3-16,2 1-5 0,0-1-4 0,-1 2 0 0,0-2 1 15,0 0 4-15,-2 0-2 0,1 0-2 0,-3 1-4 0,0 1 8 16,-1-1-4-16,-1-1 14 0,0 3-2 0,-2 0-5 0,-1-1-2 0,-1 1 14 15,-1 0-7-15,-2-1 26 0,1 2-6 0,0-2-8 0,-1 1-22 16,0-1 17-16,-2 0-17 0,2-2 17 0,0-1-2 0,-1-1-10 16,1 0-10-16,0-2 8 0,3-1-8 0,0-1 2 0,1 0-15 15,2-2-14-15,-1 1-51 0,0-1-30 0,2-3-1 0,2 0-157 16,2 0-74-16,4-2-61 0</inkml:trace>
  <inkml:trace contextRef="#ctx1" brushRef="#br0" timeOffset="-148589.49">21464 4487 1631 0,'-10'12'-169'0,"4"-6"355"0,3-1-20 0,0-1-42 0,3 1-37 16,2-3 11-16,0 0-36 0,3 1-7 0,1-3-9 0,1 1-12 0,1-1-10 0,0 0 1 0,1-3-7 0,0 1 2 0,-2-1-3 0,0 1 0 0,0-2-4 0,-4 0 20 0,-1-1-16 0,1 2 35 15,-3 0 2-15,-3-3-8 0,-2 3-21 0,-4-2 20 0,-1-1-28 0,-3 3 15 0,1-3-10 0,0 3-13 0,-2-1-18 0,2 1 11 0,1 1-12 0,-2 0 18 0,3 2-11 0,1 0-10 0,1 2-54 0,0-1-13 16,3-1-2-16,-1 1-102 0,5-1-88 0,1-2-31 0</inkml:trace>
  <inkml:trace contextRef="#ctx1" brushRef="#br0" timeOffset="-147497.7">23392 3262 608 0,'-7'-2'-189'0,"4"0"415"16,-1 1-35-16,2 0-50 0,0 1-30 0,1-3 17 0,0 3-37 0,0 0 0 0,1-1-8 0,-2 0-17 0,2-1-11 0,0 1 7 0,0-1-17 0,0 0 21 0,0 0-1 0,0-1-7 0,2 1 0 0,-2-2 13 0,1 1-18 15,-1-1 11-15,1 0-9 0,0 2-12 0,-1-2-18 0,2 2 15 0,-1-2-19 0,0 0 17 0,1 3-7 0,-1-2-10 0,0 2-10 0,-1-1 5 0,1 2-8 0,0-1 7 0,0 0-1 0,0 1-5 0,0 0-14 0,2 1 14 0,-1-1-14 0,2 0 26 0,0 0-3 0,0 0-6 0,2 1-11 0,-2-1 14 16,1 0-12-16,0 0 21 0,0 0-6 0,-1 0-7 0,2 0-8 16,0 0 8-16,0 0-5 0,1 2 15 0,0 0-4 15,1 0-6-15,1 1-7 0,1-1 7 0,0 0-5 0,1 0 10 0,0 0-2 0,2 2-2 16,1-2-10-16,2 0 10 0,-1-2-8 0,-4 2 17 0,-1-2-5 16,0 0-7-16,4 2-12 0,5-4 11 0,1 1-8 15,0 0 17-15,-1-1-4 0,0 1-9 0,-1-3-1 0,0 2 5 0,-1-1-4 16,1-1 5-16,0 1-1 0,0 0-6 0,0-2 2 15,0 2 2-15,-1-1-1 0,-2-1 2 0,1 2-2 0,-1-1-3 16,-1 0-1-16,0-1 4 0,-1-2-3 0,0 3 7 0,-3 2-2 16,0-2-3-16,-1 2-2 0,-1-7 6 0,-2 2-4 15,0-2 9-15,1 3 0 0,-3-1-5 0,-1-2-1 0,0 3 2 0,-3-3-2 0,1 0 5 16,-1 3-2-16,0-1-1 0,0 0-12 0,-1-1 11 0,1 2-9 16,-1-3 12-16,-1 0-3 0,-1 0-7 0,1-2-5 0,-1 1 3 0,0-3-2 15,2 2 8-15,-2-3 0 0,0 1-4 0,-1-1-11 16,0 2 12-16,2 1-10 0,-2 1 14 0,2 2-2 0,1 0-6 0,-1 1-20 15,-1 3 10-15,2-1-14 0,-2 2-5 0,2 0-12 0,-3 1-13 0,2 2-37 16,-1-1-12-16,2 1-4 0,-1 0-83 0,1 0-50 0,1 0-41 16</inkml:trace>
  <inkml:trace contextRef="#ctx1" brushRef="#br0" timeOffset="-147097.18">23728 3432 1307 0,'-3'-1'120'0,"1"1"47"0,1 0 12 16,0 0-39-16,1 0-37 0,0 1-44 0,0 1 2 0,1 0-18 0,2 3 6 0,0-2-8 0,0 2-7 0,0 1-20 0,1 1 16 0,0 1-19 0,1 1 12 0,-2 1-3 0,0 1-11 0,1 3-9 0,-2 2 11 0,1-1-12 0,-1 6 11 16,0-3-4-16,-1 2-5 0,-1 2-6 0,0-4-8 0,0 1 1 0,-2 1-94 0,1 0 17 0,-1 1-31 0,1 0-35 0,1-5-72 0,0 0 19 0,4-3-128 0</inkml:trace>
  <inkml:trace contextRef="#ctx1" brushRef="#br0" timeOffset="-143682.27">24370 3298 141 0,'-3'4'176'0,"0"-2"-35"0,1-2 140 0,1 2-97 0,-1 0-1 0,1-2-48 0,0 0-30 0,1 2-11 0,0-2-20 0,-2 0-34 0,2 0 23 0,0 1-35 0,0-1 27 0,0 0-8 0,0 0-13 0,0 0 4 0,0 0 6 0,0 0-6 0,0 0 28 0,0 0-7 16,0 0-3-16,-2-3-16 0,2 1 15 0,-1 0-20 0,1-1 18 0,0 1-9 0,-1 0-12 0,1-1-1 0,-1 1 4 0,0-1-7 0,0 0 6 0,-1 1-5 0,1-2-5 0,0 2-2 0,-1-1 1 0,1-1-4 0,-1 2 3 15,-1-2-2-15,1-1-5 0,0-2-8 0,0 1 4 0,-1-1-6 16,1 1 1-16,0-2 1 0,0 3-2 0,-1-2-10 0,1-1 10 16,-1 0-8-16,0 2 14 0,1-2-3 0,0 0-5 0,0-1-6 0,-2 0 4 15,2 2-2-15,0-2 8 0,0 0-1 0,-1-1-5 16,1-2-9-16,0-1 12 0,0 1-9 0,-1 0 14 0,2 0 1 0,-1 0-8 15,1 1-5-15,0-1 5 0,0 0-5 0,0 1 9 0,1-2 1 16,-2 0-4-16,2-1-6 0,2 0 5 0,-1 2-5 0,0 1 5 16,1 1 2-16,-1 2-4 0,3-1-2 0,-2 2 4 0,1 0-4 15,-1-1 4-15,2 3 0 0,-2-1-2 0,0-1-1 0,2 2 1 16,-1-1 0-16,0 1 4 0,1-1-1 0,0 1-1 0,1 1-11 16,0-2 10-16,1 2-7 0,0-1 13 0,-1 3-2 0,1-2-7 15,-1 1-4-15,1 1 6 0,-2 2-2 0,1 0 5 0,-1 0 0 16,-1 3-5-16,0 3-10 0,-1-1 12 0,1 1-7 0,-1 0 18 0,-1 2-1 15,0-1-9-15,-1-1-8 0,0 2 10 0,-1-1-9 16,-1 0 14-16,-1-1-1 0,2 1-5 0,-1 0-5 0,0-2 9 0,0 0-6 16,-1-1 3-16,2 1 1 0,-1-2-7 15,2 1-1-15,-1 0 4 0,1-3-2 0,0 1 5 0,1 0-1 0,0 0-2 0,0 0-4 16,1-1 4-16,1 1-1 0,-1 1 3 0,0 0 0 0,0 0-3 0,1 1-7 16,0 0 10-16,0 1-6 0,1-1 13 0,0 0-4 0,0 0-5 15,0 1-3-15,1-1 3 0,-2 0-2 0,0-1 4 0,0 2 0 0,-1-1-2 16,-1 0-2-16,-1 0 2 0,0 0 0 0,-1 2 8 15,0-2-3-15,-1 2-3 0,-1 1 1 0,0-1 1 0,-2 1 1 0,1 0 1 16,-2 4 0-16,2-4-3 0,-2 2-2 0,2-1 2 0,-1-2-2 16,1 1 2-16,-1-3-1 0,1-1 0 0,-2 0-5 0,-1 0 5 0,1-1-4 15,-1-1 10-15,-1 1-2 0,0-2-5 0,0 0-2 0,0 0-9 16,1-2 1-16,-1-1-46 0,2-1-8 0,1 1-13 0,-1-3-66 16,3-1-32-16,0 1-6 0,1 0-193 0,2-2-64 0,3 3-72 0</inkml:trace>
  <inkml:trace contextRef="#ctx1" brushRef="#br0" timeOffset="-143396.33">24583 2970 1363 0,'0'7'161'0,"-5"0"-5"15,0 0 24-15,1 0-80 0,1 1 3 0,2 0-24 0,0-1-33 0,0 2-32 0,0-1 9 0,-1 0-17 0,2 2 8 0,-1 0-7 0,1 1-8 0,1 0-2 0,-1 1-17 0,0-2 10 0,0 3-70 16,2-1-52-16,-1 3-18 0,4-4-293 0,0-1 252 0</inkml:trace>
  <inkml:trace contextRef="#ctx1" brushRef="#br0" timeOffset="-138248.45">3282 17367 2164 0,'-10'-2'396'0,"0"-2"-365"0,-2 1 6 0,-7-2-3 0,-8-3-9 0,0 1-6 0,-4-2-27 0,6 2-6 0,2 2-6 0,4 0 1 16,3 2 6-16,4 0 1 0,2 1 17 0,2 1 1 0,2-1-3 0,2 1-8 0,-1 0-1 0,4-1-7 0,-1 1-23 0,2 0-6 0,0 1-8 0,0 1-24 0,1-1-9 0,1-1 0 0,3 0-32 0,2 1-8 0,3 2-10 0,2 5-79 0,3-1-45 0,2 4-9 0,4 3 36 0</inkml:trace>
  <inkml:trace contextRef="#ctx1" brushRef="#br0" timeOffset="-135346.02">4716 17035 1778 0,'-54'56'534'0,"2"-1"-307"0,10-10-238 0,4-3 19 0,2-1 3 0,6-3-8 0,4-5-8 0,1-5-7 0,3-6 1 0,0-3-2 0,0-2-13 0,4-7 0 0,2-2-9 0,4-5-30 0,4-1-2 0,2-2-12 0,2-4-44 0,1-3 0 0,-1-5-9 0,2-8-33 0,1-8-1 0,1-8-8 0,3-10-27 16,5-4-31-16,3 0-18 0</inkml:trace>
  <inkml:trace contextRef="#ctx1" brushRef="#br0" timeOffset="-134076.24">3304 17683 1630 0,'-12'13'492'0,"-4"-3"-246"0,6 1-189 0,-4 0-8 0,-2-1 0 0,1-1-9 0,-6 0-21 0,2 0-7 0,2-3 9 0,2 1-7 0,1-2 13 0,3-1-6 0,2-1-6 0,1 0-13 0,1-1 6 0,2-2-6 0,1 2 4 0,2-1-2 0,0-1-4 0,2 1-17 0,0-2 3 0,0 0-8 0,1-1-21 0,2-3-12 0,3-1-15 0,4-4-65 0,3-2-15 0,4-2-12 0,6-4-138 0,3 0-31 0,1-2-52 0</inkml:trace>
  <inkml:trace contextRef="#ctx1" brushRef="#br1" timeOffset="-119058.84">18438 2077 2841 0,'-8'11'3'0,"-4"1"9"0,-1 2-7 0,-2 0 16 15,0 1-4-15,-1 1-4 0,-2-1-4 0,1-2 2 0,0 0-2 16,0-3-3-16,3 1-1 0,-1 3-4 0,-1-2-2 0,3 1 3 16,-2-2-2-16,3 0 4 0,3-4-2 0,2 0-2 0,2-4-24 0,1 3 7 15,2-4-13-15,1-1-13 0,1-1-13 0,1 2-17 0,2-1-30 16,2-1-13-16,-1 0 0 0,5 0-59 0,0-3-7 0,2 2-14 16,-1-3-95-16,-2 0-54 0,-2 3 1 0,1 0 95 0</inkml:trace>
  <inkml:trace contextRef="#ctx1" brushRef="#br1" timeOffset="-116783.34">18130 2689 675 0,'-2'3'122'0,"0"-1"231"16,0 2-256-16,2-3 35 0,-5-1-28 0,-1 0 48 0,3-1-30 0,-2-2-32 0,3 0-39 0,-1 0 21 0,0-1-31 0,0-1 32 0,2 0-11 0,-1-4-17 0,-3-4-24 0,4 0 19 0,-2 1-25 0,1 0 30 0,1-1-6 0,-1 0-11 0,1-4-9 16,-1 2 8-16,2 0-12 0,-1-3 17 0,-2 1-4 0,2-2-4 0,-3-2-14 0,1 1 12 0,1-1-14 0,-1-4 13 0,1 2-3 0,0-2-9 0,0-1-8 15,2-1 7-15,2 0-8 0,1-1 11 0,1 2-2 16,-2 4-4-16,2-2-2 0,1 3 8 0,1 2-7 0,2-2 16 15,0 4-2-15,-3-1-4 0,3 3-3 0,-1 2 3 0,1-1-4 16,0 0-3-16,1-2-2 0,-8 1 0 0,2 2-9 0,1 2 5 16,-1 0-4-16,6 2 10 0,0 3-3 0,0 0-4 0,0 2-1 0,-1 0-1 15,-3 3 1-15,-1 1-6 0,-1 1 0 0,-3 1-1 0,0 4-4 16,0 0 8-16,-2 2-5 0,0 1 16 0,-2 1-5 0,2 0-3 0,0 0-1 16,-1 2 2-16,1-1 0 0,1 0 4 0,1-1-1 15,0-2-4-15,2-2-9 0,1 2 13 0,1-2-8 0,2 0 15 0,0 2-3 16,1 0-6-16,3 1-17 0,-2-2 19 0,1 2-14 0,0 0 25 15,-1 0-3-15,0-1-11 0,-1 2-6 0,-2 0 6 0,-1 1-4 16,-3 2 12-16,-1-6-3 0,-3 0-2 0,-2 2-6 0,-2-4 6 0,-2 2-3 16,0 2 15-16,-1-1-3 0,-2 0-5 0,-1-1-12 0,0 1 10 15,0-2-8-15,2 0 15 0,1 0-4 0,2-3-7 0,0 0-6 16,2 1 4-16,0-1-3 0,0 1 8 0,3-2-3 0,0-1-3 16,3 1-27-16,1-1-3 0,1 0-6 0,3 1-19 0,-5-2 2 15,-2 0-3-15,2 0-48 0,0 0-12 0,0 0-10 0,3-2-79 0,-1-2-22 16,-2 2-24-16,0-4-106 0,4-3 202 0</inkml:trace>
  <inkml:trace contextRef="#ctx1" brushRef="#br1" timeOffset="-116156.17">18388 2287 731 0,'-1'-4'198'0,"0"0"13"0,0-1 20 0,1 2-95 0,0-1 25 0,0 1-31 15,2 0-40-15,0-1-41 0,2 2 5 0,0-2-22 0,1 0-5 0,0 1-6 0,2 3-9 0,0-1-14 0,1 0 8 0,-2 1-9 0,2 0 13 0,0 1 1 0,-1 0-4 0,-1 2-7 0,-1 2 6 0,-2-1-8 0,0 4 15 0,-3-2 2 0,0 2-1 0,-2 2-1 0,-2-1 9 0,-1 2-10 0,-1 1 16 16,-1-1-6-16,0 2-8 0,-2-1-9 0,3-1 12 0,-2 1-11 16,1-1 24-16,2-2-7 0,3-1-8 0,2-2-11 15,2-2 21-15,3 0-16 0,2-1 44 0,2-2-11 0,1 0-11 0,2-1-10 16,2 0 5-16,-1-1-7 0,3-2-8 0,1 1-1 0,-1 0-10 16,5 1 0-16,-4-1 2 0,2 2-4 0,-3-2-19 0,-2 2-8 15,-7 0-12-15,-4 0-36 0,-2 0-16 0,0 2-2 0,4-1-77 16,0 0-26-16,0-1-23 0,2 0-171 0,2 0 228 0</inkml:trace>
  <inkml:trace contextRef="#ctx1" brushRef="#br1" timeOffset="-114648.45">15120 4265 1135 0,'-6'-7'135'0,"-2"1"182"0,1-1-162 0,0-2-22 16,2 0-25-16,1-5-48 0,0 2 9 0,2-2-30 0,-2-2 3 0,2 1-6 0,-1 1-12 0,0-2-13 0,2 1 5 0,0 1-10 0,0-4 7 0,1 0-4 0,0-2-2 0,2-1-5 0,2 3 13 0,-1-1-9 0,1-2 17 0,2 4-3 0,2-3-10 0,2 0-6 16,2 2 6-16,0 0-8 0,2 0 14 0,0 0-5 0,-4 0-4 0,2-1-2 0,-1 2 3 0,-1 2-3 0,8 2-1 0,-2 2-2 0,0 3-3 0,-3 0 1 15,-3 3-2-15,-2 3 2 0,-1 2 1 0,-1 2-1 16,-2 2-1-16,0 2-2 0,-2 2 0 0,-2 2 0 0,0 3 2 0,-2-1 0 16,-2 2-1-16,-1-1 2 0,-1 1 5 0,0-2-4 0,2 1-1 15,-3 0 1-15,1-1-1 0,-1-2 3 0,0 1-3 0,0 0 2 0,3-2-1 16,3 0-2-16,1 0 0 0,3-2-6 0,3 1 5 0,0 0-1 15,3 1 9-15,-1-2-2 0,-1 1-4 0,1 1 0 0,1-1 0 16,-1-1 1-16,1 1 1 0,-2 1-1 0,-1 0-1 0,0 1-7 16,-1 0 7-16,0-2-4 0,-2 1 9 0,0 0 1 0,-3-1-3 15,0 1-11-15,-2-1 17 0,-2 0-13 0,-3 0 26 0,-1-2 5 16,-1 1-4-16,-2-1-8 0,-1 0 5 0,-2-2-9 0,-2-2-2 0,1-2-2 16,-1-2-4-16,0 2-10 0,2 0 12 0,1 0-10 0,2-1 9 15,2 1-11-15,1 1-14 0,1-1-45 0,6 0-8 0,1-4-7 0,3 1-65 16,1-1-31-16,-3-3-31 0,1 1-166 0,-2-3-66 0,3 0-29 15</inkml:trace>
  <inkml:trace contextRef="#ctx1" brushRef="#br1" timeOffset="-114099.4">15536 4024 641 0,'-7'4'253'0,"1"-2"-120"0,0 1 141 0,0-1-114 0,1 1 20 0,0 1-51 0,1 0-7 0,1 1-27 0,1 0-29 0,1 3-30 0,1-2 18 0,0 2-23 16,1-2 27-16,1 3-12 0,1-3-14 0,0 3-21 0,1 0 5 0,0-4-9 0,0 3 12 0,1-4 1 0,0-1-2 0,1-2-4 0,-2-1 16 0,3 2-16 0,0 1 24 0,1-3-7 0,1 0-10 0,0-1-6 0,0-3 8 16,1 1-10-16,1-1 14 0,0 1-3 0,1-1-7 0,-2-3-3 15,-1-2 3-15,-6 0-6 0,-2-1 3 0,-1 3 2 0,-2-2-2 16,2 1 1-16,-1 1 9 0,-3 0-8 0,4 0 13 0,0 1-8 15,-2 2-8-15,-2-1-7 0,-6 1-3 0,-2 0 1 0,-1 1-4 16,2-1 0-16,1 1 0 0,-2 1-10 0,2 0 8 0,0 0-9 16,1-1-16-16,2 1-11 0,3 0-18 0,-1-2-49 0,1-1-19 0,3 0-9 15,1 0-153-15,0-3-69 0,4 1-72 0</inkml:trace>
  <inkml:trace contextRef="#ctx1" brushRef="#br1" timeOffset="-113918.17">15877 3737 1158 0,'0'1'307'0,"0"2"-203"0,0 1 98 16,1 4-48-16,2-1 11 0,0 3-35 0,3 3-25 15,0 1-30-15,2-1-34 0,2 1-29 0,-2-2 7 0,1 2-13 0,1-1 4 16,-2-2-2-16,0 1-5 0,1 2-8 0,-1 0-7 0,0-1 0 16,-2 2-43-16,1-3-37 0,-1-2-13 0,-1 4-92 15,-2-1-90-15,-2-3 58 0,-1 1-279 0,-1-2 292 0,-3 3 12 16</inkml:trace>
  <inkml:trace contextRef="#ctx1" brushRef="#br1" timeOffset="-113778.73">15812 3970 1445 0,'0'-6'-292'0,"0"1"606"0,1 0-61 16,3-1-82-16,1 0-68 0,3 0 10 0,1-1-43 0,2 0-12 16,0-1-19-16,2 1-19 0,1-2-16 0,3 4 2 0,0 0-5 15,1-2 7-15,-2 3-13 0,0-1-5 0,2-2-50 0,-3 5-40 16,2-4 15-16,3 3-198 0,0 0-65 0,3-1-32 15</inkml:trace>
  <inkml:trace contextRef="#ctx1" brushRef="#br1" timeOffset="-113131.15">16319 4313 672 0,'-4'-1'270'0,"3"-2"-139"0,-1 1 147 0,0-2-118 15,0 1-7-15,1-2-33 0,0 1-40 0,0-1-14 16,0-1-14-16,0 0-32 0,0-2 15 0,-2 0-21 0,2 1 27 15,-1-1-1-15,0 0-8 0,-2-3-11 0,2 0 19 0,0-1-22 16,-1-2 34-16,0 2-9 0,0 0-8 0,0 2-12 0,-1-1 6 16,1 2-10-16,-2-4 7 0,1 1-2 0,-2 2-8 15,1-6-15-15,-2 1 12 0,0 1-14 0,0 0 16 0,2 1-2 16,-1 1-6-16,2-2-1 0,-1 1 0 0,3 1-2 0,-1-1 3 16,0 3 1-16,2 1 1 0,1 0-8 0,0 2 9 0,0-2-8 15,0 2 12-15,-1 1-1 0,1-1-5 0,0 1-3 0,0 1 3 16,-1-1-3-16,1-1-1 0,0 1 1 0,0 1-2 0,0-3-3 15,1 2 3-15,-1-1-2 0,2-1 3 0,-1 3 1 0,3 0-3 0,-2-2-4 16,1 1 4-16,1 1-4 0,-1-1 6 0,1 2 0 0,-1 0-4 0,0 0-3 16,1 1 3-16,-2-1-2 0,0 1 4 0,2 1 0 15,-1-1-1-15,-1 0-1 0,2 2 0 0,-1 0 0 0,0 0-3 16,1-1 3-16,-2 2 0 0,-1 0-16 0,2 0 20 0,1 2-18 0,-1-1 22 16,0 1-4-16,2 4-10 0,-2-3 1 0,2 4 3 0,-1-2 0 15,2 3 6-15,-2-1-4 0,2 0-3 0,-3-1-9 0,2 2 12 16,-1-1-7-16,2 2 17 0,0-1-2 0,-2 0-8 0,2-2-5 15,-1 2 5-15,2-2-5 0,0 1 10 0,0-2 0 0,0 1 0 0,0-1-14 16,-1 0 11-16,-1 2-9 0,-1-2 15 0,-2 0 0 0,0-1-5 16,0 2-1-16,-2-2 5 0,0 1-2 0,-1 0 6 0,-1 1 1 15,0-1-1-15,-1 0-9 0,-1 2 11 0,0-1-11 0,-2 0 10 16,0 2-3-16,0-1-5 0,-3 1-7 0,0 1 7 0,0 0-6 0,-2 0 13 16,0-1-3-16,0-2-5 0,-2 2-5 0,0 1 3 0,0-4-2 15,1-1 5-15,0 1 0 0,2-3-3 0,2 0 1 0,3-2 0 16,-1-2-1-16,3 0-9 0,0-2-11 0,3 0-8 0,2-2-37 15,0-3-5-15,3 0-7 0,1-2-59 0,3 2-24 0,2-2-28 0,3-1-139 16,1 1-12-16,3-1-38 0,2 0 117 0</inkml:trace>
  <inkml:trace contextRef="#ctx1" brushRef="#br1" timeOffset="-112989.8">16576 3938 765 0,'5'10'278'0,"2"-2"-140"0,-2 1 143 0,-1 1-117 0,-1-1 25 0,0 1-62 0,-2 3 4 0,-1-1-25 0,1 2-30 0,-1 1-41 16,0 1 14-16,-2 0-28 0,-2 2 8 0,2 0-9 0,-2-1-16 0,-1-3-12 0,2 1 11 0,-2-3-10 0,4 4 4 0,0-3-40 0,1 1-24 0,4-4-127 0,1-1-111 0,4-2 57 0,4 1-56 0</inkml:trace>
  <inkml:trace contextRef="#ctx1" brushRef="#br1" timeOffset="-112333.95">16932 3674 1792 0,'-10'-6'-240'0,"4"3"497"16,3 2-6-16,-3 1-78 0,3 0-52 0,0 1-6 0,2 2-36 0,0 2-33 0,1 3-11 0,0 3-15 0,2 6-13 0,2 2 6 0,-1 2-10 0,2 0 12 0,-2-1-5 0,1-1-4 0,1 1-3 0,-1 0 0 15,1-4 0-15,2 5 2 0,-2-5-1 0,2 1-1 0,-1 2-19 0,0-1-7 0,1-1-4 0,0 1-54 0,-2-4-13 0,0-1-5 0,-1-3-50 0,-1-3-40 16,-2 2 30-16,-1-2-160 0,0-2-17 0,-1 1-4 0</inkml:trace>
  <inkml:trace contextRef="#ctx1" brushRef="#br1" timeOffset="-111817.75">16792 3923 469 0,'-3'0'302'16,"1"0"74"-16,1 0-164 0,1 0-35 0,0-1-49 15,3-2-49-15,4 0-49 0,0 0 4 0,3-3-15 0,2 0-8 16,1 1-9-16,4-2-4 0,5 1-14 0,1 0-11 0,3-1 7 16,3 0-25-16,-2-1 2 0,3 2 2 0,4-1 1 15,0-1 3-15,-2 3 4 0,-5 0 21 0,-5 0 4 0,-2 1 6 0,-2-1-1 16,1 3 9-16,-2 2-5 0,-6 0 42 15,-4 0 10-15,-4 3-1 0,-3 4 0 0,-1 0 7 0,-6 4-19 0,-3 4-7 16,-2-2 1-16,-3 4-2 0,-2 0-13 0,4 0 22 0,-1 1-24 16,3-1 29-16,2-3-10 0,6 0-14 0,1-1-2 0,1-4 17 15,1 0-10-15,-3-2 17 0,2-2-8 0,1 0-14 0,1-2-11 16,2 0 11-16,-1-1-7 0,1-1 23 0,2-1-4 16,-5-1-6-16,1-1-15 0,0-4 11 0,0 0-10 0,6 0 7 0,-1-3-3 0,1 0-10 15,-1-1-6-15,-1-1 6 0,0 1-6 0,1 0 6 0,-4 1 0 16,-1 1-4-16,1 2-3 0,0-1 6 0,3 1-5 0,-3 2 9 15,0 2-1-15,0-1-4 0,-2 2 0 0,2-1 3 0,0 2-3 0,2 0 0 16,2 0 2-16,1 0 0 0,2 2-6 0,1 0 11 0,1 3-9 16,2 1 13-16,-1 0-2 0,2 3-7 0,1 2-4 0,0 3 3 15,2 2-3-15,-1 0 0 0,3 2-2 0,-1 5-2 0,0 0-1 16,-2 2 1-16,0 0-1 0,0 0 2 0,-2-7 1 0,1 2-1 16,-3 1-6-16,-3 0 4 0,-2 2-6 0,-4 2-3 0,-3-6-6 0,-3 0-9 15,-5-2 8-15,-3-1 8 0,-2-1 0 0,-2 0 22 0,-1-2-5 16,-1 1-8-16,-2-1 0 0,1-1 4 0,-1-1 0 0,0-2 10 15,3-4 1-15,2-1-3 0,0-2 3 0,2-2 10 0,2-5-7 0,-1 0 15 16,6-4-4-16,0-4-5 0,5-1-10 0,4-5 5 0,1-3-5 16,3 0 0-16,2-2-6 0,0-3-6 0,2-4-9 0,2 1 6 15,2-2-7-15,1 0-7 0,0 7-9 0,-2 1-12 0,1 2-44 16,-1 2 1-16,-3-2-13 0,0 1-36 0,0 4-18 0,-1 1-21 0,0 2-106 16,0 0-52-16,3 1-11 0,-1 0 54 0</inkml:trace>
  <inkml:trace contextRef="#ctx1" brushRef="#br1" timeOffset="-111439.89">17991 3624 1646 0,'-8'4'-225'0,"2"0"481"0,0 1-39 0,2 3-61 0,-2 1-60 16,3 2 7-16,0 2-42 0,0 5-31 0,3 3-9 0,-1 3-11 0,1 0-8 0,1-3 2 0,2-2-3 0,-1-1-2 0,-1-4-20 0,2 0-8 0,1 0-61 0,0-1-31 0,0-2 11 0,0 1-164 0,1 0-58 0,-2-2-21 0</inkml:trace>
  <inkml:trace contextRef="#ctx1" brushRef="#br1" timeOffset="-111295.99">17850 3846 1395 0,'-2'-10'-374'0,"2"3"749"0,1 2-73 15,1-1-116-15,3-1-64 0,-1 2 13 0,3-1-49 0,1-1-24 16,0 1-15-16,1-2-18 0,1-1-20 0,0 2 5 0,1 0-11 16,2 0-1-16,-1 0-22 0,3 0-10 0,1-1-82 15,1 2-60-15,1 0 24 0,3 0-283 16,3 3 258-16,1 9-21 0</inkml:trace>
  <inkml:trace contextRef="#ctx1" brushRef="#br1" timeOffset="-110601.87">18275 4291 1143 0,'-1'0'-276'0,"1"0"549"0,-2 0-50 15,1 0-81-15,1 0-49 0,0 0 18 0,0 0-42 0,0 0 17 16,-1 0-18-16,1 0-16 0,-3-5-23 0,2 4 20 0,0 0-22 15,-1 0 39-15,1-3-11 0,1 0-16 0,-1 1 1 16,-1-3 6-16,1 1-8 0,0-2 6 0,-2 1-5 0,2 1-8 0,-1-3-9 16,1-1 12-16,-2 0-15 0,-1-4 15 0,1 2-4 15,1-1-10-15,-1 2-7 0,1-1 11 0,-2-3-13 0,-1 5 16 16,2-2-2-16,1-1-8 0,-1-1-4 0,1-4 2 0,0 0-6 16,-2 0 3-16,3 0-4 0,-2 0-1 0,0-1-13 15,0 0 13-15,2 0-10 0,0 1 15 0,1-1 0 0,0 0-9 0,0-2-9 16,2 3 10-16,1-3-9 0,0 1 12 0,-1-1-2 0,3 0-5 15,0 1-11-15,2 0 12 0,0 2-7 0,-2 1 14 0,1 0 0 16,-2 4-8-16,1-2-1 0,-1 2 1 0,0 2 0 0,-1 2 1 0,1 2 1 16,-1 2-2-16,0 1-4 0,0-1 6 0,0-2-3 15,-2 3 8-15,1 2-3 0,-2-1-4 0,1 0-5 0,-1 2 7 0,0 0-4 16,0 0 9-16,0 0-3 0,-1 0-5 0,-1 2-9 0,0-1 9 16,0 1-5-16,-2 0 14 0,1 3-3 0,-1-3-6 0,0 5-1 15,1-1 0-15,-1-4 0 0,3 0 0 0,0-2 0 0,1 0 2 0,1 3-4 16,0-1 2-16,0 1-1 0,2 1 7 0,1-3-1 0,2 4-1 15,-1-2 0-15,3 2 0 0,-1-1 0 0,0 2 1 0,-1-1-3 16,0 1 0-16,-2 2-6 0,1 1 6 0,-1 3-5 0,1-1 11 16,-2 1-2-16,1-1-3 0,-1-1-1 0,0 2 0 0,-1-2-2 15,0 0 3-15,-2 1 1 0,1-2-1 0,-1 0-10 0,0 0 12 16,0 0-9-16,-1-2 17 0,-1 1 0 0,-2 0-9 0,1 1-9 0,-1-3 12 16,0 0-10-16,-2 1 18 0,1 0-3 0,0-1-6 0,1-1-10 15,0 0 8-15,1-1-6 0,0-3 17 0,0 1-4 0,2 0-6 0,-1-2-2 16,2 0 4-16,-1 0-2 0,0 0 4 0,0-2-2 15,-2 0-2-15,2 1-17 0,-1-3 4 0,0 1-8 0,1 1-7 0,-2-1-10 16,2 1-11-16,0-1-25 0,-1 0-7 0,0 3 0 0,1-1-37 16,-1 1-13-16,1-1-20 0,1 0-126 0,1-1-35 0,3 0-16 15,3 0 106-15</inkml:trace>
  <inkml:trace contextRef="#ctx1" brushRef="#br1" timeOffset="-110268.28">18464 3857 532 0,'-4'0'184'0,"1"-1"279"0,-1 1-191 0,2-1-37 0,1 1-51 0,0-1-61 0,1-1 10 0,0 2-45 0,1 0-27 0,1-2-6 0,0 1-16 0,3-1-8 16,-1 1 7-16,3 0-13 0,1-1 0 0,1 2-7 0,0 0-10 0,4 0-6 0,1 3 8 0,-2 0-7 0,5 0 10 0,-3 0-6 0,-1 1-6 0,0 0-4 0,-5-1 3 0,-1 3-2 0,-4-3 7 0,-4 3 2 0,0-1-4 0,-6 1-2 15,1 2 11-15,-3-1-10 0,-4 4 12 0,2-2 0 0,-2 0-5 0,0 1-9 16,2 0 12-16,0-1-12 0,2 1 21 0,3-3-6 16,3 0-8-16,1-3-8 0,2 0 7 0,1-1-6 0,1-2 15 15,3 0-5-15,1 0-6 0,3-1-6 0,1 0 2 0,4-2-3 16,2 1-9-16,0-3-13 0,1 0-14 0,1-1-75 0,-5-2-37 0,-1 1-13 15,-1-2-265-15,1 1-76 0,13 2-94 0</inkml:trace>
  <inkml:trace contextRef="#ctx1" brushRef="#br1" timeOffset="-109456.58">19094 3389 985 0,'-9'-13'192'0,"-5"2"385"0,-2-2-401 16,0 3-6-16,2 1-47 0,0 0-26 0,2 5-24 0,3 1-22 0,-1 2-33 15,1 1 9-15,0 3-17 0,-1 2 99 0,1 0-98 16,-2 4 31-16,0 5-59 0,1 2-87 0,0 2 109 0,1 5 19 16,0 0-2-16,3 2-5 0,-1 4-7 0,1 1 3 15,3 3-8-15,1 3-2 0,2-3 0 0,0-5 0 0,2 3-5 16,2-5 4-16,1-3-5 0,2 2-7 0,0-6-8 16,0 1-8-16,0-2-21 0,0-3-11 0,-1-1 7 0,0 1-37 0,0-4-4 15,-2 0 2-15,-2-1 0 0,-1-1-12 0,-1 0 24 0,-2-1-11 16,-1-2 20-16,-2-3 13 0,1 1 37 0,1-3 7 0,-1-1 6 15,1-2 14-15,-2-4 2 0,2 3-3 0,0-3 0 16,-1-1 11-16,3 0-8 0,0 1 18 0,1 0-3 0,1 0 0 0,1 3-13 16,2-3 17-16,-1 3-12 0,2-3 17 0,-2 4-1 0,1-1-13 15,1 2-11-15,-1-1 21 0,2-2-17 0,1 2 32 0,1-1-6 0,-1-1-9 16,1 1-23-16,1-3 13 0,1 2-13 0,2-2 10 16,-2-1-4-16,3 1-9 0,2-1-11 0,-2-2 9 0,3 0-7 15,-3 0 11-15,0-1 2 0,-1 1-6 0,-1-1-2 0,0-2 1 16,-3 2-1-16,-1 0 14 0,-2 1 6 0,-1 1 5 0,-3 2-2 15,-1 1 14-15,0 2-11 0,0 1 19 0,-4 0-9 0,2 1-7 16,-1 1-27-16,0 1 12 0,2 3-13 0,-5 0 15 0,1 2-4 0,-1 0-9 0,2 0-4 16,-2 3 6-16,1-1-4 0,0 2 14 0,1-2 1 0,2 1-4 0,2-4-11 15,0 0 11-15,1 0-11 0,0-1 12 0,2 0 0 16,2-1-3-16,-1-1-11 0,4 2 6 0,-2-2-5 0,2-1 8 0,1-1 0 16,-1 0-3-16,-4 0-8 0,1-1 5 0,-2 0-5 0,1-2 1 15,2 1-3-15,0 0-5 0,1 0-10 0,-3 1 3 0,2-1-4 16,0 2 6-16,-2-1-4 0,0 1-4 0,1 0 9 0,1 0 5 0,-2 0 1 15,1 0 9-15,-2 1-1 0,0-1-2 0,3 0-6 16,0 2 2-16,-2-2-1 0,2 1 9 0,-2-1 2 0,0-1-1 0,-1-1-8 16,1 1 7-16,0 0-7 0,0-1 6 0,0 1 3 0,-1 0-2 0,-1 0 7 15,3-1 2-15,-2 0-1 0,0 1 3 0,0-1-2 0,-1 0-3 16,1 2-9-16,1-3 9 0,-1 3-8 0,0 0 9 0,0 0-1 16,0 1-8-16,0 1-6 0,0 0 5 0,-1 2-5 0,0 2 12 15,0 3-1-15,1 2-3 0,0 0-18 0,-1 1 16 0,0-1-11 0,2-1 27 16,-1-1-7-16,2 0-9 0,0 0-1 0,2-1-1 0,0-3 2 15,2 2 5-15,2-2 0 0,0-1 0 0,3-1-6 0,-1 0 6 16,2-1-5-16,-2 0 7 0,2-1-3 0,-2 0-6 0,2-1-4 16,0 0 8-16,-1-1-4 0,-2-2 4 0,1 2-4 0,-2-3-12 15,1 2-17-15,1-1 0 0,-1-1-8 0,-2 1-44 0,-2-1-28 16,1-1-25-16,-4-2-184 0,-1 1-15 0,3-2-54 0,2 0 106 0</inkml:trace>
  <inkml:trace contextRef="#ctx1" brushRef="#br1" timeOffset="-109048.14">19871 3325 1941 0,'-1'-3'-217'0,"0"2"456"0,0 1-38 0,0 1-59 0,-1 1-53 0,-2 4 23 0,0 2-45 0,-1 3 15 0,1 3-17 0,1 3-23 0,-1 3-18 0,1 3 7 0,-1 1-13 15,1 4 3-15,1-1-5 0,1 1-7 0,-2 1-8 0,2-1 5 0,0-3-5 0,1 2 12 0,1-10-6 0,0 1-5 0,2 0-11 0,-2-4 3 0,1 4-4 0,0-2 8 16,-2-3-4-16,1-2-6 0,-1 2-25 0,0-3 10 0,-1-1-9 0,-1 0 33 0,0-5 0 0,0 1 2 0,-2-1-2 16,1 0 4-16,1-3-2 0,-1-1 3 15,2 0 3-15,0-4-4 0,1-1-1 0,-1-3 0 0,1-2-3 0,-1-3-6 16,1-1 1-16,-1-2 2 0,0-2 5 0,-1-3 0 0,0 1 0 16,1 0-2-16,0 1 0 0,-1 6-2 0,1-2-4 0,0 4 7 0,-2 3-6 15,2 0 9-15,1 6 0 0,-1 2-3 0,0 0-9 0,0 1 8 16,-1 4-7-16,-2 3 14 0,1 3 0 0,-2 2 0 0,0 1 5 15,0-2 7-15,1-1-2 0,1 2 13 0,2-2-6 0,2 2-5 16,4 1-13-16,2-3 11 0,2-1-7 0,2-2 17 0,3-2-5 0,4 0-5 16,5-1-4-16,3-1 9 0,1 0-6 0,1-1 9 0,2-1-2 15,2 0-6-15,1 0-15 0,2-2 6 0,-1 0-8 16,-10 0 9-16,-2-1-2 0,-4 1-5 0,0 0-26 0,4 2 4 16,-3 0-13-16,-3-2-37 0,-4 0-23 0,-4 0-23 0,1-2-160 15,-1 1-134-15,1 2 0 0,1 6-42 0</inkml:trace>
  <inkml:trace contextRef="#ctx1" brushRef="#br1" timeOffset="-106752.04">27815 1330 217 0,'-8'-7'331'0,"3"-2"-182"0,-1 1 207 0,0 2-182 0,2 0-67 0,1 1 0 0,-1 0 20 0,2-1-23 0,1 2-29 0,0 0-22 16,1 3 8-16,0 1-20 0,1 2-11 0,1 4-8 0,0 0-14 0,1 4 0 0,-1 0 21 0,0 6-16 0,1 0 31 0,0 0 2 0,0 0-7 0,-1 5-8 0,1-4 12 0,-1 2-17 0,0 5 11 0,0 0-1 0,2 7-11 0,1 8-10 15,2 1 10-15,0 4-14 0,-2 2 14 0,2-4-4 0,0 2-3 16,0 2-10-16,-1-4 2 0,1 0-3 0,-1 6 7 15,-2-1-3-15,1 4-2 0,-1 4-9 0,0-2 7 0,-1-4-7 16,-1 1 11-16,0-8 0 0,-1-1-3 0,1 0-1 0,-1 0 6 16,1 1-5-16,1 8 4 0,0-1-1 0,-1 3-4 0,0-2-7 0,1-7 11 15,1 2-9-15,0-1 9 0,0-2-1 0,0 3-7 0,-2 5-7 16,2-2 9-16,-1 2-7 0,4 7 10 0,-1-4-1 0,-1 1-7 16,1 0-2-16,-3-5 4 0,0-1-2 0,-1 0 9 0,-2-2 99 15,-3 1 31-15,-2 2-244 0,0-1 135 0,1 1-191 0,0-2 166 16,1 0-3-16,0-4 0 0,0 2-6 0,1 0 5 0,0-2-3 0,1-2 12 15,1 1 0-15,-1-1-4 0,1 3-12 0,1 1 5 16,1-2-7-16,0 0 8 0,2-4 1 0,-2-4-1 0,0-1-6 0,-1 0 5 16,-1-2-4-16,-1 0 10 0,0-3-1 0,-1 3-3 0,0-1-14 15,0 3 13-15,1 0-11 0,0 0 25 0,0-2-6 0,-2-2-8 0,2 2-1 16,-2-3 0-16,1 2 1 0,1-2 2 0,0-3-2 0,0 0-3 16,1 0 1-16,0 0 2 0,1-4 0 0,0 1 5 0,1-1-3 15,-1-1-1-15,2 1-11 0,-1-1 10 0,0-3-6 0,1-2 19 0,2 1-4 16,2-1-8-16,-1 1-6 0,2 1 12 0,0-3-8 0,0-3 15 15,2 1 1-15,0-2-4 0,4 2-4 0,-2-1 4 0,0-1-5 16,-4-1 5-16,0-1-2 0,1-1-1 0,3 0-9 0,8-1 11 16,2 2-8-16,2-1 22 0,0 0 0 0,0-1-8 0,2 0-6 15,2-3 7-15,2-2-7 0,3 2 4 0,0-1-3 0,2 0-4 16,4 0-8-16,3-1 11 0,2 0-8 0,-2-1 17 0,1-1-3 0,0 0-9 16,2 1-10-16,7-2 8 0,2 0-7 0,4-1 15 0,2 1 3 15,2-4-3-15,3 1-14 0,4-3 12 0,1 0-12 0,5 1 18 16,4 1-4-16,4-3-9 0,3 2 2 0,-2 0 0 0,-3-3 1 15,0 1-3-15,-1-3 0 0,5 2 0 0,3-1-11 0,-3 0 11 0,-3 1-9 16,0 0 16-16,-4 4-3 0,6 3-8 0,4 2-4 0,-6 0 8 16,1 2-5-16,-1-1 13 0,0 0-2 0,6 2-5 0,-2-1-8 15,-1 0 5-15,-3 0-5 0,-1 0 8 0,0-2 1 0,-1-2-2 0,3-2-4 16,-3-1 3-16,-3-1-3 0,-2-2 3 0,-7-1 1 0,-2 3-4 16,2-2-9-16,-3 2 10 0,-4-2-8 0,0-3 13 0,-8 4-2 15,-3 0-5-15,0 0-6 0,-4 5 5 0,-3-1-4 0,-2 2 5 16,-4-2-5-16,-3 2-4 0,-4 0-14 0,-5-1 4 0,-5 1-6 15,-4 0-5-15,-5-1-5 0,-4 1-7 0,-4-1-32 0,-3 0-14 0,-1 0-3 16,-4-5-93-16,0 0-49 0,-2-2-43 0,-3 0-288 0,-6-1 337 16</inkml:trace>
  <inkml:trace contextRef="#ctx1" brushRef="#br1" timeOffset="-104939.06">29597 5678 744 0,'-6'-19'117'0,"0"1"276"0,-1-1-311 0,2 2 18 0,0 0-3 0,3 1 33 0,2 4-25 0,-1-2-25 0,1 3-14 0,0 4 3 0,0 2-12 0,1 1-7 0,0 3-9 0,0 1-10 0,-1 0-14 0,0 3 19 0,0 0-20 0,0 5 43 0,0 4-4 0,1 3-7 0,-1 5-31 16,-1 1 17-16,0 3-26 0,0 3 20 0,1-3-8 0,-1 3-10 0,1 3-5 0,0-5 0 0,0 0-1 0,0 0 1 0,0-6-1 16,1 1-1-16,1 0-8 0,4-1 5 0,-1 1-5 15,2 0 5-15,0-2-10 0,-3 0-8 0,2-1-21 0,-2-5 9 16,0 0-6-16,-1-2-5 0,2-2-10 0,-1 1-17 0,1-2-29 16,-1 2-27-16,-1 0 4 0,-1-1-126 0,-1-2-44 0,-1 0-42 0</inkml:trace>
  <inkml:trace contextRef="#ctx1" brushRef="#br1" timeOffset="-104387.83">29274 5955 1381 0,'-5'2'-54'0,"3"-4"132"16,2 0 2-16,2-2-7 0,3 1-5 0,3-4 27 15,2-1-35-15,4 0-2 0,3-1-11 0,3-2-26 0,6 0-25 16,-1 2 12-16,3 0-18 0,6-1 21 0,-1 1 1 0,0 0-11 15,-4-2-12-15,-3 2 22 0,-1 2-22 0,4-2 25 16,1 0-8-16,-1 0-10 0,0-1-1 0,-7-1 5 0,-1 2-1 16,1-1 13-16,-7 1-1 0,1 0-3 0,-4-1-20 0,-3 2 19 15,-2 2-18-15,-2 2 47 0,-3 0 4 0,-1 2-4 0,-2 2 5 16,-2 1 2-16,-3 4-9 0,-4 4-1 0,-1 3-4 16,-4 2-4-16,-1 4-6 0,3 0-2 0,-2 1-2 0,2 0-4 0,0-1 0 15,2 0-1-15,2 0-3 0,0-2 0 0,2-2-2 0,3-1 3 16,2-2-2-16,1-4 2 0,2 0-5 0,1-2 6 0,4-3-4 0,1 0 9 15,2 0-2-15,0-1-7 0,2-1 0 0,0-3 4 0,-1-1-2 16,0-1 9-16,-1-4-3 0,0 1-4 0,-1-2-1 0,-1-1 4 16,-3 0-3-16,0-2 5 0,0 2-1 0,-3 0-5 0,0 2-2 15,0-1 4-15,-1 0-2 0,-1 1 9 0,1 0-4 0,0 1 0 16,-1-1-5-16,1 3 0 0,1 1 0 0,0 1 6 0,1 1-5 16,0 3-2-16,1 0-9 0,0 0 5 0,2 2-3 0,2 2 14 0,0 1-3 15,2 2-6-15,2 4-6 0,0 0 10 0,2 4-7 0,3 3 18 16,0 2-5-16,1 3-7 0,-1-2-4 0,1 4 1 0,1-1-3 15,2 3 2-15,-3 4-1 0,0-1-2 0,-9 1 0 0,-1-1 3 16,-3-2-1-16,0-3 5 0,3 2-5 0,-1-2-3 0,-3 0 1 0,-2-4 3 16,-2-2 0-16,-2 0 5 0,0-1-1 0,-4-1-2 0,-1-1-2 15,0-2 6-15,-3 0-4 0,5-3 8 0,-3-1 0 0,-1-2-2 16,-1-3 1-16,-6-1 5 0,3-4-3 0,1-3 10 0,4-3-1 16,1-3 1-16,2-3-9 0,0-5-1 0,3-4-2 0,2-4-8 0,2 1-3 15,2-4-2-15,3-2-11 0,-1-5 2 0,2-5-5 0,-3-4-18 16,1 3-10-16,-3 0-13 0,0 0-46 0,0 3-6 0,-2 0-3 15,0 6 8-15,0 4-46 0,0 3-9 0,0 5-127 0,-4 0-100 16,-1 4 21-16,-6 0 18 0</inkml:trace>
  <inkml:trace contextRef="#ctx1" brushRef="#br1" timeOffset="-103599.33">26742 2540 217 0,'-4'1'310'0,"4"-3"-127"0,0-1 201 0,1-2-202 0,2 3-39 0,0-1-56 0,1 0 3 0,2 1-23 0,1 2-29 0,3-1-1 0,1 2 7 0,3 1-6 0,1 4 20 0,2 0-12 0,1 4-10 0,1 2-27 15,-2 1 8-15,0-2-14 0,1 1 22 0,0-2-5 0,2 1-2 0,1-2 0 0,0 0 2 0,0 0-3 0,-2-1 0 0,-1-2-2 16,-7-1-5-16,-1 1-12 0,-2-4 8 0,1 1-11 0,5-1 14 15,-2 0-1-15,0-2-4 0,1 1-34 0,-3-1 1 16,-1 0-11-16,-2-1-12 0,-2-1-9 0,-1-2-4 0,-1 1-20 16,0-3-6-16,0 1 5 0,-2-2-53 0,0-1-17 0,0-2-19 0,0-1-203 15,-1-1 233-15</inkml:trace>
  <inkml:trace contextRef="#ctx1" brushRef="#br1" timeOffset="-103422.92">27210 2372 277 0,'-9'-10'92'0,"0"4"-3"0,0 2 43 0,-2 1 43 16,3 3 36-16,-1 2-56 0,1 1 16 0,2 1-23 0,0 3-29 15,1 0-23-15,1 2 28 0,-1 0-37 0,2 3 40 0,2 1-11 16,0-1-25-16,1 6-4 0,3 0 11 0,1 2-23 0,4 8-4 16,-1 1-18-16,0 3-19 0,-2 5-19 0,2-5 9 15,-2-4-11-15,1 4 9 0,1-3-7 0,-1-3-9 0,0 10-7 16,-1-6 3-16,-2-3-4 0,-2-2 9 0,1-6-4 0,-1-1-3 16,0 2-44-16,1-1 2 0,0 1-12 0,1 2-21 0,-1-4-27 15,-1 0-10-15,0-1-141 16,0-2-110-16,1-1 6 0</inkml:trace>
  <inkml:trace contextRef="#ctx0" brushRef="#br1" timeOffset="-97792.58">18863 7556 0,'0'0'0,"0"0"15,0 0 1,0 0-16,0 0 15,0 0 1,0 0-16,-90 33 16</inkml:trace>
  <inkml:trace contextRef="#ctx1" brushRef="#br1" timeOffset="-97415.96">15174 4528 1618 0,'0'-1'-2'0,"-2"-3"2"0,-2 0 7 0,1 3 4 0,2 1 0 0,0-1 4 0,1 1-6 0,0 0 1 0,1-1 5 0,0 1 0 0,0-2 6 0,2 1 7 0,0 0-6 15,3-1 2-15,-2 1-5 0,4 1-3 0,1 0 0 0,3 0 9 0,5-1-4 0,1 1 18 0,0-1-1 0,2-1-2 0,1 0-4 0,0 0 4 0,-1 0-6 0,0-2-3 0,-1 1-7 0,0 1-6 0,5-3-11 0,-2 1 6 0,2-1-5 0,0 1 8 0,-3-1-4 16,1 1-8-16,2-1-4 0,-2 1 6 0,-1-1-4 0,-1 2 7 0,-5 0 2 0,-2-1-1 0,-6 1-12 0,-3 1 7 0,-2-2-7 0,-2 2 13 0,4-1 0 0,-2 0-3 0,-1 1-10 0,0 0 13 0,-1 1-9 0,0-2 22 0,-2 1-7 16,0 1-9-16,-2-3 0 0,0 0 1 0,-3 3 2 0,4-3 2 0,-2 2-5 15,0 1-2-15,-3 0-17 0,-10 1 15 0,-2 1-11 0,-2 0 24 16,0 3-4-16,1-1-10 0,-4 1-3 0,-1 0 3 0,0 1-2 16,2 0 7-16,0 1-3 0,1-2-2 0,1 2-10 0,0 0 10 15,-2-1-7-15,0 1 16 0,1-1 2 0,0 2-6 0,2-2-11 16,1-1 10-16,3-1-10 0,3 1 21 0,3-2-4 0,7 1-1 0,2 0-9 15,0-2 5-15,4-1-2 0,-4 1 14 0,1-1-2 0,1 0-4 16,0 0-17-16,1 0 15 0,3 0-14 0,0 0 24 0,4 0-1 16,-5-1-6-16,4 0-5 0,1 0 3 0,3-1-3 0,10 0 0 15,0 1 0-15,0-2-3 0,3 0-4 0,-2 0 3 0,0 0-2 0,0-2 0 16,-2 1 1-16,0-1-2 0,3 1-12 0,1 0 17 0,-1 0-14 16,1 2 10-16,-2-2-2 0,1 1-15 0,0 1-8 0,2-1-1 15,0-1-5-15,-2 3-31 0,-1-1-14 0,-9 0-16 0,0 0-89 16,2 1-53-16,3-1-14 0,7 1-6 0</inkml:trace>
  <inkml:trace contextRef="#ctx1" brushRef="#br1" timeOffset="-96815.39">16377 4481 647 0,'-20'-6'157'0,"10"2"-126"0,1 0 45 0,1 1-13 0,1-1-19 0,1 2-10 16,1-1-11-16,-1 2-22 0,-1-3 4 0,1 2-3 0,0 0 20 0,0 0-5 0,0-1-8 0,-1 1-11 0,-2 0 6 0,1 1-5 0,-1-1 11 0,1-1-2 0,2 0-1 0,-2 2 24 0,2-1-4 0,-1 0 11 0,2 0 4 0,-1 1 0 0,3-1 0 0,1 0-18 0,-2 0 26 0,2 1-23 0,1 1 24 0,-1-1-7 0,2 1-14 0,0 0-27 0,0 0 21 0,2-1-18 0,1 1 42 0,2-3-2 0,4-1-6 0,2 0-4 0,5-1 13 0,2 0-9 0,1-1 9 0,2 1-10 0,-1-1-12 0,2 0-8 15,0 0 5-15,0 1-5 0,2-3 3 0,1 1-2 0,-1 1-5 16,2 0-21-16,0-2 14 0,1 3-13 0,1-2 23 0,0 4-3 15,0-4-8-15,-1 1-16 0,-8 1 10 0,-2 0-8 0,-3 1 16 16,-1-1 0-16,3 2-6 0,-2-1-3 0,-1 2 3 0,-3 0-3 0,-2 1 6 16,-5 0-5-16,-1 1-2 0,-1 0 1 0,-1 0 1 0,0 0 3 15,-2 2 3-15,-1 1-6 0,-3 1-1 0,-3 1-11 0,-2 3 1 16,-2-2-4-16,-1 0-21 0,2 1-13 0,-1 0-17 0,1-1-33 16,1 0-19-16,6 0 0 0,2 1-96 0,1-3-35 0,1 2-37 0</inkml:trace>
  <inkml:trace contextRef="#ctx1" brushRef="#br1" timeOffset="-96152.41">18269 4385 1281 0,'-7'-4'217'0,"4"-2"-209"0,0 2-8 0,3 0 54 0,0 3 7 15,2-1 7-15,2-1-3 0,2-1-4 0,2 1-9 0,3-1-28 0,3 1 18 0,0-3-21 0,1 1 16 0,-1 0-7 0,1 3-13 0,1-4-21 0,-1 3 17 0,2 0-15 0,1 1 21 0,0-2-1 0,0 1-12 0,0-1-15 0,1 0 9 0,2-1-9 0,1 1 23 0,0-1-5 0,1 2-3 0,0-4-8 0,1 1 2 0,-8-1 0 16,-2 0 10-16,0 0-2 0,1 2-2 0,7-1-11 0,-3 1 5 16,-1-1-6-16,-2 0 12 0,-3 2-2 0,-1 0-2 0,0 1-8 0,-2 0-2 15,0 0-2-15,-1 2-27 0,-1 1-15 0,0 1-18 0,-1 2-87 16,2 0-53-16,1 0-12 0,1 3-14 0</inkml:trace>
  <inkml:trace contextRef="#ctx1" brushRef="#br1" timeOffset="-93197.96">27853 4156 250 0,'0'-1'25'0,"0"-1"0"0,0 1 16 0,0-2 41 0,0 1-31 0,0-1 58 0,0-1-13 0,1 3-27 0,2 0-21 0,-1 0 21 0,-1-1-31 0,2-4 19 0,0 2-7 0,-1-1-12 0,0 1-8 0,2-1 5 0,-2 1-10 0,0-2 18 0,0 3 3 15,1-1-5-15,-2 0-16 0,0 2 32 0,-1-1-36 0,0 2 31 0,0 0-11 0,-1 0-19 0,-2 1-9 0,0 0 1 0,-1 2-6 0,-2 1 3 0,-1 0-7 0,-1 4-4 0,-2 1 0 16,0 1 1-16,-1 2 0 0,-1 1 0 0,-1-2-4 0,0 0-2 0,-1 3 8 16,1-2-3-16,-1 3 6 0,3 1-3 0,1-4-2 15,1 1 2-15,0-2-7 0,1 0 7 0,0 0-5 0,2-1 4 0,1-1 3 16,2-2-3-16,0-1-12 0,2 2 10 0,0-3-9 0,1 1 18 16,1-3 0-16,2 2-7 0,0 0-13 0,1-1 14 0,1 0-13 15,-1 1 18-15,2-2-3 0,1 1-5 16,-2 0-8-16,1 0 4 0,1 0-1 0,-2 3 16 0,1-3-3 0,0 3-5 0,-1-1-12 0,0 1 12 15,-1 0-10-15,0 2 15 0,-1-1-3 0,-1-1-5 0,0 2-13 16,0-2 14-16,0 0-7 0,-1 1 33 0,-1 0-8 0,1 1-7 0,-1 0-10 16,0 1 6-16,-1-2-5 0,0 1 6 0,0 0-2 15,0 0-4-15,1 0-10 0,-2 0 9 0,1-1-6 0,1-1 14 16,-1 0 1-16,0-1-9 0,0 1-13 0,1-1 23 0,-1-1-18 0,0 1 26 16,0 0-8-16,-2 0-12 0,1 0 6 0,0 1 2 0,-2 1 3 15,2 2 9-15,-1-1-4 0,1 3 0 0,-3 1-20 0,1 0 12 16,-1 2-11-16,-1 3 20 0,2 1-4 0,-2 2-7 0,0 5 5 15,-1-2 2-15,0 0 1 0,2-1-6 0,-1-1 5 0,3 0-6 16,-2-1-6-16,3 0 13 0,1-1-14 0,1-3 9 0,1-1-2 0,3-1-2 16,0-4-14-16,1 3 13 0,2-3-11 0,1 0 17 0,1-2-2 15,0-3-8-15,0 0-1 0,2-1-4 0,-1 0-2 0,1 0-37 16,0-4-6-16,0 1-10 0,-1-1-62 0,1 0-19 0,0-1-15 0,-1-3-185 16,1 0 206-16,-3-2-37 0</inkml:trace>
  <inkml:trace contextRef="#ctx1" brushRef="#br1" timeOffset="-92368.52">27367 4741 184 0,'0'0'-88'0,"-1"0"182"0,1 0-5 0,-1 0-18 16,1 0 12-16,0 0 8 0,0 0-15 0,0 0-10 0,0 0-4 0,-1 0-18 0,0 0-4 0,-1 0 17 0,1 0-22 0,-3-4 18 0,3 1-2 0,0 0-5 0,0 0-20 0,-2-2 22 0,2 1-25 0,-1-2 48 0,1 1-3 0,-1-3-9 0,-1 0-13 0,1 1 21 0,0 0-27 0,-2 1 23 0,1 1-11 16,0-2-15-16,-2 1-4 0,1-1-3 0,-1 0-2 0,1 0-7 15,0 3-4-15,0-1-2 0,-1 0-15 16,2-2 7-16,0-2-8 0,-1-4 8 0,1 1 2 0,0 2-2 0,-1-2-19 15,1 2 18-15,1-1-16 0,-1 0 25 0,3 3-3 0,-1-1-12 0,1 0-2 16,1 0 5-16,0 1-3 0,2-1 9 0,-1 0-3 0,1 1-1 16,1-1-7-16,0 0 5 0,1 0-3 0,0 2 13 0,0-1-6 15,0 2-6-15,2-2-11 0,0 2 10 0,0-2-7 0,-1 3 18 0,1-2-3 16,-1 4-8-16,-1-3-1 0,0 5 2 0,-3-1-1 0,1 0 1 16,-2 2 0-16,1 0-2 0,-1 2 1 0,-1-1 2 0,0 1-1 15,0 2 4-15,-1 1-3 0,-1 3-2 0,1 0-9 0,0 1 11 16,-1-2-7-16,1 0 16 0,0 1-2 0,-1-2-8 0,0 0-3 0,2-1 5 15,-1 1-4-15,1-3 1 0,0 3 0 0,3-3-2 0,-1 0 8 16,1 1 1-16,3 0 4 0,-1-1-1 0,1 3 1 0,2-3-3 16,-1 3-8-16,0-1 9 0,0-2-8 0,0 4 15 0,-1-3-8 15,-1 2-8-15,-2-1-1 0,0 0 6 0,-3 3-1 0,-1-2 9 16,-3 2-1-16,-1 1-6 0,-1-1-7 0,-2-1 13 0,0 2-10 16,-1 0 23-16,1-2-9 0,-1 0-9 0,0 0 1 0,1-1-1 15,0-1 1-15,1 1-3 0,1-5 0 0,1 3-2 0,1-2-6 0,1-1 4 16,1-1-3-16,1 0-3 0,-1 0-17 0,2 0-16 0,0 0-45 15,2-1-10-15,1-1-2 0,1-1-38 0,2 1 3 0,2-2-4 0,1 0-52 16,1 0-15-16,0 0-11 0,1 2-74 0,-1-2 159 0,1 2 1 16</inkml:trace>
  <inkml:trace contextRef="#ctx1" brushRef="#br1" timeOffset="-92213.51">27521 4574 320 0,'8'0'40'0,"-1"0"44"16,-1 6 37-16,0-3-30 0,-3 4 77 0,1-2-21 0,-3 0-29 0,0 0-23 15,-1-1 14-15,0 0-30 0,0 1 0 0,0-2-6 16,0 0-16-16,-1-1-7 0,1 0 19 0,-1-1-24 0,1-1 30 15,0 0-15-15,0-1-16 0,0 0-18 0,0-3 6 0,0 2-12 16,1-4-2-16,-1 3-9 0,0-5-9 0,0 1 2 16,0 0-2-16,0-1 2 0,-1 0-28 0,1 2-29 0,0 1-11 0,1-3-98 15,0-1-57-15,1 0 23 0,-2 0-45 0</inkml:trace>
  <inkml:trace contextRef="#ctx1" brushRef="#br1" timeOffset="-87977.87">27950 4073 247 0,'-3'0'7'0,"-2"-2"-7"0,3 2 8 0,0 0 5 0,2-1-1 0,0 0-20 0,0-1 27 0,1 0-29 0,1 1 36 0,1-1 3 0,0-2-6 0,0 1-3 16,-1-1 26-16,2 0-23 0,0 0 57 0,1-1-6 0,-1 2-18 0,0-2-41 0,0 1 28 0,-2 2-38 0,1-1 36 0,-1 2-11 0,-2 1-16 0,0 0 8 0,0 0 10 0,0 0-6 0,-3 3 6 0,1 0 2 0,0 1-16 0,-3 3-10 0,2 0 28 0,-1 2-29 0,-1 2 39 15,1-1-8-15,-1 1-10 0,1 2-21 0,0-3 13 0,1 3-15 0,-1-3 32 0,2-3-8 0,1-2-13 0,0-1-13 16,1 0 16-16,0 0-15 0,1 1 19 0,0-2-2 0,3 0-7 0,-2 1 0 16,2-2 8-16,1-2-5 0,0 2 13 0,1-1-4 0,1-1-8 0,-1 0-5 15,0-1 9-15,1-1-7 0,0-1 7 0,-2-1-3 0,3 0-2 16,-1-1-16-16,0 1 11 0,0-2-9 16,-1 0 14-16,0 3 2 0,-2-1-8 0,-1-1-3 0,1-1 10 0,-2-1-10 15,0-1 2-15,1 0-5 0,-3 1-5 0,1 0-8 0,-6 1 10 0,3 0-3 16,1-1 24-16,-3 1-5 0,6-1-11 0,-7 4-6 0,-2 0 7 15,0 0-6-15,-4 3 4 0,1 0 1 0,0 3-2 0,-1 2-18 0,-1 0 16 16,0 2-13-16,1-1 16 0,0 0 5 0,0 1-10 0,1 0-11 16,-1 2 21-16,2 0-19 0,2 0 19 0,0 2-4 0,0-2-8 15,3-4-4-15,-1 1 4 0,2 1-1 0,-1-4 8 0,3 2 1 0,1 2-6 16,0-3-8-16,1 1 10 0,2-3-10 0,0 0 14 0,2-1 4 16,-1 0 0-16,3-1-11 0,0-1 13 0,-1-2-11 0,2 0 27 0,1-3-4 15,0 1-4-15,0 0-13 0,2-2 8 0,1-1-7 16,-2 0 9-16,1 4-3 0,-3-2-4 0,1-1-21 0,-1 2 14 0,-3-4-11 15,1 2 28-15,-3-1-4 0,-1 2-8 0,-2 1-17 16,-1-3 13-16,0 0-11 0,-2 2 18 0,-2-2 3 0,1 2-8 0,-3 1-11 16,3-1 7-16,-2 4-9 0,-1-2 15 0,3 3-2 0,-3 1-1 15,1 0-9-15,0 0 3 0,-1 4-5 0,0-1 5 0,2 4 0 16,-1-1 0-16,0 3 0 0,1 1 0 0,-2-1 0 0,1 2-1 0,2-2 1 16,-1 0 0-16,1 0-12 0,1-2 17 0,0 0-13 15,2-1 16-15,1-2-4 0,0-4-9 0,1 0 3 0,0 0 2 0,3-1 0 16,-1 1 0-16,0 1 2 0,1-1-2 0,0 0-8 0,1 0 14 15,-1-1-12-15,1 1 15 0,0 0-3 0,0 0-7 0,-2 0 0 16,2 0 1-16,-1 0 0 0,0-2-7 0,0 1-11 0,2 0-13 0,-2-1-83 16,2 2-32-16,-1 0-16 0,1 0-206 0,1 0 218 0,-2 3-30 15</inkml:trace>
  <inkml:trace contextRef="#ctx0" brushRef="#br1" timeOffset="-87115.63">33634 7973 0,'71'104'0,"-37"-49"0,12 1 0,-7 24 0,12 67 0</inkml:trace>
  <inkml:trace contextRef="#ctx1" brushRef="#br1" timeOffset="-81115.99">27906 4146 304 0,'-3'-2'24'0,"-2"0"-29"0,3 2 15 0,0 0-14 0,1 0 75 0,1-2 3 0,0 1 8 0,0-1-41 0,1 0 11 0,0 0-20 0,2 0 0 0,1 2-4 0,0 0-13 0,2 0 12 0,0-1 12 0,1-1-5 0,0 0 7 0,0 0-3 0,1-1-8 0,-1 2-1 0,1 0 6 0,0-1-2 0,-1 1 12 0,0 0-3 0,-3 1-8 16,-1-1-15-16,2 1 13 0,-3-2-12 0,3 2 15 0,-2 0-7 15,0 0-7-15,2-1 1 0,-2 1-2 0,1-1 4 0,0-1 2 16,2 2 0-16,-1-2 1 0,1-1-9 0,1-1 6 0,1 2-8 16,-1-3 2-16,2 1-7 0,0 0-5 0,-3 2-5 0,0-4 4 15,-2 1-1-15,3 0 13 0,4 0-2 0,1 0-4 0,2 1-16 16,-1 0 20-16,1 0-16 0,-2 1 29 0,-2 0-3 0,2 0-8 0,-2 1 0 16,1 1-2-16,-1-2 2 0,0 2 1 0,-1-1-1 0,1 1-1 0,-1-1-15 15,1-1 9-15,-1 1-10 0,3 0 12 0,-1-2-3 16,1 2-2-16,0-1-19 0,2-1 20 0,-2 1-15 0,3-1 26 15,-2 0-3-15,3 0-14 0,1-1-6 0,2 0 6 0,0-2-5 16,1 2 12-16,2 1-4 0,0-3-8 0,1 2-4 0,-9 0 11 0,0-2-5 16,-2 3 7-16,1-2 0 0,8 2-7 0,0-2-5 0,0-1 12 15,0 2-6-15,-3-1 17 0,-2 1-5 0,1-1-7 0,-1 0 0 16,1 1 5-16,0-1 0 0,1 0 5 0,1 1 1 0,-1-1-8 0,2 0-9 16,0-1 16-16,1 1-14 0,4-1 29 0,0 2-8 15,2-2-8-15,3-1 1 0,0 0-2 0,-5 0 2 0,2 0-1 0,0-1 0 16,2-2-1-16,6 0-10 0,-1-1 12 0,-3-1-10 0,-1 1 14 15,0-1-4-15,0 0-6 0,3 2-8 0,2-1 9 0,3-1-6 16,1 4 17-16,-1-1-5 0,-7-2-3 0,4 2-3 0,-1-6-5 16,2 2 2-16,4-1 1 0,-4 0-6 0,1 1 2 0,0-1-2 0,0 1-1 15,4-1 4-15,4 1 3 0,0 2 0 0,0-3-2 0,-4 1-15 16,2 0 14-16,-3 0-13 0,3-1 18 0,0 1-2 0,-2-2-8 0,2 1 0 16,2 1 5-16,4 0-3 0,4 0 5 0,0-2 0 0,-5 0-4 15,3-5-3-15,-5-2 7 0,2 0-4 0,5-1 17 0,-4 6-3 16,4 0-8-16,5 0-6 0,1 3 7 0,-3-3-7 0,0 0 12 15,-7 3-2-15,1-2 1 0,2 2-7 0,-2 0 5 0,-3 1-5 16,1 2 5-16,1-2-3 0,-1 1-1 0,0 0-1 0,0-1 3 16,-4 1-1-16,0 0 8 0,-3 3-6 0,-3 0-2 0,3 0-14 0,0 1 11 15,-2 0-8-15,3 1 16 0,-2 0 0 0,-1 1-10 0,2-2-4 16,-2-2 8-16,-5 2-7 0,0 0 11 0,-3-1-6 0,-4 1-3 0,1 2-3 16,-3-2 0-16,-3 1 1 0,-1-1 4 0,-3 1 2 15,-1 1-3-15,-1 1-8 0,-2 1 6 0,-1 0-5 0,-4 3 6 0,-2-1 2 16,-2-1-5-16,-2 2-5 0,0 0 8 0,-2 1-7 0,-1 0 7 15,1 1-1-15,-1 0-3 0,0-1-16 0,0 1-4 0,0 0-4 16,0 0-33-16,-3 1-4 0,0 0-10 0,-1 0-50 0,-1 2-6 16,1 1-13-16,-3 0-61 0,3 2 5 0,-1-1-13 0</inkml:trace>
  <inkml:trace contextRef="#ctx1" brushRef="#br1" timeOffset="-79769.63">28979 3857 495 0,'0'-3'-78'0,"-2"1"117"0,-1 0-9 0,1-1-27 0,0 2 36 0,-1 0 7 0,2-1 7 0,0 0 30 0,0-1-14 0,1 1-12 0,0-1-30 16,1-1 4-16,0 2-8 0,1-1 18 0,1 1-1 0,-1-1 7 0,1 1-11 0,1-2 2 0,-1 0-3 0,3 3 5 0,-2-2 5 0,-1 2 2 0,2-1-14 0,-2 1 20 0,0 0-20 0,1 0 16 0,-2 1-6 0,3 0-6 0,-1 0-8 0,0 0 5 0,0 0-5 0,1 0 6 0,-2 1-4 0,2 0-9 0,0 2-16 0,1-2 11 0,0 2-11 0,-3-3 17 0,-3 2-6 16,3-1-5-16,0 2-12 0,6-2 11 0,3 1-8 0,-1-2 14 15,2 1-3-15,2-1-8 0,3 1-3 0,-1-1 9 0,1 0-7 16,0-1 12-16,-1 0-3 0,1-1-1 0,0 0-12 0,1-1 9 16,-1 1-7-16,0 2 19 0,1-2-7 0,0 1-7 0,2 0-15 15,-1-1 15-15,-1 1-13 0,2 1 17 0,-3-1 0 0,-3 1-7 0,3-1-5 16,-4 1 2-16,-1 0-2 0,1-2 1 0,-4 1 0 0,-1 0-1 15,-1 1-7-15,-2-2 9 0,1 1-7 0,-1 1 13 0,-6-1 0 16,0 1-5-16,-1-1-14 0,-1 1 12 0,4-2-9 0,1 1 21 16,0-1-1-16,1 0-8 0,-1-2-15 0,0 2 16 0,2-2-12 15,-2 0 23-15,1-1-5 0,-1 0-9 0,0-1-7 0,0 0 5 0,0 0-5 16,-2 0 14-16,1-3-2 0,-1 0-3 0,-1 0-10 0,0 0 11 16,0 1-8-16,-2-1 12 0,0 1-3 0,0 1-7 0,-2-1-13 15,1 0 10-15,-1 1-10 0,-1 0-3 0,1 1-10 0,-2-1-12 0,1-1-38 16,1 0-6-16,-1 1-6 0,1 1-38 0,3 1-7 0,1-1-10 15,2-1 37-15,1-1-103 0,-3 1 67 0,-1 3-35 0</inkml:trace>
  <inkml:trace contextRef="#ctx1" brushRef="#br1" timeOffset="-79398.08">29440 3914 1068 0,'10'0'200'0,"-10"-3"-186"0,0 2 18 0,-1 1-38 0,-2 1 21 0,0 2-12 0,1-1 59 0,0-2-6 0,0 3 5 0,1 1-30 0,-1 0-8 0,1-1-1 0,1 3-17 0,0 1 2 0,1 1-4 16,2 2-3-16,-2 0 9 0,0 3-9 0,1 3 8 0,0-5-2 0,1 3-1 0,0-2-3 0,-1 3-1 0,-1 0 1 0,1 2 7 0,-2 1-3 0,-2-3 1 0,1 1-14 0,0-7 7 0,0 0-8 0,-1 1 8 0,-2 0-37 15,2 3-19-15,0 2 11 0,1-3-15 0,0-1 32 0,0-3-12 0,1-2-19 16,-2 2-27-16,2-1-58 0,0-2-4 0,2 1-12 0,0-2-59 15,-2-2 128-15,1 1-11 0</inkml:trace>
  <inkml:trace contextRef="#ctx1" brushRef="#br1" timeOffset="-77967.82">29938 4175 290 0,'0'-1'-38'0,"-2"-1"62"0,1 1 3 0,-1 0-5 0,1 0 33 0,-1-1 7 0,-1 0 5 0,2 0 10 0,0 0-6 0,1-1-16 15,-1 2-13-15,0-1 14 0,1-1-16 0,-1 0 5 0,1 0-4 0,-1 0-6 0,1-1-10 0,1 0 6 0,-1 0-4 0,2 3 24 0,-1 0 3 0,0 0-2 0,3-1-17 0,-2-4 19 0,1 2-21 0,1 0 7 0,-1 0-5 0,-1-1-11 0,0 1 2 0,1 1 0 0,-1-3 1 0,-1 3-5 0,0-1-1 0,0 3-4 0,0-3-9 0,1 0 16 0,-1 1-14 0,0-2 7 0,0 1-3 16,0 0-7-16,0-1-7 0,0 2 10 0,-1-3-6 0,0 3 21 16,1-1-4-16,-1 1-7 0,0-2-21 0,0 2 20 0,2 0-16 15,-1-1 26-15,-1 1-5 0,0-2-13 0,0 1 1 0,0 0 1 16,0 1 0-16,0-3 7 0,0 3-5 0,0 0 1 0,0-2-12 15,0 2 8-15,-1-2-6 0,-2 0 13 0,1 0-2 0,0 0-7 0,-2-1-4 16,2 0 10-16,0 1-7 0,-1-1 7 0,1-1-4 0,0 2-9 16,0-2-4-16,0 0 15 0,-2 2-9 0,2-3 20 0,-1 2-4 15,1 0-10-15,-1 1-9 0,1-2 16 0,1 2-10 0,0 0 23 16,0 1-3-16,0 0-12 0,1 0-10 0,0 1 11 0,0-1-11 16,0 1 20-16,0-2-6 0,0 2-5 0,1 0-9 0,0-1 6 0,0 1-5 15,1-2 5-15,0 3 3 0,3-4-6 0,-2 1-15 0,2 0 20 16,-1 1-19-16,1-2 26 0,-1 2 0 0,1-1-10 0,0 0-13 15,0-2 13-15,2 2-12 0,0 1 12 0,1-1 1 0,0 2-7 0,1-1 1 16,-1-1 3-16,1 1-3 0,-1-1 2 0,1 1 3 0,-1-1 6 16,1 1-10-16,0 0 5 0,-5 0-5 0,1 2 7 0,-1-1-1 15,3 2-5-15,4 1-11 0,0 0 15 0,1 2-12 0,-1 2 18 16,-2-1 0-16,0 1-8 0,-3-1-20 0,0 1 22 0,-1 0-20 16,-2 0 27-16,-1 1-4 0,-1-1-10 0,2 1-13 0,-3 0 14 15,0 1-10-15,0 1 22 0,-2-1-1 0,0 1-8 0,0 0-9 0,0-2 6 16,-2 1-6-16,0-1 14 0,-1-1-2 0,0 1-6 0,0-1 0 15,1-2 3-15,0 1-3 0,1-1 1 0,2-1 1 0,-1-1-2 16,2 3-6-16,0-2 6 0,0 2-3 0,0-2 11 0,0 0-2 16,1 1-6-16,0 0-2 0,1 2 1 0,2 0-1 0,0 1 6 0,-1 0 1 15,2 2-3-15,-1-1-9 0,1 0 4 0,-2 1-5 0,-1 0 17 16,1 0-4-16,-2 1 0 0,-1-2-12 0,0 2 10 0,0 1-5 16,-2-3 18-16,-2 0-5 0,1 1-8 0,-1-1-7 0,1 1 4 15,-3-2-2-15,1 1 8 0,-1-2-2 0,1 0-2 0,-1-2-15 0,0 2 13 16,1 0-9-16,-1-1 19 0,-2-2-8 0,2 0-9 0,-2 2-33 15,-1-2 11-15,0-1-13 0,3 0 13 0,-2 0-3 0,0-1-7 16,-2-1-16-16,-7 1 12 0,0-1-10 0,0 0 10 0,2 0-6 16,5 1-7-16,1-2-14 0,3 0 3 0,3 2-4 0,3-1-36 15,3-2-14-15,4 1-28 0,4-1-101 0,4 0 1 0,3-1-36 16</inkml:trace>
  <inkml:trace contextRef="#ctx1" brushRef="#br1" timeOffset="-77784.12">30551 3872 749 0,'10'0'243'0,"-7"0"-189"0,-3 2 132 0,-1 3-189 16,0 2 27-16,1 2-8 0,-2 1 80 0,0 0-15 0,0 2-2 0,-2 4-71 0,2 0 18 0,-2-2-23 0,2-1 33 0,1-2-10 0,0-1-16 0,-2 2-17 0,0 2 14 0,1-1-13 0,0 2-12 0,-1 2-4 0,1-2-25 0,-1 2 5 0,0-1-9 0,1-5-2 0,-1 1-81 0,1-1-23 0,-1 0-22 0,1 5-145 0,-1 0 192 0</inkml:trace>
  <inkml:trace contextRef="#ctx1" brushRef="#br1" timeOffset="-76101.69">32670 2657 263 0,'3'0'-104'0,"-1"-2"188"0,-1 1-1 0,2 1-29 0,-3 0 9 0,1 0 27 0,0 0-25 16,0 0 22-16,0 0-14 0,-1-1-12 0,1 1-32 0,-1 0 11 0,0 0-12 0,0 0 17 0,0 0-5 0,0 0-10 0,0 0-6 0,0 0 13 0,0 1-10 0,0 0 19 0,-1 1-9 0,0-1-5 0,0 0 5 0,0 2-6 0,0-1 8 0,-2 1 2 0,2-1 0 0,0 2 1 0,-1 0-20 0,0-1 27 0,-1-1-24 0,1 0 30 0,0 0-7 0,-1 4-13 0,0 0-8 0,1 1 4 0,0 1-5 0,0 2 5 15,0-1-1-15,2 1-4 0,-1 1-8 0,1 0 5 0,0-2-8 0,-1 1-3 16,1 1-3-16,0-2-3 0,1 2 2 0,0 1 8 0,-1-2-3 16,2 1 5-16,-2 2-3 0,0 0-8 0,-2 0 1 0,1 1 3 15,0-3-1-15,0 0 3 0,1 0-6 0,-1 2-2 0,0 0-14 16,0 1 9-16,-3-1-5 0,2-1 24 0,0-3-6 0,1 0-4 0,-3-2-5 16,1 0-1-16,0 0 2 0,-3-1 1 0,4-1-3 0,-2 0-2 15,1-1-10-15,1-1 10 0,1-2-6 0,-2 2 15 0,3-2 1 16,0-1-7-16,0 0-11 0,0 0 15 0,0 0-13 0,0 0 21 15,0 0-3-15,0 0-6 0,0 0-7 0,0 0 7 0,0 0-5 16,1-3 10-16,-1 1-4 0,2 1-5 0,-2-3-4 0,0-1 5 0,0 1-4 16,0-3 4-16,1 1-1 0,0 0-4 0,-1-1-1 0,2 0 6 15,-2-2-4-15,1 0 6 0,-1 0-5 0,0-2-1 0,0-1-9 16,0-2 3-16,0 2 0 0,-1-2 14 0,0 1-3 0,0 2-4 0,0-2-12 16,1 1 11-16,0-1-8 0,0 1 19 0,2 0-5 0,-1 1-6 15,0-2-10-15,3 3 10 0,-3-2-7 0,1 1 13 0,1 0-3 16,0 0-4-16,0 1 1 0,-1-2-4 0,0 2 5 0,1 1 2 15,-1 2-2-15,1 0-1 0,0 0-13 0,0 3 16 0,0-2-10 16,1 4 18-16,-1-1-4 0,-1 0-9 0,2 3-14 0,-1 2 18 0,0-2-11 16,1 1 20-16,0-2-3 0,0-2-9 0,-2 3-3 0,1 0 3 15,-1 1-2-15,1 3 2 0,0-1 1 0,2 3-3 0,-1 1-11 16,1 2 15-16,0 1-11 0,1 1 20 0,-1 1 0 0,1 1-6 16,1 1-14-16,-2 1 19 0,2-2-16 0,-1 1 25 0,0-3-4 15,0 4-9-15,0-4-6 0,-2 1 9 0,3-2-8 0,1 1 14 0,0-2-4 16,1 0-10-16,0 0-7 0,-3 0 12 0,1 1-7 0,-1-1 15 15,-1-1 3-15,1 0-8 0,1-2-12 0,-2-2 11 0,0 0-12 16,0-2 12-16,0 1 2 0,-2-2-2 0,2-1-12 0,-3 0 8 16,1 0-7-16,2-2 15 0,-1 0 0 0,3-1-3 0,-1-3-13 15,0 3 9-15,0-4-8 0,1 0 13 0,1-2-3 0,-1 0-5 0,2 0-10 16,0 0 9-16,0 0-7 0,2-1 15 0,-4 1 0 0,1-2-5 0,0-2-22 16,0 1 20-16,-1-1-18 0,-2-2 26 0,2-1-3 15,0 0-9-15,0-4-9 0,0 1 6 0,1-1-6 0,-1 0 13 0,1 4-2 16,0-1-4-16,-2-2-7 0,5 1 12 0,-2-2-7 0,0-2 15 15,-2 1 0-15,-1 2-8 0,0 2-6 0,-1 3 6 0,1 0-5 16,-1 3 5-16,3 1-1 0,-3 1-6 0,0 2 10 0,1 3-5 16,-3 2 6-16,1-1-6 0,-2 2 1 0,0 1 1 0,-1 0-9 15,2 1 8-15,-2 3-10 0,1 1 3 0,0 4 7 0,2 1 0 0,-1 3-6 16,0 4 8-16,1 1-7 0,-1 2 17 0,3 2-2 0,-2 0-3 16,3 2 1-16,-1 0 1 0,-1 1-1 0,1 0-2 0,-1 1-3 15,0 0 0-15,2-2-5 0,-3-1 4 0,4-4-2 0,0 2 8 16,-1-2-1-16,0 0-6 0,0 1-2 0,0 0 5 0,-1-2-3 0,-3 0 1 15,0-1 2-15,1 1-3 0,-2 0-3 0,0 0-17 0,0 1 8 16,2 1-7-16,-2-1 3 0,-1-3 15 0,1 2-39 0,-2-1 7 16,0 0-17-16,0-3-23 0,-1-1-8 0,-1-2-15 0,1 1-75 15,0 0-56-15,0 0-8 0,-3-1-6 0</inkml:trace>
  <inkml:trace contextRef="#ctx1" brushRef="#br1" timeOffset="-72700.65">18552 4491 330 0,'3'-5'51'0,"0"0"58"0,0 0-100 0,-1 2 1 16,2-1-18-16,0 2 28 0,2-1 9 0,0-1-5 0,2-1 16 0,1 2 22 0,0-3-17 0,0 0 4 0,-1 1-10 0,1 0-14 0,0 0-8 0,0 0-11 0,-6 1 7 0,1 0-9 0,-1 0 2 0,2 0 3 0,4 0-26 0,2-1 27 0,0 0-25 0,2 0 32 0,-2 0-6 0,2-2-9 0,0 1 0 0,-1 0-9 0,0-1 8 0,-1 0 4 0,0 0-2 15,-1 1 1-15,0-2-6 0,-1 0 4 0,0-1-3 0,-1 0 9 16,-2 0-2-16,1 1-1 0,0-3-4 0,-2-2 5 0,1 2-1 16,0-2 18-16,-2-1-2 0,1-1-5 0,-1-2-24 0,0-1 23 0,-1 0-20 15,0 0 27-15,1 2-7 0,-2 0-10 0,0-2 1 0,-1 0-10 16,2-1 8-16,-1-1-4 0,-1 1 0 0,-1-2 0 0,0-2-19 16,0 1 27-16,0-1-23 0,-1 1 29 0,0 3-4 0,0 0-8 0,-2-1 1 15,2-1-5-15,0 1 5 0,-1 0-2 0,0-1 5 0,0-2 1 16,0-2-14-16,0 1 13 0,0-2-14 0,-1 3 10 0,1 2 2 15,0-1-3-15,-3-3-11 0,0-1 7 0,-2 0-6 0,1 2 17 16,1 1-1-16,0 0-7 0,1-1-22 0,-1 3 20 0,-1 0-22 16,-2 1 22-16,-1 2-6 0,-2 0-6 0,-3 0-3 0,-1-3-8 0,0 2 8 15,-5-4-1-15,-2 1 3 0,-1 1 2 0,-2-2 1 16,6 6 5-16,-4-1-5 0,0 1-1 0,-3 3 3 0,-5-4 1 0,-1 4-9 16,3 2 4-16,-1 0-3 0,2 2 14 0,1 1 1 0,-2 2-1 0,1 2-21 15,-1 3 24-15,-1 2-19 0,-2 0 32 0,1 2-5 0,0 2-11 16,4 0-3-16,-1 2 11 0,-1 1-2 0,-1 0 30 0,-2 1-2 15,0 4-9-15,2-1-34 0,4 2 33 0,1 1-30 16,3 3 39-16,2-1-8 0,-2 0-13 0,3 2-5 0,0 0 9 0,1 2-4 16,0 4 16-16,2-1-5 0,1-1-11 0,0 0-8 0,1 1 10 15,0 1-8-15,4 3 12 0,1 3-7 0,1 3-5 0,2 4 2 16,2 2 4-16,1 0 2 0,2 0 12 0,-1-4-2 0,2 3-6 0,2-1-24 16,0-1 19-16,1 1-17 0,3-1 24 0,2-6-5 0,-1 2-10 0,5 0-4 15,0 2 5-15,2-2-2 0,0 0 10 0,-2-3-1 16,1-1-10-16,-1 3-8 0,1-6 17 0,0 0-16 0,-1-1 18 15,1-3 2-15,0 2 1 0,2-2 0 0,0-3-3 0,1 2 4 16,-1-4 9-16,1-3 0 0,-1 1 1 0,4-2-11 0,3-1 24 16,1-2-20-16,3-1 23 0,2-2-13 0,-1 1-15 0,2-2-14 0,-2 1 1 15,-7-1 0-15,0 2 10 0,-2-1-3 0,2-1-5 0,4 0-47 16,0-1 8-16,-4 0-23 0,-1-1-51 0,-1-1-30 0,-1 2-34 0,0-2-133 16,-1 0 179-16</inkml:trace>
  <inkml:trace contextRef="#ctx0" brushRef="#br1" timeOffset="-59543.01">31596 7633 0</inkml:trace>
  <inkml:trace contextRef="#ctx1" brushRef="#br1" timeOffset="-59483.39">27870 3269 217 0,'-2'0'72'0,"0"-4"-14"0,1 2 31 0,-2-1 9 0,2 3 36 0,0-2-49 16,1 0 23-16,0-1-27 0,0-1-33 0,1 1-6 0,1-3 2 0,1 4-3 0,0-1 14 0,2-2-1 0,-2 1-7 0,3-1-2 0,-1 0 18 0,0 1-21 0,0-1 36 0,0 3-6 0,-1-1-10 0,1 0-23 15,-2 1 18-15,0 1-27 0,0 1 30 0,0-2-14 0,-1 2-12 0,1-1-17 0,-2 1 9 0,-1 0-12 0,0 0 9 0,0 0-4 0,-1 0-9 0,-3 4 1 0,-1 2 3 0,-2 2-4 0,-2 2 5 0,-2 0-5 0,-2 2-4 0,1-1-8 16,-2 1 5-16,1-3-4 0,0 2 9 0,0-2-5 0,2 0-6 16,-1 2-4-16,0-2 6 0,2 0-2 0,0 0 15 15,1-3-6-15,1 2-5 0,0-1-2 0,2 0 1 0,-1 0-1 0,1 0 3 16,1-2-1-16,0 1-1 0,1-2-9 0,0 1 11 0,2-1-7 15,1-1 13-15,1-1-3 0,0 0-7 0,0 0 1 0,2-1 1 0,0 1 0 16,2 0-1-16,-1-1 4 0,2-1 2 0,0 0-6 16,1 0 3-16,1 0-4 0,-1 2 12 0,0-2-1 0,-1 1-2 0,-1-1-24 15,1 3 22-15,-1-2-18 0,-1 1 24 0,0 1 1 0,-1 2-11 16,0-1-11-16,-2 2 14 0,0 1-12 0,0-1 23 0,0 2-5 16,-2 1-5-16,0 0-12 0,-3 1 11 0,1 0-9 0,-2 1 13 15,0-1 3-15,0 0-6 0,0 0-8 0,-1-1 5 0,2 1-6 0,-2-1 9 16,0 2 1-16,3-5-3 0,-1-1-15 0,2 2 15 0,1-4-13 15,2 1 22-15,0-2-9 0,2 0-7 0,2-1 1 0,2-1 5 16,3-2 1-16,1-1 16 0,1-1-2 0,4 1-5 0,1-3-17 16,0 3 9-16,1 0-7 0,1 2 16 0,-2 1-6 0,-1 2-8 0,-2 3-11 15,-3 4 15-15,-1 2-10 0,-3 3 15 0,-5 0-2 0,-1 0-9 0,-6 8 4 16,-2 2 0-16,-4 4 2 0,-1 0-1 0,-3-3 0 16,-1-1-1-16,-1-2-6 0,-1 1 12 0,0 0-9 0,0 1 24 0,1-1 1 15,0 2-1-15,1 1-7 0,0-1 1 0,1-1-2 0,2-1 9 16,3-2-5-16,2-1-1 0,3-2-22 0,2-1 11 0,-1-6-11 15,5 2 15-15,0-2-5 0,3 5-6 0,2-1-13 0,1 2-14 16,-1-2 2-16,2-1-31 0,-2 0-6 0,3-3 3 0,2-1-121 16,2 0-27-16,-1-2-20 0,0-3-175 0,1-4 238 0,3-1-28 0</inkml:trace>
  <inkml:trace contextRef="#ctx1" brushRef="#br1" timeOffset="-58250.56">27039 3973 564 0,'-2'0'137'0,"0"-2"-73"0,-2 1 39 0,2-1-12 0,-1 0 44 0,-1 2-56 0,3 0 23 0,-2-1-17 0,-2 1-32 0,3-1-12 0,-2 1 4 0,1-2-13 0,1 2 11 0,0 0-6 0,0 0-8 0,-2-2-11 0,3 1 10 0,-1-2-13 0,-1 1 14 0,1-2 1 0,0-1-1 0,0-1-8 0,-1 1 9 0,-1-1-12 0,1 0 13 15,-1-1-2-15,2-1-10 0,-1 2-6 0,1 0 16 0,-2-1-19 16,1 0 15-16,1 1-4 0,-1 1-5 0,1-2-4 0,1 0 1 15,-1 2-3-15,0-3 5 0,0 2-3 0,0-2-1 0,0 1-3 16,0-1 5-16,-1 0-4 0,2 1 4 0,0-2-3 0,0-2-6 16,0 2-12-16,0-1 16 0,0-1-12 0,0-1 16 0,1 1 2 15,0-1-13-15,0-1-1 0,0 0 5 0,0 1-6 0,1-1 5 16,0 3 2-16,0 1 1 0,0 1-3 0,0 2 0 0,0-2-1 0,0-4 3 16,2 2-1-16,-2 1-1 0,1-2-2 0,0 0 4 0,-1 2-3 15,1-2 5-15,0 1-1 0,0 1-4 0,0 1-4 0,2-1 6 16,-2 1-5-16,0 1 9 0,0 0-4 0,1 2-4 0,-1-1-3 15,1 2-2-15,-2-1 4 0,2 1 4 0,-3 0-2 0,1 0-1 0,0 0-13 16,1-1 15-16,-1 3-9 0,3-2 20 0,-3 1-5 0,1 0-11 16,0 0-3-16,-1 0 4 0,2 1-2 0,-2-1 9 0,0-1-2 15,0 4-4-15,0-2-1 0,0-1-1 0,0 2 2 0,0 0 1 0,-1 0 1 16,0 1-1-16,2 0-11 0,-2-2 11 0,1 1-9 0,0 1 16 16,0-1-2-16,-1 1-6 0,0 0-6 0,1-2 6 0,-1 2-3 15,1 0 9-15,0 0 0 0,-1 0-4 0,1 0-11 0,-1 0 8 16,2 0-7-16,-1 0 11 0,1 0 0 0,-1 0-4 0,0 2-12 0,0-1 14 15,0-1-10-15,2 1 19 0,-1-1-3 0,0 2-6 0,1-2-10 16,-1 2 11-16,1-1-8 0,-1 1 12 0,0-1 0 16,2 0-6-16,-1 0-6 0,1-1 5 0,-1 2-5 0,0-2 14 0,2 0-4 15,-1 1-1-15,1-1-11 0,-1 0 8 0,0 1-4 0,-4-1 15 16,1 0-1-16,0 0-7 0,0 0-9 0,6 0 12 0,-2 0-9 16,1 2 7-16,0-2 2 0,-1 1-8 0,2 1-5 0,-1-2 12 0,0 3-9 15,-1 0 10-15,-2 0 0 0,-1-1-7 0,1 2-4 0,-1-1 8 16,-1 1-5-16,-1 3 7 0,-2-2 0 0,-2 1-5 0,1 1 0 15,-1 1 2-15,-1 0-1 0,1 1 5 0,-1-2-2 0,1 2-2 0,-2-1-11 16,-1 1 12-16,0 0-9 0,0 0 17 0,-2-1-4 0,6 1-5 16,0-1-2-16,0-1 0 0,0-2 1 0,-4 1-1 0,-1-3 2 15,1 1 1-15,-1-2-6 0,1-2 4 0,2 0-3 0,-1 0 14 16,3 0-5-16,1 0-2 0,0-2-14 0,2 1 9 0,-1 0-5 16,1-1 16-16,0 1-5 0,1-1-10 0,2 2-6 0,0-3 12 0,0 0-6 15,2 1 14-15,-1 1-3 0,1 1-8 0,0 0-10 0,0 0 11 16,-1 0-8-16,0 0 16 0,0 0-2 0,0 0-4 0,1 0-15 15,1 1 14-15,0 1-11 0,-4 1 21 0,-1 0-4 0,0-2-7 0,0 3 0 16,6-3-2-16,-3 2 3 0,2-1 1 0,-2 2 0 0,-1 0-1 16,-1 1-15-16,0 0 16 0,-1 0-11 0,-1 0 25 15,0 0-2-15,-1 1-8 0,-3-3-5 0,-1 4 10 0,-2-2-8 0,0 4 9 16,-2 0-5-16,4-2-6 0,-2 2-4 0,0-1 8 0,-4 0-5 16,-4-2 11-16,0 1-2 0,2-4-6 0,-2 1-13 15,0 0 15-15,2-4-13 0,1 1 19 0,3-1-3 0,0 0-9 0,1 0-2 16,2 0 3-16,2 0-5 0,0 0-24 0,2 0-9 0,1 0-16 0,1 2-40 15,0-2-19-15,0 1-1 0,1 0-58 0,0-1-9 0,3 2-1 16,0-2-67-16,2 0-60 0,2 0 1 0</inkml:trace>
  <inkml:trace contextRef="#ctx1" brushRef="#br1" timeOffset="-57902.84">27240 3658 381 0,'-1'-2'246'0,"1"1"99"0,0-3-210 0,0 2 36 0,0-1-30 0,2-1-31 0,1 4-57 0,0 0 7 0,0-1-28 0,3 1 0 0,-2-1-3 0,2-2-8 16,1 1-18-16,0 0 21 0,-2 1-24 0,2 0 29 0,-2 1-9 0,1 1-10 0,-1 2-5 0,-2 1 5 0,0-2-4 0,0 1 29 0,-3-2-9 0,1 2-3 0,-1 0-18 0,-3 4 12 0,0 2-13 0,-3 2 15 0,1 1 0 15,-2 2-9-15,0 1-5 0,0 1 6 0,-1-2-7 16,1-2 25-16,0 0-1 0,2-2 3 0,0 0-9 0,1-2 13 16,0-1-14-16,2-1 20 0,0-2-12 0,1 1-11 0,1-3-15 0,0 1 11 15,0 0-9-15,1-1 18 0,0-1-8 0,0-1-10 0,1 2-13 16,2-1 11-16,-1 0-8 0,0-1 18 0,1 0-3 0,0 0-8 0,2 0-13 16,-1 0 11-16,1-2-9 0,1 0 23 0,1 2-6 0,-1-1-6 15,1 0-19-15,1-2 0 0,0 1-8 0,1 0-38 0,1 0-24 16,0-1-25-16,1 0-165 0,3 0-124 0,2 0-16 0</inkml:trace>
  <inkml:trace contextRef="#ctx1" brushRef="#br1" timeOffset="-56482.42">27985 3208 393 0,'-5'-7'-135'0,"2"2"256"0,-2 2-2 0,-1-1-39 0,0 0 27 0,-1 1 25 0,1-1-33 0,0 1 1 0,-1 1-16 0,0-2-22 0,1 1-21 0,-2 3 6 0,1 0-16 0,0 1 21 0,2-1-6 0,0 0-7 0,0 0-13 0,0 0 11 0,1 0-17 16,-1-1 0-16,1 2-6 0,0-1-11 0,1 8-11 0,0 0 8 0,-1 3-8 0,1 0 22 0,1-1-6 0,-1 1-6 0,3-2-2 16,0 2 6-16,0-5-4 0,1 2 8 0,2-6 0 0,0 1-2 15,2-1 21-15,-1 0 16 0,3-2-6 0,2 0 15 0,0 0-11 16,1 0-25-16,1-3-19 0,0 0 22 0,1 0-21 0,1-1 25 15,2-3-5-15,-2-2-10 0,3 2-13 0,-3-2 7 0,2 1-6 16,0 2 14-16,-5-2 0 0,0 2-6 0,-2-5-2 0,-3 4 4 16,-1-1-3-16,-2-1 2 0,0 5 3 0,-1-2 1 0,-1-2-14 0,0 2 11 15,-1-5-11-15,-2 4 12 0,2 0 0 0,-1 5-6 0,-1-1-6 16,0 2 3-16,-3 1-3 0,2 1 3 0,-2 2 0 0,-1 2-4 0,-1 4-3 16,-2 2 6-16,1 4-5 0,-1-5 8 0,0 1-1 15,1 2-2-15,-2-1-5 0,1 3 5 0,1-2-2 0,1 1 13 0,2-3-7 16,1-2-7-16,1 0 3 0,1-2-3 0,1-1 4 0,2 0 11 15,0-2-4-15,2 0 0 0,0-3-13 0,2 2 7 0,0 0-4 16,1-1 19-16,0-2-7 0,3 0-8 0,0-1 16 0,1-3-4 16,0 0 10-16,-1-2-6 0,1-1-4 0,-1 1-1 0,-1-2-13 0,2 1 16 15,-4-4-13-15,-1 2 25 0,-2 0-4 0,-5-1-9 0,1-3-6 16,-2 2 2-16,-2-1-4 0,-1 1-1 0,-1 2-1 0,0 0 1 16,1 0-8-16,-2 1 6 0,1-1-6 0,-1 2 8 0,0 4-3 15,2 1-5-15,-1 2 0 0,0 0 3 0,2 1 0 0,-3 3 4 16,2-1 0-16,0 3-5 0,0 0-11 0,1 0 13 0,-1 2-11 0,1 0 18 15,1-3-3-15,-1-3-6 0,0 4 0 0,2-3-3 0,1 3 2 16,-1-1 1-16,2 0 1 0,0-1 0 0,1 1-16 0,1-1-5 16,0-1-7-16,2 3-59 0,1-4-14 0,2 2-18 0,1-2-174 15,5-2-98-15,2 0-31 0</inkml:trace>
  <inkml:trace contextRef="#ctx0" brushRef="#br1" timeOffset="-54720.24">33744 7421 0,'0'0'0,"0"0"0,0 0 0,0 0 0,0 0 0,0 0 16,0 0-16,0 0 0,0 0 0,0 0 0,0 0 0,0 0 0,0 0 0,0 0 0,0 0 0,0 0 0,0 0 16,0 0-16,0 0 0,0 0 0,0 0 0,0 0 0,0 0 0,0 0 0,0 0 0,0 0 0,0 0 0,0 0 0,0 0 0</inkml:trace>
  <inkml:trace contextRef="#ctx1" brushRef="#br1" timeOffset="-54470.11">27990 3258 388 0,'-9'-2'77'0,"0"-1"100"0,0 1-115 0,0 0-14 0,2 2-7 0,-1-1 68 0,2 1-21 0,2-1-12 0,-2-2-37 0,3 2 11 0,0 0-21 0,1 1 8 0,2-2-2 0,0 2-7 0,0 0-19 0,0-2 13 0,0-1-17 0,2-1 16 0,-1 2 1 0,2-2-11 0,-1 1-7 0,-1 0 22 0,1-1-21 0,1 3 33 0,-1-1-7 0,-1 0-11 16,2 2-4-16,-2-3 5 0,3 2-6 0,-1 0 15 0,1-1-6 0,-1-2-8 0,3 3-12 0,-1-1 11 0,1-2-11 0,2 0 11 0,-2 0-7 0,2-1-7 0,2 2-3 0,-1 2 2 0,1-1-1 0,2 0 13 0,-3-2-4 0,-2-2-6 0,2 0-6 0,-4-2 8 0,-1 2-6 0,2-3 9 0,-1 1-2 0,5 2-5 0,0-3 8 16,0 3-8-16,0-3 7 0,0 2-8 0,1 0 5 0,-1 0 1 15,2 0 1-15,-3 0 8 0,0 0-9 0,0 1-2 0,0-1-1 16,0 0-1-16,-2 0-1 0,2 1 1 0,-1 0 0 0,1-1 7 15,0 1-2-15,0 1-3 0,0-3-14 0,1 2 18 0,2-2-14 16,-1 0 19-16,1 0-1 0,2 0-12 0,-1-1-4 0,2 0 11 0,-1 0-7 16,2 1 14-16,-1 2 0 0,-1-2-6 0,2 1 3 0,1 0 4 15,-2 0-4-15,3 1-1 0,-1 0-5 0,0-1-4 0,1 1 2 16,-1-1-2-16,-7 0 2 0,-1 0 10 0,1 1-7 0,-1-1 2 0,7 1-17 16,0-3 10-16,-1 3-5 0,-1-3 20 0,-1 1-5 15,2 0-8-15,-3-2-15 0,2-1 15 0,-1-1-11 0,-1 1 21 0,2 0 1 16,-1 2-10-16,2-1 0 0,2 1 6 0,0 3-7 0,1 2 6 15,-1-1-1-15,-2 1 2 0,2-2-10 0,-1-3 7 0,-2 2-8 16,1 1 9-16,-2-2-2 0,2 2-6 0,0 2-9 0,-1-3 13 16,2 1-7-16,1 0 22 0,-3-1-4 0,2 0-9 0,-7-1-7 0,0 0 9 15,-1 2-6-15,1-3 19 0,7 0-2 0,2 0-4 0,3-1-14 16,0 1 9-16,2-1-8 0,-4 2 16 0,1-1-4 0,0 1-6 0,1-1-15 16,0-1 11-16,1 2-8 0,1-1 22 0,-1 0-5 0,2 3-5 15,-1 1-11-15,1-2 7 0,-3 1-6 0,2 0 14 0,-2 1 1 16,2-1-4-16,-1 1-7 0,-6-2 8 0,-1 1-9 0,-1 1 12 15,-1-1-1-15,7 1-4 0,1-2-12 0,0 0 11 0,-1 0-8 16,1 2 18-16,-2-2-7 0,-1 0-9 0,1-1-3 0,1 0 3 16,0 0 1-16,3-1 8 0,-2 0-1 0,1 1-4 0,1-1-2 15,-1-1 2-15,2 1-3 0,2-2 2 0,1 0 2 0,0 2 1 0,0-1-11 16,-5 2 10-16,-1 1-9 0,2-4 13 0,-1 3-3 0,5-5-6 0,0 0-10 16,-1-1 10-16,-1 2-7 0,1-2 18 0,-1 3-1 0,2-1-7 15,3-1-8-15,-1 3 9 0,1-1-6 0,0 0 10 0,1 0 2 16,0-2-6-16,2 0-8 0,-6 0 11 0,-1 2-8 0,3-1 14 15,-2 3-7-15,6-1-7 0,1 0-1 0,-1 0 5 0,-1-1 0 16,3 1 14-16,0 0-6 0,0 1-7 0,-1 1-4 0,2-1 0 16,1 2 0-16,2-2 4 0,-8 0 2 0,-1 0-2 0,2-1-13 0,-2-2 14 15,5 1-12-15,-1-1 14 0,-4-2 2 0,1 2-9 0,3-2-3 16,1 2 6-16,-1-4-6 0,1 2 7 0,0-3 1 0,0 2-3 16,2-3-9-16,-1-1 11 0,1 2-9 0,-2-3 16 0,-1 2-4 15,-1 1-6-15,-1 2-9 0,0 0 9 0,-2 2-6 0,0 0 14 0,-1 1-2 16,-4 3-7-16,-1-1-5 0,0 3 8 0,-4-2-5 0,2 1 6 15,-1 0 3-15,-2 3-7 0,0-3-3 0,-3 2 4 0,-2 1-5 16,-2-2 5-16,-2 2-1 0,1 2 0 0,-1-4-9 0,0 1-2 16,1 1-2-16,1-2-22 0,-1 2-7 0,-2-1-9 0,0 1-44 0,-1-1-4 15,-2-1-12-15,2 0-77 0,-1 0-46 0,-1 0-44 0</inkml:trace>
  <inkml:trace contextRef="#ctx0" brushRef="#br1" timeOffset="-53241.07">33837 10491 0,'-2'3'16,"0"3"-16,2-6 0,0 0 0,-3 3 0,3-3 0</inkml:trace>
  <inkml:trace contextRef="#ctx1" brushRef="#br1" timeOffset="-52815.41">28647 2823 395 0,'-6'-3'77'0,"0"1"104"0,0-1-93 0,2 0 0 0,0 1-13 0,0 0 46 0,1-1-33 0,-1 1-38 0,3 2-37 0,1 0 6 0,0-2-15 0,-1 1 21 0,1 1-7 0,0-1-9 0,0 1-22 0,0 0 24 0,-1 0-24 0,0 0 28 0,1 0-8 0,0 1-13 0,1 0-2 0,0 1 6 0,1-1-2 0,-1 0 20 0,2 2 4 15,-1-1-3-15,1 0-5 0,1-1 15 0,0 0-17 0,3 2 9 16,-2-2 1-16,2 1-6 0,0-2-12 0,-2 2 5 16,2 0-8-16,-1 0 10 0,1-1 3 0,-1 1-3 0,2-2-10 15,-2 3 20-15,-1-2-20 0,2 2 28 0,-1-2-5 0,-1 0-10 0,2 2 5 16,-1-2 0-16,-1 2 3 0,1-2 4 0,1-1 1 0,-1 1-3 15,2-1-5-15,0 0 10 0,2 2-11 0,0-1-4 16,0 0 4-16,2-1 0 0,-1 0-3 0,2 1 2 0,0-1-3 0,1 0 7 16,0 0-2-16,-1 0-2 0,1 0-3 0,0 0 8 0,2 0-6 15,0-1 3-15,0 1-6 0,0-1-8 0,0 0-7 0,1-1 11 16,-2 0-6-16,-6-1 19 0,-3-1-6 0,0 2-9 0,-1-3 0 16,6 1 1-16,-2-3 0 0,0 2 3 0,-3-1 2 0,1 0 1 0,-1-2-14 15,-2 3 6-15,1-2-7 0,-3 1 10 0,-1-2-2 0,0 1-2 0,-1-4-3 16,-1 0 6-16,1 1-5 0,-2-2 5 0,0 1 1 15,-2-4-4-15,0 4-8 0,-1-3 3 0,2 2-5 0,-1 1 13 16,1-2-3-16,1 3 3 0,-2 0-14 0,2 1 9 0,0 0-8 0,-1 0 10 16,1 2 5-16,1 0-4 0,0 1-11 0,1 0 10 15,-1 2-10-15,1 2 7 0,0-1 1 0,1 1-6 0,0 0-10 0,0 1 2 16,1-2-9-16,0 2-27 0,0 0-10 0,0 0-12 0,3-2-43 16,0 0-11-16,4 0-4 0,0 0-72 0,3-1-16 0,-2 2-31 0</inkml:trace>
  <inkml:trace contextRef="#ctx1" brushRef="#br1" timeOffset="-52333.36">29054 3101 730 0,'-11'-5'-422'0,"6"1"706"0,5-1-63 0,0 1-155 0,0-2 54 0,2 3 26 0,-2-2-27 0,-1 2-5 0,0-2-31 0,1 3-32 0,0-1-48 0,1 2 12 0,0-1-21 0,0 2 15 0,2 2-4 0,-4 0-7 0,-3 2-3 0,4 1 5 0,1 3-2 0,0 2 4 0,-1 0-3 0,-2 5-6 0,-2-1-1 16,4-2 10-16,0 3-4 0,0 1 16 0,0-4-2 0,0-1-10 0,1 1-6 16,0-5 13-16,-1 4-13 0,2 1 9 0,0-3-4 0,2 3-6 15,0-1-27-15,1-3-13 0,-1 0 2 0,2 1-77 16,-1-2-46-16,2 0-14 0,1-2-157 0,3-1 181 0</inkml:trace>
  <inkml:trace contextRef="#ctx0" brushRef="#br1" timeOffset="-51421.36">33827 10144 0,'0'0'0,"0"0"0,0 0 16,0 0-16,0 0 0,0 0 0,0 0 0,0 0 0</inkml:trace>
  <inkml:trace contextRef="#ctx1" brushRef="#br1" timeOffset="-51121.55">29402 2955 48 0,'-2'1'24'0,"-1"-1"34"16,2 0 51-16,-1 0-42 0,0 0 67 0,0 0-31 0,-1 0-44 0,1 0-30 0,1 0 15 0,0 0-24 0,0 0 10 0,0 0-16 0,-1 0-11 0,1 0 0 0,1 0 2 0,0 0 5 0,-1 0 20 0,1 0-2 0,0 0-7 0,0 0-7 0,-1 0 28 0,1-1-26 16,-1 0 25-16,-2-4-6 0,0 3-15 0,2 0 0 0,0-1 14 0,0 1-11 0,0-2 20 0,0 0-5 0,0 0-16 0,-1 0-19 0,1 2 28 0,-1-3-31 0,1 1 33 0,0 1-3 0,-1-1-11 0,0 0-2 0,1 2 2 0,0-2-4 0,1 1-1 0,-1 0 4 0,0-1-1 15,1 1-17-15,-1-1 18 0,1 1-18 0,-1-1 17 0,0-1 2 0,1 1-3 0,0-1-11 0,-2 1 3 0,2-3-4 0,0 2 16 0,0-1-4 0,0-1-2 0,0 0-1 16,2-2 2-16,-2-1-3 0,0-1-4 0,1-1-1 0,-1 0 0 0,1-2-15 16,0-1 13-16,0 0-10 0,0 1 21 0,1 4 0 0,0-1-11 15,-1 3-11-15,0 2 17 0,1-2-14 0,-1 3 22 0,-1-3-8 16,2-1-11-16,0 0-2 0,-1 1 10 0,0 2-5 0,0 0 9 15,-1 1 0-15,1-2-10 0,1 1-3 0,-1 1 6 0,2-2-8 0,-2 1 4 16,1 1 2-16,0 2 1 0,1-1-13 0,-1 0 9 0,0 2-8 16,1-2 19-16,0 1 0 0,-1 2-4 0,0 0-7 0,1 1 4 15,0 0-6-15,-1 0 4 0,1 0-2 0,1 2-2 0,-1 0-5 16,2 2 5-16,-2-1-1 0,1 3 7 0,0-3 2 0,-2 4-6 0,0-2-4 16,1 3 8-16,-2 1-9 0,0 0 6 0,-1-2-4 0,-1 1-1 15,-2 0-1-15,2-1 4 0,-1 2 1 0,1 0 15 0,-1-1-6 16,-1 0-7-16,0-2-5 0,1 0 3 0,1-2-2 0,0-3 6 15,1 1-2-15,0-1-2 0,0 3-4 0,2 0 7 0,0-2-4 16,0 1 16-16,1-1-5 0,-1 1-7 0,1 0-8 0,1-2 10 16,-1 0-6-16,0 0 17 0,1 1 0 0,-1-2-6 0,0 1-8 0,0-1 10 15,0 0-9-15,-1 0 12 0,1 0-4 0,-1 1-4 0,-1 0-18 16,1 2 16-16,-1-2-14 0,0 1 23 0,0-1-1 0,-1 3-11 16,0 0-8-16,-1-1 8 0,-2 3-5 0,1-1 23 0,-3-2-2 0,1 4-2 15,-1-2-11-15,-1 0 8 0,0-1-9 0,-1 1 9 0,2-1-6 16,-1 0-3-16,0 0-15 0,1-2 12 0,0 1-8 0,0 1 18 15,1-4 0-15,2 2-11 0,-1 1-22 0,0-2-12 0,2 0-9 16,1 1-132-16,0-2-53 0,3 0-55 0</inkml:trace>
  <inkml:trace contextRef="#ctx0" brushRef="#br1" timeOffset="-50119.86">33828 10122 0,'0'0'0,"0"0"0,0 0 0,0 0 0,0 0 15,0 0-15,0 0 0,0 0 0,0 0 0,0 0 0,0 0 0,0 0 0,0 0 0,0 0 0,0 0 0,0 0 0,0 0 0,0 0 0</inkml:trace>
  <inkml:trace contextRef="#ctx1" brushRef="#br1" timeOffset="-50560.22">29598 2736 22 0,'-1'-3'59'0,"1"2"37"0,-1-1-21 0,-1 0 76 0,2 0-9 0,-1-1-20 0,1 2-36 0,0 0 12 0,0 1-33 0,0-3 28 0,-1 2-15 0,1-2-15 0,0 3-35 16,0 0 27-16,0 2-33 0,-1-2 41 0,1 0-11 0,-2 2-21 0,2-1 10 0,2 3 16 0,-2 0-12 0,0-1 25 0,-2 2-10 0,2 1-15 0,0 2-36 0,0 1 34 0,0 0-38 0,-1 0 43 16,1-2-13-16,1 2-21 0,-1-1-22 0,2 1 9 15,-2-1-11-15,0-1 17 0,2 0 2 0,0 0-8 0,0 1-1 16,2-2 7-16,-1 2-8 0,-1-1-23 0,2-1-12 0,-1-1-14 0,1 2-59 16,2-2-34-16,2-2-6 0,0 4-196 0,1-3 204 15,3 2-29-15</inkml:trace>
  <inkml:trace contextRef="#ctx0" brushRef="#br1" timeOffset="-49530.72">33802 10225 0,'0'0'0,"0"0"0,0 0 0,3 89 0,-2-41 0,0 1 15,0-4-15,0-7 0,-1-8 0,0-8 0,0-4 0,2-6 0,-1-3 0,0-4 0,0-5 0,-1 0 0,0 0 0,0 0 0,0 0 0,0 0 0,61-170 0,-61 133 0,0 8 0</inkml:trace>
  <inkml:trace contextRef="#ctx1" brushRef="#br1" timeOffset="-48521.45">32392 1020 217 0,'-2'-2'265'0,"1"-1"-154"15,-1 1 160-15,1 2-185 0,1-1-48 0,0 1-11 0,-2 0 26 0,2 2-13 0,0 1-21 0,0 2-5 0,2 1 32 0,0 1-23 0,1 2 66 0,-1-1-11 0,2 1-16 0,0 3-21 0,0 1 18 0,0 3-24 0,-1 6 20 0,2 0-7 0,-2 0-14 16,2 5-19-16,-1-4 9 0,1 1-15 0,-1 4 10 0,1-4 3 0,-3 1-6 0,0-1-8 0,-1-2 8 0,1 0-13 0,-1-2 2 0,-1 2 4 0,0 0-5 0,0 2-8 16,-1 0 12-16,1 1-14 0,-2 0 17 0,0-3-2 0,0 0-3 0,0-2-15 0,1-2 12 0,-2-2-9 0,1-1 20 0,0-1-5 0,-2-3-9 0,1 2-23 15,1 0 1-15,1-3-8 0,-2 1-19 0,3-2-18 0,-1-3-13 0,1 2-32 0,-1-2-39 16,1 0 13-16,0-2-133 0,0-1-28 0,0-1-28 0</inkml:trace>
  <inkml:trace contextRef="#ctx0" brushRef="#br1" timeOffset="-47542.19">33768 9965 0,'0'0'0,"0"0"0,0 0 0,0 0 0,0 0 0,0 0 0,0 0 0,0 0 0,0 0 0,0 0 0,0 0 0,0 0 0,0 0 0,0 0 0,0 0 0</inkml:trace>
  <inkml:trace contextRef="#ctx0" brushRef="#br1" timeOffset="-47080.81">33830 9768 0,'0'0'0,"0"0"0,0 0 0,0 0 15,0 0-15,0 0 16,0 0-16,0 0 16,0 0-1,0 0-15,0 0 16,0 0 0,0 0-16,0 0 15,0 0-15,0 0 16,0 0-1,0 0-15,0 0 16,0 0 0,0 0-16,0 0 15,0 0-15,0 0 16,0 0 0,0 0-16</inkml:trace>
  <inkml:trace contextRef="#ctx0" brushRef="#br1" timeOffset="-46762.86">33824 9804 0,'0'0'0,"0"0"0,0 0 0,0 0 0,0 0 0,0 0 0,0 0 0,0 0 0,0 0 0,0 0 0,0 0 0,0 0 0,0 0 0,0 0 0,0 0 0,0 0 0,0 0 0,0 0 0,0 0 0,0 0 0,0 0 16,51-109-16,-51 65 0</inkml:trace>
  <inkml:trace contextRef="#ctx1" brushRef="#br1" timeOffset="-46909.54">32284 1027 1699 0,'5'5'-74'0,"-2"-1"53"0,0-2 52 0,1 2-10 0,-1 0 26 0,2-1 1 0,-1-2-5 0,0 0-19 0,0 0 11 0,0-1-16 0,0 2 5 0,2-2-1 0,-1 0-3 0,3 0-14 0,0 0 0 0,1 1-4 0,0 0 6 0,1 1-4 0,0 0 1 0,0 1-12 0,2-1 10 0,-1 0-5 0,0-1 19 0,0 0-5 15,1 0-7-15,0 1 1 0,-1-2 1 0,0 1 1 0,1-1 4 0,-2 0-4 0,-1 0-3 16,0 0-8-16,1 0 10 0,0 0-7 0,1 0 14 0,0 0 2 16,1 0-8-16,0 0 0 0,1 0 4 0,1 0-5 0,0 0 7 15,1 0-3-15,0 0-2 0,1 0-19 0,1 0 17 0,2-1-15 16,0-2 20-16,2 2-1 0,1 0-7 0,2-1-7 0,-1 1 1 0,-1 0-3 16,-3-1-1-16,-4 1-10 0,1 0-8 0,0 1-37 0,-4-1 1 15,1 1-8-15,-3 0-16 0,0 0-18 0,-1 0-18 0,0 1-68 16,-2 1-30-16,-3 0 0 0,-1 0-113 0,-1 0 187 0,-1 3-4 15</inkml:trace>
  <inkml:trace contextRef="#ctx1" brushRef="#br1" timeOffset="-46603.6">32428 1378 1159 0,'5'0'361'0,"4"0"-341"16,5-2 77-16,10 1 51 16,1-4-13-16,5 2-41 15,2 1-51-15,-14 1-29 16,-1-1 2-16,1 2-1 0,0 0 2 0,-1 2-4 0,2-1 0 0,0 1-12 15,1 0 11-15,1-1-9 0,0 3 12 0,-2-2-9 0,0 0-11 16,0 2 2-16,-3-2 3 0,-3 1 0 0,-1-3-3 0,-4 1-10 0,-1-1-10 16,-1 1-47-16,1-1-13 0,-3 0-8 0,1 1-85 15,0-1-37-15,1 0-31 0</inkml:trace>
  <inkml:trace contextRef="#ctx1" brushRef="#br1" timeOffset="-32910.94">16945 4935 324 0,'-3'-12'39'0,"-1"1"50"0,1 2-78 0,0 2 12 0,0 0-17 0,1 1 50 15,-1 0-8-15,-1-1-18 0,0 1 3 0,-1-1-2 0,1 0 4 0,-1-1-4 0,0 0-1 0,-1 1-6 0,-1-2-17 0,2 1 18 0,-1-1-17 0,1 0 23 0,0 1-3 0,1-1-4 0,0-1-16 0,1 0 8 0,1-2-6 0,1 1 18 0,1-1 0 0,1-2-6 0,1 0-19 0,0-2 20 0,2-1-20 0,0 0 24 0,-1 3-10 0,2-2-8 0,1 0 2 0,-2 1-2 0,0-2 7 0,1-1 6 0,-2 3-4 16,1 0-5-16,-1 0-20 0,0 0 21 0,-1 0-19 15,-1-1 20-15,0 1-3 0,-1 0-12 0,0 1-4 0,-1-3 1 0,0 2-1 16,-2 0 11-16,0 3 3 0,0-2-2 0,-1-1-26 0,0 1 27 16,0 0-25-16,1-1 28 0,0 0-2 0,-1-3-8 0,1-2-5 0,0 1-2 15,0-2 2-15,2-3 5 0,0 8 2 0,0-3-1 0,1-1-7 16,0 2 9-16,0-7-8 0,1 4 9 0,-1 0-5 0,1 0-3 16,0-1-3-16,0 2 5 0,1-2 0 0,0 0 8 0,-1 4 0 15,1 1-9-15,0-1-10 0,0-2 19 0,0 2-14 0,-1 1 16 16,-1-3 0-16,1 1-9 0,-1-4 1 0,0 0-3 0,0-3 2 0,0 3 5 15,-1 2-2-15,0 0 1 0,-1-3-6 0,-1 1 3 0,1-2-3 16,0 1 5-16,-2 1-1 0,2 1-2 0,0 1-11 0,0-1 8 16,-1 1-5-16,2 1 22 0,0 1-2 0,0-1-4 0,1 0-25 15,-1 1 19-15,0-3-16 0,0 1 28 0,1-2-3 0,-1-2-9 0,1-6-12 16,1 3 7-16,0-1-7 0,0 0 20 0,-1 2-2 0,0 1-5 0,0-3-6 16,0 5 7-16,-1 0-6 0,1-1 3 0,0 0-2 15,1 3-2-15,-1 0-12 0,0 2 12 0,0 1-6 0,0-3 23 16,-1-1-2-16,-1 0-10 0,0-5-10 0,1-1 11 0,-1 0-10 15,0 0 11-15,0 3-1 0,-1-1-4 0,0 0 0 0,0-4 7 0,-2 5-3 16,1-3 22-16,-1 5-3 0,-1 2-5 0,0 1-16 0,-1 0 15 16,-1 2-14-16,1-2 17 0,2 3-3 0,-1-2-7 0,-1-2-6 15,1-2-4-15,-2-2 0 0,0-2 4 0,2 0-2 0,-1 1 3 0,2 0-14 16,-2-1 11-16,1 1-8 0,0 0 18 0,1 3-7 0,2-2-5 16,1 1-2-16,1-1-8 0,-3 0 9 0,2 5 0 0,-2 2 3 15,-2 1 3-15,0-2-5 0,3 1 7 0,-3-3-8 0,2 1 0 16,-1-2 1-16,4 1-1 0,-1 0-2 0,1 0 1 0,-2 1-1 0,-5 1 4 15,-1 0 1-15,0 1 0 0,1-1-6 0,-2 0 4 0,-1-1-2 16,2 4 6-16,-3 1-4 0,2 1-4 0,-1-1 4 0,-3 1-6 16,2-2 8-16,0 5-6 0,2-2 1 0,-2 2 0 0,2-1-6 15,-1 3 15-15,0 0-13 0,-3 1 8 0,2 1 3 0,-1-1-4 0,-2 3-5 16,2-2 1-16,-2 3-2 0,1 0 11 0,1-2-1 0,-1 4-1 16,0-3-17-16,-2 3 17 0,2 0-14 0,-3 1 19 0,1 2-5 15,0 0-10-15,-1 1 3 0,2 3-2 0,2-1 5 0,1 3 0 16,1 0 1-16,6 0-3 0,0 3-10 0,-1 2 13 0,2-2-11 15,-7 2 14-15,0 2-2 0,1 1-3 0,1 3 3 0,0 1-8 0,1 2 9 16,0 2-1-16,2 0-1 0,-1 1 0 0,0 2-12 0,0 2 16 16,1 4-13-16,0-2 16 0,1-1-2 0,-1 2-6 0,0 1 5 15,2-2-5-15,-1 1 5 0,1-4-7 0,-1-3 4 0,0 0 3 16,1 4-15-16,2 0 19 0,0 3-18 0,0 0 19 0,-1 2-5 0,1-1-5 16,1 4-1-16,0 1 1 0,0 3 1 0,0-3 5 0,1-3 0 15,-1 2-4-15,-1-6-6 0,1 5 15 0,0-4-12 0,-1 1 12 16,-1 1-3-16,0 1-7 0,0 3 4 0,1 4-2 0,1-2 6 15,-1 1 2-15,1-1 0 0,0-1-2 0,0 4-22 0,-1-2 22 16,1-2-19-16,1-4 32 0,0-5-6 0,0-2-8 0,2 5-7 16,0-2 0-16,2 6 2 0,-1 0 12 0,-1 5-4 0,-1 4-6 0,0 0-13 15,2 1 15-15,0-8-12 0,0-2 19 0,0-6-5 0,0 1-8 16,-1 1-4-16,-1 1 5 0,0 2-1 0,-1 2 13 0,-1 2-4 16,0 5-7-16,-2 7-11 0,0 0 9 0,-2-2-9 0,2-3 15 0,-1-10 0 15,3-3-2-15,-1 1-12 0,0-2 9 0,-1 3-6 0,1 2 17 16,1 0-3-16,-1 2-9 0,0 3-13 0,-1 1 17 0,1 2-12 15,-2 0 20-15,-1-4-3 0,2-1-9 0,0-3-13 0,2-4 19 16,1-2-11-16,1 4 18 0,1-1 1 0,0 2-13 0,0 2-14 0,0 2 22 16,1 2-19-16,-2 3 26 0,0-1-8 0,-1 0-12 0,1-5 2 15,3-3 3-15,2-6 2 0,1-2 7 0,0-1 1 16,0 0-4-16,1 3-10 0,1-1 9 0,1-3-10 0,-1 2 6 0,1-6-1 16,1 2-1-16,-1 2 0 0,0 0 2 0,0-2 1 0,0-4 5 15,1-4 7-15,2-1 2 0,0 4-11 0,0-2 10 0,0-3-14 0,0-1 4 16,-6-1 0-16,0-2 0 0,1 0-5 0,-2-2 11 0,9 0-7 15,-2-1 23-15,3-2-3 0,-1 2-8 0,-1-1-27 0,0 0 20 16,-2-1-17-16,2-1 44 0,0-3-11 0,2-1-4 0,1-3-15 16,1 0 7-16,0-2-5 0,2-1 0 0,-1-1-1 0,1 1-8 0,2-6-13 15,-1 1 19-15,1-4-15 0,3-3 22 0,3-3 1 0,1-3-11 16,4-1-3-16,-6-3 1 0,0 1-2 0,0-1-3 0,-1 2-6 16,5-2-3-16,1-4-18 0,-6 4-8 0,-2 0 1 0,-1 2-24 15,-4 1-2-15,-1 1-4 0,-3-2-25 0,-1 0 2 0,-2-7-1 16,-1-4 1-16,1-5-26 0,-1-2-20 0,-2-1-198 0,-1 2 210 0</inkml:trace>
  <inkml:trace contextRef="#ctx1" brushRef="#br1" timeOffset="-23089.09">25089 1959 574 0,'-5'-9'157'0,"1"1"239"0,-2 1-294 0,0 1-82 0,1 3 9 0,-1-1-10 0,1 1-4 0,-2 1-4 15,1-1 6-15,3 1 5 0,-2-1-1 0,1 0 1 0,2 2-6 0,-1 0-10 0,2 0-33 0,0-1 13 0,0 2-23 0,0 0-39 0,1 0-15 0,0 3-32 0,3 1-23 0,0 2-18 0,0-1 7 0,3 3-41 0,-2 0 109 0,-1 1 6 0</inkml:trace>
  <inkml:trace contextRef="#ctx1" brushRef="#br1" timeOffset="-22899.04">24738 2436 1166 0,'-17'4'207'0,"7"-4"-205"0,5 0 5 15,1 0-14-15,3 0 15 0,1 2-3 0,-1-2 25 0,0 1-3 16,1 0-11-16,0 0 6 0,-1-1 10 0,1 0-5 0,0 0 3 16,1 2-6-16,0-2-11 0,1 0-18 0,1 1 3 0,-1 2-9 0,2-1-6 15,1 1-10-15,-1-1-9 0,3 2-6 0,3 0-21 0,0 1 12 16,3-1-56-16,-1 1-13 0,1-2-14 0,3-1-74 15,3 1 120-15</inkml:trace>
  <inkml:trace contextRef="#ctx1" brushRef="#br1" timeOffset="-22708.33">25095 2228 1997 0,'0'-17'296'0,"-7"-1"-328"0,5 0-53 0,2 4 61 0,-1 1 11 16,0 6 15-16,-2-1 13 0,1 2-7 0,0-3-9 0,0 0-5 0,1 0-2 16,1-2-3-16,0 0-54 0,1-1-17 0,3 1-25 0,2 1-78 15,3-2-10-15,-2-1-14 0,5 1-93 0,2 3-33 0,6 0-41 16</inkml:trace>
  <inkml:trace contextRef="#ctx1" brushRef="#br1" timeOffset="-22552.15">25445 1782 2037 0,'-5'-27'19'0,"3"16"-45"15,3 4 18-15,1 1-1 0,1 2 9 0,-1 0 16 0,0 2-20 16,0-3 11-16,2 2 2 0,0-3-6 0,1-1-10 16,2 0-13-16,4-2-5 0,1 0-107 0,4 2-25 0,2 1-39 0,6 3-140 15,3 3 199-15</inkml:trace>
  <inkml:trace contextRef="#ctx1" brushRef="#br1" timeOffset="-22362.75">25728 2160 2446 0,'-45'9'97'0,"29"-21"-290"0,4 1 72 0,4 6 22 0,2 2 80 15,2 3 3-15,-2 1-6 0,-1 5-43 0,2 0 1 0,-2 4-4 0,1 0-24 16,1 3-23-16,5 0-5 0,0-1-189 0,0-1-72 0,0 6-80 0</inkml:trace>
  <inkml:trace contextRef="#ctx1" brushRef="#br1" timeOffset="-22150.75">24700 3106 2389 0,'-35'17'40'0,"24"-28"-259"16,4 2 63-16,4 2-23 0,3 2 135 0,3 1 12 0,2 1-2 15,-1-1-41-15,3 1 22 0,0-1 3 0,4-4 18 0,4-6-8 16,3-4-11-16,5-6-170 0,3-7-100 0,3-1-98 0</inkml:trace>
  <inkml:trace contextRef="#ctx1" brushRef="#br1" timeOffset="-21955.34">25455 1227 2471 0,'-16'-43'96'0,"8"16"-214"0,1 6 54 0,2 4 40 0,-1 0 20 16,-1 7 2-16,1 2-10 0,0 2-21 0,2 4 5 0,0-1 0 0,2 2-37 15,0-1-4-15,2 1-19 0,-1 1-130 0,1 0-37 0,2 5-58 16,1 3-50-16,3 3 191 0</inkml:trace>
  <inkml:trace contextRef="#ctx1" brushRef="#br1" timeOffset="-21784.43">25575 2029 2190 0,'-5'12'94'0,"3"-13"-166"0,0-1 29 0,1 1 39 0,1 1 1 16,-1 0 7-16,1 1-5 0,-1 1 6 0,1 0-10 0,-2 1-9 0,1 3-70 15,1 0-23-15,1 3-8 0,5 6-109 0,1 1-25 0,3 5-29 16</inkml:trace>
  <inkml:trace contextRef="#ctx1" brushRef="#br1" timeOffset="-21625.66">25410 2841 1959 0,'-14'-1'292'0,"2"-1"-316"0,3 0-47 0,1 1 59 0,3 1 9 16,0 0 8-16,-1 1-10 0,2 0 0 0,1 0-6 0,0-1 10 15,1 0-13-15,1-2 2 0,0-3-114 0,2-3-41 0,2-3-50 16,6-5-223-16,4-4 265 0</inkml:trace>
  <inkml:trace contextRef="#ctx1" brushRef="#br1" timeOffset="-21471.47">26021 1677 2275 0,'-8'-25'2'0,"2"0"-103"15,5 7 84-15,1 7 17 0,1 3 46 0,0 3-34 0,-1 1 18 0,1 2-15 16,-1 0 44-16,0 0-8 0,0-1-4 0,0-1-36 0,0 1 2 0,0-3-12 16,0 3-32-16,3-1-27 0,1 2-26 0,4 1-103 0,3 1-20 15,5 1-15-15,3 5-130 0,1 0-83 0,2 0-64 0</inkml:trace>
  <inkml:trace contextRef="#ctx1" brushRef="#br1" timeOffset="-21324.88">26075 1489 2525 0,'-12'-29'135'0,"2"11"-260"0,-2 7 57 16,2 6 58-16,3 1 6 0,4 4 3 0,-2 0-11 0,2 3-15 15,1 2 8-15,-1 0 0 0,1 2-42 0,2 2-7 0,0 0-19 0,3 3-139 16,3 4-51-16,2 6-63 0</inkml:trace>
  <inkml:trace contextRef="#ctx1" brushRef="#br1" timeOffset="-21137.68">25003 2836 2647 0,'-42'-26'137'15,"23"10"-256"-15,5 2 46 0,5 3 56 0,3 4-27 0,2 1-24 0,1 5-4 16,0 1-85-16,3 0-23 0,0 1-8 0,4 3-86 0,2 1-68 15,6-1 5-15</inkml:trace>
  <inkml:trace contextRef="#ctx1" brushRef="#br1" timeOffset="-21000.53">25450 2394 2669 0,'-8'-13'-26'0,"3"2"-53"0,3 3-20 0,-1 2 93 0,2 3-10 15,1 2-42-15,2 1-50 0,2 2 33 0,3 4-16 0,3-1 22 16,4 2-146-16,10 2-122 0,8 2-98 0</inkml:trace>
  <inkml:trace contextRef="#ctx1" brushRef="#br1" timeOffset="-20301.1">22972 4000 855 0,'-9'-22'262'0,"3"3"440"0,3 3-584 0,3 5-171 0,1 4 36 0,1 2-51 0,1 3-20 0,-1 2-31 0,1 0 20 0,3 1 9 0,2 2 6 0,3-2 9 0,2 0-33 0,4-1-22 0,3 0-147 0,2 0 161 0</inkml:trace>
  <inkml:trace contextRef="#ctx1" brushRef="#br1" timeOffset="-20135.78">22704 4574 2135 0,'-26'-2'-17'15,"2"-5"-60"-15,6 1-10 0,9 5 31 0,4 1 56 0,1 0-30 16,3 2-2-16,4 2-7 0,-3-1-15 0,6 2-11 0,-4-3-8 0,-2 0-67 15,9 0-34-15,0 1-9 0,13 1-201 0,3 0 225 16,7-2-30-16</inkml:trace>
  <inkml:trace contextRef="#ctx1" brushRef="#br1" timeOffset="-19968.9">23590 4362 2105 0,'-11'-26'100'0,"7"13"-186"0,4 7 39 0,1 2 45 0,0 3-3 16,0 0 4-16,0 1-8 0,2 1 7 0,1 0 4 0,4-1-1 0,-1 0 2 16,2-4 6-16,2 1-7 0,-3-4-24 0,5-2-43 0,6-2-33 0,8-1-131 15,12 1-33-15,1 2-13 0,0 0 73 0</inkml:trace>
  <inkml:trace contextRef="#ctx1" brushRef="#br1" timeOffset="-19803.78">23947 3753 2451 0,'-14'-68'141'0,"7"36"-332"16,4 11 71-16,2 3 46 0,1 4 82 0,-2 4 13 0,1 4-2 15,-1 2-12-15,1 2-7 0,1 1-11 0,0 1-34 0,0 0 15 16,0 0-15-16,0 0 30 0,0 0-32 0,3-1-18 0,0 0-147 16,3-1-57-16,1 2-11 0,4 4 40 0</inkml:trace>
  <inkml:trace contextRef="#ctx1" brushRef="#br1" timeOffset="-19647.16">23807 3961 2502 0,'-11'3'61'15,"11"-8"-248"-15,2 2 44 0,3 3-13 0,3 1 123 0,2 4-1 16,2 3 12-16,3 2-59 0,-1 3 4 0,4 3-6 0,3-2-103 15,4 2-58-15,6 2-21 0,2 4-4 0</inkml:trace>
  <inkml:trace contextRef="#ctx1" brushRef="#br1" timeOffset="-19468.61">23437 4621 2532 0</inkml:trace>
  <inkml:trace contextRef="#ctx1" brushRef="#br1" timeOffset="-19300.47">24075 3834 2600 0,'30'-41'-233'0,"-22"17"158"16,-1 2 84-16,0 7-9 0,-4 1-54 0,2 8-14 0,2 0-33 0,1 3-25 16,3-3-64-16,6 3 10 0,3 0-360 0,5 4 323 0,1 1-49 0</inkml:trace>
  <inkml:trace contextRef="#ctx1" brushRef="#br1" timeOffset="-19155.07">24049 3586 2923 0</inkml:trace>
  <inkml:trace contextRef="#ctx1" brushRef="#br1" timeOffset="-18976.88">22861 4137 2315 0,'-6'-12'-11'0,"2"-3"-59"15,1 4 33-15,1 4 7 0,1 2 49 0,1 1-14 0,0 3-12 0,0-1-22 16,1 2 5-16,0-1-8 0,2 0-53 0,1-3-41 16,4 1-45-16,5 1-241 0,4 2 254 0</inkml:trace>
  <inkml:trace contextRef="#ctx1" brushRef="#br1" timeOffset="-18813.44">23847 3776 2816 0,'9'-32'-42'0,"2"0"-106"0,-2 7 60 16,-1 14-1-16,-3 4 99 0,0 7-33 0,-3 4-16 0,0 3-74 15,2 3 12-15,0 5-6 0,0 3 57 0,1 0-23 0,2 0-17 16,1 1-291-16,1 2 258 0</inkml:trace>
  <inkml:trace contextRef="#ctx1" brushRef="#br1" timeOffset="-15547.96">22352 4921 288 0,'-3'-1'2'0,"2"0"16"16,-1 0-58-16,2-1-38 0,-1 2 20 0,1 0-11 0,0 0 25 0,0 0 26 0</inkml:trace>
  <inkml:trace contextRef="#ctx1" brushRef="#br1" timeOffset="-13588.85">22281 5061 246 0,'-8'-1'6'0,"1"-2"-7"0,-1 1-11 0,2-1 24 15,2 0-14-15,-1 3 50 0,2-1-2 0,1 1-10 0,-1-1 11 16,1-2 25-16,1 2-13 0,0 0 27 16,0-1-13-16,1 2-15 0,0 0-22 0,0 0 12 0,0-1-11 0,0 1 9 0,0 0-9 15,0 0-15-15,0 0-15 0,0 0 13 0,0 0-14 0,0 0 14 16,2-4 0-16,0 2-3 0,0 0 1 0,2 0-2 0,-1-1 2 0,2 0 5 15,-1-1 1-15,1 0-2 0,1-1-19 0,0 0 27 0,0-1-22 0,0 1 34 16,0-2-3-16,0 0-8 0,1 1-3 0,0-1 12 0,0 0-7 16,0 2 23-16,-1 0-9 0,1 2-8 0,0-1-13 0,0 2 1 15,0-2-4-15,1 1-4 0,1 1-3 0,1 0-3 0,0 1-13 16,-1-2 9-16,0 1-6 0,-1-1 14 0,-1 2-6 0,1-1-7 0,0-2-6 16,2 2 8-16,0-3-6 0,0 1 11 0,1-1-6 15,1 0-7-15,0-2-7 0,1 1 7 0,1-1-2 0,3 0 10 0,0 0 2 16,2-4-4-16,-1 2-7 0,-6 0 10 0,1-1-9 0,0 0 7 15,1 0-5-15,8-2-4 0,-2-1 3 0,0 2 3 0,-1-2 0 16,-2 0 1-16,-1-1 0 0,-2-1-5 0,0-2-11 0,-1 1 25 16,1-2-17-16,-3 5 33 0,0-1-5 0,2-2-12 0,-2 1-11 0,1-4 12 15,-1 0-9-15,1 2 15 0,-3 2-3 0,0-3-14 0,1 2 4 16,0 1 4-16,0-2-5 0,1 1-1 0,0 0-1 0,1 2 1 16,1-1-4-16,1 1 8 0,-1 0-5 0,3 0 8 0,0 0-1 15,1 1-8-15,1-3-1 0,-6 1 8 0,1-2-6 0,1 1 14 16,0-2-5-16,9-1-6 0,0-3-9 0,0 1 4 0,-2-2-2 0,-2 4 10 15,1-1 0-15,-1-1-7 0,2-1-2 0,-2-3 5 0,1 0-5 16,2 2 6-16,1 0-2 0,0-1-1 0,4 0-15 0,-1-1 15 16,2 1-11-16,4 1 24 0,-2 0-5 0,2-1-7 0,-3-2-4 15,0-3 0-15,1-1-2 0,-1-1 5 0,2 5 2 0,-3-3 0 0,-1 0-2 16,0-1 8-16,0 0-6 0,-1 2 4 0,-1 1 0 0,0 2-4 16,2 1-8-16,0 0 15 0,2 1-11 0,0 0 18 0,-2 0 0 15,-4 0-12-15,-3-2-6 0,2-3 10 0,2-3-10 0,5-3 9 16,-1 3-1-16,-2-2-5 0,0-1-1 0,0 1 0 0,-2 0-2 0,2 3 0 15,-1 4 1-15,0-1 2 0,-1 2-7 0,3 1 12 0,3 0-8 16,1 2 23-16,2-2-7 0,-1-1-7 0,-3-4-13 0,-1-2 14 16,4-2-10-16,-2 3 16 0,4 0 0 0,-3 0-8 0,-2-2-8 15,0-4 7-15,0 4-7 0,1 2 12 0,-2 1-4 0,1 4-7 0,3-2-4 16,1 1 4-16,1-1-2 0,2-3 5 0,-4-1 1 0,-1-5-5 16,4-5-3-16,1 2 2 0,1-4-2 0,-1 4 10 0,-3 3-3 15,-1 1-2-15,3 1-1 0,-1 2-1 0,0-2 2 0,2 4-3 16,1 1 1-16,0 1-1 0,-5-6-5 0,-2-2 6 0,1-3-3 0,-3-2 8 15,6 3 0-15,-4-2-1 0,-4 5-9 0,0 0 5 16,-3 4-5-16,0 1 9 0,0 3 0 0,-1 0-3 0,2 1-11 0,-2 1 10 16,1-2-8-16,-1-2 18 0,2 1-4 0,-1-2-6 0,1-4-3 15,0 0 2-15,-7 0 1 0,0 1 5 0,-1 1-3 0,1 3-1 0,9 2-9 16,-3 3 9-16,1 0-6 0,-2 5 14 0,-4 0-2 0,0 0-4 16,1 0-8-16,0 1 9 0,-1 0-6 0,0 0 15 0,-1 1 0 15,-1-2-6-15,1-1-4 0,0 0 5 0,-1 0-5 0,0 2 3 16,1 0 0-16,0 1-2 0,0 1-6 0,1-1 4 0,-3 2-4 15,1 2 3-15,1 0 1 0,-3 3-1 0,0-2-7 0,-2 3 6 16,-6 0-6-16,2 2 6 0,0-1-3 0,-1 2-6 0,8-1-14 16,2 0-1-16,1 1-6 0,0 1-22 0,0 0-12 0,-1 1-12 0,0 3-60 15,2-3-39-15,1 2 0 0,5 0-191 0,1 2 213 0,-1 0-18 16</inkml:trace>
  <inkml:trace contextRef="#ctx1" brushRef="#br1" timeOffset="-10429.25">24065 2484 493 0,'-2'-1'123'0,"2"-2"178"0,0 2-237 0,3-1-46 0,-1 1-6 0,0 1 22 0,0 0-6 0,1 0-11 0,1 0-2 0,1-1 32 0,-1 0-18 0,2 1 54 0,-3-3-10 0,4-1-13 0,-7 2-25 0,3-4 7 0,2 1-9 0,0-2 5 0,10 2-4 0,3-2-11 0,4-2-9 0,4-1 14 0,1-3-13 0,1-1 10 16,0-1-2-16,3-2-6 0,1 0-16 0,3-2 12 0,1 0-10 0,2-1 25 16,3 0 2-16,1 1-5 0,5-3 1 0,-4 3 6 0,0-1-7 0,-2 0 2 15,-3 3-1-15,3-4-1 0,-1 1-12 0,1 2 10 0,-1 0-9 16,3 2 12-16,2-2-2 0,2 1-7 0,-2-3-16 0,4 1 15 16,-2 1-13-16,-1 0 18 0,5 2-5 0,-7-2-7 0,3 0-13 15,3 0 12-15,2-1-9 0,2-1 20 0,-3-1-3 0,2-2-6 0,1-4 0 16,-2 0 1-16,2-1 1 0,-5 1 5 0,-2 1-3 0,3 2-5 15,5 0 1-15,0 0 8 0,-2 1-5 0,-1 4 8 0,-7-1-4 16,3 1-7-16,0 1-6 0,-3 0 5 0,0 4-4 0,-2-2 6 16,2 5-5-16,0 1-5 0,0-3-5 0,-8 4 3 0,-1-3-2 0,-4 3 5 15,-4 0 1-15,2 0-3 0,-4 2-15 0,-3 0 8 0,-1 0-10 16,-1 1-6-16,-2 1-3 0,0 1-9 0,-1-1-21 16,-3 4-5-16,-1 0-5 0,0 0-44 0,-2 1-15 0,1 0-15 0,-3 2-105 15,1-1-52-15,-2 6-8 0,-5 3 51 0</inkml:trace>
  <inkml:trace contextRef="#ctx1" brushRef="#br1" timeOffset="-9468.78">22499 4421 256 0,'5'-8'27'0,"1"4"375"0,2 2-185 0,2-1 2 0,2 2-230 0,0 1 15 0,0 1-15 0,1 0 20 0,-2 1-4 0,0-1-7 16,0-1-3-16,-6-1 4 0,-2-2 0 0,2 1 17 0,-2-4 3 0,7 3 0 0,0-2-6 0,2-1 17 0,2-1-14 0,2 2 23 0,1-1-4 0,-2 0-4 0,3 0-8 0,0-1 11 0,0 0-8 0,1 0 14 0,-1 1-5 0,0-1-9 0,3-2-8 0,-1 3 16 0,-1-2-12 0,1 2 21 0,0-2 2 0,-1 1-5 0,5-1-8 0,-2-1 16 0,4 1-14 0,1-2 15 0,-2 0-2 0,1-2-10 15,-6-3-15-15,0 1 15 0,3-2-14 0,0 0 19 0,7 3-8 0,0-2-9 0,-1-3-15 16,1 1 15-16,1-2-12 0,1 1 16 0,2 3-6 0,1 0-7 0,4-1-5 16,4 3 1-16,1-1-1 0,-3 1 2 0,2 0-1 0,-3 1-3 15,3 0-12-15,3-1 12 0,-2 0-10 0,-2 2 16 0,-1-2-3 16,1 2-6-16,4 0-5 0,1-1 0 0,-4-1 0 0,2 1 1 16,-2 1 0-16,-4-2 0 0,6 1-15 0,-5 0 13 0,-3 0-12 0,-1 1 21 15,-3-1-5-15,0 2-7 0,0-2-4 0,2 2-2 0,0 0 2 16,-2-1-2-16,-3 3 1 0,-7-1 0 0,-1 3-9 0,0 1 9 15,-3-1-7-15,4 1 13 0,-4-2-5 0,-4 1-4 0,-1 1-18 16,-3 0 8-16,-2 0-9 0,-1 0-4 0,-2-1-7 0,-2 3-10 0,1 1-32 16,-2 1 4-16,0 0-11 0,1-1-21 0,-1 2-6 0,0 2-17 15,1 0-62-15,0 1-12 0,1 2-18 0,-2 1 64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35:35.77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33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8:37:01.440"/>
    </inkml:context>
  </inkml:definitions>
  <inkml:trace contextRef="#ctx0" brushRef="#br0">13682 11360 256 0,'5'-19'7'0,"0"10"108"0,-5 3-45 0,-1 0 4 0,0 3-66 0,1 2 0 0,-3-3-4 0,2 4-1 0,-2-1 6 0,0 0 4 0,-2 2-1 0,-2 0 16 0,1 2-12 0,-1-1 16 0,0 2-5 0,-1 0-7 0,-1-1-9 0,-2 1 7 0,1 1-6 0,0 1 19 0,-2 2-4 0,-2 3-4 0,-2 2-1 0,-2 2 10 0,0 5-7 0,-3-5 11 16,0 0-11-16,-2 3-6 0,-4 3-10 0,0 3 2 0,0 0 1 0,-2 3 16 0,-4-5-2 0,-7 1-4 0,-4-1-11 0,5 1 17 15,-2 1-15-15,1 4 25 0,-1 2-8 0,-8 2-7 0,-1 4-1 16,-1 2-10-16,-4 1 8 0,-2 0-11 0,-2-3 4 0,0-1-2 0,-1 0-19 16,0-1 22-16,5-1-20 0,-2-4 30 0,6 0-12 0,0-1-11 0,-3 0 3 15,2-1 0-15,4-2 4 0,3 2-4 0,5-4 0 0,2-1-6 16,0 0-6-16,2 0 6 0,5-2-9 0,3-2-32 0,3-4-23 15,1 0-21-15,3-3-94 0,0 0-45 0,2-2 4 0,3 1 57 16</inkml:trace>
  <inkml:trace contextRef="#ctx0" brushRef="#br0" timeOffset="344.6">12054 11926 1294 0,'-4'-3'25'0,"0"6"-22"16,-1 4 11-16,-4 3-14 0,-2 6-9 0,-4 4-5 0,-1 3-5 0,-6 3 0 15,1-2 8-15,-4 1-5 0,-1 0 16 0,1 1-1 16,-2-1 1-16,-4 4-16 0,-1-1 15 0,1 3-9 0,1-2 33 15,9 2-5-15,1-2-9 0,-4 2-3 0,4 0 20 0,-4-6-11 16,4 0 34-16,5-6-7 0,2-1-7 0,4 0-9 0,1-3 9 16,4-1-6-16,1-1 14 0,3 0-5 0,3-3-7 0,3 0 2 0,4-1 1 15,5-1-1-15,4-2-3 0,6-1-10 0,3-1-5 0,4-3-6 16,1 1-2-16,3-2 3 0,2 0 1 0,1-2-3 0,5 0-4 16,-1-2-12-16,2 1 4 0,3-2-7 0,5 1 0 15,2 1-4-15,4-3-6 0,5 3-37 0,0-2-5 0,2-3-8 0,1 1-51 0,-1 4-22 16,11-4-25-16,7 2-132 0,6-1 179 0</inkml:trace>
  <inkml:trace contextRef="#ctx0" brushRef="#br0" timeOffset="1902.87">20504 11218 176 0,'-17'-9'-25'0,"1"-2"-62"15,4 2 63-15,-3 3 40 0,2 1-16 0,-1 0 38 0,3 1 3 0,0 0-9 0,3 2 0 0,0-2 13 0,1 1-13 0,3 1 2 0,-2 0-8 0,2 0-8 0,-1 2-8 0,2-2-3 0,0 2 4 0,-2 0 13 0,2 2-1 0,-2 0 1 0,1 1-21 0,0 2 15 16,1 0-16-16,1 2 20 0,1 1-1 0,-1 0 1 0,2 1 8 0,3 0 2 0,0 1 3 0,2 2 11 0,1 1-3 0,3-1-2 0,1 4-37 0,2-2 33 0,0 3-31 0,3 0 35 0,0 1-7 0,4 3-15 16,3 4 2-16,1 0 14 0,4-1-6 0,7 2 25 0,1-1-1 0,4 0-14 0,5 3-4 0,1-4 12 0,3 0-12 0,4 1 7 0,-2-3-2 0,1 2-3 0,5 3-33 0,6 3 24 0,3 1-22 0,3 3 36 0,0-2-13 15,-4 0-15-15,1 2-24 0,-2-2 16 0,0 0-12 0,3-2 22 0,-2-1-7 0,7 0-11 0,-5 0-3 0,-2-4 1 0,-1 0 2 0,-8 0 7 0,1-2-1 0,1 1-4 0,2 3-13 0,-4-1 19 0,-4-3-16 0,-4 1 20 16,-6-2-8-16,-2-1-9 0,-3 0-21 0,-6 0-15 0,-2-3 4 0,-1-2-46 15,-2-5-17-15,0-2-15 0,2 0-59 0,0-4-19 0,-5 1-6 0,-1-1 58 16</inkml:trace>
  <inkml:trace contextRef="#ctx0" brushRef="#br0" timeOffset="2148.46">21964 11856 1222 0,'84'47'49'32,"-82"-50"74"-32,126 82-130 0,-89-53 17 0,7 2-3 0,-1 5-1 0,0 1-17 15,-3-1 9-15,-3 4-8 0,1 0 29 0,-2 2-2 16,0 2-2-16,-2-2-13 0,-3 2 20 0,-10-7-13 0,-5-2 37 16,-3-4-4-16,-3-4-7 0,5 3-3 0,-7-5 0 0,-6-3 2 15,-4-1 16-15,-8-4-4 0,-1-3 0 0,-3 2-2 0,-6-3-1 16,1 1 0-16,-8-2-1 0,7-2-7 0,-5 0-4 0,-7-1-24 15,-7-2 8-15,-11-1-9 0,-3-2 10 0,-9-1-5 0,-13 0-8 0,-14 1-12 16,-9 0 9-16,-5 2-6 0,-2 3-4 0,-10 2-21 16,-6 1-21-16,-9 4-64 0,-6 3-33 0,-1 2-4 0,-2 8-179 0,7 1-57 0,2 10-57 15</inkml:trace>
  <inkml:trace contextRef="#ctx0" brushRef="#br0" timeOffset="9643.94">13557 16444 288 0,'13'-2'25'0,"1"0"23"0,6 0-31 16,5 1 1-16,3 2-7 0,0 2 5 0,1 0-4 0,5-1-6 0,5 2-1 0,6-1 6 0,1-1 0 0,2-1 25 0,-1 3-4 0,4-3-8 0,11 2-11 0,-1 0 5 0,7-3-7 15,3-2 0-15,-4 1-1 0,7-2 0 0,2 3-11 0,3-1 11 0,6 1-5 0,1 0 35 0,-2-1-2 0,2 0-8 0,6-1-14 0,4 2 13 0,7-1-15 0,-1 1 1 0,-5 0-2 0,3 1-5 0,7 2 0 0,2-1-3 0,2 1 2 0,3 0-2 0,-4-1 3 0,3 1-2 0,5-1-19 16,-1 1 24-16,1-1-22 0,4-2 25 0,-3 3-7 0,3-2-10 0,5 1-5 0,1-1 3 16,-1-1 1-16,4 1 10 0,-8-1 2 0,2 0-5 0,4-1-12 15,0 0 13-15,0 1-13 0,-2-3 13 0,-6 2-5 0,-4-1-5 16,4-1-11-16,-1-1 15 0,-3-1-8 0,1-2 22 0,-10 0-3 0,0-4-11 15,0-3-2-15,-3 1 8 0,-6-5-5 0,-4-1 7 0,-1-3-3 16,-5-4-2-16,0-4-7 0,-6-1 13 0,-6 1-6 0,-1-4 31 16,-5 4-2-16,-1-5-8 0,-1 1-2 0,-5-4 8 0,-4 4-7 0,-4-1 14 15,-8 1-1-15,0-3-1 0,1-4-13 0,-1-4 11 0,-8 0-8 16,1 0 18-16,-8 3-2 0,-1 2-9 0,1-1-31 0,-7 4 25 16,-5 3-26-16,-7-1 31 0,-4 6-9 0,-4-1-11 0,-3-4-22 15,-3-4 14-15,-4 0-9 0,-3-2 27 0,-3 3-5 0,-4-1-14 16,-1-1-15-16,-7-3 14 0,-2 2-12 0,-6 3 17 0,-4 3 0 0,-2 3-4 15,0-6-8-15,-8-3 1 0,1-1-2 0,-5-1 11 0,-4 4-2 16,-2 1-4-16,-13-1-2 0,-7 3 2 0,-6-3-2 0,-5 8-1 0,5 2-1 16,-2 3 3-16,-14 3 0 0,-7 3-7 0,-4 0 7 15,-3 1-7-15,1 3 5 0,-7-1-2 0,-5 1-12 0,-5 1 17 0,-3-1-17 16,-4 2 11-16,5 3-1 0,-3 2-9 0,-7 1 3 0,-3 1 1 16,-2 3 4-16,-7 2 15 0,5 0 0 0,2 3-2 0,-9 4-18 15,-5 1 21-15,2 4-17 0,-2 1 24 0,1-1-3 0,4 4-11 0,-7 0-9 16,-5 3 12-16,1 0-8 0,3 4 20 0,0 0-1 0,4 3-9 15,1 5-19-15,-4 6 19 0,7-1-17 0,1 6 29 0,10 2-7 16,0 0-7-16,2 5-15 0,4-2 15 0,-2 0-8 0,9-1 24 16,9-3-5-16,4 0-12 0,3 5-15 0,1 3 22 0,6 2-17 15,4 3 23-15,10-3-3 0,11 3-12 0,6 0-12 0,0-2 14 16,5 0-9-16,10-1 29 0,8 0-5 0,13 3-9 0,7 3-12 16,4-3 14-16,9-1-12 0,9-4 9 0,6-6-4 0,7 1-7 0,9 1-5 15,7 2 2-15,11-1-1 0,6 4 8 0,1-3-3 16,13-2-3-16,4 1 0 0,6-3 4 0,10-3-3 0,0-3 0 15,6-5-2-15,8 0 0 0,4 5-12 0,6-4 0 0,-2 2-2 0,7-3-5 16,3 2-9-16,3-1-12 0,4 1-30 0,2-3-1 0,3-1-7 0,5-2-32 16,-3-3-29-16,-2-2-25 0</inkml:trace>
  <inkml:trace contextRef="#ctx0" brushRef="#br0" timeOffset="23945.53">17073 10073 437 0,'-41'-27'106'0,"-2"4"140"0,-4 3-175 0,0 9-42 0,-2 2-6 0,-3 6-14 0,0 3-1 0,-2 0-2 0,0 3-10 0,1 3 7 0,2 0-4 0,-1 5 16 0,-1 1-1 0,0 3-7 0,-5 2-26 0,2 0 27 0,-1 3-24 0,3 1 30 0,3 0-2 0,2 1-12 0,-4 5 0 0,-2 5-4 16,2 3 3-16,-1 4 2 0,3 2 1 0,-2 4 2 0,-1 5-11 0,5 1 14 16,1 2-12-16,1-1 16 0,3-1 3 0,-2 8-5 0,1 5 17 0,2 4 1 15,1 3 2-15,2-5-1 0,0-3-1 0,6-6-5 0,2 1-28 16,15-2 25-16,8-1-25 0,6-1 19 0,6-3-4 0,0-3-12 15,8-3 0-15,1-3-1 0,7-4 4 0,12-3 16 0,4-3-5 16,14-5-3-16,7-3 5 0,5-2 4 0,5-2 0 0,9-2 4 16,0-4 0-16,7-1-1 0,9-5-5 0,5-4 11 0,8-4-8 0,2-2 9 15,-6-7-3-15,2 0-11 0,6-6-2 0,1-2 9 0,3 1-9 16,-3-3-2-16,-4-3-2 0,-1 0-3 0,-1-6-3 0,-2-7-1 16,-2-6 1-16,-3-7 7 0,-4-1 2 0,-2-1 0 0,-3-6-23 15,-3-1 22-15,-7 2-20 0,-4-1 24 0,-5 5 1 0,-8-3-8 0,-2-5-10 16,-7-4 4-16,-10-1-3 0,-4 2 16 0,-7 5 2 0,-6 2-1 0,-1 0-1 15,-8-5 14-15,-9-3-12 0,-4-2 5 0,-6 4-2 16,-2 1-6-16,-8 3-12 0,-5 3 4 0,-3 4-5 0,-9 1 4 16,3-1-2-16,-5-2-6 0,-8 0-17 0,-4 5 13 0,-8 0-13 0,-3 5 8 15,-1 8-5-15,-7 4-9 0,-4 6-29 0,-1 2 2 0,-4 3-8 16,2 2-8-16,2 4-5 0,0 6-11 0,-4 0-38 0,5 4 4 16,3 1-12-16,-1 0-37 0,13 2-17 0,3 1-26 0</inkml:trace>
  <inkml:trace contextRef="#ctx0" brushRef="#br0" timeOffset="56632.76">19618 3203 384 0,'0'-5'106'0,"3"1"108"0,0 0-81 0,-3 1 4 0,0 1-29 0,0-1 2 0,0-1-16 0,4 1-32 0,-4 1-11 0,-4-1 28 0,3 0-32 0,0-2 33 0,-1 3-7 0,3-1-16 0,-2 2 2 0,0-2 14 0,-1 1-19 0,-2-1 19 0,2 3-5 0,-3 0-11 0,-1 0-23 0,0 0 20 16,-2 0-28-16,-2-2 28 0,1 0-10 0,0 0-14 0,-2 2-16 0,0 0 9 0,-2 1-14 15,-1 0 13-15,0 1-6 0,1 0-7 0,-2 1-12 0,2-1 9 16,-2-2-8-16,1 2 14 0,0 0-4 0,2-1-9 0,-2 6-15 15,2-1 20-15,1-1-14 0,-1 2 28 0,5-1-6 16,-1 1-12-16,0-4-6 0,1 1 6 0,2 0-4 0,-2 1 9 0,2-1 1 16,2 2-4-16,0-2-11 0,-1 1 12 0,3-1-10 0,-1 0 9 15,0-3 0-15,2 3-6 0,-2-1-11 0,2-1 15 0,2 2-11 16,-1-1 20-16,1 1-2 0,1-2-7 0,1 2-15 0,0 0 18 0,1 0-14 16,0 1 26-16,1 1-5 0,0 2-10 0,1-2-13 0,0 1 13 15,0-1-8-15,1-1 18 0,1 3-2 0,0 0-7 0,1 2-13 16,1 0 14-16,1-1-10 0,1 0 20 0,-1-1-6 0,-1 1-6 0,1 1-4 15,-5-1 2-15,0 0 0 0,-1 0 6 0,-2-2 0 0,1 2-4 16,-3 0-10-16,0 2 13 0,-1-2-10 0,0 0 21 0,-1-1-4 16,-2 3-6-16,-1-2-9 0,-2 1 7 0,0 0-4 0,-2-1 16 15,-1 0-3-15,-1-2-9 0,-1 1-4 0,0-1 8 0,-2-1-6 16,0-1 19-16,0 1-5 0,1-3-4 0,0-1-12 0,-2-2 13 16,1 0-10-16,-1-2 21 0,2 0-5 0,0-5-12 0,0 2-14 0,0-1 15 15,2-1-14-15,0 1 18 0,2 2-4 0,0-1-10 0,2 1-15 16,0-1 0-16,2 1-4 0,0-1-10 0,1 1-8 0,2-1-9 15,0 1-27-15,-2-2 14 0,2 0-14 0,2-2-14 0,0-1-28 16,5 0-31-16,0 1-110 0,2-1-109 0,1 0 0 0</inkml:trace>
  <inkml:trace contextRef="#ctx0" brushRef="#br0" timeOffset="57313.21">19776 3176 1392 0,'-6'3'124'0,"1"-2"45"0,-1 2-74 0,2 1 10 0,3 2-34 0,-1 2-41 0,2 1-23 0,0 3 9 0,0-3-10 0,2 3 18 0,-1 1 0 0,0-3-5 0,1 4 6 0,-1-4 3 0,1 2-4 0,1 1-3 0,-2-3 2 0,1 0-2 0,0 0-9 15,-2-1 10-15,-1-1-13 0,1 2 12 0,-1-3-3 0,0 2-6 16,1-2-10-16,-1 0 8 0,-1-2-10 0,0 1 11 16,0-3 0-16,0 1-6 0,2-1-11 0,-2-1 15 0,1-1-15 0,-1 0 27 15,0 1-3-15,1-2-10 0,0 0-5 0,0 0 12 16,-1-3-11-16,2 0 15 0,-3 2-4 0,3-3-7 0,-1 1-2 15,1-4 7-15,-1 2-6 0,0-1 4 0,0 0-1 0,0 0-5 0,0 0-9 16,1-1 10-16,0 1-8 0,0-1 17 0,1 1-4 16,-1 1-7-16,0-4-10 0,2 3 8 0,-2-3-6 0,2-2 17 0,2 2-3 15,-2 0-6-15,2-1-9 0,1-1 6 0,-2-1-4 0,3 3 11 16,-2-2-2-16,1 0-6 0,2 2-3 0,-2-2 3 0,2 3-2 16,0 2 7-16,0-1-4 0,1 1-2 0,0-2-2 0,1 5 3 0,-1-3 0 15,1 3 5-15,0 0-1 0,-1 0-5 0,1 3 0 0,0 2 2 16,0 0-1-16,1 3 9 0,-2-2-1 0,0 3-2 0,0 0-7 15,-2 1 13-15,1 2-10 0,1 0 20 0,0 0-3 0,-2 0-10 0,3 1-6 16,-3 1 4-16,1-3-3 0,-2 0 13 0,-1-3-3 0,0-2 0 16,-1 1-12-16,0-2 13 0,-2 0-10 0,1 0 22 0,2-1-2 15,-3-1-4-15,3 0-11 0,1 0 16 0,-1-2-12 0,3 1 20 16,0-5-10-16,-2 1-8 0,5 0-12 0,-1 0 3 0,2-1-3 16,0-1 4-16,-2 0-2 0,0 0-4 0,0-1-2 0,-3 2 1 15,3 1 0-15,-7-1-1 0,-2-1 1 0,1 3-1 0,0 3-13 16,6 1 14-16,-2 1-11 0,1 2 19 0,-2-1-2 0,-2 2-8 0,2 1-6 15,0 2 7-15,0 2-4 0,-1 0 10 0,2 1-1 0,-2-2-5 0,0 1-7 16,2-3 7-16,-3-2-5 0,3 1 6 0,-1-1-8 0,2 1-11 16,2-3-25-16,0 2-2 0,1 0-4 0,0-1-18 0,-1 1-1 15,0-3-4-15,1 1-38 0,0-2-6 0,0 2-6 0,1 2-30 16,-1-2-4-16,1 1-7 0,0 2-70 0,-1-1-32 0,2 1-6 16,-1-1-118-16,-1 1 217 0,1-3-4 0</inkml:trace>
  <inkml:trace contextRef="#ctx0" brushRef="#br0" timeOffset="57512.86">20505 3334 76 0,'12'-4'92'0,"-1"-1"62"0,0 0-29 0,-4-2 59 0,-1 4-79 0,0-3 130 0,-2 3-29 0,-2-3-38 0,-2 3-50 0,1 0 37 0,-1 0-58 0,-2 2 38 0,0 1-21 0,0-2-27 0,-2 0-30 0,1 2 12 0,-1 0-25 0,-2 0 14 0,1 2-9 0,0-1-13 0,0 0-15 16,0 0 10-16,0-1-12 0,0 0 31 0,1 0-4 16,1 0-6-16,-2-1-7 0,3-1 7 0,0-1-12 0,0-1 8 15,0-2-7-15,0 2-8 0,0-6-21 0,-2 1 12 0,-1-4-15 16,-2-2 14-16,-1 2-2 0,1 1-8 0,-2 2-5 15,0 2-1-15,0 1-3 0,-2 5-21 0,1 1-5 0,-1 1-9 16,0 1-53-16,1 1-14 0,0-1-11 0,2-1-128 0,1 3-109 16,2-1-81-16</inkml:trace>
  <inkml:trace contextRef="#ctx0" brushRef="#br0" timeOffset="57760.43">20893 2888 1871 0,'-7'5'134'0,"-1"4"34"0,0 2-12 0,2 1-37 16,2 4-41-16,-1 3-53 0,3 3 17 0,1 0-28 16,0 1 24-16,1-2-7 0,0 2-15 0,0 0-20 0,0 2 15 15,1-3-17-15,0-2 21 0,0-3-2 0,1-3-9 0,2-3-4 16,-1 1 3-16,2 1-3 0,-2-1 5 0,1-1-2 0,0-2-1 15,0-3-18-15,0-3-11 0,-1 2 1 0,1-1-50 16,0-2-19-16,0 1-5 0,1-2-93 0,-1-1-86 0,2-1 45 16,1-2-73-16</inkml:trace>
  <inkml:trace contextRef="#ctx0" brushRef="#br0" timeOffset="58030.95">21125 2966 1360 0,'-9'2'131'0,"-1"2"79"0,-7-1-17 0,2 3-37 16,-6 1-32-16,2 1-65 0,1 1 11 0,2 0-31 0,0 1 19 15,4 0-11-15,0 2-9 0,0-1-11 0,5 0 7 0,-1 0-11 16,1 2 7-16,1-2-4 0,2-2-5 0,-1 4-15 16,3-1 14-16,0-2-15 0,1-1 23 0,0-3-5 0,1-1-10 15,1 2-15-15,1 2 13 0,0-4-14 0,3 1 26 0,-2-1-5 16,3 1-8-16,0 1-12 0,1-4 8 0,0 3-8 0,1-3 13 15,0-2-3-15,1 3-5 0,-2-4-9 0,2 0 8 0,-1 0-6 16,0 0 14-16,0-1-9 0,0-2-4 0,1-1-52 16,0 0 2-16,1-1-14 0,3-1-47 0,0-1-23 0,1-2-26 0,1 2-176 15,-2-2-169-15,-5-1-8 0</inkml:trace>
  <inkml:trace contextRef="#ctx0" brushRef="#br0" timeOffset="58234.33">21319 3055 1664 0,'-11'18'-264'0,"6"-11"559"0,1 0-43 0,0 0-76 0,0 4-69 16,2-1 15-16,-1 1-55 0,2 4-34 0,1-4-5 0,-1 3-13 16,0-4-20-16,1-2 9 0,0 0-13 0,0-1-6 15,2 1-2-15,2-1-13 0,-2-2-37 0,1-2-24 0,0-1 6 16,0-2-143-16,-1 1-111 0,1-2-27 0</inkml:trace>
  <inkml:trace contextRef="#ctx0" brushRef="#br0" timeOffset="58351.16">21325 2867 1581 0,'-23'-17'-199'0,"11"12"423"0,1 0-43 0,0 2-60 0,1-1-69 15,5 3 6-15,0 1-36 0,4-1-45 0,1 1-53 16,0 1-21-16,3 0-242 0,5 3 191 0</inkml:trace>
  <inkml:trace contextRef="#ctx0" brushRef="#br0" timeOffset="59045.2">21611 3065 1055 0,'-5'15'287'0,"3"-6"-182"0,0-1 95 0,-1 0-36 16,1-1-8-16,-4 2-23 0,0 0-62 0,2 0-10 0,0-1-20 0,1-5-11 15,1 0 14-15,2 2-17 0,-3-1 20 0,2 3-5 16,1-2-8-16,-1-3-6 0,1-2 12 0,0 0-13 0,-1 0 22 16,1 0 4-16,0 0-7 0,0 0 3 0,-1-1 16 15,1-3-21-15,-1-3 5 0,0 1-10 0,1 0-15 0,0-3-10 16,2 1 0-16,1-3-5 0,4-1 1 0,1 2-4 0,1-1-2 16,1-2-9-16,-1 4 9 0,-3-1-8 0,-1 2 18 15,-1 2-3-15,0-1-8 0,6 2-7 0,0 2 12 0,4 1-8 16,-2-1 17-16,0 2-3 0,1 1-9 0,0 0-4 0,1 1 7 0,0 3-5 15,-1-1 9-15,-2 2-3 0,1 1-6 0,-1 1-4 0,0 2 2 16,0 0-1-16,-2 1 5 0,1 0 0 0,-1 0-2 0,1-1-1 16,-1 2-1-16,-1-1 0 0,0 0-3 0,-2-2-3 0,1-4 0 0,0-1-33 15,-1 1 6-15,-1-3-10 0,2 2 13 0,0 1-13 0,0-3-6 16,1-1-25-16,1 0-1 0,1-5 0 0,1 1-22 0,0-1-10 16,3 1-18-16,3 0-32 0,1 1-3 0,1-3-5 0,0-1-24 15,-1-2 26-15,-2 0 6 0,-1-3 96 0,-9 1 10 0,-1 1 18 0,-3-3 33 16,-2 1 14-16,2 1 4 0,2 0 34 0,-3 2 31 0,0 3-13 15,-1 1 44-15,0 1-9 0,-2 2-13 0,-1 2-44 0,-2 0 24 16,-1 3-28-16,4 3 30 0,-1 0-10 0,-3 3-14 0,-2 2-2 16,-5 3 2-16,-2 2-2 0,0 1-14 0,3-3-4 0,0-2-9 0,3 2-13 15,1-1 5-15,3-2-7 0,2-3 4 0,3-4-1 0,1 0-3 16,4-3 3-16,3 5 4 0,-2-3-2 0,2-1 4 0,0-2-2 16,1 0-4-16,1-2-8 0,1 1 11 0,1-3-8 0,-3-1 17 15,1 0-3-15,-2-1-8 0,-2 1 5 0,-5-1 1 0,-1 0 0 0,0 0-1 16,0-2-3-16,5 2-2 0,-3 0-3 0,1 3-3 0,1-1 2 15,-1 2-1-15,3 0-3 0,2 2 2 0,1 0-11 0,2 0 9 16,1 2-6-16,3 2 15 0,1 4-1 0,-1 3-7 0,3 5-4 16,-2 0 8-16,2 2-6 0,0 4 10 0,-2 2-4 0,3 2-5 0,3 1-8 15,3 2 8-15,-2 0-5 0,2 0 12 0,-6-3-1 0,0-2-5 16,0-4-6-16,-3 1 6 0,-5-1-4 0,-4 3 10 0,-5-1-2 16,-2 3-6-16,-4-4-2 0,-5 0 14 0,-3-3-10 0,-4-3 16 15,-1 0 0-15,0-2-10 0,-3-3 6 0,-3-2 12 0,1-1-8 16,-2-1 12-16,0-1-6 0,1-1-10 0,1-2-9 0,-1-2 1 0,0-2-3 15,-1-4 6-15,3-1-5 0,1-2-3 0,1-4-7 16,2 3 0-16,8-5-2 0,2-3-5 0,2-1-5 0,5-2-6 0,-5-1-57 16,2 3 30-16,3 1-28 0,4-4 57 0,8 3-22 0,0-4-20 15,4 0-31-15,9 0-41 0,0 1 10 0,7 1-240 0,0 4 222 16,-4 4-41-16</inkml:trace>
  <inkml:trace contextRef="#ctx0" brushRef="#br0" timeOffset="59528.29">23208 3023 1529 0,'3'-2'156'0,"0"2"43"0,1-2-75 0,0 1 13 0,5-2-34 0,5 1-37 0,5-1-45 0,3 2 7 0,3-2-18 0,9 2 7 0,3 0-4 0,3 1-9 0,15-2-11 0,1 0 12 16,-3 0-11-16,11 0 23 0,-8 1-5 0,3-2-8 0,15 0-12 0,-2 1 8 0,4 1-8 0,5-1 22 0,-5 2-5 0,1-2-7 15,3-1-2-15,4 1 1 0,0 0-1 0,6 0-1 0,-11-1-16 16,-3 1-6-16,3-2-46 0,-6 0-13 0,3 1 5 16,6 2-53-16,-15-1-11 0,-2 0 0 0,-2 0-51 0,-8 1-50 15,-2-1 39-15,-6-2-5 0</inkml:trace>
  <inkml:trace contextRef="#ctx0" brushRef="#br0" timeOffset="59834.53">25130 2723 1112 0,'-11'3'157'0,"0"1"16"0,3-4-7 0,3 2-38 16,4 3-12-16,2-2-29 0,3 1-40 0,1 0-24 0,4-2 15 16,4 3-18-16,6 0 36 0,2 0-10 0,2 2-12 0,4-3-21 15,-2 2 14-15,0-2-16 0,10 4 21 0,-4-1-8 0,4 2-10 16,6 1-15-16,-4 3 7 0,3 3-8 0,5 3 12 15,-15 0-3-15,-2 0-6 0,-2 2-9 0,-4-2 12 0,7 1-10 16,0 1 18-16,-8-1 2 0,-5 1-8 0,-7-1-3 0,-6 0 15 16,-3-2-14-16,-5-1 29 0,-4 0-6 0,-6 0-8 0,-7-2-3 15,-5-1 16-15,0-4-14 0,-1 1 19 0,6 0-8 0,0-2-13 16,-4 0-12-16,-2-1 5 0,-6-1-6 0,4 2 3 0,3-2 0 16,3-1-4-16,2 1-21 0,2-2 1 0,3-3-12 0,3 1-45 15,5-2-26-15,7 2-25 0,7-1-176 0,7 0-100 0,5-1-25 16</inkml:trace>
  <inkml:trace contextRef="#ctx0" brushRef="#br0" timeOffset="60360.98">26798 2814 1406 0,'-17'-11'-141'0,"7"4"299"0,1 3-4 0,0 2-31 0,0-1-34 0,-1 1 13 0,1 0-41 0,-1 2-1 16,1 0-6-16,-3 3-7 0,-1 1-24 0,-2 1 9 0,0 3-16 0,-3-2 13 0,2 2-3 0,1-2-7 0,1 3-8 0,7 0 13 0,-1 1-13 0,-1 0 22 0,0 2-5 0,-6 0-8 0,0 3-6 16,1 0 13-16,2 1-13 0,2 4 20 0,1-1-7 0,2-1-11 0,2 3-11 0,2-5 13 0,3 1-13 0,2 1 16 15,2-1-6-15,4-3-11 0,1 1-3 0,1-1 4 16,5-2-4-16,3 0 7 0,2 0-4 0,1-6-3 0,-5-1-7 16,0-3 5-16,1-2-4 0,7 1 3 0,5-1-10 0,3-1-10 0,1-3-42 15,0-3 2-15,3 0-11 0,1-2-29 0,0 0-5 0,2-1-13 16,4-4-85-16,0-1-21 0,-3 0-19 0,-8-2-182 0,-9 2 253 15,1-2-34-15</inkml:trace>
  <inkml:trace contextRef="#ctx0" brushRef="#br0" timeOffset="60584.12">27236 2892 295 0,'-6'-4'141'0,"-2"2"117"15,-2 1 50-15,-1 1-97 0,-3 3 3 0,-1 1-38 0,-5 1-42 16,-3 3-45-16,2 1 22 0,3 1-38 0,0 6 24 16,7-4-16-16,-1 4-24 0,0-1-8 0,2-2 11 0,-4 0-17 0,3-3 6 15,6-2-7-15,1-1-11 0,4 0-13 0,0 0 7 16,1-2-13-16,4 1 7 0,2-4-4 0,0 1-6 0,6-2-10 15,-1-1 8-15,3-3-8 0,0 0 16 0,-6 0-4 0,1-2-8 0,-1 0-3 16,-1-2 4-16,7 2-4 0,1 0 5 0,-2 0-1 16,1 1-1-16,-1 2-4 0,-2-1-1 0,-1 2 0 15,-2 1 8-15,-2 1-2 0,0 0-1 0,-2 3-12 0,-1-3 9 16,1 5-7-16,-3-3 14 0,2 0-3 0,-2 1-4 0,1-2-18 0,1 2 0 16,0 0-6-16,1-3-31 0,0 1-15 0,2-2-18 0,1 0-90 15,0-2-23-15,-1 2-20 0,1-3-267 0,-1-1 299 16,0-1-56-16</inkml:trace>
  <inkml:trace contextRef="#ctx0" brushRef="#br0" timeOffset="60821.58">27554 3018 1205 0,'-2'0'260'0,"2"-2"81"0,0 1-161 15,0 0 3-15,0 0-53 0,-1-2-54 0,2 0-46 0,1 0 7 16,1 0-14-16,0-2 11 0,2 0-5 0,0-2-10 0,2 0-6 15,-5-1 8-15,3 0-9 0,0-1 10 0,3 3-7 0,6 0-7 16,2 0-12-16,0 4 7 0,1 1-6 0,1 1 17 16,-4 0-3-16,-5 2-6 0,-2 2-1 0,0 0 5 15,-1 1-5-15,-1 1 2 0,0 1-1 0,-1 0-3 0,0 2-14 16,-2-1 14-16,0 0-12 0,2-1 20 0,-1-1-15 0,3 0-13 0,2-3-63 16,0-1-19-16,3-2 0 0,2 0-114 0,1-2-16 0,2 0-28 15</inkml:trace>
  <inkml:trace contextRef="#ctx0" brushRef="#br0" timeOffset="61183.58">28243 2849 640 0,'-15'1'314'0,"-1"0"106"0,-2 3-259 16,-5 1-4-16,2 2-40 0,-2-1-36 0,4 4-54 15,-1-1 28-15,0 1-33 0,9 2 42 0,-2-1-13 0,4 2-20 16,3 1-13-16,-5-1 16 0,5 0-19 0,1 0 22 0,5-2-5 15,2 0-10-15,5-1 0 0,4-1-3 0,2 0 0 16,4 0-6-16,-7 0-2 0,4-4-2 0,3-1-9 16,2-1 7-16,8 1-8 0,2-4 7 0,1 0 0 0,-3-2-3 0,1-2-6 15,-1-1 3-15,-3 0-3 0,2-4 9 0,-2 0 1 0,-4 0-4 16,-1-2-3-16,-2-1 4 0,-1-1-4 0,-2 0 5 16,-3-1 0-16,-1 1-1 0,-2-1 0 0,-2 3-2 0,-3 0 0 0,0 1-1 15,-2 2 2-15,-1 1 3 0,-1 2-10 0,-1 0 8 0,-1-1-6 16,0 4 10-16,-1 1-2 0,-2 1-7 0,-2 2-3 0,-2 2 7 15,-2 0-3-15,0 3 12 0,1 1 1 0,0 2-2 16,-1 1 9-16,1 1 3 0,1 3 0 0,2-1-1 0,3-2-1 0,1 2-7 16,2-1-13-16,2-1 8 0,2-1-9 0,3 1 11 0,3-2-3 0,1 0-5 0,4-1-8 15,4-1 3-15,4-2-6 0,3 0-13 0,5-3-9 0,4 0-15 16,-5-3-46-16,2-1-14 0,-1-2-11 0,3-1-111 0,5-1-50 16,0 1-46-16</inkml:trace>
  <inkml:trace contextRef="#ctx0" brushRef="#br0" timeOffset="61320.57">29025 2794 834 0,'-6'-3'174'0,"4"2"111"0,-7 2-14 16,-3 2-43-16,1 6-67 0,-9 2-34 0,0 4 15 15,-3 2-41-15,-1 4-16 0,2-2-21 0,1 4-26 0,-3 2-29 16,5 1 9-16,0 3-15 0,4 2 6 0,3-4-18 0,4-1-10 16,5 1-138-16,3-3-94 0,2-2 15 0,5 5-179 0</inkml:trace>
  <inkml:trace contextRef="#ctx0" brushRef="#br0" timeOffset="62051.76">20686 3642 256 0,'-16'6'45'0,"8"-1"659"0,0 0-268 0,-1 4 27 0,-2 2-363 0,1 5 16 0,1 2-42 0,3 3-19 0,0 1-11 0,-1 1-20 0,-6 0-13 0,-2 0 8 0,-1 0-12 15,-2 3 5-15,3-1-6 0,-1 0-6 0,1 0 4 0,0-3-1 0,4-3 4 0,-1-1-6 0,1-4 0 0,2 0 0 0,-2-1-1 0,4-1-12 0,-1-2 7 0,1 0-41 0,0-2-13 0,2 0-3 16,-1-2-54-16,0 0-31 0,1-3 17 0,-3-2-151 0,0-1-100 0,0-4-27 0</inkml:trace>
  <inkml:trace contextRef="#ctx0" brushRef="#br0" timeOffset="62201.43">20178 3744 319 0,'-13'-4'136'0,"-1"5"28"16,4 2 61-16,6-2-97 0,1 0 108 0,3-1-45 0,3 1-56 15,-2 3-21-15,2 3 29 0,1 2-38 0,2 3 44 0,2 2-13 16,2 2-23-16,7 2-34 0,3-2 21 0,1 2-39 16,4 3 10-16,-2-2-21 15,-1 0-26-15,8 3-18 0,3-5 8 0,5-2-10 0,10 3 8 0,2-1-2 0,3-3-6 0,2 1-11 16,-9 0 6-16,-3-2-11 0,7 3-30 0,-5-2-24 0,4-2-22 16,3 5 25-16,-6-7-69 0,2-1 61 0,3 0-410 15,-6 0 304-15,-2 5-56 0</inkml:trace>
  <inkml:trace contextRef="#ctx0" brushRef="#br0" timeOffset="62919.57">27311 3546 1491 0,'0'2'124'0,"0"-1"38"0,0 0-60 0,2 1 32 0,0 3-31 0,3 0-35 0,1 2-26 0,3 4 6 0,0-1-14 0,3 1 5 0,0 2-10 0,2-1-8 16,3-1-10-16,-1 0-2 0,1-1-2 0,5 3-7 0,-2-2 2 0,0 3 3 0,6-2-4 0,-4-2 3 0,-4 0-4 0,1 2 5 0,-5-3-7 0,-1-2-4 15,8 2-47-15,-4-1 18 0,1-2-21 0,0 1 5 0,-2-3-46 0,-4-3-28 0,1 0-140 0,-1-2-114 0,-2-2-3 0</inkml:trace>
  <inkml:trace contextRef="#ctx0" brushRef="#br0" timeOffset="63064.82">27959 3417 1526 0,'-12'6'141'0,"-2"0"55"0,-1 4 22 15,4 1-32-15,-1 5-36 0,0 5-55 0,-1 3 18 0,1 5-41 16,-2 9 29-16,1 5-15 0,-1 4-18 0,-1 8-41 15,-1-2 12-15,0-1-26 0,-1 8 11 16,3-7-2-16,-1-1-10 0,3 5-11 16,1-9 16-16,2-6-17 0,1 2 17 0,0-9-5 0,-2-3-9 0,-3 0-14 0,-1-7 12 0,2-4-12 15,0-1 11-15,4-3-12 0,1-2-11 0,-1-2-29 0,1-2-22 16,-2 0 11-16,8-4-112 0,0-2-94 0,2-1-27 0</inkml:trace>
  <inkml:trace contextRef="#ctx0" brushRef="#br0" timeOffset="71995.38">23506 1556 283 0,'3'-6'53'0,"0"-2"30"0,0 0 43 0,1-1 9 15,0 0-9-15,2 0-27 0,-2 0-23 0,3 1-21 0,1-1-19 0,0 3 15 0,0 0-15 0,-3-1 30 0,-1 2 2 0,0-1-13 0,-2 1-8 0,2-1 33 0,-4 3-36 0,0-3 48 0,0 3-9 0,-1-1-16 0,1 0-9 0,-3 0 7 0,1 2-15 0,0-4 10 16,-1 4-6-16,0-1-12 0,0-1-1 0,0 1 5 0,-1 1-11 16,-1 0-6-16,-1-1-5 0,2 2-9 0,-1 0-5 15,1 1-2-15,-1 0-1 0,-1 0-4 0,0 0 2 0,-2 2 1 0,-3 2-6 16,-1 0 6-16,-1 2-6 0,-2 1 6 0,3 0-3 16,-3 1-4-16,-2 4 1 0,1 0 7 0,-2 2-1 0,2 4 12 0,1 0-3 15,3 3-5-15,-1-1-2 0,1-1 6 0,2 2-4 0,1-1 3 16,4 1-2-16,-1-3-4 0,1 1-5 0,2-1 6 0,1 0-5 15,2-3 7-15,0-1-1 0,0-3-6 0,3 0-4 0,1-1 2 16,0-1-2-16,2 0 5 0,2-2 1 0,1-1 0 0,3-2-1 16,1 1-4-16,2-2 2 0,2-1-5 0,2-2-2 0,2-2-1 0,2-1-39 15,-1-1 18-15,-2-2-19 0,1-1 29 0,-1-2-8 0,-1 0-12 16,1 0-14-16,-2 1 6 0,-1 0-4 0,-5 0 27 0,-2 4 1 16,-6-2 1-16,-4 2-6 0,0 2 12 0,-2-1-7 0,3 3 22 15,-1 0-4-15,0 0-10 0,-3 3-6 0,1-1 13 0,1 2-7 16,-1 1 16-16,2-2 0 0,0 2-7 0,1-1-7 0,1-3 14 0,2 0-10 15,3 0 18-15,2-1-1 0,4-1-7 0,5 0-14 0,1 0 16 16,2-1-13-16,2 0 26 0,-4-1-5 0,0 1-10 0,0-2-9 16,-1-1 9-16,-2 1-6 0,-1-3 16 0,-1 4 1 0,-4-4-6 0,-1 1 2 15,-2 1 15-15,-2 0-9 0,-1-2 37 0,-2 1-6 0,-2 1-2 16,0-2-20-16,0 2 18 0,-2-1-15 0,-3-1 20 0,1 3-8 16,-2-2-16-16,-2 2-24 0,0-1 14 0,0 3-14 0,-1-1 10 15,0 0-3-15,2 2-7 0,-1-1-8 0,1 2 9 0,1-3-6 16,1-1 14-16,-1 2-10 0,3-1-9 0,0-2-70 0,1 2-15 0,2-2-15 15,0 1-154-15,0 1-131 0,5-3-96 0</inkml:trace>
  <inkml:trace contextRef="#ctx0" brushRef="#br0" timeOffset="72343.92">24368 1239 861 0,'-9'-9'183'16,"-2"-2"342"-16,-3-2-316 0,3 5-25 0,0-1-35 0,0 4-45 0,4 3 7 0,0 2-35 0,0 1-32 0,0 4-14 0,1 4-21 0,-2 7-13 0,0-1 7 0,1 2-7 0,-1 6 16 0,3-6-3 0,-2 4-3 0,3 1-14 0,1-3 12 0,2 0-11 0,1 2 21 16,4-2-4-16,-1 5-9 0,0 4-7 0,2 0 3 0,0-2-4 15,2-2-6-15,1-2-16 0,1-3-9 0,-1 4-27 16,-4-2-5-16,0-3 7 0,-4 0-59 0,-1-3 4 0,-2 0-18 0,-1 0 74 15,-3-4-16-15,-1-2 36 0,-4 1-68 0,-1-3 27 16,-1-2 21-16,-1-3 29 0,2-3 17 0,-1-1 2 0,0-2 26 16,1-1-2-16,2-3-13 0,3-1-1 0,2-1 8 0,1-1-6 15,2-1 5-15,3 1-3 0,0 2-4 0,3 4 6 0,2 0 3 0,0 3 4 16,1-2 12-16,-2 0 2 0,1 1-1 0,-1 0-11 0,2-3 3 16,1 1-6-16,0 0-1 0,4-1-6 0,-1-1-3 0,2-2-27 15,3 0-5-15,1-2-7 0,2-1-66 0,3 1-40 0,0-2-42 0,5-1-136 16,1-3 187-16</inkml:trace>
  <inkml:trace contextRef="#ctx0" brushRef="#br0" timeOffset="72827.33">24593 1352 49 0,'8'-27'168'0,"-1"-1"49"0,3 0-20 16,0-2-17-16,-3 9-47 0,-4 3-75 0,0 2 56 0,-3 2-21 15,-3 3 26-15,0 2-44 0,1 2 2 0,-3 4-1 0,2 0-15 16,-3 3 25-16,0 3-23 0,-1-1 24 0,-2 4-11 0,3 0-12 0,-2 3-16 16,0 0 0-16,-3 2-5 0,-3 1-8 0,0 0-2 0,2 2-6 15,2 1-13-15,3-1 6 0,1 4-8 0,3-1 5 0,0 1-8 16,2 2-8-16,1 0-4 0,0 1 7 0,3-2-4 0,-1 1 15 15,0 1-4-15,-1 2-6 0,1 1-16 0,0 0 8 0,1-3-9 16,2-2 8-16,0-1-6 0,1-1-11 0,1 2 5 0,-5-2-12 0,-1 0 10 16,-3-2-7-16,-2-4 8 0,0-3 15 0,-2-2 1 0,0 1 1 15,-5-2 0-15,0 0 6 0,1-3-3 0,0 1-4 0,1-3-6 16,0-1 8-16,1-2-4 0,1 1 12 0,2-2 0 0,2 0-4 0,1-1-9 16,2 0 4-16,0-1-3 0,4 1 6 0,1-2-3 0,2 2-6 15,2-2-3-15,2 1 8 0,5-1-3 0,0 2 17 0,3-1-3 16,1 2-5-16,3-2-10 0,0-1 9 0,-6 2-7 0,-1-1 11 15,-2 2-1-15,2-3-6 0,9 2-9 0,-1 0 9 0,1-1-7 0,-2 1 18 16,-4 0-4-16,0-3-4 0,-2 1-11 0,1 1 6 0,-2-2-6 16,2-1 9-16,-1 4 1 0,-2-1-3 0,-2-1-9 0,0 1 9 15,-3 0-7-15,-1 1 19 0,-1-1-4 0,-3 3-5 0,0-3-11 16,-2 3 12-16,-1 0-8 0,1-1 15 0,-2 2-7 0,-1 0-10 0,1 0-2 16,-1 1 7-16,-1-2-2 0,0 0 15 0,-2 3-4 0,1-1-7 15,-1 1-7-15,-1 0 5 0,1-1-4 0,0 1 10 0,-1 0-1 16,1 0-7-16,1 1-1 0,-2-1 4 0,3 1-3 0,0-1 6 15,0 0-3-15,1 0-2 0,0 0-12 0,0 0 13 0,0 0-8 16,0 0 21-16,1 0-3 0,1 0-10 0,0 0-13 0,2 0 9 0,0-1-6 16,1-1 19-16,-2 0-2 0,3 1-5 0,-1 0-11 0,0-1 1 15,-2 2-6-15,0 0-11 0,-1 0 0 0,0 0-3 0,-2 0-10 16,1-1 14-16,-1 1-10 0,0 0 25 0,1 0-3 0,-1 0-4 0,0 0-56 16,0 0-16-16,0 0-19 0,0 0-204 0,0 0 194 0,0 0-46 15</inkml:trace>
  <inkml:trace contextRef="#ctx0" brushRef="#br0" timeOffset="73429.3">25019 1471 405 0,'2'-5'250'0,"1"-1"112"16,-1-3-221-16,-1 1 50 0,0 2-43 0,1-2-47 0,1-1-56 0,-1 3 8 0,-1-3-24 0,-1 1 3 0,-1 0-3 0,-3 1-10 0,0-1-17 0,-1 0 19 0,0 0-22 0,0-1 16 0,0 4-2 0,-2 2-10 0,-2-1-12 0,0 2 11 0,1 1-13 0,-3 2 27 0,3 2 1 0,-3 2-6 0,0 1-7 0,-1 3 19 0,2 0-19 0,-2 2 41 16,2-2-3-16,1 1-5 0,0-1-11 0,3 1 11 0,2-2-15 0,3 2 19 0,2-2-9 15,2 1-11-15,5-2-5 0,2 1 9 0,2 0-11 0,3-1 6 16,2 1-2-16,1 0-4 0,4-1-12 0,4 1 6 0,2 0-7 15,2-2 16-15,-5 1-5 0,-1-2-5 0,-1-1-14 0,4-2 10 16,6 1-8-16,-2-3 15 0,0 0 2 0,-8-2-6 0,2-1-14 16,-2-3 15-16,0 0-12 0,-3-2 20 0,-5-1-3 0,-3 0-7 0,-3-1-2 15,0-1 2-15,-3-1 0 0,-1 1 6 0,-2-1-4 0,-2-1-3 16,-1 0-5-16,0 2 5 0,-3-2-4 0,1 2 3 0,-1 0-2 16,-1 1-4-16,0 1-5 0,-2 1 8 0,0 2-6 0,-1 2 14 0,0 2-2 15,-2 2-4-15,-3 1-11 0,-4 3 7 0,-1 3-8 0,-1 1 10 16,0 2 2-16,3 2-2 0,-1 1-2 0,1 0 6 0,4 1-4 15,2 0 13-15,6 1-3 0,3-1-3 0,5 2-7 0,7 1 9 16,3 1-5-16,5 0 17 0,5 0-5 0,4-2-6 0,5 3-12 16,1 1 11-16,-1-1-9 0,0-1 17 0,1-2-6 0,4-5-11 0,-3 1-57 15,-3-2 10-15,-3-1-25 0,-6-3-16 0,-1-4-20 0,-3-2-22 0,-5 0-150 16,-2-2-79-16,-2 0-25 0</inkml:trace>
  <inkml:trace contextRef="#ctx0" brushRef="#br0" timeOffset="73980.75">23887 1552 135 0,'-9'-7'168'0,"1"1"43"0,0 0-60 0,2-1 26 0,-1 3-27 0,1-1-31 0,0 1-61 0,0 3 20 0,-1 1-42 0,-1 1 10 0,1 4-15 0,-1 3-16 0,-2 2-12 0,-1 1 14 0,1-1-10 0,-1 1 23 0,0 0-3 0,1 0-15 0,0 1-14 0,0 1 15 0,2-3-18 0,-2 0 13 0,1 2 0 15,2-4-4-15,-1 4-3 0,4-2-28 0,-1 0 13 0,2 1-170 0,3-2-137 0,1 1-55 0</inkml:trace>
  <inkml:trace contextRef="#ctx0" brushRef="#br0" timeOffset="76569.2">25112 1719 512 0,'1'-7'91'0,"-1"-2"-54"0,3 2-39 0,0 2 14 0,0 1 22 0,1 2-5 0,-1-1-7 0,0 0 8 0,1 0 10 0,-1-1-3 0,2 0 15 0,-2 2-8 0,0-2-11 0,2 3-21 0,-1-1 19 0,2 1-17 0,1 1 21 0,-1 0-8 0,3 0-12 0,0 3-4 15,-1-1 4-15,1 5 1 0,-1-1 24 0,1 3 5 0,0 0 2 0,1 1-15 0,-1 0 29 0,1 1-26 0,-1 1 28 0,1 1-9 0,2 0-14 16,2 2-13-16,3 1 1 0,1 2-3 0,-1 0-2 0,0 0 0 15,2 1-3-15,4 0-2 0,8 0 11 0,6 2-11 0,1 0-1 0,0 5-6 16,-5 2-7-16,3-1 2 0,2-1-6 0,2-2 7 16,6 0 1-16,-5 1 1 0,-1 1-1 0,4-1-21 0,3 2 17 0,3-2-16 15,2 0 27-15,-8 0-4 0,1-3-6 0,-1-2-8 0,-4-2 3 16,3 0-4-16,-5 0-1 0,-5 0-8 0,-4-1-7 0,0-1-74 16,-4 1-15-16,-2-3-17 0,-1-1-112 0,-3-5-32 0,-4-3-35 15</inkml:trace>
  <inkml:trace contextRef="#ctx0" brushRef="#br0" timeOffset="76861.53">26013 1935 1349 0,'-26'-12'-4'0,"-2"-1"-20"0,4 6-6 0,2 1 38 15,3 3 21-15,2 0 3 0,1 2-5 0,3-1-6 0,3 2 34 16,2-1-25-16,3 1 38 0,3 0-23 0,1 1-24 0,1 5-26 15,3 0 11-15,3 6-6 0,4 2 34 0,4 2-6 0,3 5-10 0,5 6-12 16,3 1 15 0,4 1-14-16,4 3 12 0,1-1-7 0,2 4-9 0,-1-2-4 15,-5 0 7-15,2 0-4 0,0-4 9 0,-3 1-2 0,4-3-9 0,-6 0-11 0,-1 0 12 16,-5-1-9-16,-3 0 13 0,-5-1 5 0,-5-3-4 0,-2-2-16 0,-4-2 11 0,-2-1-11 16,-3-3 27-16,-3-2 1 0,-2-3-1 0,-5 0-2 0,-5 0 10 15,-6 0-8-15,-4-1-2 0,-3-2-3 0,-7 1-7 0,-6 0-10 0,-1 1-3 16,-7 1-3-16,-2-1-47 0,0 2-25 0,-2-1-28 0,1 3-194 15,-4 5-98-15,-3 6-36 0</inkml:trace>
  <inkml:trace contextRef="#ctx0" brushRef="#br0" timeOffset="77979.03">23155 1694 379 0,'4'-7'81'0,"-1"2"96"0,-1 2-98 15,-1 3-27-15,-1 0-2 0,0 0-19 0,-2 2 1 0,0 4-7 0,-6 2 8 0,-1 1 19 0,-5 1-14 0,3 4 11 0,-5 1-11 0,-3 2-13 0,-4 1-25 0,-10 2 12 0,-1-2-12 0,2 1 13 0,-1-1-3 0,2 1-11 0,-1 4-3 0,-1 0 11 0,-2 4-8 0,-3 4 5 0,0-1 0 0,-2 1-4 0,0 4 0 16,0-2 0-16,1 3 0 0,-2-2 5 0,1 0-1 0,2-5-2 16,1 2-8-16,3 1 12 0,2 0-11 0,0-2 6 0,3 0 1 15,-3 1-3-15,-2 1-17 0,4-2 0 0,0 4-7 0,10-2-32 0,2-3-12 16,-1-2-21-16,0 0-47 0,-1-4-4 0,3-4-11 0,4-2 58 15</inkml:trace>
  <inkml:trace contextRef="#ctx1" brushRef="#br0">25862 6135 0,'0'0'0,"0"0"16,0 0-1,119-59-15,-82 41 16,-2 0-16,-8 3 16,-6 3-1,-6 2-15,-6 3 16,-4 2 0,-3 4-16,-1 0 15,-2-1 1,-1 2-16,0 0 15,-1 0-15,0 0 16,-1 0 0,1 0-16,-1-1 15,2 0 1,0-2-16,0 2 16,-1-2-1,1 2-15,0-2 16,0 1-16,-1 1 15,1 1 1,2 0-16,0 0 16,0 0-1,0 0-15,0 0 16,0 0-16,0 0 16,0 0-1,0 0-15,0 0 16,0 0-1,0 0-15,0 0 16,0 0-16,0 0 16,-109 82-1,104-81 1,-2 0-16,0 0 16,0-1-16,1 0 15,-2 2 1</inkml:trace>
  <inkml:trace contextRef="#ctx1" brushRef="#br0" timeOffset="250.78">25991 5991 0,'0'0'0,"0"0"16,0 0-16,0 0 16,0 0-1,77-90-15,-73 79 16,-2 2-1,-2 1-15,-2 3 16,-4 0-16,-1 1 16,-5 0-1</inkml:trace>
  <inkml:trace contextRef="#ctx0" brushRef="#br0" timeOffset="86722.72">21648 2462 1027 0,'-9'-14'49'0,"1"2"-53"0,4 3 6 16,1 0-9-16,1 1 36 0,2 1 0 0,2 2-13 0,1 0 15 0,1 1 19 0,-2 0-6 0,2 0 36 0,-1 2-4 0,0-1-10 0,1 1-37 0,-2 0 20 0,0 2-26 0,-1 0 10 0,2 0-10 0,-2 0-10 0,1 0-2 0,3 0 6 0,-1 2 0 0,3 2 16 0,2-1-1 0,2 2-3 0,1 4-13 15,3 3 24-15,0-1-19 0,0 5 24 0,1 1-11 0,0 0-16 0,-1 5-14 16,0 1 9-16,1 0-7 0,-2 0 9 0,0-1-1 0,-3-1-11 15,0-1 0-15,-2 1 10 0,1 0-10 0,-1-1 7 0,-2-3 2 16,0-2-1-16,-2-1-17 0,0 2 17 0,-1-4-16 0,1 2 19 16,-2-3-1-16,2-2-11 0,0 2-3 0,0-4 2 15,2 1-2-15,-2-3 3 0,2 0 3 0,2-1 1 0,0 0-10 0,2-2 8 16,0 1-8-16,2-2 4 0,1-1 2 0,0 0-3 0,3-1-5 0,0-2 4 16,-2 1-6-16,1-2-2 0,-5 1-7 0,0 1-4 0,4-1-41 15,1 1-2-15,6 0-9 0,1 0-23 0,-2-1-9 0,-1 0-13 16,3-5-112-16,-1 1-62 0,1-2-21 0</inkml:trace>
  <inkml:trace contextRef="#ctx0" brushRef="#br0" timeOffset="87050.78">22592 1888 1554 0,'-22'-7'1'0,"-2"0"-18"0,4 4 9 0,7 3 18 0,5-2 22 15,7 2-10-15,3-1-11 0,4 0-2 0,3-1 16 16,4-1-5-16,5 0 37 0,3-3-2 0,3 1-3 0,-4-3-31 0,4 0 14 16,0 0-17-16,6 1 16 0,5 0-10 0,0 4-12 0,0-1-4 15,2 2 1-15,-2 1 1 0,3 2 5 0,0 2-1 0,2 3-3 0,2 2-13 16,-1 2 12-16,-13 2-10 0,-2-1 16 0,-7 0 4 15,0-1-3-15,3 3-1 0,-4 1 16 0,-4 4-12 0,-6 5 17 16,-6 1 5-16,-2 5-8 0,-2 1 18 0,-5-1 0 0,-3 2-2 0,-4 1-23 16,-1 4-10-16,-5 1-6 0,-1 1-13 0,-1 0 5 0,4-3-3 15,-1-3 8-15,-2-3-13 0,3-3-16 0,-2 1-52 0,1 0-8 16,8-1-14-16,3-1-110 0,8 1-70 0,7 0-61 0</inkml:trace>
  <inkml:trace contextRef="#ctx0" brushRef="#br0" timeOffset="93192.22">25957 1498 217 0,'-5'-32'87'0,"-5"-1"-42"0,2 5 37 0,0 2-57 0,1 5 11 0,-2 1-32 0,-2 1 28 0,0-2 6 0,-1 1-4 0,-2 1-7 0,1-4 13 0,-1 0-14 0,2-1 4 0,2 1-2 16,-2-1-3-16,-3 0-17 0,-2-1 19 0,0 0-15 0,-2 1 15 0,-2 0-3 0,-2 3-16 0,-2-1-16 0,-2 3 21 0,3 2-18 0,-1 0 23 0,-2 3-8 0,-3-1-12 0,-8 2 5 0,0-1-3 0,2 1 6 0,0-1-4 15,1 1 4-15,0 1-3 0,-4-2-19 0,-4-2 25 0,-2 1-22 0,-2-1 29 16,3 1 2-16,1-2-10 0,-2 2-11 0,-1-2 14 0,-2 3-12 16,2 2 24-16,3-1-2 0,-2 1-9 0,-7 1-21 0,-2 0 26 15,0 3-23-15,-4-1 27 0,2 0-3 0,2 2-12 0,-6 3-1 16,5 3 7-16,-2 1-1 0,-4 5 28 0,1 2-1 0,-2 2-4 0,-4 0-10 15,1 2 7-15,-1 3-10 0,1-1 0 0,1 4-4 0,-1-1 1 0,-2 1-14 16,-5 1 7-16,2-2-5 0,5 2 10 0,6 2 1 16,4 0-8-16,-1 1-2 0,-1 0 6 0,6 1-6 0,-3-1 6 0,2-1-6 15,4 3-4-15,-5 3-8 0,9 4 7 0,6 4-2 0,1 0 17 16,5 3-4-16,-1 0-9 0,0 3-7 0,2-1 5 0,4-1-5 16,2-2 5-16,6-2-2 0,9-2-3 0,2 0 3 0,4 3 0 15,1 1 5-15,-2 4 2 0,0-2-2 0,3 4-3 0,2-1-20 16,2 0 21-16,5-2-18 0,3 0 22 0,3-3-4 0,-3-1-12 0,3-2 2 15,6-2-3-15,4-2 5 0,10 1 7 0,2 0 1 0,0 2 0 16,3 2-14-16,1-1 14 0,4-2-12 0,5-2 17 0,4 0-8 16,4 1-4-16,-2-3 14 0,-1-3-16 0,-3 0 17 0,-1-4-16 15,-2 1 2-15,2 0 3 0,4-2-11 0,5-1 18 0,7-1-14 16,-6-3 18-16,1-1-1 0,-3-3-9 0,1-1-10 0,4-2 13 0,1 0-8 16,6-1 22-16,0-1 1 0,-1 0-7 0,3-2-19 0,-5 0 18 15,-2-1-18-15,5-1 21 0,2 1-1 0,2-2-6 0,2 0-9 16,0-2 0-16,-6-4-1 0,-3 0 10 0,-1-1-1 0,2-2-2 0,77-13 8 15,-140 22-29-15,131-28 34 0,-71 13-21 16,-2 0 2-16,3-3 0 0,5-2 3 0,-3 0 0 0,0-4 8 0,-9-1-2 16,-4-2-6-16,-4 1-9 0,-1-3 17 0,-6 0-12 0,0 1 21 15,-2 0-5-15,-3-3-11 0,0-1 0 0,-6 0 1 0,-3 0 1 16,-11 2 8-16,-7 4 1 0,0-3-6 0,-2-1-5 0,4-5 16 16,-2-2-15-16,-2-4 12 0,-5 3-6 0,-3-5-5 0,-2 0-8 0,-3-1 8 15,-3 1-4-15,-3 3 10 0,-3 4 1 0,-1 2-11 0,-4-1-2 16,3-3 7-16,-3-1-8 0,-6-4 2 0,-5 1 1 0,-8-2 0 0,-1-2-9 15,-1 0 8-15,0 4-7 0,-1 4 18 0,-1 6-4 0,-6 4-6 16,-8-1-13-16,-3 2 18 0,-8-3-13 0,-1 2 20 16,0 1-6-16,-3 1-10 0,-7 0 3 0,-2 3-4 0,-7-1 5 0,-4 4 1 15,6 2-1-15,-1 3-1 0,-6 2-16 0,-1 0 17 0,0 3-13 16,0 1 12-16,9 5-16 0,5 3-18 0,-3 2-49 0,1 8-12 16,0 2-6-16,0 4-69 0,10 3-18 0,4 2-23 0</inkml:trace>
  <inkml:trace contextRef="#ctx0" brushRef="#br0" timeOffset="104546.27">19822 3788 256 0,'-13'-9'11'15,"5"6"159"-15,3 0-76 0,2 2 4 0,0 1-101 0,0-2 7 0,2 2-5 0,0 0 19 0,1-1-8 0,1 0-8 0,1 0-14 0,2-2 9 0,1 0-5 0,1 2 15 0,2-3 5 0,2 1-9 0,0-3-10 0,2 3 23 0,1-1-20 0,-1 0 21 0,2 3-3 0,0-2-11 0,2 3 0 16,-1-1-3-16,0 1 3 0,2 1-1 0,1 0 3 0,3 1-3 0,3-2 3 0,1 1 17 0,2 0-12 0,-2-1 21 0,0 0 0 0,-6 0-3 0,3 0 15 0,0-1 0 0,4 0 5 16,5-2 2-16,1-1-3 0,-1-1-4 0,4-3-23 0,3-1 27 15,3 2-23-15,2-1 27 0,7 2-10 0,-1-2-12 0,5 2-11 16,-4-3-1-16,-2 0 0 0,-1 4 5 0,-2-2-4 0,1 5-1 0,1-1-17 15,3 0 16-15,1 1-15 0,3-3 23 0,-6 2-5 0,-6-1-10 16,-1 1-9-16,0-1 10 0,-2 1-8 0,2-1 12 0,-5 2-2 16,-4 0-10-16,1 1-5 0,-3 2 9 0,-1 1-8 0,2 0 7 15,-5 1-6-15,3 1-7 0,-3 0-12 0,-1-1-15 0,-7 2 5 0,-2 2-75 16,-2-2-31-16,2 1-32 0</inkml:trace>
  <inkml:trace contextRef="#ctx0" brushRef="#br0" timeOffset="105417.7">26739 3422 401 0,'-6'-15'38'0,"1"3"82"0,1 2-127 16,1 2 10-16,2 2-9 0,0 2 18 0,1 0 2 0,-1 2-3 0,1 0-11 0,1 2 14 0,0-1-15 0,2 0 6 0,0 0-3 0,0 1-2 0,1 0-14 0,0 1 19 0,1 1-10 0,0 0 36 0,1 2 2 0,1-1-14 0,3 0-11 0,-1 1 29 0,2 0-24 0,4 0 44 0,1 1-8 0,5-3-6 15,2 1-6-15,4 1 1 0,5-3 1 0,5 3 6 0,5-3-2 0,2 0-8 0,-2-1-5 0,3 0 9 0,-3-1-10 0,2-3 5 0,2 2-5 0,-2-4-2 0,2 3-1 0,3-1-1 16,5-1 1-16,1 1-1 0,-4-1 1 0,-6 0-2 0,0-1-7 0,-5-1 9 15,0 0-10-15,2 1 0 0,-6 0-2 0,-2-1-3 0,3 3-5 16,1-1 0-16,3 1 0 0,2 1 3 0,-3-3-5 0,-8 4-3 16,0-2-3-16,0 1 4 0,-2 1-4 0,4-2-18 0,-4 3-11 15,-2-1-13-15,0 2-42 0,-1 0-22 0,-1 4 2 0,0 1-100 0,-1 2-41 16,-2-1-40-16</inkml:trace>
  <inkml:trace contextRef="#ctx0" brushRef="#br0" timeOffset="108881.3">29592 2787 337 0,'-1'-11'62'0,"-3"-2"66"0,-1-1-65 0,3 1-16 0,1 1-5 0,-2 1-10 0,0 3-5 15,-5-1-7-15,-4 0-14 0,1 2 23 0,-2-2-18 0,-3 4 21 0,4-2-8 0,-1 1-13 0,0-1-4 0,2-2 2 0,-2 0 2 0,2 2 16 0,1 2-7 0,0-2-4 0,0 2-13 0,0 0 11 0,0 0-9 0,-1 1 8 16,1 0-7-16,0 3-6 0,-2 0-13 0,-1 1 7 0,1 0-1 0,-1 1 22 0,-1 3-3 0,0-2-8 0,-4 0-23 0,-3 1 23 0,0 0-19 0,-3 0 34 0,-2-2-10 0,-1 0-12 16,-4 0 3-16,8 1-2 0,-3-2 5 0,-2 0 4 0,-1 0 2 15,-7-2 0-15,0 0-27 0,3 1 29 0,2-2-27 0,-1 0 32 0,2 0-7 16,0 1-12-16,-2-2-3 0,-3-1 5 0,-2 2 1 15,0-3 15-15,7 4 2 0,0-3-10 0,-6 1-7 0,-4-1 29 0,-3 1-24 16,-1-1 29-16,5 1-8 0,1-1-12 0,-2 0-14 0,-3 0 21 16,-4 1-15-16,-2-1 28 0,4 2-1 0,-7-1-13 0,-3 0-17 15,-2-1 24-15,-3 1-20 0,3 2 27 0,5-1-13 0,-5 1-16 16,-2-1-7-16,-3-1 8 0,-3 1-4 0,1-1 15 0,3-1-2 0,1 1-9 16,0-1-19-16,-1 1 26 0,0-1-22 0,0-3 25 0,-3 3-3 15,2-2-13-15,-1 1-3 0,-1 2 1 0,7-2-1 0,-6 2 11 16,4-1 1-16,-2 1-2 0,-9-2-15 0,5-1 12 0,-1 3-11 15,2-2 11-15,7 3 0 0,-4 0-5 0,-4 0-8 0,-2-1 16 0,-4 0-10 16,3 0 17-16,7 1-2 0,1 0-12 0,-3 2-8 0,-1 1 13 16,-1-2-8-16,-6 2 18 0,3-3-7 0,4 0-8 0,-6 1 11 15,6 2-12-15,-2 0 13 0,-3-2-7 0,5 1 0 0,-3-3 2 0,3 2-6 16,2-2 10-16,2 0-7 0,2 3 10 0,0-1-5 0,0 0-9 16,-5-1 0-16,-5 1 12 0,4 0-6 0,2 1 8 0,1 1 3 15,4 0-10-15,-6 0-14 0,-4 1 23 0,0-1-20 0,-5-1 26 16,7 0-1-16,0 0-10 0,-1 1-19 0,-1 1 14 0,-1 0-13 0,-3-1 20 15,-1 1 1-15,2-1-9 0,-1 2-5 0,0-2 7 0,1 2-9 16,1 1 2-16,-2-1-2 0,-2 0 0 0,0-2 2 0,2 0 0 16,2 1 2-16,1 1 4 0,0 0 1 0,1-2-2 0,-9 0-7 15,4 0 10-15,4 0-8 0,-4 0 10 0,6 2-2 0,-3 0-7 0,-5 0 4 16,-3 1 4-16,1-2-2 0,2 2 6 0,4 2-3 16,-1-2-4-16,-3 4-1 0,-3-2 6 0,0-1-3 0,4 1 7 0,7 0-4 15,1 1-6-15,-2 1-15 0,-1 1 10 0,2-1-7 0,-4-2 20 16,6 0-2-16,3 1-8 0,-2-1-14 0,6 1 17 0,-1 1-15 15,2-2 17-15,-1 2-2 0,2 0-7 0,-1-2 1 0,-2 3 0 0,3-2 2 16,0 0 0-16,3 1 0 0,-1 0-2 0,-4 2-2 0,3-1 3 16,-6 1-2-16,-2 0 1 0,2 1 2 0,0 0-3 0,-1 2-9 15,4 2 14-15,-3-1-10 0,-3 1 11 0,0-1 4 0,-3 2-10 16,-1-1-7-16,2 0 19 0,2-1-17 0,0 2 15 0,2 0 2 0,2 1-5 16,-8 2-6-16,3-1 1 0,3-1-1 0,-1 1 4 0,10-2 0 15,4 2 0-15,-4 0-10 0,2-1 11 0,0 0-10 0,2-1 14 16,4 0 0-16,3 2-2 0,-1 2-17 0,3 0 10 0,4 2-10 15,3-1 14-15,2 0 3 0,5 0-6 0,-5 1 2 0,2 2 2 16,1-2-5-16,-2 4-4 0,3-5 2 0,2-1 2 0,6 6-4 0,-1-3 4 16,-3 4-4-16,2-1 5 0,-5-4 3 0,2-1-3 0,-1 3-2 15,4-1 4-15,1 2-6 0,1 1 1 0,4 0 7 0,2 2 1 0,2 1-9 16,1 1 11-16,1 1-13 0,1 0 11 0,2-1 3 16,1-3-5-16,0 1-18 0,3-1 18 0,1-2-17 0,0 1 25 15,2-1 3-15,1-1-5 0,2 1-5 0,2-2 6 0,-1 2-8 0,2-1-2 16,1 0 4-16,2 4-5 0,3 0 2 0,2 1 7 0,3-1-7 15,2-1 3-15,1 0 0 0,5-2-1 0,3 1-1 0,0-2 5 16,-2 1-3-16,0-3 4 0,1 1 0 0,2-1-7 0,8 2-10 0,-2-4 17 16,1-3-13-16,4 1 19 0,0-2-3 0,4 2-13 0,11-2-8 15,0 1 15-15,-2-1-11 0,1-1 20 0,-5 0-6 0,0-1-9 16,9 1-10-16,4 0 11 0,5 0-6 0,3 0 20 0,-6 1-6 16,0-5-11-16,-1 3-9 0,-1-3 16 0,8 1-10 0,5 2 22 15,-1-1-3-15,78 11-27 0,-153-22 20 0,142 22-21 16,-64-11 24-16,1-1-2 0,2-2-4 0,3-1-4 0,-3 1 1 0,-3-2-1 15,7 4 0-15,1-1 1 0,1 0-2 0,4-1-4 0,-2-1 7 16,2 1-2-16,9-2 7 0,-6 1 1 0,3-2-5 0,-1 1-7 16,-2 1 5-16,10-3-3 0,-2 1 4 0,-2 0 2 0,-2-3-5 0,3 3-2 15,5 0 4-15,-1-1-3 0,1 1 8 0,-10-2-4 0,1 0-2 16,9 0 1-16,1 1-1 0,0-1 2 0,-5-3 3 0,0 1 0 16,4 1-2-16,3-2-9 0,0-1 13 0,-3 0-11 0,5-1 16 15,-3-2 3-15,2 0-5 0,1-1-17 0,4-1 7 0,1 1-9 16,1-3 17-16,-5 4 0 0,3-3-1 0,3 0-4 0,0 1 4 0,0 0-3 15,-6 1 2-15,-3-1-1 0,2 4-4 0,2-5-9 0,0 3 15 16,1 0-11-16,1-1 18 0,-7 2-3 0,1-1-9 0,3 0-11 16,2 0 13-16,-1 0-11 0,1-3 20 0,-10 2-4 0,4-3-7 0,6 0-4 15,-2-2 2-15,-3-1-2 0,0-1 5 0,-84 15-5 16,475-70 3-16,-397 52 2 16,-4 1 2-16,-3-3 1 0,-5 0-16 0,6 0 13 0,-3 0-11 0,1-1 20 15,-8 0-2-15,-7-1-6 0,3 1-7 0,5-3 7 0,-2 1-4 16,-2 1 9-16,-9 0 0 0,-5 0-3 0,0 2-7 0,3-2 8 0,0 1-7 15,-1-2 13-15,-3 1-4 0,-6-5-5 0,-3-1-7 0,-1-2 3 16,-2 0-1-16,5 0 8 0,0 4-2 0,-3-3-5 0,-2 0-10 16,-3-2 11-16,-4-2-7 0,-1-1 15 0,0 2-2 0,-7 0-7 0,6 1-9 15,-1 3 10-15,0 1-6 0,-1-1 17 0,-10 3-6 16,-5-2-6-16,-2-3 0 0,-2-1 3 0,1-1 0 0,-3-1 2 0,-6 2 0 16,-2 0-2-16,-1-1-12 0,-2-2 11 0,-3-3-7 0,1 2 23 15,-4 0-5-15,-2 5-6 0,-1-3-7 0,-3 4 7 0,1 0-6 16,-4 2 11-16,0 3-5 0,0-1-3 0,-2 2-4 0,-3-4 4 15,-1 1-2-15,0-2 6 0,-3 2-2 0,0 3-7 0,-3-1-11 0,0 0 12 16,-2 0-10-16,-2-2 19 0,-1 3-2 0,-3-1-5 0,-3-1-5 16,-4 2 1-16,-3 0-2 0,-1-1 4 0,5 0-2 0,-6 2 1 15,-4 1-14-15,-4 1 14 0,-4 0-12 0,3 1 8 0,2 0 3 16,2 2-8-16,-6-3 5 0,-2 2 4 0,-4 0-5 0,-2-1 3 16,4 1 2-16,-5-1 0 0,-3-2-5 0,0 2 4 0,-2 0-4 15,4 3 2-15,-1 0 0 0,-3 4-1 0,-8-1-15 0,-1 1 11 16,0-1-9-16,2-2 14 0,2 4-5 0,-1 0-10 0,-4 1-17 0,-1 2 9 15,0-1-9-15,-3 2 4 0,7 1-14 0,3 0-14 0,-1 4-44 16,6 2-6-16,1 1-9 0,1 2-63 0,1 4-36 0,4 1-35 0</inkml:trace>
  <inkml:trace contextRef="#ctx0" brushRef="#br0" timeOffset="115963.3">19782 3635 217 0,'-3'-7'5'0,"1"1"13"0,0 1-18 0,0 0 0 0,2 0 35 0,-1 2-43 0,1 0 22 0,0 1-2 0,1 1-3 0,0-3-15 0,2 0 11 0,-1 1-11 0,2 0 16 0,-1 0 4 0,1 0 3 0,-1 2-8 0,0-1 9 0,1 0-7 0,0 2 23 16,1 0-2-16,0 2-6 0,2-2 7 0,1 1 6 0,0 0-2 0,0 0 9 0,-1-1-6 0,1 0-7 0,1 2-10 0,0-2 14 0,0 1-8 0,0 2 17 0,1-2-6 0,-1 0-12 15,-1-1-25-15,0 1 22 0,-1 1-21 0,-1-2 31 0,0 0-9 16,2 0-8-16,1 0-7 0,0-2 8 0,2 0-1 0,0-2 27 16,3 1-6-16,0 0-8 0,2-3-9 0,4 0 10 0,1 0-8 15,0-1 11-15,1 1-8 0,-6 1-3 0,3 0-8 0,4-2 7 0,1 2-2 16,8-1 10-16,-2 2-3 0,0-1-12 0,3 1-14 16,0-3 22-16,3 4-19 0,1-3 19 0,1 3-6 0,3-2-15 0,4 1-1 15,-5-1 6-15,-1-1-2 0,0 3 7 0,-2-3 0 0,7 1-4 16,0 3-1-16,0-3 2 0,-3 3-4 0,3-1-8 0,0 1 1 15,2 0 3-15,1 0-2 0,-6 2 8 0,0 0-5 0,-3 0 16 0,-2 0-2 16,3 0-7-16,1 0-20 0,-6 0 19 0,-1 0-17 0,-4 0 24 16,-2 2-2-16,-4-1-9 0,-1 2-17 0,-2-1 17 0,-3 1-12 15,-3-1 23-15,-5 1-1 0,-4-1-15 0,0 0 4 0,-3-1 14 16,-4 0-8-16,-2 2 34 0,-5-1-1 0,-3 0 1 0,-5 3-26 16,-4-1 6-16,-5 2-12 0,-2 0 7 0,-1 1-3 0,-3 0-3 0,-5 0-11 15,-2-1 9-15,-4 2-8 0,-4 0 10 0,2-2-5 0,0-1-6 16,-1 2-1-16,-1-2 4 0,1 0-2 0,-2 1 1 0,5 1 2 15,1 0-3-15,-4 1-9 0,-3 1 12 0,-2 1-10 0,2 0 12 0,-1 2-3 16,0-1-5-16,-4-2-12 0,-2 2 12 0,2-1-8 16,1 0 22-16,1 4-3 0,-2-1-7 0,-5 0-17 0,3 0 16 0,0-4-13 15,2-2 23-15,6 1-3 0,1 1-10 0,2 1-5 0,2 0 7 16,2 1-3-16,-2-4 4 0,7 0 0 0,1-2-5 0,13 1-5 16,6-3 8-16,4 1-6 0,6-2 7 0,-1-1 2 0,4-1-2 0,3 0-9 15,2 0-1-15,5 0-1 0,4-1 9 0,5-1 2 0,-2-1 2 16,7 1-13-16,7-4 16 0,2 0-14 0,9-2 20 0,1 1-6 15,0-4-7-15,5 1-10 0,7 0 17 0,5-2-8 0,4 1 18 16,-4 1-1-16,1-6-15 0,-2 1-6 0,-2-2 12 0,0 1-8 0,-3 0 16 16,-6 5-7-16,-3-1-6 0,1 1 2 0,-5-1 2 0,-5 1 1 15,-7-2 3-15,-9 0-2 0,-10 2-2 0,-3 0-16 0,-3 0 14 16,-4 1-12-16,3-1 22 0,-2 2-5 0,-3 0-10 0,-3 0-23 16,2 0 2-16,-2 2-10 0,-3 2-31 0,-4-1-17 0,-6 3-14 0,-4 1-77 15,3 2-24-15,2 0-9 0,0 0-142 0,3 3 203 0,1 1-23 16</inkml:trace>
  <inkml:trace contextRef="#ctx0" brushRef="#br0" timeOffset="116798.18">23575 1969 217 0,'-14'-11'371'0,"-6"-1"-202"0,-7 8 238 0,5 4-312 0,6 2-81 0,4 3-21 0,3-2 14 0,3 4 0 0,3-3-6 16,3 0-5-16,0-2 4 0,2-1-6 0,3 1 7 0,2-1 1 0,6-1 4 0,2 0 3 0,7 0-4 0,3-1 6 0,3-1 5 0,1 1 0 0,-3-1 2 0,7-1-19 0,5 0 20 0,4 2-18 0,7-1 28 0,-1-1-8 0,1 0-8 0,8 3 14 0,6-2-10 16,3-1 12-16,0 1-3 0,-2-1 0 0,-5-1-1 0,4 1 3 0,0-1 3 0,3 0-3 0,1 1-4 0,0-1 0 0,-4 1 0 0,-4 0-3 0,-5-2 3 0,-3 2-4 0,-1-2-3 15,-5 3-1-15,-1 0-5 0,3 1-13 0,-3 0 15 0,-4 0-13 0,-7-1 22 16,-7 1-1-16,-3 0-8 0,0-1-9 0,-1 2 12 0,-4 0-9 16,-6 0 16-16,-4 0-3 0,-1 0-8 0,-4 0-9 0,-2 0 13 15,-1 0-9-15,0 0 17 0,-3 2 0 0,-2 0-6 0,-2 1-7 0,-8-1 11 16,-4 1-11-16,-6 1 2 0,-5-2-1 0,-3 2-7 0,-1 0-16 15,-8-1 18-15,-2-1-17 0,-3 1 28 0,-3-2-5 0,-1 2-11 16,-8-3-1-16,-7 2 0 0,-1-2 1 0,-7 1 2 0,4-1 0 16,2 2-2-16,-1-1-4 0,-1 2 3 0,-2-1-1 0,-2 1 6 0,5 1-1 15,2-3-3-15,3 3-4 0,5-1 5 0,5 1-3 0,6 1 14 16,3-1-3-16,3 0-5 0,6 0-5 0,5-1 9 0,11 0-7 16,14 0 11-16,5-2-4 0,4 2-5 0,2-2-12 0,-4 0 8 15,4 1-6-15,-2 0 18 0,8 1-4 0,9-2-6 16,8-1-7-16,11-3 4 0,4 0-2 0,0-3 8 0,2 1 0 0,4 0-4 15,10 1-9-15,5-2 7 0,-3 2-5 0,2-1 16 0,-7 1-3 0,-3-2-5 16,2 2-12-16,-4-2 9 0,-1 3-7 0,0-2 15 0,0 2-8 16,-6-1-6-16,-2-1-21 0,-8 0 5 0,-4 1-5 0,-3-1 3 15,-5 1-14-15,1-1-11 0,-7 1-55 0,-3 1-19 0,-5-1-5 16,-2 1-129-16,-5 1-74 0,-1 0-63 0</inkml:trace>
  <inkml:trace contextRef="#ctx0" brushRef="#br0" timeOffset="118428.29">20786 3703 256 0,'-26'-11'8'0,"13"7"129"0,2 2-49 16,1 1 12-16,0 1-88 0,1 0 11 0,1 2-14 0,2-1 19 0,3 3 3 0,0-1-3 0,1-1-7 0,0 4 20 0,2-1-18 0,0 0 23 0,2-1-8 0,0 2-8 0,2-2-10 0,2 2 7 0,1-1-3 0,2 2 21 0,0 1-2 0,0-1-3 0,2 1-18 0,1 2 20 0,2-1-18 0,1 1 16 15,0 1-10-15,1-2-11 0,-1 2-15 0,1 2 10 0,1-2-6 0,0 2 23 16,1 0-1-16,2-2-8 0,1 2-7 0,4 1 18 0,3-2-14 15,2-1 16-15,5 0-5 0,-1 0-9 0,-2-1-22 0,-2-1 15 0,-1-1-11 16,3-5 42-16,3-1-9 0,5-2-8 0,0 0-17 0,1-2 8 16,2-1-8-16,2-2 7 0,3 1-2 0,3-4-5 0,-4 1-11 15,5-2 15-15,-5 0-11 0,0-1 34 0,2-1-9 0,-5 1-5 0,3-1-7 16,-2 0 0-16,1 1-1 0,0 0 0 0,-3 0 4 16,-2-1 0-16,-9 1-19 0,-2-3 12 0,-2 1-13 0,-2-1 20 0,1-1 0 15,-4-2-5-15,-1 0-15 0,-2-5 15 0,-2-1-15 0,0 1 13 16,1-2-1-16,-2 3-6 0,1-3-5 0,-2 2 5 0,-3-1-4 0,3-4 3 15,-1 2 2-15,0-2-4 0,1-1 0 0,-3 0 5 0,1 2-5 16,-2-1 4-16,1 2-2 0,-2 1-3 0,-1-1-4 0,-3 2 16 16,-5-3-10-16,0 1 23 0,-2-3-8 0,-2 0-13 0,-3-2 3 15,-6 1-3-15,0 0 4 0,-2-1-7 0,-4 3-2 0,-1-1-2 0,-3-1-7 16,-3-2 8-16,2 1-4 0,-3 0 14 0,0 4-2 16,2 1-4-16,-4 0-15 0,-1 1 14 0,-3-1-12 0,-4 0 19 15,-2-2-3-15,0-1-8 0,0-2-3 0,0 2 4 0,-1 0-2 0,1 0 6 16,-2-1 1-16,2-1-5 0,-3-1-5 0,-1 3 5 15,-5 4-6-15,-4 0 9 0,-1 5-3 0,-3 2-2 0,-4 2-9 0,-1-1 8 16,-1 1-3-16,1 3 18 0,0 1-6 0,-3 1-6 0,-9 1-7 16,-2 0 7-16,-7 1-4 0,4-1 9 0,3 4-1 0,-1 2-4 0,-4 2-10 15,-3 1 7-15,-2 1-5 0,1 1 17 0,7 2-2 0,2 1-5 0,-3 5-13 16,-2 0 0-16,1 1 11 0,-4 2 10 0,9-1 4 16,4 3-15-16,0 3-9 0,3 3 11 0,1 3-7 0,-1 1 10 0,5 3 2 15,3-1-6-15,-1 4-9 0,4 0 10 0,2 0-9 0,5 2 10 16,3 1 2-16,-2-1-2 0,-3 5-1 0,4-1-1 0,-1-1 0 15,1 6-1-15,2 0-1 0,-1 3 0 0,4 5 0 0,4-1 2 16,2 3-2-16,4-1 2 0,1-2 0 0,4-1-1 0,-2 3-2 0,5 1 3 16,0 2-2-16,6 0 8 0,4-2-4 0,4-4-2 0,4 4-12 15,4-2 12-15,3 0-7 0,4-1 16 0,9-1-1 0,3-3-9 16,8-2-5-16,3-3 10 0,2 0-6 0,1-1 12 0,4 1-4 16,5-2-6-16,12-1 3 0,6-4 7 0,7-4-2 0,1 1 9 15,-3 2-5-15,2 4-7 0,6 2-13 0,10-5 24 0,6-3-15 16,2-5 39-16,-1-5-13 0,-6 4-19 0,7 6-12 0,5-6 6 0,-1-2-4 15,2-5 10-15,-8-8-2 0,-3-2-5 0,7 1 1 0,2-5-3 16,-2-4 2-16,-3-4 3 0,-9-4-1 0,-1-3 3 0,8-5-16 16,1-1 13-16,-1-1-11 0,-3-3 15 0,-9-1 0 0,-1 1-7 0,7-6-11 15,-1-1 11-15,-2-1-11 0,-4-4 13 0,-11 2 0 0,-4-2-6 16,2 2-11-16,-2-3 13 0,-1-2-10 0,-3-2 18 0,-11-3-2 16,-1 0-4-16,-6-6-11 0,-4 3 11 0,1-1-6 0,-8-2 15 15,-7 4-1-15,-3 2-8 0,-4-2-6 0,-3 1 9 0,-3-5-5 16,-3-3 9-16,-4 3 0 0,-5-3-5 0,-2-1-13 0,-3 0 15 0,0-2-12 15,-2 3 23-15,-3 3-4 0,-4-3-9 0,-5-5-1 0,-7-1-1 16,-5-2 1-16,-1-1 5 0,6 3-4 0,-4 2 0 0,-3 4-13 16,-3 0 12-16,-7 4-9 0,4-3 21 0,4 3-3 0,-3 3-8 0,-3-1-11 15,-6 5 8-15,-4 2-8 0,0 3 13 0,-2 6 1 16,0 6-5-16,1 3-7 0,-4 4 7 0,2 4-6 0,-4 4 11 16,-2 2-4-16,-1 1-2 0,-6 0-2 0,4-1-1 0,3 4 2 15,-1 1-1-15,-1 9 3 0,-5 1-1 0,-9 6-10 0,-3 2 10 16,1 7-9-16,0 5 20 0,-1 4-4 0,1 4-4 0,-7 6-6 15,0-2 2-15,1 3-1 0,1 3 6 0,6-3-3 0,0 3-2 0,-3 4 1 0,2 1 0 16,4 4 1-16,10 5-3 0,7-6 1 0,6 3-4 0,-50 53-45 16,99-108-42-16,-52 103 115 0,41-54-66 0,8 2-2 0,3 4-35 15,13-1 8-15,9-1-16 0,11 4-39 0,-3-2-67 16,5 7-51-16,4 8-237 0,7 4 270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42:48.2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22433 5661 217 0,'6'-10'269'0,"-3"2"-160"0,1 1 163 0,1 2-198 0,-1 2-66 0,2 2-1 0,0 0-1 0,1 1 3 0,2 0 0 0,4 0 12 0,0 0 13 0,3 0-5 0,2-3 24 0,1 2-6 0,1-3-9 0,0 3-18 0,2-3 14 0,-5-1-13 0,2 1 15 0,3 0-5 0,3 0-8 0,6 1-18 0,2 0 11 0,-3 0-11 0,-1-1 18 15,2 4-3-15,-2 0-7 0,6 2 5 0,3-1 5 0,3 0 0 0,6-1 11 0,-5 0 3 0,-5 0 1 16,1 0-10-16,0 0 6 0,0 0-8 0,2 1 1 15,-4-1-1-15,1 2-7 0,1-4-16 0,4 2 18 0,3 0-16 0,2-1 22 16,-1 1-7-16,-7-1-7 0,4 0-9 0,-2 1 7 0,-2-3-4 16,3 3 10-16,-5 0-1 0,-1-3-9 0,2 3-4 0,3-1 13 15,2-1-9-15,2-2 18 0,-2 2-7 0,-6-1-7 0,2-3-14 16,-2 4 14-16,-1-1-10 0,5 0 16 0,-6-1-1 0,0-1-12 0,0 2-7 16,-2-1 7-16,1 2-8 0,2 2 8 0,1 0-4 0,0 0-5 15,-1 0-40-15,-5 0-4 0,-8 0-9 0,-5 1-45 0,-4 3-26 16,0 0-21-16,3 1-133 0,-3 1-90 0,-3 2-10 0</inkml:trace>
  <inkml:trace contextRef="#ctx0" brushRef="#br0" timeOffset="2080.73">7050 7109 390 0,'-7'-11'53'0,"0"-1"6"0,2 2-31 0,0 2 21 0,2 1-13 0,-1 2 3 0,2-1-1 0,-1 3 9 0,1-1 18 0,-1 4-15 0,0 0 9 0,1 0-6 0,0 1-8 0,-1-4-13 0,1 3-2 0,1 0-1 0,0 0-1 0,0 0-8 0,1 0-7 0,0 0-29 0,0 0 23 0,0 0-19 0,0 0 34 0,1 0-3 15,0 2-10-15,1 2 3 0,3-4 12 0,-2-2-5 0,3 1 19 16,-2-2-3-16,2 5-10 0,0 0-21 0,1 0 24 0,2-1-22 0,0 0 30 15,1-1-7-15,0 1-12 0,2-1 1 0,0 2-4 16,3-1 5-16,0 0 8 0,2-1 0 0,4 2 1 0,2 0-19 0,2-2 20 16,-1 0-16-16,-5 1 26 0,-1-1-8 0,6 0-13 0,1-1-7 15,6 0 5-15,2 0-4 0,-3-2 7 0,1 0-4 0,1 3-1 0,4-2-15 16,1 1 13-16,4 1-10 0,7-2 32 0,-1 1-2 0,-7 0-5 16,6-1-1-16,-4 5 6 0,-2-3-5 0,4 1 0 0,-6 1-2 15,0-4-6-15,2 2-3 0,1 3 2 0,4-2-4 0,3 0 3 16,-2-1-3-16,-5 2 0 0,-1-2-5 0,-4 0 1 0,-1 0-2 15,3 1-2-15,-5-1-1 0,-1 0-3 0,1 1-8 0,-1-1 8 0,2 2-6 16,2-1 11-16,-1-1-3 0,4 1-8 0,2 0-18 0,-11-1 5 16,3 2-8-16,-4-1-11 0,-1-1-6 0,5 0-12 0,-1 0-31 15,-4 0-4-15,-3 0-9 0,-1 1-55 0,-2-1-36 0,-2 0-28 0</inkml:trace>
  <inkml:trace contextRef="#ctx0" brushRef="#br0" timeOffset="6416.46">14493 8835 271 0,'-1'-6'20'0,"-1"1"11"0,0 1-29 0,0 1 15 0,0 1-15 0,1 0 33 0,-1 1-7 0,1 0-6 0,0-1-8 0,0 2 8 0,1-1-3 0,0 1 11 0,0 0-3 0,0 0-10 0,0 0-20 0,0-1 18 0,0 1-18 0,0 0 21 0,2-3-11 0,-1 3-7 0,3-1-4 0,-2 1 5 0,3 0 4 0,-1-1 27 0,2 1-8 0,-1 0-10 0,2 0-20 0,2 0 23 0,2 0-18 0,2 0 31 0,1 0-7 0,2 0-11 16,3 0-7-16,3 0 4 0,2 0 0 0,-2 0 14 0,-1-1-1 0,-6-2-7 16,3 0-14-16,4 2 21 0,2-3-18 0,8 0 31 0,-3 1-3 0,1-3-6 15,2 0 1-15,-1 1 13 0,4-1-6 0,1-1 19 0,4 3-3 16,5-1-9-16,2 1-6 0,-3-1 1 0,3 1-7 0,-2 2-4 15,-2-2-3-15,5 1 2 0,-1 2-1 0,0 1-13 0,2 0 10 16,5 0-2-16,0 0-4 0,1 1 6 0,-2 1-27 0,-3-1 16 0,-1 0-12 16,-1 1 23-16,-1-2-7 0,0 1-10 0,5 0 1 0,6 0-2 15,-2-1 4-15,-3 0 4 0,-3-1-3 0,-2-1 0 0,0-2-5 16,5 1 12-16,-3-1-9 0,2 0 18 0,3 2 4 0,3-2-4 0,5 1-11 16,-2 1 8-16,-4-2-9 0,-4 2 20 0,-3-2-9 0,2 0-5 15,5 3-8-15,5-2-1 0,0 2 1 0,-2-1-4 0,-2 1 5 16,-4 0 2-16,0 0-19 0,-1 1 8 0,-2-2-10 0,3 2 19 15,-1 2-1-15,2-1-1 0,0 1-21 0,-8 1 14 0,-4-2-12 16,-4 1 21-16,-5-1 2 0,1 1-5 0,-2 0-20 0,-3 0 15 16,-2 0-15-16,-1 0 25 0,-1 2-1 0,-1-2-8 0,0 0-5 15,-2 2 5-15,-1-3-5 0,-2 1 3 0,-1-2 2 0,-5 3-2 0,-1-2-4 16,-3-1 9-16,-4 2-6 0,0-2 11 0,-1 1-3 0,-6-1-5 0,2 1 0 16,-2-1 0-16,1 0 1 0,3 0 3 0,-6 0-2 15,3 0 0-15,-4 0-6 0,4 0 2 0,0 0-1 0,0 0 0 16,0 0 2-16,0 0-2 0,0 0-15 0,0 0 14 0,0 0-15 0,1 1 12 15,-1 2-9-15,0 0-7 0,0 0-20 0,-2 0 1 0,2 2-2 16,0 0-12-16,0 2-20 0,1-2-17 0,0 1-92 0,2 2-28 16,-1-1-17-16,0 2 40 0</inkml:trace>
  <inkml:trace contextRef="#ctx0" brushRef="#br0" timeOffset="9831.7">18860 8841 256 0,'8'-8'1'0,"-3"2"24"0,2 3-5 0,0 0 2 0,-1 0-27 0,2 1 23 0,1 2-18 0,-1-1 45 0,1 1-3 0,1 0-12 0,1 0-24 0,3 0 27 0,-1 0-27 0,3 0 15 0,-1 0-5 0,4 0-10 0,1 1 9 0,4 0-5 0,1 0 7 0,1 1 1 0,0-1 8 0,-1-1 1 0,-5 1-21 16,1 1 37-16,4-2-32 0,1 1 42 0,3 0-7 0,0 0-15 0,-2 2-16 0,1-2 11 0,1 1-10 0,3 0 13 0,0 1-5 0,3-1-12 15,8-1-7-15,1-1 9 0,-2 2-9 0,-6-1 11 0,-3-1-4 16,-2 0-2-16,2 0-11 0,3-1 9 0,-5-1-7 0,1 2 19 16,-3-1-3-16,-2 0-10 0,2-2-7 0,3 1 14 0,0 1-11 15,5-1 21-15,-2-2-8 0,-2 2-6 0,-1 1-5 0,-8-2 2 0,3 0 1 16,0 0 18-16,-2 1-8 0,7 1-4 0,-4-2-19 0,-1 1 12 15,0 1-9-15,-2 1 16 0,-1 0-6 0,-1 0-8 0,0 0 0 16,0 0 0-16,-3 0 3 0,-1 2 2 0,-3-1 1 0,-3 1-4 0,0 0-9 16,-4 0 11-16,-4-1-12 0,0 0 7 0,-5 0-5 0,0-1-6 15,-4 3 14-15,-2-2-6 0,-3 1 11 0,-3-2-7 0,-2 1 4 16,-3 0 0-16,-4 0-14 0,-3 2 13 0,-3-2-12 0,0 1 20 0,-2-1-7 16,-3 1-6-16,-1 1 2 0,-5-1-4 0,-4 1 5 0,-2 0 2 15,5-1 1-15,-5-1 2 0,-3 3-23 0,0-2 22 16,-3-1-19-16,4-1 26 0,5 1-4 0,2 0-10 0,-3-1-9 0,-3 0 11 15,2 2-6-15,5-2 17 0,0 0 0 0,3 0-9 0,-3 0-4 16,-4 0 4-16,3 0-4 0,2-2 6 0,7 2-4 0,3 0 0 0,2 0-6 16,4 0 4-16,3 0-2 0,0 0 11 0,3 0 3 0,3-1-4 15,1-1-7-15,2 0 11 0,2 0-11 0,2 0 14 0,1 0-3 16,2-1-4-16,0 2 3 0,0 0-2 0,2-1 3 0,0 2-3 16,-1 0 1-16,1 0-3 0,0-1-23 0,4 1 25 0,-1 0-21 15,0-1 28-15,2 1-6 0,-2 0-14 0,2 0 1 0,-1 1 0 0,2-1 3 16,1 1 2-16,0-1 2 0,4 2-1 0,-1 0-2 0,1 0 5 15,0-1-6-15,3 0 2 0,0-1-2 0,2 1-1 0,4-1-1 16,4 0 6-16,2 0-1 0,4 0 9 0,2 0 1 0,5-1-7 16,5 0-4-16,-2 1 9 0,-6-1-9 0,0-1 2 0,-4 2-1 15,-1-1-1-15,6 0-16 0,-5 1 12 0,0 0-8 0,-1 0 24 16,-2 0-8-16,-1 0-10 0,4 1-55 0,1 0 13 0,3 1-27 0,1 0-33 16,-3-1-28-16,-1 3-29 0</inkml:trace>
  <inkml:trace contextRef="#ctx0" brushRef="#br0" timeOffset="28969.86">24853 9114 343 0,'19'-8'49'0,"6"1"-38"16,3 2 23-16,3 0-46 0,4 3 36 0,2 1-1 0,0 0-5 0,-3 1-15 0,3-2 21 0,0 1-19 0,0 0 15 0,6 0 1 0,-2-1-7 0,4 0-14 0,3-1 5 0,3 2-5 15,2-3 14-15,-3-1-3 0,-5 0-3 0,2-4-21 0,-2-3 27 0,1 0-19 0,5-5 33 0,-2 0-11 0,4 2-15 0,6-6-11 0,3 0 14 0,-7-2-6 0,4-3 20 0,-9-1-4 0,-2-1-15 0,9-1-20 0,-6-2 27 0,0 3-23 0,-1-1 28 16,-5 5-8-16,-2 2-15 0,-3-3-4 0,-9-2-7 0,-5-3 6 16,-5 0-5-16,-3-4 3 0,2 4-1 0,-3-5-8 0,-4-1 16 15,-3-2-13-15,-1-4 16 0,-1 1-8 0,-3 1-5 0,-3 2-9 16,-2-1 17-16,-6 2-7 0,-3-4 28 0,-2 0-2 0,-6-1-12 0,-5-3-5 16,-5 1 18-16,-3 2-12 0,0-3 22 0,-3 3-8 0,-7 4-8 15,-3 2 18-15,-8 3-14 0,-1 1 19 0,1-2-2 0,-3 2-1 16,-4-3 0-16,-5 1-18 0,-6 3 20 0,-2-1-19 0,0 2 17 15,1 2-6-15,-4 2-8 0,-3 4-2 0,-3 2-3 0,-7 3 2 16,0 4-2-16,1 7-1 0,-4 3-3 0,-3 6-12 0,-2 3 19 0,-4 6-13 16,5 4 20-16,0 5-4 0,3 3-10 0,-5 8-4 0,-4 3 0 15,4 5 3-15,2 4 7 0,6 1 8 0,2 1-3 0,-4 3 5 16,3 3 22-16,6 3-18 0,9 6 15 0,8 0-1 0,5 1-5 16,3-4 5-16,6-1-8 0,5-6 6 15,8-2-5-15,11-2 0 16,6 0 2-16,9 2-32 0,7 1 25 0,6-4-24 0,9-2 26 15,8-10-2-15,6-1-11 0,14-2-6 16,3-3 2-16,1-1-1 0,5-3 16 0,-3-6-2 0,5-1-2 0,8-2 8 0,4-1 1 16,8 1 0-16,2-3-3 0,-3 0-2 0,-1-2 2 0,-1 0-14 0,-1 1 15 0,5-2-11 0,4-2 24 15,-2 1-9-15,-2 0-13 0,0-2-9 0,-4-2 9 0,1 1-8 0,4-1 8 0,1 0-6 0,2 0-6 16,-1-1-1-16,1 1-4 0,-6-1 3 0,3 2 2 0,-1-1-6 0,5 1-3 16,3 1-56-16,-5 1-10 0,-1 3-15 0,-6 1-100 0,-2 2-56 15,4 0-47-15</inkml:trace>
  <inkml:trace contextRef="#ctx0" brushRef="#br0" timeOffset="33328.19">27618 7498 835 0,'0'-6'208'0,"-3"-3"-106"0,2 4-76 0,1 1 5 0,1 2 27 0,0-1-14 0,2 0-15 16,0 0-17-16,0 1 7 0,3-1-2 0,1-1 22 0,1 1-2 0,1-1-6 0,2 0 2 0,0 2 13 0,1-3-9 0,1 3 10 0,-1 1-8 0,3 1-6 0,2 1-11 0,-1 5-3 16,1 1-1-16,0 2-4 0,0 1-3 0,1 1-1 0,1-2-12 0,1 1 9 0,2 1-7 0,-1-2 17 0,-1 3-6 0,1-2-9 0,1 2-1 0,-1 1 5 0,-2-3-3 0,-2 4 2 0,-1-3 3 0,-3 0-8 0,0-2-7 0,-9 1 19 15,-2 0-15-15,-2 2 32 0,-2-1-5 0,3 1-6 0,-1 0-4 0,-4 2 4 0,4 1-1 16,-3 0 15-16,2 0-8 0,-1 1-5 0,-9 0-19 0,0 5 10 0,-5-1-8 15,-2 2 26-15,0 0-6 0,-2 0-10 0,0 2-17 0,-4 1 15 16,1 1-14-16,2 0 19 0,2-5-3 0,0 0-7 0,1-2-17 16,0 0 15-16,1 1-13 0,1 0 25 0,1-1-3 15,1-2-9-15,2 0-20 0,0 0-6 0,0-2-4 0,2-1-40 0,2-2-20 16,2-1-20-16,-1-1-130 0,1-1-58 0,3-3-23 0</inkml:trace>
  <inkml:trace contextRef="#ctx0" brushRef="#br0" timeOffset="33769.14">28480 7574 1392 0,'7'-10'-33'0,"-7"3"46"0,-1 2 12 16,-1 1-4-16,2 4-3 0,0 0 14 0,0 3-13 0,2 0 29 0,0 2-6 0,0 1-1 0,1 2-20 0,1 1 18 0,-2 1-14 0,0 3 27 0,2-2-12 0,-2 1-13 0,0 1 1 0,0-1 2 0,0 6 0 16,-2 2-2-16,0-3-7 0,0 3-6 0,0-1-4 0,2 0-1 0,-1 2 0 0,2 0-4 0,-3 1-2 0,-2 4 0 15,-2 2-4-15,-4-1 1 0,1-2-2 0,0-5 6 0,3-3-2 0,-2 0-3 0,-2-2-15 0,-1 0 0 0,0-6-3 0,1-1 1 0,1-2-4 0,1 0-1 0,1 2-29 0,2-3-3 0,1-1-9 0,1-2-71 0,1-1-31 0,1-1-41 16,3-3-258-16,1-2 293 0</inkml:trace>
  <inkml:trace contextRef="#ctx0" brushRef="#br0" timeOffset="34107.58">28817 7487 956 0,'-5'-4'35'0,"2"0"-45"0,0 0 75 0,1 3-8 0,1 0-1 15,1 0-11-15,0 1 15 0,3 0-12 0,-1 0 8 16,1-2-5-16,2 0-9 0,-1-1-15 0,3-1 4 0,0 3-7 0,1-1 4 0,-1-1-1 15,3 0-2-15,2 2-4 0,0 0 9 0,2-2-10 0,0 2 4 16,2 0-3-16,1-1-6 0,3 2-15 0,1-1 9 0,2 1-9 16,-1-1 13-16,-2 0 1 0,-6 1-8 0,-1-3-14 0,0 0 14 15,-1 1-14-15,7-2 14 0,-2 2-1 0,-2-4-5 0,-1 3-22 16,-4-1 13-16,-1-1-15 0,-1 1 7 0,-1 0-10 0,-2 1-15 16,0 0-34-16,-2-1 4 0,1 1-13 0,-2-1-33 0,-1 2-17 15,-1 0-20-15,0 1-125 0,-1-1 166 0</inkml:trace>
  <inkml:trace contextRef="#ctx0" brushRef="#br0" timeOffset="34576.56">29054 7409 693 0,'-28'77'442'31,"21"-81"-12"-15,-49 127-416-16,55-119 7 15,-3 2-5-15,1-1-9 0,0 0-5 0,1-1 5 0,2-1-4 16,-1-1 7-16,1-1-5 0,0-1 0 0,0 3-4 0,3-2 10 16,-1 1-5-16,0-1 20 0,0-1-3 0,3 0-7 0,0 0-12 15,2-1 18-15,1-1-16 0,2 1 23 0,2 0-5 0,3-1-6 0,1 2 0 16,0-1-1-16,-6 0 0 0,2 0 2 0,-1-1-5 0,2 2-2 15,8 0-8-15,-1 2 4 0,1-1-4 16,1 1 2-16,-4 2 0 0,0 0-2 0,0 1-15 0,-3 0 16 0,0 3-13 0,-2 1 21 16,0 0-3-16,-3 0-10 0,3-1-3 0,2-2 4 0,1 0-1 15,-1 2 8-15,-1-1-6 0,-3 2-4 0,-3 1-8 0,-2-1 12 16,-2 0-4-16,-2-3 13 0,-1 0 0 0,-1 2-10 0,-2 0-2 16,-3 1 9-16,-2 0-7 0,-2 0 12 0,-1 0-2 0,-3 0-6 0,0 0-6 15,-2 0 7-15,0 0-5 0,0 1 14 0,0-1-5 0,0-2-8 16,-2 0 0-16,-1 0-1 0,0-3 2 0,-1 1 3 0,0-2-2 15,0 1-1-15,-2-2-5 0,0 0 2 0,1 0-1 0,3 0 3 16,1-2 0-16,7 0-1 0,3-2-5 0,-2 0-1 0,2 0-6 0,-4 1-27 16,1-1-2-16,3 0-10 0,2 1-8 0,1 0-9 0,0-1 2 15,3 2-40-15,1-2-12 0,3-1-16 0,4-1-120 0,1-3-71 16,2-1-21-16</inkml:trace>
  <inkml:trace contextRef="#ctx0" brushRef="#br0" timeOffset="34913.5">29848 7233 1111 0,'-15'-5'3'0,"0"2"-9"0,2 3 13 0,0 2 2 0,1 3 14 0,1-1-3 0,1 2-5 0,1 1-15 0,-1-1 10 0,1 2-10 0,0 0 5 0,1-1 1 0,0 0-6 0,1 0 9 0,2 0 8 0,0 0-1 0,3-1 7 0,1-1 3 0,2 0-4 0,2-3 1 0,3 1 10 0,2 0-10 0,1-1 1 0,3-1-9 0,0-1-7 0,0-1 6 0,2-1-8 0,1-1 9 16,1 0-9-16,-1-3 4 0,1 1 3 0,-1-2 3 0,-1 1 21 0,-2 0-14 0,-1-2 28 0,-3 0-5 0,-3 1-8 0,0-2-4 15,-1 0 13-15,0 1-10 0,-3-1 12 0,0 3-5 0,-2-2-11 0,-1 2-19 16,-2-2 3-16,1 1-10 0,-3 2-3 0,1 2 0 15,-2-3 0-15,0 5-15 0,-2-3 6 0,1 3-7 0,0-2 9 0,1 3-11 16,0 0-12-16,1 0-56 0,1 0 6 0,1 0-22 0,2 0-52 16,1 0-32-16,1-1-30 0</inkml:trace>
  <inkml:trace contextRef="#ctx0" brushRef="#br0" timeOffset="35220.1">30415 7057 897 0,'-10'1'-2'0,"3"0"10"0,1 2 13 0,1 3 7 0,-1 2 3 0,2 1 25 15,-1 2-19-15,1 0 27 0,0 3-12 0,0-1-12 16,-1 1 5-16,1 0 0 0,-2 1 6 0,1-1 10 0,-1 0-5 0,-1 0-6 15,-2 3-13-15,-1 1 4 0,0 4-7 16,-1 1-6-16,-2 4-10 0,1 1-7 0,0 0 7 0,-1-1 0 0,3-2 4 0,-1 2-8 0,0-1-3 16,-2 2-5-16,-3-1-6 0,-2 2 0 0,0-3 0 15,-1-2 1-15,2-2-1 0,2-3 0 0,-1 1-24 0,3-3 6 0,4 0-11 16,1-3-18-16,2 0-3 0,2-1-17 16,-6 1-35-16,2 0-53 0,0 0 20 0,3-2-56 0,3-2-39 0,2-2 32 15</inkml:trace>
  <inkml:trace contextRef="#ctx0" brushRef="#br0" timeOffset="35498.93">30507 7749 1478 0,'-25'4'40'0,"0"0"1"0,3 3-11 16,3 1 17-16,3 1-1 0,5 0 3 0,3 0 4 0,2 2-40 15,3-2 25-15,2 0-24 0,2-3 59 0,2-1-15 0,4-1-8 0,0-2-31 16,2 0 14-16,0-2-11 0,2-2 26 0,3 0-12 0,-1-3-13 16,2-2-9-16,0 0 8 0,1-1-5 0,1-2-2 0,-4 1-3 15,1 0-10-15,-4 0-8 0,-1 0 12 0,-2 0-9 0,-2 0 17 16,-6 1-2-16,-2 1-5 0,-1-2-6 0,2 0-1 0,3 0-2 0,0 0-5 16,-2 0-2-16,-9-1 0 0,-2-1-15 0,-4-1 0 0,-1 0-5 15,-1 0-12-15,-1 1-6 0,1-1-4 0,-2 0-24 0,2 1-24 16,1 2 1-16,2-1-136 0,1 1-10 0,3-1-33 0</inkml:trace>
  <inkml:trace contextRef="#ctx0" brushRef="#br0" timeOffset="36042.8">29116 7443 605 0,'0'-3'87'0,"-2"-3"-85"0,0 4-16 0,-2-1-2 0,1 2 32 0,-1 0-25 0,-1 0 57 0,2-1-3 0,0 0-7 0,0-1-12 0,0 1 18 0,1 0-11 0,1 0 37 0,-2-2-5 0,2 0-6 0,0 0-9 15,0 0 6-15,1-2-9 0,2 2-12 0,1-1-4 0,1 0-8 0,-1-2-8 0,4 4 11 0,0-2-8 0,0-1 21 0,1 3-8 0,2-1-8 0,0-1-10 0,2 1-1 0,2-1-1 0,-3 0 2 0,0-1 5 16,1 3 4-16,1-3-7 0,-1 1 3 0,0 1-5 0,1-1 4 0,-2 1-2 0,0-1-3 0,2 2-20 15,-2-1 16-15,0 0-16 0,1 1 19 16,1-1-5-16,-2 3-6 0,1 0-11 0,0 0 4 0,-2 2-5 0,-1 0-19 16,-1 3-26-16,-2-1-31 0,1 2-117 0,0 0-91 0,-2 1-10 0</inkml:trace>
  <inkml:trace contextRef="#ctx0" brushRef="#br0" timeOffset="78142.02">24121 9014 418 0,'11'0'334'0,"1"0"-12"16,8-1-321-16,4 1-5 0,1 3 4 0,1-3-1 0,-1 1 13 0,4-1 5 0,2 0-2 0,5-1 5 0,2 1 7 0,2-4-8 0,5-1-5 0,0-1-2 0,1 0-6 0,-5 1-11 15,0 1 6-15,0-2-4 0,-2 1 15 0,3-4 0 0,-2 1-7 0,4 0-8 0,0-1 19 0,4 0-16 0,2 2 26 0,-2-2-6 0,-3 2-6 0,4 0-5 0,-2 0 10 0,0 0-4 0,7 0 24 0,-6 2-3 0,3-1-8 0,3 2-19 0,1-1 17 16,-2 1-17-16,-6-1 16 0,-4 2-1 0,-3-2-8 0,-1 1-21 0,3-1 15 0,-3 1-14 0,0-1 22 0,-3 1-2 0,3-1-9 0,1 3-17 0,-1-4 20 16,2 3-16-16,-7-2 19 0,-9 1-6 0,-5 0-10 0,-1 0-11 0,2 1 14 15,0 0-7-15,-1-1 20 0,-4 2-2 0,-4-1-11 0,-2 0 3 16,-2 0 8-16,-2 1-6 0,-4-1 4 0,-1 1-1 0,-1-1 1 15,0-1-9-15,-1 1 4 0,-3-3-4 0,-3 3 13 0,-3-4-6 16,-5 3-7-16,-5-1-18 0,-6 1 17 0,-4 1-14 0,-5-1 23 0,0 2-1 16,-5 0-7-16,-7-1-12 0,-2 2 10 0,-2 1-7 0,0 0 27 15,1 3-3-15,-5 0-5 0,-6 0-2 0,-4 0 8 0,-4 0-6 0,3 0 8 16,0 0 2-16,2 0 0 0,-5 2-21 0,0 1 14 0,2-1-14 16,-4-1 23-16,5-2-3 0,0 3-7 0,-1-1-5 0,5 2 6 15,-2 0-7-15,5 0 4 0,6 0-2 0,0 2-3 0,4 0-7 16,3-1 11-16,2 0-7 0,11 1 23 0,8-1-7 0,8-2-9 0,2 0-21 15,5 2 16-15,3-3-14 0,5 1 16 0,1-1 0 0,1 1-12 16,3 0-10-16,3 1 10 0,2-1-8 0,2 1 22 0,3-3 0 16,1 1-2-16,5-2-7 0,3-1 6 0,5-1-6 0,7 0 1 15,5-1 1-15,4-1-1 0,-2 0-1 0,4-2 5 0,-1 1-3 0,1-2 2 16,5 1 3-16,1-1-7 0,6 3-13 0,6-3 21 16,1-1-17-16,-2 3 22 0,-4-3-1 0,-3 0-9 0,1 0-7 15,2-2 9-15,-3 0-7 0,0-1 6 0,0 0 1 0,-1 0-5 16,-3-1-17-16,-6 1 20 0,-3 0-16 0,-5 2 11 0,-2-2-11 0,-2 3-19 15,-1 1-40-15,-1 1-10 0,1 1-9 0,-1 3-107 0,3 0-70 16,-2 2-60-16</inkml:trace>
  <inkml:trace contextRef="#ctx0" brushRef="#br0" timeOffset="84693.98">13349 12185 217 0,'8'-11'140'0,"2"-6"-80"0,4-1 73 0,4 2-104 0,2 4-9 0,1 2-22 0,1 2 21 0,0 1-3 0,1 3-9 0,1-1-9 0,4 1 21 0,5-3-15 0,2 4 32 0,-1-3-7 15,-5 1-9-15,2 0-9 0,1-1 3 0,2 1-2 0,6-2 9 0,-4 0-1 0,2 0-5 0,3 3-5 0,2-1 8 0,5 3-10 0,3 0-2 0,-1 1 2 0,-1 0 2 0,1-2-12 0,1 1 6 0,-1-2-5 0,9-1 18 0,-2 1 1 0,5-1-2 0,8 1-28 0,-1 0 25 0,1 0-24 0,-4-2 29 0,-6 2-3 0,6 0-10 0,2 2-1 16,5 2-4-16,1 0 3 0,-2 0-1 0,-5 0 2 0,-4 0 3 0,5 0-15 0,7-2 19 0,4 2-17 0,-1 0 19 16,1 0-4-16,-4 0-10 0,4-1-7 0,7 0 10 0,4-1-4 15,0 2 15-15,-3-2 0 0,-4-1-12 0,3 2-11 0,8-1 21 0,2 0-17 16,-1 2 20-16,-5-2-8 0,-4 0-10 0,6 1 3 0,6-1-4 15,1-1 8-15,-3 0 9 0,-6 2-3 0,2 0-4 0,11-2-23 16,-2-1 22-16,0 2-17 0,-6-1 28 0,-5 2-5 0,8 1-9 0,4 3-13 16,-2-3 10-16,-4 0-7 0,-5 0 23 0,1 0-5 0,3 0-9 15,1 2-14-15,0-1 20 0,-6-1-15 0,3 2 24 0,0 0-6 16,-1-2-11-16,1-2 12 0,-3 0-13 0,0 2 13 0,5 2-10 16,-2-1 3-16,-3-1 9 0,1 1-21 0,-2 2 24 0,8-2-22 15,2 2 24-15,-6-1 0 0,-1 0-12 0,-1 0-7 0,4-1 1 0,3 2-4 16,4 0 9-16,-5-3 2 0,-4 1-1 0,11-1-20 0,3 1 20 15,0-1-18-15,-1 0 23 0,-10 1-2 0,4-1-10 0,8 0 2 16,-2 2-1-16,0-2 2 0,-4 2 4 0,-1-1-2 0,3 2-2 0,4-3-8 16,-3 1 8-16,-2 1-6 0,3-2 15 0,-4 2-7 0,1-2-6 15,0 1-6-15,2 2 7 0,1 0 1 0,0-1 26 0,-6 1-2 16,-5-1-7-16,6 2-20 0,4 1 19 0,-1-2-17 0,-1-1 20 16,-10 1-5-16,3-1-10 0,8 2 1 0,-2-1 3 0,-1-2 1 15,-6-1 10-15,0 0-4 0,1 1-6 0,3 1-8 0,-2-2 14 16,-8 0-11-16,1 0 15 0,0 0-2 0,94-3 5 15,-178 4 13-15,166-10-47 0,-79 8 32 0,-3 0 1 0,-2-3-3 0,2-1-15 16,-5 0 14-16,1 2-14 0,6-1 17 0,0 2-3 0,-2-1-7 16,0 1-21-16,-4 0 16 0,3 1-14 0,4 1 24 0,-1 0-1 15,-3 0-9-15,0 1-11 0,3 2 17 0,3 0-14 0,3 0 13 0,-1 0-1 16,-5 0-9-16,8-1-9 0,3 2 11 0,0-1-6 16,3-3 17-16,-10 2-2 0,0 1-8 0,8 0-3 0,-3 1 5 0,1 0-5 15,-6-3 2-15,-7 3-1 0,4 0-4 0,2-1-3 0,-4 1 8 16,-7-2-2-16,-6-1 14 0,-7 1-5 0,3-1-7 0,4 1-18 15,-4 1 15-15,-2-3-11 0,-8 0 28 0,-5 0-8 0,-2 0-8 0,1 1 1 16,3 1-5-16,-1-2 7 0,-9 1-3 0,-3 1 1 0,-4 0 0 16,0-1-24-16,1 2 9 0,-3-1-15 0,-3 3-7 0,-1 2-4 15,4-1-5-15,7 3-28 0,3 1 4 0,2 0-7 0,-4 2-1 16,-4 0-14-16,-1 2-14 0,0 1-116 0,-1 4 135 0</inkml:trace>
  <inkml:trace contextRef="#ctx0" brushRef="#br0" timeOffset="86477.31">9506 13822 217 0,'13'6'59'0,"-4"-9"-39"0,3 0 15 0,5 3-1 0,4-2 5 0,2 4-11 0,6 1 2 0,3 3-4 0,-1 0-7 0,0 0 0 0,1-1 10 16,3-1-5-16,1 0 25 0,6-1-4 0,1-2-9 0,5 5-32 0,6-2 33 0,8 1-29 0,2 3 38 0,-2-4-14 0,2 2-15 0,1-2 1 0,2 1-7 0,10-1 8 0,6 1-3 0,-1-2-1 16,0-2 0-16,4-1-20 0,-2-2 15 0,4-2-13 0,5-1 22 0,-5-1-8 0,1 1-10 0,2-5-3 0,-2 0 7 0,7-3-1 0,-2 1 14 15,-6 0 1-15,-3-2-9 0,-3-6-22 0,1 0 30 0,4-4-28 0,-4 1 40 16,-7-2-12-16,-4-3-11 0,-2-1 4 0,-2-3 3 0,2 2 5 16,-1 1 22-16,-4 2-6 0,-7-1-6 0,-2-4-21 0,-7-3 11 0,-6-1-11 15,1 2 11-15,-8 0-4 0,-3 0-9 0,-2-1 6 16,-3-4-6-16,-5-1 7 0,-2-1 1 0,-5 4-1 0,-1 0 1 0,-4 0-17 15,-3-4 19-15,-3-4-16 0,-4-5 21 0,-4 2-5 0,-2 0-13 16,-5-3 3-16,-5-2 7 0,-2 2-1 0,-3 1 16 0,-1 5-4 16,-4-1-10-16,-5-4-15 0,-3-4 12 0,-4 1-11 0,-2-2 11 0,-3 3-3 15,-3 0-4-15,-3-1-9 0,-6 3 3 0,-1-1-2 0,-6-3 15 16,1 1-2-16,0 0-1 0,-9-1-12 0,-1 2 7 0,-5-1-8 16,-5 6 8-16,4 6-3 0,-5 5-1 0,-10 3-13 0,-5-2 11 15,-5 3-6-15,-4 2 21 0,0 4 1 0,-1 6-12 0,-11 4-5 0,-4 3 9 16,-3 6-9-16,-2 3 6 0,2 4-2 0,-4 6-6 0,-6 7-4 15,-4 1 7-15,1 4-3 0,0 8 9 0,6 1-3 0,-3 6-6 16,-3 4-19-16,0 0 12 0,0 3-12 0,-1 6 15 0,9 4-2 16,0 5-3-16,-4 6-12 0,2 0 3 0,2 3-1 0,-2 0 4 15,10 0 7-15,1 2-8 0,0 6 8 0,7 5 6 0,2-2-5 16,7-2 10-16,6-8 0 0,5 5-4 0,8 0 0 0,9 2 0 0,7-1 2 16,6-4 12-16,10-8-8 0,4-4 2 0,7-4-7 0,8 2 6 15,6-3-5-15,10-1 5 0,11-2 1 0,5-4-5 0,7-2 5 16,9-4 1-16,7-1 2 0,10-1 7 0,6-6-1 0,0-2 1 0,10-1-3 15,4-9 7-15,5 0-3 0,10-5 16 0,6-2-3 16,10-2 0-16,14-1-15 0,1-3 9 0,7 0-8 0,5-3 15 0,2-1-3 16,6 0-6-16,134-8 0 0,-258 8-23 0,275-6 12 15,-139 4-4-15,1 2 0 0,5 0-14 0,-1 0 15 0,2 1-13 16,-1 3 26-16,-6-1-12 0,-2 4-14 0,5 1-38 0,-7 2 1 16,-1 3-10-16,-4 2-16 0,-9 2-16 0,-1 1-12 0,-2 2-54 0,-6 2-42 15,-6 3 7-15,-10 2 30 0</inkml:trace>
  <inkml:trace contextRef="#ctx0" brushRef="#br0" timeOffset="89511.33">10702 15290 217 0,'1'0'82'0,"-1"-6"-53"0,-3 2 31 0,3-1-44 0,2 2-4 0,1 1-11 0,9-1 4 0,3 0 5 0,2 2-3 0,4-3 2 0,2 2 9 0,2-1-5 0,2 1 20 0,0-2-6 0,2 0-5 0,3 0-24 16,2 2 24-16,0-1-22 0,5 0 22 0,1 1-3 0,3 2-10 0,3 0 2 0,-2 0-5 0,-2 2 5 0,3 1 2 0,0 0-5 0,4 0-2 0,6 3-12 0,5-4 14 0,5 3-11 0,5-1 15 0,-3 1-8 0,0-4-6 0,4 3 0 0,4-1-4 0,10-2 6 0,6 2 5 0,-3-2 0 0,2 0-2 0,2 1-13 0,5-2 14 0,6 0-13 15,3 1 22-15,-5 0-6 0,-1 0-7 0,8-1-9 0,3 0 7 16,1 0-4-16,0 0 21 0,-5 0 2 0,3 0-6 0,6 0 12 16,-2 0 6-16,-1 0-4 0,0-1 3 0,-2 1 1 0,-1 1 0 0,2-1-18 15,2 3 14-15,-1-1-11 0,2 2 30 0,-6-2-5 0,-5 0-7 16,8 1-27-16,1 1 17 0,-1-2-19 0,-1 1 17 0,-5 1-5 16,-1-3-8-16,7 1-13 0,-4 1 5 0,-2-2-3 0,1 0 23 15,-4 1-3-15,-1-2-6 0,1 0-21 0,-6 0 15 0,4-2-15 16,0 4 21-16,-5 0-6 0,-5 0-5 0,-4 0-6 0,0 1 6 15,1-1-2-15,1 1 11 0,-8-2 1 0,-7 0-7 0,-3 1-5 0,-2-1 13 16,4 2-11-16,3-2 11 0,-6 0 3 0,-5-1 0 0,-3 0 3 16,-4-1-4-16,-3-2 4 0,2 2 6 0,-1 1 2 0,3 0-1 0,5 0-31 15,-6 0 28-15,-2-1-27 0,-4-1 28 0,-6 1-1 0,1 1-13 16,0-1-4-16,0 0 6 0,2 1-5 0,2 0 6 0,-3 0 0 16,-6-2-4-16,2 1-7 0,-6 0 6 0,-2-1-8 0,1 4 8 15,-7-1-5-15,-2 2 0 0,-1 0-13 0,-1 0 12 0,-2 3-9 16,-1 0 5-16,-1 0-19 0,-1 2-24 0,0 1-59 0,1 1-8 0,-2 1-16 15,-2 1-110-15,-4 1 145 0,-4-2-26 0</inkml:trace>
  <inkml:trace contextRef="#ctx0" brushRef="#br0" timeOffset="90860.22">2546 14089 778 0,'-7'-14'199'16,"1"3"-105"-16,4 4-62 0,0 3-25 0,1 2-3 0,0 2-7 0,1 0-4 0,0 1-4 0,0 0 1 0,1 1 5 0,1 1 15 0,0-1-2 0,0 3-4 0,2 0-9 0,-1 1 10 0,1 3-9 0,0 2 9 0,1-1-1 0,-1 5-2 0,2 3-1 0,0 1 5 0,1 3-2 0,1 2 14 0,1 3-1 0,0 1-4 0,-1 7-13 0,1 0 22 0,0 6-20 15,-1 1 26-15,1 0-6 0,0 4-10 0,1 5-6 0,2 4-6 16,0 4 2-16,1 5-2 0,0-1 1 0,0-2 2 0,0 3-4 0,1 1 6 15,-2-1-6-15,1 3 4 0,1 3-3 0,-2-1-3 0,16 70 2 16,-28-138 11-16,29 134-16 0,-16-70 9 0,-1 0 0 16,1 5-15-16,-1-5 18 0,0-1-17 0,1-4 22 0,-2-6-2 15,-1 0-8-15,3-1-4 0,1 0-3 0,0-3 2 0,1 0 6 16,-3-7 0-16,0 2 0 0,-1-1-14 0,0-5 10 0,-2-2-12 0,-1-5 9 16,0-2-8-16,-1-3-7 0,-1 1-25 0,1-2-8 0,0-5-2 15,1 0-52-15,0-6-24 0,-1-1-27 0</inkml:trace>
  <inkml:trace contextRef="#ctx0" brushRef="#br0" timeOffset="91592.65">1531 15605 1280 0,'-11'-26'28'0,"5"-3"-15"0,5 1 10 0,1 0-10 16,1-4-5-16,2-2 4 0,3-4-6 0,2-6-15 0,2 0 25 15,0-1-21-15,1-1 34 0,0 0-9 0,0-3-11 0,3-2-3 16,-1 0-5-16,2 1 6 0,-3-5 4 0,1 1-3 0,-3-3-1 15,2-4-9-15,-2 0 8 0,0 2-8 0,-1 1 10 0,-1 6 2 16,1-4 1-16,1 0-4 0,0-1 6 0,1 3-2 0,-1 6 13 16,0 7-1-16,-1 6-8 0,0 5 0 0,-1 5 16 0,-2 7-10 0,0 6 14 15,-3 4-12-15,1 5-14 0,-1 3-9 0,2 1 1 0,0 5-1 16,2 4-2-16,0 5 3 0,2 5-1 0,1 8-6 0,2 6 19 16,-2 3-15-16,1 4 14 0,0 2-1 0,0 1-11 0,2 3-5 0,4-1 5 15,2-2-5-15,2-1 4 0,3-4 4 0,4-1 0 16,6 2-6-16,4-4 5 0,4-3-8 0,0-1 6 0,1-7-8 0,-2-2-1 0,3-2 6 15,-1-4-7-15,-2-6 10 0,-1-3 5 0,-4-3-3 16,-3-4 2-16,4 2-6 0,-1-2 2 0,0-1-2 0,0-1 7 0,-1-1 1 16,-1-1 0-16,-3-2-6 0,-3-1 1 0,-2 1-2 0,-3-2 2 15,-4-1 3-15,-4-4-2 0,-2-2-5 0,-5 2 13 0,-2-4-10 16,-1 2 14-16,-4-3-5 0,-1 2-7 0,-6-2 1 0,-2 1-3 16,-4-3 2-16,-6-1-16 0,-3 0 6 0,-6 1-5 0,-5 1-5 0,-5 1 20 15,-5 4-16-15,-5 2 17 0,-2 3-2 0,1 2-8 0,-4 4-10 16,-2 4 14-16,-5 4-9 0,-5 2 22 0,-6 3 0 0,-4 3-10 15,-2 7-1-15,-1 2 2 0,3 5-2 0,0 3 1 0,0 1-1 16,-9 4-3-16,-4 6 2 0,1 1 5 0,0 4-1 0,5 0 7 16,-1-4 0-16,-4 2-7 0,2 3-11 0,4 0 16 0,13 0-14 0,6-1 18 15,10-3-6-15,-1-7-11 0,4-3 9 0,5-6-2 0,8-6 6 16,8-5 2-16,11-3 0 0,8-8 0 0,3-2-16 0,5-4 10 16,6 0-9-16,4-5 11 0,7-1-1 0,6-5-6 0,10-3-5 15,3-4 6-15,4-2-2 0,4-1 14 0,-1 0-5 0,2-1-3 0,3-2-10 16,5-3 8-16,10 1-5 0,3 3 9 0,0 0-2 0,-1 2-4 15,-5 4-12-15,-5-1 12 0,-5 6-7 0,-3 2 20 0,-6 3-1 16,-3 5-9-16,-2 2-14 0,-5 4 16 0,-5 3-14 0,-4 2 16 0,-8 5 3 16,-1 2-6-16,-4 6-10 0,-6 1 14 0,-2 5-12 0,-4 5 15 15,-7 2-1-15,-3 6-9 0,-6 3-9 0,-3 6-3 0,-3 2-5 16,-2 1-45-16,5 2-14 0,0 4-16 0,4 4-67 0,3 4-20 16,1-1-5-16,4-2-107 0,4-5 170 0,5-1-15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45:27.5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9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8:46:06.546"/>
    </inkml:context>
  </inkml:definitions>
  <inkml:trace contextRef="#ctx0" brushRef="#br0">11456 3882 217 0,'22'-10'365'0,"-2"1"-206"0,-1-2 230 0,6 8-295 0,-1 1-78 0,5 2-15 0,6 0 30 0,-1 3-2 0,-5-2-8 0,3 0 9 0,0-1 7 16,2 0-4-16,7 0 6 0,0 0-4 0,0 0-2 0,5-1-9 0,6 1 4 0,5-1-2 0,3 1 13 0,-3-1-9 15,2-2-5-15,1 0-7 0,6 2 3 0,7-1-4 0,7 0-1 0,3 2-4 0,-1-1-2 0,4-2-8 0,-1 2 9 0,4-1-6 0,5-1 17 0,4 2-1 0,-5-1-8 0,3 0-7 0,1-2 9 0,2 2-8 0,0 0 13 0,-2-2-5 0,-2 1-3 16,1-1 22-16,9 0-16 0,-1 1 18 0,-2 1-11 0,-5-2-6 0,-2 1 3 0,7 1-12 0,4 1 6 0,1-1-6 0,-1 0 5 0,-3 2 1 0,2-2-4 0,9 1-10 0,-3-1 14 15,1 0-12-15,4 0 23 0,-4 0-7 0,1-1-10 0,6-3-8 0,5 3 15 16,-2-2-11-16,4 2 22 0,-6-2-5 0,2 0-8 0,8-3-12 0,1 0 11 16,4-1-10-16,-3 0 6 0,-1 2-1 0,-1-1-6 0,9 2-3 15,-2-2 7-15,-2 0-6 0,1 1 4 0,-5 0 1 0,1 1-4 0,3 3-3 16,2-1 7-16,-1 1-6 0,-1 0 6 0,-6-2 3 0,4 0-4 16,3 2-5-16,-4-2 12 0,2 3-10 0,0-2 17 0,-5 1-2 15,-5 1-4-15,4 0-12 0,-2 1 12 0,-4-2-11 0,0 2 12 16,-8 1 0-16,-5-1-7 0,2 1-13 0,-2 0 15 15,-1 2-13-15,-7-2 24 0,-3 2-5 0,-1-1-8 0,2-1-17 16,-3 1 15-16,-8-1-11 0,-6 0 25 0,1 0-7 0,-1 0-8 0,0 0-2 16,-3-1 1-16,-9 0 1 0,-5-2 3 0,-6 1-2 0,-1-1-1 0,2 0-5 15,-4 0 2-15,-6 0-1 0,-10-1 3 0,-8 0 1 16,-7-1-2-16,-1 0-6 0,0-1 8 0,-8 2-7 0,-3-1 10 0,-5 2 1 16,-4-1-3-16,0 2-10 0,-2 1 5 0,-2-3-7 0,0 1-5 0,-1 1-7 15,-2-1-10-15,1 0-35 0,-3 1-7 16,-2 1-11-16,-3-2-95 0,-2 1-59 0,-3 0-52 0</inkml:trace>
  <inkml:trace contextRef="#ctx0" brushRef="#br0" timeOffset="5078.95">16352 969 478 0,'-4'-2'105'0,"0"0"17"0,1 0 15 0,1-1-53 16,1 1 19-16,-1 0-16 0,2 1-19 0,0-1-36 0,0 0 16 0,0 2-27 0,0 0 9 0,0-1-6 0,0 1-12 0,0 0 12 0,0 0 7 0,0 0-1 0,0 0 28 0,0 0-2 0,0 0-7 0,0 0-28 0,0 0 27 0,0 0-34 0,0 0 29 0,0 0-5 0,0 0-11 0,0 0-13 0,0 0 19 0,0 0-20 0,0 0 37 15,3 4-6-15,-2-3-11 0,0 0 1 0,1 2 9 0,0-2-11 16,1 2 12-16,0-1-2 0,2 1-7 0,-1 2-21 0,3-1 16 16,0 1-21-16,0 0 23 0,2 3-6 0,1 0-8 0,2 1-11 15,1 1 8-15,1-1-7 0,-1 1 10 0,0-1-4 0,-1 1-2 16,2 3-14-16,1-2 10 0,2 4-8 0,1-3 20 0,-1-1-4 15,1-2-7-15,2 1-16 0,0 3 9 0,-5-2-6 0,-1-1 18 0,-1-1-1 16,-2-4-9-16,7 3-20 0,-2 0 16 0,0 0-16 0,0-1 22 16,-2 0-7-16,-4-4-9 0,-2 1-47 0,-1 1 2 0,0-1-20 15,0 3-73-15,-1-4 13 0,-3 1-20 0,0-2-130 0,0-2-58 16,0 0-43-16</inkml:trace>
  <inkml:trace contextRef="#ctx0" brushRef="#br0" timeOffset="5394.11">16914 811 1445 0,'-4'-7'133'0,"1"1"24"15,1 1 17-15,-1 3-55 0,3 1-6 0,0 1-32 0,0-1-30 0,2 2-29 16,0 2 3-16,0 3-9 0,0 4 21 0,2 2 2 15,-2 3 1-15,1 3 3 0,-2 0 8 0,2 0-12 0,-2 5 11 16,-1 0-8-16,0 3-8 0,-2 6-14 0,0 3 12 0,-1 5-15 16,-3 6 15-16,1-4-4 0,-1-1-8 0,-1 2-11 15,2-5 5-15,-3-1-9 0,-1 2 11 0,0-7-4 0,0-2-4 16,0 1-8-16,0-3 6 0,2-2-6 0,1 3 11 0,1-3-3 16,2-3-6-16,-1 3 0 0,2-3 2 0,0-2-2 0,1-1-1 15,1-3 0-15,0-2-1 0,0-5-19 0,0 0-4 0,0-4-5 16,1-2-27-16,1 0-14 0,1-1-11 0,2-3-49 0,1-2-40 15,-1 0 6-15,3-7-208 0,2-3-68 0,4-4-76 0</inkml:trace>
  <inkml:trace contextRef="#ctx0" brushRef="#br0" timeOffset="5976.31">17297 1362 406 0,'-8'-2'287'0,"2"2"-130"0,1-2 215 0,0 0-242 0,2-1 26 0,2 1-60 0,-1-1 19 0,2-1-34 0,0 1-36 0,2-4-38 0,0 1 22 16,0-2-22-16,1-1 53 0,-1-2-7 0,1-2-9 0,-2 1-7 0,1-1 15 0,2 1-17 0,1-1 17 0,0-1-9 0,0 1-15 0,2-2-12 0,0 2 12 0,1 0-16 0,0 1 11 0,-3 5-1 15,3-1-6-15,-1 3-2 0,-1 1 7 0,1 3-8 16,0 1 11-16,0 0-2 0,-1 2-6 0,3 2-6 0,0 1 11 16,0 2-11-16,4 0 17 0,-3 2-6 0,2 0-10 0,2 0-4 15,-1-4 5-15,1 2-5 0,1-1 8 0,0-3-4 0,1 2-4 16,2-2 1-16,0-1-4 0,1 1 4 0,-1-2-5 0,-1 1 1 15,-6-2 0-15,-1 2-2 0,0-1 0 0,-3 0-1 0,4-1 1 0,-1 3 1 16,-1-2 1-16,-1 0-15 0,-1 1 14 0,-3-2-12 0,1 2 22 16,-2 0 0-16,0-2-7 0,0 1-13 0,-1-1 13 0,0 0-11 15,-1 0 16-15,0-1-1 0,-1-1-8 0,3-2-4 0,-2 1 5 16,2-4-4-16,-1 0-11 0,1 0-7 0,-1-1-12 0,1 2-58 16,2-2-25-16,-1 2-8 0,2 0-134 0,-1 2-56 0,1 0-49 0</inkml:trace>
  <inkml:trace contextRef="#ctx0" brushRef="#br0" timeOffset="6427.82">18537 924 608 0,'2'-3'283'0,"-1"1"-144"0,-1 0 169 0,0-1-156 0,0 2 10 0,-1 1-45 16,1 0 0-16,-2 0-27 0,1 1-29 0,-2 2-15 0,-2 1 9 0,1 3-13 0,-3 4 27 0,2 0-8 0,-2 4-9 0,-1 3-22 0,0 2 13 0,-2 3-19 0,-1 3 19 0,0 1-12 0,-2 5-13 0,-1 2-9 0,-1-1 0 0,0 0-2 0,0 2 1 0,2-4-2 0,0-3-2 0,1 2-3 0,1-5 2 15,1-5-3-15,1 1 3 0,3-7 0 0,-1 0-3 0,0-3-4 0,3 0 2 0,-2-1-4 0,0-1-17 0,2-1-13 0,2-1-9 0,-1-2-46 0,3 0-11 16,0-3-1-16,0-1-73 0,0-1-3 0,0-1-18 0,2-2-51 0,0-5 0 16,2 0-21-16,1-4 101 0</inkml:trace>
  <inkml:trace contextRef="#ctx0" brushRef="#br0" timeOffset="6627">18105 986 598 0,'-7'-3'152'16,"-3"0"142"-16,0 0-50 0,3 2-34 0,3-1-50 0,2 2-61 15,2-1 17-15,0 1-48 0,0 1-1 0,2 2 2 0,1 3-13 16,6 1 8-16,3 2 23 0,1 1-25 0,4 4 29 16,-5 0-18-16,3 1-20 0,3 5-23 0,1-1 13 0,7 1-19 31,4 5 12-31,-2-4-8 0,2 1-11 0,2 3-17 0,-4-5 8 0,1-2-10 0,1 0 19 0,-4-5-7 0,1 1-5 0,0 2-8 16,-3 0-15-16,-5-3 8 0,1-1-34 15,-4-1 0-15,-3-2 10 0,2-2-70 0,-5 0-9 0,-6-1-3 0,2 0-50 16,-6 0-67-16,0-1-19 0,5-1-219 0,-2-3 249 15</inkml:trace>
  <inkml:trace contextRef="#ctx0" brushRef="#br0" timeOffset="7060.47">18892 1329 1700 0,'-10'1'-290'0,"7"1"592"16,-1-2-71-16,2 3-95 0,1 3-70 0,1-1 15 0,2 1-37 0,1 6 18 0,1-2-7 0,1 3-12 0,0-3-7 0,0 1 6 0,0 1-13 0,0 2-2 0,-1 0-12 0,0 0-11 0,0 2 1 0,1-5-4 0,0 3 4 0,3 1-14 0,-2 0-22 0,-1-1-7 0,0 0-69 0,-2 0-45 0,2-1 21 0,0 1-238 0,1-4-102 15,1 0-41-15</inkml:trace>
  <inkml:trace contextRef="#ctx0" brushRef="#br0" timeOffset="8626.62">21317 919 1348 0,'-15'-4'-624'0,"8"4"1130"16,1 0-145-16,0 2-223 0,-2 2-58 0,3 1 0 0,-2 1-23 0,-1 4-13 0,0 2-11 0,-2 2-8 0,-3 6-18 0,-1 2 13 0,2 1-13 0,-4 11 25 0,2-1-12 0,1 3-13 0,-4 3-6 0,1-4 11 0,6-4-7 0,-1 3 29 0,3-7-13 0,0-1-9 0,-4-1-9 0,0-4 3 16,2-3-2-16,2-3 7 0,2-2-5 0,3-4-6 0,0 1-33 15,1-1-14-15,1-3 0 0,0 2-86 0,1-1-38 0,0-4-13 16,1 1-136-16,-1-2-96 0,3-2-1 0</inkml:trace>
  <inkml:trace contextRef="#ctx0" brushRef="#br0" timeOffset="8877.56">20910 1018 831 0,'-10'-4'149'0,"0"2"218"15,1-1-161-15,0-1-23 0,3 3-34 0,2 0-42 16,2 1 17-16,2-2-43 0,0 2-12 0,0 2-11 0,3-1-17 15,4 4-12-15,3 3 22 0,2 3-23 0,4 6 33 16,1 1-10-16,2 3-16 0,4 8-10 0,2-5 7 0,0 3-11 0,5-2 3 16,-1 1-6-16,-2 0-9 0,-3 1-17 0,-3-6 16 0,3-3-16 15,2-1 29-15,4-2-8 0,-1-2-9 0,-2 1-1 16,-2-1-2-16,-3-3 2 0,1 2-8 0,-4-3 3 0,-1 0 2 16,0 0-15-16,-5-2-3 0,0 2-2 0,-4-1-8 0,-3 0-16 15,-2-1-1-15,-2-2-47 0,-1 1-17 0,0-3 9 0,-1 1-62 16,0-3-18-16,0 1-15 0,-1-2-139 0,1-2-24 0,1-3-35 15</inkml:trace>
  <inkml:trace contextRef="#ctx0" brushRef="#br0" timeOffset="9572.76">21585 1405 1398 0,'1'-3'250'0,"-3"-2"74"0,2 2-199 0,2-3-19 0,4 2-27 0,2-1-24 0,-2 1-43 0,1-1 3 0,3 1-13 0,4-2 14 0,6 3-9 0,2-2-2 0,2 2-5 0,0 3-4 0,-5-1 3 0,1 1 3 0,-3 1 1 0,-4 2 1 0,1 1-15 0,-3 1 11 0,-2 1-11 0,-1 0 22 16,-3 1-2-16,-1 2-6 0,-2 1-1 0,-2 2 12 0,-3-1-9 0,-3 5 21 0,0 0-1 0,0 2-6 0,-2 5-8 0,1-3 10 0,0 0-11 15,-1 2 20-15,3-5-5 0,-2-1-8 0,1 1-6 0,1-1 9 16,0-3-10-16,3 1 6 0,0-5-5 0,1 0-7 0,1-2-11 15,0-1 12-15,0-1-9 0,1-2 17 0,1 1-1 0,0-3-6 0,3 1-14 16,-2-2 5-16,10 0-13 0,-6-5 3 0,4-1-5 16,2-3-29-16,1-1 2 0,0-2-6 0,2-1-12 0,0 2-9 15,0-2-11-15,3-1-54 0,1 0-35 0,-1 0-4 0,0-2-168 16,0 1-36-16,2 0-35 0</inkml:trace>
  <inkml:trace contextRef="#ctx0" brushRef="#br0" timeOffset="9819.85">22085 720 1714 0,'-13'-11'179'0,"3"1"29"16,2 0-55-16,4 3-4 0,2 0-43 0,2 2-37 0,4 0-48 15,2-1 3-15,3 1-13 0,1 0 3 0,0 1-5 16,2 2-8-16,0-1-10 0,-6 2 13 0,1-2-10 0,4 3 11 16,1 0-19-16,7 0-15 0,3 3-78 0,-2-2-41 15,2 3 13-15,-1 1-210 0,-3 2-112 0,3-1-36 16</inkml:trace>
  <inkml:trace contextRef="#ctx0" brushRef="#br0" timeOffset="9957.45">22315 1052 1977 0,'-25'31'-175'0,"12"-17"372"0,0-1 2 0,2 1-59 0,1 0-47 16,2-1-1-16,3 0-41 0,-1 0-27 0,3-1-6 15,-2-1-15-15,2 2-4 0,3-5-1 0,0 1-5 0,5 0-50 16,3-3-49-16,6-1-23 0,5-3-259 0,4 2 222 0</inkml:trace>
  <inkml:trace contextRef="#ctx0" brushRef="#br0" timeOffset="10600.49">22549 2031 1499 0,'4'3'-79'15,"-2"-1"157"-15,1-2 11 0,-2 0-14 0,3-2-29 0,0 1 16 16,2-3-39-16,0-2-6 0,1-2-1 0,-1-1-8 0,2-1-6 16,-3-2 2-16,-2 1-5 0,4-3 7 0,0 0 0 15,6 0 1-15,5-2-21 0,1 0 19 0,0-1-18 0,1 0 29 16,-2 1-8-16,-3 0-13 0,2-1 3 15,-4-1 0-15,1 0 2 0,-2-3 4 0,-1 3-1 0,-1-2 1 0,1-2-12 16,-5 0 6-16,1 0-7 0,1-1 18 0,-1 0-2 0,-1 0-4 0,2-4-6 16,-1 1 3-16,-1 0-5 0,1-3 7 0,0 0 2 15,1 0-2-15,-1-4-16 0,0-1 19 0,0-7-14 0,0-3 25 16,0-8-4-16,0-5-12 0,-2-3 23 0,0-1 4 0,-1 6 3 0,0 3-8 16,-1 4-7-16,-1-1-14 0,-2-8-5 0,-1 0 8 0,-3-5-6 15,-3 3 6-15,-2 7-1 0,-1 4-4 0,-3 6 0 0,0 2 10 16,-3 0-4-16,-3-3 16 0,-3-3-4 0,-4-5-8 0,-5 2-8 15,-2-2 8-15,-5 6-6 0,-5 6 8 0,-1 7-3 0,1 6-7 0,-5 2-7 16,-1 4 6-16,-5 4-5 0,-5 2 16 0,2 2-6 0,-8 2-5 16,-6 0 2-16,-1-1-2 0,-2 0 4 0,1 3-2 15,3 3-3-15,-6 5-1 0,-3 3 6 0,-3 1-4 0,-1 1 8 0,-1-1 1 16,8 2-1-16,0 4 5 0,-92 25 13 0,167-37 22 0,-164 52-59 16,90-16 36-16,0 7-3 0,-7 12-15 0,0 10 0 15,2 2-1-15,2 2 16 0,7-6-1 0,7-5 1 0,3 4-12 16,6 5 15-16,5 8-12 0,4 5 12 0,6-1-6 0,10-7-9 0,7-1-15 15,5 6 13-15,6 8-11 0,0 12 18 0,5 2-3 0,5 0-10 0,7 2-5 16,9-2 8-16,8 0-5 0,3-6 4 0,5-19-5 0,6-16-10 16,5-11 8-16,9-6-2 0,8-2 4 0,2-1-10 0,5-2 4 15,4-1-2-15,-1-1 1 0,3-2 0 0,-1-1-2 0,-1-7-10 16,3-3-9-16,2-3-5 0,5-1-70 0,-3 2 22 0,-4-5-28 16,-5-1 6-16,-5-6-21 0,-1-4-31 0,1-1-77 0,-1-5-6 15,0-7-28-15,-4-4 71 0</inkml:trace>
  <inkml:trace contextRef="#ctx0" brushRef="#br0" timeOffset="11115.65">22032 680 962 0,'-21'-1'-406'0,"12"-2"767"0,2 1-67 0,1-1-132 0,4-1-28 0,0 3 18 0,2 0-49 0,0-2-37 0,3 0-17 0,2 1-25 0,4-1-13 0,1-1 1 0,3 2-4 0,3-1 19 15,2 1-5-15,2-1 2 0,5 1-18 0,-7 0 13 0,1 2-12 0,6 0 26 0,-2 0-8 0,6 3-11 0,1 2-5 0,-7-1 6 0,-1 2-6 0,-2 1 2 0,-5 0-4 16,-1 1-7-16,-2-2 3 0,-4 3 5 0,-4 0-2 0,-4 2 21 0,-3 3 4 0,-5 2-1 15,-2 1-6-15,-2 2 25 0,0-1-24 0,-4 1 28 0,1-2-17 16,2 1-22-16,-3 1-10 0,3-4 2 0,-2 1-2 0,2-5 6 16,1 1-1-16,0-2-4 0,2 0-15 0,0 1 14 0,-1-1-11 15,4-1 19-15,-1 0-4 0,1 0-8 0,0 2-3 0,0 0 3 0,0-1 0 16,0 0 7-16,2-1-1 0,5 0-4 0,-3 1-14 0,3-1-2 16,1-1-4-16,-3 1-19 0,0-2-8 0,0 1-10 0,-1 0-31 15,1 1-17-15,0 0 0 0,2 1-79 0,-1-1-30 0,2-1-26 0,1 1-150 16,4-2 219-16</inkml:trace>
  <inkml:trace contextRef="#ctx0" brushRef="#br0" timeOffset="11610.97">22257 1230 826 0,'-10'0'156'0,"-2"0"207"0,0 0-154 0,2 2-33 0,0-2-44 16,2 0-50-16,2 1 7 0,2-1-31 0,0 1-10 0,3 1-14 0,-1 0-15 0,1-1-13 0,1 2 11 0,0 0-11 0,4-1 12 0,2 1-5 0,3-3-7 0,2 1-7 0,-1 0 12 0,2-1-11 0,1-1 15 0,-2 0-4 0,2-2-8 0,-1 1-4 0,-3-2 1 0,-1 1 0 0,-1 1 8 0,-4-2 0 0,-1 2-2 0,-2 0-5 0,-1-1 9 16,-2 1-8-16,-3 0 14 0,-2 2-3 0,-1 0-5 0,-2 3-8 15,-1 1 1-15,-2-2-2 0,0 4 1 0,-3-1 4 0,2-1-1 16,-1 1-5-16,3-3 8 0,3 2-8 0,0-1 2 0,3 0-23 16,2 0-17-16,2-2-120 0,2 1-61 0,1-1-10 0,3-1-352 15,10 2 347-15,1 4-47 0</inkml:trace>
  <inkml:trace contextRef="#ctx0" brushRef="#br0" timeOffset="28836.34">15861 624 256 0,'-11'-6'4'0,"7"5"71"0,2 2-32 0,-1 6 4 0,2 3-46 0,-1 2-1 0,-1 4 0 0,0 2 14 0,0 1 4 0,1 2 6 0,-2 2-10 0,2-1 17 0,0 2-11 0,0-2 21 0,0 1-5 0,1-1-16 0,1-2-12 0,0 3 9 0,0 0-12 0,0 1 11 0,0 3 0 0,0 2 5 0,1 5-15 16,2 1 8-16,-1 1-7 0,1-1 13 0,1 0-1 0,-1 0-10 0,0-1-15 15,2-1 20-15,-1-1-19 0,2-2 15 0,0-5-3 0,-2 1-9 0,2 1-2 16,-1 0 1-16,1 4 1 0,1-2 12 0,1 0-1 15,-1 2-3-15,2-1-20 0,0-1 21 0,0 3-18 0,-1-4 28 16,0-1-10-16,-2-1-11 0,0-2-5 0,-1 2 7 0,1-5-1 0,-2 0 16 16,1-2-3-16,-2-2-7 0,1 1-19 0,1 1 18 0,-2-1-14 15,3 2 39-15,-2-1-9 0,3 1-8 0,1 3-11 0,1-3 6 16,2-1-2-16,3-1 22 0,0-2-4 0,1-2-10 0,4 2-16 16,1 2 13-16,3-1-14 0,-2 1 10 0,0-4 2 0,4-3-3 0,4-2-18 15,6-1 16-15,1 0-13 0,0 1 24 0,0 0 0 0,2 1-8 16,2 0-20-16,2 2 22 0,1-2-18 0,2-1 25 0,-2 0-6 15,0-1-13-15,1-2-12 0,-2 0 16 0,1 1-10 0,3-3 27 16,-2 2 1-16,-1-2-10 0,2 2-22 0,-1-1 23 0,1 1-22 16,-1 0 24-16,-6-2 0 0,4 2-8 0,-2-2-10 0,2 1 9 0,4-4-8 15,-2 2 15-15,-2-2 2 0,2 1-8 0,6 0-20 0,1-1 26 16,0 1-21-16,-1-1 33 0,0 0-9 0,-1-1-10 0,4 1-3 16,3 2 2-16,-1 0 2 0,2 2 13 0,0-1-2 0,-1-1-3 0,1 0-8 15,1 0 7-15,-2-2-7 0,-1 1 0 0,2 0 2 0,-6 0-1 16,4-1-4-16,0-1 2 0,-2 0 0 0,-3 0 11 0,-2-2 1 15,-3 1-3-15,-1-3-15 0,2 1 16 0,-5-1-15 0,-3 1 16 16,-3 1 1-16,-2 0-4 0,-2-2-13 0,-3 1 14 0,-1 1-10 16,-2-3 22-16,-3 2 0 0,0-3-11 0,-3 2-9 0,-7-3 15 0,-1 1-16 15,-2-3 11-15,0 1-4 0,4-1-7 0,-2-1 0 0,0-1 5 16,-2-2-3-16,1-2 18 0,-3-2-3 0,0 0-6 0,-1-3-20 16,1-2 21-16,0 1-18 0,1 0 22 0,0 0-2 0,1-2-12 0,1-1-16 15,0 0 12-15,1-1-10 0,1-2 27 0,1 3 0 16,0-3-8-16,2 2-15 0,-1 0 14 0,0 3-15 0,0-1 12 0,0 0-5 15,-2 0-6-15,2-4 8 0,-3-2-5 0,-1-2 9 0,1-2-2 16,-3 1 4-16,1-1 1 0,0-1-26 0,-1 0 30 0,-1 1-27 16,-2-2 34-16,-1 4-6 0,-2 2-13 0,1 2-12 0,0 1 13 15,-1-1-8-15,-2 1 26 0,0-1-4 0,0-2-10 0,-2 0-12 16,-2-4 14-16,1 2-11 0,-2-2 16 0,1 2-6 0,-2 0-8 0,0 1 6 16,-2-1-1-16,1 3 6 0,0 2 5 0,0 2-3 0,1 3-3 15,-3 1-2-15,1 1 1 0,-1-1-2 0,0 2 6 0,-1 2-1 16,-1-2 4-16,-1-1-15 0,0 1 0 0,-1-3-3 0,-1 1 12 0,-1 1-1 15,1-2-1-15,-3 2-9 0,-1 0 11 0,-1-1-9 0,-2 1 13 16,-4-1-10-16,-2-1-5 0,-1 0 3 0,-1 0-1 0,5 1 6 16,-2 2 7-16,-3 1 0 0,-3 2-9 0,-7 1 3 0,-3 1 8 0,-1 0-7 15,-1 3-2-15,-2 3-3 0,-4 1-3 0,-7 0-2 16,-3 0 7-16,1 1-3 0,1-2 11 0,2 3-3 0,1-1-8 0,-8 2-3 16,-3 2 7-16,-4 1-6 0,-1 0 11 0,2 0-6 0,0-1-2 15,-1 1 6-15,-2 1-8 0,-4 1 9 0,1 1-1 0,6-1 0 16,-3-2-3-16,3 0-5 0,3 0 7 0,-1 0-7 0,-2 2 9 15,-2 0-4-15,-1 1-3 0,-3 1 2 0,4 0-2 0,3 1 4 16,1 1-5-16,-1 2 2 0,-3 1-4 0,-3 2-12 0,1-1 21 0,5 3-15 16,3 0 21-16,5 2-4 0,-2 3-9 0,-6 3-7 0,4 3-7 15,3 1 2-15,3 0-24 0,7-1-2 0,3 1-6 0,-4 2-36 16,6 1 6-16,4 0-16 0,1 1-20 0,5-3-13 0,2-3-13 16,2 0-117-16,4-2 150 0</inkml:trace>
  <inkml:trace contextRef="#ctx0" brushRef="#br0" timeOffset="36719.01">24858 1732 256 0,'-1'0'31'16,"-3"0"483"-16,-1-1-179 0,1 2 31 0,-1 1-254 0,3-2 3 0,0 2-33 0,0-2-42 0,1 1-9 0,-1 1-16 0,2 2-7 0,0-3 11 0,-1 4-10 0,1-1 23 0,0 2-1 0,0-2-7 0,0 2-7 0,-1 3 13 0,1-2-15 0,0 2 25 0,1 0 0 0,2 1-4 0,-3 1-7 0,1 0 12 0,1 2-16 0,-2-1 10 15,1 0-4-15,0 2-10 0,-1 0-8 0,0 1 5 0,0 1-9 0,0-1 13 0,0 2-6 0,0-1-6 16,1 6-12-16,0-3 7 0,0-1-6 0,-1 4 18 15,0-3-6-15,0 0-7 0,0 2 2 0,-1-1 0 0,0 2 1 16,1-1-1-16,0-1 0 0,0 2-1 0,-1 1-4 0,1 1 5 0,0 2-4 16,0-3 11-16,0-1-3 0,0-1-4 0,0 5 0 0,0 0 3 15,-1 1-2-15,0 1 0 0,0-4-1 0,1 2-4 16,-1 1 1-16,1-3 2 0,0 1-2 0,0 1 2 0,-1 1 2 16,-1 0-3-16,1 0-14 0,0 1 17 0,0-3-16 0,0 2 23 15,0 0-3-15,0-2-9 0,0 0-6 0,-2 0 6 0,1 1-5 0,-1 3 11 16,-1-3-1-16,2 0-3 0,0-2-6 0,1-1 5 0,0 0-4 0,-1 1 6 15,0-1 1-15,0 3-4 0,-1-3-4 0,0 2 3 0,0-2-4 16,0 2 6-16,-1 2 2 0,2-1 1 0,-1-2-15 0,0-2 11 0,2-1-10 16,-1 2 19-16,0-3-4 0,-2 1-5 0,2-4-8 0,0 3 7 15,1-1-5-15,0-1 12 0,0 1-1 0,-1-1-5 0,0 1-8 16,1-1 8-16,0-1-6 0,0-1 14 0,1 0-2 0,-1-2-5 16,1 0-8-16,-1-3 6 0,-1 0-5 0,2-4 10 0,-1 1 1 15,0 3-4-15,0-2-12 0,1 2 13 0,0-2-11 0,-1 0 14 0,1 0-2 16,0-3-6-16,0 2-10 0,0-1 13 0,0 1-9 0,0-2 18 15,1 3-3-15,-1-1-7 0,1-2-9 0,-1 2 8 0,1-1-7 16,0-1 16-16,1 0-3 0,-1-1-5 0,1 3-4 0,-1-3 3 0,1 0-2 16,1 3 7-16,-1-4-2 0,0 2-2 0,0-2-11 0,1 1 11 15,0 0-8-15,-1 1 15 0,0-4-2 0,2 3-6 0,-1-2-6 16,0 1 6-16,2-1-4 0,-1 0 11 0,1 0-2 0,1 0-5 0,-1-1-10 16,2 2 13-16,-1-2-9 0,1 1 17 0,0-1-2 0,2 2-9 15,0-1 0-15,1 0 0 0,3 1 0 0,0-1 2 0,-1 1-1 16,3-2 0-16,0 1 0 0,1-1 1 0,2 2 0 0,1-2 2 15,3-1-1-15,0 1-1 0,4 0-3 0,-6-1 4 0,-1 1-3 16,2-2 7-16,2 0-2 0,9 0-5 0,0 0-1 0,1 0 1 16,-2-1 0-16,4 0 2 0,0 0-1 0,2-1 0 0,4 0-8 0,3 1 8 15,3 1-6-15,-1 0 12 0,-6 0-2 0,0 0-5 0,1 0-8 16,0 0 9-16,5 0-5 0,1 0 13 0,1 0-4 0,1-2-6 0,7 2-1 16,-2-1 3-16,-7 0-1 0,0 1 5 0,-5 0 0 0,-1 0-2 15,9-2-7-15,-2 2 6 0,1-1-5 0,3 1 9 16,0 0 0-16,-1 0-3 0,-4 1-6 0,-3 2 5 0,-2 0-5 0,-2-1 7 15,3 1-1-15,-3 0-3 0,2 3-11 0,-2-1 12 0,3 2-9 16,0-1 20-16,-2-1-4 0,1-2-7 0,-3 1-3 0,-7-1 0 16,-5-1-1-16,-2 0 7 0,-2 0 0 0,5 0-1 0,-2-2-9 15,-4 0 6-15,0 0-8 0,-2 0-7 0,-2 0-2 0,-1-3-11 0,1 0-7 16,-2 1-7-16,0-1-1 0,0-2-41 0,-3 0-10 0,1-3-12 16,-1 1-115-16,1-2-82 0,-2-1-18 0,-3-1-44 0</inkml:trace>
  <inkml:trace contextRef="#ctx0" brushRef="#br0" timeOffset="37417.19">24848 2782 458 0,'-3'0'219'0,"0"1"128"0,0-1-276 0,1 0 78 0,2 0-28 0,0 2-24 0,0-2-53 0,2 1 10 0,2-1-26 16,0 0 23-16,3 0 4 0,0-3-7 0,2 1-14 0,0-2 29 0,1-1-34 0,2-2 37 0,2 0-9 0,-1-1-16 0,3-1-8 0,1-1 13 0,2 1-17 0,2-1 23 0,3-1-8 0,-2 2-10 0,5 1-12 0,-7-3 25 0,0 0-24 0,7-5 32 0,0 1-10 0,6 1-17 0,4 0-14 16,0 0 7-16,2 0-12 0,9-3 8 0,0 0-1 0,-1 1-5 0,8-5-17 0,-11 3 14 0,0 0-15 0,-1 1 23 15,-4 1-2-15,5-1-8 0,3 1-12 0,1 0 8 0,1 1-7 16,3 0 12-16,-2 2-2 0,-4-2-5 0,-4 2-4 0,-4-1 4 15,-2 2-5-15,-1-2-4 0,-1 1-4 0,-3-2-8 0,-1 3-44 16,-2 1 1-16,-1 3-17 0,-1 2-55 0,-3 1-30 0,-4 1-32 16,-1 0-199-16,-4 3 239 0</inkml:trace>
  <inkml:trace contextRef="#ctx0" brushRef="#br0" timeOffset="37999.68">24769 3458 1259 0,'-8'3'41'0,"-1"-2"-1"0,2 3 23 0,0 0-14 0,2-2 49 0,0 1-24 0,2-1-27 0,1 0-33 0,0-1 12 15,2 1-19-15,0 1 13 0,2-2-3 0,0 0-3 0,1 1 11 0,2-1 10 0,-1 0-5 0,2 1 32 0,2-1-4 0,0-1-6 0,3 0-2 0,1-1 11 0,3-3-16 0,4 1 12 0,1-3-7 16,4 1-12-16,4-3-21 0,0 0 18 0,2-1-22 0,4 0 21 0,-2 0-9 0,2 0-13 0,-3 1-2 0,1-3 1 0,-1 1-1 0,6-1 4 0,3-2 1 0,0 2-3 0,7-1-3 15,0 0 8-15,5 2-9 0,1 1 6 0,-6 1-1 0,-1-2-6 0,-1-2-7 0,-1-3 11 0,1 0-9 16,1-1 13-16,3 1-4 0,4 2-6 0,4-1-10 0,2 1 9 0,-1 3-8 16,-7 0 12-16,-2 1-3 0,-3-1-4 0,0-1-10 0,7 1 10 0,-4-1-6 15,3 0 17-15,-2 4-3 0,0-1-9 0,-2 2-12 0,-3 1 13 16,-10 1-8-16,-2-1 19 0,-4 2-2 0,0 0-7 0,2 1-3 16,-3 1 0-16,-3 1 0 0,-1 0 0 0,-2 0-3 0,-2 0-3 15,2 0-26-15,-3 0 1 0,-4 2-8 0,-2 1-27 0,-3 1-25 16,-2-2-22-16,-3 3-152 0,0-1-165 0,-4-3 0 0</inkml:trace>
  <inkml:trace contextRef="#ctx1" brushRef="#br0">33814 6735 0,'0'0'0,"0"0"0,0 0 0,0 0 0,0 0 0,0 0 0,0 0 0,0 0 0,0 0 0,0 0 0,0 0 0,0 0 0,0 0 0,-53-105 0,33 81 0,-3-3 0,-18-17 0</inkml:trace>
  <inkml:trace contextRef="#ctx0" brushRef="#br0" timeOffset="39609.81">29351 1836 217 0,'0'-9'316'0,"-4"5"-176"0,0-1 196 0,0 3-185 0,-1 0-60 0,1 2-5 0,1 0 31 0,-1 0-26 0,0 0-31 0,0 2-22 0,0 1 7 0,1 1-16 0,-1 0 2 0,1 1 3 0,1 0-3 0,-1 2-3 0,2 0 10 0,0 1-12 0,0 2 32 0,1 1-9 0,0 0-8 0,0 3-1 0,0 0 10 0,0 2-11 16,1 4 8-16,-1 1 0 0,0 2-8 0,1 5-25 0,-1-1 25 0,0 6-31 0,0 5 25 0,-1-1-7 0,0 1-17 0,0-1-4 0,1-5 7 0,0 1-8 0,1 8 6 0,-1-1-4 0,0 3-2 15,-2 2-4-15,-2-5 7 0,3-1-4 0,0-3 14 16,1-3-5-16,-1 5-9 0,0-1-2 0,-1 4 3 0,-3-3-1 0,1-1 15 0,-1-6-1 16,1 1 3-16,0 3-19 0,1 6 10 0,-2-2-11 0,1 2 15 15,-2-5-2-15,3-4-5 0,0 3-8 0,0 0 0 0,0 3 0 16,-4-1 7-16,0-4-3 0,1-4-2 0,0 0-3 0,-1-1 1 15,1 0-1-15,-1 1 5 0,1 1-3 0,2 1-1 0,-1-1-4 16,2 2 4-16,-2-4-1 0,3 1 4 0,1-4 0 0,-1-2-4 16,0 2-4-16,0 1 6 0,1 0-3 0,1 2 7 0,0-3-1 15,0-4-3-15,0 0-2 0,0 1 1 0,0-3-2 0,0 1 2 16,-1-1 4-16,1-1-1 0,0 2-13 0,0 0 12 0,2-2-12 0,0-1 14 16,-2 1-3-16,0-6-6 0,0 2-8 0,0 1 5 0,0-3-4 15,1-1 10-15,-1-2 0 0,0-3-2 0,0-1-2 0,0 1 6 0,0-3-3 16,0 0 8-16,0-1-2 0,0-1-3 0,2 1-13 0,-1-1 13 15,1 0-11-15,2 1 19 0,-2-1-2 0,2 0-6 0,2-1 1 16,1 0-1-16,1 0 3 0,2 0 3 0,0-1 0 0,2 0 3 0,2-2-2 16,3 0 0-16,0-2-1 0,4 0 3 0,0 0-2 0,3 0 0 15,4 0-7-15,2 1 8 0,3-2-5 0,1 0 14 0,1 1-2 16,-3 0-5-16,0 1-7 0,2 2 11 0,0-1-8 0,5-1 16 0,0 2-5 16,2-1-9-16,4 3-7 0,-2 0 4 0,4 2-3 0,3-1 10 15,-3 0-3-15,-2 2-1 0,6 3-16 0,-8 2 11 0,0-1-8 16,2 1 23-16,-4-1 0 0,2-1-7 15,3 3-15-15,2-1 10 0,0 2-10 0,-3 0 12 0,-4-1 0 0,-8-4-7 16,-2 0-1-16,-1-1 3 0,0 0-3 0,3 2 4 0,-2-1-1 0,0 2-3 16,-1-3-8-16,0 2 11 0,-3-2-8 0,-3 1 10 0,-4-2-4 0,0-3-8 15,-1 1-12-15,-1-1 2 0,-4 0-4 0,3 0-2 0,-6-1 1 16,4 1-2-16,-1-3-8 0,-1 1-4 0,-1 0 0 0,-1-2-12 16,-6-1-4-16,0 1-3 0,2-3-34 0,0 0-14 0,4 1-8 15,0-3-132-15,1 3-86 0,0-6-69 0</inkml:trace>
  <inkml:trace contextRef="#ctx0" brushRef="#br0" timeOffset="41461.86">29467 2794 355 0,'0'-7'58'0,"-1"3"75"0,-1-1-54 0,1 1 0 0,-1-1 3 0,2 1 62 0,-1-2-25 0,0 1-16 0,0-1-35 0,1-1 5 0,1 1-7 0,1-1 1 0,1 0-10 0,0-2-14 0,1-2-7 0,2 1 6 0,2 0-7 0,0-2-5 0,2 0-5 0,2 1-7 0,1-4-8 0,0 0 10 0,-4-1-6 0,0-2 14 0,3 0 0 0,1 1-6 0,7-3-9 0,4 1 21 16,-1-1-15-16,2 0 24 0,-2 1-7 0,1 0-10 0,1 0-16 15,1-2 14-15,-1 0-13 0,3-4 13 0,-1 1-5 0,-1 0-7 16,5-5-7-16,0 0 11 0,4-3-7 0,1 1 16 0,-9 1-3 16,1 1-8-16,2 0-15 0,0-2 11 0,7 0-10 0,1 1 19 0,-6-1-4 15,3 2-5-15,2 0-8 0,0 3 8 0,1-1-7 0,1-2 12 16,3 3-6-16,-3-4-8 0,-2-2-7 0,0 1 12 0,-4-2-8 0,2 0 10 15,1 2 0-15,0 0-10 0,0 2-2 0,2 1 6 16,-2 0-4-16,0 1 5 0,-3 2 0 0,1 4-3 0,3 0-16 0,-2 2 17 16,-9 1-13-16,-2 1 21 0,-4 3-6 0,-2-2-12 0,4 2-16 15,-3 1 4-15,-2 3-7 0,-2 1-2 0,-5 2-10 0,-1 3-9 0,-3 0-27 16,-1 4-27-16,-3 0 8 0,-1 3-91 0,-1 1-20 0,-2 4-23 16,-3 2-203-16,0 6 262 0</inkml:trace>
  <inkml:trace contextRef="#ctx0" brushRef="#br0" timeOffset="42127.19">29299 3294 1245 0,'-4'-8'214'0,"0"6"-228"0,-1-1-12 0,0 3 5 0,1 2 10 0,2-1 11 0,0-1 64 16,2 0-9-16,0 0-1 0,0 0-37 0,0 0 0 0,2 0-8 0,1 0 2 0,3 0 5 0,0 0 1 0,1 0 8 0,4 0 15 0,1-3-9 0,2 1 16 0,4 1-3 0,2-2-8 0,2-1-4 0,5 2 5 0,2-2-4 0,5 0 4 0,1 0-6 0,-4-1-4 0,5-1-17 0,1-1 13 0,2-1-12 15,7 2 18-15,-2 1-6 0,2-1-10 0,1 0-4 16,4 3 7-16,4-5-4 0,0 0 10 0,-3-1-6 0,2 2-8 0,-2-1-8 15,1 3 8-15,4 2-6 0,1-4 12 0,-2 1 0 0,4 1-4 0,2-1-12 16,-2 3 7-16,-4 1-8 0,-2-1 12 0,-4 3-3 0,1 0-3 16,-2 4-11-16,-2-1 9 0,-4-1-5 0,-1 2 16 0,-6-1-3 15,-4 0-8-15,-6 1-14 0,-2 1 16 0,-3 0-13 0,-2-1 24 16,1 1-6-16,-4-5-8 0,-2 2-19 0,-2-1 2 0,-3 0-6 0,0 2 0 16,-4-1-2-16,0-2-2 0,2 2-27 0,-2-1 8 0,0 0-11 15,0-1 0-15,1 0-11 0,1 0-8 0,0-4-82 0,1-1-52 16,1 0-5-16,1 0-259 0,3 1 276 0,-2-6-29 0</inkml:trace>
  <inkml:trace contextRef="#ctx0" brushRef="#br0" timeOffset="42778.14">31852 2138 1002 0,'-4'-11'4'0,"-1"4"-15"0,3 5 10 0,0-2 3 0,1 1 40 0,1-1 21 0,0 2-2 0,1-3 35 0,1 1-15 0,1-1-19 0,1 2-35 0,0-1 15 0,1 1-18 0,1 0 18 0,0-1-5 0,3 0-5 0,0 0-13 0,1 1 10 0,2 0-8 0,0-1 17 0,1 2-5 0,4-1-8 0,0-1-22 0,3 0 22 0,-1 3-21 0,-4-1 17 0,2-1-2 16,-3 2-11-16,1 1-14 0,2-2 8 0,-3 2-7 0,1 0 25 0,-3 0-6 0,-2 2-5 0,-1-1-16 0,-2 2 16 0,-1-2-10 0,0 1 25 0,-1 1-1 0,-1 0-14 0,1 2 4 15,-2-3 12-15,1 3-7 0,-1 0 7 0,0 1-1 0,1 1-7 16,-1 1-11-16,-1 0 22 0,0 2-18 0,1 3 22 0,-2-3-4 16,0 3-12-16,-1-2 2 0,0-1 4 0,-1 2-2 0,-1-1 2 15,-3 0-3-15,1 0-7 0,-2 2-9 0,0 1 15 0,0 0-11 0,-1 2 19 16,-1-5-5-16,-1 2-9 0,0 0-8 0,0 1 4 0,0 0-6 16,-1 1 4-16,0-2 3 0,-2 1 0 0,1-2-11 0,0 0 13 0,1 1-12 15,2 0 15-15,2-1-6 0,-1 0-10 0,1 0-5 16,1 1 10-16,0-2-6 0,2-1 0 0,2 1-19 0,-2 0-17 0,2 2-13 15,0-1-12-15,0 0 8 0,1 1-52 0,1-3-7 0,-1 3-18 16,2 3-149-16,-1-2-29 0,2 1-13 0,1 2 171 0</inkml:trace>
  <inkml:trace contextRef="#ctx0" brushRef="#br0" timeOffset="42966.42">32136 3207 1531 0,'-5'14'32'0,"-1"0"-130"0,1 0 173 0,1-1-7 0,1-3 3 0,0-1-34 16,1-1 24-16,2 0-24 0,-1-1 20 0,2-3-16 0,4 1-18 0,0 1-33 15,2-1 12-15,0-3-14 0,-1 1-11 0,2-2-12 16,2-1-25-16,3-3-52 0,-3 0-40 0,2 0-4 0,-1-2-222 0,1 2 223 16,1 2-30-16</inkml:trace>
  <inkml:trace contextRef="#ctx0" brushRef="#br0" timeOffset="51630.28">28355 2388 256 0,'-5'-8'3'0,"-1"4"53"0,0 0-17 0,2 4 5 0,-3-1 3 0,2 1 2 0,0-1 8 0,-1 1 24 0,1-1-13 0,0 1 1 0,2-2-28 0,0 2 14 0,0-1-13 0,1 1 18 0,2-1-5 0,-1 1-10 0,1-2-37 0,0 2 19 0,0 0-22 0,0 0 23 16,2 2 0-16,1-2-8 0,-1 1 1 0,0 0 7 0,1 2-7 0,0-1 12 0,-1 0-3 0,1 2-1 0,1-1-6 0,-2 4 2 0,2-3-1 0,0 2 9 0,0-1-4 0,1 2-5 0,0-4-12 0,1 2 11 0,1 1-11 16,1-3 10-16,-1 3 2 0,4-3-3 0,0 3-11 0,0-3 11 0,1 3-12 15,2-1 8-15,-1 0 1 0,3 1-11 0,-1 3-3 0,1 0 2 16,0 0-5-16,1 0 6 0,1-3-4 0,-3 1 3 0,-4-2-7 16,-3 0 1-16,0-1-2 0,2 0 6 0,3 0 3 0,2-2-2 0,2 3-51 15,-3-1 37-15,0 0-37 0,-1-2 46 0,-3 2-24 0,0-1-23 16,-1-1-43-16,0-2-26 0,-1 3 7 0,-1-3-97 0,-2 1-18 15,1-1-23-15</inkml:trace>
  <inkml:trace contextRef="#ctx0" brushRef="#br0" timeOffset="51942.96">28789 2220 864 0,'0'-3'16'0,"-1"0"13"0,1 0 22 0,-2 3-7 15,2 0 21-15,0 1 0 0,-1 1-12 0,-1 0 13 0,0 1-8 16,0 2 4-16,-2 0-18 0,0 4-5 0,-1 0-3 0,0 4-11 0,0 0 14 16,0-1-12-16,-1 2 10 0,0 2-1 0,1-2-6 0,-1 3-8 15,-1 0 14-15,1 1-10 0,-1 3 26 0,0-1-6 0,-1 3-8 0,2 6-28 16,-2 4 14-16,-2 1-18 0,1 1 7 0,0-2 3 0,0-3-5 15,2-1-22-15,0-2 16 0,0-1-15 0,1 1 21 0,0-1 0 16,0 0-11-16,2-4-5 0,1-2 7 0,1-4-7 0,0 0-4 16,1 1-10-16,-1 0-12 0,1 2-10 0,-2 3-4 0,2-3 0 15,1 2-45-15,0-1-14 0,1-1-20 0,2 0-74 0,2 0-51 0,2 1-2 16,3-1 25-16</inkml:trace>
  <inkml:trace contextRef="#ctx0" brushRef="#br0" timeOffset="52710.08">30391 4276 712 0,'-1'-8'-31'0,"-1"5"78"16,1 0 2-16,-2 2 7 0,1-1 1 0,-1 1 17 0,-1 0-10 0,1 0 26 0,0 1-14 0,-1-2-17 0,1 2-29 0,-2 0 8 0,2 0-13 0,0 0-6 0,-2 4-2 0,1 0-4 0,-1 0-13 0,0 2 8 0,-2-1-8 0,-1 2 19 0,-1 2 0 0,0 0-7 0,-1 2-4 0,-1 2 13 0,0-1-12 0,-3 3 17 0,2-1-3 0,-3 1-2 0,-1 5-18 0,0 0 11 0,-2 1-10 0,-3 0 20 0,2-1-5 15,-1-3-9-15,0 1-16 0,1-1 14 0,2 0-12 16,6-3 17-16,2 0-5 0,0-1-9 0,1 1 1 0,-3-5-5 0,-1 0 5 16,2-2 1-16,2 0-2 0,1 3 0 0,1-1-44 0,1 1 12 15,0 0-20-15,0-1 1 0,0 0-8 0,1-2-11 0,0-1-35 16,2-3-21-16,1-1 2 0,-1 0-80 0,2-2-12 0,0 0-19 0</inkml:trace>
  <inkml:trace contextRef="#ctx0" brushRef="#br0" timeOffset="52985.22">30040 4318 859 0,'8'18'439'46,"-12"-18"-144"-30,14 31-273-16,-6-23-23 0,-1 5 21 0,6 1 1 0,0-3-9 0,-1 6-17 16,1-1 12-16,0 4-12 0,0-4 25 0,2-3 0 15,1-1-4-15,0-1-8 0,-2 1 3 0,0-2-6 0,-2 3-1 0,0-1-2 16,-1-1 0-16,2-1-9 0,0-1 7 0,1-3-4 0,2-1 2 16,-1-1-15-16,2-1-17 0,2-2-33 0,2 0 3 0,0-1-9 15,0-1-25-15,-2 0-19 0,1 0-19 0,0-2-88 0,-2-1-36 16,1 2-13-16</inkml:trace>
  <inkml:trace contextRef="#ctx0" brushRef="#br0" timeOffset="53261.54">30553 4537 750 0,'0'-4'81'0,"-2"1"-49"0,-1 3-20 0,2 0-2 0,0 0 53 15,0 0 2-15,1 0 13 0,-2 0-7 0,5 0-9 0,2 0 1 16,-2 0-21-16,0 2-8 0,-4 1-3 0,-1 1-4 0,1 3 7 16,0 0-5-16,1 0 1 0,-1 2-1 0,1 0-7 0,0 3-8 15,0-1 7-15,0 2-8 0,-1 1 7 0,-1-1-6 16,0 2-3-16,2-3-11 0,0 3 8 0,2-3-7 0,3-1 11 0,-3 1-1 16,3 1-7-16,-7-2-13 0,0 2 7 0,-1-2-10 0,0 1-3 15,1-2-8-15,2-1-8 0,0 0-43 0,0-1 11 0,0 1-18 0,0 1-15 16,0-2-23-16,0 1-22 0,0 0-81 0,0-2-41 0,0 1-4 15</inkml:trace>
  <inkml:trace contextRef="#ctx0" brushRef="#br0" timeOffset="57188.49">31632 921 217 0,'1'-2'-42'0,"-1"-2"18"0,0 3-56 0,1 0 100 0,-1 0 48 16,0-1-13-16,0 2 36 0,0 0-17 0,0 0-15 0,0 0-23 0,0 0 19 0,0 0-14 0,-1 0 26 0,-3-1-9 0,3 1-18 0,-2 0-18 0,2 0 27 0,0 0-22 0,-1 0 31 0,0 0-13 0,0 1-16 0,1-1 0 0,0 0-2 0,0 2 4 0,-1-1 1 0,1 0-3 0,-2 2-6 0,1-1-7 0,0 0 14 0,0 1-13 0,-1 1 9 15,1 0-4-15,0 1-7 0,1 0 11 0,-1 0-7 0,-1 3 9 0,0-1 5 16,-2 0-5-16,2 0 2 0,-2 3-17 0,0 0 10 0,1 2-9 16,-2 0 8-16,1 0-4 0,0 1-3 0,0 0-15 15,0-1 8-15,0 1-7 0,0 0 19 0,0 1-6 0,3-2-8 0,-3 2-13 16,2-2 8-16,0 0-6 0,-1-2 15 0,2 2-3 0,0-2-6 15,1 2-1-15,0-2-1 0,-1 0 2 0,1-1-2 0,0-1-3 16,1-1-2-16,0 0-10 0,-1-2 6 0,1 1-7 0,-1-2-5 16,1 3-11-16,0-5-11 0,0 2-24 0,-1-2-10 0,1 0 3 0,-1 0-38 15,1 0-21-15,0-2-20 0,0 0-86 0,0 0 136 0</inkml:trace>
  <inkml:trace contextRef="#ctx0" brushRef="#br0" timeOffset="57561.27">31448 927 322 0,'0'-1'54'0,"0"-1"171"0,0 2-190 16,0 0 3-16,1 0 2 0,1 3 38 0,0-2 12 0,1 1-4 15,0 1-6-15,0 1-9 0,3 0-9 0,2 2-13 0,0 1-1 0,2-2-1 16,-1 1 2-16,1 2-5 0,0 0-5 0,0-1-34 16,0 4 20-16,0-2-21 0,1 1 22 0,-1-1-10 0,-1 2-12 15,0 0 3-15,0-2-2 0,-2 0 4 0,0 0 6 0,-1-3-5 0,-3 0-2 16,1 2-16-16,-2-2 11 0,-1 3-10 0,0-2 15 0,0-1 0 15,1 1-6-15,0 0-12 0,-1 2 12 0,1-1-12 0,-1 0-2 16,0-2 5-16,-1 0-14 0,1-2-20 0,0 0 3 0,-1-1-15 0,3-1-34 16,-2 1-9-16,0-1-14 0,1 0-40 0,0-2-29 0,2 0 10 15,-1 0-59-15,2-2 125 0,0 0 10 0</inkml:trace>
  <inkml:trace contextRef="#ctx0" brushRef="#br0" timeOffset="57978.93">31757 1091 76 0,'-1'-1'39'0,"-1"-2"-25"0,1 2 107 0,0-1-20 0,1 1-9 0,0-1-24 16,0 0 5-16,0 0-5 0,2 1 23 0,0-2-8 0,1 0-7 15,0 0-24-15,1 0 14 0,0-1-16 0,1 2 4 0,-1-2-5 16,2 1-8-16,0 1-6 0,1-2 3 0,1 1-4 0,1 1-5 16,-1 0 2-16,0 1-6 0,0 1-11 0,-2-1 8 0,1 1-11 0,-1 0 3 15,-2 1-5-15,1 0-2 0,-2 1-8 0,0 0 5 0,1 1-1 16,-1 1 11-16,1-1-2 0,-1 3-7 0,-1-3-2 0,-1 4 10 16,-1-1-8-16,0 1 11 0,0 0-8 0,-2 1-5 0,-1 0-2 15,-1-1 1-15,1 2 3 0,-2-1 12 0,2-2 0 0,0 2-3 16,-2-2-23-16,3 1 23 0,0-2-20 0,1 1 23 0,-1 0-4 0,2-3-16 15,0 1 13-15,2-1-7 0,0-2 10 0,0 0-2 0,0 1-2 16,2-2 4-16,-1 1-8 0,2-1 8 0,-1 0-6 0,2 1 8 16,-1-1-6-16,1 0-6 0,0 0-5 0,0 0 4 0,1-1-1 0,1 0 16 15,0 1-5-15,-3 0-8 0,2 0-12 0,0-2 8 0,-2 1-8 16,4-1 2-16,-2-1-13 0,0 0-11 0,-1 2-32 0,-2-4-12 16,2 2 1-16,0-2-38 0,-1 1-13 0,0-2-13 0,2 2-119 15,-3-3-12-15,0 1-32 0</inkml:trace>
  <inkml:trace contextRef="#ctx0" brushRef="#br0" timeOffset="58341.19">32034 932 445 0,'2'-5'76'0,"-2"2"-71"0,-1 2 2 0,1 0 29 0,0 1 10 0,0 0 4 0,0 0 10 0,0 0-2 0,1 0-3 0,-1 0-14 0,1 0 13 0,-1 0-11 16,2-1 20-16,1 1-7 0,0-2-14 0,1 0-12 0,1 0 5 0,1 0-11 0,1-1-10 0,-1 2-3 0,2 0-2 0,2-3-12 0,0 1 6 0,-1 2-4 0,1-3 12 0,-3 2 2 0,1 0-7 0,1 0-23 0,0-2 26 0,0 1-23 0,-2 2 30 0,-2 0-7 0,1-2-13 0,-1 2 3 0,-1 0-2 15,-1 0 4-15,1 1-2 0,-2 0-3 0,0 0-6 0,-1 0-23 16,0-2-7-16,-1 2-5 0,0 0-44 0,0 0-4 0,0 2-6 0,-1-1-27 16,0 1-18-16,-2 0 2 0,-1 1 42 0</inkml:trace>
  <inkml:trace contextRef="#ctx0" brushRef="#br0" timeOffset="58560.52">32000 1041 502 0,'0'1'27'16,"1"1"-24"-16,3 0 71 0,-2-1 3 0,3 1 7 0,0-2-7 0,0 0 18 15,1 0-19-15,1 0-3 0,2 0-15 0,-1-3-16 0,1 1-11 16,2-2-7-16,0 1 4 0,3-1-12 0,-2 0-2 0,-1 3-2 0,0-3-14 15,-1 0 9-15,0 3-9 0,1-3 9 0,-2 2-7 16,-1 1-6-16,0-1-4 0,-2 0-17 0,-1 0 12 0,1 0-37 0,-4 1 3 16,1-1-6-16,-2 1-37 0,0 0 14 0,1 1-26 0,-2-2-50 15,0 2-21-15,0 0-35 0</inkml:trace>
  <inkml:trace contextRef="#ctx0" brushRef="#br0" timeOffset="59135.39">32531 726 421 0,'0'-3'22'0,"0"2"30"0,0-1 64 0,0 2-19 0,0 0-18 0,0 0-12 0,2 0-13 0,-1 0-9 0,1 2 7 0,-2 2-6 16,2 0 9-16,-2 2-6 0,1-1-9 0,0 3-9 0,1 0 7 0,0 1-8 0,-1 2-2 0,1 1-3 0,-1-1-3 0,2 2-4 0,-2 0-6 0,1-2 4 0,1 2-4 16,-2 0-2-16,3-1 0 0,-2-1-22 0,0 2 17 0,2-2-15 0,-2 0 21 0,1 1 0 0,0 1-8 0,1 1-25 0,-2 0 22 0,3 0-20 0,0 1 16 0,0-5-19 0,3 1-27 0,-3 1-90 0,3-1-22 0,-2 0-21 15,1 1 25-15</inkml:trace>
  <inkml:trace contextRef="#ctx0" brushRef="#br0" timeOffset="60207.92">31931 2914 853 0,'-5'-4'-10'0,"2"2"30"0,-1 2 6 0,2 0 6 0,0 1-13 0,0 1 22 0,1 0-18 0,-3 2 42 0,1 1-7 0,0 0-6 0,-2 1-20 0,-2 4 12 0,-1 1-10 0,-1 1 19 0,0 1-8 0,0 0-13 0,-2 0-28 0,0 1 21 0,0-1-21 0,0 1 22 0,-2 0-7 15,3 0-10-15,-1 1 0 0,1 1-4 0,0 0 4 0,-2 1 4 0,1 0-3 0,0-5 1 0,0 4-13 16,0-1 2-16,-1 2-6 0,0 2 8 0,1-1-2 0,-1-1-1 0,2-2-14 16,0-2-6-16,-1 1 2 0,1-1-30 0,-1-4 4 0,1 1-15 15,1-2 32-15,1-1-8 0,2-2 2 0,-1 0-56 0,3-1-5 16,-1 0-3-16,2-3-88 0,1-1-27 0,-2 0-21 0</inkml:trace>
  <inkml:trace contextRef="#ctx0" brushRef="#br0" timeOffset="60453.52">31711 2885 873 0,'-3'-9'5'0,"2"6"5"0,-1 2 13 0,1-1 7 0,1 2-7 16,0 2 39-16,0-1-29 0,0 2 60 0,1-2-11 15,1 3-13-15,-1 0-13 0,2 2 5 0,-1-1-7 0,0 1-2 0,0 1-5 16,3-1-6-16,-1 2-23 0,2 1 14 0,2 0-18 0,1 2 3 15,0 2-3-15,1 0-9 0,0 4-6 0,0-2 5 0,1-1-4 16,3 0 7-16,-2-4-2 0,1 3-5 0,-2 3-13 0,-1-2 15 0,-1 2-11 16,1 0 18-16,-2-4-9 0,0 0-11 0,0-2-20 0,-2-3-11 15,1-1 5-15,-1 0-17 0,-3 0-24 0,0 2-8 0,-2 0 14 16,2-1-24-16,-2-1 22 0,-1-1-100 0,1-1-2 0,-1 0-25 16</inkml:trace>
  <inkml:trace contextRef="#ctx0" brushRef="#br0" timeOffset="60875.01">31994 3102 505 0,'11'-9'-57'0,"-9"4"85"0,-1 3-1 0,1 2-19 16,0-3 36-16,0 0 26 0,1 1-9 0,1 1 33 0,-1-2-10 15,-1 0-18-15,2 1-25 0,0-1 33 0,-1-1-29 0,3 1 31 16,0-1-6-16,-2-1-17 0,4 1-20 0,-1-3 4 0,1 4-10 16,1-3 11-16,-3 3-4 0,3-1 1 0,0 0-21 0,-1 1 10 0,-1 1-11 15,0 1 15-15,-3 1-10 0,-1 0-5 0,2 0-15 16,-3 0 13-16,0 0-9 0,0 2 23 0,-2 1-3 0,0 0-12 0,-2 3-10 16,0-1 8-16,0 2-8 0,-1 2 8 0,-1 2-5 0,0-2-3 15,-1 1-11-15,0 1 15 0,-1 0-8 0,0 0 20 0,0-1-2 16,-2 1-12-16,0-1-18 0,1 0 26 0,2-4-21 0,1 1 28 0,1-5 1 15,-1 1-11-15,2 3-3 0,1 1 6 0,1-3-5 16,0 2 12-16,0-3-3 0,1-1-1 0,1 2-11 0,1-1 8 0,0-1-7 0,-1 2 15 16,2-1-2-16,-1-2-1 0,3 3-8 0,-1-1-3 0,3-1 0 15,0 0-1-15,0-2 3 0,0 0 0 0,0 0-15 0,-1-1 19 16,0 0-17-16,3-2 15 0,-2-1 0 0,0 1-6 0,0-1-28 16,-1-1 10-16,-1-1-17 0,2 1-9 0,0 0-1 0,-1 0-13 0,1-1-31 15,-2-1 11-15,2 1-19 0,1 1-28 0,0 2-28 0,0-1-28 16,-1 1-175-16,-1-4 207 0</inkml:trace>
  <inkml:trace contextRef="#ctx0" brushRef="#br0" timeOffset="61173.67">32370 2832 883 0,'0'-3'3'0,"-1"3"-8"0,1-1 22 0,0 1-3 15,2-1 45-15,0 0 0 0,2-1-6 0,0 1-9 0,1-2 18 0,0 3-18 0,1-2 18 0,0-1-8 0,2 1-10 0,1 1-14 0,0-3-1 0,-1 1-3 0,1 1-2 0,0 0-7 0,2 2-6 0,2-1-14 0,-4 0 4 0,1-1-4 0,-2 1 9 0,-2-1-4 0,2 2-2 0,-2-2-7 0,1 1 1 0,-4 0 0 0,3-1-9 16,-2 1-10-16,-2 0-14 0,3 0-53 0,-3 1-14 0,0 0-13 16,1-2-101-16,0 2-24 0,-2 0-26 0</inkml:trace>
  <inkml:trace contextRef="#ctx0" brushRef="#br0" timeOffset="61378.68">32323 2929 1058 0,'116'-2'113'78,"-119"-1"-201"-78,130 2 144 0,-116 0-226 0,-3-1-36 0,1 1-22 0</inkml:trace>
  <inkml:trace contextRef="#ctx0" brushRef="#br0" timeOffset="61824.64">32834 2795 572 0,'-2'-7'-7'0,"0"4"19"0,1 1 7 0,0 2 9 16,-1 0-19-16,1 0 18 0,-1 0-16 0,0-1 25 0,0 1 0 15,-1 0-12-15,-2 0-6 0,1 0 29 0,-2 1-22 0,-1-1 25 0,1 2-8 16,-1-1-16-16,0 1-13 0,1 0 16 0,3-1-11 0,-1 2 24 16,-2-3-3-16,1 3-11 0,0 1-8 0,-1-1 11 0,-1 2-11 15,1 0 9-15,-1 1-2 0,0 1-4 0,-1 1-1 0,1 1 8 16,-1 1-4-16,1 0 20 0,-1 0-4 0,0 1-8 0,0-3-9 0,2 5 3 15,0-1-7-15,3 1-6 0,2-2 0 0,-1 1 1 0,2-1-7 16,2-1 3-16,2-1-1 0,2 2 21 0,-1-5-3 0,3 0-2 16,1 0-19-16,1 0 16 0,0-2-14 0,4 1 16 0,-2-1-10 15,3 0-10-15,0-1 20 0,5-3-12 0,1 0 15 0,0-1-18 0,2-1 1 16,-3-1-1-16,0 0-7 0,-1-2 12 0,0 0-10 0,-2-2 13 16,-1-1 0-16,-3-1-6 0,3-1-4 0,-4-2 11 0,-1-2-8 15,-4 0 14-15,-2-1-4 0,0 2-5 0,-2-3-15 0,0 1 16 0,-2 1-13 16,-1-3 19-16,-1 1-7 0,-3-1-9 0,-1 0-8 15,1 2 14-15,0 1-10 0,1 2 15 0,-3 2-2 0,0 1-13 0,-3 0-4 16,-3 2 6-16,0 0-6 0,-2 2 0 0,2 1 0 0,-2 0-2 16,0 4-24-16,-1-1 5 0,1 1-10 0,-1 0 0 0,2 1-16 15,-1 3-12-15,0 1-59 0,0-1-19 0,2 1-8 0,2 2-154 16,5-3-28-16,3 5-60 0</inkml:trace>
  <inkml:trace contextRef="#ctx0" brushRef="#br0" timeOffset="80597.2">3866 4044 545 0,'-22'-23'116'0,"-3"2"-24"0,4 1-49 0,1 2-2 0,0 6-32 0,4 1 0 0,3 5 0 0,-4 0-15 0,1 1 17 0,-4-1-15 0,-3 1 22 0,0 1 0 0,-1 1-5 0,-1-1-6 0,-2 2 0 0,0 1-2 0,1 1 0 16,0 0 0-16,2 1-2 0,-1 2-5 0,-1 1 11 0,-2 0-9 0,-3 2 11 0,0 1 0 0,0 0-4 15,3 2-4-15,0 3 9 0,-4 0-7 0,0 3 11 0,-4-1-2 0,1 1-8 0,3 2-13 16,2 1 14-16,2 1-12 0,2 0 13 0,4 1-1 0,1 1-7 0,0-1-18 16,1 2 19-16,-2-1-13 0,-1 3 32 0,1 2-4 0,-1-1-14 15,-1 2-22-15,-1 1 27 0,0 6-23 0,1 3 30 0,-1 6-3 16,1 5-13-16,-2 4-2 0,-1 2-1 0,1-2 2 0,1 1 9 15,0-5 1-15,2-1-2 0,-1 2-17 0,4 5 19 0,2 0-18 16,3 1 20-16,4-4-5 0,2-1-6 0,1 0 2 0,1-1-4 16,3-3 5-16,1 0-1 0,1-3 4 0,2 5-1 0,3 4-2 0,1 3 16 15,3 3-14-15,1-4 11 0,0-3-5 0,-2-2-9 0,3-2-5 16,0 0 6-16,0 2-2 0,1 2 15 0,2 0 0 0,-1 3-8 0,1 3-18 16,1-4 18-16,-3-1-17 0,-1-1 21 0,-3-5-3 15,-1 4-5-15,-1 4-14 0,-1 3 9 0,-1 2-6 0,-1-3 20 16,-1-4-1-16,-1-4-9 0,-1-2-18 0,-1-3 27 0,0-2-24 0,1-6 30 15,-1 1-7-15,3-3-12 0,0 0-11 0,3-7 18 0,0 1-8 16,2-5 40-16,-1-1-4 0,3-4-10 0,0 3-23 0,2-4 19 16,0-3-18-16,2-1 27 0,0-5-8 0,1 2-14 0,2 1-10 15,0-1 10-15,1 0-6 0,1-1 11 0,1 0 1 0,-1-2-10 0,2 1-12 16,1 0-1-16,2 0-7 0,0-1-13 0,0 2-7 0,3-1-3 16,0 1-21-16,0-1-21 0,0-1 10 0,-1 2-50 0,2-2-31 15,1-1-14-15</inkml:trace>
  <inkml:trace contextRef="#ctx0" brushRef="#br0" timeOffset="91906.83">5590 10371 164 0,'31'-12'-33'0,"3"-3"-71"0,3 3 89 0,-3 1 41 0,3 2-9 0,-1 1 36 0,1 0-4 0,7-1-9 0,2-1-21 0,2-1 29 0,4 2-24 0,2 0 41 0,-2 0-15 0,-1 3-17 0,-2 1-3 0,2-1 1 0,-2-1 0 0,3 3-5 0,3-1-5 0,-1 1-9 16,6 1 1-16,2 0 2 0,-1 2-2 0,-2-1-4 0,0 0-5 0,-2-2-2 0,7 1-1 0,5-3 15 0,0 2-3 0,4-1 31 0,-2 1-5 0,1-1-13 0,5 0-17 0,2-1 20 0,3 2-18 15,0-1 14-15,-2 3-6 0,-2 0-9 0,4-1-20 0,1 1 15 16,0 2-10-16,3 0 30 0,-2 1 0 0,-3 2-9 0,2-2-17 15,0 0 21-15,-1 2-19 0,4-1 30 0,-4 3-7 0,-2-1-7 0,1 1-13 16,0-1-3-16,0 3 21 0,2 0 6 0,-5 1 7 16,-1 0-28-16,2-1-15 0,2 1 30 0,-1 0-26 0,3 1 24 0,-4 0-1 15,-2-1-11-15,3 1-15 0,0-1 10 0,0 0-9 0,1-1 24 16,-2 0-4-16,-5 1-7 0,2-2-12 0,1-1 18 0,-2 2-14 16,0-2 24-16,-4 0-7 0,-4 2-9 0,0 0-2 0,-2-1-5 0,-2 1 5 15,0-1 5-15,-6 0-2 0,-2 1 1 0,-4 1-10 0,-1 0 7 16,-3 0-8-16,-8 1 4 0,0-1 0 0,-5 2-1 0,1 2-6 15,2 0-7-15,-5 2 0 0,-3-1-44 0,-4-1-22 0,-3 1-23 0,0-1-143 16,1 5 153-16</inkml:trace>
  <inkml:trace contextRef="#ctx0" brushRef="#br0" timeOffset="92606.6">12658 10434 316 0,'23'-1'42'0,"-7"-4"-44"0,2-2-20 0,7 2 47 0,6 4-7 0,2 1 9 0,-1 4-2 0,2-2 0 16,4 3 2-16,5 1 1 0,4 1 15 0,4 0-10 0,2-2 13 0,-2-1-7 0,8-2-8 0,5-1 3 0,6 2 0 0,8 2 5 0,-1 0 11 0,1 2-8 0,1-2-5 0,6-1-22 0,3 2 18 0,4-1-16 0,4 2 15 0,-2 0-6 15,0-2-11-15,5 0-15 0,2 3 7 0,1 0-7 0,3-1 24 0,-5 0-9 16,0-1-8-16,4 3-18 0,1-1 18 0,0 2-13 16,2-2 23-16,-5 0-2 0,1-1-13 0,5 2 5 0,1 0 2 0,0-1 2 15,0-1 16-15,-2 1-6 0,-3 0 1 0,5 0-6 0,0-1 3 0,-1 1-4 16,1 1 4-16,-5 0-4 0,-1 0-5 0,7-2-4 0,-1 2-1 15,-1 0 1-15,-1 2 1 0,-6-5 2 0,-1 0-4 0,7 0-6 16,-5-3 11-16,-2 1-10 0,-4-2 11 0,-6-2-4 0,-1 1-7 0,-1-1-3 16,-2 0 5-16,-3-1-2 0,-6-2 19 0,-4 0-5 15,-5 0-6-15,-1 0-19 0,-4-1 22 0,-10 2-17 0,0-2 26 0,-6-1-7 16,-5 2-13-16,3-1-3 0,-6 0 3 0,-7 2-1 0,-3 1 3 16,-4-1-1-16,-3 1-6 0,0 1-50 0,-6 3-4 0,-4 0-19 15,-3 1-91-15,-2 4-11 0,-4 1-32 0</inkml:trace>
  <inkml:trace contextRef="#ctx0" brushRef="#br0" timeOffset="99309.38">25227 11970 222 0,'-9'-3'4'0,"0"0"-21"0,0-1 33 0,0 3 41 0,0 0-24 0,0 1 30 0,3 0-10 0,2 0-19 0,0 0 3 0,4 0-8 0,0 0 5 15,0 1-15-15,2 0 0 0,3 2 1 0,3-2-20 0,2-1 24 0,5 3-21 0,-1-2 22 0,2 0-4 0,0 0-12 0,1 1-2 0,1-2 4 0,0 1-2 0,1 2 2 0,1-3-1 0,0 3-8 0,-1 0-13 16,1-1 25-16,1 2-20 0,1 0 34 0,2 0-2 0,1 1-8 0,5-1-19 0,0 0 18 0,1 0-14 16,-1-2 35-16,-2 2-3 0,3-1-10 0,4 0-5 0,3-1 5 15,-2-1-6-15,-1 2 6 0,-1-3-4 0,-1 1 0 0,7 1 0 16,1 0 0-16,6 0 2 0,3 0 6 0,-4-2 0 0,4 0-2 15,-2 0-16-15,3 0 26 0,1 0-22 0,-5 1 29 0,0 0-8 0,5 0-14 16,5 2-21-16,8-3 11 0,-1 0-11 0,-1-1 24 0,-2-3-6 16,-5 3-7-16,7-3-10 0,5 0 8 0,4 1-9 0,4-2 9 0,-3-1-3 15,-3-1-5-15,2 0-4 0,-3-2 5 0,2 2-2 0,2 1 18 16,-2-2 2-16,-1 1-7 0,-4-2-2 0,-3 1 18 0,-4 1-15 16,0 2 15-16,1 0-6 0,2-1-9 0,3-1-2 0,-1 0-1 15,-5 4 2-15,-3 1 1 0,-4-1-1 0,-3 1-4 0,4-1-8 0,0-2 5 16,4 2-5-16,-4-1 6 0,-1 1-7 0,-6 1-4 0,0 1-6 15,-3 1 8-15,-7-1-4 0,-4 1 15 0,-2 0-2 0,-5 2-5 0,2 1-17 16,-2 2 13-16,-1-2-12 0,-2 2 15 0,-3-1-12 16,-2-1-13-16,-5 1-36 0,-2-3-15 0,-3 6 1 0,-2-1-59 15,-2 5-13-15,-2 1-17 0,-1 2-96 0,-4 2 153 0</inkml:trace>
  <inkml:trace contextRef="#ctx0" brushRef="#br0" timeOffset="100556.16">14339 13498 256 0,'-1'-14'1'0,"1"9"37"0,0-1 4 0,1 3 17 0,1-1-17 0,-1 2 30 0,0 2-22 0,-1 0 36 0,1-1-15 0,1 0-25 0,-1 0-22 0,3 2 17 0,2 0-14 0,0 0 16 0,2 1-2 0,1-1-13 0,3 2-26 0,2-1 31 0,3-1-29 0,2 2 39 0,2 0-8 0,4-1-11 0,2 1 1 0,7-1-9 0,5 1 7 0,6 1-17 0,-3-2 7 0,5 2 1 0,0-1-2 0,1-2 8 0,3 1-10 0,-2 1 4 0,-1 0-3 0,4-2-3 16,10 3-10-16,3-1 7 0,1 1-3 0,4-1 21 0,-11-1-4 0,2 1-7 15,3 1-22-15,1-2 20 0,5 2-18 0,2 0 26 0,-4-1-8 16,-4-2-9-16,2 0 6 0,-3 0-8 0,1 1 10 0,5 0 1 15,-2 0 3-15,0-2 1 0,4 0-9 0,-6-3 23 0,-2 0-20 0,2 1 25 16,2 1-7-16,3-1-8 0,6 1-12 0,0-3 13 16,-4 0-9-16,-1 2 19 0,-4 1 1 0,4-2-11 0,4 2-19 0,0-1 19 15,-2 0-20-15,-5-1 20 0,-7 1-8 0,-1 0-9 0,2 2-5 16,-1-1 3-16,0 1 0 0,-6-1 16 0,-7 0-4 0,-5 1-5 0,-3-3-16 16,0 2 12-16,-8 0-10 0,-5 1 13 0,-3 0 2 15,-4-2-6-15,-1 2-9 0,-3 0 6 0,-3-1-8 0,-3 1 13 0,-4-1 0 16,-3-1-4-16,1 2 0 0,-4-1 5 0,1 1-5 0,-1 0-4 15,-1 0 2-15,-1-2 0 0,-2 2-36 0,0-4 8 0,-1 2-17 16,0 1-3-16,-2 0 4 0,1 1-8 0,-1 0-22 0,3 1 5 16,-1 0-15-16,3 3-33 0,2-1-13 0,1 1-17 0,3 1-34 15,4 0 95-15</inkml:trace>
  <inkml:trace contextRef="#ctx0" brushRef="#br0" timeOffset="101973.92">23293 13409 334 0,'-13'-10'44'0,"-1"-3"15"0,3 4 4 0,2 6 3 0,1 0 37 16,5 3-13-16,2 0-23 0,1-1-38 0,0 1 17 0,1 0-26 0,1 1-8 0,4 0-4 0,4 1-9 0,3-2 1 0,4 0 1 0,3 0 4 0,3 1 6 0,0 4 1 0,5-1-4 0,3 3-8 0,3 0 12 0,5 2-12 0,2 2 14 0,3 0-3 0,-2 1-3 0,4 1 0 0,-2-3 9 0,1 2-3 0,4-1 13 15,-7 0 2-15,1 0-11 0,3-1-12 0,3 2 20 0,4 0-19 16,3-1 23-16,-1-1-1 0,0-1-4 0,4 0 4 0,-2 0-5 16,4-1 5-16,3 1 4 0,3-2-2 0,2 0 0 0,7 1-19 0,-2-5 23 15,-1 3-18-15,2-3 30 0,1 1-11 0,1-1-16 0,6 1 1 16,0-2 3-16,0-1 1 0,-1 1 2 0,0 0-1 0,0 1-5 0,5-1-8 15,-2-2 12-15,-3 2-11 0,0-1 11 0,-2 2-3 16,1-1-6-16,3-1-16 0,0 1 9 0,-2-1-9 0,-2-1 20 0,1 0-5 16,-2 0-5-16,8-3-7 0,0 1 0 0,-2-5-1 0,0 1 1 15,-2 0 4-15,2-2-2 0,6-1-12 0,-1 0 15 0,-1 0-14 16,0 1 14-16,-3 1 0 0,2 0-10 0,4 0 2 0,-1-1 4 0,-5 0-4 16,3 1 0-16,-4 0-1 0,3-1 1 0,2 0 5 0,-4-3-4 15,-3 1 5-15,0 0-5 0,-2 0-1 0,0-2-2 0,2-5-11 16,-4-1 15-16,-5 1-8 0,-3-4 18 0,-3 1-7 0,-3-1-11 0,0-2 9 15,-1-3-3-15,-6 0 7 0,-6-3 1 0,-7 1-3 16,-5-1 0-16,-3-2-11 0,-3 2 6 0,-1-1-4 0,-2 3 16 16,-1 0 0-16,-5 3-7 0,-1-5-6 0,-9-5 10 0,-4 0-8 0,0-3 17 15,-2 2-4-15,3 1-6 0,-1-2-12 0,-2 1 9 0,-4 1-9 16,-1 0 11-16,-2 1 0 0,-3 4-5 0,-5 0-5 0,-2 2 6 16,-1 3-4-16,-4-4 8 0,-2 1-4 0,-2-2-5 0,2-3-6 0,-5-3 4 15,-3 3-4-15,-3 1 2 0,-6 2 6 0,-3 1 1 0,-2-3-16 16,-3 3 15-16,-1 2-14 0,-6 2 25 0,-6 3-6 0,-8 1-8 15,-3 2 1-15,-4 0-2 0,3 0 4 0,-2 3 3 0,-3-1-3 16,-8 5-4-16,-8-2-3 0,-2 2 5 0,0-1-3 0,4 2 10 16,3 1-1-16,-10 0-2 0,-5 0-6 0,-4 3 5 0,2-2-3 0,2 5 2 15,-1 2 0-15,-1 0-4 0,-9 2-5 0,1 2 11 0,-2 0-6 16,-3 5 10-16,2 0 2 0,-1-1-8 0,-1 5-11 0,-5-2 3 16,-2 0 2-16,-2 2 14 0,2 0-1 0,-2-1-5 0,-5 3-6 15,-4-2 4-15,2 2-2 0,1-1 9 0,2 2-2 0,3-1-5 0,-8 3-3 16,-1 1-1-16,5-1 3 0,-2 1 5 0,9 4-2 0,1 0-3 15,-4 1-1-15,1 3-2 0,3 0 3 0,0 3 6 0,5-3-3 16,1 0 0-16,-2 0-6 0,9 1 4 0,-1-1-2 0,3 4 9 16,6-7-4-16,3 1-3 0,7-1-8 0,0 3 6 0,5 3-1 15,3 3 14-15,5-1-3 0,10 1-7 0,4 0-6 0,5 1 6 0,7 2-4 16,3-2 5-16,6-1 3 0,0 0-4 0,3-1-12 0,7 1 9 16,4-3-9-16,9-2 17 0,11-2-1 0,4 2-5 0,1-1-4 15,3 6 6-15,-2 2-6 0,5 0 8 0,8-2-2 0,9 2-2 16,3 0 2-16,4-3 6 0,3 0-2 0,-1-1 5 0,0-3 2 0,1-1-6 15,3-1-7-15,6-2 19 0,5-1-18 0,5 0 19 0,-2-3-2 16,3 0-8-16,5 1-5 0,-1 0 5 0,8-1-5 0,-3 1 5 16,1-5-1-16,4 2-3 0,2-2-5 0,5 0 5 0,-2 1-5 15,-2-4 5-15,0 1-3 0,3-1-3 0,5-1-7 0,3-1 5 0,2-1-4 16,-3-2 4-16,3-1-10 0,5-3-8 0,10-1-43 0,4 0-15 16,5-5-4-16,2 1-70 0,1-5-36 0,8 1-28 0,10-6-188 15,8 1 236-15</inkml:trace>
  <inkml:trace contextRef="#ctx0" brushRef="#br0" timeOffset="102936.66">29409 12778 217 0,'-11'-14'250'0,"0"0"-145"0,1 1 149 0,1 3-183 15,1 5-51-15,4 1-7 0,-1 1 32 0,3 2-2 0,0 1 2 0,2-1-16 0,-1 1 11 0,1-1-13 0,0 1-3 0,1 0-4 0,0 1-15 0,1 0-1 0,2 0 20 0,0 2-10 0,2 0 46 0,2-1-9 0,-1-1-2 0,4 2-9 0,1-2 1 0,2-1 2 0,3 0 3 0,1 0-4 16,5-2-7-16,3 0-21 0,2-1 20 0,-4-3-19 0,1 3 17 0,2-2-7 0,2-3-11 0,12 0-5 16,-1-3 2-16,-2 0 1 0,2-1 14 0,-5-1-7 0,1 3-1 0,5-2-5 15,3-1 3-15,2 2-1 0,2-1 8 0,-3-2-2 16,1 1-2-16,1-5-18 0,0 0 6 0,2-2-6 0,-3-4 18 0,-3 1-5 16,3-3-3-16,5-2-8 0,1 0 5 0,-4-4-5 0,-1 1 5 15,-2-2-5-15,-1-4-3 0,5 2-2 0,-3-1 12 0,-3 3-6 16,0 0 15-16,-5-1-4 0,3 2-9 0,4-7-11 0,-4-5 8 15,2 0-7-15,-1-3 15 0,-2 1 0 0,5-1-3 0,-2-5-18 0,-4 6 15 16,-1-2-13-16,0 2 19 0,-3-3-1 0,5-5-10 0,0-3-1 16,-1-5 5-16,2 1-6 0,-3 1 4 0,-2 4 2 0,-1 0 0 15,-1-3-13-15,-4-5 13 0,-2-2-11 0,0-5 15 0,-3 3 0 16,-1 3-6-16,0-3-11 0,1 0 14 0,-3-3-12 0,4-4 17 0,0 1 2 16,-2-1-8-16,2 2-7 0,-3 1 16 0,-2-4-12 0,-3 0 18 15,2-2-3-15,-1-4-11 0,0 4-8 0,2 1 11 0,-4 0-8 16,-3-1 15-16,0 0-3 0,-3-4-9 0,1 2-6 0,-2 5 3 15,0 1-2-15,0-3 10 0,-1 3-1 0,2-5-2 0,-2 0-9 16,-2 5 7-16,0 2-7 0,0-1 11 0,-1 3-2 0,-1-7-5 0,0-4-11 16,-2 4 13-16,0 4-8 0,-2 1 16 0,-1 2-4 0,-1-1-9 0,-2-9-6 15,-1 1 9-15,-1 5-5 0,-1 3 12 0,0 3 0 16,-1-5-7-16,-1-3-14 0,0-5 17 0,0 5-13 0,0 6 22 16,2 1-2-16,0 2-9 0,1-6-6 0,1-3 11 0,1-1-7 0,1 5 18 15,-1 8-6-15,2 0-9 0,1-3 1 0,0 0 2 0,0-5-1 16,0-1 7-16,1 6-3 0,2 6-3 0,-2-2-11 0,0 0 9 15,0-2-5-15,-1-3 13 0,0 2 0 0,0 2-8 0,0 4-2 16,0 2 6-16,-1 3-5 0,-1 1 10 0,-2-2-4 0,1-1-1 0,-2-3-11 16,2 0 8-16,-2 5-7 0,1 1 11 0,-2 7 1 0,1 3-4 15,-1-6-7-15,0-2 4 0,0-1-4 0,-2-2 9 0,-1 4-4 16,1 3-3-16,2-2-8 0,0 5 11 0,0 4-6 0,-1 2 18 16,-2 5-2-16,1-5-6 0,1 0-6 0,-3 0 9 0,4 1-7 15,-2 5 8-15,1 2-4 0,3 1-7 0,-1 4 0 0,2-3 0 0,-2 5 0 16,3 2 3-16,-1 4 3 0,2 1-2 0,0 2-13 0,-3 3 10 15,3 0-11-15,-1 2 13 0,1 1-3 0,1 0-4 0,-2 1-16 16,0 1 0-16,2 0-4 0,-1 2-6 0,-1 0-1 0,2 1-3 0,-1 0-21 16,0 2-4-16,1 0-5 0,-1 2-41 0,-2 0-7 0,2 0-15 15,-5 0-71-15,-2 4-31 0,-4 1-6 0,-1 2 63 0</inkml:trace>
  <inkml:trace contextRef="#ctx0" brushRef="#br0" timeOffset="103655.23">31754 4934 453 0,'-7'-31'-87'0,"2"17"153"0,2 2-12 0,-1 1-29 0,2 2-25 0,-1 0 30 0,0 2-29 0,1-1 46 0,-1 0 1 0,1 2 1 0,-2-3-1 0,1 0 8 0,1 1-5 0,-1-1 2 0,0 0-7 0,2 2-15 0,0-1-19 0,0 0 29 0,1 1-24 0,0-1 32 0,0 0-13 0,2-1-18 0,0 0-14 0,0-2 12 0,2-1-7 0,-1 0 29 0,2 0-2 0,-2-1-7 0,0 2 0 0,2-2 7 0,-3 1-8 0,1 1-4 0,0 1-8 16,0-2-4-16,-1-3-7 0,1-2 12 0,-1 2-6 0,0-1 28 0,0-2-4 0,2 2-6 15,-2-3-9-15,1-1 6 0,2-1-8 0,-2 0 6 0,2 1-4 16,-2 2-2-16,0-1-5 0,0 1 5 0,0-2-3 0,0 1 10 16,0-3-1-16,0 1-6 0,0-5-13 0,2-2 21 0,-1 0-16 15,1 1 23-15,-1 1-8 0,1 2-14 0,0-2 5 0,0-1 9 0,-1 4-1 16,1 3 21-16,-1 2-4 0,0 1-8 0,-1 5-13 0,0-1 6 15,0 3-7-15,-1 2 7 0,0 1-6 0,-1 2-2 0,0 1-20 16,1 4 4-16,-1-1-5 0,0 1 13 0,0-1-4 0,1 1-3 0,0 1-16 16,3 0 14-16,1 3-9 0,0 1 17 0,2 4 2 0,3-1-10 15,2 4-10-15,1 0 10 0,4 2-10 0,0 4 16 0,1-2 0 16,2-1-2-16,-2 3-16 0,2 0 11 0,1-1-10 0,1 1 20 16,-1-1-1-16,2-2-7 0,-2 1-15 0,0 0 14 0,-2-4-11 15,-1 2 25-15,-1-1-5 0,0 3-9 0,-1 0-9 0,0 0 5 0,-2-1-5 16,0 2 9-16,1-3-2 0,-1 2-8 0,2 1-46 0,1 2 8 15,2 2-20-15,4 2-37 0,3 4-21 0,1-1-29 0,2 9-136 16,4-2-105-16,2 8-12 0</inkml:trace>
  <inkml:trace contextRef="#ctx0" brushRef="#br0" timeOffset="107091.7">7890 15439 217 0,'-8'-8'186'0,"1"0"-108"0,2 3 106 0,-1-1-122 0,0 3-21 0,2 2-14 0,0 0 29 0,3-1-2 0,0 1-13 0,0 0-17 0,0-1 21 0,1 2-23 0,0 0 5 0,-1 0-8 0,1 0-15 0,0 0-9 0,0 0 5 0,0 0-5 0,0 0 8 0,0 2 3 0,2-1-6 0,0 3-12 0,1-2 18 0,0 1-16 0,0 1 24 16,1-2-4-16,-1 1-6 0,-1-1-8 0,2 2 8 0,-1-2-5 16,2 3 15-16,-3-3 1 0,1 1-8 0,1 1-21 0,-1-2 25 15,0 1-21-15,1 1 35 0,0-2-6 0,-1-1-12 0,1 2-13 0,0 0 17 16,1-2-10-16,-1 1 34 0,1 0-4 0,-1-1-13 0,3 2 2 15,0-2 10-15,2 0-8 0,1 0 3 0,0 1-4 0,2-1-2 16,3 0-10-16,1-1 15 0,0 2-10 0,4-1 17 0,0 0-8 16,2 0-12-16,5-1-16 0,1 0 16 0,1 0-11 0,1 0 21 15,-7 0-3-15,2-1-11 0,2 0-3 0,2 0-1 0,3-2 0 16,-1 2 10-16,-4-1-6 0,0 1 1 0,3 1-10 0,-1 0 5 0,1 1-3 16,1 1 15-16,-1 0-3 0,5 2 1 0,2-1-6 0,1-1-2 15,-3 1 4-15,3 1 14 0,-2-3-5 0,4 1-1 0,3 1-13 16,-1-2 7-16,1 2-7 0,2 1 5 0,1 0-3 0,4-2-4 0,4 2 4 15,-1-2-4-15,2-2 4 0,-2 0 0 0,-1-1-1 16,2-3 2-16,1 1-6 0,1 1 1 0,6-2-2 0,1 1 4 16,-1 0 5-16,1-2 2 0,-3 0-5 0,1-2 3 0,1 2-5 0,0 0-1 15,0 1 0-15,5 0-3 0,0 1-4 0,2-4 11 0,-3 0-8 16,0 0 13-16,-1 2-1 0,5-1-5 0,6 2-6 0,2-3 13 16,1-2-9-16,1 2 29 0,-6-1-9 0,6 3-10 0,3-1-18 15,2-2 9-15,4 0-8 0,-4-1 16 0,-5 3-2 0,1 2-6 0,3 0-14 16,-2 0 8-16,-1 0-8 0,-5 1 26 0,-9-1-8 0,0 2-4 0,-1 0-7 15,1-2 2-15,-3 3 0 0,-3-1 11 0,-6 0 7 16,-3-1-3-16,-1 3-6 0,-4 0 9 0,-3 2-11 0,0-1 7 16,-1-1-3-16,-1 0-3 0,-2 0-10 0,-8 1 7 0,-3 0-7 0,-2-2 4 15,-5 1 5-15,4 0-4 0,-5 0-12 0,-4 3 5 0,-1 2-8 16,-4-1 8-16,-2 3-24 0,-1-1-17 0,0 1-76 0,-1 2-21 16,-1 1-9-16,0 2-134 0,-2-1-43 0,1 1-49 0</inkml:trace>
  <inkml:trace contextRef="#ctx0" brushRef="#br0" timeOffset="107797.25">20735 15495 501 0,'-19'-10'142'0,"0"-1"189"0,3-1-261 0,5 0-22 16,3 4-34-16,4 1 56 0,4 2-7 0,0 1-10 0,2-1-26 0,6 0 14 0,2-1-15 0,7 3 19 0,2-1-9 0,3-1-15 0,5-1-19 0,0 3 26 0,2-2-21 0,2 3 31 0,-1 1-9 0,1 1-17 0,5 0-1 0,5 0 3 0,4-1 0 0,4-1 8 0,-3 1-4 15,6-1-4-15,3-1-18 0,-1-1 16 0,1-1-13 0,-5 1 23 0,-3 2-9 0,3-2-12 0,4 0 5 0,3 1 6 0,-1-2-1 0,0 1-2 0,-4 2-2 0,-3-1-8 0,2 2-12 0,-2 1 15 0,1 0-9 0,2 1 22 0,1 1-6 16,0 0-10-16,3-1-4 0,0 5 5 0,-4-3-2 0,1 6-7 0,-6 2-25 0,2 1-20 16,10 5-113-16,2 1-71 0,7 2-8 0,5 2-26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47:20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3609 8345 256 0,'-3'1'40'0,"1"-1"596"0,0-1-243 0,1 1 25 0,1 0-335 0,0 0 8 0,1 0-37 0,1-2-22 0,0 2-3 0,1 0-7 0,3 0 7 0,-1 2 5 0,1-1-4 0,2 0 12 0,0 1-8 0,0-2-8 15,3 2-10-15,0 1 12 0,1 1-13 0,4-1 21 0,0 2 4 0,-2-1-7 0,-2 0-7 0,-1 0 2 0,-1 0-11 0,3 0 5 0,3 0-5 0,-2-2-4 0,2 2-16 0,-1 2 8 0,1-2-10 0,0 3 15 16,-5-4-3-16,0 3-6 0,-2-4-17 0,0 3 0 0,-3-3-6 0,0 1-19 0,-1 0-6 0,-1-2-4 0,0 0-29 0,-1-1-10 0,0 0 2 0,1-1-58 16,-2-1-17-16,0-3-20 0,2 1-153 0,-1-1-33 0,1-3-38 0</inkml:trace>
  <inkml:trace contextRef="#ctx0" brushRef="#br0" timeOffset="222.97">4000 8258 1177 0,'-6'-2'-407'15,"4"2"830"-15,2 0-79 0,-1 0-119 0,0 0-75 0,1 0 27 0,0 0-65 16,0 0 14-16,0 2-10 0,0-1-21 0,0 3-17 16,0 0 17-16,0 2-31 0,0 3 3 0,0 1-18 0,-1 2-24 15,0 2-14-15,-1 0 11 0,0 0-12 0,0 1 19 0,0 2-8 16,-2 2-6-16,0 3-1 0,-1-2 2 0,2 0-2 15,1 1 0-15,-2 0-5 0,2-1-5 0,-2-3-5 0,1-3 2 16,0 0-2-16,1 3 2 0,0 1 2 0,-2-4-2 0,2 3-4 16,-1-7-3-16,1 1-1 0,0 1-13 0,2-3-10 15,0 0-3-15,0-2-34 0,1-1-18 0,3 0 5 0,-1-1-94 0,2-1-50 16,1 0-38-16,3-2-401 0,4 3 415 0</inkml:trace>
  <inkml:trace contextRef="#ctx0" brushRef="#br0" timeOffset="1693.64">5365 8273 217 0,'-2'-1'237'0,"2"1"-73"0,-2-2 152 0,2 1-131 0,-2 1 3 16,1-1-78-16,1 1 18 0,-2 0-21 0,2 0-36 0,0-1-21 0,-1 1 13 0,0 0-24 0,1 0 12 0,0 0-6 0,0 0-10 0,0 2-17 0,-2 1 25 0,-1-1-27 0,-2 2 38 0,3 3-3 0,-5-1-15 0,-2 3-14 0,1 1 19 0,-3 0-24 0,3 2 17 0,0-1-3 0,-2 2-12 0,0 1-14 15,-2 0 20-15,2 1-20 0,0 2 34 0,-2 1-10 16,7 0-12-16,-3 3-5 0,1-1 3 0,-1-1-4 0,-4-1 2 16,1-4-3-16,1 1-2 0,1 0-8 0,1 3 4 0,2-3-5 15,-1-1 5-15,2-3 1 0,0 1-2 0,1-1-16 0,0-1 15 16,4-3-12-16,-2-1 19 0,2-3-2 0,0 1-10 0,0 0-13 0,0-1 0 15,1 1-5-15,0-3-15 0,0 0-4 0,2 2-3 0,-2-2-36 16,2 0-3-16,-2-1-8 0,3 0-32 0,-2 0-17 0,0-2-20 16,3-1-91-16,-1-1-37 0,0-3-8 0,2-2 78 0</inkml:trace>
  <inkml:trace contextRef="#ctx0" brushRef="#br0" timeOffset="1979.26">5100 8311 620 0,'-7'0'140'0,"-2"-3"174"16,1 0-96-16,2 0-28 0,2 3-38 0,0 0-54 15,2 0 26-15,2 0-50 0,-1 0 11 0,1 0-13 0,1 0-26 0,1 4-13 16,2 0 32-16,0 0-32 0,3 2 43 0,1 1-14 16,0 0-20-16,3 2-12 0,0 2 9 0,1-1-15 0,2 1 9 15,-3 1-7-15,3 2-8 0,0 0-8 0,0 0 10 16,1 0-11-16,-3 4 8 0,-1 1-5 0,-2 1-9 0,1-4 1 15,3-2 3-15,0-6-2 0,4 2 2 0,-2 1 0 0,0 3-2 16,-1 2-11-16,-1-3 7 0,-2-1-8 0,0-3 12 16,-3-2-10-16,1 1-7 0,-2 0-21 0,-3-2-2 0,2 0 0 0,-2 2-30 15,0-4-15-15,-1 1-18 0,1-1-63 0,0 1-29 0,-1-1-4 16,1 1-172-16,-1-2-45 0,2-3-58 0</inkml:trace>
  <inkml:trace contextRef="#ctx0" brushRef="#br0" timeOffset="2254.75">5583 8588 834 0,'-2'5'194'0,"0"-1"496"0,1 0-507 16,0 0-29-16,1 2-28 0,-2-1-60 0,2 2 17 0,0-1-39 16,2 2 4-16,-1-1-11 0,1 2-15 0,0-1-10 0,-1-2 9 0,1-1-10 15,2 2 1-15,-1 1-2 0,1-2-10 0,0 2-2 16,-1-2 6-16,2 2-6 0,-1-1-17 0,0 2 11 0,0-1-3 16,2-2-37-16,-2 1-16 0,1 1-7 0,-2-1-132 15,1-2-136-15,0 3-44 0</inkml:trace>
  <inkml:trace contextRef="#ctx0" brushRef="#br0" timeOffset="10913.34">3742 11207 256 0,'-12'-7'34'0,"7"4"483"0,1 1-223 0,3 2 13 0,1-2-275 0,0 2-5 0,0 0-4 0,3 0-15 0,0 0 0 0,1 0 2 16,3 2-6-16,0-2 18 0,-6 1-14 0,1-1 22 0,2 0 0 0,-1 0-5 0,8 0 5 0,2 0 9 0,0 0-4 0,-1 0 26 0,4 1-7 0,1-1-4 0,1 1-24 0,2-1 16 0,0 2-14 0,1-1 16 0,-1 0-9 0,2-1-14 0,3 0-13 0,2 0 8 0,1 0-8 0,2 0 3 15,-2 0-2-15,2-1-6 0,1-2-4 0,3 1 4 0,-7-2-4 0,1 1 3 16,1-2 4-16,-1 0-2 0,9-2-4 0,-1 0 6 0,-2-1-5 16,0 1 16-16,0-1-7 0,3-1-7 0,5 0-2 0,0-1 1 15,1 0 1-15,2-2 3 0,-8 1 0 16,-1 0-3-16,0-4-6 0,-2 1 7 0,-1-3-8 0,0 1 9 0,-5-2 0 0,-1 1-5 0,0 4-6 15,0-3 8-15,-2-1-5 0,-2 0 18 0,0-2-1 0,-2 1-4 16,0 2-10-16,-2-1 10 0,2 2-10 0,-2-1 12 0,-3 3-1 16,0-2-8-16,-1 0-1 0,-10 1-1 0,0-2 0 0,-2 3 2 0,-2 2-2 15,6-2 0-15,-1 2 5 0,-3 0-2 0,-3-1 3 0,0 0-3 16,-2 0-2-16,-2 1-1 0,0-3-1 0,-3 0 1 0,1 0 0 16,1-2 3-16,-4 1-1 0,-1-2-3 0,-5-1-10 0,-4 1 12 15,-1-1-9-15,-1 1 15 0,-1 3-1 0,1-2-7 0,-4 5-10 16,-1-3 9-16,-2 2-8 0,-2 5 15 0,0 0-4 0,-1 0-5 0,-3 0 0 15,-5 2 3-15,0 3-1 0,-3 2 2 0,-2 3 0 0,0 2-1 16,-5 3-1-16,-1 0-1 0,-3 1 0 0,4 0 3 0,2 2-1 16,-3 3 1-16,-2 3-13 0,-6-2 14 0,2 1-10 0,2-1 19 15,3 0-6-15,1 5-8 0,0 1-6 0,1 1 6 0,2-1-2 16,-1-2 13-16,2 0-3 0,-2-1-6 0,-1 1 0 0,4 0 1 0,0 3 0 16,3 1 5-16,1 3-2 0,5-1-3 0,3 6 0 0,2 0 9 15,4 0-5-15,3 1 17 0,2-2-3 0,1-1-5 0,2-3-13 16,1 1 14-16,2-4-12 0,5 3 13 0,3-6-1 0,4 1-9 0,1-3-5 15,2-3 6-15,4 1-7 0,1-4 10 0,5 2 2 16,3-1-2-16,4 0-8 0,3-1 17 0,3 0-13 0,1 0 27 0,1-2-4 16,-1 0-7-16,7 1-7 0,1-2-2 0,5 0 0 0,3-1 6 15,1-4 2-15,0 0 5 0,6-1-24 0,-7-1 14 0,2 2-15 16,0-1 14-16,-3-1 0 0,6-2-9 0,2-1-4 0,1-2 4 16,2 3-5-16,3 0 1 0,-1-1 3 0,-2-1 0 0,1-4-13 0,-1 3 12 15,0-3-10-15,-1 1 12 0,2 2-13 0,1-3-14 0,5 1-44 16,5 1-5-16,0 1-7 0,-3-1-48 0,-1 1-32 0,-3-1-31 0,3 2-204 15,7-3 236-15</inkml:trace>
  <inkml:trace contextRef="#ctx0" brushRef="#br0" timeOffset="12481.3">18716 11325 431 0,'0'-2'97'0,"0"-4"134"0,3 4-202 0,3-2-23 0,0 1-19 0,3 2 28 0,-2 0 3 0,4-3-5 0,0 2 5 0,1-2 24 0,2-1-17 0,0 2 15 0,0-2-10 0,-1 1-18 0,2-1-9 0,-1 1 10 0,2 0-5 0,-1 0 28 0,-1 2 1 0,2-1-2 0,1-1-3 16,-1 3 20-16,0-3-16 0,1 2 23 0,0 0-4 0,1 1-7 0,-1 0-5 0,1 1 5 0,-1-1-5 15,1 1-4-15,-1-2-2 0,-2 2-10 0,-6-1-22 0,2 1 22 16,2 0-20-16,0-1 21 0,9 1-6 0,-1-1-11 0,3 1 0 15,-1-2 5-15,1 0-2 0,-1-1 6 0,1 1 0 0,2 0-4 0,2 0 0 16,3 0 6-16,3 1-4 0,1 0 3 0,1 0-7 0,1-1-8 16,1 0-12-16,-6-1 14 0,3 1-11 0,0-1 15 0,0-1-1 15,4 2-11-15,-1-1-5 0,1-2 9 0,-1 2-6 0,2-2 10 16,-1 1-2-16,1 2-5 0,4-2 0 0,-4 0 2 0,-4 0 0 16,1 1-3-16,-3-4 2 0,-2 3-4 0,5-3-10 0,-3 0 20 0,-1 0-14 15,-1-1 18-15,-2 0-4 0,0-1-9 0,-1 0-3 0,0 0 3 16,-2-1 0-16,-1 0 7 0,-2 0-3 0,-1-3 0 0,-2 0-8 15,-5-1 6-15,-4 0-3 0,1-2 10 0,-1 2-1 0,5-1-5 0,1 2-6 16,-4-1 5-16,-1-3-4 0,-2 3 8 0,-2-5 0 0,0 3-4 16,0-4-8-16,-3 2 13 0,-2 0-11 0,-1 1 13 0,1-3 0 15,-3 2-7-15,0-1-13 0,-1 1 15 0,0 3-12 0,0 1 19 16,-3 1 3-16,-2 2-11 0,-2-2-9 0,-2 2 17 0,-2 0-15 16,1-1 16-16,-2 2 0 0,-4-1-8 0,-1 0-4 0,-2 1 2 0,-1-3-2 15,-1 1 7-15,4 0-1 0,-3-2 0 0,-2 1-17 0,-2 0 14 16,-8 1-11-16,1 0 21 0,-1 4 1 0,0-1-3 0,-3 0-13 15,-1 3 3-15,-1-4-6 0,-5 2 11 0,0 0-4 0,-1 2-1 0,-6-2-1 16,1 3 1-16,0 0 1 0,-1-3 5 0,0 5-6 0,-2-3-4 16,-2 4-7-16,-7-2 10 0,0 2-4 0,1 2 14 0,-1-3 1 15,1 2-10-15,-2 1-11 0,-1 0 17 0,1 0-13 0,-1 4 18 16,0-2-4-16,2 4-7 0,-6 1-12 0,1-1 15 0,2 1-10 16,-3 0 14-16,7 4 2 0,-2 1-9 0,-1 2-2 0,-2-1 14 15,2 0-12-15,6 1 16 0,3 2-4 0,5 5-9 0,-2 2-2 0,3 2 0 16,2-4 1-16,-1 4 1 0,3-3 0 0,3-2-3 0,5 4-6 15,5 1 9-15,4 2-8 0,2 1 11 0,1 0-3 0,5 0-2 16,1 1-3-16,4 1 1 0,1 2-1 0,4-3 5 0,4 0-1 16,3-4-2-16,2 1-4 0,3-3 4 0,4 2 0 0,2-2 4 0,3-1-1 15,4-3-5-15,1 1 0 0,7-2 4 0,4-1-1 0,1 4 12 16,-3-3-3-16,1 2-4 0,3-2-11 0,3-1 11 0,8 0-9 16,-1-6 14-16,0-1 0 0,2 1-7 0,3 0-7 0,6-2 5 15,0 0-5-15,2-1 9 0,-4-3-4 0,0 3 0 0,1-5-18 16,0 1 17-16,3-1-13 0,1 2 31 0,-1-3-4 0,4 5-12 0,0-3 1 15,0 0 0-15,-1 1 1 0,-6-3 5 0,0 1-1 0,0-1 2 16,0 0-7-16,1-1-1 0,2 1-1 0,0 0 3 0,-9-1-3 16,0-1 2-16,-1 0-11 0,-2 0 7 0,3 0-7 0,-7-1 10 15,-3-2-8-15,-4 2-10 0,-1 0-44 0,-2 1-6 0,-4-2-9 16,0 2-47-16,-5 2-18 0,-3-1-20 0,-3 3-122 0,0 0-68 16,-4 2-17-16</inkml:trace>
  <inkml:trace contextRef="#ctx0" brushRef="#br0" timeOffset="20805.2">5692 10723 256 0,'4'0'-9'0,"-3"0"-109"0,1 2 54 0,0-1 0 0,4 0 77 0,1 2 9 0,-1-1 1 0,2 0 23 0,0-1 0 16,-4 0-3-16,2 1-31 0,-1-2 35 0,1 1-32 0,7-1 31 0,0 0-9 0,2 0-22 0,2-3-7 0,-3 1 6 0,2 0-5 0,0-1 24 0,-3-1 6 15,1 0 0-15,-2-3-25 0,1 1 23 0,0 1-26 0,-1-1 14 0,2-2-5 0,-1 1-9 0,2 0-3 0,-2-1 10 0,2 0-4 0,-1-1 14 0,1 0-3 0,0-1-11 0,-1 0-14 0,2 0 8 0,0 0-8 0,0-3 8 0,0 2-6 0,-1-1-3 16,-3-2-13-16,0-2 14 0,0 1-7 0,-2-3 26 0,-1 0 0 0,-3 0-13 0,1 0-25 0,0 0 33 0,-3-1-27 0,0-1 41 0,-3-3-3 0,-1 1-13 0,1 0 4 0,-1 2-2 16,0-4 3-16,1 1 3 0,-3 3 0 0,-1 1 0 0,-3 1-21 0,-2 1 20 15,0 1-19-15,-1 1 27 0,-1 3-7 0,0-2-7 0,-3-1-8 16,-2 3-5-16,-3-2 3 0,0 0 5 0,0-1 0 0,0 1-1 16,-2 2-16-16,-1 0 16 0,-2-1-16 0,0 3 15 0,-2 1-2 0,-1 0-6 15,-3 3-8-15,-3 1 9 0,-4 3-6 0,-3 1 16 16,0 1 1-16,1-1-8 0,-2 1-15 0,0 2 22 0,-1 0-20 15,-2 0 23-15,4 2-5 0,1 0-11 0,2 3-1 0,-1 6 4 0,-1 1-1 16,-1 2 6-16,2-1 1 0,1 0-5 0,4 1-8 16,2 0 12-16,0 1-10 0,2 2 6 0,0 0 0 0,2 5-2 0,2-1-6 15,3 5 6-15,2 1-3 0,1 1 14 0,3 2 1 16,3-2-7-16,2 1-18 0,1 2 24 0,2-2-21 0,4-3 27 0,0-2-5 16,3-1-10-16,3 0-6 0,1-1 1 0,3-1 0 0,3-2 12 0,0-2 2 15,0 0-1-15,4 3-15 0,-1 0 15 0,4-1-16 0,1 2 8 16,1 2-1-16,1-2-6 0,4 2 10 0,2-2-7 0,1-1 7 15,3 1-16-15,-3-1-10 0,-2-2-6 0,3 0-40 0,1-1-6 16,3 1-10-16,4 0-78 0,-4 1 97 0,-1-1-15 0</inkml:trace>
  <inkml:trace contextRef="#ctx0" brushRef="#br0" timeOffset="24945.5">11859 15520 256 0,'-4'-7'-9'0,"0"3"-109"0,0 0 54 0,-1 2 0 0,1-2 64 0,-2 0 23 0,3 1-12 0,-1 1 43 16,0-1-9-16,0-1-10 0,-1 3-22 0,1-3 13 0,-1 2-10 0,1 0 30 0,-1 1-2 0,0-1-10 0,-1-1-14 0,3 2 21 0,-1-1-18 0,3 0 25 0,0 1-2 0,-1-2-6 0,1 2-13 0,0-1 12 0,1 1-12 0,0 0 4 0,0-2-1 0,1 2-10 0,0 0-22 0,0 0 18 0,1-1-17 0,0 0 20 0,2 0-6 0,0 0-7 0,2 1-14 0,-1-2 19 0,1 0-11 0,1 1 35 0,1 1 3 16,1-2-11-16,0-1-4 0,1 2 13 0,1-1-13 0,-1-1 8 0,1 2-3 15,2 0 0-15,-1 0-25 0,1 1 10 0,1-1-10 16,1 1 26-16,-2-2-4 0,2 3-7 0,1-1-10 0,4 0 7 0,0 0-7 15,4-1 11-15,0 1-8 0,2 0-5 0,2-1 5 0,0 1-1 16,1 0 3-16,-2 0-5 0,1-1 4 0,1 1-4 0,2 0-11 16,4 0 16-16,-5-3-17 0,-1 2 13 0,-1 2 1 0,0-1-5 0,3 1-15 15,-2 0 13-15,0 0-10 0,1 1 20 0,1 1 0 0,0-1-11 16,-1-1-19-16,-4 1 25 0,-2-1-22 0,-1-1 30 0,0-2-4 16,4 2-10-16,-1 0-10 0,-3 0 8 0,-3-2-7 0,-2 0 16 0,-2 1 0 15,-1 1-8-15,2-1-4 0,-1 0 8 0,0 0-8 0,-1 1 3 16,-3 0 6-16,0 0-3 0,2 1-11 0,-3 0 9 0,1 0-10 15,0 0 8-15,-2 1-1 0,0-1-7 0,-1 0-30 0,-1 0 12 16,-2 0-19-16,0 1-10 0,-1-1-8 0,-2 1-13 0,0 1-35 0,-2-2-9 16,1 1-7-16,-2-1 34 0</inkml:trace>
  <inkml:trace contextRef="#ctx0" brushRef="#br0" timeOffset="47676.76">26981 15549 217 0,'-7'-5'103'0,"0"-1"-63"0,1 3 46 0,2 0-81 0,2 2 3 0,1 1-23 0,0 1 30 0,1 2-2 16,1 0-10-16,2 1-11 0,1 1 26 0,2-1-19 0,1 3 33 0,2-2-8 0,2 0-11 0,5 1-7 0,0 1 0 0,2-1 2 0,0 0 11 0,0 1 0 0,-4-1-3 0,2-1-20 0,5 2 31 0,2-3-27 0,7-1 31 0,2 1-7 0,-3-2-18 0,2-1-5 15,-1-1 5-15,4-1-4 0,2-1 10 0,1-3 1 0,4 0-6 0,2-3 7 16,2-1 9-16,-3-1-8 0,1-1 4 0,-2-1-1 0,-1 1-4 0,4 0-1 16,-6 0 7-16,-3-1-3 0,-1 1 15 0,-3 2-3 0,2 0-5 15,1-1-22-15,2-1 16 0,0 1-16 0,-3-3 22 0,-4 2-8 16,-1-1-8-16,3-2-2 0,0 0-5 0,4-2 4 0,-4-1-2 16,-1 2-2-16,-3-3 0 0,1 1-11 0,-1-2 15 0,0-2-13 15,0-1 19-15,0 1-2 0,1-4-5 0,2 0-13 0,-2-1 4 0,-3 1-4 16,-3 2 18-16,-10-1 1 0,-1 4-6 0,-1 1-14 0,-4 1 18 15,0 0-15-15,1 0 28 0,-7 1-4 0,0-2-5 0,0-3-11 0,-1-4 4 16,-4-3-3-16,-2 1 7 0,-3 3 0 0,-2-2-4 0,-3 1-16 16,4 2 14-16,-1-2-15 0,-7 1 15 0,1 4-1 0,-9 1-2 15,-2 0-3-15,-1 2 1 0,1 2 1 0,-2 3 9 0,-1 3-1 16,0 2-6-16,-8 3-15 0,-4 0 19 0,-4 2-16 0,-3 1 25 16,4 0-5-16,-1 2-10 0,-1-1-1 0,1 1 0 0,-1 1 2 15,2 3 3-15,0 0-1 0,-3 3-2 0,-5 2-10 0,-3-2 14 0,4 3-11 16,3-1 13-16,2 4 1 0,4 1-6 0,-3 0-3 0,2 3 1 15,0 1-2-15,1 4 5 0,-1-1 1 0,-1 4-3 0,4 4-14 16,-2-1 18-16,5 1-15 0,2 0 25 0,0-2-6 0,5 0-6 0,4 4-2 16,3-2 0-16,2-1 2 0,3 2 0 0,4-2 4 15,5 2-2-15,1 4-13 0,4 0 15 0,2 0-16 0,4-2 17 16,4-4-6-16,2 1-2 0,4-3 1 0,1-1-6 0,4-2 6 0,3-1 6 16,2-1 0-16,2-2 0 0,3-2-16 0,3-1 15 0,4 0-13 15,6-2 16-15,2-2-5 0,5 0-7 0,0-2-1 0,1 0 1 0,2-1 3 16,-1-2 5-16,0 0-3 0,-1 0-4 0,3 1-17 0,2-1 13 15,5 1-14-15,0 1-1 0,-5-1-23 0,2 1-20 0,-3-2-54 16,-1 2-52-16,0 1 13 0,-5 3 4 0</inkml:trace>
  <inkml:trace contextRef="#ctx0" brushRef="#br0" timeOffset="50907.75">20680 15637 256 0,'37'-15'31'15,"-20"4"103"-15,1 2 1 0,2 4-102 0,0 0-23 0,1-1-10 0,0 2 24 0,0-1 1 0,2 1 2 0,2-1-5 0,4 1 6 0,-1-2-8 0,3 2-3 0,2-3-1 0,1 2-3 16,4-1-18-16,-5-1 13 0,3 4-10 0,0-3 38 0,0 3-4 0,6-2-4 0,-2 2-16 0,0-1 13 0,0 2-11 0,-1 0 18 0,-1 1-7 0,1 0-9 16,4-1-6-16,-4 1-1 0,3 1 2 0,-2-1 4 0,-1 0 1 0,3 1-3 0,-4-3-17 0,-2 2 14 0,-2 1-16 0,-1 0 10 0,-4 1-2 0,0 0-2 0,-1 2 0 0,-2 1-4 15,0 0 6-15,-3-1-2 0,0 3 1 0,-3-3-1 0,-7 2-18 16,1 2 5-16,-3-2-14 0,5 1-33 0,3 0-15 0,2-1-14 15,1 0-69-15,-2-1-43 0,0-1-5 0</inkml:trace>
  <inkml:trace contextRef="#ctx0" brushRef="#br0" timeOffset="61962.08">25633 2111 662 0,'-1'-13'152'0,"0"3"-84"0,0 1-46 0,1 2-11 0,0 0 32 0,1 5-3 0,-1-2-2 0,1 1 5 0,-1 1 16 0,0 2-6 0,0-3 22 0,0 2-7 0,-1 0-18 0,1-2-13 15,1 2 16-15,-1 1-17 0,0-2 2 0,1 2-16 0,-1 0-12 0,-1 2-13 0,1-1 1 0,2 0 2 0,2 3 23 0,0-1 1 0,1-1 0 0,0 5-18 0,1-1 19 0,1 2-15 0,-2-1 33 0,1 2-7 0,0 0-8 0,-2 3-3 0,-1-1 5 0,1 1-3 0,-1 1 6 0,-1-1-4 16,1 1-4-16,-1 1-19 0,0-3 18 0,0 0-15 0,2 2 18 0,-2 1-3 15,1 4-10-15,0 0-19 0,-1 1 20 0,1 0-18 0,1-1 21 16,-2-1-1-16,1 1-13 0,-2 1-8 0,-1 0 16 0,1 2-13 16,-1 0 22-16,0-1-5 0,0 0-7 0,2 3-9 0,-1 0 5 0,-1 3-4 15,0-1 5-15,0 1 2 0,-1 0-6 0,1 2-6 16,-3-1 10-16,1 2-9 0,-1-1 16 0,0-5 3 0,2 3-3 0,1-3-13 16,-1-1 11-16,1-1-11 0,-1 1 10 0,-1-1-2 0,1 2-5 0,0 1-1 15,0 2 2-15,1 2-2 0,0 1 3 0,-2 2 1 0,1-2 1 0,1 3-8 16,0-5 6-16,0 0-6 0,0 0 8 0,0-3-1 0,1 5-6 15,-1-3-3-15,2-2 7 0,-2-1-5 0,0 3 3 16,0 3 4-16,-2-2-3 0,1 3-6 0,1-2 5 0,0-1-5 0,1 3 12 16,1-3-3-16,-2 1-5 0,0 3-7 0,0-6 6 15,-2 3-2-15,2-1 11 0,0-1-5 0,0 2-7 0,0-1-3 0,0-4 8 16,0 1-2-16,0-2 10 0,0 0-2 0,0-1-7 0,0 5-15 16,0 0 14-16,3 1-10 0,-2 1 23 0,-1 2-5 0,1 0-8 0,0 3-6 15,0-2 6-15,0-4-3 0,-1 0 11 0,0 0-1 0,0-2-5 16,0 3-15-16,-1-3 16 0,0-2-13 0,-1 0 23 0,0-1-3 15,-2-2-10-15,1 3-9 0,1 0 13 0,0 1-10 0,1-1 15 16,0 1 0-16,0-5-7 0,1 2-9 0,0 1 9 0,0-3-7 16,1 3 11-16,0-1 0 0,0-3-6 0,1 0-9 0,-1-1 7 15,0 3-5-15,-1 0 20 0,0-2-7 0,0-1 0 0,1-1-9 16,-1 1 0-16,1-2 0 0,0 2 6 0,-1-4 0 0,1 2-1 16,-1-1-4-16,0 2 6 0,0-1-5 0,0 0 8 0,0-1-2 0,0 2-5 15,0-1-9-15,0 1 9 0,1 0-5 0,-1-2 14 0,3 0-1 16,-2-1-5-16,1 1-11 0,1-2 8 0,1-1-5 0,0 2 14 15,1-1-5-15,-1-1-4 0,1 3 0 0,0-4-1 0,2-1 2 16,1 0 1-16,0-4 1 0,0 3-2 0,1-1-11 0,-2 4 12 16,0 1-9-16,0-1 17 0,0-1-1 0,1 1-8 0,2-1-6 0,0-1 10 15,0 0-7-15,0-2 13 0,-1 2 0 0,1-1-5 0,0 0-7 0,1-2 3 16,1 1-2-16,-1 0 4 0,2 0 2 0,2-1-3 0,2 0-17 16,1 2 18-16,2-1-14 0,4-4 24 0,-2 3-5 0,-3-3-11 15,1 0 3-15,5 1 1 0,1-2 2 0,9 0 0 0,-2-1-2 16,-1 0-2-16,1-1-8 0,2 0 12 0,2 0-8 0,3 0 11 15,-2 1 0-15,3 3-6 0,5-2-7 0,-5 0 10 0,6-1-6 16,1-1 18-16,-2-1-4 0,8-1-7 0,-1-1-8 0,0-1 6 0,3 2-5 16,3-1 13-16,0 0-3 0,0 1-5 0,2-1-10 0,0 2 9 15,-1-4-7-15,4 1 15 0,0-1-3 0,4 1-4 0,-2 0-1 16,2 2-3-16,-1 0 2 0,-7 2 1 0,0 0 0 0,-6 0 0 16,2 0-10-16,3-1 8 0,1 0-5 0,-2 0 11 0,-2-2 1 0,-4 2-6 15,0 0-3-15,-1-2 2 0,-2 3-1 0,-1 1 2 0,-3 1 1 16,0-1-2-16,2 0-7 0,-1-1 8 0,1-2-7 0,0 0 10 15,-3 0 1-15,0 0-5 0,-3 0-19 0,-3-1 14 0,-1-1-16 0,-3 1 12 16,-2-3-4-16,-1 1-10 0,2-1-9 0,-3 0-9 0,-4-1 2 16,-4-2-33-16,1 2-11 0,-1-2-8 0,4 1-79 0,-3-1-32 15,-4-1-7-15,-5 1-143 0,0 2-21 0,-2-3-26 0</inkml:trace>
  <inkml:trace contextRef="#ctx0" brushRef="#br0" timeOffset="63693.6">24070 3464 420 0,'-7'-5'41'0,"0"-1"13"0,0 2 35 0,2 2-21 0,1-1-4 0,-1 0-3 0,1 2 0 0,0-1 4 0,1-1-3 0,1 0-11 0,2 3-10 0,0-1-22 0,-1 0 16 0,1 1-15 0,1 0 11 0,-1 0-5 0,2 0-12 0,0 0 12 16,2 0-6-16,1 1 9 0,1 0 6 0,-2-1-4 0,2 3-1 0,-1 0-20 0,0-1 12 0,0-1-12 0,-1 3 14 0,1 1-4 0,0 0-5 0,-5 2-5 0,0 1 9 0,0-1-4 0,-2 2 16 0,4 0-4 0,2 1-7 0,-1 1-8 0,0 1 9 15,1 1-9-15,-1 0 6 0,0 2-5 0,1-2-3 16,-2 3-8-16,1 0 11 0,1 1-7 0,-1-2 16 0,1-2-3 0,-2 1-9 16,1 1-12-16,1 2 5 0,-2-1-7 0,0-2 8 0,0-4-3 15,2 0-1-15,-1 2 5 0,0-2-6 0,1 3 3 0,-2-3-29 16,1 0 10-16,1 0-3 0,0-2 14 0,0-2 3 0,-1 1-5 15,1-1-16-15,-1-1-9 0,0 0-7 0,-1 1-20 0,-1-3-13 16,3 1 4-16,-3-2-41 0,0-1-7 0,0 0-13 0,0-1-38 16,0 1-25-16,-1-1 7 0,2-2 67 0</inkml:trace>
  <inkml:trace contextRef="#ctx0" brushRef="#br0" timeOffset="63936.31">24040 3667 410 0,'21'-30'507'47,"-24"26"-154"-47,30-22-358 0,-19 18 23 0,1 1-1 15,5 1-1-15,3 0-8 0,2-1-8 0,-1 2 10 0,0-1-12 0,-1 1 0 16,-2 0 1-16,-2 1-1 0,0 0-13 0,0 1-5 0,-1-1 0 15,-2 1-17-15,-1 1 4 0,-1 0-4 0,-1-1-45 0,-2 1-15 0,0 0-12 16,-2 1-79-16,0-1-5 0,-2 0-3 0</inkml:trace>
  <inkml:trace contextRef="#ctx0" brushRef="#br0" timeOffset="64197.38">24293 3327 341 0,'-4'-6'474'16,"2"1"-315"-16,1 4-61 0,0-1-38 0,1 2-17 15,1 0-16-15,0 0-6 0,2 3-2 0,3 2 4 0,-1-1-1 0,1 4-5 16,2-2-5-16,1 2-12 0,1 2 9 0,1 1-9 0,1 4 10 16,0 0 1-16,0 2-3 0,2 0-7 0,-1 1 2 15,-2 2-3-15,2-3 6 0,-4 4 0 0,0 1-1 0,-1 0-10 0,-1 3 6 16,0-4-6-16,0 2 10 0,0-4-2 0,-2-4 0 0,0 3-13 15,-1-3 0-15,1 1-2 0,-3 1 5 0,1-3-8 0,0-3-6 16,-1-1-28-16,0-1-35 0,1 0 14 0,2-2-29 0,-1-1 11 0,1-3 37 16,-2-1-63-16,1-2-29 0,-2 0 2 0,0 0 40 0</inkml:trace>
  <inkml:trace contextRef="#ctx0" brushRef="#br0" timeOffset="64508.13">24467 3183 463 0,'-8'-7'67'0,"0"4"-25"0,1 0 2 0,1 2-8 0,2-1 65 0,0 5-4 16,1-3-11-16,1 0-19 0,1 0 4 0,1-3-14 15,0 3-27-15,0 3-4 0,0 0-6 0,2 0-4 0,0 4 10 0,2 0-5 16,-1 1 24-16,2 2-3 0,0 2-6 0,1-1-18 0,1 1 27 0,-1 1-24 15,3 0 24-15,1 2-8 0,-1 0-14 0,1 2-25 0,-1 0 3 16,2-2-6-16,-1-1 12 0,2-1 0 0,-1 0-3 0,2 3-17 16,-2 1 19-16,-7 1-15 0,2 0 26 0,0-2-9 0,-1 2-12 0,8 3-9 15,1 2 13-15,1 2-5 0,3 2 20 0,-4 0-3 0,1-2-9 16,-4-2-14-16,0 1 9 0,-1-4-10 0,-2 1 1 0,0-1-11 16,-3-3-15-16,-1-2-42 0,0-2 5 0,-1-3-12 0,0-1-18 15,0-2-15-15,-1-2-19 0,0-3-9 0,0 1-37 0,-1-2 9 16</inkml:trace>
  <inkml:trace contextRef="#ctx0" brushRef="#br0" timeOffset="64876.42">24508 3307 549 0,'-10'-13'-20'0,"3"5"81"15,1 5 12-15,0-1 5 0,1 1 1 0,3-1 27 0,0 1-30 16,1-1 20-16,1-1-15 0,3-3-18 0,2 2-24 0,1-2 3 0,3 1-7 16,0 1 0-16,1 0-9 0,3 1-10 0,-1-2-18 0,4 3 15 15,1-1-14-15,-6 3 16 0,1 0-2 0,0 0-11 0,0 2-2 16,10 0 1-16,0 1-1 0,0 2 6 0,-1-1 0 0,-3 2 0 0,0 1-3 16,0 3-1-16,-3-1-1 0,1 6-2 0,-1 0-3 0,-1 1 3 15,-1 2 5-15,-1-2-6 0,-3 0 10 0,0 1 10 0,-3 2-4 16,0 2 1-16,-3 3-13 0,-2 2 18 0,-1-1-10 0,-3 1 35 15,-1-2-13-15,-2 2-11 0,-2 3-4 0,0 2 2 0,0-3 3 16,-1 3 8-16,2-3-1 0,-1-6-2 0,0 1-13 0,1 1 3 0,0-3-6 16,1 6-4-16,0-6 0 0,1-4-2 0,2-3-13 0,0-3 9 15,2-3-9-15,0 1 8 0,-1-2-10 0,2-1-10 0,0-4-37 16,0 1-4-16,2-1-7 0,-2-1-18 0,2-2-14 0,-1-3-5 0,1-1-57 16,0-1-26-16,-1-3 7 0,2-1-56 0,-1 0 22 15,0-4 4-15</inkml:trace>
  <inkml:trace contextRef="#ctx0" brushRef="#br0" timeOffset="65220.47">24938 3167 1012 0,'-1'-5'46'0,"0"1"-31"0,0 4 64 15,1-2-16-15,0 1-9 0,1-1-21 0,0 2 23 0,1 0-21 0,1 2 8 16,1 0-11-16,2 2-19 0,0 2 1 0,3 1-2 0,1 3 4 0,2 2 1 16,-1 3-3-16,0 5-3 0,3 1-8 0,0 3 13 15,0-3-10-15,-3 1 15 0,-2-6-2 0,-2 0-1 0,-6-1-9 0,-1-2 14 16,0 2-10-16,0-2 15 0,2 1-3 0,3-1-14 0,-2 0 3 16,0-2 19-16,1-2-12 0,0-3 23 0,1 0-5 0,-1-1-11 15,3-2-8-15,1 1 2 0,1 0-3 0,1-3 12 0,0-1-2 0,2 0 1 16,2 0-22-16,-1-2 12 0,2-1-12 0,-2-1 12 0,2-1-5 15,-1 2-10-15,0-4-12 0,3 1 13 0,1 1-10 0,2-2 18 16,-1 2-8-16,-2 0-7 0,-2 1-21 0,-1 2 0 0,0-2-5 16,-1 2-12-16,-1 1-2 0,1 0-5 0,-1 0-13 0,3-1-14 0,-2 1 5 15,3 0-47-15,1 1-5 0,0-2-10 0,3 2-73 0,0 0-24 16,-4 0-15-16,3 0 60 0</inkml:trace>
  <inkml:trace contextRef="#ctx0" brushRef="#br0" timeOffset="66859.52">27087 5407 164 0,'2'-6'-35'0,"-1"3"-71"0,-1-3 98 0,1 1 29 0,0 2-1 0,0-1 14 0,1 0-2 0,-1-1-4 0,1 2 16 0,-1-1-5 0,0 0 10 0,-1 1 2 0,1-1 1 0,1 1-2 16,-2-2-28-16,2 3 35 0,0-4-31 0,-2 3 34 0,1-1-9 0,0 0-18 0,-1 0-9 0,1 0 6 0,-1 2-4 0,2-1 4 0,-1 1-1 0,2 0-8 0,-2 0-19 0,0 0 18 15,0 2-19-15,-1-1 20 0,2 1-1 0,-2 0 0 0,1-1-17 16,0 1 23-16,1-1-16 0,-1 1 45 0,-1 0-5 0,0 0-12 0,0 0-20 15,0-2 17-15,0 2-18 0,0 0 21 0,0 0-5 0,0 0-6 16,2 2-5-16,-1-1 2 0,1 0 0 0,-1 0 7 0,2 1 2 16,-2 2-5-16,1-1-18 0,0 0 18 0,2 2-20 0,-1 0 16 15,0 0-11-15,1-1-7 0,1 3-4 0,-1-2 6 0,1 0 1 16,0 1 12-16,-2 1-4 0,2-1-10 0,-1 0-6 0,1 3 7 0,0 0-7 16,1 0 6-16,0 2-2 0,0 1 1 0,1 4-6 15,-1 2 1-15,-1-2 1 0,0 2 7 0,-1 0 0 0,2-1-2 0,1 2-14 16,-1-2 15-16,1 1-15 0,-1-4 13 0,0 0 3 0,0-1-2 0,0-2-11 15,-1 4 3-15,1-2-6 0,-1 0 9 0,1-3 1 16,-3-1-2-16,2-1-13 0,-2 1 2 0,-2 1-7 0,2 0 4 0,-2-2-2 16,0-3 2-16,0 2-25 0,0-4 7 0,0 2-9 0,-1-2-4 15,0 1-15-15,0-3-16 0,-2 0-38 0,1 2-22 0,-1-2 7 16,-2 1-53-16,2-2-38 0,-1 1-15 0</inkml:trace>
  <inkml:trace contextRef="#ctx0" brushRef="#br0" timeOffset="68044.3">27136 5537 419 0,'-7'-8'32'0,"0"1"4"0,1-1 36 0,1 2-10 0,1 1 4 0,-1-1-18 16,2 3 21-16,-1-2-14 0,2-2 26 0,0 2-12 0,1-1-22 0,1 2-18 0,1-1 16 0,1 0-15 0,1-1 16 0,2 3-11 0,1-3-10 0,0 3-7 0,2-3 4 0,2 1-1 0,2 0 8 0,0 0 0 0,0 1-3 0,1-1-20 0,-1 3 20 15,0-4-20-15,2 4 12 0,-2 1-3 0,2-1-11 0,1 1-2 0,1 1 0 16,2 0 1-16,0 3 5 0,1-2-3 0,1 3-2 0,0 0-4 16,2 2 3-16,-1-1-3 0,2 2 3 0,-3-2 3 0,0 0 2 0,2 1-9 15,-1-1 5-15,-2 0-4 0,-1 2 9 0,-6-1 4 16,-7 1-7-16,-4 0-17 0,0 1 24 0,-2 1-21 0,1 0 28 0,0 0-6 15,-5 1-9-15,-2 2-1 0,4-2 6 0,-5 3-1 0,-2-1 14 16,-3-1-7-16,-6 0-8 0,-2-3-10 0,1 0 7 0,1-3-5 16,-1-1 11-16,2 5 2 0,0-3-2 0,1 0 1 0,0 1 0 0,2-1 1 15,1-1 9-15,3 2-5 0,1-4-2 0,1 3-14 0,1-1 13 16,2-1-10-16,2-2 17 0,2 2-1 0,0-1-7 0,2-2-12 16,4 1 2-16,1 1-4 0,3-1 6 0,1 0 3 0,2 0-3 15,4 1-6-15,2-2 12 0,2 0-11 0,2-1 5 0,3 2 3 16,2-1-3-16,4 2-6 0,1 0 1 0,2 5-4 0,-7-2 9 15,1 1-4-15,0-2 0 0,2 0 0 0,4-1 0 0,-5 1 0 0,-5 1-3 16,-6 1 8-16,-3-1 1 0,-7 2-6 0,-2 0 4 0,-3 1-6 16,-2-3 17-16,-4 2-2 0,-2-1 2 0,-4 2-10 0,-2 3 11 15,-4-1-9-15,-2 0 9 0,-2 1 0 0,-4 0-6 0,-1-1-10 0,0 0 7 16,0-1-7-16,6-1 9 0,1 0-3 0,-2 0-4 0,0 1-7 16,-5-2 7-16,1 1-6 0,3-2 5 0,1 0-5 0,3-3-11 15,1 1-17-15,1-1 2 0,3-4-4 0,3 0-17 0,1 0-7 16,3-6-14-16,1 1-34 0,2 2 5 0,2-3-13 0,1 1-30 15,2-1-21-15,2-1-21 0,1-1-36 0,1 1-1 0,3-1-1 16</inkml:trace>
  <inkml:trace contextRef="#ctx0" brushRef="#br0" timeOffset="68696.95">28027 5652 1061 0,'-12'-6'-122'0,"9"3"200"0,-1 3-22 0,2 0-49 0,-1 2 2 0,-1 0 18 0,0 2-11 0,2 0 40 0,0 2-4 0,2-2 6 0,-1 3-34 0,1 0 10 0,3 1-13 0,-2 1 13 0,2 1-10 0,2 0-12 0,-1 2-19 0,2 1 20 0,-2 0-16 0,1-2 21 0,-1-1-4 0,0 2-14 0,0-3-7 15,-1 1 8-15,0-2-5 0,-1-1 16 0,-1 0-1 0,0-2-7 0,1-1-7 0,1 1 12 0,0-3-10 0,0 2 14 0,0-1 1 0,-2-1-4 0,0-2 11 16,0 2-4-16,0-2 6 0,-1 0-2 0,3 0 2 16,0-2-1-16,-2 1-27 0,1-1 26 0,-2-2-25 0,1 0 29 0,1-3-9 15,1 2-12-15,-6-1 4 0,1-2-7 0,0 1 8 0,-3-2-6 16,5 0-1-16,0 0-2 0,0-2-15 0,0 1 23 0,-1-3-17 15,0-1 22-15,0 0-2 0,-1 1-11 0,6-2-8 0,-4 2 7 0,0-2-4 16,1 2 14-16,-5-1-5 0,5 3-4 0,0-1-13 0,1 0 13 16,1 6-10-16,-2-2 18 0,0 2-2 0,1 2-9 0,2-4 1 15,-2 2 7-15,0 3-1 0,0 1 15 0,-1 1-2 0,2-1-8 0,-1 1-9 16,0 2 11-16,0 2-11 0,2 2 16 0,-2 4-6 0,4 0-4 16,-1 4 2-16,2-3 7 0,2 0-1 0,1 1 4 15,1 0-1-15,-1 1-9 0,3 0-8 0,-2-1 8 0,1-2-8 0,1 0 12 16,-2-3-7-16,0-1-5 0,0 0-4 0,-1-2 13 0,-1-2-5 15,-2 2 10-15,0-3 1 0,-1 0-11 0,-1 0-7 0,1-2 14 16,1 0-13-16,-2 0 19 0,1-1-2 0,-1-1-4 0,1 0-11 0,1-2 4 16,-2-2-4-16,2-1 10 0,0-1-4 0,-2-1-2 0,2 1-5 15,0-1 3-15,0 2-2 0,-1 0 4 0,1 1 3 0,0 3-3 16,0 2-7-16,-1 1 1 0,0 0-4 0,-2-1 10 0,1 1-4 16,-2 2 3-16,1 2-20 0,-1 1 17 0,0 3-12 0,2-1 26 15,-1 1-4-15,2 3-11 0,1 1-5 0,1 4 4 0,-1 1-2 0,1-1 9 16,-2 2-11-16,2 0-6 0,-1-1-7 0,2 0 4 0,2-4 2 15,-1-5 12-15,1-1-15 0,-1 0-10 0,0-1-42 0,-6 0-9 16,-1-2-2-16,0 1-63 0,-1 1-2 0,4-3-31 0,2 0 84 16,0-1-40-16,0-1 31 0,0 0-150 0,-2-2 33 0,3-1 12 0</inkml:trace>
  <inkml:trace contextRef="#ctx0" brushRef="#br0" timeOffset="68884.35">28817 5515 102 0,'7'-10'91'0,"-4"9"-56"0,0-2 81 0,0 2-18 0,0 1 12 0,-2 1 0 0,1 2-12 0,1-1-20 0,-1 1 20 0,0 2-25 0,1-1 0 0,0 2-10 0,1 1-11 0,1 0-24 0,0 5 11 0,2-1-11 0,0 4 12 0,-1 0-8 0,2-2-13 0,0 1-19 16,1 1 14-16,0 1-14 0,1 1 14 0,-1 0-6 0,0 0-7 0,0-1-27 0,-1 1-4 0,-2-2-3 0,-2-1-6 15,2-3-33-15,-1-1-15 0,2-1-86 0,1-1-19 0,-4 1-8 0,2-3 49 16</inkml:trace>
  <inkml:trace contextRef="#ctx0" brushRef="#br0" timeOffset="69142.64">28722 5924 1048 0,'-1'-5'-44'0,"0"3"65"0,1 1-9 0,0 1-13 0,1 0 7 16,2 1 20-16,0-1-1 0,1 0 75 0,2 0-14 0,0 0-4 15,-1 0-49-15,3 0 16 0,0 0-21 0,2 0 12 0,2-1-5 16,2 1-11-16,2-1-24 0,2-2 22 0,0 1-21 0,0 0 21 16,1-1-5-16,-1-1-14 0,3 0-3 0,0-2 7 0,3 0-7 15,2 1 4-15,-4-1-2 0,1 2-3 0,-7-2-11 0,0 2-1 16,0-3-2-16,1 4-7 0,4-3 1 0,-2 1-6 0,-1 1-23 0,-3-1 4 16,-2 1-12-16,-2 1-27 0,-2-1-7 0,-3 3-11 0,-1-2-23 15,-3 0-12-15,0 2 7 0,-1 0-7 0,-1 0 10 0,0 1 2 0</inkml:trace>
  <inkml:trace contextRef="#ctx0" brushRef="#br0" timeOffset="69346.25">28559 5561 677 0,'-4'-10'57'0,"0"3"128"0,1 4-128 15,-2 3-2-15,1 0 9 0,3 0-8 0,1 1 21 0,0-1-13 16,0 0 34-16,4-1-19 0,1 1-14 0,7 0-31 0,-5-1 6 15,2-2-7-15,4 1 9 0,4-2-12 0,7 0-9 0,5 0-15 0,2-2 2 16,-1 1-3-16,2-2 2 0,-2-1 3 0,2 3-1 0,3 0-12 16,0-2 4-16,0 0-7 0,2-1 5 0,-1 2-9 0,-1-2-5 15,-7-1-40-15,-1 2-5 0,0-3-10 0,0 1-63 0,2 1-25 16,-2 0-30-16,-7 0-121 0,0 3 176 0</inkml:trace>
  <inkml:trace contextRef="#ctx0" brushRef="#br0" timeOffset="74641.97">20587 14836 671 0,'-2'-2'97'0,"-1"-3"236"0,1 4-346 0,1 1 19 0,1 1-21 0,1 3 24 0,4 1 0 0,-1 2-13 0,2-2-5 0,0-2 17 0,1 3-15 0,-2-3 10 0,-1 4-2 0,-1-3-3 16,5 2-14-16,7-2 8 0,4 2-5 0,6 1 25 0,-1-3-5 0,3-1-7 0,-1-3-14 0,2-1 23 0,-1-3-14 0,2-1 33 0,1 3-1 0,0-5-11 0,5 3 10 0,2 2-4 0,3-2 4 15,2 1-18-15,-2 2 4 0,-4-3-3 0,1 0 6 16,3 2 16-16,-1-3-14 0,2 1 1 0,-2-1-2 0,-5 0-5 0,1 5-24 15,-1 0 13-15,1 0-14 0,1 0 28 0,1-7-3 0,1-2-8 16,-6-2-8-16,3-2 11 0,-1 0-8 0,-2-2 15 0,3 2-7 16,-4-2-6-16,0-1 0 0,-2 1 14 0,3 0-4 0,-1-2 24 0,-1 3-4 15,3-2-14-15,1 0-15 0,-1 0 16 0,2 2-17 0,-6-1 11 16,-2 4-1-16,-2-2-6 0,3 0-8 0,1 0-1 0,1-1-2 16,-6 1 14-16,-4-2-1 0,-3 1 0 0,0-2-16 0,-5 0 13 15,0 0-11-15,-3 0 15 0,-3 0 0 0,0 4-6 0,-3-2-3 0,-1 2 1 16,-4 3-1-16,-2-1 5 0,-3 3-1 0,-1-2-3 0,-3-2-11 15,-2-1 9-15,-5 1-8 0,-3 1 10 0,-2 1-2 0,-6-2-3 16,-5 2-3-16,-2-1 0 0,3-3 2 0,0 1 7 0,1-1 3 16,1-3 0-16,-8 4-6 0,-1-1 7 0,2 1-8 0,0 0 5 0,0 1-1 15,1 1 0-15,-7 0-6 0,-3 2 2 0,-3 2 1 0,-1-1 7 16,1 1 1-16,1 2-6 0,-3 0-17 0,1 2 25 0,-2 2-20 16,-2 2 24-16,-5 2 0 0,-3 4-7 0,0 2-9 0,-2 2 1 15,5 3-4-15,-1 0 14 0,4 3-1 0,1 1-1 0,-5 4-11 16,-1 2 14-16,0 0-11 0,2 5 9 0,6-1-1 0,5-1-6 0,0-1 1 15,4 0-2-15,5-1 3 0,2-1 0 0,0 0 3 0,3 0-1 16,-3-3-11-16,3-1 9 0,9-1-10 0,1 1 10 0,5-1 1 16,4 2-1-16,-5 0-13 0,4-2 13 0,5 0-10 0,2 0 18 15,4-2-3-15,3-2-9 0,3 1-4 0,4-2 4 0,2-1-3 16,4-1-3-16,2-3-4 0,4 4-8 0,4 1 3 0,3-6-4 0,1-1 4 16,-1 0-16-16,1-1-3 0,5 2-7 0,2 2-46 0,7 3-5 15,-4-1-15-15,0-2-47 0,-4 0 0 0,0-2-1 0</inkml:trace>
  <inkml:trace contextRef="#ctx0" brushRef="#br0" timeOffset="77277.27">25794 3774 256 0,'-3'-6'-5'0,"0"1"-38"0,1 3 44 0,1 1 22 0,0 0 34 16,1 0 6-16,-2-1-9 0,0 1-3 0,1 0-9 0,0 0-11 0,0 1-8 0,0 0 14 0,0-2-9 0,-1 1 12 0,0 0-9 0,0-1-19 0,1 2-9 0,0-2 17 0,-1 2-13 0,1 0 18 0,-2-1-4 0,1 1-7 0,-1 0-14 0,-2 0 9 0,2 0-8 0,-1 1 21 0,1 0-1 0,0 2-10 0,-1-1-10 0,0 0 11 0,0 1-12 0,0 2 7 15,0-2-1-15,-1 3-2 0,2-2 1 0,-1 1-5 0,1 1 3 0,0-1-5 0,0-2 3 0,1 3 1 0,-1-4-3 0,2 3 8 0,-1-1-9 0,1 0 4 0,1 0-4 0,-1 1-1 0,0-3 3 16,0 4 0-16,-1-3 4 0,2 1 8 0,0 1 0 0,2-1-1 16,0 0-11-16,-1-1 13 0,2 0-11 0,-1 1 17 15,0-1-3-15,1-1-9 0,2 1 11 0,-1-2-1 0,1 1 5 0,2-1 7 16,-1 0-3-16,2-1-2 0,0 0-9 0,0 0 6 0,0-1-8 16,1 0-3-16,-1-1-3 0,0 0-4 0,1-1 5 0,-1 1-5 15,0-1 6-15,0-1 1 0,1 0-3 0,0-1 1 0,0 1-8 16,0-2 6-16,0 2-6 0,-3-1 6 0,-1 2 0 0,-1-2-2 0,-1 2-1 15,-2-3 3-15,-1 3 0 0,0-4 7 0,-2 3 0 0,-1-1-4 16,-3 1-25-16,-2-2 23 0,-1 1-22 0,-2-2 29 0,1 4-5 16,-1-3-13-16,0 1-3 0,1 2 6 0,0 0-2 0,0 0 10 0,0 1 2 15,1 1-7-15,0 1-10 0,0-2 12 0,0 2-13 0,1 2 15 16,-1-2-3-16,1 1-3 0,1 1-7 0,0 1 4 0,0 0-1 16,1-1 11-16,0 2 1 0,-1-2-5 0,1 1-20 0,3 0 23 15,1-1-20-15,1-1 28 0,0 2-8 0,1 0-9 0,-2-2-2 16,2 1 2-16,0 0 3 0,0 0 12 0,3 1-4 0,-1-2-5 0,2 0-8 15,1 1 8-15,0-2-5 0,3 1 12 0,-1 0-1 0,0 0-3 16,1-1-19-16,0 0 18 0,1-1-14 0,-1 1 29 0,1-1-4 16,-1 0-11-16,1 1-17 0,0-3 19 0,1 1-14 0,-1-2 20 15,-1 2-3-15,0-1-10 0,-1-3 0 0,0 5-1 0,-2-3 1 16,2 0 2-16,-3 3 3 0,2-3-1 0,-1 2-16 0,-2 1 22 0,0 1-18 16,-2-2 24-16,1 2-7 0,-2-1-10 0,0 1-9 0,0 0 10 15,-3 0-3-15,1 1 16 0,-1 1 1 0,-2 1-10 0,0 2-17 16,-1 1 21-16,-1-1-18 0,2 2 20 0,-1 0-1 0,-1-2-8 0,1 3-7 15,-2-3 3-15,0 0-2 0,1 0 14 0,0-1-2 0,2 1-4 16,-1-3-20-16,2 2 23 0,-1 0-19 0,1-1 27 0,0-1-5 16,2 1-9-16,0-2-11 0,1 0 14 0,-1-1-7 0,2 0 15 15,0 0-3-15,2 0-14 0,0 0 4 0,0 0 5 0,0-1-3 0,2 0 3 16,-1 0 1-16,0-1-3 0,1 0-17 0,0 0 16 0,1 0-13 16,-2-1 28-16,1 1-3 0,-1 0-7 0,-1 0-22 0,2-1 23 15,-2 1-19-15,1 1 28 0,-2-2-2 0,0 0-13 0,1 2-5 16,-2 0 5-16,0 0-3 0,0 1 8 0,0 0 1 0,0 0-5 15,0 0-12-15,0 0 17 0,0 0-14 0,0 0 17 0,0 0 1 0,0 0-8 16,0 0-5-16,0 0 3 0,0 0-5 0,0 0 5 0,0 0 1 16,0 0 0-16,0 0-5 0,0 0 6 0,0 0-6 0,0 0 6 15,0 0 1-15,0 0-1 0,0 0-6 0,0 0 3 0,0 0-3 16,0 0 9-16,-3-4 4 0,1 4-5 0,0-2-12 0,0 0 17 16,-1 1-17-16,1-2 16 0,1 0 2 0,-1 0-2 0,1-1-26 15,-1-3 19-15,1 2-17 0,0 0 29 0,1-1-1 0,-1 2-10 0,1-1-4 16,0 1 4-16,0 1-3 0,0 0 5 0,0 1-4 0,0 0-2 15,0-1-10-15,0 2 12 0,0 0-8 0,-1 1 20 0,1-2-4 16,0 1-8-16,-1 1-9 0,1 0 10 0,0 0-6 0,0 0 13 16,0 0-6-16,0 0-4 0,-4-1-2 0,3 2-2 0,-1 2 4 0,1-3 2 15,-1 1 2-15,-1 1-2 0,1 1-10 0,0 0 11 0,0-1-10 16,-1 2 15-16,1-1-4 0,0-1-2 0,0 1-10 0,-2-1 5 16,1-1-2-16,1 3 22 0,0 0-4 0,0-3-7 0,0 3-12 15,1 0 5-15,0-1-8 0,0 2-6 0,1-1-24 0,-1-1-16 0,0 3-42 16,-1 0-27-16,1-1 11 0,-1 2-53 0,0-2-21 0,0 1-9 15</inkml:trace>
  <inkml:trace contextRef="#ctx0" brushRef="#br0" timeOffset="80449.98">25802 3827 1 0,'-4'-2'0'0,"1"2"21"0,0 0 3 0,0 0 12 0,1-1-4 0,-1 1 10 0,2-1-6 0,-2 1 29 0,2-1-4 16,0-1-6-16,-1 1-32 0,1 0 22 0,-1 0-22 0,0 1 33 0,1-2-12 0,0 1-10 0,0 0-30 0,0 1 12 0,0-2-10 0,0 2 24 0,1 0-4 0,0-1-10 0,0 1-13 0,0 0 13 0,0 0-14 0,0 0 7 0,0 0-3 0,0 0-6 0,0 0 7 15,2-2-2-15,0 2 5 0,0-2 10 0,2 2-5 0,-2-2-3 16,1-1-23-16,1 1 27 0,-1 2-22 0,2-3 38 0,-2 0-4 16,0 2-12-16,1-1-3 0,-2 2 4 0,1-3-3 0,0 1 13 15,-1-2-3-15,-1 2-3 0,1 0-2 0,0-1 13 0,0 2-9 16,0-2 9-16,-1 2-6 0,1-1-9 0,0-1-3 0,1 0 7 15,-1 2-4-15,1-1 12 0,1-1-3 0,-1 1-11 0,2 0-22 0,-2-2 24 16,0 2-21-16,2-1 25 0,-1-1-4 0,1 1-11 0,-1 0-7 16,2-2 2-16,-1 2-1 0,2 0 10 0,-1-1 2 0,-2 1-2 0,2 1-8 15,-2-2 13-15,2 2-12 0,-1 0 6 0,0 1 1 16,0-2-4-16,-2 2-16 0,3-1 12 0,-3 1-9 0,1 1 26 0,1-1-6 16,-1 1-9-16,1 0-14 0,1 0 11 0,0 0-10 0,2-1 17 15,-1 1-5-15,1 0-2 0,-2 0-11 0,3-2 9 0,2 1-5 16,-1 0 24-16,1-1-3 0,0 2-11 0,-1 0-4 0,3-2 3 15,-9 2-4-15,2-3 3 0,-2 2-2 0,2 0 0 0,4 0-9 16,2 1 7-16,1-2-3 0,-2 1 15 0,1 0 0 0,1-1-7 0,-2 2-3 16,0-1 1-16,-2 0-1 0,1 0 0 0,-1 1 0 0,0 0 0 15,0 0-3-15,0 1 1 0,-1-1 0 0,2 0 8 0,-1 1 0 16,1 0-3-16,1 1-11 0,1-2 24 0,-1 1-18 0,-1 0 32 0,-1 1-6 16,-1-1-10-16,1 0-21 0,1 2 11 0,0-3-9 0,1 1 24 15,-1-1-1-15,2 1-10 0,-1 0-10 0,0-1 10 0,1 0-9 16,1 0 11-16,0 0-4 0,1 0-3 0,-1 0-14 0,4 0 14 15,-2 0-9-15,0-1 18 0,1 1-1 0,-1-1-11 0,-5 1-10 16,1-1 16-16,0-1-13 0,0 1 16 0,6 0-1 0,2 0-7 0,0 1 4 16,0-2-2-16,1 1 3 0,-4 0 1 0,0 1-2 0,0-2-1 0,2 2-3 15,1-1 7-15,1 1-6 0,1 0 4 0,-1 0 0 16,-1 0-1-16,1 1-7 0,1-1 2 0,1 0-1 0,0 0 11 16,-2 0 2-16,3 0-2 0,0 0-23 0,-1 2 19 0,-4 0-19 15,-2-2 23-15,1 0-2 0,3 0-7 0,7-1-8 0,-1 0 11 0,-2-2-7 16,-2 2 12-16,-2 0-1 0,0-1-8 0,1 0-3 0,0-1 6 15,2 2-4-15,-2 0 7 0,0 1-3 0,1 0-3 0,0-3-8 16,1 3 12-16,-1-1-8 0,2-1 9 0,-2 1 1 0,3-1-8 0,1 2-1 16,-6 0 7-16,0-2-5 0,0 2 7 0,2-3-3 0,5-1-3 15,0 0-16-15,-1-1 14 0,0 1-11 0,1-1 25 0,-1 0-1 16,0 0-9-16,2 1-2 0,0 0 5 0,-1 0-5 0,2 1-1 16,-2 0 4-16,1-1 1 0,4 1-2 0,-4 1-2 0,-5-1 0 15,1-1-4-15,-2 0 4 0,2 2 0 0,6-2-12 0,-1 0 17 16,0 0-15-16,-3 0 18 0,1 2 1 0,0-2-6 0,1 2-4 15,2-1 3-15,-2 0-3 0,2 0-1 0,-1 0 5 0,2-1-3 16,2 2-13-16,-6-1 19 0,1 2-15 0,0-2 23 0,0 2-3 16,7 0-8-16,1-2-14 0,-3 2 11 0,-1-2-9 0,1-1 19 0,-1 3 0 15,2-3-6-15,0 2-5 0,-1-1 9 0,2-1-8 0,0 0 12 0,-2 2-4 16,-5-2-5-16,2 0-8 0,0-1 7 0,2 1-4 0,4-1 16 16,-6 3-3-16,-1-4-3 0,-2 4-10 0,-1-1 7 15,-1 2-5-15,-2-2 11 0,1 2-2 0,-4 1-5 0,1-1-6 16,-1 1 4-16,-2-1-3 0,0 1 4 0,-2 0-2 0,-1 2-4 15,1-2-6-15,-2 3 11 0,-1-2-7 0,-8-1 16 0,1 0-7 0,-3 0-8 0,1-3-8 16,5 2 5-16,0 0-5 0,-2 0-12 0,0-1-7 0,0 2-14 16,-3 0-43-16,0-1-1 0,-2 1-14 0,1 0-63 0,-2 0-22 15,2 1-29-15</inkml:trace>
  <inkml:trace contextRef="#ctx0" brushRef="#br0" timeOffset="83585.25">29867 3260 256 0,'-4'-9'5'0,"1"6"82"0,0-1-20 0,0 0 15 0,1 4-16 0,1-2 9 0,0 2-3 0,0 0 13 0,1-1-6 0,0 1-4 0,0 0-39 0,0 0 16 0,0 0-23 0,0-2 3 0,0 4-8 0,1-1-16 0,1 1-4 0,0 4 2 0,1 1-3 0,-1 1 1 0,-1 0 0 0,0 3 2 0,0 1-20 0,0-1 14 0,-1 1-11 16,0-1 32-16,-2 1-3 0,1-1-6 0,0 2-23 0,-2 2 18 0,1 2-16 0,0 0 20 0,1-3-3 0,1 0-5 0,0-1-7 0,2-1 0 0,1 3 0 0,0-1 9 0,0 0-1 0,1 1-4 16,-1-2 0-16,2-2 3 0,-1-2-3 0,-1 0-5 0,2 2-3 0,-2 0-1 0,1 1-120 0,-1-1 60 15,-1 2-59-15,2-3 93 0,-2-1-46 0,1-4-55 16</inkml:trace>
  <inkml:trace contextRef="#ctx0" brushRef="#br0" timeOffset="83944.53">29759 3222 627 0,'9'-6'385'31,"-3"-4"-356"-31,0 5 51 0,0 0-11 0,1-2 2 0,-1 3 2 0,3-2-42 0,1 2 13 16,2-4-16-16,0 6 10 0,0-1-7 0,2-1-12 0,0 1-19 16,1-4 6-16,1 1-8 0,2-1 5 0,1 1-3 0,0 0-3 0,2-1-10 15,-1 1 13-15,-2-1-7 0,0 0 19 0,-7 2-2 0,-4-2-10 16,2 0-9-16,-3 0 9 0,5 2-10 0,2-1 1 0,-1 2-7 15,-2 0-6-15,0 0-15 0,-1 0-15 0,-3 2 8 0,0-1-21 16,-1 1 0-16,-2 2-1 0,1-2-61 0,-2 2 24 0,-1 0-28 0,1 0 18 16,1 0-18-16,-2 2-22 0</inkml:trace>
  <inkml:trace contextRef="#ctx0" brushRef="#br0" timeOffset="84195.54">29841 3276 146 0,'-6'2'57'0,"2"-1"-23"0,0 1 26 16,1 2 8-16,1-1-2 0,1-1 0 0,0 1 37 0,-1-2-6 15,2-1 7-15,2 1-12 0,0-1 1 0,0 0-8 0,1 0-25 16,2 0-4-16,-1 0-6 0,3 0-14 0,1 0 8 0,0-2-9 16,2-1 7-16,-1 1-1 0,1-1-7 0,1 1-17 0,2-2 20 0,0 1-20 15,2-1 22-15,-2 1-5 0,1-1-10 0,1 0-13 0,1 0 6 16,-2-1-8-16,2 1 5 0,-2-1-4 0,-6 0-7 0,1 0-16 15,-2 1 17-15,0-1-13 0,6 1 21 0,-1-1-2 0,2 2-11 0,-1 1-22 16,2-1-12-16,-2 1-3 0,-2 0-49 0,-1 1-6 16,2 0-8-16,-2-1-94 0,0 1 15 0,1 1-54 0,3-1 44 0</inkml:trace>
  <inkml:trace contextRef="#ctx0" brushRef="#br0" timeOffset="93642.11">25618 2820 217 0,'-3'-2'-48'0,"1"-1"18"0,0 1-60 0,0 1 96 15,0-3 52-15,1 1-17 0,0 1 19 0,0 0-12 0,1 0-19 0,-2-2-15 16,2 1 10-16,-2-1-5 0,2 2 21 0,0-1-3 0,-2 1-12 15,2-1-7-15,0 1 18 0,0-1-16 0,-1 1 20 0,1-1-1 16,0 2-1-16,0-1-14 0,0 1 3 0,0 0-4 0,0 0 8 0,-1-1-1 16,1 2-1-16,0 0-22 0,0-1 16 0,0 1-17 0,0 0 10 15,1 1-4-15,-1-1-5 0,0 0 1 0,0 2 4 0,0-2 1 16,1 0 18-16,1 1-5 0,-1 0-3 0,0 0-22 0,-1-1 25 16,2 3-21-16,-1 0 28 0,1-1-8 0,1-1-14 0,0 1-2 0,-1 0 7 15,3 1-3-15,-2-1 12 0,2-2 0 0,1 2-7 0,2 0-2 16,1 1 10-16,1 1-9 0,0-3 5 0,-1 1-6 0,0 2-3 0,2-2-1 15,0 0 1-15,0 1 2 0,0-1 10 0,0 0-5 0,2 0-5 16,0 3-14-16,0-4 5 0,-1 3-5 0,3 0 11 0,-2-1-5 16,4-1-3-16,0 2-13 0,1 0 9 0,-1 2-6 0,1-1 23 15,-2 1-1-15,2-1-4 0,3-1-20 0,0 1 16 0,1-1-16 16,0 2 22-16,-1-1-6 0,-8 1-8 0,2 3-5 0,0 0-1 16,-1 3 3-16,8-2 9 0,-1-1 6 0,0 0-2 0,1 1-18 15,-3 2 17-15,-2-2-18 0,1-1 21 0,-2 1-7 0,3-1-5 0,2 1-3 16,-1 2 5-16,0 0-1 0,1-2 10 0,1-3 2 0,0 2-8 15,2-1-6-15,1 1 8 0,-1 0-8 0,3 0 3 0,-1 0 2 16,-4-1-3-16,-1 1-4 0,-3 1 9 0,2 1-6 0,0 1 6 16,4-1 2-16,-2-2-8 0,-1 2-15 0,-1 3 22 0,-1-2-17 0,1 6 39 15,-1-4 0-15,2-1 0 0,3-1-22 0,-1 1 14 0,-1-3-14 16,-1 1 19-16,0 0-8 0,0 0-12 0,1 2-16 0,2-2 16 16,0 4-10-16,1-5 39 0,-5 0-11 0,-1 0-10 0,2-1-3 15,0 0-7-15,6-1 7 0,2 0-3 0,-3-1-2 0,-1 1 3 0,0 1-5 16,1-1 2-16,1 1-1 0,1-1 7 0,0 0 0 0,0 1 1 15,-1 1-19-15,3 1 17 0,-3-2-14 0,1 2 16 0,-3 2 1 16,0-2-13-16,-4 2-12 0,-3 3 16 0,2-2-14 0,0 1 23 16,3 0-2-16,0 1-8 0,-2-3-15 0,-1-3 13 0,-1 1-10 0,-1 2 24 15,2 4-5-15,-3-2-10 0,4 1-6 0,-1-1 9 0,1-2-5 16,2-2 19-16,-1 1 0 0,2-1-5 0,3-1-18 0,0 1 10 16,2-1-11-16,-1-1 21 0,-1 0-3 0,-7-1-5 0,0 1-7 15,3-2 5-15,-1 2-5 0,7-1 7 0,-1 0 2 0,-2 1-3 0,1 2-2 16,0 1 3-16,1 2-5 0,1-2 2 0,1 0 1 15,-2-2-2-15,0 3-7 0,0-1 7 0,0-2-5 0,0 4 12 0,-2-3-2 16,-8 1-6-16,-1 1-9 0,-3-1 7 0,1 0-6 0,5 0 15 16,-2 0 0-16,1-1-4 0,-1-1-12 0,-1-2 12 0,-2 0-11 15,0 1 10-15,-1-2 6 0,-2 3-3 0,0 0-13 0,2 1 10 16,-1-2-12-16,2-1 10 0,-2 1 2 0,1-3-3 0,-1-3-8 0,1 3 11 16,0-3-10-16,0 2 13 0,-1 1-2 0,1-3-3 0,-2 3-11 15,3-3 10-15,-1 1-6 0,0-1 16 0,-1 1-2 0,1-1-8 16,0 0-12-16,1 0 16 0,-1 0-13 0,-2 1 19 0,-1 0-6 15,-4-1-6-15,0 1-9 0,0-1 8 0,2 0-3 0,5 2 15 0,1-1-2 16,-2 2-8-16,2 1-7 0,-1-2 7 0,-1 1-4 0,-2-2 11 16,0 0 0-16,0 0-5 0,-2 1-15 0,0 0 15 0,-1 0-12 15,-1 0 21-15,-2 2-1 0,1-1-6 0,1-1-15 0,-2 2 11 16,1 0-9-16,-1-2 14 0,-1 0-4 0,-1 3-5 0,2-1-19 16,-2-1 7-16,-1 0-11 0,2-1-20 0,-2 1-6 0,1-1-17 0,1-1-56 15,1 1-10-15,1-1-16 0,0-1-88 0,3 0-30 0,0-1-26 16</inkml:trace>
  <inkml:trace contextRef="#ctx0" brushRef="#br0" timeOffset="95025.61">29719 4174 92 0,'-8'-4'101'0,"4"-3"-74"0,1 5 57 0,-2-2-22 0,3 2 9 0,-1 0 9 0,-1 2-13 0,0 0-26 0,-1 0 32 0,2 0-34 0,-1 0 22 0,0 2-10 0,2-2-20 0,0 1-30 0,0 1 24 0,-1 1-25 0,1 1 15 0,1 1-4 16,-1-1-10-16,2 2-9 0,-3-1 12 0,2 2-6 0,0 0 30 0,-1-2-1 0,1 3-8 0,0 0-17 0,0 1 25 0,-1-2-19 0,1 2 28 0,-1 0-4 0,0 2-10 0,1-1-13 0,0 1 19 0,1 2-14 0,0-1 38 0,0 2-9 0,0-1-11 0,3-1-19 0,-2 2 9 0,2 1-9 0,1-1 10 0,-2 2-6 0,3 0-3 0,-2 2-13 0,3-1 8 0,0-2-4 15,3-1 27-15,1-3-6 0,-1-1-5 0,1 3-28 0,-1 3 17 0,2-4-16 0,-2 1 18 0,-1-3-6 0,0-1-9 16,0-1-3-16,0-2 7 0,-2 1-1 0,-1-2 8 0,-1-1 1 16,-2-2-6-16,-1 0-9 0,-1-1 18 0,1-1-14 0,-1 1 22 0,0-1-4 15,0-2-8-15,-1 2-10 0,0-4 9 0,-1 0-7 0,1-1 11 16,-2-3 1-16,1 2-9 0,-1-2-14 0,0 0 17 0,0-1-14 16,0 0 22-16,-1 1-8 0,0-1-9 0,0-2-6 0,0 1 6 15,-1 0 0-15,1 1 15 0,0-1-5 0,-1 1-7 0,-1 0-15 16,2-2 17-16,-1 3-11 0,1 0 23 0,-1 0-6 0,1 0-11 0,-1 0-11 15,0 1 14-15,-2-1-7 0,0 2 18 0,2 0-1 0,-1-1-10 16,1 1-6-16,0-1 8 0,-1 1-5 0,1 1 7 0,-2 0-4 16,1 0-5-16,1 0 5 0,-1-3-2 0,1 3 4 0,0-2 1 15,2 1-1-15,-2 1-1 0,3-2-7 0,0 0 7 0,0 0-8 16,-1 1 10-16,2 0 3 0,0-1 0 0,0 1-22 0,1-1 16 16,0-2-14-16,1 3 27 0,-1 1-4 0,0-2-9 0,1 2-14 0,1 0 17 15,0 0-12-15,1 0 18 0,-2 1-1 0,0 0-8 0,2 0-1 16,1 1-1-16,-1 0 1 0,1 0 0 0,-2 1 2 0,1 1-1 0,1 1-16 15,-1 0 18-15,1 0-15 0,0 0 22 0,-1 0-4 16,1 0-6-16,-1 3-12 0,3 3 8 0,-2-1-3 0,2 2 19 0,-1 1 1 16,2 0-7-16,1 1-15 0,0-2 11 0,-2 4-11 0,3-1 16 15,-1 0-2-15,1 2-4 0,0-1-14 0,0-1 15 0,1 1-8 16,0-1 24-16,1-1-4 0,0 0-11 0,0-1-2 0,1 0 0 16,1 0 0-16,-1-1 4 0,-2-2 1 0,0 1 1 0,0-2-7 0,-1 1 6 15,-1-1-4-15,1 0 17 0,-2-2-6 0,1 0-4 0,0-2-15 16,-2 0 15-16,1 0-10 0,0-2 21 0,-1 0-5 0,-1-3-11 0,0 1-7 15,0-1 11-15,0-2-7 0,-1 1 15 0,1-2-2 0,-1-1-10 16,4 0 0-16,-1 0-1 0,0-1-1 0,0 0-2 0,-1 0-2 16,0-2 2-16,-1 0-6 0,1 0 8 0,1-2-5 0,-2-2 10 15,0 0 3-15,-1-2-9 0,-4 0-15 0,-1-3 22 0,0 2-20 16,1 2 24-16,3 1 1 0,1 0-9 0,0 0-5 0,1-2 2 0,-3 2-5 16,2 2 5-16,0 2 2 0,-1 0-2 0,1 4-13 0,0 3 19 15,0 0-15-15,1 3 19 0,-1 2-4 0,-1-2-6 0,0 2-12 16,0 0 7-16,2 2-5 0,2 3 24 0,-1 1-4 0,2 2-2 15,0 2-22-15,1 3 18 0,0 0-14 0,2 2 34 0,-1 0 4 16,2 2-6-16,0 0-6 0,2-1 6 0,-2 0-8 0,1-2 1 16,0-1 0-16,-1 3-7 0,2 1-18 0,-1-2 20 0,0-2-18 0,-1-1 23 15,-1-2-3-15,-1-1-11 0,0 0-11 0,0 1 10 0,0-1-6 16,-1-1 15-16,1 1-2 0,-1-1-7 0,0 1-10 0,0 2 15 16,0 0-12-16,-1-1 16 0,-2 2-4 0,1 1-8 0,-2-2-7 15,0 0-3-15,-1-1-1 0,0 0-34 0,-1-1-20 0,3 0-18 0,1 0-109 16,5 0-37-16,1-1-17 0,4 1 40 0</inkml:trace>
  <inkml:trace contextRef="#ctx0" brushRef="#br0" timeOffset="103176.33">5319 15499 217 0,'-1'-5'133'0,"-1"-2"-72"0,-1 2 70 0,3 1-76 0,0 0-13 0,0 3-18 0,2 0 5 0,-2 0-1 15,2 1-6-15,0-2-14 0,-1 1 23 0,3 1-18 0,0-1 33 0,1 1-8 0,-1 0-11 0,2 0 5 0,0 0-2 0,-1 0 4 0,3 1-8 0,0 0 1 0,3 2-8 0,0-1-11 0,3 1 25 0,-2 1-22 0,2-2 15 0,0 2-3 0,2-1-11 0,2-1-3 0,1 0-1 0,1 0 1 16,2 1 3-16,0-2-2 0,0 0-2 0,5 1 3 0,0-2 5 0,3 0-3 16,1-2 9-16,-3 0 1 0,-2 0 0 0,1 0-9 0,2 1 12 0,-1-3-11 15,6 1 10-15,-5-1-2 0,-1 3-8 0,0-1-21 0,0-1 21 16,0 0-20-16,2 3 21 0,-1 0-5 0,1 0-12 0,0-1-3 16,4 0 3-16,-1 0 1 0,-1-1 10 0,-6 0 0 0,-1 0-4 15,3-1-10-15,0-3 7 0,4 3-7 0,-1-2 8 0,-4-2-2 16,0 1-2-16,2-1-12 0,0 0 12 0,-1 0-7 0,1 0 25 0,-1-1-5 15,0-1-5-15,3 0-15 0,0-3 14 0,0 2-10 16,-7-1 23-16,-1 0-5 0,-1 1-9 0,2 1-6 0,5 0 2 16,-3-2-1-16,-3 0 11 0,-1-3-2 0,-2 2-1 0,0-2-11 15,-2-1 6-15,0 1-6 0,-2-1 9 0,-1 1 2 0,0-1-4 0,0-2-20 16,-2 0 15-16,0 1-14 0,-3 0 25 0,-3 1 0 16,1 2-7-16,-2-1-11 0,-2 1 13 0,0 0-13 0,-4 1 13 0,-1 3-1 0,-3-3-5 15,-1 1-11-15,-1 0 14 0,-3-1-10 0,-2 1 17 0,-1-1-3 16,-3-1-12-16,-2-1-1 0,0 0 6 0,-1-2-6 0,-1 1 6 15,-1 1-3-15,-2 1-4 0,-3 1-3 0,-3 1 8 0,-3-1-3 16,-2 1 13-16,-2-5-1 0,6 5-8 0,0-3-12 0,-1 2 13 16,0 0-11-16,-7-1 18 0,3 2-6 0,2 1-8 0,0 1 2 15,1 0 3-15,-1 0 1 0,2 3 8 0,-1 1-2 0,-4-2-7 0,-3 4-3 16,-2-1 5-16,5 1-4 0,0 1 4 0,0 2-3 0,-3 0-3 16,-6 0 0-16,4 3-2 0,1 0 3 0,0 3-6 0,3 2 4 15,-2 0-4-15,-5 1-8 0,-1 0 18 0,2 1-16 0,1 1 19 0,5 0-1 16,-2 2-4-16,-1 1 1 0,-4 0-1 0,4 0 2 0,2 2 2 15,3 0 0-15,1 0-3 0,-1 1-14 0,-2 1 19 0,-2 1-13 16,-1 2 18-16,3 0 3 0,7 0-7 0,-1-1-7 0,0 1 4 16,0-1-6-16,-2 0 4 0,5 0 3 0,1 3 0 0,1 1-12 0,3 2 12 15,1 1-11-15,0 1 14 0,3-2-2 0,3 1-4 16,0-3 0-16,4 0-6 0,1 1 5 0,2-5 1 0,3-1 1 0,2-1 5 16,3-1-15-16,2 1 12 0,3-3-12 0,1-3 13 0,3-1-4 15,2 1-7-15,1-2 5 0,4-1 2 0,2 1 1 16,2-1 0-16,1 1 2 0,2-1-6 0,4 2-17 0,3 1 4 0,2 1-11 15,7-1-12-15,-1 2-6 0,-2 0-4 0,5 2-34 0,2 2-5 0,-1 2-4 16,6-2-58-16,-3 1-58 0,2 1-50 0</inkml:trace>
  <inkml:trace contextRef="#ctx0" brushRef="#br0" timeOffset="104740.62">20691 15426 217 0,'-2'-7'69'0,"0"4"-42"0,1-1 24 0,1 2-26 0,0 2-7 0,1 0-9 15,1 3-7-15,1 1 7 0,2 0 0 0,2-1-9 0,2 3 25 0,1-3-22 0,1 3 27 0,0-3-9 0,3 1-8 0,0-1 3 0,2-1-9 0,1 1 10 0,-1-2-6 0,-1 0 9 0,2-1 1 0,0 0-16 0,1 2 39 0,1-1-32 0,1 0 48 16,2-1-7-16,0 2-17 0,4-1 4 0,0 0-5 0,3 0 5 0,2-1-11 16,-3 2-1-16,-4-1-5 0,3 0-15 0,0 1 15 0,3-1-15 15,5 0 8-15,-4-1-2 0,-1 0-7 0,0 0-16 0,-2 0 11 16,0 0-9-16,1 0 15 0,-1 0 2 0,3 0-6 0,3-1-18 15,5 0 21-15,0-2-19 0,-2 0 28 0,0 0-7 0,0-3-9 0,1 1-18 16,3-1 15-16,-5 0-9 0,-3-2 29 0,0 1-4 0,-2 1-13 16,3-2-2-16,0-1 7 0,-1 0-6 0,3-2 5 0,-4-3-4 0,-1 1-6 15,-5-2 10-15,1-1-5 0,-1 4 8 0,0-4-5 16,-1 1 1-16,-3-1-3 0,-1-3-9 0,-3-1 17 0,-3-2-13 0,-3 0 19 16,-1 0-5-16,-1 1-8 0,1 0 5 0,-4 1 0 0,1 1 4 15,-2-1 3-15,-4 2-3 0,-1 2-4 0,-1-1-5 0,-2 0 5 16,-1 1-6-16,-4-1 0 0,-1 1-3 0,-1-2-2 0,0-2-12 15,-1 0 13-15,-2-1-8 0,-2 5 16 0,-3 0 0 0,-2 1-10 0,-2-2-24 16,-4-2 28-16,-4 0-26 0,0 2 28 0,-2-1-3 0,8 4-13 16,0 0 8-16,-4-1-2 0,0 2 5 0,-6-1 3 0,0 3 2 15,2 0 0-15,-1 0-2 0,0 2 3 0,0 0-4 0,-1 2 1 0,-1 1-3 16,-5 2 2-16,-5-1-5 0,-1 3 3 0,5-2 2 16,-1 0 9-16,2 1 1 0,1 2-7 0,-5 0-20 0,4 1 28 0,0 1-22 15,0 2 27-15,-2 0-6 0,-5 3-13 0,-5-1 3 0,4 1 3 16,-3 0 1-16,2 3 7 0,1 2-2 0,-2 0-8 0,0 3-7 15,6 0 13-15,-2 0-9 0,-4 2 9 0,3-1 0 0,0 0-5 0,2 3 3 16,9 2-3-16,2-2 4 0,2-1 3 0,4 3-4 0,-2-2 0 16,4-2-12-16,2 1 10 0,3 0-8 0,2 2 16 0,2 2-4 15,2-1-3-15,0 1-15 0,2-1 10 0,0-1-6 0,0-1 29 16,2 0-5-16,1 1-7 0,2 1-10 0,1 0 6 0,1 1-4 0,2 1 9 16,2-1-1-16,2-1-2 0,1 2-13 0,3-2 8 0,1 0-7 15,2 0 16-15,2 1-1 0,3-2-8 0,1-1-6 0,2-3 10 16,2 0-8-16,0 1 10 0,2-1-3 0,4 0-3 0,2 1-9 15,3-3 7-15,3-3-3 0,3 1 17 0,1-3 2 0,-2 0-6 16,4-1-23-16,3-1 26 0,2-3-24 0,3 3 32 0,-5-3-9 16,-3 1-12-16,0 0-3 0,4 0 2 0,1 2 2 0,3-2 9 0,-1 1-1 15,-7-1-6-15,6 0-19 0,-3 0 21 0,-1 1-19 0,3-1 17 16,-8 1-9-16,-3 0-16 0,0 1-23 0,-2 2-18 0,-1 0 5 16,1-1-32-16,0 1-18 0,0 1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49:42.0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10434 3690 256 0,'-10'-18'13'0,"5"8"200"0,1 2-89 0,2 2 10 0,0 3-122 0,1 3 19 0,0-1-13 0,-1 1 36 0,2-2-6 0,0 1-12 0,0 0-11 0,2 0 4 0,-2-1-6 0,1 1-1 0,0 0-6 0,0-1-7 0,1 2-13 0,0 0 8 0,2 0-7 0,0 2 13 0,1-1-3 0,1 2-3 0,2-2 2 0,0 1 4 0,1 1 2 0,1-2 16 0,1-1 1 0,1 3-5 15,1-2-9-15,2 3 20 0,1 2-19 0,0-2 15 0,2 1-6 16,1-1-7-16,3 3-2 0,4-1-5 0,-1-1 7 0,1 1 7 15,-7-2-3-15,0 1-1 0,6 2-15 0,2-3 12 0,7 1-10 16,-1-1 13-16,-1-1 1 0,-1 0-3 0,3 0-12 0,1 0 6 0,1 0-8 16,3 1 12-16,3 1-2 0,0 0-2 0,3 0-6 0,-3-1 5 15,-2 1-5-15,2-1 3 0,-1 0-1 0,5-2-3 0,4 1-11 16,0 2 12-16,6 0-8 0,4 2 21 0,-1-2-6 0,-1-1-7 0,-1 1-16 16,0-3 17-16,1 1-12 0,4 1 30 0,5 1-7 0,3 2-11 15,9 0-12-15,-5-2 10 0,-2 1-6 0,-1-1 24 0,-1 2-5 16,12 1-11-16,7-1-17 0,-3 2 15 0,-2-1-13 0,-3 1 19 15,1 0-1-15,6 0-8 0,5 0-12 0,0 1 12 0,-2-2-9 16,-1-1 16-16,5 1 2 0,-3-2-9 0,3 2-11 0,0-3 16 0,-4-1-15 16,6-1 12-16,-2-1 3 0,1 1-5 0,4-1 2 15,-3 0 3-15,7-2-1 0,2 0 8 0,-3 0 1 0,-1 0-1 0,4 1-13 16,3 0 17-16,2 0-15 0,-1 2 25 0,-5 0-6 0,2-2-9 16,4 1-10-16,2 1 11 0,0-2-9 0,-2 1 9 0,-1 0-1 15,1 1-8-15,3-1-2 0,-3-1 6 0,1 1-5 0,2-1 6 0,-4 0-4 16,1-1-4-16,5-1-8 0,0 0 11 0,5-2-6 0,-1-1 14 15,-4 1-1-15,5-4-8 0,4 1-8 0,1-1 12 0,2 0-10 16,-1-4 12-16,0 2-1 0,0-1-6 0,8-1-2 0,-3 0 3 16,-1 0-3-16,1 1 1 0,-7-1 1 0,-3 2-3 0,6-1-9 15,-3 0 11-15,-2 0-8 0,0 1 15 0,-9-1 1 0,-3-2-6 0,-1 0-13 16,0 0 9-16,-2-2-8 0,-3 0 14 0,-13-3 1 0,-6-4-5 16,3 0-4-16,-2-2 2 0,-4-3-3 0,-4-1 5 0,-13-1 2 15,-3-3 0-15,2-2-5 0,-4-4 0 0,-1-3-2 0,-3 0 3 16,-7 5 2-16,-8-1 2 0,-3 0-12 0,-3 0 9 0,-6-4-9 15,2-3 13-15,-7-1-1 0,-4-4-4 0,-1-1-5 0,-3-4 1 0,-4 1-1 16,0 3 7-16,-5 5-3 0,0-1-1 0,-3-3-13 0,-3 0 14 16,-2-3-11-16,-3-2 14 0,-3 3-3 0,-3-2-7 0,-3 0 2 15,-4 4 5-15,-3 4-1 0,-3 3 75 0,-4 3-76 0,-3-3 17 0,-8-4-37 16,-6 3-69-16,1-3 84 0,-6 3 12 0,-1 3-3 0,-5 0-6 16,57 17-9-16,-328-116 8 15,247 113 5-15,-5-3-1 0,1 0 5 0,-2 1-4 0,-7-1 1 16,-2 2-5-16,-7-1-4 0,-4 1 8 0,-5-1-6 0,1 1 7 15,-7 0 1-15,3 1-1 0,-1 2 2 0,-10-2-5 0,-2 2 2 0,-5 3-5 16,-5 1-1-16,1 3 15 0,-2 1-3 0,-7 0-2 0,-6 2-7 16,-5-3-3-16,3 5 5 0,-2-1 1 0,-5-2-1 0,-1 5-14 15,-8-1 16-15,-5 0-12 0,6 4 23 0,-1-2-2 0,-1 4-8 0,-2 0-17 16,1 3 13-16,-1 0-11 0,8 3 26 0,8 2-6 16,-8-1-6-16,-2 4-8 0,-7 0 7 0,-7 2-3 0,6 1 13 0,1-1-8 15,-3 1-6-15,0 3-4 0,-7 0 8 0,3-1-2 0,5 6 6 16,3-4 3-16,4 3-7 0,-5 4-12 0,1 0 16 0,2 2-13 15,7 4 21-15,8-1-3 0,0 1-7 0,2 5-10 0,-3-1 8 16,-3 2-7-16,8 1 15 0,4 0-2 0,1 1-6 0,1 1-5 0,-2-1 5 16,1-1-6-16,4 2 9 0,7 3-4 0,4 3-2 0,-2 5 3 15,2 3-4-15,3 1 6 0,1-1 1 0,11-1-2 0,-1 0 2 16,-1-1-17-16,4 0 14 0,5 4-12 0,2 3 24 0,7-1-6 16,4 2-7-16,4 2 1 0,7-3-4 0,5-2 4 0,5-5 2 0,2-4-2 15,8 1 2-15,3 2-1 0,8 2 0 0,11 0 2 0,6 3-1 16,10-6-2-16,2-3-2 0,4 2 0 0,4-3-2 0,5-3 2 15,5 0-5-15,4-3 7 0,3 1 0 0,7 4-9 0,4 0 11 16,6-1-12-16,6-2 9 0,3 0 1 0,7-9-2 0,8 2-5 0,12-2 6 16,9-1-6-16,3 1 7 0,4-4 3 0,0-4-3 0,6-1-1 15,17 1 6-15,9-2-7 0,3 1 3 0,4-2 2 0,4 0-2 16,13 0-13-16,6-1 15 0,11-2-12 0,6 0 24 0,-1-3-4 16,3 1-7-16,15-2-18 0,-2-2 20 0,4 0-17 0,8 0 21 0,-10-2 3 15,2-1-8-15,12 2-15 0,-7-1 13 0,4 0-14 0,0-1 20 16,-12 0-1-16,3 1-8 0,4-1-8 0,-6-2 10 0,6 1-8 15,-3 0 16-15,-13-3-1 0,0 0-6 0,2 1-7 16,-5-3 4-16,-1 1-4 0,-2 0 11 0,-13 1-3 0,-6-2-3 0,3 1-15 16,-8 3 13-16,-5 0-13 0,-5 5-17 0,-14 5-32 0,-5 5-33 0,-4 5-110 15,-7 6-99-15,-7 2 0 0</inkml:trace>
  <inkml:trace contextRef="#ctx0" brushRef="#br0" timeOffset="6018.77">17010 6729 256 0,'-4'-8'-6'0,"-2"7"-63"0,-1-3 37 0,2 2 5 0,-1 0 8 0,1 1 36 0,0 0-27 0,-1 0 53 0,2-1-7 0,-1 2-15 0,2-1 0 0,0 0-5 0,0-1 6 0,2 2 0 0,0-1-1 0,1 0-2 0,0 1-31 0,0-1 28 0,0 1-27 0,0 0 31 0,0 0-4 0,0-2-11 0,0 1-10 0,0 1 8 0,0-1-4 0,0 0 17 0,1 1 4 0,0-4-3 0,1 2 0 16,-2 2 14-16,0 0-11 0,0-1 18 0,0 1-7 0,0-1-4 16,0 1 8-16,1 0-4 0,-1 0 6 0,0 0-11 0,0 1 0 15,0-1-6-15,0 0-8 0,0 0 16 0,0 0-14 0,0 1 19 0,0 2-7 16,0 0-2-16,0 2 13 0,0-2-7 0,0 5 11 0,-1 0-10 15,1 1 0-15,-2 1-5 0,1 2-20 0,-1-1 23 0,1 3-23 16,0 0 18-16,0 2-10 0,1 2-12 0,-1 1 6 0,1 4-12 16,0-1 11-16,2 2-6 0,0-2 1 0,0 1 3 0,2 0-12 0,0 1 4 15,1 0-11-15,-1-1-15 0,2-3-15 0,1 1-10 0,0 0-47 16,2 1-35-16,3-1 8 0,0 0 20 0</inkml:trace>
  <inkml:trace contextRef="#ctx0" brushRef="#br0" timeOffset="6858.63">19502 6883 28 0,'0'-7'11'0,"1"1"52"0,-1 1-11 0,0 0-17 0,0 1 3 0,-1 0 9 0,0 0-7 0,0-2 5 0,1 2-7 0,-1-3-6 0,1 2-1 0,0 0-4 0,0-1 4 0,1 1-3 0,0 0-4 0,1 1-5 0,3-3-10 0,0 4 12 0,2-3-12 0,1 1 1 0,1 1 1 0,2 2-6 0,4-3-1 0,2 2-2 0,3-1 1 0,0 1 13 0,-3 1-5 0,-4-2 2 0,3 2-24 0,2 1 23 0,3 1-19 0,5-2 29 0,-2 1-7 0,-3 1-13 0,-2 0-11 0,1 0 12 0,-1 1-7 0,-2 2 18 16,-2 2 0-16,-2 0-13 0,0 1-16 0,-3 2 25 0,0 0-20 0,-3-2 29 0,-3 3-6 0,0 0-13 0,-3 1 13 0,-1 2 0 0,-3-1 5 0,-1 4-4 0,-2-1 1 0,0 2-3 0,-3 1-25 0,0 0 23 0,-2-1-21 0,1 1 28 0,-1-2-5 0,1-1-9 0,-1 2-8 0,-2 0 2 15,2 0-1-15,0-4 13 0,0-1 0 0,1-1-6 0,0-1-17 16,1 4 24-16,1-2-21 0,0-1 29 0,2-2-5 0,2 0-8 16,0-2 2-16,3 1 7 0,1-4 1 0,2 3 27 0,3-4-4 15,-2 2-7-15,3 0-8 0,1 0 1 0,1 0-3 0,2-1-5 16,1 1-4-16,0-1-1 0,1 1-11 0,3-1-2 0,0 0 2 0,2 1 9 15,-2-2-4-15,3 2-2 0,1 0-5 0,0 0 3 0,4 1-3 16,2-2-8-16,2 2-15 0,3-1-11 0,5-1-63 0,1 3-32 16,1-3-2-16,-4 1 8 0</inkml:trace>
  <inkml:trace contextRef="#ctx0" brushRef="#br0" timeOffset="9658.93">18927 6190 227 0,'-1'-6'0'0,"0"2"-23"0,0 0 23 0,0 1 7 0,-2 1 0 0,2-1 7 0,-1 1 2 0,0 0 2 0,1-1-3 0,-2-1 9 0,1 3-10 0,0-2-2 0,0 0-4 0,1 2-5 0,-3-1 0 0,2 0-11 0,0 0 9 0,-2-1 0 0,2 1 4 0,-1 2 2 0,0 0-19 0,-1-2 31 0,1 2-25 0,-2 2 35 0,1-2-5 0,-1 1-14 0,1 1 25 0,-1 0-5 0,1 0 12 15,0 0 2-15,1-1-1 0,1-1-2 0,-1 0-26 0,1 0 22 16,1 0-22-16,1 0 21 0,0 0-14 0,1 0-10 0,3 0-3 15,-1-1 7-15,4 1 2 0,0-6 19 0,4 3 0 0,1 0-6 0,3-3-6 16,1 2 9-16,5-3-9 0,0 2 8 0,3 1-4 16,2-2-4-16,5 2-12 0,2-2 4 0,2 1-4 0,0 0 7 0,-9-3-4 15,2 5-6-15,1 1-8 0,0 0 13 0,6 1-11 0,-4-1 12 16,-6 0-5-16,-1 2-8 0,-2 0-10 0,0 2 9 0,-2 0-5 16,-1-1 22-16,-3 3-5 0,-3-1-10 0,1 3-14 0,-4 5 16 15,-1-3-12-15,-4 3 17 0,0-1-3 0,-3 0-8 0,-2 3 2 16,-3-1 10-16,-5 0-2 0,-2 2 17 0,-1-1-3 0,-4 3-10 0,-2 1-21 15,-2 1 24-15,-2 3-22 0,-2 1 24 0,3 1-5 0,-2 2-14 0,0 2-11 16,-1 1 15-16,-1 1-10 0,-1-3 20 0,0-1-2 0,0-1-12 16,-2 3 0-16,1-3 2 0,8 2-2 0,-2-2-1 0,0-1-1 15,2 2 1-15,-8-2-10 0,3-4 9 0,3 0-6 0,2-1 22 16,4-3-1-16,2-1-6 0,3 0-23 0,2 1 24 0,1-4-20 16,3-1 36-16,1-1-7 0,2-1-9 0,4 0-11 0,0-2 7 0,3 0-3 15,1-2 27-15,0 0-8 0,3-1-8 0,2-2-14 0,5-1 12 16,2 0-10-16,3-3 20 0,2 1-1 0,1-3-5 0,-1 1-9 15,-4-3 0-15,-1 2-4 0,2-1 7 0,2 0-4 16,5 2 0-16,1-1 1 0,-1 2 1 0,-1-1 0 0,1 2 1 0,0 0 1 16,1 0 1-16,6 1-14 0,2-1 6 0,4 2-5 0,1 0 13 15,-2 2-3-15,-7 1-6 0,0 0-9 0,-3 1 1 0,-1-2-9 0,3 0-54 16,-4-2-9-16,-2 0-22 0,1 0-71 0,-3 0-28 0,-3 1-5 16,-1 1 64-16</inkml:trace>
  <inkml:trace contextRef="#ctx0" brushRef="#br0" timeOffset="9894.21">18842 6549 1245 0,'-11'-9'225'0,"4"0"-204"0,2 2 3 0,4 2-34 16,2 3 18-16,4-2-25 0,3 2 40 0,4-3 6 0,5 0 1 0,4-2-10 0,6-2 13 0,5 0-15 0,7 0 7 0,6 0-8 0,4 1-9 0,4 0-19 0,-1 1 11 0,-1 0-8 0,0 0 16 0,2-1 2 0,3 3-10 0,10 0-8 0,6-2 12 0,1 3-13 0,-1 1 2 0,-7-1-21 15,-1 0-15-15,3-1-79 0,8 2-52 0,4 1-3 0,1-1-16 0</inkml:trace>
  <inkml:trace contextRef="#ctx0" brushRef="#br0" timeOffset="73190.33">15370 9149 217 0,'2'-5'10'0,"1"1"-4"0,2 0-16 0,0 1 0 0,1 1 38 0,1 1-33 0,1 1 34 0,-1 0 8 0,2 0-9 0,2 1 8 0,2 0 15 0,0 0-15 0,1 1 2 0,2 0-10 0,-1 1-9 0,3-2 1 0,4 2-6 0,0 0 7 0,3 1 3 16,2-1-2-16,-1 1-1 0,-3 0-21 0,3-3 22 0,2 1-20 0,5 2 21 0,3-3-5 0,-2-1-12 0,-1 2-1 0,1-1-3 0,-2 2 3 0,2-1 7 0,2-1-3 0,-1 2-2 0,5 0-2 16,3-1 8-16,-1-1-5 0,-2 2 9 0,-1-2-3 0,0-1 0 0,2 2-1 15,4-2 1-15,-3 0 1 0,-1 0 6 0,0 1 3 0,4-1-2 16,6 1-20-16,4 0 26 0,-1-1-25 0,0-1 26 0,-4-1-9 0,-2-1-11 16,5 0 4-16,-1 2-6 0,4 0 7 0,4 0-6 0,-1-1 2 15,2 0 0-15,2 0-9 0,-4 0 10 0,-2-2-10 0,1 1 7 16,-2 3-8-16,3-2-3 0,5 1-1 0,-2-2 2 0,0 1 4 15,-5-2 11-15,-3-1 0 0,-1 2-6 0,1-1-6 0,1 0 13 16,2 0-13-16,5-1 9 0,-4-2 0 0,-1-1-2 0,2-2 2 0,-5 1 5 16,1-1-1-16,-4-2 16 0,3 1-7 0,2-4-6 0,4 1-2 15,-1-1-1-15,0 1 0 0,-5 0-7 0,-4-2-2 0,1 4-1 16,-1-6-10-16,0 0 11 0,0 1-7 0,0 1 17 0,-3-1 0 16,-3 2-12-16,-4-1-13 0,0 0 23 0,-2-2-20 0,-3 0 16 0,-4 0-1 15,-3 1-11-15,1-1-8 0,-2 3 12 0,-1-2-7 0,-1 1 20 16,-3-1-2-16,-1-1-8 0,1-3-7 0,-2 0 17 0,-3-4-11 15,0 0 24-15,-4-2-14 0,-3 5-13 0,-1-5-4 0,-8-1 5 16,-1 1 1-16,-2-4 14 0,-2 6-3 0,2 1-10 0,4-5-17 16,-1 4 25-16,-2 0-21 0,-5 2 26 0,-6 4-8 0,-5 0-13 0,-2-1 2 15,-5-1-3-15,-1-1 5 0,0-2 2 0,-1 0-1 16,0-2-4-16,-3-3-15 0,-1-1 20 0,-2 2-14 0,-4 0 25 0,-7 3-6 16,-4 0-9-16,-7-2-2 0,-2 1-4 0,0 1 5 0,-2 2 4 15,3 4 0-15,-4 1 0 0,-5 4-4 0,-5-2 5 0,-9 5-5 16,1-2 0-16,5-1 5 0,3 3 2 0,1 0-19 0,-9-1 9 0,-4 2-10 15,1 0 28-15,-2 0-3 0,6-1-2 0,-1 3-18 0,-6-1 12 16,-4 3-10-16,-1 3 12 0,-4-1-1 0,4 4-5 0,-5 2 4 16,-7 5-1-16,1 0 1 0,-2 4 0 0,4 0 2 0,3 1-3 0,-12 4-3 15,-2-2 8-15,1-1-7 0,1 1 3 0,4 0 1 0,3 6 1 16,-7-2-2-16,-3 5-3 0,9 1 1 0,-2 4 2 0,7 3 2 16,2-1 1-16,-4 2-8 0,10 2 6 0,3 2-6 0,2-2 6 15,3-1 1-15,6-1-2 0,0-3-7 0,10 1 7 0,7-3-6 16,3 0 10-16,8 3 1 0,4 0-5 0,-3 4-9 0,3 0 12 0,2 2-10 15,5 0 9-15,12 1-3 0,3-2-8 0,-1 0 0 0,5-3 3 16,-2 0 1-16,5-3 8 0,4-1-2 0,4-1-3 0,0 0-10 16,5-1 10-16,4 1-11 0,2 1-4 0,4-1 3 0,4 2-6 0,4-1-14 15,1 2 19-15,3 1-15 0,-3 1 31 0,2 0-6 16,5-5-11-16,4 0-10 0,6-1-1 0,0-3-1 0,-1 1 3 0,1-4-2 16,3 0 0-16,6-1-19 0,4 1 9 0,5-2-8 0,-1 1-1 15,4-1-3-15,0-1-17 0,3 0-44 0,5 1 6 0,0-1-20 16,6 0 53-16</inkml:trace>
  <inkml:trace contextRef="#ctx0" brushRef="#br0" timeOffset="75344.34">30446 9082 461 0,'1'-6'111'0,"0"-1"158"0,1 1-209 0,-1 3-47 0,0 1-6 16,-1 1-3-16,2-1 2 0,0 2-2 0,1 0-15 0,-1 0 18 0,0 2-17 0,0-1 21 0,1 1-4 0,1 6-8 0,-1-2 6 0,2 2-5 0,-1 1 8 0,2 1-3 0,1 3-1 0,-4-3-1 0,2 4-7 0,-3-1 11 0,-1-1-8 0,1 2 8 0,-2-3-1 0,-1 3-3 0,-1 1-12 0,-2 0 11 15,1 0-7-15,-3 2 23 0,1 0-5 0,-1-1-11 0,1 2-7 16,-1-1 9-16,2-2-7 0,0 1 9 0,-1 0-3 0,1 1-6 0,0-1-7 16,-1 0 9-16,2-1-3 0,-1-2 16 0,1 0-2 0,0-3-10 0,0 2-21 15,0-3 24-15,1 2-21 0,0 3 27 0,-1-4-9 16,0-1-11-16,1 0-23 0,-2-2 6 0,2-2-7 0,-1 0-3 0,1-3-8 15,-3 1-15-15,2 0-13 0,-1-3-11 0,1 0-3 0,0 0-78 16,1-2 96-16,1 2-12 0</inkml:trace>
  <inkml:trace contextRef="#ctx0" brushRef="#br0" timeOffset="75563.73">30299 8982 430 0,'18'-9'49'0,"1"-3"26"15,4 1-5-15,-1 4-19 0,4 1-17 0,2 1-17 0,5 5-5 16,0-1 2-16,0 1-2 0,-6 0 0 0,-1 0 0 0,2 0-11 16,-1 1 5-16,4 2-9 0,-5-1-23 0,-4 2-8 0,-1-1-11 0,-1 1-37 15,-3 0 14-15,-4 1-11 0,-1-1 27 0,-3-3-8 16,-1 1-17-16</inkml:trace>
  <inkml:trace contextRef="#ctx0" brushRef="#br0" timeOffset="75757.5">30315 9222 404 0,'-10'0'88'0,"3"0"-54"0,2-2 23 0,3 2 2 0,2 0 6 16,1 0-11-16,3-1-9 0,1 0-4 0,4 0-1 0,3-1 0 15,1 0 1-15,2-1 0 0,0 1-4 0,2-1-9 0,2 0-9 0,5 2-10 16,-1 1 2-16,4-1-4 0,0 1-6 0,0 1-1 16,-6 2-1-16,-2-1-15 0,2 0-9 0,1 0-1 0,5 2-60 15,-2-1-24-15,-4-2-27 0,-3 0-59 0,0-1 107 0</inkml:trace>
  <inkml:trace contextRef="#ctx0" brushRef="#br0" timeOffset="76109.32">30821 9267 813 0,'9'-11'21'0,"0"2"-39"0,2 2 25 16,0 2 2-16,-1-1-5 0,1 3-3 0,1-3 12 0,1 3-12 0,0-4 12 15,1 2-6-15,-2-1-1 0,1 1-9 0,1-1 5 0,-2-1-2 0,1 3 7 16,-4-3 0-16,-2 2-10 0,0 2 1 0,-2-5 3 0,-2 4-2 15,0-2-1-15,-2 0 1 0,1 1 0 0,-1 0 10 0,-2 0-1 16,-1-1 7-16,0 2 2 0,-1-1 2 0,1 1-6 0,-3 1-3 16,1 0 15-16,-1 3-15 0,0 0 3 0,-2 0-6 0,-2 0-6 15,-1 0 5-15,-2 3-6 0,1 1 6 0,1 0-5 0,-1 2 2 0,-1 2 0 16,0-1-7-16,1 0 8 0,1 2-8 0,0-1 4 0,2 2 4 16,1-1 0-16,3 0 8 0,-1 3 2 0,1-2 1 0,0 1 11 15,2 0-2-15,1 0 0 0,1 2-20 0,1-2 17 0,1 2-18 16,2 0 12-16,0-1-6 0,1-2-9 0,3 3-15 0,-2-2 15 0,5 1-9 15,-1-2 28-15,2-1-7 0,1 0-13 0,2 0-20 16,-1-2 3-16,2 2-9 0,1-5-27 0,1 1-15 0,1-2-18 0,-1-1-54 16,-4 1 8-16,-3-3-18 0,2-3 68 0</inkml:trace>
  <inkml:trace contextRef="#ctx0" brushRef="#br0" timeOffset="76722.39">31164 9159 316 0,'4'-3'116'0,"2"2"-83"16,1 1-12-16,2 1-33 0,-2 2 36 0,1 0-1 0,0 0-13 0,0 2 0 16,-1 1 13-16,1-1-10 0,-1 2 11 0,0-1-4 15,-2 0-6-15,0 2-24 0,0-1 18 0,-1 0-14 0,0 0 34 16,-1 0-4-16,-1 0-15 0,-1 1-10 0,1-1 19 0,-1-1-15 0,0 0 18 15,-1-2 0-15,0 1-9 0,1-1 2 0,-1 0 3 0,0 0-2 16,0 0 6-16,1-2 4 0,-1 0-3 0,0-2-17 0,0 0 33 16,0 0-28-16,0 0 43 0,0 0-13 0,1-2-12 0,-1 0-16 0,1-3-8 15,0 2 5-15,1-3 0 0,0 0 2 0,0-1 0 0,1-1-27 16,1 0 28-16,0-1-26 0,1 1 35 0,-1 0-8 0,1-1-13 16,-1 0 8-16,0 1-10 0,1-1 9 0,0 2-5 0,0-2 0 15,2 1 1-15,-1 2-9 0,0-2 6 0,0 3-4 0,0 0 8 16,-2 2-4-16,1-1-5 0,0 2-3 0,0 0 7 0,0 2-2 0,1 0 13 15,-3 0 1-15,2 0-8 0,-2 2-19 0,1-1 24 0,-1 1-21 16,0 1 33-16,1 0-9 0,-1 2-11 0,0-1-13 0,1 1 12 16,-1-1-8-16,0-1 26 0,1 2-2 0,-2-2-11 0,1 1-4 15,1-2 6-15,-1 2-7 0,-1-1 1 0,3-1 0 0,-3-2-2 0,2 2 5 16,1 0 3-16,-1-2 4 0,1 0 14 0,2 0-2 0,0 0-5 16,0-1-21-16,2 0 22 0,-1-1-18 0,1 0 20 0,3-1-5 0,-1-1-15 15,1 2-4-15,3-1 5 0,-3 1-2 0,3-1 7 0,-3 2-1 16,-1-2-2-16,-2 1-17 0,-1 1 17 0,-1 1-14 0,-2 0 23 15,1-2-6-15,-1 2-11 0,0 0-6 0,0 0 12 0,-1 2-5 16,1-1 12-16,-2 3 3 0,0-1-11 0,0 0-13 0,1 1 22 16,0-2-18-16,1 4 23 0,1-3-3 0,-1 0-8 0,2 1-13 15,0-2 6-15,0 2-4 0,0 0 22 0,0-1-3 0,1-2-7 0,-1 1-17 16,-2 0 18-16,1-1-16 0,0 0 21 0,-1-1-1 16,0 0-8-16,0-1-6 0,1 0 3 0,-2 1-2 0,1-2 8 0,-1 1-1 15,1 1-3-15,-1-1-12 0,1 1 17 0,-1 0-14 0,1 0 20 16,-1 1-6-16,2 2-7 0,-2-1-20 0,2 1 11 0,0 1-9 0,0 0 20 15,3-3 0-15,2 1-8 0,-1 0-44 0,1 0-8 0,0 0-23 16,1-1-118-16,2 0 40 0,1-1-1 0</inkml:trace>
  <inkml:trace contextRef="#ctx0" brushRef="#br0" timeOffset="77246.28">32260 8640 668 0,'-6'0'20'0,"2"3"-36"0,-1 2 21 0,2 2-21 0,-1 2 32 0,1 1-7 0,1 3-9 0,-2-1 16 0,2 4-6 0,0 0 14 0,0 4 9 0,-1 4-6 0,1 2-1 0,1 4-26 0,-1 1 16 0,-2 4-15 16,2-1 27-16,1-1-5 0,1-2-4 0,2 0-13 0,2-3 15 0,0-2-10 0,2 0 27 0,1-5-3 0,2-2-8 0,2 2-10 0,2-3 18 0,2 1-18 0,2-1 4 0,-2-3-3 0,1 0-11 0,2-2-7 0,0-1 5 0,0-5-5 0,0-1 8 0,-1-3 3 0,1-1-5 0,0-2-1 0,1-4 10 0,-1-1-10 15,-1-3 4-15,-3-1-1 0,-1-1-3 0,0-4-7 0,-1 1 3 0,1-2-1 0,-1 0 14 0,-1 1 0 0,1-1-6 0,-3-2-19 0,0-1 24 0,-3-1-21 0,0-1 25 16,-3-3-4-16,0 0-12 0,-1-4 6 0,0 2-6 0,0 0 5 0,-1-1-8 15,1 3 2-15,-1 0 4 0,-1 3-3 0,-3 4 18 0,0 5-14 16,0 3 17-16,-2 4-5 0,-3 3-9 0,-1 1-10 0,-2 4 3 16,-1 1-1-16,-1 3 11 0,-1 2 0 0,-1 1-7 0,-2 5-6 15,1-1 6-15,-1 2-7 0,-2 1 2 0,3 1-5 0,1-2-2 16,2 0 5-16,3 0 3 0,1-1 2 0,1 3 8 0,4-1 3 16,4 0-6-16,3-3 11 0,5-2 13 0,2 0-7 0,5-2 25 0,2-1-3 15,7 1-1-15,2-3-19 0,3 1 6 0,3 0-8 0,0 0 4 16,2-1-8-16,-3-2-7 0,2 2-15 0,-2 0 7 0,0 0-7 15,2-1 6-15,-4 1 1 0,3-2-5 0,-2-1-1 0,5 3-4 16,-2-4-1-16,0 1-24 0,-5-2-6 0,-8-3-13 0,1 1-37 0,-4-1-8 16,-1 0-10-16,-1-1-73 0,-5 1-13 0,-3-3-19 0,-4 0-28 15,2 1 122-15</inkml:trace>
  <inkml:trace contextRef="#ctx0" brushRef="#br0" timeOffset="81500.81">8166 11131 217 0,'4'-6'3'16,"-5"3"-4"-16,1 0-23 0,0 2 23 0,0 1 31 0,1 0-24 0,1 0 4 0,1 1-2 0,1 0-11 0,2 1 1 0,1-1 19 0,0-1-7 0,2 1 33 0,1 0-12 0,-4 1-19 0,2-2-5 0,1 0 15 0,4 0-11 0,7 0 9 0,2 0-1 15,1 0-7-15,0-2-1 0,0 1 5 0,-2-1-2 0,3 0 14 0,-2 0 6 0,2 0-5 0,-1 1-19 0,3 0 21 0,-1 0-24 0,1-1 17 0,-1 1-4 0,1 1-7 16,5 0-19-16,0-1 16 0,-1 1-13 0,-2 0 32 0,-1-2-5 0,1 2-13 0,5-1-15 0,4 0 14 16,0-2-12-16,-2 1 19 0,0 1-3 0,2-1-4 0,2 0-2 15,3 0-4-15,3 1 4 0,2-1 8 0,-2-2 0 0,3-1 0 16,3-3-3-16,0 0 15 0,6 1-13 0,-2-1 9 0,-1 1-6 15,4 0-8-15,1 0-3 0,3 1-3 0,1-2 4 0,-4-1 1 0,1 0 0 16,0 3-4-16,3-2-19 0,4 2 26 0,0 0-22 0,0-2 23 0,0 0-2 16,0 3-11-16,4-1 4 0,2-1-7 0,2 3 5 0,0 1-1 15,-2-3 3-15,4 1 3 0,0-5-15 0,2 1 16 0,3 1-17 16,0 1 18-16,-4 0-6 0,5-2-6 0,3 2 6 0,-1-2 0 0,4 2 7 16,-3 0 2-16,-1 0 3 0,3 0-8 0,0 0-1 0,4 1 10 15,0-1-9-15,2 1 8 0,-3 0-6 0,-1 0-3 0,4-1 4 16,2-1 0-16,1 2 4 0,2-3-1 0,-4 1 0 0,-1-1-3 0,5 1-17 15,3-1 23-15,0 2-19 0,1-1 30 0,-3 2-7 0,1-1-14 16,5 0-4-16,-2 1 3 0,1 0 0 0,-4 0 12 0,-2 2-1 16,2-1-7-16,4 1-20 0,1-3 28 0,-1 4-24 0,3-3 32 15,-2 3-2-15,-1-2-12 0,5-1-9 0,2 1 9 0,1 0-7 16,3 1 19-16,-2-2-1 0,4 1-9 0,7-2-13 0,4 2 22 0,2-1-19 16,3-1 28-16,-5 0-9 0,1 2-8 0,4 0-2 0,1 1 5 15,-1-1 0-15,2 1 17 0,-3-1-4 0,-1 2-9 0,6-2-6 16,-2 1 9-16,2 0-7 0,-1-1 12 0,-6 3-6 0,-6 0-2 15,6 1-9-15,-4 0-1 0,-3 2 0 0,-2 0 3 0,-10 1-1 16,-3 3-2-16,2-1-14 0,0-1 10 0,-5 5-9 0,-2-2 15 16,-4 1-5-16,-2 1-6 0,2-3-8 0,-5 1 4 0,-2 0-3 0,-1 2 18 15,-3-3-5-15,-1-1-3 0,-4 0-16 0,-2 2 14 0,0 1-10 16,0-2 18-16,-2-1-1 0,-4 0-10 0,-1-3-3 0,-5 1 3 16,-4 1-3-16,0 0 9 0,-3-1-2 0,-1-2-3 0,4 0-10 15,-6-1 12-15,-4 0-8 0,-4-1 18 0,-9 0-4 0,1 0-10 0,2 2 2 16,-1-2 4-16,-3 1-2 0,-9 1-4 0,-1-3 3 0,-2 2-2 15,2-1-5-15,1 0 10 0,-4 2-9 0,-5-1 9 0,-6 1-5 16,-3 1-8-16,-2 1-27 0,-2 4 5 0,-2-3-12 0,-2 4-23 0,-3 0-9 16,0 4-22-16,-1 2-61 0,-3 1-23 0,-4 4-6 0,-2 5-137 15,-4 2 188-15,-5 0-12 0</inkml:trace>
  <inkml:trace contextRef="#ctx0" brushRef="#br0" timeOffset="107011.72">6054 12376 299 0,'3'-10'34'0,"4"1"33"0,2 3-63 0,2 0 17 0,0 1-22 0,3-1 51 0,0 1 0 0,1 0-3 0,4 1-11 15,1-1 20-15,2 1-15 0,-1 0 20 0,-5 0-7 0,1 0-17 0,5 1-9 0,2 0 16 0,6-1-15 0,0 0 17 0,-2 0-9 0,4 1-7 0,4 0-8 0,2 1 12 0,3-2-7 0,2 2 11 0,0 2-4 0,-1 0-12 0,3 0-17 16,-4 3 13-16,-1 1-14 0,3 0 10 0,-2-2-2 0,5 5-2 0,3-4-11 15,0 3 7-15,2 0-6 0,0-1 16 0,-1 1-2 0,-2-2-6 16,5 1-16-16,1-2 18 0,1 2-14 0,4-2 23 0,1 1-3 16,-2-1-9-16,7 0-4 0,-4 1 1 0,5-2-1 0,0 1 5 0,-3-1-1 15,7 0-4-15,2-1-11 0,4 0 17 0,2 1-13 0,-1 0 20 16,-4-2-1-16,0 0-7 0,8 0 9 0,2 0-6 0,2 1 6 16,0 2-10-16,-6-3-2 0,1 1 2 0,5 1-12 0,4-2 9 15,-1 2-8-15,-1-1 11 0,-4-1-1 0,0 0-1 0,6-1-11 16,3 1 10-16,1-2-7 0,-2 2 20 0,-1-4-2 0,-1 0-10 0,5 1-5 15,3-2 1-15,-2 3 8 0,1-5 16 0,-4 1-3 0,2-1-7 16,3-2-15-16,-3 3 4 0,2-2-4 0,-6 1 14 0,-4-1-1 16,0 2-3-16,1-1-10 0,-2 3 5 0,-2-2-4 0,-3 2 14 15,-4-1-3-15,0 2-2 0,-1 0 8 0,-3 0-1 0,-2 0 4 0,-2 2 8 16,-3-1-5-16,0-2 0 0,6 3-21 0,-3-2 20 0,-5-1-16 16,5 2 27-16,-9 0-11 0,1-2-15 0,6 1 1 0,-6 1-5 15,2-2 6-15,-1 2 4 0,-6 1-8 0,-2-2 2 0,-3-1-18 16,-4 2 10-16,-3 0-7 0,-2-1 18 0,-5 1-1 0,-2 1-7 0,-1-2-7 15,-6 3 4-15,-3 0-4 0,-4 0 9 0,-3 0-4 0,-2 0-1 16,-2 2-8-16,0-2 6 0,-4 1-6 0,-4 0-6 0,-2-1-9 16,-2 2-13-16,-1-1-17 0,-1 1-10 0,-2 1 2 0,0 3-41 15,-1 1-11-15,-2 3-17 0,0 2-92 0,0 4-19 0,1 2-22 16,1 3 71-16</inkml:trace>
  <inkml:trace contextRef="#ctx0" brushRef="#br0" timeOffset="109796.95">16466 12701 256 0,'0'-20'2'0,"1"8"42"0,2 2-15 0,2 2 5 15,0 2-41-15,1 4 10 0,2-1-10 0,1 0 18 0,0 2 2 0,1 0-3 0,1 0-10 0,1 1 17 0,2 0-11 0,0 0 29 0,2 0-7 0,1 0-16 0,2 0-21 0,1 1 25 0,-6 0-22 0,1 0 21 0,1 1 1 0,4-1-10 0,6 0-9 0,3 1 12 0,-2-1-9 0,-2 0 24 16,0 0 0-16,0 2-10 0,4-2-21 0,1 0 29 0,0 1-25 0,1-1 35 0,-1 0-6 0,1 1-12 0,4-1 5 0,1 0 6 16,-9-1 0-16,2 0 17 0,3 0-6 0,-3 0-7 0,8-1-14 0,-3-2 18 15,-4 2-14-15,3-2 22 0,-1 3-9 0,2-2-15 0,3-1-3 16,2 1 15-16,5 1-8 0,2-1 23 0,-6 0-10 0,5 0-11 0,1 0-7 15,-2 1 3-15,8-2-2 0,-6 0 0 0,1 2-1 0,4-1-6 16,6 2-10-16,2-2 12 0,-2 1-9 0,1 1 15 0,-4-3-3 16,-3 2-6-16,10 0-9 0,-6 0 4 0,4 1-4 0,1 0 5 15,-1 0-3-15,0 0-1 0,3 0-2 0,-4-3 1 0,1 2 0 0,0-2 6 16,1 2 1-16,1 0-6 0,6-1-14 0,-2 0 20 0,0-1-17 16,-3-1 23-16,-4 2-2 0,2-2-10 0,3 1-1 0,5 2 4 15,2-1-2-15,-2 0 10 0,-2 0 0 0,-4-1-2 0,0-1-6 16,3 2 10-16,2 1-9 0,2 1 9 0,-3 0-5 0,0-3-3 0,1 0-8 15,-3 0 12-15,1 3-7 0,-1-2 18 0,0 1 1 0,1 1-12 16,1 0-9-16,0-1 17 0,-2-1-17 0,-2 0 19 0,-1 1-8 16,1 1-5-16,5 2 3 0,-2 1-9 0,5 1 9 0,-3-4-7 15,-3 0 1-15,2 2 2 0,1 2-10 0,3-1 7 0,5 2-8 16,2-2 9-16,-2-3 0 0,-2 3-2 0,4 0-11 0,1 0 11 0,5 1-9 16,1 0 17-16,0-3 2 0,-6 2-11 0,2 0-4 0,2 0 8 15,-1 0-9-15,2 1 4 0,-1 0 1 0,-6-3-1 0,3 1-12 16,-3 0 11-16,3 2-9 0,-2-3 21 0,1 1 1 0,-5 0-12 0,0 0-10 15,-1 0 18-15,-3-2-17 0,3 1 18 0,-3 0-3 0,0 0-5 16,2-1-4-16,-4-1 3 0,2 0 0 0,-2 1 5 0,2-1 0 16,1 1-4-16,5-2-13 0,-4 0 15 0,-2-1-12 0,-3 2 21 15,-1 0 4-15,3-1-5 0,4 2-14 0,1 0 17 0,-2-1-15 16,-2 1 26-16,-5 0-3 0,-1 0-10 0,5 3-22 0,3-1 18 0,2 2-16 16,0-1 20-16,-3 0-2 0,-3 0-9 0,4 1-10 0,3 1 10 15,0-3-7-15,3 4 17 0,-4-4 1 0,-2-1-10 0,2 2-15 16,2-2 18-16,3 2-16 0,-2-1 21 0,2-2-4 0,-3 0-9 15,1 0 3-15,4 0-3 0,-2 2 4 0,-1 0 4 0,-2 0-1 16,1-1 1-16,-1 1-6 0,-3 0 5 0,1-1-4 0,0 1 4 0,-3 0 0 16,0 0-3-16,3-2-6 0,-6 0 10 0,-3 0-5 0,1-1 27 15,-3-3-10-15,1 2-8 0,1-2 0 0,1-3-3 0,-1 2 4 16,-2-1-1-16,-2-1 1 0,-2 2 1 0,7 2-15 0,1-3 13 16,1 3-10-16,2-1 28 0,-5-1-8 0,-2 1-7 0,4 0-15 15,-3 3 12-15,6-2-8 0,1 2 15 0,0-2-5 0,-2 1-10 0,0 0-10 16,-6 0 9-16,0 1-5 0,2 1 21 0,-2-2-5 0,0 1-4 15,8 1-16-15,-5-1 8 0,-2-1-8 0,-3 2 17 0,-6 0-2 16,0 0-4-16,7 0-7 0,-1 0 3 0,-1 0-3 0,-2 0 12 0,-6-1-2 16,-4-1-4-16,0-1-16 0,-6 0 19 0,1 2-14 0,0-1 25 15,2 0-8-15,4 0-14 0,-5-1 0 0,6 1 6 0,-4-2-1 16,1 0 10-16,0 1-6 0,-4 0-5 0,4 1-33 0,4 2-7 16,6 0-6-16,5 2-46 0,3-1-20 0,2 1-18 0,5 1-114 15,-1 2-63-15,3 3-10 0</inkml:trace>
  <inkml:trace contextRef="#ctx0" brushRef="#br0" timeOffset="111206.98">4743 13968 315 0,'-3'-8'33'0,"2"3"-13"0,0 0 20 0,3 3-28 0,-3 1 23 0,0 1-9 0,1 0-15 0,1 0 0 0,0 1 6 0,2-1 1 0,2 0 23 0,-1-2-6 0,-1 1-9 0,-2-1-29 0,4 0 28 0,1 2-26 0,5-2 26 0,1 2-5 0,1 0-10 0,1 2-1 0,1 0-4 0,2 1 5 0,-1-1 14 16,-3 2 1-16,2 0 3 0,0-1-8 0,3 0 18 0,1 3-16 0,2-4 19 0,0 3-4 0,1-1-8 0,4 0-9 0,3 0 9 15,3 1-7-15,2-1 7 0,2 1 2 0,1-3-12 0,-3 1-7 0,6 0 15 16,-1-1-17-16,-1-1 6 0,5-1 2 0,-4 0-2 0,5 0 8 16,2-1 0-16,6-1 4 0,2-2 18 0,-2 1-2 0,-2-3 0 0,2 1-23 15,0-2 12-15,0 0-15 0,4-2 8 0,-2 2-6 0,2 1-8 16,6-1-10-16,-2 1 14 0,-3-2-11 0,-2 3 10 0,-7-3-1 15,-1 1-12-15,5-1-1 0,-4 0 8 0,0 2-9 0,2 1 4 16,-3 2 3-16,-3-2-1 0,-5 1-7 0,-1 1-1 0,-3-3-3 16,-1 5 8-16,-1 1 1 0,-4 0 1 0,-2 0-5 0,-1 1 5 15,-2-1-4-15,-2 0 7 0,-3 0-1 0,-2 0-2 0,1 0-11 0,-2 0 9 16,-1 6-6-16,-2-1 5 0,-1 0 4 0,0 0-9 0,-1 3-5 16,0-3 11-16,-1 1-9 0,0 1 12 0,-3-1-4 0,1-1-3 15,0 1-6-15,0 0-1 0,2 0 0 0,-1 0-17 0,-1-1-6 16,1 1-11-16,-3 0-48 0,1-1 8 0,1 2-22 0,-8 0-38 15,0 0-22-15,-1 0-23 0,1 0-78 0,4 0 140 0</inkml:trace>
  <inkml:trace contextRef="#ctx0" brushRef="#br0" timeOffset="117520.28">30857 14332 481 0,'-3'-12'135'0,"-2"3"174"0,4 1-242 0,-1 3-35 0,1 4-27 0,1 1 0 0,0 1 0 0,-1 4-6 0,1 1-9 0,1 3 11 0,1 3-7 0,3-2 26 0,-1 2 1 0,3 2-6 0,1 2 0 0,1 6 11 0,2 0-8 0,1 1 8 0,3-1-5 16,2 1-7-16,0 1-1 0,5 0-4 0,2 5 5 0,-2 3 4 0,0 0-1 0,-2 1-1 0,-2 1-16 0,-6 4 22 0,2-1-18 16,3-1 29-16,-2-2-3 0,4 1-5 0,-2-1 0 0,-1 2 5 0,-2-1-2 15,0 0 12-15,-2 3-3 0,-1 3-7 0,0 3-19 0,0 4 25 16,-1 0-23-16,-2 0 22 0,-1-2-6 0,0 1-13 0,0-1-8 16,-2 3 14-16,2 0-11 0,-2 2 17 0,0 0-8 0,-1 0-11 0,-1 4-2 15,0-3 2-15,1-3-1 0,-1 0 2 0,1-9-2 0,-1 2-3 16,0-1-5-16,1 3 12 0,-2-1-9 0,0-1 15 0,-1-1 0 15,0-4-11-15,1 3-5 0,-2-5 7 0,0-2-9 0,-2-4 3 16,1-4 4-16,-1-1-3 0,1 0-13 0,-1-4 13 0,-1-1-13 0,1-1 21 16,0 0-9-16,0 0-8 0,-1-1-25 0,2 3-5 0,-1-2-5 15,1-1-34-15,0-4-9 0,0 1-13 0,0-2-76 0,-1-1-50 16,2-2 2-16,-1 0 34 0</inkml:trace>
  <inkml:trace contextRef="#ctx0" brushRef="#br0" timeOffset="119105.41">31380 14950 985 0,'-3'-13'61'0,"0"4"-13"0,-1 4-8 0,3 2-17 0,0 3-24 0,1 0-7 0,-1 0-1 0,1 0 3 0,0 0 14 0,0 0 0 0,0 0 1 0,0 1 3 0,2-1 13 0,-1 0-7 0,2 2 18 16,-2-2 0-16,1 0-3 0,1 0-13 0,0-2 17 0,0 1-14 0,0-2 19 0,2-2-2 0,2 0-15 0,-1-2-20 0,3-2 20 0,0-2-22 0,1 2 22 0,0 0-10 0,1-3-10 0,1-2 5 0,0 2-3 0,0-3 6 0,1 1 6 0,-4-4-4 0,0-3 2 0,-1-2-7 16,-1-2 3-16,-1 0-2 0,-1-3 7 0,-2 1-4 0,1 0-4 0,-3 0-1 0,0 2-4 0,-1 0 4 0,-1-1-1 0,0-1 1 0,-4-3 1 0,2-3-6 0,-3 0 2 0,0-2-3 0,3 1-1 15,-1-4 0-15,0 4-2 0,0-5-7 0,-2 0 7 0,-1 2-5 16,-2 2 13-16,2 3 0 0,-1 3-6 0,2 0-7 0,0 0 13 0,3 0-11 15,-1 0 11-15,0 4-3 0,0 2-5 0,-1 4 5 0,1 1-9 16,-1 6 9-16,2-1 0 0,0 7-2 0,0-1 3 0,2 5-21 16,0 1 15-16,1-1-14 0,0 2 21 0,0 2-7 0,0 0-10 0,2 3 1 15,3 2-1-15,-1 3 5 0,3 1 6 0,1 4 1 0,1 0-2 16,3 0-13-16,2 1 20 0,2 2-16 0,1 0 17 0,-1 1-2 16,2 4-9-16,-1-1-2 0,4 2 2 0,3 0 0 0,-3 0 9 15,0 2-1-15,0 2-2 0,0 3-12 0,0 2 17 0,0-1-14 16,-1 2 12-16,-2-2 1 0,1 0-8 0,0 1-8 0,0-4 8 0,0 1-6 15,0-3 23-15,1-2-4 0,1 1-5 0,4-3-11 16,1 0 9-16,-1-3-5 0,0 1 20 0,-3-3-6 0,-2 1-6 0,-1 2-5 16,3-2 2-16,-5 0-1 0,-1-2 8 0,0-3-5 0,-3-2 0 0,0 0-7 15,-1-2 2-15,0-1-2 0,-3 0 4 0,-2-2 2 16,-1-4-2-16,0 3-15 0,-4-3 17 0,0-1-15 0,-1-1 21 0,-1-1 1 16,0 0-8-16,1 0-2 0,-1 0 9 0,0-1-9 0,-1-1 8 15,-2-1 0-15,-2-3-4 0,-2 0-22 0,-4-2 21 0,-3-1-19 16,-2-1 22-16,-2 0 0 0,-3 0-12 0,-3-2 1 0,-4 1 4 15,-3-2-3-15,-5 0 4 0,-5-1-2 0,0 1-3 0,-6-1-13 0,3 1 11 16,0 0-8-16,-3 1 21 0,-1 3-5 0,-5-2-4 0,-7 2-8 16,-5 0 6-16,-1-2-3 0,4 2 10 0,6 1 1 15,6 1-2-15,-2 1-9 0,-1 1 5 0,0-1-5 0,7 1 7 0,0 1-1 16,2 1-3-16,2 1-6 0,-1-1 11 0,8 3-8 0,7 0 10 16,5 2 5-16,4-1-3 0,4 1-10 0,4-2 3 0,4 2-6 15,2-1 7-15,4 0 2 0,1-1-1 0,0 0-15 0,3 2 19 0,3-2-15 16,6 1 25-16,3 0-6 0,8 0-9 0,5 1-4 0,9 0 1 15,9 1-1-15,4-2 2 0,4 0 1 0,-1-1 1 0,2 0-17 16,1-2 16-16,-1-1-14 0,5 2 17 0,2 0-5 0,2-1-10 0,5 0-3 16,0-5 6-16,-6 1-1 0,-4 0 11 0,-6-6 1 0,-3 1-6 15,1-3-1-15,-1-2 8 0,2-2-6 0,-2 0 4 0,-4-1 3 16,-6-1-4-16,-3-2 0 0,-5-2 3 0,-6-1-2 16,-3 0 0-16,-7 4 5 0,-3-1-5 0,-2 3 16 0,-2 0 7 0,-2 1-3 0,-2 3 3 15,-3 1-3-15,-2 2-5 0,-1 3-14 0,-3 1 5 0,0 2-6 16,-1 2 8-16,0 2-5 0,-1-1-4 0,-1 3-5 0,0 0 2 15,-4 3-1-15,0 2 8 0,-2 2-5 0,-3 4-3 0,0 4-10 16,-1 3 11-16,-1 2-5 0,2 5 24 0,-3-1-5 0,-2 3-5 0,2 4-24 16,-1 1 18-16,1 4-17 0,-4-4 31 0,0 2-7 15,-1-1-7-15,0 1-5 0,1 2 1 0,1-4 1 0,-1 0 17 0,2 0-5 16,0 1-3-16,-2 4-9 0,1 0-1 0,0-1 0 0,1-1 4 16,0-3 0-16,0-3 1 0,1-3-8 0,0-2 12 0,1-4-7 0,-1 0 8 15,2-3 2-15,0 1-12 0,1-3-5 0,1-1 14 0,0-3-12 16,0 2 19-16,-1-4-6 0,2 0-7 0,1-1-3 0,1-2 4 15,2 2 0-15,0-2 5 0,1 0 1 0,0 0-6 0,1-1-6 16,0 0 9-16,1 0-8 0,1-1 7 0,0 0 3 0,2-1-1 16,-2-1-16-16,1-1 13 0,2 0-11 0,2-1 23 0,0 0 0 0,1-2-6 15,0-1-3-15,0-3 4 0,1-1-5 0,1-2 1 0,0-1-4 16,3-1-2-16,-1-2-8 0,3-1 5 0,-2-2-2 0,3-2 17 16,-2-1-5-16,1-3-4 0,0-3-11 0,-2-3 3 0,1-4-3 15,-1 1 10-15,0 2 3 0,-1-5-1 0,0 0-8 0,0-5 4 16,-2 0-7-16,1 1 7 0,-1 3 0 0,1-1-1 0,1-1-7 0,-2-3 10 15,2-4-7-15,0 0 17 0,0-2-3 0,-1 2-7 0,-1-1-9 16,-1-1 9-16,-1 3-8 0,-1 0 20 0,-2 6-5 0,2 3-5 0,0-4-13 16,0 0 12-16,2-4-8 0,0 3 13 0,1 4-1 0,0 1-7 15,0 7 6-15,-1 3-5 0,0 5 5 0,0 4-3 0,0 3 0 16,0 3 3-16,0 3-10 0,0-1 5 0,0 3-5 0,0 1 6 16,-1 1 2-16,1 1-2 0,0 1-14 0,0 0 4 0,0 3-8 15,0 0 12-15,0 5 4 0,0 1-1 0,0 3-7 0,1 3 12 16,1 2-8-16,2 4 14 0,-1 1-5 0,2 4-8 0,3 3-3 15,4-1 8-15,1 6-4 0,5-1 14 0,1-2-2 0,1 3-6 0,3-1-7 16,1 2 9-16,5 3-6 0,-1 3 10 0,0 2-1 0,1 0-5 0,0 3-6 16,3 0 7-16,-1-2-7 0,2-2 5 0,-1-3 5 15,5-4-5-15,7 3-9 0,4-3 13 0,5 0-10 0,-1-2 19 16,-5 0-3-16,-2-1-8 0,0 0-8 0,-3-3 8 0,1 0-5 0,-1-1 13 16,-3-5-1-16,5 0-4 0,1-2-24 0,-5-2 22 0,-2 0-19 15,-6-2 28-15,-8-6 1 0,-1 0-9 0,-4-1-14 0,-3-2 14 16,-4-3-13-16,-2-1 18 0,-3-3-3 0,-5 0-7 0,-1 0 0 15,-1-1 4-15,-1 0-2 0,-1-1 8 0,-4-1-3 0,-5-6-5 0,-7-1-16 16,-8-3 14-16,-5-3-12 0,-6 0 21 0,-9-3 1 0,-5-1-7 16,-4-1-12-16,-2 1 9 0,3 0-9 0,-3 0 15 0,-1 0-4 15,-2-2-2-15,-10 1-11 0,-1 0 12 0,2 2-6 0,1 3 16 16,10 2-2-16,5 0-9 0,-2 4-12 0,2 2 15 0,-1 2-10 0,1 1 22 16,2 4-7-16,4 0-8 0,2 4-11 0,9 1 12 0,5 4-7 15,4 1 16-15,4 2-1 0,3 0-8 0,1 1-12 0,3 1 10 16,3 2-11-16,0 0 15 0,4 2 0 0,4 1-3 0,-1 2-26 15,3-2 11-15,2 2-15 0,1 2-1 0,0 0-6 0,2 3-15 16,1 4-51-16,3-1-6 0,1 3-17 0,3 4-113 0,1 3-62 16,2 7-59-16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50:0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3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8:53:01.680"/>
    </inkml:context>
  </inkml:definitions>
  <inkml:trace contextRef="#ctx0" brushRef="#br0">17755 6885 365 0,'-17'-15'238'0,"1"3"-6"0,4 6-180 0,-1 3-38 0,7 1 19 0,0 1-29 0,2 1 33 0,1 0-7 0,3-2-3 0,0 2-21 0,0 0 2 0,2 2-1 0,2 0 8 0,3-1-2 0,2 5-10 16,2-3-3-16,5 4 10 0,-1-1-10 0,2 1 7 0,2-1-2 0,-3 0-1 0,3 2 0 0,0 0-4 0,0-1 5 0,2 2 3 0,-1-1 0 0,0-2 1 0,1 1-9 0,2 1 4 15,1-2-5-15,3 2 4 0,1-2-2 0,2 2 0 0,2-1-3 0,0 2 3 0,-6 0 1 0,-2 0 19 0,3 0-1 0,0 1-5 0,6-2-17 0,2-3 29 0,-5 0-24 0,2-1 34 0,1 1-4 0,0 3-15 0,4-3-18 16,2 3 17-16,4-2-13 0,3-1 30 0,-7 2-8 0,0-3-10 0,1-1-14 15,-2 0 9-15,3-3-9 0,1 3 13 0,-5-3-4 0,0 0-4 16,2 0-5-16,-1 0 0 0,3-3 1 0,-2 0 9 0,-1 0 1 16,-4-3-1-16,-6 0-6 0,-1 0 8 0,-1-2-9 0,2 0 3 15,1-1 2-15,-1-1-3 0,-2 1-7 0,-1-2 4 0,-1-1-5 0,1 1 12 16,-1-3-1-16,0 1-1 0,2-1-10 0,-1-3 7 0,0-1-7 16,0-2 9-16,-1-2-4 0,-3 1-4 0,1-3 1 0,-4 2 0 0,-8-2 3 15,0 2 10-15,-2 0-3 0,1 1-4 0,4-5-14 0,1 0 13 16,0-2-10-16,-1-2 19 0,-1 0-4 0,-2-1-9 0,1 1-6 15,-1-2 11-15,-1 0-7 0,3 0 13 0,-3 0 0 0,0 0-6 16,-2 0-7-16,2 0 7 0,-1 3-8 0,-1 3 12 0,0 0 1 0,-3 0 0 16,0-2-11-16,-1-3 1 0,-2 1-2 0,-1 0 14 15,0 1-4-15,-1-2 0 0,-2 0-12 0,-2-3 6 0,-2-1-4 0,1 1 15 16,-1 3-6-16,-2 1-6 0,1 4 6 0,-3-1-7 0,-3 1 7 16,0 1-9-16,-2-2 3 0,-1-4 4 0,-2-2-7 0,0-2 8 15,0 0-8-15,-5 1 1 0,5 4-4 0,-5 0-8 0,-6-2 11 16,0 1 0-16,-7 2 6 0,2 2 2 0,3 4-5 0,1 2-2 0,1-3-16 15,1 2 14-15,1-2-11 0,-3 1 22 0,-5-2-4 0,-4 5-9 16,-7-3-12-16,1 4 13 0,-2 2-9 0,-1 4 20 0,3 3-1 16,-2 0-8-16,0 2-12 0,-2 0 16 0,-1 2-12 0,-3 2 16 15,0-1-5-15,-2 2-9 0,-2 1 3 0,1 1 5 0,3-3 0 0,3 2 1 16,3 2 2-16,-2 0-8 0,-5 4-7 0,-2 1 11 16,-1 4-9-16,1 0 14 0,3 2 0 0,2 1-5 0,2 4-17 0,3-1 15 15,3 3-13-15,-1 1 33 0,0 0-10 0,1 6-8 0,2-2-7 16,0 2 2-16,-1 0-1 0,1-1 10 0,1 2-5 0,3 3-3 15,6 6 3-15,1 1 0 0,4 1 3 0,3-1-2 0,1-1 0 0,3-3 0 16,-2 0-7-16,1 0 3 0,1 0-4 0,1-2 9 0,4 1-3 16,1-1-5-16,1 2 2 0,9 2 4 0,-1 3 0 0,2 1 1 15,3 2 1-15,-6-1-5 0,4 1-6 0,1-1 12 0,1-4-9 16,5 1 13-16,-1-4 1 0,2-2-3 0,3 3-17 16,-7-4 12-16,6 2-13 0,1 0 24 0,1 0-5 0,10 1-6 0,1 0-15 15,4 0 17-15,0-3-11 0,0-2 23 0,-1 0-1 0,1 1-10 0,4-1-3 16,0 0 0-16,5-4-2 0,4-3 14 0,4 1-3 0,2-2 3 0,0-1-20 15,-6-1 10-15,-4-2-9 0,1 2 16 0,-1 1-1 0,5-1-6 16,-1-1 11-16,2-3 2 0,0-1 2 0,5 0 1 0,0-1-2 16,4 0-8-16,0 0-18 0,-9 1 20 0,-1-3-17 0,-3 0 23 15,0-2-1-15,5 1-11 0,-3 0-9 0,2-1 5 0,-2 0-6 16,1-1 16-16,-1 1-1 0,1-4-3 0,4 3-14 0,-3 0 11 16,-7 0-11-16,-5-1 11 0,-3 2 4 0,-3-2-4 0,7 0-35 0,-4 0 14 15,-4 0-21-15,-3-1 3 0,-2 3-8 0,0-2-10 0,-1 1-53 16,0 1-2-16,-2 0-15 0,2 0-84 0,-2-4-47 0,3 3-51 0</inkml:trace>
  <inkml:trace contextRef="#ctx0" brushRef="#br0" timeOffset="2930.75">12499 6677 278 0,'-3'-8'22'0,"-1"0"17"0,0 2 4 0,1-1-3 0,2 5 4 0,0-3-3 0,1 2-7 0,-2-1-6 0,2 2-21 0,2 2 12 0,-1 0-11 0,2 0 14 0,0 0-3 0,3-2-12 16,2 2-18-16,1 0 24 0,1 0-21 0,1 0 29 0,0 2-3 0,3 2-10 0,1-2-8 0,1 2 4 0,1 1-2 0,2-1 9 0,-1 1 3 0,1 0-3 0,0 2-18 0,-7-2 30 0,-2 0-26 0,1 3 31 0,0-3-5 15,6 0-15-15,4 2 2 0,-1-1-1 0,-3 0 3 0,3 0 9 16,-4 2-4-16,1-3-2 0,1 2-10 0,-1 2 11 0,1 0-10 0,2 1 9 0,-1 0 0 15,3 0-3-15,-1-1-5 0,1-1 11 0,2 0-7 16,0 1 21-16,1-1-4 0,1 1-8 0,3 0-5 0,-2 2 9 0,-5-1-7 16,-2 4 6-16,1-1-8 0,4 1-8 0,8-3 9 0,-2 0 9 15,-1-5-1-15,0-1 7 0,-2 0-7 0,0-1-14 0,4 3-6 16,1-2 9-16,1 0-8 0,1 0 3 0,3-1-1 0,-1-2-5 0,-5 2 0 16,1-3 9-16,-2-1-6 0,1 2 9 0,1-1 0 0,1-1-10 15,-3 0-5-15,1 0 11 0,-2 0-12 0,2 0 6 0,-1 0 0 16,0 0-2-16,4 1-7 0,1 2 4 0,-2-1-2 0,0 0 14 15,-9-2 1-15,1-3-3 0,5-5-9 0,-2 1 15 0,7-1-12 0,-4-1 14 16,-3 0-7-16,-2 0-9 0,3-1 6 0,-2 0-7 0,0-2 11 16,-1-1 0-16,0 1-1 0,2-3-2 0,1 1-4 0,1-1 9 15,-5 1-7-15,-4 0 1 0,-4 0-1 0,0 0-6 0,4 0-3 16,3 0 8-16,2-3-5 0,-4 2 18 0,-2-1-3 0,-1 0-7 0,-1-2-16 16,-1-4 15-16,0-3-14 0,-1 1 17 0,-2-1 0 0,1 2-6 15,0-1-8-15,-2-1 6 0,1 1-4 0,-1-5 7 0,-4 2 3 16,-1 1-9-16,-1-5-14 0,-2-1 27 0,0 2-22 0,-2 4 25 15,0-3-5-15,-2 4-10 0,-1-3-9 0,-3-2 16 0,0-3-11 0,-4 1 17 16,0-1-1-16,1 2-13 0,-3-2 2 0,-1-3 6 0,0-1-4 16,-3-1 3-16,-1 4-6 0,0 2-2 0,-4-1-7 0,1 4 10 15,-1 1-4-15,-1 1 22 0,0 1-5 0,-1-1-6 0,-3-2-21 16,-3-1 15-16,-1 3-11 0,-4-1 20 0,-1 3 1 0,-1 0-10 0,5-1-15 16,-1-1 11-16,-1 2-11 0,-4-1 26 0,-3 2-1 0,2 3-7 15,0 2-19-15,0 1 18 0,3 1-16 0,-2 3 22 0,1 2-7 16,-3 0-7-16,-4 2 4 0,-3-2-4 0,3 1 6 0,-2 2-2 15,0 0-2-15,-2 4 3 0,-4 0-4 0,1 2 4 0,3 1-3 16,0 2 1-16,2 1 5 0,-5 1 2 0,-4 1-11 0,-1 1 4 16,0 0-7-16,3-1 5 0,0 3 6 0,3 0 1 0,-2 0-20 15,3 3 24-15,1 0-22 0,-1 0 25 0,1 0-2 0,-2 0-7 16,1 0-15-16,0 3 13 0,3-2-9 0,0 1 20 0,1 2-2 16,4 3-10-16,0 0-15 0,2 3 19 0,4 4-15 0,-2 2 21 0,4 3-3 15,-1 1-6-15,-3 2-4 0,0 2-2 0,-2-1 4 0,5 3 6 0,0-6-3 16,-2 2 1-16,0 1-9 0,-2-2 8 0,3-1-6 15,5 0 11-15,3 2-4 0,1 1-5 0,2 3 2 0,2 2-2 0,2 0 4 16,4 1 11-16,2-2-6 0,1-2-1 0,0 1-5 0,3-1 0 16,0-1 0-16,2 2 4 0,2-6-3 0,0 3-3 0,1 0-11 15,0 3 13-15,1-1-8 0,2-1 25 0,3-2-7 0,1-1-8 0,0-2-16 16,3-1 17-16,3 0-11 0,1-2 24 0,2-1-8 0,3 0-12 16,4 2 6-16,1-1 0 0,2-1 5 0,3 2 2 0,4-1-3 15,3-3-3-15,3-3-7 0,-5-2 10 0,0-2-6 0,-2-1 14 16,1-1-4-16,4-3-8 0,2 4-16 0,0 2 10 0,0 3-8 0,2 0 23 15,0-2 2-15,3-6-4 0,3-2-11 0,-7-2 8 0,-2 0-11 16,-1 0 5-16,-2-1-1 0,2 1-2 0,0-1-38 0,-3 2 1 16,-2-1-11-16,1 1-20 0,-1 0-13 0,3-1-17 0,2 0-98 15,5-1-27-15,-1 2-16 0,-5-2 66 0</inkml:trace>
  <inkml:trace contextRef="#ctx0" brushRef="#br0" timeOffset="5022.67">13722 6894 364 0,'-5'0'67'15,"1"0"82"-15,1 2-122 0,1 3-13 0,-1 2-16 0,1 5 7 0,1-1 1 0,-1 2-4 0,0 1 4 0,-1 2 15 0,1 0-5 0,0 5 28 0,-2 0-3 0,-1 1-11 0,5 3-6 0,-1 0 16 0,0 1-14 0,-2 1 10 0,-4-4-7 16,-1-2-8-16,0 1-13 0,0-1 3 0,2 2-4 0,2 1 1 0,0-1 0 0,3-1-6 0,0-3-4 0,1-2 9 0,2-2-8 0,0-2 2 0,2 1 3 0,-1-2-3 0,1-2-10 0,-1 1 1 0,-1-2-7 0,0 0-17 0,-1-2-5 0,-1-2-10 0,0-1-40 0,0-2 13 0,0-1-20 0,-1 1 2 0,-2-2-2 0,1 0-7 0</inkml:trace>
  <inkml:trace contextRef="#ctx0" brushRef="#br0" timeOffset="5299.78">13483 6824 672 0,'0'-9'85'0,"-3"-1"-80"0,-1-1-29 0,3 4 33 16,0 3 27-16,0 0-25 0,1 1 30 0,1 2-8 15,0-1-6-15,3-1-4 0,0 0-2 0,2 0 2 0,0-1 4 0,3 1-2 16,-1-1-1-16,4 1-15 0,1 1 15 0,2-2-16 0,1 3 13 16,2-1-7-16,3 2-6 0,-1-3-6 0,0 2 7 0,-1 1-3 15,-2-2 15-15,-6 2-7 0,-1 0-11 0,0 0-11 0,1 0 12 0,5 0-10 16,1 0 14-16,-1 0-3 0,-1 0-5 0,-1 0-7 15,1 0 1-15,-3 0 0 0,0 0 18 0,1 2-4 0,-2-2-1 0,1 0-19 16,2 2 9-16,-1 0-12 0,2-1-7 0,0 1-14 0,0 1-13 16,1 0-49-16,0-1-12 0,-1 3-2 0,1-1-46 0,-1 2 1 0,-2 0-12 15</inkml:trace>
  <inkml:trace contextRef="#ctx0" brushRef="#br0" timeOffset="5508.59">13803 7154 726 0,'-10'-2'-23'0,"4"-1"60"0,2 3-13 0,-1 0-9 0,2 1-17 15,1-1 9-15,1 2-7 0,1-2 22 0,0 0 8 0,0 0 3 0,1 0-6 16,1-2 5-16,3 1-9 0,0-2 2 0,1 0-1 0,-1 0-2 0,2-2-23 16,1 0 18-16,2-2-19 0,2 0 11 0,2 2-2 15,-1-2-7-15,3 1-7 0,2 2-1 0,2-1 1 0,3 1 11 0,1-1-2 16,3 1-2-16,5 0-37 0,4 0 0 0,3-1-15 0,3 1-56 15,-6 1-16-15,4-1-20 0</inkml:trace>
  <inkml:trace contextRef="#ctx0" brushRef="#br0" timeOffset="10966.33">23191 5761 288 0,'-8'-13'30'0,"-4"1"26"0,-1-1-27 0,3 1 5 0,0 3-12 0,1 0 9 0,0 3-4 0,2 0-6 16,4 2 5-16,-1-1 2 0,0 1 1 0,1-1-1 0,-5 1 0 0,1 0-9 0,-1 1-5 0,3 2 8 0,-3 1-11 0,2 0-1 0,0 1-9 0,-1 3-5 0,1 1 0 0,-1-1 4 0,2 3 5 0,-1 0 32 0,1 1-8 0,0 0-5 0,-1-1-17 0,2 2 27 0,0-1-21 0,-1 0 35 16,3-1-7-16,1 0-14 0,0 0-4 0,1 0 1 0,0 0 0 15,0 1 8-15,0 0-5 0,1 0-3 0,0 2-10 0,0 0 10 16,-1 2-9-16,0 2 8 0,0 0-2 0,0 2-5 0,-1 2-11 0,-1 0 9 16,-1 1-7-16,1 1 20 0,-1-2-6 0,0 1-7 0,1 0-19 15,-1-1 18-15,1 1-15 0,-1-1 17 0,1-3-5 0,1-1-9 0,0 2-3 16,1-1 3-16,0 4 0 0,1 1 17 0,1-3-5 0,0 3-8 15,1-1-14-15,-2-1 19 0,1 0-13 0,-1 1 26 0,1-1-5 16,0 2-12-16,1 2-19 0,-1 0 17 0,2 1-13 0,-1 0 27 16,-1-1-1-16,0-2-12 0,0-1-5 0,-2 2 5 0,0-2-6 15,0 3 5-15,0-2-2 0,-2-2 0 0,1 1 4 0,-1-1-10 0,0 2 9 16,0-1-3-16,-1-1 0 0,1 0 4 0,1-2-17 0,-1 0 15 16,-1-2-13-16,1 0 17 0,1-1 0 0,-1 1-6 0,1 0-6 15,0 1 4-15,-2-1-4 0,2 2 7 0,1-1 3 0,-1 0-6 16,0 3-2-16,1-1 8 0,-1 0-10 0,0 0 6 0,1-4-2 0,0 1 2 15,2-2-9-15,0-1 7 0,0 0-4 0,2-1 13 0,0-1 2 16,1 0-8-16,3 0-3 0,0 0 9 0,0 1-9 0,3-1 5 16,0 0-2-16,1-5-1 0,5 1-15 0,0 0 13 0,1 0-10 15,0 4 24-15,-7-3 0 0,3 2-10 0,-1 0-3 0,4-1 6 16,5 0-7-16,1-2 7 0,0 1-5 0,-1-2-2 0,-1 1-3 0,1-2 6 16,1 1-2-16,-1 0 12 0,0-3 1 0,2 1-9 0,2 2-8 15,2-1 12-15,4 1-11 0,1 0 6 0,3-2 0 0,1 2-5 0,-4-1-5 16,2-2 7-16,1 1-3 0,1 1 16 0,3-1-5 0,0-2-3 15,-1 0-17-15,2 3 12 0,4-2-9 0,5 3 22 0,2-3-6 16,1 3-10-16,1-1-9 0,-2-2 15 0,-2-1-9 0,1 0 14 16,-2 1 2-16,2 1-11 0,7 2-12 0,5-1 16 0,1 0-14 15,-2 1 20-15,-5 0-3 0,-6-3-7 0,1 1-1 0,2 2-4 16,0-1 4-16,2 2 1 0,1-1 5 0,-1 1 1 0,-2-1-12 16,-3 0 18-16,-4-1-16 0,1 3 16 0,-2-3-4 0,-3 4-8 0,8-2-2 15,1 1 2-15,4-2 0 0,-1 3 5 0,-6-5 5 0,-2 2-3 16,1-1-17-16,-2-1 17 0,3 1-17 0,-1-1 19 0,1-1-3 0,7 2-5 15,2 0-6-15,-5-1 3 0,2-1-1 0,-5 1 12 0,-2-1 0 16,4-1-5-16,-2 1-11 0,0 1 15 0,2-1-13 0,5 0 18 16,-4 0-5-16,-8-1-7 0,4 0-1 0,-6 0 3 0,-3 0 0 15,4 0 0-15,-8-2 4 0,-2-1-5 0,-2 1-13 0,3 0 18 16,-1 0-15-16,2-2 27 0,0 1-7 0,-3 1-8 0,0-3-1 16,-12 1 4-16,-2-1-1 0,-2 0 8 0,2 0-3 0,4-1-6 0,-1 1-7 15,0-2 11-15,-6 2-8 0,-1-1 20 0,-1-1-11 0,-2 0-10 16,-1 0 3-16,1 0 2 0,0 0 2 0,-2-2-2 0,-1 1 4 15,0-1-6-15,1-3-8 0,-2 2 15 0,1-4-14 0,-1 1 10 16,-2-2 4-16,1 1-4 0,0-3-4 0,0-1-1 0,-2 0-1 0,2 0 7 16,-1 2-3-16,0-2 1 0,1-1-19 0,1-2 16 0,0-3-13 15,0 0 24-15,-2-2-6 0,2-1-7 0,0-1-2 16,-2 1 4-16,0 1-1 0,1 2 2 0,1 0-1 0,2-1-5 0,-1-1-3 16,1-6 7-16,0-2-5 0,-2-2 8 0,0 2-1 0,-2 1-2 0,-1-3-14 15,-1 1 13-15,-3-5-10 0,-1 2 24 0,-3 2-4 0,0 4-8 16,-1 0-6-16,-3 3 5 0,-1 1-3 0,-1-4 8 0,-1 0-6 15,-1-2-8-15,-1 1 6 0,0-2 2 0,0 3 2 0,-1-1 0 16,1-1 0-16,-1 0-3 0,0 1-12 0,2 0 17 0,1 3-12 16,0 1 20-16,1 3-3 0,1 1-9 0,1-2 1 0,0-1-1 15,1-2 0-15,0 1 2 0,1 1-2 0,0 2 2 0,-1-1-15 0,2 1 9 16,-2 2-6-16,2-1 22 0,-2 1-7 0,2 3-9 0,-3-1-7 16,-1 3 12-16,0 2-6 0,0 3 15 0,-1 1-1 0,-1 2-9 0,0 0-15 15,-2 2 13-15,-3 1-11 0,1 0 18 0,-4 1-2 0,-3 1-6 16,-2 0-1-16,-1-2 4 0,0 2-1 0,1 0-2 0,0 0 2 15,-3 1-4-15,-5-1-10 0,-5-2 19 0,2 3-13 0,0 1 22 16,1 1-9-16,2-1-10 0,-5 3 5 0,-2-1-4 0,-5 2 6 16,-4 0 0-16,-2 0-1 0,-1 0 0 0,-4 0-10 0,0 0 14 15,2 0-10-15,-3 1 15 0,3 3-4 0,-2 0-9 0,-8-1 1 16,1 1 5-16,-8-1-2 0,1-1 5 0,2 1-2 0,0 0-3 0,-2 2-3 16,-3 0 4-16,-7 0-2 0,-1-3 3 0,3 2-2 0,1 0-4 15,2 0-7-15,-4 1 11 0,-3-1-4 0,0 0 14 0,3-2-1 16,4 0-12-16,0-1-10 0,1 1 19 0,-2 1-14 0,-3 0 20 0,1-3-3 15,3 0-10-15,2 0 1 0,4 1-2 0,3 0 2 0,-3 2 1 16,1-2 0-16,0 0 4 0,-3-1-13 0,6 0 9 0,2 0-7 16,3 0 13-16,8 3-5 0,-3-1-8 0,-2 2-4 0,6 0 9 15,-1 0-5-15,3 0-1 0,7 1-3 0,1 0-16 0,3 1-41 16,8 1 17-16,4 0-25 0,4 2-10 0,4 2-11 0,4-1-19 0,1 1-90 16,2 3-11-16,3 2-25 0,2 1 77 0</inkml:trace>
  <inkml:trace contextRef="#ctx0" brushRef="#br0" timeOffset="18386.55">10613 6867 204 0,'-2'0'-18'0,"-2"0"-42"0,3 0 47 0,1 2 13 0,0 1 0 0,0 3 6 0,2-1-6 0,0 0-5 0,1 3 5 0,0-3 2 0,2-2 5 0,0 3 16 0,2-3-4 0,0 1-1 0,3 0-26 0,-1 0 26 0,1 0-20 0,0 0 36 15,1-1-13-15,-4 3-15 0,-1-1-6 0,2 1 10 0,-2 1-3 0,9 1 21 0,0 1 7 0,0 0-7 0,3 3 4 0,0-1 15 0,0 2-16 16,1-1 5-16,0-2-2 0,2-2-7 0,1 3-6 0,-1-4-1 0,4 4 0 0,0 1 10 0,-2-3-7 0,3 2-4 0,2-1-15 0,0 1 4 0,6-2-5 0,-1 0 3 0,-1-4-1 0,-3 1-1 0,-1 0-10 0,2-2 9 0,0 1-4 16,4-5 31-16,-2 0 0 0,1 0-5 0,0-1-9 0,3 0 10 0,1-2-11 0,2-1 6 15,0 4-6-15,4-3-3 0,-1-1-7 0,-1-1 0 0,-2-2 2 0,-1-2 2 0,-2 2 2 16,2-5-8-16,2 2-13 0,-3-3 24 0,1 0-22 15,0 0 20-15,0 1-4 0,3 0-8 0,-1-2-3 0,-3 0 4 16,-8 0-1-16,-1-4 10 0,-2 0-2 0,0 0-7 0,5-4-3 0,-1-2 9 16,-3-3-7-16,-4-2 11 0,1 1-1 0,-2-1-2 0,4 1-10 15,0-3 3-15,-1 1-2 0,-3-5 4 0,-1 1 6 0,1-5-4 16,-3 0-14-16,0-1 21 0,-1-1-19 0,-2 2 22 0,-2 0-7 16,-4-1-10-16,-3 2 2 0,0 2 3 0,-4 3 1 0,0-2 4 15,-1 0 2-15,-2-3-9 0,0-6-18 0,-3 5 23 0,1-3-21 0,0 1 27 16,-2 1-2-16,0-1-9 0,-2 1-13 0,1 4 14 0,-2 3-10 15,0 2 22-15,-1 1 0 0,-1-2-8 0,0-4-16 0,-1 0 17 16,0 0-15-16,-1 0 16 0,-1 3-2 0,-3 1-9 0,-1-3-8 16,-1 2 9-16,0 2-7 0,-1 2 17 0,-3 5-1 0,1 2-6 15,-2 0-17-15,-1 2 10 0,1-1-13 0,-4 2 8 0,1 1-4 0,-6-2-5 16,-4-1-11-16,-1 1 14 0,0 0-7 0,1 2 28 0,-3 6-1 16,-2 3-11-16,-9 0-3 0,3 4 12 0,0-2-10 0,0 3 9 0,-1 4-1 15,-3 2-4-15,-4 1 3 0,-4 5-1 0,-2 2 3 0,-2 1 0 16,4 1 4-16,-2 9-1 0,-3 3-16 0,-1 6 21 0,-4 0-19 15,-1-1 23-15,3 0-8 0,0 0-6 0,2 9-8 0,0 3 6 16,1 3 1-16,1 4 20 0,3-2 0 0,1-1-9 0,0-1-5 0,3 0 10 16,3-1-12-16,2-3 10 0,7 1-1 0,3 3 0 0,2 3-4 15,4 4 8-15,2 0-5 0,5 2 16 0,4-7-2 0,3-1-10 16,7-2-19-16,3-2 21 0,6-2-20 0,4-2 23 0,-2-1-8 16,6 1-11-16,3 3 3 0,3-5-8 0,-1 1 11 0,2-2 2 0,5-4-5 15,5 1 0-15,9-2-22 0,3 0 20 0,2-1-18 0,1-1 29 16,2-2-7-16,4-2-8 0,9 2-46 0,8-4 6 0,3 1-16 15,1-1-34-15,1-2-24 0,-2-3-30 0</inkml:trace>
  <inkml:trace contextRef="#ctx0" brushRef="#br0" timeOffset="19177.83">17084 7411 294 0,'17'-10'-4'0,"3"0"3"0,0 2 22 0,-5 1-6 0,-4 0 36 0,0 0 0 0,0-2-6 0,6 0-1 0,6 0 8 0,3-3-11 0,1 1-9 0,-3-2-4 0,-3 3-2 16,3-3-12-16,-2 1 5 0,-1-1-3 0,2 1 21 0,-2 0-6 15,-1-1-3-15,3-1-10 0,1-1 16 0,3-4-12 0,0-3 13 0,3-4-5 0,-1-2-12 0,-3-3-4 16,-6 3 1-16,-3-1-2 0,-1-1 3 0,-1 1 0 0,5-4-2 0,1-2-19 0,-6-1 19 0,-1 0-19 0,-3 2 17 0,-3 4-4 0,-3-4-8 0,-1-3-7 0,-3-6 8 0,-1 0-4 0,0-5 17 16,-3 1-1-16,-1-3-6 0,1-4-21 0,-3 2 23 0,-3 2-20 0,0 3 23 0,-5-2-1 0,-3-1-11 0,-3-4-10 0,-3-3 16 0,1 0-11 0,4 1 17 0,0 4 4 15,-5 3-14-15,-5 3-10 0,-8 2 19 0,-2 1-19 0,1-2 13 0,4 5-2 16,-1 2-6-16,-1 2 3 0,-3 4 3 0,-3 1 0 0,-4 3 0 16,0 5 0-16,5 3-3 0,-8 4-8 0,-2 5 8 0,1 0-7 15,-7 5 7-15,10 2 0 0,2 3-4 0,-2 2-15 0,-2 4 13 0,-2 2-8 16,0 3 22-16,-3 1 1 0,0 7-10 0,-2 4-26 0,-1 4 28 15,6 2-24-15,2 3 37 0,2-1-7 0,-1 5-9 0,-1-1-13 16,2 2 8-16,-5 1-3 0,3-1 22 0,1 4-1 0,-3 0-7 16,6 7-7-16,5 6 6 0,1 2-5 0,3 2 7 0,1-6-1 0,3-2-3 15,-2 0 1-15,4-6 1 0,3 1 2 0,8-2 5 0,7-4-1 16,1 2-5-16,5 2 0 0,-3-5 6 0,2 1-4 0,4-4 1 16,3-2-3-16,5-2-4 0,4 0-8 0,2-1 8 0,4-3-4 15,-6 3 16-15,2-6-2 0,3-2-8 0,5 1-14 0,9 0 24 0,3-2-20 16,-1 2 21-16,-2 0-3 0,2-2-11 0,5 0 1 0,2 0-1 15,4-1 2-15,9-2 5 0,-2-3-3 0,4-2-1 0,-1-1-14 16,-2-2 17-16,0-1-14 0,2-1 6 0,2-4-18 0,5 0-20 0,12-1-58 16,4-1-21-16,0-1-6 0,2-1-111 0,-4-4 138 15,3 0-15-15</inkml:trace>
  <inkml:trace contextRef="#ctx0" brushRef="#br0" timeOffset="19960.78">21944 7281 827 0,'51'-39'149'0,"17"-2"-202"0,-43 27 102 0,-2 3-18 0,0-3-13 0,2 0-2 0,3-3 0 0,1 0 3 0,5-1 4 0,-2 1-1 0,-2 0-7 0,1 0-11 0,1 1 18 0,0-4-17 0,4 1 17 16,0-3-1-16,3 1-4 0,5-6 4 0,-4-4-2 0,-4 0 3 0,0-1-2 0,-3 3 3 0,-2 1 1 0,2-2-15 0,-6-3 19 0,-4-2-19 0,-2-3 19 0,-3 0-5 0,-3-2-8 0,0-2-6 0,-3-2-1 0,-3-2-1 16,-2-3-2-16,-4 3 2 0,0 2-2 0,-3-3-13 0,-3 1 23 0,-1-2-19 0,-3-3 28 0,-1-3-5 0,-2-1-14 15,-1-4-7-15,-4-1 3 0,-1 5-1 0,-6 1 6 16,-1 5 2-16,-5-2-4 0,-8-3-18 0,-4 0 19 0,-2 1-16 0,2 1 23 16,-2 5-7-16,-6 4-8 0,-1 5-10 0,-7 6 6 0,2 3-2 15,-2 5 17-15,-4 2-1 0,-6 1-6 0,-8 3-10 0,-5 1 9 16,2 4-10-16,-2 5 11 0,0 4 2 0,-1 4-2 0,-8 5-14 15,0 2 10-15,3 6-9 0,2 3 25 0,5 3-4 0,-1 3-8 0,-6 1-9 16,0 0 9-16,6 4-7 0,2 4 11 0,9 5 2 0,4 6-4 0,1 7-11 16,3 1 5-16,4 3-7 0,5-5 17 0,5-2 1 0,5 0-4 15,8-1-21-15,3 3 23 0,7 3-19 0,4 3 31 0,4-1-5 16,5 1-9-16,4-1-9 0,4-3 11 0,4-2-6 0,5-5 25 16,3-4-4-16,5 2-8 0,0 2-19 0,6 3 19 0,2 1-16 15,5 1 23-15,5-6-3 0,7 0-9 0,8-3 0 0,4-1-6 16,0-2 5-16,3-4 3 0,-2-3-2 0,0-3 5 0,8 0-14 0,4-2 11 15,6 2-10-15,0-1 19 0,-1-2-6 0,-4-2-9 0,-2-1 0 16,-2-3 8-16,-1-3-5 0,2-1 5 0,-1-3-3 0,0 0-9 16,-3-2 0-16,-4 0 3 0,-5-2-3 0,-4 0 6 0,-5-2-6 0,0 3-6 15,-2-2-2-15,1 1-2 0,1 2 0 0,2 0-29 16,-5 0-10-16,-1 1-15 0,-6 0-28 0,-2 0-4 0,1 4-8 0,-2 0-52 16,1 4-36-16,-4-1-29 0</inkml:trace>
  <inkml:trace contextRef="#ctx0" brushRef="#br0" timeOffset="24747.23">25953 933 671 0,'-1'-5'209'0,"-1"1"313"0,0 4-423 0,-1 2-99 0,1 2-7 0,-1 1 6 0,-1 2-1 0,1 0 2 0,0 0-3 0,1 1 14 0,-2-1-5 0,1 0 48 0,-2 1-6 0,1 2-5 0,-1 3-23 0,0 4 2 0,0 4-9 0,1 5-6 0,-1 3-3 0,2 7-1 15,1 4 2-15,0 2 15 0,1 0-6 0,0 1 27 0,1-5-6 0,-1 1-8 0,1 0-11 16,-1 3 5-16,1 5-6 0,-1 2 3 0,0-1 9 0,1 0 2 0,0 4-20 15,0 1 11-15,1 0-15 0,0-2 10 0,0-3 0 0,1 0-2 16,2 6-18-16,-1 7 16 0,0 9-17 0,0-3 18 0,-2-3-3 16,2-7-6-16,1-4-2 0,-2 6 5 0,-1 7-1 0,-1 4 14 0,-1-2 4 15,0-5-1-15,-3-3-13 0,2-9 7 0,-2 4-12 0,-2 1-3 16,-1-1 3-16,2 2 1 0,-1 0-10 0,1-2 10 0,3-5-9 16,0-2 16-16,0-9-2 0,1 0-9 0,0 1-1 0,-1 1 3 0,0 6-3 15,0 3 2-15,0-2 4 0,-1-1-2 0,3-4-10 0,0-3 8 16,2-3-7-16,-2-1 14 0,0-2-4 0,1-3-4 0,-1 1-3 15,0 0 3-15,0 3-1 0,1-2 3 0,1 0-1 0,0-1-4 0,2 0-2 16,0 1 8-16,-1-1-4 0,2 1 6 0,1-4-2 16,1-3-6-16,4-3 2 0,4-4 6 0,4-3-1 0,6-1 10 0,4-5-3 15,8 0-4-15,6-2-7 0,1-2 13 0,4-2-9 0,0 0 18 16,3-4-6-16,6 0-5 0,4 0-13 0,10 0 10 0,4-3-8 16,6 1 19-16,-2-1-3 0,0-1-6 0,2 0 0 0,5 3 2 0,6-3-3 15,0 0 1-15,-3-1-1 0,-3 1 0 0,1-1-11 16,9 2 12-16,1-3-10 0,2 0 23 0,-5 0 0 0,-3 0-6 0,7 4-16 15,-1 2 15-15,0-1-13 0,0-1 42 0,-2-1-9 0,6-3 1 16,9 1-30-16,1 1 3 0,-4 1-7 0,0-1 10 0,-6 1-4 16,2-1-3-16,1 2-7 0,-4-1 0 0,-5-2 0 0,-1 1 6 15,-5-1 0-15,-2 3-1 0,-5 0-7 0,-11 2 2 0,-5 3-3 16,-6-1 0-16,-4 4 2 0,-1-4 0 0,-3-1-2 0,-4 3 0 0,-5-1-3 16,-7-1-14-16,-5 3-5 0,-6-3-5 0,-5-1-30 0,-3 2-10 15,-2-3-3-15,-4 2-44 0,-2-2-10 0,-3 0-12 0,-2 0-84 16,-1-4-64-16,1 2 5 0,-1-2 37 0</inkml:trace>
  <inkml:trace contextRef="#ctx0" brushRef="#br0" timeOffset="26479.83">26067 2475 120 0,'-23'-13'-27'0,"10"7"87"0,2 3-16 16,0-1-8-16,2 2-19 0,2 0 30 0,-2 2-20 0,1 0 47 0,0 0-8 0,2-1-12 0,1 1-4 0,1 0 16 0,1 1-9 0,0-1 12 0,0 0-6 0,1 2-21 0,0-1-24 0,0 0 17 0,2 1-21 0,-2-1 11 0,2 0-9 0,2 2-9 0,0-2 0 0,1 1 11 0,2 2 0 0,-1-1 29 0,4 1-7 0,1 0-10 0,2-1-10 16,2 1 21-16,2 0-16 0,2 0 27 0,3 0-8 0,4 0-10 15,0-1-17-15,-3 1 7 0,2 1-7 0,3-1 18 0,1-1-4 16,6-1-3-16,-3 0-3 0,3-1 2 0,0 0-4 0,3 0-7 0,1 1-3 15,3-1 0-15,8 2 0 0,3-2-7 0,-3 4 7 0,3 0-1 16,-3 2-4-16,-1-2 0 0,8-2 3 0,1 3 5 0,3-3 0 16,10 5 10-16,-3-1-6 0,2 3-4 0,-1 3-23 0,-4 1 16 15,2 1-11-15,3 0 46 0,7-1-2 0,3 1-2 0,5-6-23 16,-1 1 1-16,-4 1-9 0,-4 5-6 0,-1 2 0 0,2-1 1 0,5 0-12 16,5-5 10-16,-3-3-8 0,-2-2 16 0,-5 1 0 0,3-2-5 15,0 1-7-15,3-2 6 0,-3-1-7 0,-5 1 5 0,-6-3 0 16,-2 4-2-16,71 2 14 0,-134-6-2 0,136 0-10 15,-76 0 0-15,0-1 2 0,-4 1-9 0,2 2 20 0,1-1-14 16,-3 1 27-16,-1-2-5 0,-1 0-13 0,-2 0-17 16,3 1 17-16,-7-2-14 0,-4 2 21 0,-1-1-5 0,3 2-11 0,3-2-5 15,-5 1 3-15,1 0-3 0,-7-1 6 0,-3 1-2 0,0-1 0 0,-2-2-1 16,1 2-2-16,-3-2 2 0,-1 1-3 0,-3 0-14 0,-1 0-9 0,0-1-40 16,2 2-17-16,-3 0 0 0,-3 0-73 0,-1-1-30 15,-7 3-25-15,-5-2-150 0,-2 5 207 0</inkml:trace>
  <inkml:trace contextRef="#ctx0" brushRef="#br0" timeOffset="30629.98">27442 1221 217 0,'8'26'565'0,"-17"-12"-300"0,-12 12 374 0,-15 11-478 0,-15 6-134 0,-14 11-27 0,-12 6 20 0,-5 9-8 0,-6 6-5 0,-4 2-10 0,1-6 14 16,-5-11-9-16,-1-3 29 0,5-3-7 0,-1-2-10 0,2 15-21 0,-1 6 12 0,0 1-12 0,2-2 17 0,9-11-2 0,8-12-8 0,9-5-1 0,12-5 16 0,12-3-8 0,12-6 42 0,12-7-8 16,8-7-4-16,10-5-3 0,10-3 2 0,8-5 1 0,11-7 7 0,14-7-4 0,18-8-4 0,17-10-23 0,15-6 10 0,12-3-12 0,6-1 4 0,9 4-5 0,5-3-10 0,11 0-7 0,9-3 8 0,0-2-5 0,0 2 17 0,-2 6-4 15,-7 6-6-15,-3 7-8 0,-7 5 5 0,-14 7-4 0,-11 9 6 0,-23 6 0 0,-14 10-4 0,-23 7-8 0,-14 11 10 0,-16 4-6 0,-14 7 16 0,-9 5-1 0,-13 0-7 0,-9 12-3 0,-11 5 2 16,-8 10-2-16,-7 8 5 0,-4 1-19 0,-7 0-9 0,-8 6-11 0,-5 0 3 0,-3 3 7 0,2-5 35 0,5-9-1 0,4-9-4 0,2-5-6 0,11-6 4 0,9-8-5 0,22-8 1 0,20-11 3 0,12-7-1 0,13-7 22 0,16-6 1 16,15-2 2-16,14-7-10 0,22-5-1 0,16-9-5 0,18-15 5 15,15-8 4-15,16-9-3 0,5-3-5 0,3 1-2 16,0 5-5-16,3 0-10 0,-6-2 8 0,-8-1-7 0,-10-1 15 0,-21 4-4 0,-16 7-3 15,-14 9-16-15,-22 12 9 0,-22 7-8 0,-17 8 13 0,-22 7 6 16,-13 10-5-16,-24 7 14 0,-16 9 12 0,-14 4-7 0,-10 2 9 16,-2 4-6-16,-3 0-10 0,-9 7-15 0,-1 7 19 0,0 4-13 0,2 2 51 15,8 0 1-15,2-5-2 0,1 6-5 0,7 5 1 0,5 3-5 16,12 3-15-16,20-6-6 0,9-6-6 0,17-9-9 0,17-6-1 16,15-2-3-16,16-3-2 0,16-4 0 0,13 2 1 0,15 1-19 0,17 2 9 15,10-5-11-15,8-4 16 0,8-11-10 0,8-6-8 0,15-3-67 16,6-1-11-16,4 0-14 0,-2 0-89 0,-6-2-78 0,-4 1-53 0</inkml:trace>
  <inkml:trace contextRef="#ctx0" brushRef="#br0" timeOffset="31389.25">28804 6045 855 0,'-14'-20'306'0,"2"-1"451"0,0 7-613 0,3 4-134 0,1 2-14 0,2 5 5 0,1 0 1 0,2 2-5 0,-1 1-6 0,3 0 15 0,1 0-8 0,0 4 40 0,0-1-2 0,1 6-3 15,3 5-21-15,-1 6 7 0,1 5-11 0,0 7 5 0,1 3-5 0,0 5-4 0,2 4-9 0,1 1 9 0,-3 5-5 0,2 5 21 0,0 5-2 0,0 8-8 0,0 6-21 0,2-1 20 0,-2-1-16 0,-1-4 28 0,-3-1-6 0,-1 0-10 16,-2 9-10-16,-1 2 7 0,-2-4-4 0,-3-3 11 0,1-9-5 0,-2-3-7 0,0 1 3 0,2 3 10 0,-2-1-3 0,-1-2 10 0,0-1-3 0,0-6-10 0,-2 4-6 0,-1 0 7 0,-3 0-6 0,0 5 13 16,0-3 3-16,2-4-1 0,3 2 0 0,1-9 6 0,0-3-5 0,2-1 0 0,-1-6-4 0,0 1-7 0,4 0-4 0,1 1 0 0,2 0 0 0,5 3 8 0,5-2-2 0,-1 3-1 0,2 2-13 15,-3-3 9-15,2-4-7 0,4-3 23 0,0-7 0 0,6-3-1 0,4-1 0 16,4-6 8-16,5-1-5 0,5-5 13 0,1-1-5 15,6-2-6-15,2 1-20 0,1 1 10 0,4 2-9 0,3 0 24 0,4-1-3 16,6 1-3-16,7-3-9 0,8-2 10 0,3-3-9 0,4-6 7 16,-3-7-4-16,-2-2-6 0,6-1-11 0,-1-2 4 0,-4 3-5 15,-1 1 9-15,-8-1-2 0,-5 0-2 0,2 0-8 0,-1 0 8 16,0 1-5-16,-8 0 10 0,0 1-3 0,-6-1-5 0,2 0-5 0,5 1 2 16,-5-1-3-16,-1 2 0 0,-2-2-5 0,-2 1-2 0,-2-2-28 15,3 3 2-15,0 1-7 0,0-1-13 0,1 2-5 0,-2-1-8 0,2 2-43 16,1 0-17-16,2 0-4 0,3 0-93 0,-3-1-27 15,0-1-29-15,4-3-160 0,-6 5 256 0</inkml:trace>
  <inkml:trace contextRef="#ctx0" brushRef="#br0" timeOffset="32935.69">28871 7367 185 0,'-1'-3'-2'0,"-2"1"-48"0,2 2 85 0,0-3 51 0,0 2-25 0,0-2 19 0,0 2-14 0,0 0-20 0,-1 1 13 0,1-2 7 0,0 1 3 0,0 0 10 0,-1-1-7 0,1 0-15 0,-1 1-28 0,-1 1 30 0,2-2-29 0,0 1 23 0,0 1-9 0,0-1-19 0,0-1 4 0,0 2-11 0,-1-1 9 0,2 1-10 0,0 0 5 16,0 0 8-16,0 0-2 0,0 0 15 0,0 0-13 0,2-1 9 0,-1 0-4 15,2 1-7-15,0-2-12 0,2 1 8 0,0 0-6 0,1 0 20 16,1 1-4-16,2 0-3 0,0 0-23 0,1 0 17 0,0 0-17 16,1 0 22-16,2 0-5 0,0 0-3 0,2 1-22 15,0-1 12-15,0 1-11 0,1-1 20 0,1 0-2 0,-3 1-9 0,-3-1-2 16,1 0 8-16,0 0-8 0,4 0 9 0,8-1 3 0,2 1 2 16,3 0-20-16,2 0 12 0,-5 0-13 0,3 0 17 0,-3 0-3 15,1 0-7-15,3 0-5 0,1 0 10 0,3 0-8 0,-1-1 7 0,2 0-2 16,1-3-4-16,-3 1-12 0,5-1 19 0,-2 0-15 0,3-2 18 15,5 1-2-15,-1-2-14 0,1 0 2 0,-2-1 11 0,2 2-10 16,2-1 3-16,2-2 1 0,3 3-3 0,1 0-11 0,-1-2 12 0,1 0-11 16,-3-1 16-16,1 2 3 0,-2-1-5 0,4 0-10 0,2 1 15 15,0-2-14-15,-2 0 16 0,-3 0 1 0,-3 0-6 0,-1-3-2 16,-1 1 5-16,0-1-5 0,-1-1 3 0,-3 3 2 0,-3 0-3 16,2 0-4-16,0-2 11 0,2 4-8 0,-6-1 18 0,-1-1-4 0,-1 0-5 15,-1-4-13-15,6 2 12 0,-3 0-11 0,-5 0 14 0,-2 2-5 16,-2 1-8-16,1 1-10 0,-2 2 5 0,-3 1-4 0,-1-2 13 15,-5 3-4-15,1 1-4 0,-2 0-3 0,-3 0 0 0,-1 3 0 16,-2-1 1-16,0 1-1 0,0-1-1 0,-1 0-37 0,-2 1 7 16,0 0-14-16,-2 1-14 0,0 0-13 0,0 0-18 0,-1 2-67 15,1 1-13-15,0 0-13 0,-2-1-89 0,2 3-25 0,1-4-28 0</inkml:trace>
  <inkml:trace contextRef="#ctx0" brushRef="#br0" timeOffset="33361.71">31906 6698 1695 0,'-6'-5'43'0,"-3"0"-80"0,-1 4 38 0,-1 3-1 0,0 5-6 0,0 0-9 0,-3 1 8 0,1-1-7 0,0-1 16 0,2 2 3 0,1 1-2 0,1-2-7 0,0 2 15 0,1 0-12 0,0 3 19 0,2 1 2 0,0 2-2 0,0 7-27 0,3 2 19 0,1 5-19 0,1 3 25 0,1 3 2 15,0 2-9-15,0 2-10 0,0 0 10 0,0 0-10 0,3-4 12 0,1-5-7 0,1-2-8 0,1-2-4 0,-2-5 7 0,-1 1-1 16,2-4 11-16,-1-4-3 0,2-4-6 0,0 1-15 0,-2-2 7 0,2 0-12 16,-3 0-39-16,2-4 11 0,-2 0-19 0,3-1-15 0,0-4-26 15,1-2-10-15,1-1-141 0,1-3-32 0,0-1-17 0</inkml:trace>
  <inkml:trace contextRef="#ctx0" brushRef="#br0" timeOffset="33634.46">31769 6760 1678 0,'1'-7'43'0,"0"1"-62"0,2 1 27 0,0 2-8 16,2-1-3-16,2 1-2 0,1 0 0 0,1-1 3 0,2 0 12 15,1 2 3-15,0-5 2 0,0 1-3 0,2 0 10 0,-1-2-7 16,3 2 9-16,0-1-7 0,0 2-9 0,6-1-19 0,0 2 11 16,2-3-10-16,1 4 22 0,-3-1-3 0,2-3-9 0,4 3-8 15,-1-1 2-15,0 0-7 0,-2 3-30 0,-2-3-20 0,-3 3-22 0,1 1-40 16,-2-3-21-16,-1 2 7 0,-2-1-41 0,-2-1 22 0,-1 0 10 15,-1-1-86-15,0 1 153 0</inkml:trace>
  <inkml:trace contextRef="#ctx0" brushRef="#br0" timeOffset="33848.62">31756 7061 1248 0,'-2'-4'317'0,"2"1"-194"16,2 3-115-16,-1 0-11 0,2 0 21 0,3-4-4 0,2 1-12 0,2-4-7 16,3-2 18-16,3-1-11 0,1 1 41 0,2 0-9 0,1 1-9 15,4-2-22-15,2 1 4 0,6 0-6 0,1 2 6 16,-2 0-14-16,2 3-9 0,0 0-52 0,5 2 0 0,-1 1-11 0,0-1-22 16,-2 2-16-16,-4-1-17 0,0 1-72 0,2 0-74 0,-3 0 3 15</inkml:trace>
  <inkml:trace contextRef="#ctx0" brushRef="#br0" timeOffset="34750.83">28884 6514 1210 0,'0'-3'52'0,"0"0"-28"0,0 1 14 0,0 4-18 0,0-1-15 0,2 3-8 0,2 2 1 16,-1 1 2-16,3 3 24 0,-1 1 11 0,3 0 8 0,0-3 6 0,3 1 22 0,1-2-16 0,1 1 16 0,4 0-12 0,3 7-19 0,4-1-14 0,3 1 10 0,-4 2-10 0,4 1 1 0,5-3 1 0,2 0-10 0,9 3-13 16,-2 1 16-16,-3 3-17 0,0 1 11 0,0 2-2 0,4 0-6 0,3 1-1 0,2 1 1 0,-7 1-1 0,2 3 2 15,-4 2 0-15,-1 0-2 0,6 0-8 0,-4-1 9 0,-1-2-8 0,2-1 16 16,0-1-6-16,1 1-3 0,3-1-1 0,2 3-2 0,0 1 5 16,-1-2 1-16,1-2 1 0,1-1-4 0,7 0-4 0,4-1 18 15,-1-1-14-15,0 4 18 0,0-1-12 0,-2-1-11 0,-1 0-8 16,1-1 12-16,-3-5-4 0,4 2 34 0,1-5-9 0,-2-3-9 15,5 3-11-15,-2-1 2 0,0-1-2 0,-2 0 2 0,-2-3-5 16,-5 2-3-16,-1 3-3 0,1 1 4 0,-3-1-1 0,1-1 5 0,1-3-2 16,1 2-3-16,0-2-7 0,-2 2 11 0,-2-1-7 0,-1-3 7 15,-3-1 0-15,-2 2-5 0,1-1-3 0,-4 3 4 0,-3-1-4 16,-1 3 6-16,-4-1-4 0,-2-3-5 0,3 1-18 0,-3-1 2 16,-3 1-6-16,-1 0-7 0,-5 1-9 0,-2 0-9 0,-1-3-30 15,-1 0-4-15,0-1-4 0,-2 0-16 0,1-2-3 0,-3-3-7 0,1 0-34 16,-2 2 7-16,0-4-8 0,2 2 25 0,-1-3-29 0,1-1-6 15</inkml:trace>
  <inkml:trace contextRef="#ctx0" brushRef="#br0" timeOffset="35486.29">32110 7790 1507 0,'-6'-6'95'0,"2"1"-63"16,2 0-39-16,1 3 14 0,1 2 0 0,0 0-6 0,0 0-1 0,0 3-10 0,0 0 10 0,0 0-7 0,1 5 22 0,2 1 0 0,2 3 1 0,-1 0-4 0,2 4 6 0,-2 2-4 0,1 5 3 15,-2 1-5-15,2 4-8 0,0 9-8 0,0 2 8 0,-2 2-6 0,1 2 15 0,0-8-1 0,3-3-2 0,2-3-3 0,0-3 1 0,-1 1-1 16,-3 0 4-16,-1 0-4 0,1-1-4 0,0 0-8 0,0-4 8 0,0-3-6 0,-3 1 7 0,0-2-3 0,-2 0-4 0,0 0 0 0,-1-2-1 0,0-6 3 0,0 0 3 0,1-4 2 0,-2 2-1 0,0-3-14 0,0 0 20 16,0-3-16-16,1 0 23 0,0-2-2 0,1 0-8 15,-1-4-5-15,0-2 7 0,1-3-5 0,-1-2 13 0,1-2-5 0,-2-3-4 0,1-2-14 16,-1 1 7-16,1-3-6 0,-2 1 17 0,-1 0-6 15,1 1-6-15,0-3-1 0,-3 0 2 0,0 0 0 0,1-1 11 16,-2 3-7-16,1 0-4 0,1 0-7 0,-2 0 6 0,2-2-3 16,1-2 7-16,-1-1 6 0,4-4-3 0,0-3-18 0,1-1 14 0,1 0-15 15,-1 1 23-15,3 0-2 0,-1 1-4 0,1-2-14 0,2 0 14 16,0 2-12-16,2 2 21 0,1 4-6 0,-1 5-10 0,-2 2 1 0,0 2-1 16,-2 3 3-16,1 1 7 0,-1 3-1 0,-1 1 0 0,0 1-19 15,1 1 17-15,-1 1-14 0,0 2 24 0,1 2-2 0,0 0-12 0,1 3-9 16,2 4 11-16,-1 2-8 0,2 2 13 0,0 1-2 0,0 2-5 15,2 1-5-15,0 3 7 0,1 0-5 0,-1 4 10 0,0-2-2 16,0 0-5-16,1 0 4 0,1-1-5 0,0-1 5 0,0-3-5 16,1-2 0-16,-1 0 1 0,-1-1-6 0,0-3 9 0,-1 0-6 15,1-3 19-15,0-3-3 0,-1-3-4 0,0 0-1 0,-2 0 12 16,0-2-7-16,-2-3 18 0,1 1 0 0,1-3-8 0,-2-2-9 16,2 0 16-16,0-3-14 0,-3-3 18 0,2 1-4 0,-3-3-6 0,2-2-5 15,-2 0 4-15,-1-1-5 0,2 0-5 0,-4 1-1 0,0 1-4 0,1 0-9 16,-1-1 2-16,3 1-3 0,-2-1 4 0,3 2 3 15,-3 3-2-15,1 1-10 0,2 3 7 0,-2 3-6 0,2 4 8 16,2 0 2-16,-1 4-4 0,2 2-12 0,0 5 13 0,-1-1-9 0,3 5 26 16,2 3-1-16,3 3-3 0,3 2-8 0,0 5 16 0,1 2-12 15,1 3 17-15,1 5-5 0,3 3-11 0,-1 3-7 0,3 4 4 16,1 0-5-16,0-1 2 0,-2-4-5 0,0 0-6 0,-1 0-13 16,0 0 5-16,3-6-6 0,5-1-8 0,-2-3-12 0,4 2-14 0,0 0-53 15,-4 4-34-15,-2 1-11 0,-1 4-186 0,-9-4 28 0,0 1-7 16</inkml:trace>
  <inkml:trace contextRef="#ctx0" brushRef="#br0" timeOffset="104128.75">2570 14605 256 0,'-2'-6'6'0,"-2"2"105"0,-2 1-25 0,2 1 16 0,1 0-73 0,1 2 34 0,0 0-33 0,1 0 30 0,0 0-10 0,-1 0-20 0,2-1-7 16,-1 1 2-16,1 0-2 0,0 0 6 0,0 0-8 0,0-1-6 0,-1-4-6 0,2 4 1 0,0-2-3 0,2-1-7 0,-1 2 0 0,1 0 1 0,1-2-1 0,0 2 11 0,2 1-6 0,-2-2 21 0,2 2-6 0,0-1-10 0,-2 1-6 15,3 0 8-15,-2 0-9 0,1 1-1 0,1-2-1 0,-1 2-2 0,1-1-10 0,1 1 11 0,-1-1-4 0,1-2 26 0,1 2-4 0,0 0-9 0,0-1-8 0,-2 2 18 0,1-2-13 0,0 1 24 0,1-2-6 16,0 2-12-16,3 1-9 0,-3-2 12 0,-1 2-8 0,1 0 19 0,-3-1-2 0,3 1-9 0,-2 0-7 0,-1-1 10 0,2 1-9 0,-3 0 7 0,3 0-5 0,-2 1-4 0,3-1-7 16,1 1 9-16,2-1-4 0,-2 2 16 0,1-1-5 0,-1 2-9 0,0-2-15 0,0 0 19 0,-1 0-16 0,0-1 22 0,1 3-6 0,-1-2-8 0,1 2 2 0,-1-1-8 0,-1 0 9 0,0 0 3 15,1 1-1-15,0-1 2 0,1 0-22 0,1 1 20 0,-2 0-18 0,2 0 24 0,-2-1-2 0,1 2-8 0,1-1-4 0,1 2 7 0,-1-2-5 0,2 1 5 0,-2 0 1 16,1 0-6-16,2 1-9 0,2-2 15 0,-1 2-13 0,2-1 10 0,-1-3 1 15,1 1-6-15,0 1-4 0,-2 0 13 0,0-3-7 0,0 1 22 0,-8 0-4 16,2 0-8-16,3 1-3 0,-2-1 6 0,7-1-6 0,-1 1 1 0,1 1-4 16,0-2-3-16,1 0 5 0,-3 1 1 0,0-1 1 0,1 1-2 15,-2 0 1-15,0 1-5 0,2-1-8 0,2-1 8 0,3-1-7 16,4-4 14-16,2-2-1 0,1 1-3 0,1-1-12 0,-1 2 5 0,0 1-5 16,0 4 12-16,-5-1 1 0,-6 0-4 0,-3 0-15 0,0-1 15 15,0 2-14-15,6 0 20 0,2 0-2 0,-3 0-7 0,1 0 3 16,-1 2-4-16,0-2 4 0,-1 0 0 0,-1 1-2 0,0-1-1 0,3 0-3 15,0 0 4-15,1 1-3 0,1 0 6 0,-1-1-4 0,1 3-1 16,4-2 0-16,-2 1-1 0,3-1 2 0,0 0 3 0,-2 0-1 16,-2-1-3-16,-7 0-14 0,2 2 19 0,-2-2-13 0,2 0 21 0,5 0-5 15,-1 0-7-15,-1 0-12 0,-1 0 11 0,-2 0-7 0,-1-2 23 16,-1 2-7-16,0 0-8 0,2 0-14 0,-1 0 13 0,3 0-10 16,-2 0 22-16,-2 2-3 0,0-2-9 0,2 1-6 0,1 0 6 15,1 2-3-15,1-2 15 0,0 0-5 0,1 1-1 0,0-2-9 16,0 0-3-16,-3 1 2 0,-3 0 9 0,-3-1-3 0,0 0-1 0,4 0-2 15,2-1-1-15,1 0 2 0,0 1-1 0,-3-3 2 0,-1 2 1 16,1-2-16-16,-3 2 19 0,3 0-16 0,-1-1 23 0,-2 1 0 16,1 0-4-16,0 0-12 0,-1 1 4 0,2 0-6 0,0-2 11 0,-1 2-1 15,1 0-3-15,2 0-10 0,0 0 12 0,1 0-8 0,2 0 17 16,0 0-4-16,-2-1-6 0,1 1-5 0,-8-1 5 0,-1-1-2 16,2 2 3-16,-1-1 2 0,6-1-5 0,2-1-3 0,-1 0 8 15,1 3-8-15,-2-2 10 0,-3-1 2 0,-1 1-3 0,0-1-11 16,-2 1 8-16,0-1-9 0,1 1 6 0,-1-1 5 0,0 0-4 0,1 1-5 15,0 1 13-15,-2-1-12 0,1 1 11 0,0 0 2 16,-1-2-5-16,2 2-15 0,0 0 11 0,-3 1-10 0,1 0 16 0,-1-2-1 16,2 1-7-16,1 0-1 0,-3-2 6 0,1 1-4 0,-2 0 4 15,0 0 1-15,2-1 0 0,1 1-21 0,-2-1 22 0,-1 1-17 16,-3-2 24-16,2 1-1 0,-2-1-12 0,-1 0-13 0,1 2 21 0,-1-2-15 16,0 0 25-16,-1 0-3 0,-6 1-9 0,4 0-12 0,-5-2 6 15,0 2-6-15,4-1 12 0,-1 1 0 0,2 0-2 0,-1-2-15 16,1 2 18-16,-1 0-16 0,-1-3 20 0,0 3 3 0,0-3-7 0,-1 3-20 15,-2-3 13-15,3 4-12 0,-1-1 27 0,1 0-5 0,0 0-7 16,-1-1-11-16,0 0 10 0,3 0-8 0,-3-2 13 0,2 0-1 16,1-3-5-16,-5 1-10 0,6 2 12 0,-4 0-8 0,-1 0 12 15,0 1 2-15,-2-1-8 0,1-2-11 0,1 3 15 0,-2-2-13 16,-1 6 20-16,0-1-6 0,1-1-8 0,-1 0 2 0,0-2 1 0,-3 0 1 16,-1-3 1-16,1 5 0 0,-1-4-2 0,2 1-3 0,2 2 3 15,0-2-4-15,-2 2 5 0,2-1 0 0,-2-3-1 0,2 3-1 16,-1-2 2-16,1 1-2 0,1 1 2 0,-2-2 3 0,2 0-6 15,-2 2-12-15,1 0 17 0,-1-3-14 0,-1 3 20 0,1-2-7 16,-1 4-7-16,-1-3 0 0,0 1 4 0,0 1 0 0,-1 1 13 0,1-1-7 16,0 1-2-16,-1 1-16 0,1-2 11 0,-1 3-9 0,0-2 19 15,0 0 0-15,1 1-8 0,-1 1-16 0,0-2 14 0,1-1-12 16,-1 2 29-16,1-2-5 0,0 0-5 0,-2 0-12 0,0-1 6 16,0 1-7-16,-1-1 8 0,-1 1 2 0,1 0-2 0,-2 0-8 0,-2-1 8 15,3 2-6-15,-2-1 10 0,4 0 2 0,-1 1-7 0,0-1-1 16,1 2 6-16,-2 1-6 0,8-3 6 0,-1 1 2 0,1 1 0 0,-3 0-17 15,-5 0 15-15,-3-1-14 0,-1 1 18 0,4 0-1 16,-1 1-9-16,-1-1-11 0,2-1 17 0,-2 0-12 0,1 2 20 16,-1-3-1-16,3 2-12 0,-1 0-3 0,-1 0 3 0,1 1-3 15,-1-1 3-15,0 0 2 0,1 0-2 0,0 2-13 0,-2 0 17 0,1 0-15 16,-1 0 25-16,2 0-4 0,-2 0-9 0,2 0-2 0,0 0 2 16,-2 0-1-16,2 2 0 0,-2-2-1 0,0 1-4 0,-1-1-3 15,-2 0 10-15,2 0-5 0,1 0 14 0,-1 0-4 0,3 0-7 0,2 0-6 16,-1 0 6-16,-3 0-3 0,-1 1 9 0,-4 1-1 0,-2-2-5 15,1 2-12-15,1-1 11 0,0-1-9 0,1 3 15 0,1 0 3 16,0-1-4-16,0 1-21 0,2-1 24 0,-2 2-21 0,1-1 26 16,0 2 1-16,2-1-14 0,-1-2-14 0,1 2 19 0,-1-1-16 0,0-1 20 15,0 2 0-15,-3-1-8 0,-1-2-4 0,-2 1 3 0,2 1-3 16,0-2 6-16,1 1 1 0,0-2-3 0,5 1-3 0,-2 0 3 16,-3 0-3-16,0 1 6 0,-6-1-3 0,0 0-1 0,2 0-9 15,-1-1 13-15,3 2-6 0,0-1 13 0,2 2 1 0,0-3-11 0,1 1-14 16,-1-1 17-16,1 1-15 0,1 0 21 0,1-1-1 0,-2 0-7 15,0 3-13-15,-1-2 13 0,0 2-10 0,-1-1 26 0,1 0-9 16,-2 2-8-16,0-1-14 0,0-1 14 0,5 3-7 0,0-1 21 16,-1-2-9-16,-4 2-14 0,-5-1 2 0,0 2 5 0,-2-1 1 15,2-1 10-15,3 2-2 0,-1-2-2 0,-1 3-19 0,2-2 15 16,2 1-13-16,0 1 22 0,2-3-3 0,0 1-8 0,-1 3 0 16,1-4 1-16,-1 3 1 0,-3-3 5 0,3 1-3 0,0-1-5 0,0 1-10 15,2-2 11-15,5-1-8 0,-3 2 17 0,2 1-2 0,-4-2-6 0,-6 1 0 16,-1 0-1-16,-1-1 1 0,1 1 5 0,1-2-1 15,3 3 3-15,-2-2-20 0,2 2 12 0,1 0-12 0,0-1 20 0,1 0 2 16,0 1-4-16,1-1-17 0,0 2 15 0,3-2-13 0,-2 0 20 16,2 1-4-16,1-1-6 0,-3 1-13 0,1-1 13 0,0-1-10 15,-1 0 21-15,2 2-1 0,1-3-8 0,-1 1-8 0,-1-1 6 16,2 0-4-16,-3 2 10 0,1-2-1 0,0 0-5 0,-1 1-3 16,1 0 3-16,-1 0-2 0,2-1 2 0,-1 0 6 0,2-1 1 0,-1-2-12 15,1 0 5-15,-1 1-6 0,3 1 8 0,0 3-1 0,1-2-2 16,0 1-10-16,0 0 10 0,0-1-7 0,-1 1 17 0,2 0-3 15,0-1-5-15,0 0-13 0,0 1 12 0,0-1-8 0,2 1 21 0,0 0-2 16,0-1-8-16,0 0-6 0,1 1 3 0,-2-2-3 0,1 1 5 16,1 1 1-16,0 1-3 0,1 0-1 0,0-1-4 0,0 2 3 15,0-2 3-15,-1 2-1 0,0 1 0 0,0-2-7 0,1 1 6 16,-1-2-6-16,2 1 10 0,1 1 0 0,-1 0 0 0,2-2-14 0,0 2 7 16,1-1-6-16,-1-1 17 0,0 1 1 0,1 1-5 0,-1-2-10 15,1 1 8-15,0 1-7 0,-1-1 10 0,2 1-6 0,-1 1-6 16,-1 0-5-16,1 2 13 0,-1-2-6 0,1 1 20 0,2-1-4 15,-1 1-10-15,0 0-8 0,1-2 3 0,-1 4-5 0,3-5 8 16,-2 3 3-16,3-1 3 0,1-2-14 0,-1 3 7 0,1-3-9 16,1 3 18-16,1-3-1 0,1 0-5 0,-1 1-2 0,2 0 3 0,-2-1-4 15,1 0 1-15,0 0 4 0,0-1 2 0,1 1-12 0,1-2 9 16,1 2-9-16,-1-3 14 0,1 0-1 0,1 1-5 0,1-1-1 16,2 1 1-16,0-1-2 0,2 0 1 0,0 0 1 0,1 0 0 0,3 0-16 15,1 0 3-15,-1 1-9 0,2-1-8 0,1 2-6 0,1 0-9 16,2 1-50-16,-1 2 6 0,-3-1-21 0,3 3-58 0,-2 2-49 15,0 2-46-15</inkml:trace>
  <inkml:trace contextRef="#ctx0" brushRef="#br0" timeOffset="105810.55">5861 14738 217 0,'-2'-9'-48'16,"1"2"8"-16,1-1-62 0,1-1 76 0,1 3 32 0,1-2-5 0,0 0 7 0,0 2-4 0,0-2-2 0,0 0 1 0,1 2 4 0,-2 0 1 0,1 1 11 0,1-3-2 0,-1 3-8 0,-1-2-19 0,2 2 16 0,-2 0-18 0,0-1 21 0,2 3-3 0,-2-2-2 0,0 1-21 0,1 0 17 0,0 0-11 0,0 2 30 0,0-1 3 0,0 1-13 0,-1 1-11 0,0-2 25 15,0 2-23-15,1-1 35 0,-2 1-10 0,1 0-8 0,1 0 0 0,0 1-10 16,0 0 11-16,0-2-1 0,2 1 1 0,0-2 1 0,2 1-8 16,1-1 14-16,1-1-12 0,0 1 14 0,1 0-6 15,1-3-5-15,1 2 3 0,0 0-4 0,-1 1 7 0,0 0 4 0,1 0 3 0,0 0 0 16,0 3-8-16,2-1 16 0,0 0-16 0,1 0 13 16,-2-1-4-16,2 2-3 0,0 0-13 0,0 0 9 0,1 0-7 0,1 0 18 15,-2 2-8-15,-8-2-10 0,2 1-19 0,0-1 15 0,1 1-12 16,7-1 27-16,2 1-5 0,0-1-10 0,2 0-13 0,-4 0 14 15,-1 0-9-15,0-1 25 0,1 0-1 0,0 0-10 0,2-1-13 16,1 1 11-16,0 0-13 0,1 0 8 0,-1 1-2 0,1 0-4 0,2 0 1 16,-1 0-3-16,0 0 4 0,2 0-2 0,0 0 3 0,-3 0 0 15,0 0-5-15,-6 0 9 0,-5 1-9 0,0 0 2 0,-1 0 2 16,8 1-2-16,2-1-7 0,0 0 1 0,-1 0-2 0,-1 1 12 16,-2-1 0-16,-2 0-2 0,2 1-4 0,-2-1 1 0,2 0-4 15,-1 0-2-15,0-1 0 0,0 0 5 0,0 2-12 0,0-1 5 0,0-1-4 16,-1 1 21-16,0-1-5 0,-1 0-3 0,2 0-23 0,-2 2 19 15,0-1-15-15,1 0 28 0,-2 0-7 0,1-1-9 0,-1 2 1 0,0-1-8 16,-1 2 8-16,-1-2-14 0,1 1-10 0,0 0-8 0,2-1-53 16,-3 3 5-16,0-2-20 0,1 1-54 0,-1-1-30 0,4 2-31 15</inkml:trace>
  <inkml:trace contextRef="#ctx0" brushRef="#br0" timeOffset="112413.47">11990 14635 256 0,'12'-7'-4'0,"-8"5"-32"0,2 0 24 0,0 1 9 0,0 0 3 0,1-1 28 0,1 2-21 0,1-1 43 0,-2 0-4 0,1 1-14 0,-1-1-5 0,1 1 14 0,1-3-10 0,0 2 17 0,-1-2-7 0,0 2-16 0,1-2-5 0,0 2 9 0,0-3-9 0,0 2 7 0,0 0-1 0,-2-1 0 0,-1 0 6 0,2 0 2 0,-5 1 3 15,0-1 10-15,1 1-7 0,-1 1-6 0,6-2-26 0,1 2 15 0,-1-2-17 0,0 2 16 0,2 0-5 0,1-1-7 0,1 0-18 0,0 0 10 0,2 0-6 0,-4 1 17 0,1-1-2 0,1 0-10 0,0-1-3 0,1 1 9 0,1 0-8 16,1 0 12-16,1-1 2 0,2 1 1 0,2 0-2 0,-1 0 1 0,2 1-1 0,-1-1 2 0,-1 1 3 0,4 0-4 0,-2-1-13 0,4-1 12 0,0-1-13 0,-1 0 10 16,-6-2-2-16,-3 0-3 0,0 1-13 0,0-1 12 0,7 1-8 0,-3 0 17 15,-1 1 3-15,-1-1-10 0,-2 0-5 0,-1-1 11 0,1 4-11 16,-1-2 7-16,-1 1-6 0,2 2-2 0,0 0-6 0,2-2 2 16,-2 2 2-16,1 1 14 0,-2-1-2 0,0 1-9 0,-1-2-6 15,1 2 12-15,-2 2-10 0,2-1 7 0,-2 0-1 0,1-1-4 0,-1 2-2 16,1-1 1-16,0 0 1 0,1 0 2 0,-2-1 4 0,0 0-3 15,-2 0-26-15,-5 0 17 0,0 0-22 0,0-1 6 0,1 0 1 16,3-2-9-16,0-1-19 0,1 4-8 0,-1-2-6 0,3-1-62 16,-2 2-19-16,-1 0-27 0</inkml:trace>
  <inkml:trace contextRef="#ctx0" brushRef="#br0" timeOffset="130372.06">3751 13266 242 0,'-2'-3'16'0,"0"-3"-8"0,1 2 11 0,1-1 28 0,-2 3-21 0,0-2 30 16,-2 0-4-16,3 1-10 0,0-1-40 0,1 2 31 0,0-1-31 0,0 1 33 16,0-1-13-16,1 1-15 0,0 0-12 0,-1 0 2 0,1-1-1 15,2 1 18-15,-1 0-2 0,-2 1-1 0,1 0-8 16,-1 0 16-16,1-2-12 0,-1 3 22 0,0-1-8 0,1 1-7 0,-1-2-2 15,1 2-7-15,-1 0 6 0,0 0-7 0,0 2 1 0,0-1-2 0,0 0-19 16,1 3 27-16,1-1-24 0,-1 0 22 0,0 3-2 16,-1-3-10-16,1 4-8 0,0-1 10 0,1 2-6 0,-3-2 19 0,-1 2 0 15,1 1-11-15,0-1-19 0,3 1 26 0,2 0-23 0,1 0 33 0,-3-2-8 16,3 1-10-16,-1-2-7 0,0 2-2 0,-1 1 4 0,1 1 12 16,-1-1-3-16,-1 1-4 0,1-3-31 0,0 0 25 0,0 0-24 15,-1 1 23-15,0 2-9 0,1 1-14 0,-1 1-23 0,-1-1-6 16,1 2-1-16,-1-1-18 0,0-2-5 0,1 0-11 0</inkml:trace>
  <inkml:trace contextRef="#ctx0" brushRef="#br0" timeOffset="131900.47">3751 13138 271 0,'-7'-9'78'0,"0"-1"-28"0,2 2-23 0,-1 2 2 0,1 1 29 0,1-1-7 0,-1 3-8 15,1 1-27-15,1 0 22 0,0-1-21 0,3 2 17 0,0 1-10 0,0-1-14 0,0 1-14 0,0 0-1 0,0 0 0 0,1 0 5 0,3 1 1 0,-2-1-3 0,1 1-12 0,1 0 21 0,0-1-16 0,1 2 16 0,2-2-1 0,-1 0-6 0,1 1-2 0,0-1 0 16,-7 0 1-16,6 0 7 0,-6 0-2 0,0 0-2 0,5 0-15 0,-5 0 18 16,4 1-15-16,2-1 18 0,-1 0-2 0,-1 0-7 0,1 0-16 15,-1 0 14-15,1 0-9 0,-1 0 27 0,1 0-5 0,-2 0-10 16,0 0-26-16,-1 0 23 0,1 0-22 0,-1 0 13 0,1 0-5 15,0 2-17-15,-1-2-20 0,0 2 6 0,-1 1-7 0,1 1-2 16,0-2-4-16,0 3-13 0</inkml:trace>
  <inkml:trace contextRef="#ctx0" brushRef="#br0" timeOffset="132142.41">3709 13320 380 0,'-4'-2'-44'0,"-2"-1"114"15,3 0-14-15,0 1-10 0,2 2-28 0,0 0 9 0,1 0-17 16,0 0-10-16,0 0-1 0,3 0-1 0,1-2-9 0,3 2 5 16,2 0-2-16,0 0 21 0,2-1-2 0,-1 0-8 0,-5-3-23 0,3 1 28 15,-2-3-23-15,3 1 32 0,3 0-10 0,3-2-13 0,1 3 4 16,-1-2-3-16,1 1 7 0,-2 0 3 0,-2 1-7 0,0 0-10 0,1 2-49 15,-1-1 13-15,0-1-25 0,1 2-23 0,-2 0 0 0,-1 0-12 16</inkml:trace>
  <inkml:trace contextRef="#ctx0" brushRef="#br0" timeOffset="132506.64">4008 13203 110 0,'-5'2'58'16,"-1"-4"-11"-16,-1-2 48 0,0 2-53 0,1 1 24 0,2-1-33 15,-1 1 7-15,2 0-3 0,0 1-7 0,0-2-10 0,2 2 5 16,0 0-4-16,0-1 10 0,1 0-10 0,-1 0-8 0,1-1-21 16,0 1 13-16,0-2-12 0,0 3 16 0,0-1-4 0,0 0-5 0,1 0-8 15,-1-1 4-15,1 2-1 0,0-1 12 0,0 0 4 0,1 1-8 16,0-1-18-16,-1 1 23 0,0 0-22 0,1-2 28 0,-1 1-10 0,1 0-5 16,-1 1 0-16,-1-3-6 0,1 2 8 0,-1 0 7 0,0-1-2 15,0 1 0-15,-1-2-5 0,0 1 3 0,-2 1-3 0,0-3 0 16,0 2-1-16,-1 0-2 0,1 1-11 0,-2 1 15 0,2 0-8 15,0 0 30-15,-1 1-4 0,1 0-10 0,0 2-10 0,-1 1 8 16,1-2-8-16,1 5 3 0,-2-2-6 0,2 2-3 0,0 2-5 16,1 2 6-16,-1-1 2 0,1 1 13 0,1 0 1 0,0-1-12 0,0 1-18 15,3 0 26-15,-1-2-21 0,1 0 30 0,1-2-6 16,0 0-11-16,1 0-4 0,0-2 4 0,1 1-1 0,-1-3 4 0,1 1 1 16,-2-1-6-16,2 3 5 0,0-2 1 0,-1 1-2 0,1 0-3 15,-2-1-4-15,1 1 3 0,1 2-9 0,-1-5-17 0,1 3 10 0,1-1-31 16,-2-1-1-16,1 1-6 0,0-3-57 0,0 0 14 0,2-1-27 15</inkml:trace>
  <inkml:trace contextRef="#ctx0" brushRef="#br0" timeOffset="132998.1">4130 13266 423 0,'-14'0'-21'0,"3"-1"39"0,4-1-2 15,0 2-2-15,2 0-13 0,1 0-1 0,2 3-1 0,-1 0 2 16,2-1 0-16,1-1 2 0,1 2-32 0,1 0 29 0,1-1-24 16,-1 1 47-16,1-3-10 0,1 1-15 0,-1 1 7 0,2-2-12 0,-2 0 13 15,2 0-8-15,-1 0 2 0,1-1 7 0,-2-1-31 0,3-1 33 16,0 1-29-16,2-2 40 0,-1-1-11 0,2-1-15 0,0-1-8 16,1-1 9-16,3 2-3 0,0-3 20 0,1 1 2 0,-1-1-12 15,-1 1-5-15,-2-1 14 0,-5 2-15 0,-3 0 6 0,1 3 2 16,-3 1-1-16,5 0-3 0,-1 3 12 0,0 0-5 0,-2 3 38 15,1 0-5-15,0 1-7 0,-1 3-22 0,0 0 24 0,-2 1-21 0,1 0 19 16,0 1-9-16,-1 0-14 0,1 0-5 0,0 1-4 0,1-1 4 16,0 0 4-16,0-1-3 0,0-1-2 0,1 1-21 0,0 0 22 15,-1-2-18-15,3-1 24 0,-1 1-5 0,1-3-12 0,-1 1 4 16,1-2-3-16,-1 0 5 0,1 2 6 0,-1-3 1 0,0 1-3 0,0-2-22 16,-1 0 27-16,0 2-24 0,-1-2 26 0,-1 1-4 0,0-1-10 0,0 0 7 15,1 0-4-15,1 0 6 0,0-1-2 0,2 1 0 0,-2 0-1 16,1 0 0-16,1 0 7 0,1 1-9 0,-1-1-1 0,1 1-1 15,-2-1 0-15,3 2 4 0,-2-2-3 0,0 1 4 0,1 1 0 16,-1 0 4-16,1-2-2 0,-2 1-27 0,2 0 29 0,-1 2-27 16,-2 1 34-16,1-3-5 0,0 1-13 0,-2 2-10 0,0-2 13 15,-1 0-7-15,1 1 19 0,-1-1-1 0,0 0-11 0,-1-2-6 0,1 0 8 16,-1 0-7-16,1 0 9 0,0 1-4 0,0 0-3 0,0-1-5 16,2 0 1-16,-1-1 2 0,0 0 2 0,2-2-5 0,0 0-7 15,2 0-30-15,-1-1 18 0,1 0-19 0,1-1-1 0,-2 0-7 16,1 1-16-16,1-3-36 0,-1 2 5 0,1 0-10 0</inkml:trace>
  <inkml:trace contextRef="#ctx0" brushRef="#br0" timeOffset="133391.35">4602 13074 203 0,'-7'-6'37'16,"-1"-1"27"-16,3 2 4 0,0 2-4 0,1 1 12 0,0 1-13 0,2-1-16 0,0 1-38 0,-1 1 21 0,2 1-24 0,0 3 10 0,0 0-5 0,1 2-13 0,0 3 2 0,0 2-4 0,0 0 6 0,0 5 4 0,0 0-3 0,1 3-1 0,-1 2-11 0,2 2 14 0,1-3-10 0,-1 1 18 0,0-3-7 0,2-2-7 0,-1 1-12 0,3-3 10 0,-2 2-3 15,3-5 23-15,0 1-3 0,0-2-14 0,0-1 0 0,2-2 6 0,-1-1-6 0,1-1 1 0,0-1-2 0,-1-4-5 0,2 1 5 0,-2-1 0 0,3-1 4 0,-1-1 14 0,2-3 0 16,0 0 1-16,-2-1-28 0,2-3 25 0,-3-2-24 0,0 2 31 16,-4-1-6-16,-3 1-11 0,1-1-1 0,-2-2-3 0,5 2 4 15,-3-1 4-15,0 0 3 0,-2 3-1 0,0-3-11 0,-1 1 9 0,0 1-9 16,-2-1 7-16,-2 0-3 0,1-1-1 0,-1 1-14 0,1 1 14 15,0 0-8-15,-2 0 26 0,5 2-4 0,0 0-12 0,0 1-19 16,0 3 23-16,-4 1-19 0,-2 2 30 0,3 0-8 0,-2 1-12 0,0 1-17 16,2 2 13-16,-2 1-7 0,0 6 24 0,0-2-1 0,-3 1-12 15,0 4-10-15,1-1 16 0,1 2-15 0,0 0 15 0,1 0-3 16,2-3-4-16,2 2-6 0,-1 1 2 0,2-1 2 0,0-4 10 16,1-1 0-16,1-2-6 0,3 1-13 0,2-1 15 0,1-2-13 0,2 2 17 15,-2-2-5-15,1 1-6 0,1-1-11 0,-1-1-3 0,3 2 3 16,-7-2-9-16,2-2-7 0,1 1-11 0,1 1-52 0,6 1-27 15,2 3-11-15</inkml:trace>
  <inkml:trace contextRef="#ctx0" brushRef="#br0" timeOffset="136393.07">5606 14014 217 0,'-1'-5'56'0,"-5"1"-39"0,1 0 13 0,1 0-42 0,3 3 26 16,0-1-30-16,1 2 35 0,0 0-9 0,1 0-15 0,1 0-12 0,0 0 13 0,2 2-5 0,-1-1 32 0,0 0-5 0,1 2-11 0,-1-2-5 0,1 0 12 0,-1 1-10 0,1 0 14 0,0 0-4 0,0 0-4 0,2-1 3 0,-2 2-3 15,1-1 4-15,-1 2 4 0,0-1-5 0,0-1-2 0,0 2-10 0,-2-1 10 0,1 2-10 0,1-1 6 0,0 2-3 0,2-1-5 0,0 0-18 0,1 3 19 0,0-1-11 16,1 0 29-16,0 0-3 0,-1 0-16 0,2 1-19 0,-1-2 34 0,0 0-29 15,-3 1 28-15,-1-2-4 0,2 2-10 0,-1-1-1 0,8-1 2 16,-1 2 1-16,2-2 7 0,-1-1-2 0,1 2-7 0,-1-1-10 0,-1 2 16 16,0-2-11-16,-1 0 16 0,-1 1-4 0,0-1-8 0,0 2-10 15,-1 0 15-15,0 0-6 0,1-1 30 0,-1 1-4 0,1-1-12 0,2-1-19 16,-1-1 31-16,0-2-24 0,1 2 35 0,1-2-6 0,0-2-15 16,4 0-1-16,0-2 12 0,2 0-6 0,2-1 19 0,1-1-4 15,0 1-13-15,3-1-15 0,-1-1 23 0,1 1-21 0,-1 0 21 16,-10 1-8-16,2 1-12 0,0-2-11 0,2 3 13 0,4-1-7 15,0 2 26-15,-3-1-5 0,-2 0-15 0,0 1-20 0,1 0 21 0,0 0-19 16,0 0 26-16,1 0-7 0,1 1-9 0,1-1-6 0,0 0 3 16,3 0-2-16,3 0 11 0,0 0-2 0,3-1-5 0,4-2-10 15,-3 1 16-15,-3-1-13 0,0-1 17 0,0 0-2 0,-1 1-7 16,7-3-13-16,-3 1 11 0,0 2-8 0,-3-4 20 0,-1 3 0 0,1-2-9 16,-1-1-22-16,1 1 29 0,1-2-25 0,0 1 34 0,0 0-5 15,3 1-11-15,-3-2-2 0,-2 1 2 0,-7-1 0 0,1 1-1 16,-2 1 1-16,1-2-4 0,3 2 5 0,-1-2 4 0,-2 1-2 15,-2 0-1-15,-1 0-6 0,-2-2 0 0,0 0-3 0,0 0 3 16,-2 0 2-16,1-2 16 0,-2 2-1 0,-1-1-9 0,-2-1-16 0,1-1 23 16,0-1-21-16,1-1 17 0,-3-1-3 0,1 0-9 0,0 1 4 15,-2-2-1-15,0 2 3 0,-3 1-3 0,1 0 3 0,-2 1-5 0,1-4-8 16,-3 2 13-16,-1-1-12 0,-1-1 11 0,-3 4-5 16,0-2-7-16,-1 0-13 0,-1 1 16 0,-2 0-10 0,-2 1 31 0,-2 0-3 15,1-1-11-15,-1 0-4 0,-2 0 1 0,0 0-3 0,-1 3 2 16,-1 1-1-16,1-1 4 0,-3 0-10 0,0 1 2 0,-1 0 0 15,-3 1 12-15,0-1-1 0,-4 1-4 0,-3-1-8 0,-1-1 9 16,3 1-7-16,-4 0 9 0,1 0-1 0,-3 0-3 0,-7 0-10 16,1 0-2-16,0 0-1 0,2 1-18 0,1-1 3 0,-1 0-9 0,-6 0 10 15,-6 2 14-15,-1 2-7 0,-2-1 23 0,0 1-4 16,3-1-3-16,0 1-6 0,0 0 9 0,6 4-3 0,1-2 23 0,3 3-4 16,-4-1-10-16,-1-1-18 0,-3 0 27 0,1 1-22 0,0 0 29 15,2 1-4-15,3 1-14 0,-3 2-20 0,5 0 21 0,0 3-17 16,2 0 35-16,1-1-4 0,-2 1-13 0,-3 3-22 0,-2 4 20 15,5 3-16-15,-1-1 34 0,1-2-9 0,0 2-12 0,-3-1-15 0,3 2 19 16,3-2-10-16,2 1 28 0,4 0-2 0,0-1-15 0,-2 2-23 16,-1 0 25-16,-2 0-22 0,3 0 38 0,2 1-10 0,9 1-11 0,3-1-6 15,-4 1 1-15,2-3 4 0,-3 2 11 0,2-2 0 16,5 3-7-16,0 0-2 0,3 2 4 0,2-1-6 0,0 1-1 0,3-2-1 16,1-3 3-16,2 2-10 0,2 1 8 0,1 1-5 0,2-1 18 15,1-2-3-15,2-2-9 0,2 0-17 0,2 1 19 0,3-3-18 16,1-1 6-16,4 1-12 0,2-1-16 0,5-1-35 0,1 0 5 0,2-1-10 15,0 0-15-15,-6 0 2 0,-1-1-18 0</inkml:trace>
  <inkml:trace contextRef="#ctx0" brushRef="#br0" timeOffset="173122.09">7242 14702 1006 0,'14'-20'-433'0,"-5"10"807"0,10 2-293 0,1 3-69 0,-1-2-10 0,1 1 3 0,-2 1 4 0,0-1 2 0,2-3 5 0,0 0 6 0,-2-2-4 0,1 2 1 0,-1 3-2 0,-2-2-11 0,0 1-25 0,-2-1 27 0,-1 0-24 0,-1 1 31 0,-2-4-2 16,0 2-11-16,0 0-12 0,-2-1 14 0,0-1-10 0,-2-3 24 0,-2-2 0 0,2 3-8 0,-3-4-1 0,-1-1 18 0,0 2-13 0,-2-2 25 15,-2 2-5-15,-1-2-8 0,1 0-8 0,-2 2 2 0,-1-1-2 0,0 1 5 0,-1 2-2 0,-3-1-3 0,-2-2-4 0,0 3 5 0,0-3-7 16,0 2-3-16,-2 2-5 0,1-2-3 0,-4 2-3 0,1-2 2 15,-2 1 0-15,0 1 13 0,0 0-4 0,-1 1-4 0,-3 1-5 16,-2 1 3-16,-2-1-3 0,-4 2 13 0,1 1-8 0,-2 0-3 0,0-1-9 16,-4 0 12-16,-3 1-5 0,0-1 18 0,-2 2 0 0,0 1-10 15,1 1-13-15,0 4 18 0,-1 1-16 0,-1 1 26 0,-3 2-5 16,-1-1-6-16,-1 1-13 0,-6 3 11 0,1 0-9 0,-2 1 13 0,-2 3 1 16,5 3-14-16,0 3-3 0,-2 0 10 0,-2 2-10 0,-1 3 11 15,2-1 2-15,-2 2-1 0,-1 1-11 0,2 0 8 0,3 1-7 16,8 5 9-16,6-3 3 0,3 3-10 0,2 0 3 0,-1-2 9 15,3 4-7-15,3-3 14 0,7-1-6 0,4 1-4 0,3-4 0 16,9 1 8-16,2-2-4 0,0 0 8 0,6-3-5 0,-4 2-8 0,4 1-12 16,7 2 12-16,-2-3-10 0,8 1 19 0,5-2-1 0,0-1-7 15,3 2-6-15,0-3 2 0,1 0-3 0,3-2 8 0,3-4-7 16,3-2-4-16,6-5-11 0,9 0 10 0,5-2-6 0,1-2 16 16,-4 3-8-16,-4-3-11 0,-5-1-8 0,2-1-5 0,1-1 0 15,2-1-37-15,4-3-2 0,4 1-11 0,6-2-47 0,0 0-7 0,-4 2-15 16,-4-1-112-16,-4 0-69 0,-1-3-59 0</inkml:trace>
  <inkml:trace contextRef="#ctx0" brushRef="#br0" timeOffset="173771.46">7390 14537 1140 0,'-26'-10'-21'0,"11"6"44"0,2 2-4 0,1 2-3 0,1 0-12 0,2 0 16 0,1 1-11 0,0 0 34 0,2 0-3 0,3-1-10 0,1 2-30 0,1 0 15 0,1 1-18 0,0-1 16 0,2 4 0 0,3-3-3 0,8 4 14 0,-1-2-1 0,4 1 5 0,1-1 4 0,-1 1-1 0,5 0-2 15,1 0-6-15,3-1 12 0,3 3-11 0,2 0 9 0,5-2-4 0,3 3-6 0,7-1-16 0,6 1 5 0,1 0-7 16,0-2 10-16,0 2-4 0,-3-1 0 0,4-1-16 0,4-1 9 16,4 2-9-16,10-2 17 0,-1 0-2 0,2 0-3 0,1 2-4 0,-3-1 4 15,1 1-1-15,7 1 20 0,3-2-5 0,4 5-1 0,4-2-5 16,-2 0 5-16,-1 2-4 0,8 1 10 0,-3 1-7 0,3-2-3 15,1-1 2-15,-5 1-4 0,6 1 5 0,4 1-5 0,-3 3-3 16,1-3 1-16,-1 1-8 0,3 0 3 0,5 0-2 0,-1-1 6 0,-2-2-2 16,-4-1-2-16,9 1-16 0,4-1 10 0,0 1-9 0,-1-3 21 15,-4 1-6-15,0 1-4 0,10 1-17 0,0-1 16 0,-1 1-11 16,4 1 24-16,-4-1-2 0,-1 1-11 0,8 1-1 0,-2 2 2 16,2-2-2-16,-1 2 8 0,-4-3 0 0,0 1 0 0,7 2-16 0,-2-1 17 15,0 3-14-15,0 0 19 0,-4 0 1 0,-2-3-10 0,5-1-16 16,-5 0 17-16,-1-1-15 0,0 4 26 0,-6-2-7 0,-6-2-4 15,7 4-10-15,-4-3 8 0,0-1-4 0,-4-3 16 0,-12 1 1 16,1 0-8-16,7 0-3 0,-1 1 8 0,-2-5-8 0,-8 2 3 0,-6-1 1 16,3 0-6-16,7 1-5 0,-2-3 14 0,-4 2-12 0,-8-3 18 15,-4 0-1-15,2 1-8 0,2 1-13 0,-1-2 13 0,-5 1-12 16,-8-1 17-16,-2 0-1 0,-3 1-9 0,4-1 8 0,4 1 1 16,-4-1 0-16,-3 2-2 0,-6-1-2 0,-4-1 1 0,0 2-18 15,-1-1 13-15,-4 0-11 0,-1 2 17 0,-2-2-5 0,1 2-10 0,3 0-10 16,-4-2 6-16,-7 1-7 0,-5-2-11 0,-3-1-11 0,-2 1-15 15,2-3-52-15,-2-1-20 0,-5-1-5 0,-1 0-107 0,-3-1-54 16,-2-3-47-16</inkml:trace>
  <inkml:trace contextRef="#ctx0" brushRef="#br0" timeOffset="174058.5">16467 15456 2059 0,'4'-8'47'0,"1"2"-50"0,0 5 10 0,3 2-16 0,3 5-5 0,6 1 8 0,7 3-3 0,10 1 14 0,4 1 7 0,3 3-4 0,-3-3 4 0,0 2-3 0,-4 3 0 0,1 2-17 0,1 1 8 0,-6 1-7 16,0 2 22-16,-3-1-3 0,-3 1-6 0,1 3-5 0,-3-1 9 0,-1 2-6 0,0 1 13 0,-2-5 0 0,-3 2-2 0,-2-1-10 0,-1 0 10 0,-4 1-9 0,-3-1 16 0,-2-2-6 0,-4-2-7 0,-1 2-18 15,-5 1 14-15,-2-1-11 0,-2 2 18 0,-3-2-3 0,-3 4-9 16,-3-1-6-16,-4-2 10 0,1 0-9 0,-2-4 5 0,1 3-8 0,-1 1-13 16,1 2-44-16,0-5-7 0,4 1-13 0,2-2-114 15,4 0-105-15,3 3-77 0</inkml:trace>
  <inkml:trace contextRef="#ctx0" brushRef="#br0" timeOffset="175586.08">17731 15535 256 0,'-10'-7'34'0,"3"5"502"0,1-1-210 0,-1 0 21 0,0 3-270 0,3-1 14 0,-1 1-24 0,3-1 28 15,0 1-12-15,-2-1-18 0,4 1-15 0,0 0 10 0,1 0-21 0,1 0-4 0,-2 1-5 0,1 1-9 0,-1 2 4 0,3 1 15 0,-2 2-13 0,1 2 20 0,4 0-8 0,-3 2-16 0,5 5-14 0,1 0 3 0,-2 4-9 16,3 3 7-16,-3-6-2 0,0 4 0 0,-2-1-15 0,-1 0 10 0,0 1-10 0,1 4 18 0,-2-3-3 0,1-2-7 0,0-3-5 16,-2-7 1-16,2 1-3 0,0 3-4 0,-1 2-18 15,1-3-6-15,-2-2-8 0,-1-4-9 0,0-2 10 0,0-3-66 16,0 0-5-16,-1-2-26 0,0 0-47 0,0 0-26 0,0 0-9 0,-1 0-134 16,0-6 37-16,-1 0-4 0</inkml:trace>
  <inkml:trace contextRef="#ctx1" brushRef="#br0">21782 18097 0,'0'0'0,"0"0"0,0 0 16,0 0 0</inkml:trace>
  <inkml:trace contextRef="#ctx1" brushRef="#br0" timeOffset="350.14">21589 18035 0,'0'0'0,"0"0"0,0 0 0,0 0 16,0 0-1,0 0-15,0 0 16</inkml:trace>
  <inkml:trace contextRef="#ctx1" brushRef="#br0" timeOffset="542.04">21586 17936 0,'0'0'0,"0"0"0,25-90 16,-13 60-16,2-1 15,6-4 1,8-3-16,6-2 16</inkml:trace>
  <inkml:trace contextRef="#ctx1" brushRef="#br0" timeOffset="1835.08">22379 16759 0,'0'0'0,"0"0"0,0 0 15,0 0-15</inkml:trace>
  <inkml:trace contextRef="#ctx0" brushRef="#br0" timeOffset="178226.63">17754 15468 537 0,'-5'1'192'0,"0"-1"229"0,-2-1-240 0,1 0-16 0,-1 1-49 0,0-2 18 16,3 2-24-16,-3-1-32 0,2 0-12 0,1 1 6 0,-3 0-16 0,2 0-3 0,-2 0-5 0,4 2-11 0,0 2-6 0,-1 1 7 0,2-1-12 0,-2 0 14 0,2-1-6 0,1-1-4 0,0-1-12 0,1 2 13 0,0 0-14 0,1-3 18 0,3 2-5 0,-1-1-8 0,2-1-5 0,4 0 12 0,0 0-12 0,3-1 13 0,0-1-5 0,-1-1-10 0,4 0-10 15,0 1 8-15,-1 1-10 0,5 1 11 0,-1 2-7 0,3 5-3 16,2-2-11-16,1 1 8 0,0 1-6 0,1-1 18 0,0 0-3 16,1 2-7-16,2 2-13 0,-1 0 12 0,1 2-9 0,0-2 22 15,-2 1-4-15,-6-3-8 0,-3 5-12 0,-2 0 15 0,-1 0-12 16,2 1 18-16,-4-1-3 0,-4 3-7 0,-1 2-2 0,-3 3 2 0,-1 3 0 16,-3 0 5-16,-2 1 0 0,-3-1-1 0,-4-5-7 0,0-1 7 15,-3-1-6-15,3 1 10 0,-1-2-3 0,-2 1-1 0,0 1-11 16,-2-4 14-16,5 1-9 0,-1 1 22 0,-3-3-3 0,-1-2-9 15,-7-1-8-15,-1-1 11 0,1-1-9 0,1-3 7 0,1 2-3 0,1-5-8 16,1 2-3-16,2-1 4 0,3-2-2 0,1-1 4 0,3 0 0 16,1 0-4-16,2-1-7 0,0-2 2 0,2-2-3 0,-1 1-7 15,2-1-6-15,1 1-6 0,0-1-11 0,1 1-4 0,0-1 1 0,1 1-12 16,1 0-3-16,0 0-4 0,1 1-14 0,-1-3-12 0,0-1 2 16,2-1-63-16,0-1-14 0,0-1-17 0,4-2-110 0,0 0 60 15,1-5-71-15,5-6 144 0</inkml:trace>
  <inkml:trace contextRef="#ctx1" brushRef="#br0" timeOffset="2696.46">22497 15111 0,'0'0'0,"0"0"0,87-55 0,-58 35 15,-6 3 1,-5 4-16,-5 4 16,-2 4-16,-3 1 15,-2 2 1</inkml:trace>
  <inkml:trace contextRef="#ctx1" brushRef="#br0" timeOffset="2866.56">22394 17094 0,'0'0'0,"0"0"15,0 0 1,0 0-16</inkml:trace>
  <inkml:trace contextRef="#ctx1" brushRef="#br0" timeOffset="2964.83">22342 17018 0,'0'0'0,"0"0"0,0 0 0,0 0 15</inkml:trace>
  <inkml:trace contextRef="#ctx1" brushRef="#br0" timeOffset="3341.89">22535 17021 0,'0'0'0,"0"0"0,0 0 0,0 0 16,0 0 0,17-85-16,-6 59 15,6-7 1,8-11-16,4-5 15,1-5 1</inkml:trace>
  <inkml:trace contextRef="#ctx0" brushRef="#br0" timeOffset="179694.95">18504 15718 934 0,'17'33'1269'62,"84"98"-1261"-62,-95-133-23 0,1 12-26 0,1-2-7 16,-4 0-12-16,3-3-37 0,2 0-2 0,-1 0-5 0,2-2-26 15,-2 1-15-15,-2-4-18 0,0 0-79 0,3-4-63 0,1 2-6 16</inkml:trace>
  <inkml:trace contextRef="#ctx0" brushRef="#br0" timeOffset="179880.07">18384 15512 1698 0,'-6'-8'374'0,"2"7"-318"16,-4-2 59-16,1 0-100 0,0 3-2 0,3 0-21 0,0 0 11 16,3 0 4-16,0 0-6 0,1 2-3 0,0-2-1 0,0 0-9 15,0-2-48-15,0 2-11 0,1-1-18 0,3-1-18 0,1 0-25 16,1-2 10-16,2 2-93 0,0-2-6 0,2-2-27 0</inkml:trace>
  <inkml:trace contextRef="#ctx0" brushRef="#br0" timeOffset="180137.41">18982 15044 1227 0,'0'-5'114'0,"0"0"205"0,-3-1-259 0,1 0-8 16,-2 3-19-16,1-1-9 0,-1 1 17 0,1-1-18 0,1 3 9 15,-2-1-1-15,1 0-5 0,-1 1-14 0,-2 0 10 0,-1-1-11 16,-2 2 9-16,1 0-3 0,2 2-9 0,-2 3-15 0,0-1 18 16,0 2-16-16,0 0 15 0,0 3-2 0,0 0-7 0,2 3-9 0,-1 2 7 15,0 1-6-15,2 1 18 0,1 0-5 0,1 4-6 16,1 1-1-16,2 4-1 0,0 0 2 0,0 2 3 0,0 4-1 0,1 0 1 16,1 2-8-16,1-1 1 0,1-3-1 0,0 1 7 0,2-5 2 15,-1 1-2-15,3 0-58 0,-1-1 31 0,1-2-36 0,-1-1 46 0,-1-5-12 16,2-2-14-16,0 0-111 0,1-3-4 0,1 2-28 0,1-2-86 15,0 0-47-15,-4 0-51 0</inkml:trace>
  <inkml:trace contextRef="#ctx0" brushRef="#br0" timeOffset="180296.01">18954 15803 102 0,'-8'6'55'15,"-1"-3"124"-15,-1 0 14 0,-1 0-23 0,-1 0-25 16,-1-3-18-16,0 2-13 0,-1-4-28 0,1-1 11 0,2-3-10 0,2 5 32 0,2-4-5 16,3 4-5-16,3-1-31 0,1 1 4 0,0-1-17 0,4-2-36 15,1 0-7-15,2-1-10 0,4 2-20 0,2-1 16 0,1 1-11 16,1-1 32-16,1 0-9 0,1 0-13 0,3 0-14 0,0-2 8 15,1-1-5-15,3-3 6 0,-2-1-5 0,4-3-12 0,3-1-51 16,-2 0 6-16,-3-3-20 0,-1 2-46 0,-1-2-12 0,1 0-29 16,10-2-48-16,-4 1-34 0,1-1-1 0,-3 1 58 0</inkml:trace>
  <inkml:trace contextRef="#ctx0" brushRef="#br0" timeOffset="180505.82">19426 15088 1081 0,'-22'-28'-16'0,"12"14"31"0,0 2-5 0,0 0-1 15,-1 1-8-15,1-1-1 0,0 3 2 0,1 1 5 0,0-1 6 16,-1 3 0-16,-1 1-2 0,0 1 24 0,-1 1-18 0,-1 3 32 0,3 0-10 16,3 1-11-16,0 3-17 0,-2 0 8 0,1-1-7 0,-1 3 13 15,2-1-8-15,6 4-12 0,-1-2-11 0,3 5 8 0,2-1-8 16,1 1 10-16,5 5-4 0,-1-2-6 0,3 5 2 0,0 1-3 16,-1 3 4-16,2 2-5 0,2 1-11 0,1 3-11 0,-3 5-76 15,-1 2 47-15,0 1-39 0,-1-5 111 0,1-3-9 0,-2-3-8 0,0-1-48 16,1-1-32-16,0-2-1 0,0-3-175 0,0-3 156 0,-2 4-22 15</inkml:trace>
  <inkml:trace contextRef="#ctx0" brushRef="#br0" timeOffset="180721.52">19124 15623 2068 0,'-17'1'-162'16,"16"-1"315"-16,1-1-52 0,0 0-57 0,1-3-24 0,3-1 5 15,3-2-2-15,3 1 13 0,-3-2-2 0,-2-1-4 0,8-1-11 16,-1-2 7-16,11-2-8 0,2 2 1 0,-1-3-7 0,3 1-9 0,0-1-4 16,0-3 3-16,0-1-2 0,2-3 5 15,0 2-3-15,4 0-3 0,2-1-17 0,-2 3-3 0,4-1-6 0,0 1-36 0,-4 1-6 16,-3-2-12-16,-2 2-19 0,-1 1-23 0,-1 0 4 0,2 2-92 16,-4 4-8-16,-1-2-14 0,3 2-55 0,-1 1 154 0</inkml:trace>
  <inkml:trace contextRef="#ctx0" brushRef="#br0" timeOffset="181203.49">20335 15207 1160 0,'-2'5'317'0,"2"-1"-232"0,0-2 113 0,0 3-154 0,0 2 17 0,2 3-34 0,2 4 34 0,1-1-14 0,2 4-12 0,1 1-25 0,1-1 7 0,0 3-10 0,0-4 6 0,1-4-3 0,0 1-6 0,1 2-40 0,0 2 13 0,1 1-19 0,-1-3 16 0,-1-4-22 16,1-2-17-16,-1 2-103 0,0-4-27 0,1 1-6 0,-1-5-88 0,0 3 162 0,-3-1 3 0</inkml:trace>
  <inkml:trace contextRef="#ctx0" brushRef="#br0" timeOffset="181370.15">20271 15035 1696 0,'-5'-7'148'0,"-2"-1"-67"15,2 4-6-15,2 0-44 0,1 2 25 0,1 2-11 0,0-2-12 0,1 2-27 16,-2 0 7-16,2 0-11 0,0 0-4 0,3 0-5 16,-2 0-3-16,1 0-39 0,1-1 0 0,2 0-11 0,3 1-42 0,-1 0-24 15,0 0-29-15,2 1-108 0,3-1-48 0,2 0-18 0</inkml:trace>
  <inkml:trace contextRef="#ctx0" brushRef="#br0" timeOffset="181671.55">20652 15357 1571 0,'-3'2'109'0,"0"1"109"0,1 1-161 16,-1-2-5-16,3 8-18 0,0 2-9 0,2-1 13 0,1 4-15 16,2-4 9-16,-2-1-3 0,-2-2-4 0,0-2-8 0,1 2 1 15,-2-2-3-15,3 1-2 0,3-2-4 0,-2 1-3 0,-1-2-14 16,0 0 12-16,-3-1-9 0,-3-3 19 0,5 2-4 0,0-2-5 16,-2 0-8-16,2 0 8 0,-3 0-5 0,1 0 23 0,0 0-7 0,3 0-5 15,1-2-9-15,0 0 7 0,4-3-5 0,0 1 8 0,2-5 0 16,-1 0-4-16,3-1-4 0,1-4 1 0,2-1-2 0,2-3 2 15,2-1-2-15,3 1-2 0,0 1-1 0,3 4 0 0,-1 3 0 0,3 1 0 16,-1 4-6-16,2-1-1 0,0 4-43 0,2 2-10 0,-3 2-8 16,0 3-68-16,-2 1-48 0,-7 0-33 0,10 3-242 0,3 3 269 15</inkml:trace>
  <inkml:trace contextRef="#ctx0" brushRef="#br0" timeOffset="184862.26">22165 15067 607 0,'-12'-1'187'0,"3"0"268"0,-1-1-365 0,1 2-81 0,1 2-11 0,-2-1 2 0,6 2 5 0,-2-2 2 0,1 0 12 0,-2 0 28 0,-4-1-15 0,-2 0 30 0,3 2-8 0,1-1-15 0,0 0-19 0,1 1 7 0,0-1-9 0,1 0 9 0,-1 0-5 0,0 1-6 0,-1-1-19 0,1 3 15 0,1-2-14 0,-2 1 19 0,3-1-4 0,-2 2-9 0,1-1-8 15,0 1 1-15,0 0-1 0,1-2 9 0,-1 3 0 0,3-2-2 0,-1 2-16 0,2-3 15 16,0 2-13-16,2-1 20 0,0-1 1 0,1 0-6 0,2 0-1 16,3 2 12-16,-1-1-6 0,3-1 35 0,1 2-8 0,0-1-6 0,2-1-15 15,1 3 7-15,3-2-7 0,0 2 4 0,3-1 2 0,0 0-6 16,3 0-15-16,1 1 9 0,1 0-11 0,0 0 11 0,-7 0-3 16,1 0-1-16,0 3-16 0,4-1 11 0,3 0-10 0,1 2 21 15,-4-1-2-15,-3 0-8 0,-4 1-9 0,-2-1 15 0,-3 1-11 0,-1 0 18 16,-2-1-3-16,-3 1-10 0,-1 0 0 0,-2 0 12 0,0 1-5 15,-3 0 29-15,-1-2-5 0,-1-3-5 0,-2 0-29 0,-1-1 18 16,-1 2-20-16,-1-2 10 0,1-1 4 0,-3-3-10 0,0 0-8 16,-1-3 13-16,2 2-11 0,0-3 16 0,4 3-5 0,0-2-5 0,0-1-19 15,1 2 6-15,1-2-11 0,-3 0-15 0,3 0 0 16,1 4-9-16,-2-1-24 0,6 1 19 0,-3-1-15 0,1-4 50 0,2-1-14 16,-5 1-1-16,1 1-42 0,-2-2-13 0,-1 1 6 0,-1-3-13 15,2-2-5-15,3 0-6 0,0-3-53 0,6-4 28 0,2 1-43 16,5-5 55-16</inkml:trace>
  <inkml:trace contextRef="#ctx0" brushRef="#br0" timeOffset="185133.75">22553 14606 1407 0,'-2'7'186'0,"-4"-2"-9"0,-1 3-163 0,4 1-3 16,0 5 1-16,2-2-7 0,1 3-5 0,2-1-9 0,2 2 17 16,2 1-9-16,0 1 36 0,1 4-7 0,1-2-12 0,-1 6-17 15,3 1 8-15,-2-2-9 0,-1 2 8 0,-4 0 4 0,-2 0-3 16,0 2-15-16,3-1 10 0,2-2-11 0,3-2 22 0,-2-2 2 16,-1-3 0-16,-1-1-11 0,1-1 5 0,0 0-9 0,-1 0-25 0,0-2-1 15,-1 0-15-15,1-2 22 0,-4-4 6 0,2 0-4 0,-3-2-27 0,0-2-14 16,0-1-18-16,-3-2-59 0,-3-2-2 0,4 0-14 0,2-3-60 15,-2-2-26-15,2 0-31 0</inkml:trace>
  <inkml:trace contextRef="#ctx0" brushRef="#br0" timeOffset="185474.24">22940 14988 860 0,'3'13'412'0,"-6"2"-265"0,0-3 289 0,0 0-416 0,1 2 11 15,2-1-27-15,3 1 2 0,4-2 1 0,2-2-7 0,2-2-2 16,2-2 11-16,0-2-8 0,0 0 6 0,2-3-3 0,0-1-7 16,5 0-3-16,-1-1 2 0,0 0-1 0,-6-3-2 15,-3 1 0-15,0-3-8 0,2 1 14 0,2-2 16 0,0 0-7 0,1-2 13 0,-2 0-8 16,-5 1-10-16,0 0 6 0,-6 1 7 0,0-1-1 0,-2 0 6 15,0 1-3-15,-1-1-9 0,-2 2-9 0,-2-1 4 0,-2 1-4 16,-2 2 6-16,-2-3-6 0,0 5-7 0,-5-4-5 0,2 3 12 0,-3-1-6 16,-1 3 9-16,6 1 2 0,-1 0-8 0,-2 2-19 0,-1 0 6 15,-8-1-13-15,3-1-22 0,3 0-6 0,1 3-12 0,3-3-38 16,3 1-15-16,3-1-7 0,3-1-122 0,4-1-52 0,1-4-55 0</inkml:trace>
  <inkml:trace contextRef="#ctx0" brushRef="#br0" timeOffset="185787.87">23329 14951 1423 0,'-6'9'123'0,"3"-2"258"16,-1 2-355-16,0 2-5 0,2 0-21 0,2 2-6 0,2 1 12 16,2-1-11-16,1 2 8 0,1-1-1 0,1 0-2 0,-1 0-16 0,3 3-45 15,1 1 21-15,2 3-39 0,1-2 27 0,2 1 42 0,-1-1-20 16,0 2 23-16,-1 1-21 0,-2-1 35 0,0 1-5 0,0-3-7 16,-1-1 3-16,0-4 2 0,0-3 1 0,-1-1-53 0,-2-1-7 15,1 2-42-15,-3-2 75 0,2-2 19 0,-1-1 1 0,-2-2 2 0,2 1-6 16,-5-2-3-16,2-3-16 0,-3 0 5 0,-1-2-2 0,-1-1 17 15,-3-3-9-15,1 1-13 0,-3-4-50 0,0 2 6 0,1-6-19 16,-2-1-14-16,1 2-4 0,1 1-6 0,1-1-61 0,-1-2 100 16</inkml:trace>
  <inkml:trace contextRef="#ctx0" brushRef="#br0" timeOffset="186070.2">23368 14994 665 0,'-3'-2'95'16,"1"0"92"-16,-1 0-67 0,2-1-21 0,0 0-29 0,1 0-48 15,1-2 31-15,2 4-35 0,0-2 30 0,0-1-12 0,2 2-13 0,3-6-5 16,1 4-6-16,2-4 5 0,1 3 3 0,1 0-2 0,-1-1 0 16,3 1-11-16,0-2 14 0,3 0-11 0,2 3 21 0,3 0-5 15,0 1-7-15,2 1 1 0,-6-1-4 0,-3 1 4 0,1-1-5 16,0 3-6-16,6 0-6 0,-3 3-14 0,-2 0 16 0,-3 3-13 16,-6-3 20-16,0 4-2 0,-3 0-5 0,-1 1-17 0,-3 0 14 15,-2 2-11-15,0 2 28 0,-1-2-2 0,-3 3-9 0,-4-2-7 0,-2-1 17 16,0 2-11-16,-5-2 19 0,-2 0-8 0,-1 2-10 0,-1-1-5 15,1 0 1-15,-1 0 0 0,5-1 3 0,0-2-2 0,-2-1 0 16,1-1-16-16,-7-1 7 0,-1-1-9 0,3 0-5 0,3-2-5 0,2 0-10 16,3-2-4-16,-1 0 0 0,2-2-3 0,1-2-52 0,0 1-17 15,3-1-28-15,2 0-50 0,2-1-21 0,3 4 1 0,0-5-30 16,4 4 35-16,1-2 29 0</inkml:trace>
  <inkml:trace contextRef="#ctx0" brushRef="#br0" timeOffset="186438.78">23915 15028 1346 0,'-1'-6'-547'0,"-1"5"982"0,1-1-154 0,0-1-208 0,-2-2-70 15,2 1 18-15,1-1-16 0,1 1 41 0,2-1-10 0,2 0-7 0,1-1-26 16,2-2 9-16,0-1-8 0,1 0 13 0,-1 0-2 16,1 0-13-16,0 0-14 0,2 0 20 0,-4-1-17 0,2 1 21 0,-3-1-3 15,-1-1-9-15,-1 2-3 0,-2 3 8 0,2 2-5 0,-2-2 2 16,-2 2 4-16,1-2-6 0,-1 3-2 0,-1-1 10 0,-1 3-8 0,-3 1 9 16,0 0-2-16,-3 0-5 0,-4 2-4 0,0 4 16 0,0-3-12 15,-3 2 11-15,2 2 3 0,-1-5-11 0,1 5 8 0,-1-1 10 16,1 3-6-16,0 4 12 0,3 0-5 0,1 1-2 0,0-3-14 15,1 4 6-15,3-4-8 0,0 1 5 0,3-1-3 0,1 1-5 0,1-1-11 16,1 1 12-16,1-2-11 0,2 0 10 0,0-1-3 0,2 0-6 16,1-1-66-16,0-1 2 0,1-1-20 0,1-3-47 0,0 0-15 15,1-2-27-15,3 0-70 0,0-1-11 0,2-1-12 0,-2 0 107 16</inkml:trace>
  <inkml:trace contextRef="#ctx0" brushRef="#br0" timeOffset="186725.47">24332 14779 1225 0,'-15'8'304'0,"1"-3"-250"0,-4 1 73 0,-4 3-94 16,1 4-5-16,-4 1-9 0,-1-1 18 0,2 0-1 0,0-5-4 16,1-1-13-16,5 2 9 0,4-2-11 0,5 0 0 15,5 0-4-15,4 0-6 0,0 0-13 0,1 2 7 0,6-2-7 0,0-3 11 16,0 1-1-16,3 4-6 0,0-1-5 0,5 1 11 0,3-1-7 15,2-2 11-15,-1 0-8 0,-3 2-6 0,1 0-6 0,-5 0 6 0,-1-2-1 16,-2 2 12-16,-3-3 2 0,-2 0-7 0,-2 3 0 16,-2-2 6-16,-3 2-5 0,-2 1 17 0,-2 0 21 0,-3-1 10 0,-3-1 5 15,0 1 10-15,-5-3-16 0,-4-1-10 0,0 1-11 0,2-2-5 16,0 0-22-16,7-3-4 0,4 0-3 0,4-3-32 0,2-2-13 16,3 0-14-16,-2-4-57 0,2-1-45 0,8-3 1 0,-4 0-223 15,6-1-52-15,9 5-64 0</inkml:trace>
  <inkml:trace contextRef="#ctx0" brushRef="#br0" timeOffset="187194.36">25042 14855 1574 0,'-18'-10'-113'0,"11"4"186"0,-1 1-25 0,2 4-46 0,-3 1-10 0,4 3 18 0,-3 0-13 16,1 3 35-16,2 0-2 0,-1 2-1 0,1-1-20 0,1 1 4 0,-1 2-7 0,2 3 6 0,1 2-3 0,1-1-3 0,0 4-12 0,2-4 11 0,1-1-9 0,1 1 19 0,1-3-4 0,0-1-5 0,3-1-11 0,2-2 3 0,0 0-3 0,0-2 10 0,1-1 0 0,-1-2-4 0,1 0-3 16,2-2 7-16,2 1-6 0,-2-2 7 0,-2-1 2 0,-2 0-1 0,-1-1-5 15,-1-1 15-15,-1 1-9 0,0-4 28 0,-6 2 0 0,-2-1-5 0,1-1 6 16,1 2 12-16,1-3-8 0,1 0 8 0,0 0-3 0,-1-1-9 0,1 0-20 15,-2 0 8-15,0-1-14 0,-3-1-3 0,1 0-3 0,4-1-6 16,1 2-1-16,2 1 2 0,-1 2-2 0,-3 0 2 0,-2 2 1 16,1 2 2-16,-1 1-30 0,0-2-13 0,-2-1-6 0,1-3-59 15,1 1-16-15,-2-4-17 0,2 2-96 0,1-1-66 0,0 1-2 16,-2 1 22-16</inkml:trace>
  <inkml:trace contextRef="#ctx0" brushRef="#br0" timeOffset="187572.13">25183 14846 1848 0,'-13'15'-262'0,"9"-14"486"0,2 2-83 0,2 2-101 0,-3 2-37 15,3 1 2-15,0 1-2 0,0-3 4 0,2 1-1 0,3 0-1 16,-1-4 1-16,0 1-2 0,3 0 0 0,-4-4-14 0,4 0 4 16,0-1-2-16,-2-2 2 0,1 1 6 0,0-1-5 0,2-2 9 15,-1 0 0-15,0-3 1 0,1-1 2 0,-2 0 2 0,-1-1 1 0,2 1 16 16,0 1-3-16,1 3 0 16,-1-1-10-16,4-2 5 0,0-1-6 0,0-1 6 0,0 1-3 0,-1 0-2 0,2 1-14 0,-3 6 9 15,0-2-7-15,-3 2 18 0,1 2-3 0,1 0-10 0,0 0-1 16,-2 1 5-16,1 4-3 0,0-1 10 0,0 1-4 0,-2 4-6 0,3 1 1 15,-3 2 6-15,1-1-4 0,0 3 3 0,0-5-2 0,0 1-4 16,2 4-19-16,0-1 16 0,0 4-13 0,-1-3 21 0,-2-1-8 16,0-3-11-16,0-4-37 0,0 1-11 0,0-2-5 0,2 1-43 15,0 0-4-15,1-4-3 0,0 3-43 0,0-4-5 0,-1-1-12 16,1 2-86-16,0-2-57 0,0 1-53 0</inkml:trace>
  <inkml:trace contextRef="#ctx0" brushRef="#br0" timeOffset="187969.44">26266 14556 1483 0,'-5'6'134'0,"-1"-1"-67"0,1 2 6 0,-1 4-59 0,3 1 12 0,-2 3-4 0,4 0-12 0,1 3-11 0,0 1 1 0,0 0-6 0,0 0-9 0,1 2-8 0,0-1-8 0,1 1-25 0,0 1-1 0,-1-1-5 0,1-1-35 0,-1-2-11 0,2-6-18 15,0 1-5-15,-1-4 0 0,0-3 2 0,0 2-30 0,0 1-17 0,-1-1-18 0</inkml:trace>
  <inkml:trace contextRef="#ctx0" brushRef="#br0" timeOffset="188420.87">26089 14603 1389 0,'2'-8'-285'0,"1"3"521"0,2 2-87 0,-2-1-111 0,-3 2-50 16,-6-1 17-16,7-1-15 0,2 2 27 0,-3-1-9 0,6 1-8 0,-5-1 1 16,1 1 6-16,7-2 1 0,2 0 6 0,3 3-2 0,3-3-11 15,0 1-6-15,1-1 12 0,1 1-10 0,0-1 11 0,0 1-4 16,0-2-7-16,1 2-5 0,1 2 16 0,-2 0-9 16,-1 1 7-16,-5 1 3 0,1 0-14 0,-3 2-8 0,-2 1 17 15,-2-2-14-15,-4 6 17 0,-1-1-6 0,-2 0-7 0,-3 3 26 0,-3 2-5 16,-4-2 17-16,-1 2 22 0,-3 2-3 0,1-1 4 0,-3 2-11 0,-2-1 4 15,0 0-6-15,0-1-4 0,4-2-2 0,0 1-7 0,2-1-4 16,2-2 5-16,2 0-6 0,6-2-1 0,2-2-7 0,5 1-9 0,5 2-17 16,4 0 12-16,3 2-10 0,2-2 11 0,3 2-1 0,1 1-9 15,0 1-72-15,0 1 34 0,-2 0-34 0,1-3 84 0,0-4-3 16,-1 1-2-16,-2-2-8 0,-1 1 8 0,-1 6-6 0,-6-3 15 0,-3 2 8 16,-6 1 2-16,-5-1 9 0,-5 2 8 0,-4-2-7 0,-4 4 80 15,-3-3-82-15,-2 1 20 0,-4 0-48 0,-1-2-75 0,-1 0 83 16,1 0-3-16,-1-2 0 0,2-2-1 0,0-2-34 0,0-1 7 15,5-4-14-15,0-2 6 0,3-2-5 0,1-1-7 0,4 0-41 16,4-2-21-16,1-2-2 0,7 1-91 0,4-1-18 0,2 0-21 0,7-1-130 16,0 2 209-16</inkml:trace>
  <inkml:trace contextRef="#ctx0" brushRef="#br0" timeOffset="188971">26781 14569 2171 0,'-7'8'-95'0,"0"-4"157"0,-2 3-22 0,-1 2-35 0,0 6-5 0,0-1-4 0,2 2 1 0,2 1-12 0,-1-2 5 0,2 1-2 0,-3 2-9 0,2-1 8 0,1 1-11 0,0 0 0 0,1-1-3 0,2 0-6 0,-1-3-6 0,2 0 18 0,2-1-9 15,2-2 32-15,-1-3 3 0,2-1-6 0,-3-3-3 0,0-4 11 0,1 0-8 0,-2-1 23 0,1-2-2 0,0 3-1 0,2-1-2 0,-2-1 4 0,-1-4-2 0,4 1 9 0,-2-5 1 16,1-1-5-16,1-3-10 0,0-2 12 0,0 0-12 0,5 1 5 16,0 1-7-16,0-2-10 0,0-1-3 0,0 0 0 0,0 1 1 0,0-1 7 15,0 0-3-15,-1 0-1 0,0-3-7 0,0 2 3 0,2 2-3 16,0 2 4-16,0 1-3 0,1 3-4 0,0-1 2 0,1 5 7 15,-2 1-1-15,-1 1 10 0,-2 3-5 0,0 1-8 0,0 4-8 16,1-1 9-16,-1 4-6 0,-1 2 16 0,0 1-2 0,0 2-5 0,0-1-14 16,1 4 14-16,1-2-11 0,-3 1 11 0,2-1 3 0,-1-1-6 0,-1-1-10 15,3-3 15-15,-1 0-13 0,3-3 15 0,0 0 0 16,0-3-5-16,2 1-2 0,-5-2 1 0,1 0-1 0,0-1 9 16,-4-3-1-16,2 0-1 0,-1-3-17 0,-1 1 16 0,1-2-12 0,-2-1 22 15,-4 0-2-15,0-1-11 0,1 0-12 0,1 0 22 16,7 0-16-16,0 1 28 0,-3 0-4 0,1-1-12 0,-4 0-14 0,2-1 13 15,0 1-11-15,-2-2 16 0,2 0-3 0,0 4-8 0,1-1-13 16,1 4 18-16,4 2-14 0,1 0 28 0,-1 2-4 0,-4 3-7 0,1 1-9 16,0 3 9-16,0 5-7 0,-1 1 18 0,0 2-5 15,-2 2-6-15,2 5-17 0,-1 1 16 0,0 3-14 0,-3 0 13 0,1-2-11 16,-1-1-16-16,0 3-40 0,2-2-17 0,-1-1-3 0,1-3-71 16,2-2-18-16,1-2-16 0,2-7-125 0,2-1-80 0,0 0-11 0</inkml:trace>
  <inkml:trace contextRef="#ctx0" brushRef="#br0" timeOffset="189274.45">27783 14327 2014 0,'-16'25'-141'0,"10"-15"253"0,1-2-40 0,-2 1-52 0,1 6-27 0,3 7 13 0,2 1-9 0,2 5 18 0,2-1-1 0,2-5-10 0,2 2-17 0,-1-4 8 0,1 2-17 0,-1 2-59 0,-1-1 14 0,0 0-25 0,1 2-5 0,1-3-9 16,1-2-14-16,-1 1-93 0,0-1-36 0,-3 1-26 0</inkml:trace>
  <inkml:trace contextRef="#ctx0" brushRef="#br0" timeOffset="189454.13">27401 14923 1179 0,'-8'-2'142'0,"2"2"-42"0,1 0 3 16,2 0-54-16,1 0 23 0,2 0-13 0,1 0-16 16,3-2-24-16,2 0 16 0,3 0-14 0,3-3 17 0,2 2-11 0,3-2-13 15,6 0-9-15,2-1-5 0,8 0 2 0,0 1 2 16,0-2-4-16,-1 3 3 0,-1-3-19 0,4 4 16 0,-1-1-12 0,0-1 26 0,-1 0-6 15,-4-6-9-15,0 1 0 0,1 1 1 0,-1 0 0 0,1-1-12 16,-1 1-1-16,3-1-9 0,0-1-27 0,0 1 11 0,-8 1-16 16,-3 2 10-16,-5 0 4 0,2-1-1 0,4 2 9 0,-5 0 3 15,-4-1 2-15,-5 1 10 0,-2 2-4 0,-2-1-4 0,-2 1-52 0,1 0-6 16,-5 0-18-16,0 2-110 0,-2-1-49 0,-4 1-51 0</inkml:trace>
  <inkml:trace contextRef="#ctx0" brushRef="#br0" timeOffset="189660.81">27364 14489 1049 0,'-41'-38'-320'0,"23"22"630"0,4 2-80 15,1 2-100-15,4 2-36 0,3 1 19 0,2 4-19 0,2-1 13 16,3 3-16-16,4 0-19 0,1 1-32 0,3 1 11 0,3-2-14 16,1-1 4-16,2 2-8 0,2-1-12 0,3-2-2 0,3 1 3 0,4 0-1 15,6 0-2-15,3 1-3 0,5-3-6 0,5 1-10 0,-1 0 5 16,-1-2-5-16,1-1 6 0,-3 3-1 0,0-2-4 0,2 0-7 15,-2-4 5-15,0 2-10 0,7 0-13 0,-1 0-3 0,0 1-4 0,0 0-45 16,-2-1-9-16,0 2-10 0,-2 0-77 0,-2 0-60 0,-3 0-46 16</inkml:trace>
  <inkml:trace contextRef="#ctx0" brushRef="#br0" timeOffset="193375.47">19443 16534 256 0,'-9'-9'22'0,"3"4"325"0,0 2-150 0,1-3 13 0,-1 3-202 0,2 0 12 0,0-1-12 0,2 2 43 0,1-2-10 0,-1 0-3 0,-1 0-19 0,1-1 8 0,1 1-4 0,0-1 20 0,1 1-10 0,0-1-13 0,0 0-21 0,0 0 17 0,1 2-15 0,-1-1 20 0,0 2-3 0,0 1-7 0,0-2-16 0,-1 2 14 0,-1-2-11 0,-1 2 24 16,1 1-3-16,-1 0-9 0,-2 0-4 0,0 2 12 0,-1 2-11 0,-1 0 6 16,-1 0-5-16,1 1-8 0,-2 1 4 0,-1 3-1 0,-2 0 4 15,0 0 5-15,0 0 1 0,-1 0-2 0,1 2 3 0,0-3 7 16,-2 1-5-16,-1 3 4 0,4 2-2 0,-1-1-2 0,3 3-8 0,1 0 11 15,0 1-5-15,3 0 22 0,0 3-5 0,1 0-11 0,-1 3-12 16,1 1 14-16,2 1-12 0,1 0 14 0,-1-2-6 0,2-3-6 16,0-2-11-16,0-2 13 0,5 0-9 0,1-1 17 0,-1-4-7 15,3 0-13-15,1-5-2 0,2 1 6 0,3-1-6 0,2-2 3 16,0 0 0-16,2-3-3 0,-1 0-16 0,-2-2 1 0,3-2-3 0,-2-1 2 16,0-1-6-16,1 0-4 0,1-2-20 0,0-1-1 0,1 1-4 15,-1 0-18-15,-1-3-8 0,-1-2-8 0,0-2-35 0,1-1-39 16,1 0 17-16,0 0-89 0,-1 2-13 0,1-1-9 0</inkml:trace>
  <inkml:trace contextRef="#ctx0" brushRef="#br0" timeOffset="193654.29">19691 16600 825 0,'-4'7'118'0,"2"2"-41"16,-2 3 6-16,0 3-55 0,3 1 17 0,-2-1-6 0,3 2-9 0,2-1-5 15,1-4 20-15,4-1-13 0,1 0 18 0,5-4-10 16,2 0-21-16,2 0-23 0,2-4 16 0,-1 1-17 0,3-4 11 0,2-2 47 15,-1-4 9-15,3-4-104 0,0-2 64 0,-1-1-86 0,1 2 84 16,-3-1-4-16,1 0-4 0,0-2-11 0,-1 1 21 0,-2 1-14 16,-1 1 33-16,-3 0-7 0,-4 3-11 0,-3-3 0 0,-3 2 14 15,-5 0-5-15,-2 2 28 0,-4-1-8 0,-5 2-11 0,-6 0-30 0,-3 3 15 16,-3 3-18-16,-3 0 7 0,-1 0-7 0,1 3-11 16,-1 3-8-16,0 1 12 0,1 1-5 0,1 0 14 0,0-1 0 0,1 0-10 15,2 0-1-15,2-1 3 0,2-1-4 0,3-2-2 0,3 1 2 16,1-1-1-16,1-2-33 0,5 0 4 0,-1-1-13 0,5-2 3 0,0-1-22 15,3-1-8-15,3 1-104 0,2 0-31 0,2 1-1 0,0-4-75 16,2 4 156-16,-1-3 10 0</inkml:trace>
  <inkml:trace contextRef="#ctx0" brushRef="#br0" timeOffset="194203.22">20414 16454 1003 0,'-1'-4'249'0,"-3"3"-197"0,0-1 63 0,-1 2-91 16,2 0-2-16,0 3-16 0,-1 0 27 0,2-2 6 0,-1 3 4 0,0-1-18 16,1 3 20-16,1-3-20 0,-1 4 8 0,2-1-10 0,0 2-15 0,0 1-6 15,2-1 10-15,0 2-8 0,2 0 13 0,-1 0-2 0,0 1-7 16,1 0-3-16,-1 1 8 0,1 0-5 0,-1 0 6 0,0-3-4 15,0-1-5-15,0-2-11 0,-1-1 8 0,-1-1-5 0,1-2 18 0,-2 0 3 16,0-2-2-16,0 0 6 0,-1 0 14 0,-2-3-10 0,0 1 8 16,-2-2-9-16,0-3-13 0,0 0-1 0,-1-1-1 0,1-1 4 15,0-1 10-15,1 0-3 0,0 1-3 0,2-2-10 0,1 2 7 16,0 0-7-16,0 0 2 0,1 3-8 0,1-2-5 0,0 2 2 16,1 0 1-16,1-2 2 0,0 3 5 0,0 0-3 0,2 1-3 0,-1 0-12 15,2 1 11-15,0 2-9 0,-1 0 17 0,3 1-2 0,-1 2-6 16,-1 0-3-16,1 3 3 0,0-3-3 0,0 4 6 0,-1-1 0 15,0-2-1-15,1 1-11 0,1-1 9 0,-2 1-9 0,3-2 16 16,0 0-2-16,1-1-4 0,1-1-2 0,-1 0 3 0,2-1-1 0,1-1 12 16,3-2 0-16,0 1-3 0,1-1-10 0,-6-1 10 0,-2-3-10 15,1 0 8-15,-1 2 2 0,6-2-4 0,2 1-10 0,0 0 6 16,-1 1-5-16,-1-1 16 0,-4 2-2 0,-1 0-2 0,1 4-10 16,1 0 13-16,-3 1-11 0,0 2 24 0,-2 1-3 0,0 3-7 0,1-1-6 15,0 2 5-15,-2 0-5 0,1 0 5 0,-1-2-2 0,0 1-4 16,-1 1-10-16,1-2 4 0,-1 0-3 0,2-1 8 0,0 1-2 15,0-1-2-15,-1-2-13 0,2 2 10 0,0-1-7 0,0-1 12 16,-1 1-2-16,-1-3-3 0,1 0-17 0,0-2-2 0,0 1-6 0,-1-1-31 16,0-1-7-16,0-1-8 0,-1 2-27 0,2-4-17 0,0 1 1 15,-1-1-76-15,0 1-9 0,1 0-17 0,1 0-19 0,-2-1 13 16,0 4-5-16,-1-1 40 0,-3 1 103 0,0-1-2 0</inkml:trace>
  <inkml:trace contextRef="#ctx0" brushRef="#br0" timeOffset="194641.47">21025 16431 227 0,'-1'-4'107'0,"1"1"58"16,0 0 0-16,0-1-41 0,1 2-39 0,0 1-26 0,1-1-4 0,1 0 1 0,1 1 1 0,-1 0-5 0,1 1-2 0,0 0-10 0,2 1 16 0,2 2-13 0,1 0 16 0,0 1-7 0,1 3-9 0,0 0-12 0,0 1 4 0,1 1-6 0,-5-1 5 0,-1 2-4 0,1 0-6 0,1 0-10 0,7 1 8 16,1 0-8-16,4 2 3 0,-1 0-6 0,-1 3-6 0,-2 4-12 0,0-3 8 0,0 1-4 0,-2-5 21 0,1 1-7 0,-4 0-4 0,-1 3-19 0,-1-2 12 0,-3 2-8 0,0-5 18 15,-2-3 3-15,-1-1-6 0,-1 4-7 0,1 2 5 0,-2-2-3 0,-3 0 45 16,2-3 1-16,-1-2 11 0,-1-2-14 0,-1-1-4 0,1 1-4 15,-2-3-15-15,1-2-8 0,-1 0-5 0,1-2-5 0,-1-1 2 0,1-2 2 16,-2-3 8-16,1 3-3 0,-1-7-7 0,2-3-9 0,-3 0 6 16,2-3-6-16,-1 0 8 0,0-2 2 0,0-1-2 0,0 1-5 15,-1-2 4-15,1 0-6 0,0 1 2 0,1 0 3 0,5 2-3 0,0 2-16 16,3 1 17-16,0 3-13 0,0-3 27 0,-1 2-7 0,2 2-9 16,0-5-5-16,2 3 1 0,3 0 1 0,-1 0 8 0,1 1 0 15,1 0-4-15,-1-1-5 0,1 2 11 0,1 1-9 0,-1-1 10 16,1 3-3-16,2 6-7 0,-1-3 3 0,1 5 0 0,1-1 0 15,-2-1 4-15,2 0-3 0,-2 2 1 0,3 4-11 0,0 1 9 0,0 2-5 16,2-2 13-16,-1 2-5 0,-1 1-10 0,3 0 6 0,0 7 2 16,-2 0 2-16,0 1 1 0,-4 0-1 0,-4-4-2 0,-1 4-1 15,-2-1 2-15,-6-2-1 0,3 3 14 0,-4-1-2 0,-6-2 1 16,12-1-12-16,-8 0 12 0,1-1-9 0,2 1 14 0,-10-2-6 0,-2-2-8 16,1 1-5-16,-2-2 1 0,1 1 0 0,-1-2 3 0,2-1-2 15,0 0-2-15,1-4-26 0,-1 0 2 0,2-2-9 0,2-2-14 16,0 1-6-16,1-4-7 0,-1 2-38 0,2-3-6 0,1 1-8 15,0-1-48-15,4 0-20 0,0 2-21 0,1-2-124 0,2 1 186 0</inkml:trace>
  <inkml:trace contextRef="#ctx0" brushRef="#br0" timeOffset="195038.79">21953 16214 926 0,'-6'0'273'0,"-2"-2"-82"0,-1 1-84 0,-1 1-38 0,0 1-21 0,0 3-3 0,-1 2 0 0,4 0-15 0,-2 3 14 0,1 2-15 0,0 3-2 0,0 2-8 0,0 2-13 0,1-1-12 0,2 1 10 0,-1 1-7 0,2-1 11 0,-1 0 0 0,2-3-9 15,-1 1-6-15,2-4 12 0,1 0-10 0,1-3 7 0,0-3 4 0,1-2-1 0,1-1-11 0,3-2 5 0,1-1-8 0,0 0 9 0,1-3 1 0,2 0-1 0,0-2-6 0,0-3 10 0,0 1-7 16,0-2 8-16,-1-1 3 0,0 0-5 0,-2-2-9 0,1 2 14 0,-1-3-10 16,-2 1 30-16,1-1 4 0,-2 0-5 0,0 3 5 0,0 0 4 15,-1 4-5-15,0 3 0 0,0 0-2 0,1 0 2 0,-1 1-26 16,0 1 12-16,0 1-14 0,2 0 14 0,-1 2-1 0,2 3-11 16,-1-2-1-16,2 3 8 0,-1 2-8 0,2 1 1 0,-1 2-3 15,0 2-4-15,2 0-5 0,0-1 5 0,1-1-2 0,0-2 2 0,0-1-9 16,1-2-11-16,1-2-31 0,3 0-8 0,-1 0-4 0,1-4-42 15,-1 0-8-15,0 0-10 0,-5-3-29 0,1 1-24 0,-3-2 8 0,2-1-88 16,6 1-12-16,-3-1-22 0</inkml:trace>
  <inkml:trace contextRef="#ctx0" brushRef="#br0" timeOffset="195261.28">22445 16121 2083 0,'-37'11'-86'0,"16"-4"192"0,0 2-41 0,-1 2-32 0,2 3-36 16,2 3 11-16,2 2-8 0,2-1 20 0,1 3-4 0,2-2-8 0,0 1-5 16,3-2 0-16,0-2-3 0,1 0-10 0,1-2-7 0,1 4-6 0,4 0-26 15,1-5-7-15,2 1-2 0,1-2-18 16,-1-3-2-16,2 0-1 0,0-2-72 0,0-2-31 0,2-1-6 0,-2-3-135 15,2 1-3-15,0-1-23 0</inkml:trace>
  <inkml:trace contextRef="#ctx0" brushRef="#br0" timeOffset="195455.79">22631 16207 1568 0,'14'23'-148'0,"-9"-14"295"0,-3-2-43 0,-2 4-47 16,0 3-19-16,0 4 1 0,-1-3-2 0,0-2-7 0,-2-2-5 16,2 1-9-16,1-4 1 0,1-1 11 0,5 1-8 0,-3-2-5 15,4-1-17-15,-1 1-15 0,-2-6-93 0,3 0-33 0,1-3-14 16,2-2-201-16,0 0 213 0,4 0-31 0</inkml:trace>
  <inkml:trace contextRef="#ctx0" brushRef="#br0" timeOffset="195602.26">22599 15924 741 0,'-2'-8'395'0,"-4"3"-243"0,-2 1 301 16,-6 2-455-16,0 2 12 0,3 3-37 0,1 1-51 0,4 0-26 16,4-1-30-16,1-1-163 0,2-1-63 0,0 5-30 0</inkml:trace>
  <inkml:trace contextRef="#ctx0" brushRef="#br0" timeOffset="195962.51">23008 16351 1538 0,'-4'12'314'0,"-1"-2"-273"16,-3-1 31-16,0 0-57 0,0 0-8 0,2-3-16 0,-1 1-2 15,1-3-4-15,1-2 0 0,0 0-16 0,-1-2 2 0,2-2-4 16,0-2 4-16,-1 1 3 0,2-3 0 0,-2-4 6 0,1 1 9 16,-1-4-2-16,1-1 23 0,0 0-1 0,0 1-2 0,-1-3 2 0,1 6 11 15,-1-1-6-15,2-1 14 0,0-1 2 0,-1-3-5 0,2 2-10 16,-1-1 7-16,1 2-10 0,2 2 6 0,3-1-1 0,-1 3-1 16,2 0-16-16,1 0 10 0,1 1-10 0,1 0 10 0,0-1 0 15,2 2-6-15,0-1-7 0,4 1 7 0,-1 2-6 0,2 0 14 16,2 3-5-16,0 1-7 0,1 1-2 0,2 1 0 0,0 2 0 0,1 3 5 15,1 2 5-15,-4 2 0 0,-4 0-5 0,0 3 9 0,-3 1-9 16,3-2 7-16,2 3-2 0,1-1-6 0,-1 2-12 0,-2 2 11 16,-1-2-11-16,-3-2 4 0,0 2-9 0,-1-5-15 0,-2-4-31 15,0-1-12-15,-2-2-3 0,1-3-54 0,-1 3 10 0,3-4-4 0,-1-1-8 16,2-3 27-16,0 0-19 0,-1 0 31 0,0 0-26 0,-1-1-19 16,3 0-55-16,-3-5 8 0,0-2-6 0</inkml:trace>
  <inkml:trace contextRef="#ctx0" brushRef="#br0" timeOffset="196354.14">23369 16167 238 0,'7'-8'-104'0,"-2"3"192"0,1 1-22 0,0 3-36 0,1 0-4 16,-2 1 34-16,0 2-19 0,-1 1 92 0,-1 2 6 0,-2 3 11 0,0 1-25 16,-2 1 2-16,-3 4-16 0,1 1-31 0,-3 5-12 15,2-2-17-15,-2 1-28 0,2 0 17 0,0-5-19 16,2-2 4-16,2-5-5 0,0 0-12 0,1 0-8 0,4 0 5 0,-1-2-4 0,3-3 8 16,1-2-5-16,-1-1-6 0,0-5-14 0,0 2 11 0,0-4-10 0,-1-2 19 15,-1 1 0-15,0 3-1 0,-2-3-7 0,-1 0 15 0,-1-2-7 16,-1 0 49-16,0 2 1 0,0 0-3 0,-1 3-2 0,1 3 15 15,0-1-13-15,0 3 3 0,1 1-18 0,1 0-18 0,0 2-13 0,0 1 3 16,1 1-1-16,3 4 8 0,1-1-5 0,2 3 0 0,2 1-18 16,2 0 10-16,3 2-8 0,2-1 16 0,1-4-4 0,1 5-7 15,3 1-13-15,-6 3 6 0,0 1-6 0,-2-1 4 0,2-1-6 16,3 0-9-16,-2 3-125 0,-2 0 73 0,-7-2-68 0,-1 1 153 0,-3-6 0 16,0 4-8-16,-4 2 3 0,-3 3 10 0,-5 1-4 0,-4 0 36 15,-3-2 12-15,-4 0 7 0,0 0-12 0,-4 1 25 0,-3-3-25 16,7 3 19-16,-2-3 3 0,1-1-11 0,-1-2 3 0,-3-5 6 15,0-6-13-15,1-2-29 0,4-2 0 0,3-3-5 16,5 3 3-16,1-3 8 0,3-4-5 0,3-3 2 0,2-7-12 0,2-4-11 16,3-3-20-16,3-2 8 0,2 0-7 0,3-1 6 0,3-1-3 0,-1-2-8 15,2-1-18-15,2-1 3 0,1 0-5 0,4-2 13 0,0-1-21 16,-3-1-7-16,1 2-34 0,-1 7 17 0,-1 4-7 0,2 2 24 16,-2 2-26-16,-1-1-34 0,-1 1-108 0,-1 2 7 0,0 1-50 15,-3 6 49-15</inkml:trace>
  <inkml:trace contextRef="#ctx0" brushRef="#br0" timeOffset="196793.63">24346 15695 1458 0,'-7'6'-116'0,"2"0"229"0,-1 6-16 0,2 2-32 0,1 5-19 0,0 4 8 0,2 3-17 0,2-2-5 0,0 2-12 0,3 1-5 0,-2 0-2 0,0 3-4 0,-1 0 4 0,-1-1-14 0,2-2 2 0,0-1-1 0,2 1-7 0,2-3 11 0,0 1-10 0,0 2 12 0,0-4 1 0,-1 0-4 0,1 1-8 15,0-1 8-15,-2 2-6 0,1-2 12 0,-2-5-2 0,-1-1-7 0,1-2-5 0,-1-5 0 16,-1 6-6-16,-1-6-40 0,1-1-26 0,-1-3-28 0,0-2-69 16,0-1-28-16,0-2 3 0,0 0-75 0,0-1-5 0,-1-2-7 0</inkml:trace>
  <inkml:trace contextRef="#ctx0" brushRef="#br0" timeOffset="197032.39">24304 15911 1063 0,'-1'-9'79'0,"-1"-4"49"0,0 3-34 16,2 2-17-16,0-1-13 0,2 3-16 0,1-4 7 0,1 1-10 15,3-2-9-15,0 4-9 0,2-1-10 0,2-2-7 0,2 0 9 16,1-4-5-16,0 2 8 0,1-1-1 0,1 3-10 0,2-2-15 0,1 3 15 16,3-1-14-16,0 1 18 0,0 2-2 0,-1-2-8 0,2 2-8 15,-2 1 11-15,-2-1-9 0,-7 2 9 0,-3 1-1 0,0-1-9 16,-1 2 1-16,8-1 3 0,1 0-3 0,0 3-1 0,-5-2 0 15,-1 0 1-15,-3 1-27 0,-2 1-10 0,-2 1-6 0,0 0-82 0,-2 0-21 16,-1 1-35-16,0 3-112 0,-3 0-26 0,-2 2-30 0</inkml:trace>
  <inkml:trace contextRef="#ctx0" brushRef="#br0" timeOffset="197238.55">24341 16098 1836 0,'12'0'-805'0,"-5"-4"1400"0,0-1-209 0,-2 1-305 16,2 0-75-16,0 0 4 0,2 2-9 0,2-2 8 0,4 1 0 15,0-2-4-15,4 1-6 0,3-2 1 0,1 1-4 0,3-1-4 16,2 2-2-16,0 0-4 0,-4 0-15 0,1 0 1 0,-1 0-5 16,2 1-14-16,4-1-8 0,-4 1-8 0,-1-1-60 0,-3 0 1 15,-3 2-19-15,-1-1-39 0,-1 2-7 0,0 1-10 0,-1 0-104 0,-3 0 170 16</inkml:trace>
  <inkml:trace contextRef="#ctx0" brushRef="#br0" timeOffset="197619.87">25592 15665 718 0,'0'4'417'0,"1"-5"-246"15,0-1 313-15,-6 1-447 0,1 1 8 0,1 4-38 0,-1 1 4 16,3 3 2-16,2 1-8 0,2 1 0 0,2 2 8 0,0 3-10 16,-1-1-3-16,2 5 0 0,0 2-1 0,-1 0-14 0,1 0 6 15,1 1-7-15,0-2 12 0,8 1-2 0,-1-2-1 16,3 0-6-16,-1 0 1 0,-4-2-6 0,-2 1-26 0,-1-3 19 0,-1-1 0 0,0-2 11 16,1-2 0-16,-1-1-7 0,-1-1-48 0,-2-1-18 0,0 2-28 15,-2 0-186-15,-1 2 84 0,1-3-86 0,-2 1 136 0,0-2 103 0,0 1-25 16</inkml:trace>
  <inkml:trace contextRef="#ctx0" brushRef="#br0" timeOffset="197989.44">25565 15981 923 0,'2'-9'129'0,"4"-1"284"0,2 0-359 0,-1 2-18 16,3 1-28-16,4 0 0 0,-5 1 5 0,6-1 1 0,4 2 21 0,0-2-9 16,5-1-6-16,1-1-18 0,-2 1 4 0,-2 2-6 15,-1 2 1-15,-1 1-1 0,0 2 0 0,3 1-2 16,0 1 3-16,2-1-1 0,-1 4 4 0,1 1 0 0,1 2-4 0,2 3-15 0,-1-1 20 16,1 1-16-16,-2 0 28 0,-8-1-8 0,-2 0-9 0,-4-2-4 15,-2-1 2-15,6 1 2 0,0-4 13 0,-3 1 3 0,1-2-3 0,-2 0-7 16,-4-2 21-16,1 0-14 0,-2 0 44 0,-2-2 0 0,-2-1 3 15,-1-1-14-15,0-1-1 0,-1-1-6 0,1 1-5 0,-2-3-4 16,-1 0 0-16,-3 0-17 0,1 0 11 0,-3-1-11 0,-2-2 11 0,-1 2-6 16,-1 2-11-16,-3 0-7 0,-1 3 1 0,-3-2-4 0,-5 2-5 15,4 0 5-15,-3 2-2 0,-3 3-6 0,-1 3 11 0,-4-2-9 16,3 6 7-16,2-1-7 0,3-2-8 0,-1 4-30 0,2-4-9 16,3 1-7-16,2 1-68 0,5-6-8 0,2 3-18 0,1-3-76 15,2 0-23-15,2 1-20 0,3 0 64 0</inkml:trace>
  <inkml:trace contextRef="#ctx0" brushRef="#br0" timeOffset="198704.28">27015 15524 1775 0,'-11'-2'81'0,"4"0"11"0,-2 2-62 0,2 3-8 0,0 3-20 0,1 1-20 0,4 1 11 0,0 2-12 0,2 1 25 0,0 1-2 0,0 2-3 0,0 3-22 0,0 0 8 0,0 4-11 0,0 1 18 0,0 3-3 0,0 1-2 0,2 3 3 0,-1 1 6 0,2-1 0 0,-2-3 18 0,0-4-5 0,-1-1-5 0,1-1-2 0,-1-1 14 0,1-1-6 16,-2-2 14-16,-2-3-6 0,0 1-15 0,-1-4 5 0,2-2 4 0,2-1-2 0,-2-2 4 15,2 0-1-15,-1-1-4 0,0-2-3 0,0 0 11 0,0-1-7 0,1-1 22 16,0 0-9-16,0 0-6 0,0 0-13 0,3-3 2 0,0 2-2 15,1-2 7-15,-1-2-3 0,3 1-3 0,-1-2-9 0,1 0 3 0,0-3-3 16,0 1 8-16,1-2 0 0,0-2 1 0,1-1-10 16,3 1 4-16,-3-5-4 0,0-1 11 0,1-4 77 0,-1-1 23 0,0 0-190 15,-2-2 104-15,1-2-148 0,-1 0 127 0,-1-4 2 0,-2 4 0 16,-3 0 4-16,0 3 1 0,1 1 1 0,5 2 1 0,5 4 0 16,-1 2-4-16,-1 3 8 0,2 3 9 0,-2 1-4 0,2 3 15 15,-3 0-7-15,-1 3-6 0,-2 1-23 0,0 1 12 0,0 0-12 0,0 1 9 16,-3 5-2-16,0-3-10 0,2 5-5 0,-3 0 9 0,2 2-6 15,-2 0 10-15,2 1-2 0,0-1-4 0,1 0-16 0,2 2 11 16,0-3-10-16,2-1 11 0,-2-1 4 0,1-1-4 0,2-2-3 16,0 1 14-16,0-3-9 0,0-1 15 0,0-1-1 0,0-1-6 0,-1-5-3 15,1 3 5-15,0-4-4 0,1 1 8 0,0-1-1 16,-1-2-4-16,1 0-4 0,0-1 3 0,0 0-3 0,-1 0 9 0,0 1-5 16,-1 0-4-16,0 0-2 0,0 0 2 0,-3 0 1 0,0 0 6 15,-1 0-1-15,1 0-2 0,-1 0-7 0,2 0 5 0,0 1-3 16,-1-1 9-16,0 4-2 0,-1 1-6 0,1 2-1 0,-2 2 3 0,0 0-2 15,1 1 0-15,-3 2 0 0,0 4-4 0,-1 2-4 0,0 3 13 16,-2 5-7-16,1-1 23 0,1 3-3 0,0 1-7 0,2 4-20 16,2 2 15-16,0-1-13 0,0 3 22 0,2 0-9 0,-3 1-7 0,2 1-37 15,0 0-15-15,1-3-3 0,1-4-65 0,1-4-13 16,-2-5-14-16,4 1-130 0,-1 2-64 0,2-4-8 0,-6 2 68 0</inkml:trace>
  <inkml:trace contextRef="#ctx0" brushRef="#br0" timeOffset="199155.12">28051 15643 2001 0,'-45'0'-395'0,"19"-3"692"0,5 0-100 0,0 3-149 0,-3 3-39 0,4 3 2 16,2 2-7-16,3 1-4 0,3 1-3 0,1 1-8 0,2 1-11 0,0 1-3 0,2-1-2 0,0 4-21 0,2-3-4 0,1 1-3 0,1-1-24 0,2-1 1 0,1 0-3 0,1-2 21 0,1-5 7 0,0 0 5 0,2-3 4 0,0-1 28 0,1-1-15 0,-1-1 57 0,2-3 11 0,-1-1 1 0,1-3 15 16,1-1 5-16,1-1-5 0,-2 0-9 0,2 1-1 0,-1-2-5 0,1 0-20 0,1-1 23 0,0 1-19 0,0 1 23 0,1-1-10 0,-1 1-16 0,2 1-18 0,0 0 13 0,2 0-11 0,-1 1 10 0,-1 3-2 15,-1 0-10-15,2 1-5 0,0 2 8 0,1 1-6 0,1 1 8 16,-3 0-3-16,0 2-7 0,-2 1 2 0,-1 1-1 0,-1 1 2 0,-3 0 4 16,2 2 0-16,-7 1-1 0,5 2-11 0,-5 1 9 0,0 3-8 15,5-2 14-15,-7 3-4 0,4-3-3 0,2 2-2 0,0 1-6 16,0-1 5-16,1-2-18 0,-2 1-4 0,0-6-7 0,0-1-25 0,0-2 3 15,1-2-10-15,1 4-20 0,1-4-20 0,1 2-16 0,-3-4-52 16,3 0-44-16,-3-1 10 0,1-2 35 0</inkml:trace>
  <inkml:trace contextRef="#ctx0" brushRef="#br0" timeOffset="199359.61">28308 15272 1797 0,'-1'3'93'0,"-1"4"-33"15,0 4 1-15,-1 5-26 0,3 3-8 0,0 2-6 0,3 2-8 16,1 1-16-16,0 2 5 0,2 1-8 0,0-3-8 0,-1-3-16 16,2 0-13-16,-1 2-95 0,-2 2-4 0,1-2-15 0,-2 0 0 15,0-4-38-15,2-1-15 0,1-3-129 0,-3 1 185 0</inkml:trace>
  <inkml:trace contextRef="#ctx0" brushRef="#br0" timeOffset="199787.89">28651 15693 1352 0,'9'-7'270'0,"2"0"-234"0,-2 0 30 0,1 1-43 16,0 1 17-16,2 0-23 0,2 1 13 0,0 1-4 0,-1-1-12 0,-2-1-14 15,-2 1 7-15,-1-1-10 0,0-3 7 0,-2 3-2 0,1-3-2 16,0 0-8-16,-1-1 6 0,-2 1-5 0,-2-3 11 0,1 2 3 16,-2-1-6-16,-1 0-3 0,-3-2 14 0,1 2-10 0,-1-1 30 15,-1 0-4-15,0 1-4 0,-1 0-11 0,0 0 6 0,-1-2-5 16,-1 1 7-16,1 0-1 0,-3 1-6 0,0 1-4 0,-1 0 9 0,-2 4-6 15,-1 2 17-15,0 2-3 0,-1 2 0 0,-2 2-1 0,-1 3 8 16,1 2-4-16,-2 1 2 0,1 1-9 0,2 2-9 0,5 1-4 0,0 1 0 16,2 1 0-16,-1-1 0 0,-2 3 0 0,1-1-1 0,1 2-7 15,0 2 6-15,3-3-6 0,2 3 5 0,4-2 2 0,2 0-3 16,5-1 3-16,5 1 3 0,2-1-2 0,1 1 4 0,3-1-1 16,-1-1-3-16,3 2 1 0,6-2 3 0,3-1-2 0,6-1 4 0,-1-4-4 15,-2-2-4-15,0 1-8 0,-1-1 0 0,1-1 1 0,0 1 5 16,1-2-3-16,2 2-4 0,4-2-10 0,-2-2 1 0,-3 0-4 15,-1-3-9-15,-2 1-5 0,2-2-6 0,3 0-20 0,-4-2-8 0,-4 1-1 16,-3 0-44-16,-3-1-30 0,0 1-22 0,2 1-267 0,-1 4 267 16</inkml:trace>
  <inkml:trace contextRef="#ctx0" brushRef="#br0" timeOffset="-204196.75">29411 10670 527 0,'1'-8'154'0,"-2"0"209"0,-1 3-280 0,0 1-50 0,1 3-19 0,1 0 6 0,0 1-6 0,0 0-12 0,0 1-21 0,0 0 18 0,0 2-16 0,0 1 31 0,1 1-7 0,-1 1-6 15,2 2-3-15,-2 2 4 0,0 3 1 0,0 1 26 0,0 1-2 0,0 5-2 0,0-1-13 0,1 3 20 0,0-2-18 0,2-1 20 0,1 0-4 0,-1-1-7 0,0 3-10 0,2-1-1 0,-1 2-2 0,3-3 1 0,0 1 0 0,0-3 1 0,0 5-5 16,0 3 6-16,0-2-4 0,-3-2 3 0,1 2-3 0,-1-1-4 0,1 1-3 0,-1 2 6 0,1 1-4 15,-2 4 11-15,-2 1-1 0,0-1-5 0,-1 1-6 0,2 2 19 0,-2-1-14 16,0 2 23-16,-2-5-2 0,1 2-7 0,0 0-20 0,-1-1 17 16,0 2-14-16,1-4 22 0,-2 2-2 0,2 2-13 15,-1 4-19-15,0 1 33 0,-1 0-26 0,1-2 40 0,0-5-9 0,1-2-15 16,0 3-15-16,1-3 5 0,0-1-4 0,0 0 13 0,0-3-6 16,0 5-5-16,0-3-3 0,1 1 0 0,0-4 1 0,2 0 7 0,2-3-9 15,-2 3-5-15,2-2-1 0,-2 4 9 0,0-1-1 0,1 0 8 16,-2-3 0-16,0 2-12 0,1 0 0 0,0 1 7 0,-1-2-6 15,2-4 3-15,-1-3 2 0,-1-2 0 0,1 1-6 0,0 3 2 16,-1 0-2-16,0-1 15 0,0 0-4 0,0-2-1 0,0-2-14 16,-1 1 10-16,0 0-8 0,0-1 17 0,1-1 0 0,0-1-6 0,-1 1-6 15,1-1-1-15,-1 0 0 0,2 0 9 0,0-1-6 0,-1 0 1 16,0 1-15-16,0 1 11 0,1-1-7 0,-3 0 21 0,-3-1-3 16,2-1-8-16,0 0-15 0,3 0 13 0,3 0-11 0,-2-1 24 15,1 0-3-15,-1 0-8 0,0 0-15 0,2 1 14 0,-1-2-11 16,1 1 18-16,-3 0 0 0,0 0-6 0,1 1 1 0,-2-2-6 0,1 0 2 15,0 2 2-15,0-3-2 0,1 0 2 0,-1 0 0 0,0 1-3 16,0-4 2-16,3 2 3 0,-2 0-2 0,2-2 1 0,0 3 4 16,1-3 0-16,0 0 3 0,0 1 0 0,1-1 0 0,-1 0-4 0,-1 0-5 15,2 1 7-15,2-2-7 0,0 0 4 0,1 1 4 16,1-1-3-16,1 2-8 0,-1-2 7 0,0 1-7 0,3 0 14 0,-1-2-5 16,2 0-4-16,1 0-5 0,2 1 5 0,0-1-2 0,3-1 11 15,1 1-3-15,4-2-6 0,8 0 5 0,3-3 1 0,3 2 0 16,-4-2 0-16,1 1 1 0,1-2-2 0,4 1-3 0,5-2 8 15,-1 2-8-15,2 3 2 0,6 2-1 0,7 0-6 0,6-2-1 0,1-3 7 16,-4-3-6-16,-2 2 8 0,-3-2-1 0,2-1-4 0,6 2-5 16,1 0 5-16,-1 1-4 0,-4-2 4 0,-7 1 1 0,-5-2-3 0,3 1-3 15,0 2 2-15,0-1-2 0,1 1 5 0,-1 1 0 0,-5-1-3 16,1 4-3-16,-6-2 7 0,-3 2-6 0,0 0 7 0,-6 0 0 16,-1 0-4-16,0 1-5 0,-2 0 8 0,-1 0-5 0,0 1 17 15,-1 0-2-15,2 0-8 0,2 0-4 0,-2 0 4 0,-3 2-4 16,-3 2 4-16,-1-1-3 0,-2-2-3 0,1 1-8 0,0-2 9 15,-5 2-5-15,-1-2 11 0,-3 1-4 0,-1-1-3 0,-2 1-28 0,1-1 2 16,-2 1-9-16,0-1-18 0,-2 2-7 0,0-1-12 0,-2-1-52 16,1 0-16-16,0 0-10 0,-1 0-140 0,1-1-78 0,-1-1-69 0</inkml:trace>
  <inkml:trace contextRef="#ctx0" brushRef="#br0" timeOffset="-202343.15">29555 11401 351 0,'-3'-2'27'0,"0"1"55"0,1 1-89 0,-1 1 7 16,-2 1-9-16,0 0 17 0,2 0 3 0,1-1-6 0,0 0 4 0,0-1 18 0,1 0-15 0,1 0 17 0,0 0-5 0,-1 0-5 0,1 0-2 0,-1 0 2 0,1 1 1 0,0 1 7 0,0-2 1 0,-1 0-7 0,1 0 13 0,0 0 2 0,1 1-3 0,-1-1-4 0,0 0 2 0,0 0 3 0,3 1-17 0,0 0 15 0,1-1-13 0,-1 0 23 0,2 0-5 0,-1-1-12 0,2-1-18 0,2 0 22 0,-6-1-20 0,2-1 21 16,-2 0-5-16,2-1-10 0,6 2 0 0,2-3 7 0,2 2 0 0,1-1 23 0,2 0-4 0,0 0-4 0,0-2-24 15,4 1 20-15,-2-1-19 0,2 0 23 0,0-1-6 0,2 2-8 16,2-2-4-16,2-1 4 0,1 0-1 0,3-1 14 0,1-1-4 0,3 1-6 16,6-3-10-16,-2 1 8 0,-5-2-7 0,1 1 6 0,-3 0-4 15,2 0-5-15,5-1-15 0,-2 3 9 0,0-4-8 0,0 3 13 16,0 1-1-16,4 1-7 0,5-3-5 0,1 2 11 0,0-1-10 0,-4-2 13 15,-4 1 6-15,-1-3-1 0,6 0-20 0,3 0 22 0,3-2-20 16,1 0 31-16,4 1-2 0,4 1-12 0,3-1-7 0,-3 0 10 16,-2-1-10-16,0-1 6 0,-4 3-4 0,5 0-3 0,2 1-7 15,2 2 3-15,-2 2-3 0,-2 0 5 0,-7 2 0 0,-5 2-3 0,0-2-6 16,-4 2 1-16,-1 0-3 0,-3 2 5 0,-5-1-1 0,-1 4-1 16,1-3 1-16,-1 2 0 0,0-2 3 0,-4 2-10 0,-4 0 5 15,-3-1-2-15,-3 3-10 0,-2-3 10 0,-1 1-13 0,1 2-3 16,-4 0-7-16,-2-1-10 0,-1 1-10 0,-2 1-4 0,-1-1 3 15,-1 1-15-15,-1 0-7 0,-1 0-11 0,-1 0-55 0,0 1-17 0,0 0-12 16,-2 1-136-16,-2 1 177 0,0 3-23 0</inkml:trace>
  <inkml:trace contextRef="#ctx0" brushRef="#br0" timeOffset="-201570.01">29562 11996 639 0,'-4'-12'-35'0,"1"7"90"0,0 3-13 0,2 1-3 15,0 1-45-15,1 0 6 0,0 0-9 0,0 0 24 0,0 0-4 0,0 0-5 0,2 1-21 0,1 1 22 0,-1 2-17 0,0-3 31 0,0 3-4 0,1-1-5 0,-1-1 3 0,-3 0 1 0,-2 0 5 0,2 2 20 0,-1-3-3 0,3 2-3 0,3 0-11 0,-1-1 17 0,1 1-13 0,2-2 31 0,0 3-6 0,-1-3-4 0,3 2-11 0,-1-3 9 0,2 0-7 0,1 1 15 0,3-1-6 0,0 0-9 0,1-1-12 16,1 1 14-16,0-3-12 0,0 0 14 0,2 0-6 0,0 1-8 0,1 0-12 0,2-3 9 0,2 1-8 16,1-1 23-16,2 0-7 0,1-2-3 0,4 0-16 0,5-1 5 15,3-1-5-15,5 0 11 0,-9 0-4 0,3 0-5 0,3 0-13 0,-1-1 9 16,7 2-8-16,-1-1 12 0,-1 1-3 0,3 2-4 0,8-4-5 15,2 1 4-15,1-1-3 0,-3-1 9 0,-6 1-2 0,-2-1-5 0,5 0-7 16,3 0 13-16,1-1-9 0,5 2 10 0,-1 0 0 0,0 0-8 16,-1 1-8-16,-3-2 17 0,-2 0-16 0,0-1 18 0,0 3 0 15,0 0-6-15,6 2-9 0,-1 2 6 0,-3-3-7 0,-1 3 11 16,-5 0-3-16,-4 1-3 0,2-1-19 0,-2 2 15 0,-3-2-13 16,0 2 25-16,-1 1-5 0,1-1-9 0,-2 1-12 0,-1 1 11 15,-3-2-8-15,-6-1 18 0,-3 2-3 0,-2 0-5 0,-2-2-1 0,-2 1-3 16,-3 0 2-16,-2-2 0 0,-1 2-1 0,-4 0 3 0,1 0-14 15,-1 0 14-15,-3 3-10 0,-3-1 17 0,-1 0 0 16,-3 1-9-16,2-1-15 0,-3 1 5 0,-1 0-12 0,1 0-19 0,-1 1-9 16,1 0-14-16,1 0-37 0,0 3-5 0,2 1-10 0,0 2-84 0,3 0-53 15,2 4-53-15</inkml:trace>
  <inkml:trace contextRef="#ctx0" brushRef="#br0" timeOffset="-196109.74">20369 5335 516 0,'-8'-3'145'0,"1"1"197"0,1 2-266 0,-2 2-54 16,0 2-14-16,-2 4 2 0,0 3 2 0,0 2-1 0,-2 3 0 0,1 1 14 0,1 3-9 0,2 0 21 0,1 1-2 0,2-1-12 0,0 1-13 0,3 0 27 0,1 1-24 0,1 1 31 0,1-5-7 0,1 1-9 0,2 1-23 0,-1 0 16 0,3 3-14 0,-1-1 17 0,2 1 1 0,2-1-14 0,-1 1-16 16,1 2 27-16,-1 2-26 0,0 5 20 0,-1-1-2 15,1 2-11-15,1 2-11 0,-1-3 9 0,0 1-6 0,-1-1 20 0,-2-4-1 16,0 2-7-16,-1 0-7 0,0 1 4 0,-2 2-4 0,0-1 2 15,-2 0-1-15,0 3-1 0,0 5 5 0,-2 2-1 0,0-1 4 16,-1 1 7-16,1-3-2 0,0-2-1 0,-1-2-11 0,0 3 11 16,1-4-10-16,0-3 11 0,1 1-5 0,0-3-3 0,1 1-5 0,0 2 3 15,1 1-1-15,1 0 10 0,1-1-3 0,1-2-2 0,0-2-22 16,1-5 16-16,-1 1-12 0,2-3 29 0,-1-2-3 0,2-1-6 0,-1-1-19 16,2 1 8-16,-2 1-7 0,1-1 20 0,0 0-2 15,0-3-4-15,0 0-7 0,-1-1 2 0,1 0-3 0,-2-1 4 0,1-1 0 16,0 1 0-16,0-1-9 0,0 0 9 0,0 1-6 0,-1-2 16 15,2-1 0-15,0 1-10 0,1-1-1 0,-2-1 4 0,1 0-4 16,0-1 2-16,0-1 0 0,1-3-3 0,4 3-6 0,-1-4 9 16,1 2-5-16,1-2 17 0,-1 0-2 0,0-1-3 0,2-1-10 0,-6 1 3 15,1-1-3-15,2 0 8 0,1 1 4 0,8-1-2 0,2-1-11 16,-1 1 4-16,-1 0-5 0,-1-1 9 0,1 2 2 0,-2-1-1 16,1 0-6-16,0-1 9 0,2 0-9 0,0 0 9 0,2 0 0 15,3 0-2-15,3 0-2 0,3-1 0 0,5 1-1 0,2 0 2 0,-5 0-3 16,-3 0-2-16,1 0-10 0,2 0 11 0,3 0-7 0,5 0 16 15,-3-1-2-15,-1-1-9 0,5 2-3 0,3 0 5 0,5 0-4 16,3 0 1-16,-4 0 0 0,1 0-2 0,0 0-7 0,-2-1 12 16,6 1-9-16,-3-1 13 0,1 1-2 0,3 0-5 0,6 1-6 15,-2 0 9-15,-2-1-5 0,-3 0 14 0,-4 0-6 0,1 2-7 0,2-2-8 16,4 1 8-16,6-1-6 0,0 0 13 0,-1 0 2 0,-1-1-1 16,-1-1-4-16,-1 1 1 0,4 0-3 0,2-2 4 0,3 2-1 15,2 0-2-15,1-1-2 0,-4 1 8 0,-4-1-4 0,3 0 10 16,3 1-2-16,4 0-8 0,5 1-5 0,-3 0 9 0,-4 0-8 15,-6 1 16-15,-2 0-5 0,3 2-6 0,7-1-14 0,0 1 14 0,-2 1-11 16,-4-2 18-16,-7 1 3 0,-2 0-7 0,6 0-7 0,5-1-1 16,0 0-1-16,-5 1 5 0,-2-2-2 0,-5 2 2 0,2-3-15 15,2 0 12-15,0 0-8 0,2 0 17 0,0 1 2 0,-5-1-6 0,4 1-11 16,-5 0 8-16,0-1-7 0,2 2 16 0,-4 0-3 0,4 0-5 16,2 3-8-16,4-1 4 0,-6-1-3 0,-4 1 9 0,-4-1 0 15,-1 1-3-15,2-1-13 0,5 1 10 0,1 0-9 0,2 0 22 16,-3 0-4-16,-5-2-4 0,-2 0-17 0,-4-1 12 0,-1-1-10 15,-1 0 21-15,-3-1-1 0,1-1-5 0,4 1-15 0,3-3 7 16,-2 0-7-16,-5-1 22 0,-3 1-3 0,-2-2-2 0,0 0-15 16,5-2 9-16,-4 0-6 0,-1 1 12 0,0-1 0 0,2 2-5 0,6-2-12 15,1 1 13-15,-2-2-10 0,-8 3 20 0,-7 0-4 0,2-2-8 16,-2 2-4-16,4-3 3 0,-4 1-3 0,-4-1 6 0,-2 1-1 0,-3 1-2 16,0-1-10-16,1 2 7 0,-2-2-4 0,0 1 18 0,-1 1-1 15,0 0-6-15,4 1-15 0,-3-1 16 0,1 0-14 0,2 1 18 16,-4 0 0-16,2 0-7 0,-3 0-8 0,-1-2 9 0,-8 1-7 15,-1-1 7-15,-1 0 4 0,0-1-7 0,7-1-2 0,-2 0 7 16,3-1-7-16,-3-2 8 0,-1-1-2 0,-1-1-3 0,-1-1-5 16,2-2 4-16,-2-1-2 0,0-1 10 0,-2 4-1 0,0-2-5 0,0-2-2 15,-3-1 2-15,0-3-1 0,-2-4 3 0,0 0-3 0,-2-1-1 16,1-3 1-16,-3 0-5 0,-1 2 6 0,-2 1 1 0,1 2-1 0,-2-1 2 16,2-4-16-16,-2-3 12 0,2-3-9 0,-2-1 21 0,1 0 0 15,2 0-8-15,1-5-4 0,1-1 2 0,1-2-4 0,2 2 1 16,0 4 2-16,3 1 1 0,-1-4-10 0,1 1 9 15,-1-3-8-15,1 3 19 0,-1-1-3 0,0 2-8 0,0-3-10 0,1-1 13 16,-2 3-11-16,0 4 15 0,-2 4-1 0,-1 4-8 0,-2-1-3 16,-1-2 9-16,-2 1-5 0,0-2 10 0,-3 4-2 0,-1-1-5 0,-1 1-16 15,-3 0 15-15,1-2-13 0,-1 1 17 0,-1 0 3 0,-2 3-9 16,1 2-4-16,-2 2 8 0,-1 1-9 0,4 3 7 0,1 0 1 16,-4 0-2-16,-2-1-5 0,-7 0 3 0,-1-2-3 0,0 1 5 0,2 1 0 15,1 2-3-15,0 2-10 0,-1 2 12 0,1 4-9 0,-2-1 17 16,0-1-7-16,-2 3-6 0,-5 1-1 0,-2-1 5 15,-4 2-1-15,-1 2 7 0,2-1 0 0,-3 1-5 0,-5 1-16 0,0 0 17 16,-4 1-11-16,3-1 25 0,3 3-7 0,-2-1-10 0,-7 1-11 16,-2 0 16-16,-2 0-10 0,-3 2 14 0,2 0 0 0,-1 0-11 0,-2 0 2 15,1 3 4-15,-3 0-2 0,-2 0 3 0,2 0-3 0,-5 0-4 16,0-1-3-16,1 1 3 0,1-1 1 0,2 2 14 0,1-1-6 16,0 1-2-16,-7-2-15 0,1 1 10 0,0-2-7 0,0 1 24 15,6 1-6-15,-2 0-10 0,-6-1-10 0,0 2 10 0,-3-1-7 16,3-1 18-16,4 2-4 0,-2-1-4 0,-5-1-11 0,-2 2 11 0,-4-2-8 15,-1 0 14-15,6-1 0 0,2 2-7 0,-6-1-12 0,1 1 14 16,-4-1-11-16,-4 1 17 0,9-1 0 0,1-2-10 0,-5 3-13 16,2 0 17-16,-3-2-14 0,-2 0 24 0,4 2-4 0,3-3-9 0,-2 2-2 15,2-1 2-15,-4 1 0 0,0-1 3 0,6-1-1 0,2 0-3 16,2 0-2-16,0 0 3 0,1-1 0 0,-1 1-1 0,0-2 3 16,5 1 0-16,-2 0-15 0,3 0 18 0,4 1-16 0,-5 0 26 15,3-2-6-15,2 1-9 0,-6 0 1 0,3-2-2 0,4 1 2 16,0 0 0-16,5 0-4 0,-1-1-3 0,-4-1 6 0,-1 2-1 15,-2-2 4-15,2 1-1 0,4 0 0 0,0-1-1 0,1 3-9 0,-4-2 9 16,1 2-6-16,0 1 14 0,1-2-1 0,-3 1-7 0,-1 0-3 16,-2 0 3-16,7 1-2 0,3 0 1 0,-1 1 1 0,0 1-2 15,1 0-4-15,-1 0 7 0,4 0-4 0,0-2 8 0,3 1 0 16,7 0-3-16,3 2-7 0,5-2 2 0,2 1-2 0,4-2 11 0,4 0-2 16,0 2-2-16,3-2-10 0,2 1 7 0,6-1-6 0,2 1 13 15,4 1-5-15,3-1-6 0,0 0 0 0,2 0-5 0,1 2 3 16,1 1-28-16,3 1-5 0,2 4-8 0,5 2-53 0,2 4-16 15,7-3-11-15,5 4-149 0,3 3-80 0,5 4-75 0</inkml:trace>
  <inkml:trace contextRef="#ctx0" brushRef="#br0" timeOffset="-194078">29896 13363 217 0,'3'-16'228'0,"-5"0"-120"0,-2 0 137 0,1-1-160 0,1 5-42 0,0 2-17 0,1 4 20 0,0-1-4 0,1 4-1 0,0-1-15 0,0 1 2 0,0-1-7 0,1 3-14 0,0 0-6 0,1 1-3 0,0 0-13 0,1 2 13 0,0 3-6 0,0 1 30 0,2 1-2 0,-2 5-10 0,3 2 2 0,-2 6 26 0,0 2-16 16,-2 0 35-16,-1 3-8 0,0 0-12 0,-1 2-18 0,0 3 3 16,0 0-6-16,-1-2 3 0,1 0 1 0,0 0-8 0,0 4-12 15,1 3 17-15,0 1-16 0,0 0 15 0,2-2-3 0,-1 3-8 0,0 2-5 16,2-3 11-16,-1 1-7 0,0-3 18 0,1 0-4 0,-1-2-9 15,-1 1-14-15,0 1 21 0,1 2-18 0,0 1 29 0,0 1-5 16,0-3-9-16,0 2-13 0,-1 1 15 0,2-3-12 0,-1 1 21 0,0-4-7 16,1 2-13-16,1-5-2 0,1 3 5 0,1-4-4 0,1 0 3 15,-3 2-4-15,1 1-2 0,-1 1-1 0,0 1-1 0,2-2 2 16,-3-5 11-16,2 3-3 0,-1-4-1 0,1 1-17 0,0-4 10 16,-2-2-9-16,2 1 19 0,-6-4-2 0,0 3-7 0,1-2-1 0,0 0-3 15,7-4 2-15,0 2 6 0,1-3 0 0,-1 1 0 0,2-1-17 16,3 1 18-16,3-2-15 0,1 0 22 0,-2 0 1 0,2-2-6 0,1-2-17 15,5-2 9-15,0 1-9 0,4-4 15 0,1 1 4 16,4-2-5-16,7-2-6 0,5 0 13 0,5 0-13 0,2-3 7 0,-7 0-1 16,-2 0-5-16,1 1 8 0,2 0-5 0,4 0 6 0,0 1 4 15,-1 0-1-15,3 0 5 0,9-1-17 0,0 2 13 0,-3-1-12 16,-1 0 18-16,-7 0-5 0,1-2-6 0,4 0 8 0,-2 3-1 16,5-2 3-16,2 1-8 0,-3 1-1 0,0-2-5 0,-1 1-12 15,-4 1 17-15,-3-1-16 0,-1-1 16 0,-4 2 0 0,0 0-7 0,4 3-5 16,1 0 4-16,-2-1-5 0,0 1 6 0,-5 1-1 0,-5-1-2 15,-2 0-6-15,-3 2 7 0,-5-1-6 0,-2 1-7 0,-4 0-5 16,-2 2-8-16,0-4-31 0,-2 2-15 0,-1-1-3 0,0 1-96 0,-2-2-36 16,-1 0-38-16</inkml:trace>
  <inkml:trace contextRef="#ctx0" brushRef="#br0" timeOffset="-192876.6">29817 13983 626 0,'-18'-9'-9'0,"7"4"29"0,3 4-7 0,0 1-6 15,1 0-14-15,0 0 17 0,0 2-16 0,3 2 11 0,-1-1-2 0,2-2-6 0,1 3-12 0,-1-1 15 0,3-1-7 0,-1 0 40 0,1 1-1 0,-1-1-8 0,1 1-22 0,0 1 25 0,0-2-23 0,0 2 26 0,1 0-9 0,0-1-13 0,3 2-4 0,-1-3 3 0,1 0 1 0,3 0 12 0,0-1 3 0,2-1-3 0,3 0-9 0,2 0 16 16,1-2-15-16,5-1 13 0,-1-1-6 0,0 1-7 0,3 0-6 0,3-2 8 16,1 2-4-16,5 0 27 0,1-1-4 0,-1 0-3 0,-4-1 0 15,0 1 10-15,1-2-7 0,0 2 7 0,6-1-5 0,1-1-4 16,1 3-1-16,1-3-3 0,3 3 2 0,5-1-6 0,5-1-3 15,6-2-4-15,5 1-21 0,-1-3 20 0,-3 0-18 0,3-3 28 0,-3 1-8 16,5 2-9-16,8-1-2 0,2 1 5 0,-1 2-2 0,1 1 6 16,-8-2-1-16,-4 1-8 0,7-2-11 0,-1 0 12 0,2 4-11 15,0-2 13-15,-4 2-4 0,-6 2-6 0,-2-2-1 0,-3 1-2 16,-2 2 4-16,-4-1 8 0,-2 2-3 0,2 0-3 0,0 0-8 16,0 1 2-16,-3 0-4 0,-7-2-4 0,-2 1-9 0,-5 0-10 0,-2-2-17 15,-1 2-12-15,-3 0 3 0,-3-2-42 0,-3 0-6 0,-1 1-10 16,0 1-96-16,-4-1-24 0,2 1-27 0</inkml:trace>
  <inkml:trace contextRef="#ctx0" brushRef="#br0" timeOffset="-192350.62">29751 13491 1264 0,'2'-14'59'0,"1"-1"-30"0,1 3-12 0,2 3 1 16,0 6-16-16,2 3 0 0,4 0-5 0,2 2-13 0,5 4 22 0,3 0-17 0,3 1 33 0,5 1-4 0,4 1-7 0,10 2-10 0,3 1 12 0,-3 0-6 0,2 0 32 15,-4 1-4-15,-1-1-9 0,9 3-9 0,-3 2 12 0,2 1-12 0,7 3 7 0,5 0-2 0,-1 2-5 0,1 1-1 0,-3-1 5 0,-2-1-2 0,6 4 16 0,0-3-7 0,8 0-2 0,5 4 2 0,2-3-1 0,0 0 2 0,-2 2-7 0,-5-1 0 0,4 2 0 0,6 1-15 0,2-1 8 16,1 2-9-16,-3-1 9 0,-11 1-3 0,-1 3-4 0,3 1-18 0,0 1 15 0,2 0-11 0,-1-2 29 0,-10-1-7 0,-4-2-8 0,-3-2-13 0,-2-1 11 0,2 0-6 0,3-2 26 0,-3 0-7 0,0-2-8 0,-2-2-14 0,-7 0 10 16,-1-4-7-16,-4 1 12 0,-4 0 2 0,-2-2-5 0,-1 2-18 0,2 1 15 0,0-1-15 15,0 0 16-15,-3-2 1 0,-5-2-11 0,-4 1-8 0,-1-2 14 16,-4-1-12-16,-2-2 15 0,-3 0-5 0,-2-1-6 0,-3 0-35 15,0 1-12-15,-3-2-4 0,-1 0-55 0,0-2-18 0,-1 1-16 0,0-1-179 16,2 0 203-16</inkml:trace>
  <inkml:trace contextRef="#ctx0" brushRef="#br0" timeOffset="-187090.15">21791 4533 459 0,'0'-26'123'0,"0"0"158"0,-2 0-194 0,0 7-17 0,0 5-21 0,1 5 45 0,-1 7-27 0,-1 2-22 0,-1 2-30 16,-3 7 15-16,-2 8-7 0,-2 7 44 0,-4 7 2 0,-4 10-2 0,-10 9-21 0,-5 9 29 0,-8 6-27 0,-8 10 13 15,-4 12-9-15,-6 9-23 0,-10 16-26 0,-5 6 21 0,0 3-21 0,-6 6 21 0,0-8-5 0,1 1-12 0,-2 3 3 0,4-5 14 0,2-1-8 0,3-6 19 0,3-9-7 0,2-2-10 0,4 1-14 0,6-5 11 0,5-11-9 0,6-7 14 0,8-6-6 0,5-7-8 16,6-5-4-16,7-12-2 0,8-11 1 0,9-10 6 0,5-11-8 0,7-6-1 0,7-8-3 0,9-6 5 0,7-6 1 0,14-13 19 0,11-17-8 0,23-19-8 16,21-19-10-16,13-18 10 0,15-12-6 0,15-9 18 15,1-5-7-15,11-4-6 0,15-7-12 0,-1-2 7 0,6 0-5 0,6-1 17 16,-14 5-8-16,1 4-5 0,3 1-14 0,-6 7 10 0,-3 14-4 0,-7 12 27 16,-20 14 2-16,-13 16-4 0,-15 12 26 0,-22 13 12 0,-19 13-1 15,-19 9 11-15,-22 10-10 0,-17 6-13 0,-12 6-11 16,-15 11 13-16,-16 13-9 0,-16 14 22 0,-18 20-3 0,-19 18-6 0,-24 14-36 15,-16 11 17-15,-11 10-21 0,-10 11 11 0,2 6-2 0,-3 9-11 0,-9 12-15 16,1-2 11-16,8 10-13 0,4-5 13 0,13-14-2 0,12-6-5 16,11-7-8-16,18-14 4 0,22-15-4 0,18-20 9 15,23-26-3-15,18-16-3 0,24-18-6 0,21-11 5 0,19-11-2 16,21-11 20-16,25-17 3 0,19-19 3 0,23-17-14 0,25-19 9 16,5-8-9-16,12-6 15 0,9-5-4 0,-4 2-6 0,14-5-4 0,-1-1 3 0,-8 2-2 15,4-5 6-15,-20 1-4 0,-1 3-6 0,1 4-15 16,-15 5 11-16,-9 12-8 0,-11 15 15 0,-29 19 2 0,-18 16-4 15,-20 20-6-15,-28 11 8 0,-18 12-6 0,-16 11 16 0,-16 15-2 0,-16 11-1 0,-20 19-3 16,-18 14 6-16,-13 13-3 0,-12 15 10 0,-4 3-5 0,-6 6-7 16,-1 10-15-16,-7 3 8 0,-2 4-9 0,1 3 16 15,-1-4 0-15,-105 135-15 0,206-260 18 0,-195 228-17 0,117-137 16 16,24-23 1-16,19-18-4 0,18-16-12 0,16-18 13 0,15-8-10 16,18-13 24-16,17-10-3 0,24-13-5 0,30-20-7 0,17-15 3 0,20-12-3 15,18-13 8-15,1-3-4 0,13-8-4 0,16-4-6 0,-6-8 4 16,4 1-3-16,-3 4 4 0,-18-4 1 0,-1 5-6 0,-6-7-1 15,-12 3 2-15,-11 12-3 0,-9 2-6 0,-16 17 0 0,-14 9-3 0,-10 15 4 16,-21 18-1-16,-18 14 2 0,-13 15-2 0,-14 8 4 0,-8 4 4 16,-13 6-4-16,-9 5 9 0,-7 7-6 0,-8 6 14 15,-6 5-1-15,-5 4-3 0,-8 5-4 0,2 4 2 0,-3 2-2 0,1 4 6 16,5 2 3-16,-4 2 3 0,5 3 0 0,7-1 10 0,4-3-5 16,7-6 23-16,7-4-3 0,7-6-2 0,7-6-20 0,6-6 12 0,9-9-12 15,10 0 10-15,10-7-5 0,15-1-8 0,20-8-11 0,6-7 4 16,8-3-4-16,3-5 2 0,2-2-5 0,14 0-4 0,8-2-24 15,3-1-1-15,1 1-4 0,2 0-47 0,-6 3-6 0,-1 9-13 16,-2 9-96-16,-12 8-55 0,0 7-36 0,-4 7-80 0</inkml:trace>
  <inkml:trace contextRef="#ctx0" brushRef="#br0" timeOffset="-184023.59">11095 7072 217 0,'2'-2'191'0,"-10"-4"-101"0,4 1 111 0,0 5-131 0,3 0-41 0,1 0-17 0,0 3-16 0,0 1 0 0,2 0 1 0,3 2 9 0,1-1 2 0,1 2 2 0,1 0 6 0,1 1 2 0,1 0 0 0,3-1-6 0,1 1 9 0,2 0-9 0,0-2 10 0,-2 2-5 0,-3-1-4 0,5 2-13 16,3 2 18-16,3-2-11 0,7 0 33 0,-1-1-8 0,-1 0-16 0,2 0-6 0,0 1 11 0,3-2-8 0,1 2 11 0,1 0-6 0,3 0-6 16,5-1-1-16,0-2-4 0,2 0 6 0,-5-1 5 0,0-3-2 0,-1 0-3 15,2-2-15-15,4 0 14 0,-3-2-12 0,2-2 15 16,0 1-5-16,1 0-6 0,5-3-13 0,-2 0 13 0,-1-1-8 0,-4-2 18 16,-4-1 2-16,0-1-11 0,-1-1-10 0,1 0 12 0,-1-2-13 15,-1 1 12-15,-2-1 5 0,-1 0-2 0,0-3-16 0,-2-1 11 0,1 2-12 16,0-3 24-16,-7-1-1 0,-3 4-1 0,-5-1-6 0,-2 0 5 15,0 0-4-15,3-4 12 0,-2 2-4 0,-3 0-2 0,-3-2-7 16,-2-3 5-16,-1 3-3 0,-3-2 16 0,-1 3-8 0,-1 1-3 0,-1 1-25 16,-1-2 18-16,-1 3-13 0,-3-1 23 0,1 1-3 0,-3-2-13 15,1 0 2-15,-2-2 0 0,-2-5 0 0,-2 1-3 16,-1-1 3-16,-1 1-3 0,1-3-14 0,-2-2 23 0,1 1-20 0,1-3 21 16,5-2-6-16,-1-2-10 0,0 2 4 0,-3 2 3 0,-5 0 1 15,0 4 3-15,1 0-3 0,0-1-7 0,0-3 1 0,1 0 4 16,0-2-2-16,2 3 3 0,0 0 3 0,-1-1-4 0,0 0-3 0,-1-2 0 15,1-1-2-15,-3 1 2 0,3 3 3 0,-3 3 2 0,0 0-9 16,2-1 13-16,-2 1-13 0,1-2 11 0,1-1-4 0,-3-2-4 16,-1-2-5-16,-3 0 12 0,-5 2-5 0,0-1 8 0,2-2 0 0,2 2-13 15,5 0-4-15,-2 1 16 0,-2 4-12 0,-3 3 15 0,-4 1-1 16,0 2-6-16,0-2-7 0,0-2 0 0,2 0-1 0,0 1 9 16,3-1 0-16,-3 4-2 0,0-1-10 0,-2 2 12 0,-1 3-11 15,-4-3 13-15,1 2 1 0,-1 0-2 0,3 3-9 0,-1 0 2 16,-2 2-5-16,-3 0 9 0,-4 7 0 0,4-1-1 15,-1 1-6-15,1 5 7 0,1 2-5 0,-4 1 6 0,0 1-6 0,-4 3-6 16,1 3 2-16,1 0 4 0,-1 1 1 0,0 1 9 0,0 1 2 0,-1 0-7 16,1 3-16-16,3 3 17 0,-2 0-16 0,1 1 26 0,1-2-5 15,-3 2-5-15,1 1-16 0,-2 1 14 0,3 1-9 0,2-2 22 16,1-1 1-16,3 2-13 0,-2 3-5 0,2 1 6 0,3 3-8 16,1-2 3-16,3-4 0 0,2 3-1 0,-2 1-5 0,0 2 9 15,0 1-5-15,0 1 15 0,3 3-1 0,2 1-8 0,3 1-7 0,3 1 11 16,2 2-10-16,2-4 9 0,0 0-1 0,-4 1-3 15,1 0-10-15,3 2 12 0,2-1-7 0,2 1 16 0,1-1 2 16,2 6-8-16,2 2-3 0,1 4 7 0,3-1-9 0,3 1 2 16,2-5 1-16,2-2 0 0,5 2-1 0,4-5 2 0,0-2 1 15,4-1 18-15,0-3-7 0,-6 1-4 0,1 1-5 0,4 1 4 16,2-2-4-16,7-1 1 0,-1-3-5 0,0-1-1 0,0-1-1 0,2 1-1 16,-1-5 3-16,2 2 10 0,0-4-4 0,0 0-4 0,4 3-15 0,1-2 16 15,2-1-12-15,-1-1 23 0,-8-2-7 0,-1-1-9 16,3-1-15-16,-1 2 16 0,6-1-10 0,-1 0 22 0,-4-1-1 0,1 0-14 15,0 0 1-15,1 3 6 0,1-3-6 0,1 2 4 0,-1-1 0 16,3-2-1-16,-2 2-3 0,-5-2-2 0,-2 0 1 0,-1 0 4 0,0-3 1 16,2 0 3-16,1 3-22 0,-2-2 17 0,-1 0-16 15,-3-1 26-15,1 0-3 0,-1-4-6 0,-1 3-14 0,1-2 2 16,-1-1-6-16,1 3-4 0,-1 0 0 0,2-1-6 0,2-1-35 16,-1 2-3-16,-1 0-13 0,-7-1-48 0,0 0-12 0,1-2-14 0,2 1-95 0,4 0 139 15</inkml:trace>
  <inkml:trace contextRef="#ctx0" brushRef="#br0" timeOffset="-122290.31">6105 14943 121 0,'15'-6'-17'0,"-3"1"-82"16,2 1 98-16,-2 2 1 0,1 1-2 0,-2 0 3 0,-1 1 3 0,-1 0 1 0,-1 0-9 0,-2 0 7 0,0 0-8 0,-1 1 7 0,-2-1-1 0,-1 0-1 0,0 0-1 0,1 0 2 0,-3 0-1 0,0 0 7 0,0 0 0 0,0 0-4 0,0 0-12 0,0 0 6 0,0 0-10 0,0 1 13 0</inkml:trace>
  <inkml:trace contextRef="#ctx0" brushRef="#br0" timeOffset="-113879.31">31380 13988 256 0,'4'-3'0'0,"-3"1"21"0,-1 1 18 0,1 1 17 0,-1 0-12 0,0 0 10 0,0 0-15 0,0 0 13 0,0 0-6 0,0 0-3 0,0 0 4 0,0 0-14 0,0 0 12 0,0 0-17 0,0 0-1 0,0 0 1 0,0 0-5 0,0 0 23 0,0 0-14 0,0 0 29 0,0 0-13 0,0 0-15 0,0 0-19 0,0 0 6 0,0 0-4 0,0 0 18 0,0 0-1 0,0 0-5 0,0 0-3 0,0 0 9 16,0 1-9-16,0 0 5 0,0 0-2 0,0 2-4 0,0 1-17 0,1-2 12 0,-1 4-9 0,1-3 24 0,-1 1-5 0,0 0-9 0,0 0-19 15,0 1 17-15,0-1-17 0,0 2 17 0,0-2-10 0,0 1-8 16,0 0 3-16,0 0-4 0,0 1 8 0,0-3-1 0,0 4 2 15,0-3-3-15,0 1-14 0,1-1 22 0,1 1-20 16,-1 0 19-16,0 0-3 0,-1-1-9 0,1 2-7 0,0-1 13 0,0 1-7 16,0 0 19-16,0-1 4 0,1 1-14 0,-1 1-14 0,-1-1 22 15,1 1-22-15,0-2 25 0,-1 0-11 0,1 1-10 0,1-2-4 16,-1 1 3-16,1-1 3 0,0 0 11 0,-1-2-1 0,1 4-8 0,2-3-10 16,-3 1 16-16,1 0-15 0,-1 0 18 0,0 0 0 15,0 0-6-15,-1-2-1 0,0 2-3 0,-1-1 1 0,1-1 0 0,-1 1 1 16,1-1 1-16,-1 0-5 0,0 0 9 0,0-1-7 0,0 2 10 15,-2 0-7-15,2-3-7 0,0 2-3 0,1 1 6 0,-1-2-2 0,0 0 13 16,1 0-3-16,-1-1-5 0,1 2-14 0,-1-1 13 0,1 0-11 16,0-1 20-16,0 2-2 0,1-2-8 0,-1 0 1 0,0 0-1 15,0 0 1-15,0 0 7 0,1 0-2 0,1 0 2 0,0-2-9 16,2 2 18-16,-1 0-12 0,0 0 22 0,2-1-9 0,-1 0-11 0,1 1-9 16,0-2 3-16,1 2-2 0,1-1 15 0,2 0-3 0,1 0-4 15,1-2-10-15,3 1 6 0,-2 0-5 0,0 0 10 0,0-1-3 16,-1 1-6-16,0 0-5 0,0 0 5 0,0 0-3 0,3 1 10 15,-2-1-3-15,1 0-2 0,-2 0-8 0,-1-1 6 0,0 2-4 16,-1-2 8-16,0 3-2 0,0-2-3 0,-1 1-8 0,0-2 7 16,-1 2-3-16,-1 1 21 0,0-2-6 0,-2 1-6 0,1 0-6 0,-1 0-1 15,0-1-1-15,-1 2-7 0,-1-1-2 0,-1 1-1 0,2 0-19 16,-3 0 3-16,1 0-4 0,-1 0 12 0,0 0 0 0,0 0-3 0,0 0-25 16,0 0-3-16,0 0-10 0,0 0-48 0,0 0-12 0,0 0-17 15,1 1-92-15,-1 2-54 0,0-1-11 0</inkml:trace>
  <inkml:trace contextRef="#ctx0" brushRef="#br0" timeOffset="-111136.49">30607 14336 102 0,'-5'0'56'0,"2"-2"-22"0,0-1 45 0,-1-1-55 0,1 3 32 0,2-2-28 0,0 3 36 0,1-2-14 0,0-1-19 0,0 2-12 0,1-1 2 0,-1 2-2 0,0-3 13 0,1 0 2 0,0 3 0 0,0-2-7 0,0 1 10 0,-1 1-11 0,0-3 2 0,1 2-4 0,0-1-4 0,1 0-8 0,-1 1 14 0,2 1-9 0,-1-3 23 0,1 2-4 0,0-2-10 15,-1 1 1-15,0 0 4 0,0-2-4 0,1 1-1 0,0 1-2 16,1-1-1-16,-1 0-15 0,0 0 9 0,2 3-8 0,-1-3 13 16,0 0-2-16,-1 2-7 0,0-1-18 0,2 0 16 0,-3 1-16 0,2-2 15 15,-1 2-4-15,0-1-6 0,1 2-10 0,-1-1 6 0,2 1-4 16,-1 0 21-16,-1 0-5 0,2 0-7 0,-3 0-15 0,1 1 6 16,1 1-11-16,-3-1-13 0,1 0-9 0,0 1-9 0,0 1-30 15,-1-1-31-15,0 0 6 0,1 1-136 0,-1-2 141 0,0 0-13 0</inkml:trace>
  <inkml:trace contextRef="#ctx0" brushRef="#br0" timeOffset="-110794.64">30790 14363 277 0,'1'3'59'15,"0"-2"-25"-15,-1 0 14 0,0 1 3 0,1 0 22 0,-1 2-29 0,1-1 13 16,0-1-10-16,-1 1-12 0,3-1-8 0,-2-1 0 0,1 1 0 15,-1-1-6-15,0-1-3 0,0 0-7 0,2 0-11 0,-1 0 12 0,0 0-12 16,0 0 15-16,1 0-7 0,-1 0-7 0,0-1-7 0,0 1 5 16,0-2-2-16,-1 2 17 0,0 0-7 0,1 0-9 0,-1 0-51 15,0 0-1-15,0-1-18 0,0 0-75 0,1 0 90 0,-1-2-19 0</inkml:trace>
  <inkml:trace contextRef="#ctx0" brushRef="#br0" timeOffset="-110446.71">30879 14134 570 0,'-2'-3'42'0,"0"0"-9"0,1 0 11 0,1 2-7 0,0 1-11 15,1-2-4-15,1 2 2 0,1 0-1 0,-1-2 7 0,1 1-5 16,1-2-10-16,0 2-25 0,1 0 26 0,-1-2-23 0,1 0 33 16,-1 1-3-16,2 1-8 0,0-3-13 0,0 1 14 0,0 1-10 0,0-1 26 15,-1 0-5-15,-1 1-8 0,0 1-9 0,0-1 7 0,2 0-6 16,-2-1 2-16,2 1-8 0,1 0-6 0,-2 0-9 0,3 1 10 15,-1-2-5-15,-1 2 17 0,-3-1-3 0,0 1-11 0,1-1-16 16,0-1 15-16,1 2-15 0,-1-1-4 0,-1 2-7 0,-1-1-15 0,1 1-33 16,-3-1-21-16,0 1 3 0,0 0-61 0,-1 0 2 0,1 0-7 15</inkml:trace>
  <inkml:trace contextRef="#ctx0" brushRef="#br0" timeOffset="-110096.81">30936 14087 31 0,'-6'0'41'0,"1"1"-8"0,0 1 32 0,-1 1-8 0,2 0-4 0,-2 0-4 16,2 1-5-16,-1-1 1 0,2 1-4 0,0 0-28 0,-1 1 29 15,2-2-29-15,1 4 32 0,-1-2-6 0,1 1-8 0,-1 1-26 16,1-1 19-16,1 1-14 0,-1 0 39 0,0 0-5 16,0-2-13-16,0 1-16 0,1 1 22 0,-1-2-21 0,1 2 15 0,0-1-6 0,1-3-9 0,0 1-4 15,0 0 7-15,1-1-1 0,1-1 26 0,-1 1-3 16,1-1-6-16,1 0-25 0,0 0 22 0,0-1-22 0,2 1 22 0,-3-2-5 15,3 0-8-15,0 0-15 0,2 0 10 0,-1 0-9 16,4-2 21-16,-2 1-5 0,0 0-10 0,2 1-11 0,0-1 5 0,1 1-6 16,0 0 5-16,-2 0-2 0,-1 0 1 0,-3 1-11 0,0 0 8 15,-3 0-6-15,1 2 13 0,-1 0 4 0,-1-1-8 0,-1 2-17 16,2 1 26-16,-3 0-22 0,1 2 30 0,-5-1-10 0,3 0-13 0,1 3 6 16,-1-4-4-16,3 3 8 0,-3 0 3 0,-2 0-5 0,0-1 0 15,-1 1-9-15,0 0 4 0,0-2-4 0,0 2 8 0,-2-5-4 16,2 1-2-16,0 0-8 0,1-4-14 0,1 0 9 0,0-1-29 15,-2 0-4-15,1 1-3 0,-3 0-38 0,4 0-11 0,-4-2-8 0,1 1-79 16,0 0-18-16,1 1-24 0</inkml:trace>
  <inkml:trace contextRef="#ctx0" brushRef="#br0" timeOffset="-109594.5">31115 14066 641 0,'-20'0'-41'0,"9"0"75"0,1 1-9 0,1 1-9 15,-1 2 1-15,2-1-10 0,1 0 10 0,6 1 0 0,1-2-1 0,2 0 3 0,-1 1-35 0,-2 0 27 0,-4 0-27 0,0-2 31 0,2 1-5 0,0 1-9 0,3 0 11 0,-3-2 0 0,2 1 7 0,-1 1 15 0,1-2 3 0,1 1 0 0,-1-1-22 0,1 1 37 0,2 1-31 0,0-2 45 0,3 0-10 0,-2 2-16 0,3-2-8 0,-1 2 1 0,1-1-1 0,-1 0-1 0,-5 0-6 0,3 0-6 0,0 0-14 16,3-1 8-16,7 2-10 0,2 0 4 0,2-1-3 0,1 1-1 0,0-2-8 16,1 3 2-16,-3-2 0 0,0 1 12 0,-2 1-1 0,-3 0-7 15,-1-1-12-15,-2 3 18 0,-1-3-17 0,-2 2 17 0,-1-2-3 16,-2 2-6-16,-1 0 1 0,-4 0-2 0,-1 3 3 0,-3-2 6 15,1 0-2-15,-2 1-2 0,-1-2-7 0,-1 1 9 0,-1-4-7 0,-1 1 13 16,0-2-3-16,0 0-4 0,-2-1-9 0,0-1 3 0,-1-2-2 16,3 1 15-16,0 1-2 0,5-3-6 0,-2 0-14 0,1 0 17 15,1-1-15-15,1 2 21 0,4 1-3 0,-1-1-4 0,0 1-3 16,2-1 5-16,0 1-1 0,1-2 9 0,0 1 1 0,2-2-5 0,0 1-9 16,2-1 13-16,2 0-13 0,-1-1 9 0,3-1 2 15,0-1-2-15,3 1-15 0,2-1 8 0,0-1-9 0,2 0 13 0,-2 1-1 16,0 0-6-16,1-1-7 0,-3 1 7 0,1 1-6 0,-1 1-2 15,-2 0-12-15,-1 1-12 0,0-1-43 0,-2 3-3 0,1-1-7 16,-1 0-34-16,-1 0-20 0,0 1-24 0</inkml:trace>
  <inkml:trace contextRef="#ctx0" brushRef="#br0" timeOffset="-108065.7">31744 13836 249 0,'-1'-7'-41'0,"0"6"99"0,0-2-8 0,1 3-2 0,0 0-16 0,0-1 12 0,0 1-9 0,0 0 21 0,0-1-13 0,0 0-14 0,1 1-25 0,-1-2 29 0,1 2-21 16,-1 0 42-16,0 0-8 0,0 0-16 0,0 0-11 0,0 0 9 0,0 2-6 0,1-2 11 0,-1 0-4 0,0 0-8 0,0 1-3 0,0 1 11 0,1 2-10 0,1 0 4 0,-2 0-1 0,1 0-7 0,-1 1 1 0,1-3 3 0,-1 4-1 0,0-3 5 0,0 1-3 0,0 0-5 0,0-1-6 0,-1-3 5 0,1 0-6 16,0 1 0-16,0 0-2 0,-1 3-1 0,1-1-14 0,0 1 12 0,0-1-7 15,0 0 26-15,0-1-2 0,0 2-11 0,0 1-27 0,0 1 28 16,0-1-24-16,0-1 36 0,0 1-7 0,0 0-13 0,0 0 0 15,0-1-3-15,0-2 3 0,0 2 8 0,0-3-4 0,1 2 0 0,0 1-18 16,0-3 14-16,0 0-9 0,1 1 30 0,1-2-6 0,-1-2-7 16,1 2-7-16,1-1 5 0,-1 0-1 0,1 0 11 0,1-1-2 15,-2 0-5-15,2 0-18 0,0 1 17 0,1 0-16 0,0 1 14 16,-1 0 0-16,2-1-6 0,-1-1-14 0,0 1 14 0,1 0-11 16,0-1 23-16,-2 2-2 0,2-2-11 0,-1-1-14 0,0 1 17 0,1-1-13 15,0-1 24-15,0 2-9 0,-2-2-6 0,1 0-1 0,1 2 3 16,1-5 3-16,-1 5 2 0,1-4 1 0,-1 3-8 0,0-1-2 15,-1 1 6-15,1 1-7 0,1 2-2 0,-2-2 2 0,-2 2-1 16,1 0-23-16,-3 0-6 0,0 0-2 0,0-1-11 0,1 1-3 16,-2 0-1-16,0 0-31 0,-1 0 4 0,-1 0-12 0,0 0-38 0,0 1-24 15,1-1-23-15</inkml:trace>
  <inkml:trace contextRef="#ctx0" brushRef="#br0" timeOffset="-107099.65">31675 13886 179 0,'-4'-12'283'0,"4"4"-249"0,3 7-9 0,-1-4 12 0,2 4-11 0,0-1-17 0,-2-4-20 0,0 1 20 0,0 0-16 0,0-2 28 0,-1 1-2 0,1 0-10 0,-1-2 10 0,0 2 4 0,0-1 2 0,0-1 13 0,-1 1 0 0,0-1-1 0,2-1-6 0,-2-1 8 0,0 1-8 0,0-3 2 0,0 2-8 15,0-1-5-15,0-1-14 0,1 1 2 0,0 0-1 0,-1-1 10 16,2-3 9-16,0 0-2 0,3 1-17 0,-1 0 22 0,1 4-25 16,-1 1 9-16,0 2-9 0,-2 2-7 0,2-1 7 0,0 1-9 15,-1 0 12-15,2 1-6 0,-3 0-1 0,2 1 1 0,0-1-14 0,-1 1 15 16,2 0-14-16,-2-1 13 0,1 0-6 0,0 2-10 0,0-2-18 15,2 1-10-15,-2 0 3 0,3-1-25 0,0 2-22 0,0-1-17 0,-1 1-92 16,0 1 114-16</inkml:trace>
  <inkml:trace contextRef="#ctx0" brushRef="#br0" timeOffset="-104546.17">31977 13514 207 0,'1'-3'63'0,"-1"-3"-26"0,0 3 25 0,2 0 10 0,-1 2 10 0,4-2-16 0,-2 1-5 0,2 0-9 0,-2 0-16 0,-1 0-30 0,-1 0 23 0,0 2-22 15,2-1 23-15,-3 1-4 0,2-2-10 0,0 1 0 0,0 0 0 0,-2 0 1 0,0 1 14 0,0-2-1 0,0 2 1 0,0 0-13 0,3 0 12 0,-3 0-13 0,0 0 4 0,0-1-6 0,-1 1-4 0,-1 1-20 16,2 1 8-16,2-1-7 0,-1 0 14 0,0 2 3 0,-1-1-9 16,0 1-27-16,-1 1 19 0,1-3-25 0,-1 1-6 0,-1 2-2 15,1-1-13-15,0 1-28 0,-1 0-4 0,1-2-6 0,0 2-52 16,0-2-18-16,-1 0-29 0</inkml:trace>
  <inkml:trace contextRef="#ctx0" brushRef="#br0" timeOffset="-104062.74">32110 13334 230 0,'-5'2'117'0,"3"-4"-69"0,-1-1 87 0,1 1-104 0,1 2 7 16,-1 1-10-16,2 0-4 0,-1 4-3 0,1-1-6 0,0 3 12 16,-2-1-12-16,2 0 11 0,0 2-18 0,0 0 1 0,-1-2 0 15,1 1-13-15,-2-2 22 0,0 1-18 0,2 2 25 0,-1-2-2 0,1 1-10 0,2-1 0 16,-1-1 12-16,1 2-8 0,2-4 22 0,-3 1-4 15,2-1-12-15,1 1-11 0,0-2 23 0,-1-1-18 0,3 1 25 0,-4-1-7 16,0 0-10-16,2 1-13 0,-3-2 8 0,5-3-7 0,-2 0 10 16,-1 2 0-16,2-3-5 0,-1 0-21 0,0 1 23 0,1-1-21 15,0-1 29-15,1 0-5 0,-1-1-7 0,1 1-11 0,-3-2 8 16,1 0-5-16,-2 1 27 0,0-1-4 0,0 0-7 0,0 3-15 16,1-2 10-16,-2 2-11 0,1-3 8 0,-2 0-3 0,1-1-4 0,-1 0-9 15,0 2 6-15,0-1-5 0,0 5 11 0,-1-1-3 0,-1 1-6 16,0 0-2-16,-1 0 5 0,0-1-6 0,0 1 1 0,-3 1-3 15,-1 1-2-15,-1 0 5 0,-1 0-10 0,0 1 10 0,2 1-8 16,1 0 4-16,-2-1 2 0,1 1-14 0,-2 1 4 0,-1 1-12 16,1 0-15-16,3 0-10 0,0-1-4 0,-1 3-58 0,2-1-31 0,-2 0-5 15,1 0-190-15,1 0 202 0,0-2-32 0</inkml:trace>
  <inkml:trace contextRef="#ctx0" brushRef="#br0" timeOffset="-103532.92">32301 13235 676 0,'0'-1'172'0,"-3"-5"-130"0,0 0 56 0,-1 3-44 15,2-1 7-15,1 2-5 0,0 1 13 0,1 1-8 0,0-1-10 0,-1 1-48 0,1 0 27 0,0 0-30 0,0 0 16 0,0 0-9 0,-4 2-15 0,2 0 8 0,0 0 6 0,-2 0 1 0,0 0 10 0,0 2-2 0,0-1-3 0,-2 0-4 0,1 1 8 0,0 0-6 0,0 1 6 0,1-2-4 0,0 2-6 0,0-1-6 0,1 1 8 16,1-3-4-16,0 4 12 0,0-4 0 0,2-1-9 0,0 1-12 16,0 0 18-16,0 2-17 0,2-1 20 0,-1-1-2 0,1 2-6 0,0-1-9 15,0 0 3-15,2 1-2 0,-2-2 28 0,1 1-8 16,1 1 0-16,0-1-25 0,2 1 12 0,-1-1-11 0,1 3 17 0,0-3 0 15,0 3-7-15,0 1-15 0,1 0 12 0,0 0-10 0,-2 1 18 16,2 0-2-16,-1-2-9 0,-1-1-15 0,1-2 18 0,-1 2-14 0,0-3 25 16,-1 6-5-16,-1-3-9 0,-1 0-10 0,-1 3 11 0,-1-4-6 15,0 0 14-15,-2 0-1 0,-1-3-8 0,1 3-10 0,-1 0 16 16,-1-3-11-16,0 0 20 0,0 0-12 0,0-1-11 0,0 2 6 16,-1-2-5-16,1 0 8 0,-2-2 1 0,2 0 1 0,-2 1-2 0,0-3-17 15,1 0 21-15,-1-1-17 0,-1-2 26 0,2 1-3 0,0 1-10 16,2-3-3-16,1 0 3 0,-1 1-2 0,3 3 2 0,0-1 5 15,2 0-6-15,0-3-12 0,1-2 19 0,2 0-15 0,-1 1 19 16,2 0-5-16,-1 0-10 0,1 0 4 0,0 0-3 0,-1 1 5 16,1 0-2-16,-1-1 2 0,2 3 1 0,0 0-13 0,-1 0 11 15,0 1-10-15,-1 2 16 0,-1-3-7 0,1 3-7 0,-2 1-26 0,0-2-2 16,0 3-4-16,-1 0-17 0,-1 1-13 0,0-1-10 0,0 1-96 16,2 0-48-16,-2 0-14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57:19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14425 8987 324 0,'-20'-11'31'0,"1"-1"35"15,2 2-19-15,4 5-1 0,1 0 3 0,3 4-6 0,3 1-8 0,1 0-6 0,3 0-32 0,1 1 27 0,1 1-24 0,1 2 30 0,1-1 0 0,2 2-10 0,2-1 8 0,2 3 3 0,1 0 0 0,3-1-3 0,3 2 2 0,2 0-7 0,4-1-17 0,4 0 18 0,3 0-19 0,1 2 13 0,2 3-1 0,1-1-7 16,5 2-13-16,0-1 17 0,0 1-13 0,3-4 27 0,-1-1-8 16,2 1-12-16,8-2-14 0,0 1 17 0,3-3-14 0,3 2 14 15,0-2-2-15,-1 1-9 0,2 0 3 0,2-3-5 0,0-2 5 16,3 0 5-16,1 0-2 0,3-1 1 0,4 2-10 0,-2-2 17 0,-1 0-14 16,-1-3 20-16,-1-1-7 0,4-2-8 0,5-1 1 0,0 1-7 15,0-2 6-15,-4-1-2 0,-3-1 3 0,-1-1 1 0,4-3-5 16,2-2 7-16,1 1-9 0,-1-3 0 0,-11 0 0 0,5 0 0 0,-2-5-10 15,2-3 9-15,4 0-6 0,-3-6 23 0,-1 2-5 0,-4-1-8 16,0 1-17-16,-2-2 21 0,0 1-16 0,-1 1 24 0,-1 5-3 16,-4-2-12-16,2 0-5 0,-4-1 5 0,-4-2-1 0,-5 2 10 15,-10 1 0-15,-3 1-7 0,0-5-2 0,-2 0 11 0,0 0-10 16,-4 2 5-16,-7 1-3 0,-2 1-5 0,-4 0 4 0,-3 1 1 16,-4 2 4-16,-3 4 9 0,-2-1-1 0,-4 1-3 0,-3-3-14 0,-2 1 14 15,-1-3-14-15,-5-1 8 0,-1-1-2 0,-6 1-6 0,0-1-9 16,-4-1 10-16,-2 1-6 0,7-2 19 0,-4 1-4 0,-6-1-8 0,-3 1-22 15,-8 0 24-15,0 1-19 0,0 2 25 0,0 5-4 16,-2 0-12-16,-6-2-9 0,-4 2 9 0,0-5-4 0,-2 1 15 0,4 1-1 16,-5 0-7-16,-7 1 2 0,-4 7 3 0,-4-1-4 0,-4 4-1 15,4-1 0-15,-3 0 4 0,-2 1-7 0,-1 2 1 0,-9 4 0 16,-1 1-1-16,2 3 7 0,-6 2-3 0,-1 0-15 0,-5 7 18 16,0 0-19-16,1 4 21 0,5 2-3 0,3 3-6 0,-8 3 8 0,-1 2-11 15,4 1 11-15,-2-1-6 0,11 4 2 0,-1 2 4 0,-6-1-8 16,4 0 11-16,0-2-9 0,2 3 9 0,8 1-2 15,1 2-6-15,-2 7-8 0,6 0 13 0,-1 2-6 0,7 2 23 0,5-6-4 16,1 3-9-16,3-1-24 0,3-2 25 0,2 1-20 0,2-2 33 16,8-2-8-16,8-3-15 0,2 6-3 0,7 2 6 0,3 1-1 0,3 2 18 15,6-6-4-15,5 2-7 0,6 1-12 0,2-6 12 0,4 0-10 16,6-2 13-16,3-3-1 0,4 1-6 0,3-2-4 0,4-3 0 16,4 1 1-16,4-1 6 0,3-2 0 0,-2 2-1 0,4-1-6 15,1 0 4-15,1-1-6 0,7-2 7 0,0-3-3 0,-2 0-1 0,6 1-5 16,0-1-1-16,2-1 3 0,1 0 6 0,-1 0-1 0,-5-2-5 15,5 2-18-15,-4-3 18 0,0-2-17 0,4-1 6 0,-3-2-5 16,0 0-12-16,5 4-28 0,0 0-15 0,-1-4 3 0,-2 3-33 16,0-1-9-16,-1-4-6 0</inkml:trace>
  <inkml:trace contextRef="#ctx0" brushRef="#br0" timeOffset="5561.79">14658 10232 256 0,'2'-3'-8'0,"5"-1"-91"0,-2 1 51 0,4 0 6 0,4 0 27 0,1 1 24 0,6 1-20 0,1-1 40 0,-1 0-4 0,0-1-10 0,-1-1-2 0,1-1 6 0,3 0-1 0,0-3 24 0,1 1-5 0,1-2-4 0,2-1-28 16,0 1 26-16,-2 0-24 0,2-2 27 0,-3 1-7 0,1-1-13 0,1-1-14 0,-1-1 4 0,-3-5-2 0,-2 0 36 0,0-2 1 0,3-4 5 0,5-2-28 0,-3 2 16 15,1-1-18-15,-2-1 13 0,-3 1-3 0,-1-3-10 0,2-1-4 0,-3 0 4 0,0 3-3 16,-1 1 8-16,0 3 1 0,-4 1-4 0,-1-2-11 0,-2 1 13 0,-1-1-15 15,0 0 14-15,-2-2-5 0,-1-1 0 0,0-6-2 0,-3 1 3 16,1 0 2-16,-2-1 12 0,-1 3-2 0,-1-2-7 0,0-2-8 16,-3 3 7-16,-2 1-11 0,-2 2 0 0,-1 4 2 0,-2 2 5 0,-2 1-13 15,-1-1 9-15,-4 2-8 0,-1 1 15 0,-2 2-4 0,-1-1-12 16,0-1-5-16,-3-1 9 0,0 0-10 0,-2 2 6 0,-2 2-5 16,-6 3-5-16,-1 1 6 0,-6 2-4 0,4 3 7 0,0-1-4 15,-2 6 4-15,-1 1-4 0,-12 2-4 0,1 7 10 0,-4 3-9 16,-1 0 3-16,-2 4 2 0,-3 4 2 0,1 5-3 0,-3 4-2 15,4 2 2-15,-3 2 4 0,2-1 3 0,2 5 0 0,-3 8-8 16,3 6 10-16,2 3-11 0,7 4 7 0,5-5 0 0,3 0 0 0,0-2-10 16,0-4 4-16,4 2-4 0,4-3 13 0,7 0 3 0,5 0-6 0,6 2-12 15,5-2 15-15,5-4-18 0,3-2-10 0,3-3-6 16,4-4-15-16,5 0 12 0,2-3-6 0,5-1 9 0,5-1 0 0,2 1 4 16,3 0 3-16,3 3-18 0,4-2-17 0,3 0-2 0,1-2-50 15,-3-1-9-15,6 1 6 0</inkml:trace>
  <inkml:trace contextRef="#ctx0" brushRef="#br0" timeOffset="7110.5">23002 10586 218 0,'6'-5'-2'0,"-2"-1"-28"0,3 0 27 0,1 0 7 0,0 0-1 0,3 1 9 0,1-3 9 0,3-1 7 0,3-4-17 0,-6-3 28 0,3-2-27 0,3-1 25 0,1-1-12 16,7 3-11-16,1-7-4 0,-3 0 0 0,0-3 5 0,0 0 18 0,-2-1-2 0,1-3-3 0,0-2-12 0,3-1 19 0,-1 2-14 0,2 0 30 0,-2 0-7 0,0-4-8 0,3-6-7 0,3-3-5 0,1-1 4 0,-6 0-5 16,0-1-2-16,2 1-1 0,-1-1-9 0,8 3 18 0,-4 5-16 0,-3-1 15 15,-2 0-4-15,-1-1-9 0,-1-5-13 0,-2 2 4 0,-2 1-5 16,-1-2 12-16,-3 6 0 0,-3-2-1 0,-2 1-22 0,-1 6 24 16,-2-1-20-16,-2 3 30 0,-3-1-7 0,-2-3-12 0,1-3-8 15,-5 2 7-15,-1-2-3 0,-3 2 15 0,-2 1 0 0,-3-1-10 0,-3 2-13 16,-2 2 16-16,-2 5-16 0,-2 1 13 0,-2 7-4 0,-1 4-3 0,-2 4-2 15,-6 2-1-15,-2 4 4 0,-6 4 4 0,1 4 2 0,1 1-4 16,-4 5-6-16,-3 5 9 0,-3 1-10 0,-5 7 5 16,2 4-1-16,-2 6-1 0,-4 6-12 0,-3 4 12 0,-1 2-7 0,3 4 24 15,3-6-6-15,2 1-11 0,2 3-10 0,-2-6 14 0,3 5-10 16,0-1 15-16,1 1-5 0,1 2-6 0,5 3-14 0,7-1 10 16,5-2-6-16,5-2 21 0,3-3-4 0,-1-4-10 0,6 0-20 15,4-2 27-15,4-1-22 0,4 0 21 0,5-5-8 0,2 4-16 0,6 1-12 16,3-2-13-16,6 1 7 0,3-2-17 0,4-3 5 0,4 1 1 15,6-2-18-15,-1-1 13 0,7-1-23 0,2-3-50 0,1 1 82 16,6-2-27-16</inkml:trace>
  <inkml:trace contextRef="#ctx0" brushRef="#br0" timeOffset="9379.07">15995 14152 217 0,'0'-1'15'0,"-1"-1"-1"0,1 1-12 0,0 1 29 0,1 0 16 0,1 1-21 0,2 1 3 0,1 3 1 0,2-1 7 0,3 3 10 0,1-2-5 0,4 2 8 0,2 0-7 0,1 0-13 0,2-1-12 0,4 1-20 0,-4 0 8 0,2 0-7 15,5-3 14-15,1 1-9 0,9-1-6 0,3-4-10 0,0 0 9 0,5-4-2 0,-1-1 25 0,3-1-3 0,2-1-8 0,3-2-25 0,-3-1 31 0,6-2-25 0,1 1 39 0,-1-5-11 0,7 2-16 0,4-3 9 0,0 3 0 0,2-1 6 0,-4 0-7 16,-1 2 0-16,-1-3-10 0,3 0-22 0,2-2 34 0,-1 0-28 0,1-1 35 0,-3 0-7 0,-9-4-13 0,2-4-5 0,-3-3 1 0,-2-1 3 16,4 2 11-16,-7-3-1 0,1 1-4 0,-2-3-15 15,1 0 16-15,-2 1-14 0,-10 1 16 0,-3 1-4 0,-1 5-7 0,0-6-16 16,0-2 16-16,-4-4-9 0,-6-3 32 0,-5 2-5 0,-1 2-13 0,-5-1-9 16,-1 0 15-16,-3-1-13 0,-2 1 11 0,-3 2-3 0,-2 1-7 15,-1 2-8-15,-3-2 13 0,-3 2-6 0,-4-4 25 0,-2 0-2 16,-4 0-9-16,-3-2-22 0,-6 5 21 0,-4 1-19 0,-7 1 25 15,-2 3-7-15,-2 2-9 0,-2-1-13 0,-2 3 11 0,-4 3-6 0,-3 3 22 16,-4 3 0-16,-2 6-9 0,-8 0-18 0,-5 2 21 16,-2 1-20-16,-5 1 24 0,2 6 0 0,-4 2-9 0,-10 7-11 0,-3 3 7 15,-1 4-7-15,-5 3 22 0,4 5 0 0,0 10-6 0,-8 5-14 16,-3 9 9-16,1 4-9 0,0 6 12 0,3 1-3 0,1 0-1 0,-1-1-10 16,-2 1 7-16,8 2-3 0,1 3 15 0,9 3-1 0,6-3-7 15,2 0-12-15,7-5 15 0,7-9-11 0,8 1 15 0,11-4-5 16,6-3-7-16,8 2-10 0,8-2 13 0,6-3-7 0,8-1 18 15,8-8-7-15,3-4-15 0,12 0-16 0,4-2 17 0,7-2-12 16,7-4 16-16,4-2-1 0,6-1-10 0,10-2-24 0,8 1-1 0,3-1-5 16,1-1-26-16,1 0-15 0,2-2-29 0</inkml:trace>
  <inkml:trace contextRef="#ctx0" brushRef="#br0" timeOffset="14765.29">13064 11334 412 0,'0'-14'107'0,"-1"2"123"0,3 4-163 16,3 1-29-16,3 5-18 0,2 2-11 0,3 1 2 0,4 1-3 0,4 1-6 0,4 0 34 0,-1-3-26 0,6 1 28 0,5-1-9 0,1-1-19 0,12-1-7 0,2 0 5 0,1-1-1 0,4 1 16 0,-2-1-6 0,1 0-7 0,-5 1-17 0,4 1 16 0,1-3-12 0,0 1 13 0,5 1-6 0,0 0-8 0,1 2 3 16,1 0-1-16,-5 3 3 0,-9-1-6 0,2 1-23 0,-2 0-17 0,2 2-80 0,7-1-2 15,-3 3-22-15,-2-2 45 0</inkml:trace>
  <inkml:trace contextRef="#ctx0" brushRef="#br0" timeOffset="15511.09">13187 17393 256 0,'-23'-33'13'0,"19"18"208"0,3 1-86 0,-1 4 15 0,2 1-149 0,-2 3 28 0,0 3-29 0,2-3 41 0,-1 5-12 0,0 0-13 0,1 1-25 0,0-1 5 0,0 1-4 0,2 0 20 0,2 0 0 0,3-2-5 0,-2 2-27 0,3 0 29 0,2 0-26 0,2-1 37 0,10 1-7 16,3 0-10-16,3-1 11 0,3 1-4 0,-2-1 9 0,2-2 6 0,2 0-5 0,2 2-6 0,4-3-17 0,0 2 17 0,0 0-14 0,1 1 19 0,-2-3-5 0,-7 3-8 0,5 1-1 0,-2 0-5 0,0-1 5 0,3-1-1 0,-6 0 3 0,1-1 0 16,-1 2-12-16,1 1 20 0,-2 0-18 0,-2 1 21 15,-2 1-3-15,-2-1-9 0,1 1-2 0,-1 0-4 0,2 3 3 16,-3-4 1-16,0 0-3 0,-5 1 0 0,-2-1-2 0,2 4 1 0,3-1-3 15,2 1-11-15,1 0-9 0,-3-1-8 0,0 0-29 0,1 0-15 16,-1 0 1-16,3-1-51 0,-1 1-29 0,2-2-17 0</inkml:trace>
  <inkml:trace contextRef="#ctx0" brushRef="#br0" timeOffset="20793.91">17768 16232 326 0,'11'-11'47'0,"1"-3"53"0,2 1-80 0,3 1-3 0,6 5-14 0,1 0 7 0,3 2-2 0,2 3-9 0,5-1 9 0,1-1 3 0,2 0 4 0,3 2 10 0,0-2-3 0,-3 1-6 0,8 0-19 0,1 0 22 16,4 0-19-16,9 2 20 0,-3 1-3 0,-1 0-13 0,2 3-12 0,-2 2 7 0,-4 0-7 0,0 1 11 0,1 3-6 0,2-1-8 0,8 1-59 0,2 0-26 0,1 0-7 0,3 0-76 0,-1 0 96 16,0 1 6-16</inkml:trace>
  <inkml:trace contextRef="#ctx0" brushRef="#br0" timeOffset="21138.97">22268 16277 537 0,'2'-6'33'15,"0"-5"-58"-15,2 5 71 0,-1 2-16 0,4 3-14 0,1 1-4 16,1 1 3-16,2 1 4 0,1 0 15 0,3 2-3 0,3-2-9 0,3 1-17 15,0 2 13-15,4-2-17 0,0 3 6 0,1-2-4 0,2 1-2 16,2-2-5-16,2-1-4 0,-6 1 3 0,0-2 3 0,4 4-11 16,0 0-9-16,9 0-71 0,0 2 21 0,-3-1-39 15,-2-1 33-15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55:46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10060 13299 755 0,'-4'-14'262'0,"-3"1"379"0,2 3-508 0,-2 2-112 0,2 5-15 0,2 0 2 0,1 1 0 0,1 2-3 16,-1 0 5-16,2 0 11 0,0 0-6 0,0 0 17 0,2 0-11 0,-1 2-12 0,0 2-18 0,1 2 11 0,1 2-8 0,1 4 18 0,1 0-2 0,1 1-6 0,1 4-3 0,0 2 19 0,0 3-10 0,2-2 27 0,1 2-4 0,1 2-13 0,0 3-13 0,0 3 18 0,0-1-16 0,0 2 18 0,2 0-8 0,-2 4-12 0,-1 2-8 0,-1 4 5 0,-1 0-4 0,1 3 13 0,-7-3-3 0,2-1-4 0,-2 3-16 0,-1 3 16 0,6-2-13 0,-2 1 24 0,2-4-4 15,1 0-8-15,1 3-9 0,0 6 10 0,-1 5-8 0,-3 0 16 16,1 0-1-16,1-3-7 0,-1-8-2 0,3 4 9 0,-3 0-7 16,-1 5 4-16,-1 2-1 0,-2 1-6 0,5-1-1 0,2-5 3 15,2-4-3-15,0-2 1 0,-2-3 1 0,-1 2-2 0,0 5-19 0,-1 3 20 16,1-1-17-16,-1-3 30 0,0-3-4 0,2-2-9 0,-1-1-14 16,0 3 11-16,-1-5-9 0,-2 2 19 0,1-2-2 0,-1-2-4 0,-1 2-13 15,1 2 9-15,-2 3-8 0,0-2 11 0,0 0 1 0,-1-1-7 16,1-3 1-16,0-1 4 0,1-4-2 0,-1 0 3 0,1-3-3 15,-2-3-2-15,2-1-6 0,1-1 5 0,0-3-1 0,3-2 10 16,1-1 0-16,1-2-5 0,3 1-4 0,1-2 9 0,4-2-7 16,4 1 4-16,2-3 2 0,3 2-5 0,3 2-1 0,-5-1 10 15,2 2-8-15,2-1 16 0,4 2-1 0,4-5-3 0,2 1-13 0,0-1 14 16,-1 0-12-16,1 2 16 0,1 1-1 0,8-4-9 0,4 2-6 16,-1-1 9-16,4-1-9 0,0-1 9 0,-1-2 2 0,4-1-5 15,3 1-6-15,4 0 8 0,6-1-9 0,3-3 9 0,2 0 1 16,0-3-2-16,0-2-1 0,7 3-4 0,6 0 2 0,4-1-3 15,2-2 4-15,3-4 7 0,9 0-2 0,6-1 0 0,3 0-3 0,1-3-3 16,-6 2-4-16,1 0-1 0,9 1-4 0,1-3 6 0,0 3-2 16,3 0 17-16,-7-3-6 0,-2 2-1 0,2-1-5 0,0 1 1 15,-1 1-3-15,-3-1 12 0,-6 1-5 0,-8 2-2 0,7-1-10 16,-2 1 8-16,-1-1-6 0,-8 0 13 0,-8 2-3 0,0-1-8 0,1 2-10 16,-2 0 8-16,-7-2-8 0,-11-1 10 0,-9 3-3 0,-5-3-6 15,0 2-24-15,-1 0 1 0,-7 1-8 0,-7-1-22 0,-14-2-7 16,-9 2-11-16,-4-1-91 0,-5-3-24 0,0-1-24 0,-8-1-279 0,-2-1 303 15,-4-2-60-15</inkml:trace>
  <inkml:trace contextRef="#ctx0" brushRef="#br0" timeOffset="1422.58">8176 14233 256 0,'1'-15'27'0,"-6"8"396"0,-4 0-188 0,1 5 7 0,0-1-239 0,3 3 8 0,0 2-11 0,-1 1 7 0,1 1-3 0,0 1-6 0,-1 4 13 0,1-1 1 0,0 1 6 0,2 1 4 0,1 2 0 0,0 2-5 0,0 1-23 0,2 3 21 0,0 1-21 0,3 1 24 0,-1 0-1 0,2 0-6 0,2 4 1 0,0 0 11 0,1 1-4 0,-1 0 24 0,1-3-6 16,0 2-10-16,-1 0-27 0,2 2 20 0,1-1-20 0,-1-3 34 0,1-4-8 0,-2-3-7 0,-1 0-22 15,1-1 6-15,-2-2-5 0,-1 2 18 0,1 1-4 0,-3-3-6 16,1 0-10-16,0-4 11 0,-1-5-7 0,-1 1 16 0,1-2 0 16,-2-1-3-16,0-1-9 0,2 0 11 0,-2 0-5 0,0 0 35 15,0-1-6-15,-1-2-4 0,1-2-23 0,-1-3 7 0,0-1-12 0,0-4 4 16,1 2-6-16,0-3-4 0,1-2-2 0,1 0-1 0,2-2 1 15,-4 0 5-15,0 0 0 0,2 1-4 0,1 1-6 0,6 2 2 16,2 0-2-16,1 2 8 0,2 1-2 0,0 0 0 0,0 1-13 16,-1 1 15-16,-2 0-9 0,-1 3 12 0,0-1 2 0,-1 1-11 0,-1 2-2 15,0-1 10-15,-1 2-7 0,0 3 9 0,1 0 3 0,0 4-4 16,0 1-14-16,1 0 17 0,0 1-15 0,1 1 15 0,-1 1 4 16,1 0-10-16,1 2-8 0,2 1 14 0,-1 1-14 0,0 1 12 15,1 0 2-15,-2-2-4 0,0 3-4 0,1 0 2 0,-1 2-3 0,1 0 1 16,-1-2 2-16,2 0-5 0,-1 2-1 0,-2-2 8 0,0 4-7 15,-1 0-8-15,0 0 8 0,1-2-3 0,0-5-10 0,1-3-9 0,0 0-3 16,-2 0-50-16,0-2-1 0,-7-1-7 0,0-1-44 16,0 0 7-16,2-3-21 0,4-1-65 0,1-2-24 0,0-2-38 0</inkml:trace>
  <inkml:trace contextRef="#ctx0" brushRef="#br0" timeOffset="1624.2">8830 14167 945 0,'-6'-4'52'0,"0"2"-1"0,1 1-8 0,0 2-8 15,2 1-29-15,0 4 2 0,-1-1-5 0,3 0-7 16,1 2 20-16,2 4-14 0,3-1 43 0,2 3-13 0,2 1-8 0,0 4-8 16,2 4-7-16,1 2 6 0,2 5-1 0,-1 2-7 0,-1 4-3 0,1 2-2 15,0-4 4-15,1 2-2 0,0-7-3 0,2-1 1 0,0 0 0 16,1 3-24-16,-1 0-23 0,0-1-3 0,-1-1-118 0,-3-3-10 15,0-4-30-15</inkml:trace>
  <inkml:trace contextRef="#ctx0" brushRef="#br0" timeOffset="1855.15">8736 14499 1505 0,'-1'-9'65'0,"-1"-1"-45"0,1 2 10 0,1 4-9 16,0 0-20-16,3 2-13 0,2-1 14 0,0-2-12 15,3 0 31-15,2-1 6 0,3-3 5 0,2 0-14 0,2-3 3 0,1 2-7 16,1 0-1-16,-2 1-7 0,0 1-5 0,1 0-9 0,-1 1-1 16,0 3-5-16,-2 1-25 0,0 1-13 0,0 2-13 0,-1-2-70 15,1 1-14-15,-2 0-10 0,1 1-76 0,-3 1-16 0,0 2-25 0</inkml:trace>
  <inkml:trace contextRef="#ctx0" brushRef="#br0" timeOffset="2832.33">13006 16908 1094 0,'-14'-14'201'0,"-4"4"-186"0,-3 1 5 0,-1 1-29 0,0 3 14 0,2 1-18 0,1 3 18 0,0 1 1 0,0 0-8 0,0 1-4 0,-3 1 20 0,1 0-10 0,1-1 43 0,0 3-5 16,2 0-12-16,4-1-21 0,2 2 6 0,-1 1-12 0,2 1 0 0,-6 2 0 0,2 0 0 0,1 2-2 0,1 3-1 0,1-1 0 0,0 1 5 0,1-1 3 0,1 2 4 0,2 1-12 0,0-1 13 0,1 2-13 0,2 1 15 0,0-4-9 16,2 0-4-16,1-3-2 0,1 1 6 0,1-5 0 0,1 1 16 0,1-2-3 15,2 0-8-15,1-1 4 0,3 0 6 0,0-1-4 0,3 0 12 16,2-3-10-16,2 0-5 0,4-1-3 0,3-1-5 0,0-3 6 15,1 0-2-15,0-2-5 0,-7 1-1 0,0-2-6 0,1 0 0 16,1 0 0-16,5 1 4 0,-4-2-3 0,0 0-2 0,-5-1-2 16,1-1 0-16,-4 0 2 0,-1-2 12 0,-2 2-5 0,-2 0 2 0,1 0-6 15,-3-1 0-15,-2 2 2 0,1-1 4 0,-2 0-4 0,-1 1-2 0,0-3-1 16,-3 2 3-16,1 0 0 0,-1 0 16 0,-2 1-3 0,1 0-3 16,-1 0-1-16,0 1 3 0,-1-1-2 0,2 2 8 0,-2-1-3 15,2 0-2-15,-1 0-11 0,2 6 10 0,0-2-9 0,1 4 15 16,2 0-5-16,-1 0-7 0,1 1-3 0,0 1-1 0,0 1 0 15,1 5-1-15,0 1 2 0,0 1 3 0,2 3-6 0,0 1 5 16,-1 0-5-16,3 0 4 0,-1 1 0 0,2-1-4 0,-2 0-14 0,2 1 13 16,0 0-10-16,-1 1 20 0,1-1-1 0,1 1-6 0,0-1-21 15,1-1 10-15,1-1-15 0,0 0-3 0,0-4-4 0,0 2-13 0,-1 1-24 16,1-3 5-16,-1 1-13 0,1-1-27 0,0-3-17 16,-1 1-20-16,1-1-108 0,1-4-15 0,0 1-26 0</inkml:trace>
  <inkml:trace contextRef="#ctx0" brushRef="#br0" timeOffset="3573.55">13352 16898 814 0,'-9'-26'177'16,"-1"8"-121"-16,1 2-26 0,-3 3-5 0,-1-1 6 15,-1 6-3-15,1 1-9 0,-3 3 10 0,2 2 26 0,-1 2-15 0,0 0 29 16,4 7-16-16,3 1-17 0,1 4-22 0,-1 4-2 15,-1 3 1-15,-6 1-1 0,0 3-5 0,2 1-4 0,1-3-13 0,3 4 15 16,2-5-10-16,2 2 22 0,3 0 0 0,1-2-8 0,3 1-8 16,2-3 10-16,2-4-9 0,7-2 13 0,1-3-1 0,3-1-6 15,1 0-15-15,0-2 12 0,-4-1-11 0,-1-1 20 0,-1-4-2 0,1 0-3 16,7-4-10-16,0 0 12 0,-1-2-7 0,-2 0 27 0,-2-2-5 16,-4-1-10-16,1 0-19 0,-2-4 14 0,-2 0-13 0,0 1 18 15,-2-2 1-15,-1-2-6 0,0 2-8 0,-1-3 21 0,-1 3-14 16,-1-1 24-16,-2 0-1 0,0 1-14 0,-1-3-17 0,-3 2 25 0,2-1-24 15,-1 2 16-15,1 3-4 0,-1 0-13 0,1 2 3 0,1 4 7 16,1 0-2-16,0 3 7 0,-1-1-5 0,1 2-8 0,0 1-4 16,1 1 1-16,1 2-1 0,0-1 3 0,2 4 2 0,0 3 2 0,2 3-14 15,1 0 10-15,-1 2-10 0,3-2 10 0,0 2 3 16,3 1-6-16,0 0-1 0,1 2 4 0,2 0-5 0,0 1 3 0,0 3 2 16,1 3 0-16,2-1-15 0,0 2 18 0,-1 0-15 0,0 1-2 15,-5 2-7-15,-2 4-26 0,-1 1 33 0,0-5 4 0,0-2 6 0,0-2 6 16,-2-2-3-16,-4 2-2 0,-3-1-26 0,-3-1 16 0,-3-1-14 15,-1-6 34-15,-2-1-3 0,-1-4-4 0,-1 2-6 0,-2-1 3 16,-2 0-2-16,-2-1 13 0,1-1-5 0,1-1-6 0,0-2 0 16,3-3 6-16,1-2-2 0,2-1 7 0,0-1-3 0,1-2-7 0,1 0 1 15,1-3 4-15,2 1-1 0,2 0 1 0,-1 0-6 0,3 0-6 16,2-1 3-16,1 1 1 0,1-2 2 0,3-1 3 0,0 2-1 16,2-3-1-16,2 0-10 0,0 0 8 0,3 0-8 0,-1-2 13 15,3 0-4-15,2-1-5 0,0 0-3 0,3-2 0 0,1-4 3 16,-2-2 12-16,0 1-2 0,-2-3-2 0,-8-1-5 0,2 3 3 15,0-1-2-15,-1 0 2 0,6 1 6 0,-3-1-2 0,0-2-21 0,-2 3 25 16,-2 0-23-16,-3-2 37 0,-1 0-6 0,-1-1-9 0,-3-1-4 16,0-2 2-16,-2 3 0 0,-3-2 7 0,0 0 1 0,0 0-3 0,-1-3-10 15,0 3 8-15,-1 4-9 0,0 4-4 0,0 8 4 16,-2 4 0-16,1 1-12 0,-1 4 20 0,-1 1-15 0,-1 3 21 0,0 3 0 16,-1 2-10-16,-1 5-13 0,1 2 11 0,1 2-11 0,-1 1 10 15,7 1 3-15,2-2-5 0,-1-2-6 0,2-2 15 0,-3 2-11 16,-1-5 19-16,4 1-3 0,2-1-5 0,3-1 5 0,2-1 15 15,-4 2-7-15,2-1 17 0,2 0-4 0,5 0-13 0,9 1-7 16,1-2 6-16,3-3-8 0,0 2 0 0,0-3-3 0,-1-1-4 0,3 1-4 16,1-1 4-16,0-1-3 0,3 3 2 0,-1-1-2 0,3-2-3 15,4 3-29-15,1-1-8 0,-1 0-7 0,-6-1-53 0,-3 1-9 16,0 0-13-16,3 1-99 0,1 2-64 0,-1 0-7 0,-6 1 22 0</inkml:trace>
  <inkml:trace contextRef="#ctx0" brushRef="#br0" timeOffset="16726.18">10431 14923 217 0,'-7'2'-48'0,"2"-1"8"0,-2-1-62 0,1 3 76 0,2 0 26 0,-1-2 0 0,1 1 0 0,0-2 0 0,1 2 0 0,0 0 0 0,-1 0 0 0,2-1 0 0,-1 1 0 0,0-2 0 0,1 2 0 0,-1-1 0 0,1 0 0 0,-1 1 0 0,1-2 5 0,0 1 4 0,0 0 5 0,-1-1-4 0,1 0 22 0,0 0-15 0,0 0 40 16,-1-1-5-16,1 0-11 0,0 1-18 0,1-2 20 0,-1 1-14 0,-1 0 41 0,2-1-2 0,-2 2-10 0,2-1-30 0,-2 0 28 0,2 0-29 0,0 1 26 0,0-2-11 0,1 2-11 0,-1 0-22 16,1 0 12-16,0 0-9 0,0 0 16 0,0 0-5 0,1 2-14 0,1-2-9 15,1 1 31-15,0-1-21 0,1 1 50 0,1-1-9 16,0 0-14-16,2 1 3 0,1-1 2 0,1 0 1 0,2-1 3 0,1 0-8 15,0-2-7-15,4 1-14 0,0-1 9 0,2-1-9 0,2-1 3 16,0 0-6-16,1-1-6 0,2 1-17 0,1-2 14 0,3 1-9 16,2-3 29-16,1-3-1 0,0-1-7 0,-2-1-6 0,0 2 2 15,1-1-4-15,0-3 4 0,6 2-1 0,-1-2 3 0,1-2-16 16,2 0 19-16,-1 1-14 0,2-2 32 0,1 2-3 0,2-1-11 0,4-2-18 16,-6-1 16-16,5 1-17 0,-2 1 12 0,0 0-3 0,7 1-6 15,-3-2-11-15,3-1 5 0,-1-2-3 0,4-2 14 0,3-2 0 16,-2 1-6-16,4-6-13 0,-1 2 12 0,-5-1-12 0,4 1 15 15,-1 1 4-15,2-1-3 0,7-2-13 0,-1 2 5 0,-1 0-9 0,-1 0 11 16,-3 3 3-16,-2 0-3 0,5 0-15 0,-3 2 17 0,3-3-15 16,3 0 23-16,-4-3 0 0,56-31-5 0,-114 61 0 15,104-58-12-15,-50 30 3 0,-3-1 5 0,4 2 0 0,4 0-3 16,-2 0 19-16,1 2-17 0,-1-1 17 0,-6 4-2 0,1 0-6 0,0 0-7 16,0-2 5-16,3 0-4 0,3-2 5 0,-4 0-1 0,-2-2-6 15,1 2-1-15,-6 2 4 0,-1-1-4 0,2 2 6 0,-4 2-9 16,0-1-5-16,2 1 11 0,2-1-7 0,-2 1 10 0,-7-1-8 15,-2 3 3-15,-3 0 4 0,1 4-7 0,2-1 14 0,-3 2-13 16,-5-1 12-16,-1 1 3 0,-4 1-2 0,2 0-12 0,-3 1 10 16,-2 2-10-16,1-1 13 0,-3 2-4 0,0 0-9 0,-2-1 6 0,0 2-1 15,-1 2 1-15,-2 2-8 0,-2 1-1 0,-2 1-2 0,-1 2 4 16,-2 0-1-16,-4 1 2 0,-3 0-8 0,0 2 3 0,-1 1-1 0,3 3-36 16,2 2 10-16,-2 2-19 0,-2 3-22 0,0 2-22 0,-1 1-23 15,-3 2-123-15,-1 1-78 0,-2 1-15 0</inkml:trace>
  <inkml:trace contextRef="#ctx0" brushRef="#br0" timeOffset="21188.88">10344 15140 217 0,'0'-1'173'0,"0"-2"-101"0,-1 0 96 0,1 0-127 0,0 3-40 0,0 0-9 0,1 0-23 0,-1 1 7 0,3 1 5 0,-2-1 19 0,1-1-4 0,-1 1 8 0,0-1 8 0,0 0 4 0,2 0 4 16,-1 0-18-16,0 0 18 0,0 1-18 0,1-1 26 0,-1 2 3 0,0 0 1 0,2 0-3 0,-1 0 20 0,0-1-11 0,1 1 37 0,-1 0-11 0,0 1-13 0,3-1-9 0,-1 0 7 0,1-1-7 0,2 1 4 0,-1-2-2 0,2 2-4 0,1-1-22 0,0-1 16 0,1-1-15 15,1-2 16-15,0 2-4 0,0 0-15 0,2-2-7 0,0-1 12 0,2 0-12 16,-1 2 15-16,1-2-8 0,1 1-5 0,4 0 1 0,0-1-1 16,0 2 5-16,2 0 7 0,-9-1-5 0,-1 2-4 0,1 0-14 15,2 1 8-15,7-2-8 0,3 2 8 0,-2-2-3 0,1 1-5 0,-2-2-10 16,3 1 7-16,-1 0-6 0,1-2 24 0,0 2-4 0,0-1-4 16,4-1-9-16,0 1 4 0,1 0-3 0,5-1 5 0,0 0-2 15,0 1-3-15,-3-1-12 0,0 0 14 0,2 0-9 0,-1 0 23 16,3 0-4-16,-2 0-8 0,0 1-6 0,-1-1 6 0,1 1-3 15,0 1 5-15,-1-2-2 0,3 3-4 0,1-2-11 0,-1 0 14 0,-6 0-8 16,0 0 18-16,-2 0 0 0,1 0-11 0,5-1-10 16,-2-1 19-16,-1 0-16 0,0-1 26 0,-1 1-7 0,2 0-8 0,4 0-2 15,2 1 5-15,4 0-1 0,-2 1 13 0,-5-1-3 0,3-1-6 0,1 1-5 16,0-1 1-16,2 0-1 0,-2-1 1 0,-2 1-4 16,2 1-1-16,2-1-9 0,2 1 11 0,3 3-6 0,0-4 14 15,-6 2 1-15,1-2-10 0,-2 2-12 0,-2-3 16 0,2 1-16 0,-1 0 14 16,-2 0 5-16,2 0-5 0,4 1-17 0,0-1 14 0,5 0-13 15,1-2 23-15,-4 1-4 0,2-2-6 0,0-1-13 0,0 3 13 16,4 0-10-16,-2-1 18 0,-2 1-2 0,4-4-10 0,6-1-3 0,2 0 7 16,-2 2-5-16,0 1 7 0,-6-1 3 0,-2 3-6 15,4-3-10-15,2 2 21 0,3 2-17 0,3 0 27 0,-3 0-7 0,0 2-10 0,-1-2-5 16,-3 3 9-16,0-1-6 0,-1-1-3 0,-3 2 5 16,4-2-6-16,2 0-10 0,1 0 18 0,-5-2-15 0,-1 1 20 0,-5-2-4 15,-3 1-6-15,3 0-5 0,-1-1 5 0,-1 0-3 0,2 0 5 16,0 1 2-16,0 1-5 0,4-2-1 0,-5 2 6 0,-2-1-6 15,1 1 4-15,-3-1 8 0,-2 4 0 0,2-1-12 0,1-1 10 16,0 4-13-16,2-1 3 0,-1 0 2 0,-1 1-4 0,-5 0-5 16,-2 0 7-16,-1 0-5 0,0 1 9 0,1-1-4 0,-1 1-4 0,-3 1-41 15,-2-1-7-15,0 2-8 0,1-1-78 0,-1-1-60 0,0 3-52 16</inkml:trace>
  <inkml:trace contextRef="#ctx0" brushRef="#br0" timeOffset="25452.42">16543 14372 256 0,'-1'-11'12'15,"-5"3"169"-15,1 7-80 0,0-1 2 0,1 2-97 0,-1 0 2 0,2 0-2 0,0 0-5 0,0 0 5 0,1 0-3 0,0 2-27 0,1-2 32 0,0 0-29 0,-1 1 37 0,1 0-3 16,0 0-13-16,0 5-14 0,0-3 17 0,-1 4-9 0,-1 2 33 0,2 0-2 0,-1 2-10 0,0 3 0 0,0 0 8 0,-1 1-6 0,2 2 19 0,1-1-1 0,0-1 2 0,0 3-7 0,0 0 3 0,0 0-3 0,1 2 3 0,0 1-4 0,1 1-7 15,-1 2-22-15,0-1 17 0,0 1-17 0,0-2 12 0,-1-1-4 16,1-1-7-16,0-1 6 0,0-2-8 0,1 0 7 0,-1-3-2 0,0 0 0 0,0-3 0 16,0-4-3-16,0-2 4 0,0 2-3 0,2 0 3 0,-2 2 4 0,1-3 1 15,1-1-8-15,1-1 9 0,-1-3-7 0,0 2 16 16,0 0-5-16,0-3-9 0,2 1-7 0,-2-1 6 0,1 0-6 0,1 0 1 0,-1-3 0 16,1-1 1-16,-1-1-6 0,0-1 7 0,-1-2-4 15,2 1 14-15,-3-1-1 0,1-2-8 0,-1 2-17 0,2-1 21 16,-1-2-17-16,1-1 26 0,1-1-6 0,0-1-11 0,0 3-8 0,1-3 14 15,-1-1-6-15,1 1 24 0,0 2-4 0,-1-3-13 0,0 3-3 16,-1-1 3-16,1-1-4 0,-2 1-2 0,-2-2 1 0,0 2 2 16,2-3-3-16,-3 4 0 0,1-1-1 0,0 0 1 0,-1 2 5 0,1-1-4 15,0-1-18-15,-1 2 23 0,0-2-20 0,-1 3 28 16,0-1-4-16,1 1-10 0,0 1-7 0,0 0 7 0,0 2-4 0,0 0 12 16,0 3-1-16,1 0-7 0,-1 3-6 0,1-1 9 0,-1 2-8 0,1 0 5 15,-4 2-1-15,0 3-4 0,0 0-3 0,2 3 10 0,3 2-4 16,2 3 16-16,-2-1-3 0,3 2-10 0,-2-1-10 0,0 1 11 15,0-2-9-15,0 1 18 0,1 0-4 0,1-3-6 0,-1-1 0 16,0 0-2-16,0-1 3 0,1-2 0 0,-1-1 1 0,2-1-2 16,-2 0 9-16,1-1 6 0,0-2-2 0,1 0 9 0,1-1-4 0,0 0-2 15,0-2-4-15,2-1 6 0,-1-2-1 0,1 0 18 0,0-2-8 16,0 1-8-16,0-2-17 0,0-1 11 0,-1-1-10 0,0 0 14 16,1 0-4-16,-2-2-5 0,2-2-3 0,-2 1-1 0,2-3 3 0,-1 2 6 15,1-2-5-15,-1 0 1 0,1 0-18 0,0 2 12 0,0-1-8 16,0 3 25-16,0 3 4 0,0 2-3 0,0 3-22 15,0 1 12-15,-2 3-13 0,1 3 18 0,-1 2 2 0,1 4-2 0,2 4-10 16,-1 1 13-16,0 4-13 0,1 1 11 0,1 1-7 0,-1 1-8 16,0-1-1-16,0 1 4 0,0-1-3 0,3 2 0 0,1 2-3 15,-1 4-7-15,1 3-13 0,-2-1 15 0,-3-3-12 0,4-10 2 0,0-2-26 16,5-1-26-16,7-4-84 0,1 3-54 0,1-6 0 0,-2 1 1 16</inkml:trace>
  <inkml:trace contextRef="#ctx0" brushRef="#br0" timeOffset="26230.86">15005 12598 221 0,'-3'-9'-2'0,"0"0"-25"0,1 1 25 15,1 2 13-15,-2-1-5 0,3 0 17 0,0 0-5 0,-1 1-2 0,1-1-20 0,1 0 25 0,1-1-20 0,-1 2 34 0,0-1-6 0,1 0-14 0,0 0-10 0,1-1 13 0,-1 1-7 0,1 0 33 0,-1 0-3 0,1 2-9 0,-1-1-20 0,-1 5 42 16,0-1-33-16,-1 2 48 0,1 1-11 0,-1 0-19 0,0 2-25 0,0 3 11 0,0 2-11 0,-1 3 21 0,0 0-3 0,0 0-8 0,0 4-12 0,0 1 12 0,1 0-15 0,0 1-1 0,0 0-2 0,1 2-5 16,1 1-1-16,3 6 9 0,0 1-3 0,1 2 34 0,2 1-4 0,1-1-6 0,1 1-12 0,0 4 2 0,-1 2-6 0,0-3-9 0,-1 1 1 0,0-4-2 0,2-1-20 0,0-3 18 0,-2-2-14 0,1-3 29 15,-3-3-4-15,0-2-13 0,0-2-9 0,-2-2 8 0,-4-1-12 0,-1 0-28 0,0-2-11 0,-1 0-14 0,3-2-42 0,0-2-27 0,-1-1 6 0,1-3-85 0,-1-1 120 0,0 0 3 0</inkml:trace>
  <inkml:trace contextRef="#ctx0" brushRef="#br0" timeOffset="26439.22">15052 12536 778 0,'3'-11'145'0,"-4"0"-111"0,1 1 8 0,2 1-7 15,2 2 24-15,1-1-35 0,3-1 8 0,1 0-2 16,1-1-13-16,2 0-4 0,1 1 7 0,2 0-5 0,-1-2 14 0,1 4-6 15,-6 0-8-15,2 0-24 0,1-1 22 0,3-2-20 0,5-1 20 0,-2 4-4 32,1-1-9-32,0 0 0 15,-2 2-5-15,0 0 4 0,0 0-3 0,-1 0-14 0,-2 2-10 0,1-1-54 0,-1 3 10 0,1-2-23 0,0 1-50 0,-2 1-6 0,2 2-26 16</inkml:trace>
  <inkml:trace contextRef="#ctx0" brushRef="#br0" timeOffset="26627.4">15139 12849 1152 0,'35'-30'81'16,"-37"28"-33"-16,40-27-45 15,-23 20-5-15,1 1-1 0,5-1-7 0,1 0 0 0,1-3-43 16,0 2-21-16,3-2 0 0,0 1-69 0,1 1-12 0,3-1-16 0</inkml:trace>
  <inkml:trace contextRef="#ctx0" brushRef="#br0" timeOffset="31693.88">12083 14222 102 0,'-4'-1'-39'0,"0"-2"22"0,2 2 49 0,-2 1-29 0,2-1 17 0,0 1-8 0,0-1-10 0,0 1 5 0,0-2 2 0,0 2 3 0,1 0 12 0,0-1 9 0,-2 0 0 0,1 0-17 0,-1-1 22 16,0 0-24-16,0 2 20 0,1-2-5 0,0 2-5 0,-2 0-13 0,2 0 6 0,0-1-3 0,-1 1 18 0,0-1-3 0,1 1-7 0,0 0-19 0,0 0 23 0,-1 0-20 0,2 0 24 0,-1 1-5 16,1-1-13-16,1 0-17 0,-1 1 10 0,1-1-7 0,0 0 18 15,0 0 0-15,0 0-8 0,0 0-13 0,1 0 11 0,0 2-12 16,0-2 10-16,0 0-4 0,0 0 0 0,2 0 10 0,-1 0-8 16,0 0 11-16,0 0-4 0,1-2 3 0,-1 2 1 0,0 0-3 0,0 0 5 15,2 0-5-15,-1 2-2 0,2-2-4 0,0 2-2 0,0 0 3 16,-1-1 5-16,2 0 1 0,0 0 8 0,2-1-3 0,0 2-8 0,0-1-8 15,0 0 15-15,-1-1-12 0,2 0 19 0,1 1-8 16,2-1-7-16,0 0-11 0,1 2 11 0,-2-2-6 0,-6 0 20 16,0 0-3-16,0 0-13 0,1 0-16 0,6 0 23 0,0 0-21 15,0 0 23-15,1-2-5 0,-1 1-9 0,1-1 2 0,0 0-3 0,0 1 5 16,-1-1 5-16,-1 0-1 0,-1 1-1 0,1-2-10 0,-1 3 8 16,0-2-8-16,0 1 5 0,1-2-1 0,-1 2-2 0,0-1-6 15,1 1 7-15,0 0-3 0,0-2 12 0,0 1 1 0,-1 0-6 0,0 0-17 16,0-2 19-16,0 2-17 0,-1-1 23 0,-1 0-8 0,1 0-9 0,-2-1-5 15,0-1 8-15,0 1-2 0,0-1 17 0,-2 1 1 16,1 0-8-16,0 0-14 0,-1 0 15 0,1 0-15 0,1 2 14 16,-2-1-2-16,0 1-4 0,-1 0-3 0,0 0 0 0,-1 1-1 0,-1-1 7 15,-1 1 2-15,0 0-1 0,1 0-12 0,-1 1 11 0,-1 0-8 16,1-2 18-16,-1 1-7 0,0 1-6 0,-1-1-13 0,-2-2 15 16,0 2-6-16,0 0 26 0,-2-2-2 0,0 0-10 0,-2 0-15 15,0-1 13-15,-1-1-14 0,0 1 10 0,2-3 1 0,-2 2-2 0,1 0 4 16,-1-3 1-16,2 3 1 0,0-1 0 0,0 0-1 0,1 0-7 15,0 0-13-15,0-2 21 0,0 1-18 0,1-1 20 0,-1 2-6 16,2-2-10-16,-2 0 2 0,2-1 0 0,-1 2 3 0,2-2 3 16,0 1 0-16,0-1-3 0,1 1-8 0,-1 1 8 0,1-2-7 15,1 1-6-15,0 2-14 0,1-2-12 0,2 5-37 0,-1-1-18 16,1 3 5-16,2 0-48 0,-1 1-1 0,2 1-4 0</inkml:trace>
  <inkml:trace contextRef="#ctx0" brushRef="#br0" timeOffset="32877.17">12219 15028 39 0,'-7'-4'12'0,"2"2"-7"0,2 0 8 0,1 1-9 0,0 1 12 0,-1-2 4 16,1 1-10-16,1 0 3 0,-1-2 43 0,1 1-32 0,-1 0 42 0,1 1-10 0,-1-3-14 0,1 0-21 0,1 2 10 0,0-2-8 0,0 1 22 0,-1 1-9 0,1-2-12 0,0 2-24 0,1-1 20 0,1 0-20 0,-2 0 18 0,0 3-4 0,0-4-13 0,1 1-6 0,3 2 5 15,-1 0-2-15,-1 1 12 0,2 0 0 0,-1 0-7 0,2 0-19 16,-1 0 24-16,1 0-20 0,-1 1 27 0,1 0-8 0,-1 2-11 0,2-1-10 16,-1 0 10-16,0-1-3 0,1 3 25 0,0-2 0 0,1 0-9 15,0 1-23-15,0 1 25 0,0 0-23 0,-1 0 39 0,-1 0-6 16,2 0-7-16,1-1-13 0,0 1 13 0,0 1-7 0,-2-2 20 16,2 1-6-16,-1 0-14 0,1-3-8 0,-1 1 8 0,1 1-8 15,-2 0 9-15,2-2-3 0,-1 1-4 0,2 1-17 0,-1-2 15 16,1 1-10-16,-1-1 30 0,-1 0 0 0,1 0-12 0,0 1-22 0,-1-2 24 15,0 0-23-15,-2 0 25 0,2 0-4 0,-1-2-8 0,-1 0 5 16,0 1-5-16,0-1 6 0,-1 1-2 0,0-2 2 0,0 2-1 0,-1-1-6 16,0 0 15-16,1 0-13 0,-2-2 15 0,1 1-3 0,-1-1-5 15,1 1-4-15,0-1 6 0,-1-1-2 0,2-2 11 0,-1 2-1 16,0-3-8-16,2 2-12 0,-2-2 17 0,1-1-16 0,-2 2 15 16,1-1 0-16,1 0-6 0,-1-1-18 0,-1 0 11 0,2 0-10 15,-1 1 21-15,0 0-2 0,0 0-4 0,0-1-13 0,-1 2 3 16,0 0-8-16,1-1-18 0,-1-1-11 0,1 3-10 0,1 1-64 0,-1-1-38 15,2 0-5-15</inkml:trace>
  <inkml:trace contextRef="#ctx0" brushRef="#br0" timeOffset="40274.06">12979 14905 490 0,'-6'-7'102'0,"-5"-4"-47"16,0-5-86-1,6 7 78-15,0 3 7 0,2 0 2 0,0 1-13 0,1 5 32 0,0-3-31 16,1 0 31-16,-1 1-11 0,1-2-15 0,1-2-8 0,0 0-6 15,1 3 4-15,1 1 0 0,-1 0 3 0,0 1 2 0,0-1-12 0,-1 1 9 16,1 1-12-16,-1 0 8 0,0 0-9 0,-1 3-3 0,0-1-9 16,-1 2-2-16,-1 1 3 0,1-1 12 0,-1 2 0 15,-1-1 2-15,1 2 2 0,0-3 14 0,-1-1-7 0,1 5 18 0,1-4-8 16,-1 4-10-16,0-1-3 0,1 4 3 0,1-2-1 0,-2 0 6 16,1-1-5-16,1 0-4 0,0 0-13 0,0 1 13 0,0-1-11 15,-1-1 12-15,2 1-11 0,-1 0-12 0,1-2-21 0,0-1 11 0,1 1-9 16,1 1 20-16,-1-2-6 0,1 0-6 0,0-1-3 0,0 1-4 15,1-2 3-15,1 2-15 0,0-1-6 0,1-2-8 0,1 2-49 16,1-1-15-16,-1-2-14 0,2-1-159 0,-1 0-111 0,1-1-90 0</inkml:trace>
  <inkml:trace contextRef="#ctx0" brushRef="#br0" timeOffset="45948.58">12805 13952 256 0,'-10'-10'6'0,"3"5"97"0,0 0-32 0,2 3 9 0,-1 1-31 0,2 1 0 0,-1 1-1 0,1 1-12 0,0 0-4 0,2 1-6 0,0-1-27 0,1 1 16 0,-1 1-19 0,2 0 12 0,2-1 1 0,-1 1-6 0,1-1 2 0,0 1 3 0,2-2-2 0,0 1 9 0,1 1-3 15,1-2-3-15,1 0 1 0,0 0 4 0,1 1-2 0,-3-1 3 0,2-1-5 0,0 1-3 0,-1-1 7 0,2 2-4 0,0-3 6 0,0 1-2 16,-2 0-1-16,0-1-2 0,1 0-22 0,0 0 20 0,0 0-17 0,-1 0 23 16,2-1-6-16,0-2-10 0,2 1 1 0,4 0-5 0,-1-3 6 15,4 2 0-15,-1-3 1 0,3 1-3 0,1-1-22 0,5-3 17 16,2 1-21-16,3-1-23 0,1 2-21 0,-1 0-26 0,-1 0-128 0,-9 3 136 16</inkml:trace>
  <inkml:trace contextRef="#ctx0" brushRef="#br0" timeOffset="46623.33">12806 13960 316 0,'2'-7'-62'0,"-1"4"95"0,-1-2-14 0,0-1-22 0,0 5-6 16,0-1 23-16,0-1-9 0,0 3 62 0,0 0-3 0,1 0-12 0,1 1-28 16,-2-1 22-16,0 0-24 0,0 2 29 0,0 1 5 0,1 4-1 0,0-2-17 15,0 4 18-15,0-1-19 0,0 1 9 0,1-1-5 16,0 3-16-16,-1-2-25 0,1 1 20 0,-1 0-22 0,0 0 18 16,0-1-1-16,-1 0-6 0,0 2-16 0,-1 0 8 0,-1-1-7 15,1 1 17-15,-1-2-2 0,-1 0-8 0,0-2-7 0,0 1 12 0,-1 0-9 16,1-2 11-16,1 0 1 0,-2-1-5 0,0 1-2 0,-2-3-2 15,1 3 0-15,-1-5 2 0,1 3 0 0,0-3-1 0,0 2-8 16,2-2 15-16,1 0-13 0,-1-1 14 0,2 0-2 0,0 0-3 0,1 0-6 16,0 0 2-16,1-1 0 0,3 0 6 0,0-1-2 0,2 1-7 15,3-2-7-15,0 1 12 0,1 1-7 0,-1-3 13 0,-1 1-4 16,1 2-5-16,1 0-13 0,2-1 12 0,-2 1-8 0,1 0 20 16,2 1 1-16,-1 1-9 0,5 2-9 0,1-1 16 0,1 3-13 15,1-2 14-15,-1 2-4 0,0 0-10 0,1 0-11 0,0-1 15 0,1 2-9 16,0-2 23-16,0 1 0 0,-2 1-11 0,-1-3-13 0,0 1 17 15,-5 0-16-15,-2-1 16 0,-7 0-4 0,-1 0-6 0,-1 0 3 16,-2-1-3-16,4-1 5 0,-3 2-2 0,-1-2 5 0,1 1 2 16,-1-2-19-16,0 1 30 0,0 0-25 0,-3 2 32 0,-1-1-10 0,-2 2-14 15,2 0-5-15,-1 0 3 0,-2 2-1 0,-2-1 9 0,-8 0-2 16,-2 3-6-16,-1-2-10 0,-3 1 12 0,2 1-9 0,-2-1 11 16,3 1 2-16,1 0-5 0,-1-3 2 0,1 2-5 0,-3-1 3 15,3-3 4-15,1-1-3 0,2 1 2 0,0 0-16 0,1 2 13 16,-2 0-14-16,2 0 1 0,0 1-14 0,-1 0-15 0,3-1-65 0,2 0-40 15,2-1-1-15,4 1 7 0</inkml:trace>
  <inkml:trace contextRef="#ctx0" brushRef="#br0" timeOffset="132577.67">18622 7185 217 0,'-23'-24'91'0,"-4"3"-43"0,4 2 39 0,-8 0-44 0,7 5-6 0,0 3-20 0,-1 4-3 0,2-1 5 0,-2 5-4 0,0 0-23 0,1 1 28 0,-3 2-27 0,0 0 28 0,-1 3-6 0,-3 1-11 0,-2 5-2 0,-3 0 4 16,2 6-2-16,-3 0 5 0,0 3 5 0,-3 3-2 0,-5 0-5 0,1 3 8 0,0 1-10 0,1 5 14 0,0 3-2 0,-1 4 1 0,-3 4-10 0,3 2 13 0,-2 0-10 0,-1-2 11 15,1-2 1-15,-2 0-12 0,5 3-14 0,3-1 19 0,4 3-19 0,0-1 14 16,4 2-5-16,0 4-5 0,-1 2-4 0,4 0 6 0,0 0 0 16,8-2 26-16,1-3-6 0,0-1-7 0,2 1-6 0,-1 2 10 15,5 4-7-15,5 3 13 0,4 0-2 0,5 0-3 0,3 1 4 16,5-1-2-16,4 2 5 0,4 0 7 0,2 3-8 0,2 2-3 0,1 7-21 15,-5-1 15-15,-1 0-14 0,-1-1 10 0,0-3 1 0,5 2-7 16,0 9-8-16,-1 5 10 0,0 3-8 0,-2-2 10 0,-4-5 0 16,0 2-5-16,0 9-7 0,-1 6 6 0,-1 0-8 0,0 1 2 15,-1-1 0-15,-2 6 2 0,-1 9-2 0,-1 6-3 0,-3 3 3 16,-1 7 9-16,-1-1 2 0,-3 5-2 0,-2 10-18 0,-1 2 18 0,-2-3-18 16,-1 2 21-16,0-7-7 0,-1 0-5 0,0 4 6 0,-3-1-6 15,1-1 9-15,-2-3 11 0,1-5 2 0,1 2 5 0,-5 5 4 16,1 0 8-16,-4 0-4 0,3 3 10 0,1-8-5 0,-2-2-7 0,9 5-14 15,-1-3 0-15,4 1-3 0,4-5-2 0,0-10-7 16,4-2-5-16,6 1-8 0,7-6 5 0,-5-8-4 0,8-7 11 16,3-10-1-16,6-8-5 0,11 5-13 0,1-1 3 0,2-3-9 0,2-1-21 15,2-2 10-15,8-5-8 0,9 1-21 0,4-4 8 0,-1-4-22 16,-2-3-46-16,-6-3-23 0,0-3-27 0,12-2-170 0,7-3 204 0</inkml:trace>
  <inkml:trace contextRef="#ctx0" brushRef="#br0" timeOffset="133571.7">30411 7515 217 0,'-9'-4'153'0,"-11"-23"-60"0,-1 1 87 0,1-3-97 0,4 8-14 0,4 3-38 0,1 2-11 0,5 4 2 0,2 0-6 0,4-3-22 0,3 3 25 0,3-1-23 16,6 0 25-16,2 1-9 0,4-2-15 0,6 1 9 0,5-1 0 0,5 2 5 0,7-2 2 0,1 3 2 0,-3-3-4 0,5-3-9 0,-3 2 16 0,4-5-16 0,5 2 8 0,-2 2-3 0,2-1-7 0,6 4-6 0,1-2 9 16,1 5-5-16,-5 1 15 0,-1-2-1 0,-5 3-12 0,0-1-7 0,2 1 13 15,-5 5-12-15,-1 2 17 0,-4 1-1 0,-2 3-2 0,2 0-14 16,-3 5 4-16,-5 2-4 0,-5 3 15 0,-8-3 2 0,-3 3-5 16,1 4 1-16,-6 3 10 0,-3 6-9 0,-4 1 11 0,-3 1 0 0,-2-1-1 15,-4 5 3-15,-2 2 1 0,-2 6 1 0,-3 4-1 0,1 0 1 16,-2 5-5-16,-2 0-21 0,1 1 19 0,-4 0-19 0,-1-4 18 15,4 0-2-15,2 4-7 0,2 9-11 0,2 2 5 0,1 6-3 16,0 1 19-16,2-6-4 0,1 1-6 0,3 6-21 0,-2 4 23 0,3 6-20 16,-1 6 27-16,-1-4-4 0,2-5-11 0,-2 8-4 0,-1 4 6 15,0 4-3-15,-3 3 13 0,-1-5 0 0,-1-2-7 0,-4 8-19 16,0 4 21-16,-1 3-19 0,-2 2 24 0,0-5-4 0,-2 7-9 0,-2 9-10 16,-3 4 11-16,0 6-5 0,-4 2 22 0,2-1-3 0,-1 1-11 15,1 6-13-15,7-1 16 0,0-1-13 0,3 1 16 0,1-6-4 16,-1-2-7-16,2 5 2 0,2-4-2 0,4 0 3 0,2-4 6 15,6-9-1-15,1 0-1 0,7 5-19 0,5 1 19 0,3 1-16 0,7-1 30 16,2-5-12-16,2-1-12 0,0 2-9 0,3-1 11 16,4-6-3-16,1-2 19 0,6-7-5 0,-3-3-10 0,4 0-18 15,-2-2 19-15,3-2-15 0,1-1 26 0,2-4-5 0,-5-5-7 0,1 2-3 16,-6-4 1-16,-7-5 3 0,-1-1 10 0,-8-3-3 0,-4-4-2 16,-5-2-14-16,-6-7 25 0,-7-8-17 0,-7-3 38 0,-4-3 2 15,-7-2-9-15,-8 0 11 0,-9 0-2 0,-13-2 2 0,-8 0-10 0,-7-6-4 16,-5 1-4-16,-6 2-18 0,-9-4 7 0,-11-1-11 0,-7-1 1 15,-4-3 0-15,-2 0 0 0,-4 4-15 0,-5 2 14 0,1 0-11 16,3 2 18-16,6-1 1 0,-3 2-10 0,-2 3-10 0,5-2 19 16,6 0-13-16,11-3 23 0,7-2-7 0,0-1-9 0,7 0-10 15,12-4-2-15,10 1 10 0,14-4-4 0,11-2-43 0,6-2-52 0,8 0-57 16,7-3-10-16,9-1-18 0,9 1-172 0,8-4 205 0,8-4-17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8:59:29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16715 3229 211 0,'47'-12'-9'0,"-4"1"-35"0,7 1 26 0,2 2 45 0,1 0-25 0,4 3 51 0,0-3-6 0,-2 3-14 0,3 1 0 0,-5-1 22 0,-1 2-13 0,3-4 33 0,0-1-8 0,5 1-17 0,8-2-25 15,1 1 31-15,-2-2-26 0,-2 0 46 0,-3-2-8 0,2 1-12 0,11-4-20 0,5 1 16 0,2-1-14 0,-1 1 20 0,-6-1-10 0,-1-1-16 0,2 1-32 0,8 0 24 0,-2 3-23 0,-2 0 31 0,-4 4-10 0,-7-1-13 0,6 2-8 0,2 1 6 0,3 2-3 16,-1-1 12-16,-7 2-3 0,-2-2-10 0,-3 3-4 0,2-2 5 0,3 1-5 0,3 2 0 16,-2 1-1-16,-4 0 0 0,0 0 2 0,-5 0-3 0,-3 1 4 15,4 0-8-15,0 3 3 0,2-1-3 0,-1 2-29 0,-2-1 5 16,-5 2-17-16,-3-1-44 0,0 2-23 0,-2 0-26 0,7 5-142 0,2 2 170 16</inkml:trace>
  <inkml:trace contextRef="#ctx0" brushRef="#br0" timeOffset="647.2">26729 3190 256 0,'-46'-39'24'0,"23"18"350"0,2 6-165 0,6 2 7 0,2 2-191 0,4 2 6 0,2 2-4 0,3 1 3 0,0 2-11 0,1 1-9 16,3 2-8-16,0 1-5 0,5 0 3 0,2 0-3 0,3 1 3 0,3 2 0 0,9 0-10 0,2 0 19 0,4 3-17 0,2 0 13 0,-4 2-1 0,4-1-7 0,3 1 5 0,1 1-2 0,4 1 4 0,6 0-5 0,2 2 3 0,6-4-2 0,-1-1-1 0,3 2 3 0,0-1-5 0,1 2-3 0,6 2 1 0,1-3 3 0,12 2-5 15,5-1 6-15,2-1-3 0,4-2 13 0,-6-3-3 0,5-2-5 0,13 1-17 16,2-1 23-16,3 0-17 0,-2-2 28 0,-6 0-5 0,7 0-14 16,5 0 0-16,-3 0 1 0,-1 0 0 0,-3-2 5 0,-3 2-4 15,-1-1-1-15,2-2-1 0,-4 1 1 0,-3-1-1 0,2 2 2 16,-6-1 3-16,-1-1-3 0,-3 0-3 0,-7 1-1 0,-3 1 3 16,3-1 1-16,-1 4 3 0,-3-1-9 0,6 3-39 0,-6 0 5 0,-6 1-25 15,4 2-96-15,-7 1-46 0,7 4-51 0</inkml:trace>
  <inkml:trace contextRef="#ctx0" brushRef="#br0" timeOffset="6055.72">18569 3400 217 0,'45'-10'282'0,"-22"0"-161"0,-1-2 173 0,4 3-217 0,2 4-44 0,9 2-18 0,0-1 47 0,-2 1-6 0,0 2-14 0,7 1-24 0,3 1 24 0,7 4-22 0,6-2 22 0,3 3-10 0,0-3-14 15,6 1-10-15,1-1 1 0,7 0-1 0,12 0 1 0,0-1-1 0,3-1-5 0,2-1-17 0,-4-2 21 0,4-2-16 0,6 1 25 0,-3-2-4 0,2 1-11 16,-2-3-6-16,2 2 4 0,0-2-3 0,2 2 12 0,-4 0-1 0,-4-3-2 0,4 1-20 0,4-1 22 0,-3 2-18 0,2-3 24 0,-9-2-4 0,-5 1-9 0,9-1-8 0,0 0 5 0,2-3-4 0,-3 0 12 0,-9-2 1 0,0-1-4 16,8-2-6-16,-1 0-2 0,-3-1-4 0,-5-4-7 0,-7 2 3 0,-6-3 4 0,6-4-5 0,-1 1 6 0,-7-2-3 0,-2-1 16 0,-10 1 2 0,-5 0-2 0,3-2-12 0,-8-2 17 0,-4-4-15 0,-4-2 15 0,-4-1-4 0,-1-1-5 0,-3-3-3 15,-7-1 5-15,-6-4 0 0,-7 2 13 0,-8 3-4 0,-4 1-6 0,-8-4-17 0,-6-2 12 0,-7-7-11 0,-5 2 20 16,-1 3-3-16,-4-2-7 0,-2-1 5 0,-2 2-9 16,-7 1 9-16,-7 2-6 0,-3-1 3 0,-6-2 4 0,-7-4-18 0,0-1 20 0,-3-1-18 15,-2 4 21-15,-5 7 1 0,-6 1-9 0,-8 1 5 0,-7 0-7 16,2 0 5-16,-7-1-4 0,0 2 2 0,-4 0 3 0,-6 0-19 15,-1 2 19-15,0 4-16 0,-7 2 22 0,3 5-4 0,-2 2-8 0,-10 1-6 16,0 0 5-16,-3 2-1 0,-3-1 11 0,3 2 0 0,-2 3-7 16,-10 3-5-16,-3 3 19 0,-6 4-14 0,0 6 31 0,0 4-8 15,-7 4-12-15,-4 8-2 0,-8 3-5 0,-4 5 5 0,6 4-7 16,1 5 1-16,1 2 0 0,-2 7-17 0,-3-3 16 0,4 3-15 0,9 5 24 16,7 2-3-16,7 8-7 0,6 5-1 0,4 4 5 15,5 3 0-15,9 0 13 0,10-1 2 0,10 1-5 0,7 5-23 0,8 3 23 16,3 5-23-16,7-1 24 0,10-1-10 0,8-1-10 0,9 4 5 15,6 1-11-15,4 0 13 0,5 0-4 0,8-8-1 0,6-2 2 16,8-3-5-16,13-4 4 0,1 1-4 0,6 1 2 16,5-5 2-16,0 1 0 0,12-1-3 15,4-4 13-15,6-3-9 0,1-4 32 0,-1-1-2 16,5 0-6-16,5-1 4 0,6 1 5 0,8-3-3 0,3 1 0 0,2-5 3 16,-2 2-2-16,0-3-12 0,1-3 5 0,2-2-9 0,8-2 2 0,6-3-5 0,3-2-1 15,4 0-12-15,0-4 4 0,-2 0-4 0,7-1 5 0,6-2-5 0,2-2-2 0,6 0-15 0,1-2-8 16,7 1 2-16,4-3-28 0,-3 0-17 0,3-1-14 0,5 0-99 15,5-1-62-15,3 3-10 0,0-1-14 0</inkml:trace>
  <inkml:trace contextRef="#ctx0" brushRef="#br0" timeOffset="11248.69">18733 5184 217 0,'1'-7'128'0,"1"0"-78"0,-1-1 65 0,3 2-73 0,-2 1-1 0,0-1-16 0,2 3 38 0,-2-1-7 0,0 0-14 0,0 1-37 0,3-1 24 0,0 2-26 0,2-1 24 0,2 2-7 0,0-1-12 0,2 0-14 0,1 1 9 0,0 1-5 0,1 1 28 0,3 1-1 0,0-1-6 0,2 1-23 0,2-2 26 15,1 2-23-15,2 0 29 0,2-1-2 0,3 2-11 0,1-2-19 16,6 1 16-16,-2-2-14 0,0 0 26 0,-7 0-6 0,-2-2-13 0,3 1-19 16,0 0 22-16,4-1-19 0,-3 0 23 0,-6-1-3 0,-1 2-9 0,2 0-14 15,-3-2-4-15,0 2-2 0,-1-2-45 0,1 2-19 16,-1 0-25-16,2 0-91 0,1-1 121 0</inkml:trace>
  <inkml:trace contextRef="#ctx0" brushRef="#br0" timeOffset="12013.16">20601 5212 367 0,'0'-6'65'0,"-1"2"85"0,4 0-133 0,-2 3-7 0,3-2-19 0,1 2 29 0,-1-2-1 0,3 2-3 0,0-2 3 0,0 3-7 0,-3-2 7 0,-2-2-6 0,3 1 1 0,0 1-1 0,6-1-12 0,1-1 16 0,0 2-13 0,0-1 15 0,1 1-2 0,0 0-5 0,-2 2-4 0,3 0 16 0,-1-1-9 15,1 0 23-15,0 0-5 0,1 1-17 0,0 0-3 0,0 1 10 0,0 0-10 0,1 0 0 0,1 2-7 0,-2 1-4 0,3-2-14 0,1 1 10 0,3 1-5 16,0 0 22-16,3 1-4 0,-1 0-11 0,3-1-31 0,0 0 6 16,-1 1-16-16,-6-1-32 0,1-1-25 0,-1 1-25 0</inkml:trace>
  <inkml:trace contextRef="#ctx0" brushRef="#br0" timeOffset="15513.5">17786 5847 256 0,'-7'-10'0'0,"5"5"11"0,2-1-6 0,0 4 1 0,0-2-9 0,0 3 1 0,0 0 0 0,0 1 9 0,0 0-1 0,1 0-2 0,2 0-7 0,-1 0 13 0,2 0-10 0,1 0 13 0,0 0 0 0,1 1-5 0,1 1-22 0,0 1 20 0,0-1-15 0,1 0 41 16,0-1-8-16,2 2-11 0,1-1-14 0,2-1 10 0,0 1-10 0,2 0 8 0,-1 1-3 0,1-1-6 0,3 0 5 0,0 0-8 16,3 2 7-16,2-1 1 0,-1 1-3 0,4-1 2 0,0-1-6 15,0 1 9-15,2 1-6 0,-10-1 12 0,1 1-7 0,0-2-5 0,2 0 1 16,6-2 0-16,-1 0 4 0,-1-4 12 0,-4 0 6 0,0 0-4 16,1-2-5-16,-1-1 13 0,2 1-13 0,-1-1 3 0,-2 0-7 15,-1 0-6-15,-1 0 3 0,0-1-9 0,0-1 9 0,0 3-2 0,-1-3-1 16,-2 1 1-16,0 0-22 0,0-1 29 0,-3-1-23 15,-2 1 38-15,-1-1-7 0,-1 0-12 0,-4-4-17 0,-2-1 12 0,-2 0-7 16,-1-3 24-16,3 2 0 0,-1-2-12 0,1-2-11 0,-2 4 15 16,0-2-14-16,0-1 10 0,-3 1-4 0,-1-1-5 0,2-2-12 15,1 1 12-15,-2 0-6 0,-2-1 25 0,-8 1-2 0,-3 0-12 0,-2 1-20 16,-3 1 23-16,-2 0-21 0,2 1 29 0,0 3-8 0,-1-3-10 16,-1 5-6-16,-1-2 6 0,0 2-1 0,-3-1 16 0,2 2-3 15,-3 1-8-15,-1-2-7 0,-4 3 8 0,-3-1-7 0,0 0 7 16,5-1-1-16,-3 2-2 0,-3 0-13 0,-1 3 11 0,-5 0-6 15,4 0 25-15,5 4-3 0,0 1-10 0,1 1-14 0,-3 2 15 0,-1 2-14 16,-1 2 17-16,-2 1 1 0,0 2-6 0,-2 4 18 0,-1-1-10 16,-5 4 12-16,2-1-13 0,-1 2 1 0,3-1-3 0,1 5-18 15,-3 1 25-15,0-1-23 0,-1 4 25 0,5-2-4 0,5 2-11 0,3 2-14 16,0 0 10-16,4-3-6 0,0 0 27 0,6-3-3 0,5 1-9 16,3 1-22-16,3-1 25 0,2-2-20 0,1-2 28 0,4 0-6 15,0 0-11-15,4 3-16 0,1-3 14 0,1-1-8 0,0 3 25 16,3-5 0-16,2 2-8 0,2-1-18 0,2 1 21 0,1 0-19 15,1 0 17-15,1-1-1 0,2 1-8 0,1-1-18 0,2 1 19 0,3-1-12 16,1 0 33-16,0-3-2 0,3 1-12 0,-1-2-7 0,2 1 12 16,-7 0-11-16,0-3 11 0,-1-1-7 0,4-1-2 0,7-2-3 15,0 1-3-15,-1 0 4 0,-2-1 17 0,0 0-8 0,-1 0-4 0,2 0-20 16,3-1 15-16,0 0-13 0,4-1 18 0,2-1-17 16,4 0-19-16,3-2-50 0,-6 1-20 0,1 1 0 0,-1 1 27 0</inkml:trace>
  <inkml:trace contextRef="#ctx0" brushRef="#br0" timeOffset="18463.2">6808 9789 690 0,'-16'-7'109'0,"3"-2"-117"0,4 1-18 0,1 1 27 0,3 3 2 0,1-1 11 0,2 3 31 0,-1-2-4 0,-1 1 0 0,2 1-11 0,-1 2 9 0,1-2-9 0,2 1 1 0,-2 1-9 0,2 0-10 0,2 0-26 0,-1 0 11 0,0 3-8 0,0-2 32 0,0 3 1 0,1 0-6 0,2 1-18 0,1 0 27 0,1 1-24 0,2-1 29 0,0 2-4 15,1 0-13-15,1 0-9 0,0 1 5 0,2-2-4 0,0 2 12 16,0-1 0-16,-1 1-5 0,1-3-9 0,2 1 13 0,1 1-12 16,1-2 16-16,2 0-1 0,2-1-4 0,2 0-2 0,2-2 1 15,2 2-1-15,2 0 3 0,2-1-1 0,1 0-3 0,6 1-5 16,0 0 7-16,-3 0-6 0,1-1 9 0,-2 0-4 0,2 0-5 0,5 0-4 15,1-2 1-15,-2 1-1 0,2 2 6 0,-1-3-3 0,3 2-1 16,5 1-8-16,3-2 5 0,-7 0-3 0,6-1 8 0,-4 0-2 16,-1 1-2-16,8-2-12 0,-2 0 8 0,2 0-5 0,7-2 18 0,1 1 2 15,-3 0-6-15,4-1-1 0,-2 2 7 0,-4-1-8 0,7 0 6 16,-5 0-3-16,5 1-2 0,6 0-7 0,-3 0 7 0,1 0-4 16,-3 1 8-16,-6-1-1 0,2 0-7 0,3 0-7 0,3 0 16 15,4 0-13-15,-4-1 30 0,1-1-23 0,-4 0-3 0,2-1-1 16,4-1 5-16,0 1-1 0,4 0 10 0,-1-1-1 0,-3 0-3 0,0 0-15 15,-4 1 22-15,0 0-20 0,2-1 24 0,2 2-4 0,63-1-4 16,-126 2 30-16,112-2-69 0,-60 2 57 0,0 1-9 16,1 0-7-16,4-1-13 0,1-1 14 0,-7 2-11 0,2-1 14 15,-5 1-7-15,-3-1-8 0,8 1 1 0,-8 0-1 0,1-1 3 16,2 1-4-16,-3 0 0 0,-5-2-4 0,2 1-2 0,-6 0 2 0,1-1-2 16,2 1 5-16,-6-1-2 0,-1-1-2 0,-1 0-5 0,-2 2 4 15,-1-1-2-15,-1-1 5 0,-3 0 2 0,0 2-4 0,0-1-10 16,-3-1 9-16,-7 1-11 0,-5 0-9 0,0-2-7 0,-2 2-9 0,10-1-21 15,-4-1-8-15,-3 1 2 0,-2-3-26 0,-4 1-6 0,0 2-14 16,-2-3-68-16,-1 3-18 0,-4-3-15 0,-2 3-127 0,-2-1 194 16,-1 0-16-16</inkml:trace>
  <inkml:trace contextRef="#ctx0" brushRef="#br0" timeOffset="24846.34">30070 11723 256 0,'6'-5'7'0,"-3"3"100"0,-3 0-48 0,1 1 2 0,1 1-65 0,2 0 21 0,5 1-15 0,1 2 34 0,1-1-6 0,0 0-9 0,2 0 20 0,1 1-6 0,2-2 11 0,0 0-6 0,-2-1-5 0,1 0-4 0,1 2-29 0,0-2 32 0,0 0-28 0,1 0 30 16,0-2-6-16,0 2-15 0,1 0-10 0,-1 0 4 0,0 0-4 0,0-1 10 0,1 1-5 0,2 0-7 0,3 0-8 0,3 0 11 0,0 0-8 0,-1-1 11 0,0 0-2 15,-4-2-5-15,-4 0-12 0,2 0 11 0,-1-3-8 0,4 1 24 16,4 2-2-16,-4-5-6 0,2 1-25 0,-2 1 18 0,-1-2-16 16,2-1 29-16,-3 2-6 0,1-2-8 0,0 0-2 0,-1 0-4 0,1-1 5 15,4 1 9-15,-2-3-1 0,4-1-2 0,3 1-17 0,-3-3 16 16,1 0-15-16,-10-2 13 0,-3-1-1 0,2 1-7 0,-1-5-9 16,5-1 8-16,-1 4-4 0,-1-2 21 0,-3 1-2 0,0-1-6 0,-3-2-9 15,0-1 6-15,-2 2-9 0,-1-2 9 0,-2 1-2 0,1 0-1 16,-1-4-10-16,-1 4 10 0,-2 0-6 0,0 0 25 0,-2-1 0 15,0 1-8-15,0-3-26 0,-2-4 27 0,-1-1-25 0,0-1 36 0,-2 2-9 16,-1 1-11-16,-1-3 0 0,-2 3 0 0,-2 0 3 0,-2-3 8 16,0 3-3-16,-2 1-6 0,-2 1-7 0,-1 3 10 0,-5 1-8 15,1 3 8-15,-3-2-2 0,-3 1-3 0,-2 0-8 0,4-1 5 16,-3-1-3-16,-3-2 12 0,-2 4-3 0,-5 1-6 0,-1 2 1 16,4 1 2-16,-1 0 0 0,-1 0-3 0,-1 2 0 0,-1 1 1 0,-4 2 2 15,-5 0-1-15,0 1 1 0,1 2 1 0,-4 2 3 0,1 2-4 16,0-1-13-16,-4 3 19 0,5 1-17 0,1 1 25 0,2 2-2 15,-2 1-7-15,-4 4-10 0,2 0 14 0,-2 5-8 0,-2 1 31 16,7 4-5-16,-1 2-11 0,4 3-8 0,6 4 4 0,-1 0-7 0,1 2 0 16,0 0-5-16,-1 0 0 0,0 2 0 0,2 3-3 0,8-2 3 15,0-1 1-15,1 1 1 0,1 1-2 0,-5 3-11 0,4 2 14 16,5 1-12-16,3-1 15 0,3-2-2 0,4 1-5 0,2 0-10 16,2-1 10-16,4-3-7 0,2 1 17 0,2-3-2 0,2 0-7 0,3-3-13 15,1 0 17-15,3 0-13 0,0-1 21 0,2 1-10 0,1-1-9 16,3 1 3-16,2-3-3 0,1-1 7 0,2-2 8 0,0 0-3 15,1-1-4-15,1 1-19 0,-5-4 18 0,-1-2-14 0,3 0 15 16,1-4-8-16,7 3-15 0,4 0-17 0,-2-4-2 0,-2 0 0 16,0 1-7-16,-2-3-7 0,0 2-8 0,1-2-72 0,-2-1 11 0,0 1-29 15,0-1 65-15</inkml:trace>
  <inkml:trace contextRef="#ctx0" brushRef="#br0" timeOffset="36680.99">7036 12050 414 0,'14'0'59'0,"2"1"84"0,3 3-116 0,1 1 0 0,2 1-14 16,4 3-3-16,2-1 3 0,0 0 3 0,-3-1-16 0,1 2 13 0,2 2-13 0,1-2 20 0,6-2 0 0,1 0 4 0,2-1-22 0,4-1 14 16,2 2-13-16,6 0 24 0,3 1-1 0,3 0-11 0,0 1-4 0,3-2 17 0,-2 2-15 0,1-1 15 0,3 1-5 0,0-1-6 0,12 1-8 0,3-1 10 0,-1-1-5 0,2-1 22 0,-4-1-5 0,5-2-10 0,13 2-24 0,5-2 21 0,1-2-19 0,1 0 18 0,-6-1-2 15,8-2-12-15,7-2-6 0,5-3 9 0,1-2-6 0,2-2 14 0,-2-4 2 0,2-1-8 0,5-2-5 0,-2-4 11 0,1-1-13 0,3-2 4 0,-6 1-2 0,0-5-3 0,6-1 3 0,-2-6 5 0,1-4 1 16,-1-1 12-16,-6-2 3 0,-2 2-7 0,6-4-16 0,-2-4 20 16,2 1-21-16,-2 1 14 0,-7 3-1 0,-3-2-6 0,-1-7-3 15,-2-2-4-15,-1-1 3 0,-1 1 2 0,-10 0-1 0,-8 0 1 0,2-2-9 16,1 0 6-16,-6-4-6 0,1-4 7 0,-12-1-2 0,-6-4-1 15,-1-1 1-15,-3 2 4 0,0-2 2 0,-1-4 12 0,-6-1 4 0,-4-5-3 16,-1-6-11-16,-5 2 15 0,-6-1-17 0,-2-8 11 0,-11 5-5 16,-8-6-7-16,-2-4-5 0,-7 7 6 0,-5-6-3 0,-3 3 10 15,-6-2 2-15,-5 2-6 0,-4 3-11 0,-8-2 13 0,-9 2-13 16,-9-3 7-16,-4 4-3 0,-5 10-5 0,-1-7 2 0,-3 1 3 16,-3 2 1-16,-5-4 1 0,-2 9 4 0,-5 5-8 0,-9 0-18 0,-7-2 22 15,-2 2-19-15,-2-6 29 0,0 8-8 0,-6 8-11 0,-8 1-4 16,-6 1 0-16,-2 4 3 0,-4-1 6 0,-2 2 1 0,-7 1-2 15,-13 0-4-15,-6 1 3 0,-1 6-4 0,-10 4 5 0,2 4 0 16,-4-2 0-16,-16-1 1 0,-5 0-4 0,-2 3 1 0,-7 5-1 16,3 3 3-16,-2 0 2 0,-14 4-2 0,-1 1 3 0,2 8-4 0,-9 3-4 15,13 5 2-15,-8 4 2 0,-9 5-6 0,1 3 7 0,-1 3-5 16,2 6 13-16,3 1-1 0,5 5-4 0,-11 5-18 0,4 8 12 16,6 6-10-16,-4 3 20 0,16 5-8 0,-3 3-10 0,-3 4 5 15,7 4-3-15,-2-1 7 0,12 1 3 0,11 6 2 0,0 2-2 0,7 9 2 16,-3 4 8-16,3-2-5 0,13 0 12 0,3-2 1 0,9 4 0 15,-2 7-13-15,7 6 8 0,3-1-9 0,2 0 13 0,12-1-6 16,2 2-3-16,8 9-6 0,6 5 1 0,4-4-2 0,1 6-1 16,8-3 1-16,11 6 1 0,7 6-13 0,3 1 9 0,6 1-8 0,-2 3 13 15,2-2-1-15,7 1-5 0,0 6-2 0,7 1 4 0,8 1-4 16,5 1-5-16,8-5-5 0,4 2-3 0,4 7 7 0,6 0-4 16,6-3 8-16,5-5-2 0,6-9 4 0,7-4-1 0,5 2-7 0,8-5 15 15,9-5-12-15,6-4 17 0,9-10-6 0,6-6-6 0,8 0 3 16,8-3-1-16,0-4 4 0,1-1 5 0,0-9 5 0,6-3-1 15,14 1-1-15,3-4 16 0,4-2-13 0,6-4 14 0,0-3-1 16,3-4-5-16,7-6 6 0,1-4 8 0,5-7-4 0,4-5 8 16,-2-4-7-16,6-2-9 0,3 1-14 0,3-7 7 0,3-2-7 0,6-3 10 15,-9-4-6-15,2 1-6 0,12-4-11 0,-3-3 6 0,0-1-3 16,5-2 14-16,-1 1-6 0,-3-3-6 0,11 2-11 0,4 0 8 16,-5-3-6-16,0 5 10 0,-1-1-7 0,-7 3-14 0,6 2-27 15,1 1-6-15,-2-1-2 0,-5 0-23 0,-7 3-3 0,-3 2-6 0,2 2-51 16,-5-1 9-16,-2 0-21 0,-5-2-23 0,-11 1-66 0,-6-2-5 15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6BB7-C17D-364B-AFAE-2A13FAC244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LA’s BEST @USC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00001-2C82-E944-9063-7C8D26F589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Directors: Kim </a:t>
            </a:r>
            <a:r>
              <a:rPr lang="en-US" dirty="0" err="1"/>
              <a:t>Siegmund</a:t>
            </a:r>
            <a:r>
              <a:rPr lang="en-US" dirty="0"/>
              <a:t> and Juan Pablo </a:t>
            </a:r>
            <a:r>
              <a:rPr lang="en-US" dirty="0" err="1"/>
              <a:t>Lewinger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7487-2ADB-C84F-A552-0F18CD84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62AEF-EE20-9E4F-9CA2-B848711B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C1A90-0967-C84B-A715-B8EE33176B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54" y="180919"/>
            <a:ext cx="2585546" cy="25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5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ACB8-DE30-2F4C-85D3-92382A52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D68B-CE47-2446-AFF5-29610007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AF80-99F0-444D-8B88-E60757E7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ABFB-72E0-1044-BDDA-6B26155A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4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06B3-D7D4-2543-BB50-711F9DA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92BE-4D4E-DC41-A491-3265E387F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0F8AF-156B-C44D-880F-2BE09F9E2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B2060-AD1C-DA4E-9554-762835BF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704C1-6845-044B-BE32-E3337578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F072-FE07-6A4E-97CF-C1F6359D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CA002-15D7-8443-B81E-FDF75668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EA395-ADC2-EB44-A13A-A4B84AA4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6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0066B-3327-0049-A7E6-451D7F0C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1FCA-1EEB-554C-8383-9E95797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7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9F93E-C2EF-9542-812C-52B1B46E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4ECF2-7F93-0644-BD57-CACB1844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E35E0-13BC-E24F-8623-922E05017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F125C-4D7E-014E-A1BB-DCC9AAD09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and red text&#10;&#10;Description automatically generated with low confidence">
            <a:extLst>
              <a:ext uri="{FF2B5EF4-FFF2-40B4-BE49-F238E27FC236}">
                <a16:creationId xmlns:a16="http://schemas.microsoft.com/office/drawing/2014/main" id="{802468F1-29EE-314A-7149-F9384EA8984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8499" y="6092102"/>
            <a:ext cx="833186" cy="7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9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8446-4BC8-0645-862D-31817EEC1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LA’s </a:t>
            </a:r>
            <a:r>
              <a:rPr lang="en-US" dirty="0" err="1"/>
              <a:t>BeST</a:t>
            </a:r>
            <a:r>
              <a:rPr lang="en-US" dirty="0"/>
              <a:t> @ 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C5722-7060-8F42-B407-A196418D1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Multiple Regression</a:t>
            </a:r>
          </a:p>
        </p:txBody>
      </p:sp>
    </p:spTree>
    <p:extLst>
      <p:ext uri="{BB962C8B-B14F-4D97-AF65-F5344CB8AC3E}">
        <p14:creationId xmlns:p14="http://schemas.microsoft.com/office/powerpoint/2010/main" val="417321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6749" cy="4351338"/>
          </a:xfrm>
        </p:spPr>
        <p:txBody>
          <a:bodyPr/>
          <a:lstStyle/>
          <a:p>
            <a:r>
              <a:rPr lang="en-US" dirty="0"/>
              <a:t>Last session we discussed linear regression with a </a:t>
            </a:r>
            <a:br>
              <a:rPr lang="en-US" dirty="0"/>
            </a:br>
            <a:r>
              <a:rPr lang="en-US" dirty="0"/>
              <a:t>dichotomous/binary predictor</a:t>
            </a:r>
          </a:p>
          <a:p>
            <a:r>
              <a:rPr lang="en-US" dirty="0"/>
              <a:t>How could we use a regression approach with a </a:t>
            </a:r>
            <a:br>
              <a:rPr lang="en-US" dirty="0"/>
            </a:br>
            <a:r>
              <a:rPr lang="en-US" dirty="0"/>
              <a:t>multi-category predictor?</a:t>
            </a:r>
          </a:p>
          <a:p>
            <a:r>
              <a:rPr lang="en-US" dirty="0"/>
              <a:t>Example: is city miles per gallon (Y) associated with car manufacturer (X)? </a:t>
            </a:r>
            <a:br>
              <a:rPr lang="en-US" dirty="0"/>
            </a:br>
            <a:r>
              <a:rPr lang="en-US" dirty="0"/>
              <a:t>(We’ll focus on only 4 manufacturers for simplicity)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ABFA3A-EF39-2B19-A7CD-856E5B5C2BBC}"/>
                  </a:ext>
                </a:extLst>
              </p14:cNvPr>
              <p14:cNvContentPartPr/>
              <p14:nvPr/>
            </p14:nvContentPartPr>
            <p14:xfrm>
              <a:off x="633600" y="2183760"/>
              <a:ext cx="10902240" cy="228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ABFA3A-EF39-2B19-A7CD-856E5B5C2B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240" y="2174400"/>
                <a:ext cx="10920960" cy="230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29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7" y="1825625"/>
            <a:ext cx="51119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mpg2 &lt;-  mpg %&gt;%  filter(manufacturer %in% c("dodge", "ford", "</a:t>
            </a:r>
            <a:r>
              <a:rPr lang="en-US" sz="1600" dirty="0" err="1">
                <a:latin typeface="Consolas" panose="020B0609020204030204" pitchFamily="49" charset="0"/>
              </a:rPr>
              <a:t>toyota</a:t>
            </a:r>
            <a:r>
              <a:rPr lang="en-US" sz="1600" dirty="0">
                <a:latin typeface="Consolas" panose="020B0609020204030204" pitchFamily="49" charset="0"/>
              </a:rPr>
              <a:t>", "</a:t>
            </a:r>
            <a:r>
              <a:rPr lang="en-US" sz="1600" dirty="0" err="1">
                <a:latin typeface="Consolas" panose="020B0609020204030204" pitchFamily="49" charset="0"/>
              </a:rPr>
              <a:t>volkswagen</a:t>
            </a:r>
            <a:r>
              <a:rPr lang="en-US" sz="1600" dirty="0">
                <a:latin typeface="Consolas" panose="020B0609020204030204" pitchFamily="49" charset="0"/>
              </a:rPr>
              <a:t>"))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mpg2 %&gt;% 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(x=manufacturer, group=manufacturer, y=</a:t>
            </a:r>
            <a:r>
              <a:rPr lang="en-US" sz="1600" dirty="0" err="1">
                <a:latin typeface="Consolas" panose="020B0609020204030204" pitchFamily="49" charset="0"/>
              </a:rPr>
              <a:t>cty</a:t>
            </a:r>
            <a:r>
              <a:rPr lang="en-US" sz="1600" dirty="0">
                <a:latin typeface="Consolas" panose="020B0609020204030204" pitchFamily="49" charset="0"/>
              </a:rPr>
              <a:t>)) +  </a:t>
            </a:r>
            <a:r>
              <a:rPr lang="en-US" sz="1600" dirty="0" err="1">
                <a:latin typeface="Consolas" panose="020B0609020204030204" pitchFamily="49" charset="0"/>
              </a:rPr>
              <a:t>geom_boxplot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  <a:br>
              <a:rPr lang="en-US" sz="1600" dirty="0">
                <a:latin typeface="Consolas" panose="020B0609020204030204" pitchFamily="49" charset="0"/>
              </a:rPr>
            </a:b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mpg2 &lt;-  subset(mpg, manufacturer %in%   c("dodge", "ford", "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toyota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","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volkswagen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"))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boxplot(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cty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~ manufacturer, mpg2)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It appears that </a:t>
            </a:r>
            <a:r>
              <a:rPr lang="en-US" dirty="0" err="1"/>
              <a:t>cty</a:t>
            </a:r>
            <a:r>
              <a:rPr lang="en-US" dirty="0"/>
              <a:t> (city MPG) varies by manufacturer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62942-CA90-4CF8-A448-B3F9D92C1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0" y="1614231"/>
            <a:ext cx="5837613" cy="45627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F52994-6D00-955F-9B45-F416E7BB8892}"/>
                  </a:ext>
                </a:extLst>
              </p14:cNvPr>
              <p14:cNvContentPartPr/>
              <p14:nvPr/>
            </p14:nvContentPartPr>
            <p14:xfrm>
              <a:off x="649080" y="1505880"/>
              <a:ext cx="10804320" cy="5101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F52994-6D00-955F-9B45-F416E7BB88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9720" y="1496520"/>
                <a:ext cx="10823040" cy="511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324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 Reference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3600" cy="4351338"/>
          </a:xfrm>
        </p:spPr>
        <p:txBody>
          <a:bodyPr>
            <a:normAutofit/>
          </a:bodyPr>
          <a:lstStyle/>
          <a:p>
            <a:r>
              <a:rPr lang="en-US" dirty="0"/>
              <a:t>We will code “manufacturer” with a series of indicator variables </a:t>
            </a:r>
            <a:br>
              <a:rPr lang="en-US" dirty="0"/>
            </a:br>
            <a:r>
              <a:rPr lang="en-US" dirty="0"/>
              <a:t>(extension of indicator for female last session)</a:t>
            </a:r>
          </a:p>
          <a:p>
            <a:r>
              <a:rPr lang="en-US" dirty="0"/>
              <a:t>To do this, we must pick a reference group. The reference group is somewhat arbitrary, but consider the following suggestions:</a:t>
            </a:r>
          </a:p>
          <a:p>
            <a:pPr lvl="1"/>
            <a:r>
              <a:rPr lang="en-US" dirty="0"/>
              <a:t>Reference group should serve as a useful “baseline” comparison </a:t>
            </a:r>
            <a:br>
              <a:rPr lang="en-US" dirty="0"/>
            </a:br>
            <a:r>
              <a:rPr lang="en-US" dirty="0"/>
              <a:t>(e.g., a control group).</a:t>
            </a:r>
          </a:p>
          <a:p>
            <a:pPr lvl="1"/>
            <a:r>
              <a:rPr lang="en-US" dirty="0"/>
              <a:t>Reference group should be a well-defined group for clear interpretations; </a:t>
            </a:r>
            <a:br>
              <a:rPr lang="en-US" dirty="0"/>
            </a:br>
            <a:r>
              <a:rPr lang="en-US" u="sng" dirty="0"/>
              <a:t>not</a:t>
            </a:r>
            <a:r>
              <a:rPr lang="en-US" dirty="0"/>
              <a:t> a “catch-all” group (e.g., “other”)</a:t>
            </a:r>
          </a:p>
          <a:p>
            <a:pPr lvl="1"/>
            <a:r>
              <a:rPr lang="en-US" dirty="0"/>
              <a:t>Avoid a reference group with very small sample size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F4AAA8-5919-E224-385F-1634F4B87201}"/>
                  </a:ext>
                </a:extLst>
              </p14:cNvPr>
              <p14:cNvContentPartPr/>
              <p14:nvPr/>
            </p14:nvContentPartPr>
            <p14:xfrm>
              <a:off x="1521720" y="1296000"/>
              <a:ext cx="8908560" cy="425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F4AAA8-5919-E224-385F-1634F4B872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2360" y="1286640"/>
                <a:ext cx="8927280" cy="427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655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indicator variables for categorical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3600" cy="4351338"/>
          </a:xfrm>
        </p:spPr>
        <p:txBody>
          <a:bodyPr/>
          <a:lstStyle/>
          <a:p>
            <a:r>
              <a:rPr lang="en-US" dirty="0"/>
              <a:t>Let’s create a set of indicator variables using “Dodge” as the reference group</a:t>
            </a:r>
          </a:p>
          <a:p>
            <a:r>
              <a:rPr lang="en-US" dirty="0"/>
              <a:t>For a variable with </a:t>
            </a:r>
            <a:r>
              <a:rPr lang="en-US" i="1" dirty="0"/>
              <a:t>k</a:t>
            </a:r>
            <a:r>
              <a:rPr lang="en-US" dirty="0"/>
              <a:t> categories, we will create </a:t>
            </a:r>
            <a:r>
              <a:rPr lang="en-US" i="1" dirty="0"/>
              <a:t>k-1</a:t>
            </a:r>
            <a:r>
              <a:rPr lang="en-US" dirty="0"/>
              <a:t> variables</a:t>
            </a:r>
          </a:p>
          <a:p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C40CD759-806B-4F62-968F-02AF7080B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103294"/>
              </p:ext>
            </p:extLst>
          </p:nvPr>
        </p:nvGraphicFramePr>
        <p:xfrm>
          <a:off x="2722880" y="3267556"/>
          <a:ext cx="6746240" cy="3378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560">
                  <a:extLst>
                    <a:ext uri="{9D8B030D-6E8A-4147-A177-3AD203B41FA5}">
                      <a16:colId xmlns:a16="http://schemas.microsoft.com/office/drawing/2014/main" val="1545208976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921221938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3725606139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89362353"/>
                    </a:ext>
                  </a:extLst>
                </a:gridCol>
              </a:tblGrid>
              <a:tr h="445932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2000" baseline="-25000" dirty="0"/>
                        <a:t>MANUFACTURER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  <a:r>
                        <a:rPr lang="en-US" sz="2000" baseline="-25000" dirty="0"/>
                        <a:t>F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  <a:r>
                        <a:rPr lang="en-US" sz="2000" baseline="-25000" dirty="0"/>
                        <a:t>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  <a:r>
                        <a:rPr lang="en-US" sz="2000" baseline="-25000" dirty="0"/>
                        <a:t>V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652740"/>
                  </a:ext>
                </a:extLst>
              </a:tr>
              <a:tr h="682300">
                <a:tc>
                  <a:txBody>
                    <a:bodyPr/>
                    <a:lstStyle/>
                    <a:p>
                      <a:r>
                        <a:rPr lang="en-US" sz="2000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466919"/>
                  </a:ext>
                </a:extLst>
              </a:tr>
              <a:tr h="672136">
                <a:tc>
                  <a:txBody>
                    <a:bodyPr/>
                    <a:lstStyle/>
                    <a:p>
                      <a:r>
                        <a:rPr lang="en-US" sz="2000" dirty="0"/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260949"/>
                  </a:ext>
                </a:extLst>
              </a:tr>
              <a:tr h="788957">
                <a:tc>
                  <a:txBody>
                    <a:bodyPr/>
                    <a:lstStyle/>
                    <a:p>
                      <a:r>
                        <a:rPr lang="en-US" sz="2000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09766"/>
                  </a:ext>
                </a:extLst>
              </a:tr>
              <a:tr h="788957">
                <a:tc>
                  <a:txBody>
                    <a:bodyPr/>
                    <a:lstStyle/>
                    <a:p>
                      <a:r>
                        <a:rPr lang="en-US" sz="2000" dirty="0"/>
                        <a:t>Dodge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5896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75BECD-4CDC-D427-FC88-3E39E0D2ACB9}"/>
                  </a:ext>
                </a:extLst>
              </p14:cNvPr>
              <p14:cNvContentPartPr/>
              <p14:nvPr/>
            </p14:nvContentPartPr>
            <p14:xfrm>
              <a:off x="2472840" y="2242080"/>
              <a:ext cx="7996680" cy="4546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75BECD-4CDC-D427-FC88-3E39E0D2AC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3480" y="2232720"/>
                <a:ext cx="8015400" cy="45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881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1979" y="1550932"/>
                <a:ext cx="9314794" cy="52260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 other words:</a:t>
                </a:r>
                <a:endParaRPr lang="en-US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		</a:t>
                </a:r>
                <a:r>
                  <a:rPr lang="en-US" b="0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𝑀𝐴𝑁𝑈𝐹𝐴𝐶𝑇𝑈𝑅𝐸𝑅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𝐹𝑜𝑟𝑑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𝑂𝑡h𝑒𝑟𝑤𝑖𝑠𝑒</m:t>
                              </m:r>
                            </m:e>
                          </m:mr>
                        </m:m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1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b="0" dirty="0">
                    <a:cs typeface="Segoe UI" panose="020B0502040204020203" pitchFamily="34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𝑀𝐴𝑁𝑈𝐹𝐴𝐶𝑇𝑈𝑅𝐸𝑅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𝑇𝑜𝑦𝑜𝑡𝑎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𝑂𝑡h𝑒𝑟𝑤𝑖𝑠𝑒</m:t>
                              </m:r>
                            </m:e>
                          </m:mr>
                        </m:m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1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b="0" dirty="0">
                    <a:cs typeface="Segoe UI" panose="020B0502040204020203" pitchFamily="34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𝑀𝐴𝑁𝑈𝐹𝐴𝐶𝑇𝑈𝑅𝐸𝑅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𝑉𝑜𝑙𝑘𝑠𝑤𝑎𝑔𝑒𝑛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𝑂𝑡h𝑒𝑟𝑤𝑖𝑠𝑒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We will know a car is a Dodge if it has a 0 for all 3 of these.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1979" y="1550932"/>
                <a:ext cx="9314794" cy="5226050"/>
              </a:xfrm>
              <a:blipFill>
                <a:blip r:embed="rId2"/>
                <a:stretch>
                  <a:fillRect l="-1090" t="-28329" b="-24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2FBF47-5092-DD90-6362-33EC968002CF}"/>
              </a:ext>
            </a:extLst>
          </p:cNvPr>
          <p:cNvSpPr txBox="1">
            <a:spLocks/>
          </p:cNvSpPr>
          <p:nvPr/>
        </p:nvSpPr>
        <p:spPr>
          <a:xfrm>
            <a:off x="838200" y="369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Creating indicator variables for categorical 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EECF26-D46C-8D78-F2DE-6ED2BBE0DCF3}"/>
                  </a:ext>
                </a:extLst>
              </p14:cNvPr>
              <p14:cNvContentPartPr/>
              <p14:nvPr/>
            </p14:nvContentPartPr>
            <p14:xfrm>
              <a:off x="2959920" y="2335680"/>
              <a:ext cx="5961600" cy="4233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EECF26-D46C-8D78-F2DE-6ED2BBE0DC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0560" y="2326320"/>
                <a:ext cx="5980320" cy="42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011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indicator variables for categorical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Let’s create the variables needed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Consolas" panose="020B0609020204030204" pitchFamily="49" charset="0"/>
              </a:rPr>
              <a:t>mpg2 &lt;-  mpg2 %&gt;% 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mutate(</a:t>
            </a:r>
            <a:r>
              <a:rPr lang="en-US" sz="1400" dirty="0" err="1">
                <a:latin typeface="Consolas" panose="020B0609020204030204" pitchFamily="49" charset="0"/>
              </a:rPr>
              <a:t>mf_f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if_else</a:t>
            </a:r>
            <a:r>
              <a:rPr lang="en-US" sz="1400" dirty="0">
                <a:latin typeface="Consolas" panose="020B0609020204030204" pitchFamily="49" charset="0"/>
              </a:rPr>
              <a:t>(manufacturer=="ford", 1, 0),        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       </a:t>
            </a:r>
            <a:r>
              <a:rPr lang="en-US" sz="1400" dirty="0" err="1">
                <a:latin typeface="Consolas" panose="020B0609020204030204" pitchFamily="49" charset="0"/>
              </a:rPr>
              <a:t>mf_t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if_else</a:t>
            </a:r>
            <a:r>
              <a:rPr lang="en-US" sz="1400" dirty="0">
                <a:latin typeface="Consolas" panose="020B0609020204030204" pitchFamily="49" charset="0"/>
              </a:rPr>
              <a:t>(manufacturer=="</a:t>
            </a:r>
            <a:r>
              <a:rPr lang="en-US" sz="1400" dirty="0" err="1">
                <a:latin typeface="Consolas" panose="020B0609020204030204" pitchFamily="49" charset="0"/>
              </a:rPr>
              <a:t>toyota</a:t>
            </a:r>
            <a:r>
              <a:rPr lang="en-US" sz="1400" dirty="0">
                <a:latin typeface="Consolas" panose="020B0609020204030204" pitchFamily="49" charset="0"/>
              </a:rPr>
              <a:t>", 1, 0),        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       </a:t>
            </a:r>
            <a:r>
              <a:rPr lang="en-US" sz="1400" dirty="0" err="1">
                <a:latin typeface="Consolas" panose="020B0609020204030204" pitchFamily="49" charset="0"/>
              </a:rPr>
              <a:t>mf_v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if_else</a:t>
            </a:r>
            <a:r>
              <a:rPr lang="en-US" sz="1400" dirty="0">
                <a:latin typeface="Consolas" panose="020B0609020204030204" pitchFamily="49" charset="0"/>
              </a:rPr>
              <a:t>(manufacturer=="</a:t>
            </a:r>
            <a:r>
              <a:rPr lang="en-US" sz="1400" dirty="0" err="1">
                <a:latin typeface="Consolas" panose="020B0609020204030204" pitchFamily="49" charset="0"/>
              </a:rPr>
              <a:t>volkswagen</a:t>
            </a:r>
            <a:r>
              <a:rPr lang="en-US" sz="1400" dirty="0">
                <a:latin typeface="Consolas" panose="020B0609020204030204" pitchFamily="49" charset="0"/>
              </a:rPr>
              <a:t>", 1, 0))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mpg2$mf_f &lt;-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ifelse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(mpg2$manufacturer=="ford", 1, 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mpg2$mf_t &lt;-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ifelse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(mpg2$manufacturer=="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toyota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", 1, 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mpg2$mf_v &lt;-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ifelse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(mpg2$manufacturer=="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volkswagen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", 1, 0)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4EB2DC-370B-8027-BA57-E97CD2A7700F}"/>
                  </a:ext>
                </a:extLst>
              </p14:cNvPr>
              <p14:cNvContentPartPr/>
              <p14:nvPr/>
            </p14:nvContentPartPr>
            <p14:xfrm>
              <a:off x="615600" y="2025360"/>
              <a:ext cx="1860480" cy="301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4EB2DC-370B-8027-BA57-E97CD2A770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240" y="2016000"/>
                <a:ext cx="1879200" cy="303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1281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56"/>
            <a:ext cx="10515600" cy="1325563"/>
          </a:xfrm>
        </p:spPr>
        <p:txBody>
          <a:bodyPr/>
          <a:lstStyle/>
          <a:p>
            <a:r>
              <a:rPr lang="en-US" dirty="0"/>
              <a:t>Regression with the set of indicator variables</a:t>
            </a:r>
            <a:br>
              <a:rPr lang="en-US" dirty="0"/>
            </a:b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Code implementation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lm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cty</a:t>
            </a:r>
            <a:r>
              <a:rPr lang="en-US" sz="1400" dirty="0">
                <a:latin typeface="Consolas" panose="020B0609020204030204" pitchFamily="49" charset="0"/>
              </a:rPr>
              <a:t> ~ </a:t>
            </a:r>
            <a:r>
              <a:rPr lang="en-US" sz="1400" dirty="0" err="1">
                <a:latin typeface="Consolas" panose="020B0609020204030204" pitchFamily="49" charset="0"/>
              </a:rPr>
              <a:t>mf_f</a:t>
            </a:r>
            <a:r>
              <a:rPr lang="en-US" sz="1400" dirty="0">
                <a:latin typeface="Consolas" panose="020B0609020204030204" pitchFamily="49" charset="0"/>
              </a:rPr>
              <a:t> + </a:t>
            </a:r>
            <a:r>
              <a:rPr lang="en-US" sz="1400" dirty="0" err="1">
                <a:latin typeface="Consolas" panose="020B0609020204030204" pitchFamily="49" charset="0"/>
              </a:rPr>
              <a:t>mf_t</a:t>
            </a:r>
            <a:r>
              <a:rPr lang="en-US" sz="1400" dirty="0">
                <a:latin typeface="Consolas" panose="020B0609020204030204" pitchFamily="49" charset="0"/>
              </a:rPr>
              <a:t> + </a:t>
            </a:r>
            <a:r>
              <a:rPr lang="en-US" sz="1400" dirty="0" err="1">
                <a:latin typeface="Consolas" panose="020B0609020204030204" pitchFamily="49" charset="0"/>
              </a:rPr>
              <a:t>mf_v</a:t>
            </a:r>
            <a:r>
              <a:rPr lang="en-US" sz="1400" dirty="0">
                <a:latin typeface="Consolas" panose="020B0609020204030204" pitchFamily="49" charset="0"/>
              </a:rPr>
              <a:t>, data=mpg2)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-7.5294 -2.1351 -0.1351  1.4695 14.0741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(Intercept)  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13.1351</a:t>
            </a:r>
            <a:r>
              <a:rPr lang="en-US" sz="1400" dirty="0">
                <a:latin typeface="Consolas" panose="020B0609020204030204" pitchFamily="49" charset="0"/>
              </a:rPr>
              <a:t>     0.5620  23.372  &lt; 2e-16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mf_f</a:t>
            </a:r>
            <a:r>
              <a:rPr lang="en-US" sz="1400" dirty="0">
                <a:latin typeface="Consolas" panose="020B0609020204030204" pitchFamily="49" charset="0"/>
              </a:rPr>
              <a:t>          0.8649     0.8850   0.977     0.33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mf_t</a:t>
            </a:r>
            <a:r>
              <a:rPr lang="en-US" sz="1400" dirty="0">
                <a:latin typeface="Consolas" panose="020B0609020204030204" pitchFamily="49" charset="0"/>
              </a:rPr>
              <a:t>          </a:t>
            </a:r>
            <a:r>
              <a:rPr lang="en-US" sz="1400" dirty="0">
                <a:highlight>
                  <a:srgbClr val="00FFFF"/>
                </a:highlight>
                <a:latin typeface="Consolas" panose="020B0609020204030204" pitchFamily="49" charset="0"/>
              </a:rPr>
              <a:t>5.3943 </a:t>
            </a:r>
            <a:r>
              <a:rPr lang="en-US" sz="1400" dirty="0">
                <a:latin typeface="Consolas" panose="020B0609020204030204" pitchFamily="49" charset="0"/>
              </a:rPr>
              <a:t>    0.8121   6.642 9.75e-10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mf_v</a:t>
            </a:r>
            <a:r>
              <a:rPr lang="en-US" sz="1400" dirty="0">
                <a:latin typeface="Consolas" panose="020B0609020204030204" pitchFamily="49" charset="0"/>
              </a:rPr>
              <a:t>          </a:t>
            </a:r>
            <a:r>
              <a:rPr lang="en-US" sz="1400" dirty="0">
                <a:highlight>
                  <a:srgbClr val="00FF00"/>
                </a:highlight>
                <a:latin typeface="Consolas" panose="020B0609020204030204" pitchFamily="49" charset="0"/>
              </a:rPr>
              <a:t>7.7908 </a:t>
            </a:r>
            <a:r>
              <a:rPr lang="en-US" sz="1400" dirty="0">
                <a:latin typeface="Consolas" panose="020B0609020204030204" pitchFamily="49" charset="0"/>
              </a:rPr>
              <a:t>    0.8653   9.004 4.25e-15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Signif</a:t>
            </a:r>
            <a:r>
              <a:rPr lang="en-US" sz="14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Residual standard error: 3.418 on 119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Multiple R-squared:  0.4722,	Adjusted R-squared:  0.4589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F-statistic: 35.49 on 3 and 119 DF,  p-value: &lt; 2.2e-16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5CF47-6DFB-4374-A080-513451E64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71" y="1879599"/>
            <a:ext cx="5278742" cy="41259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1E16FE-F6CA-455B-A09F-25C250D6761D}"/>
              </a:ext>
            </a:extLst>
          </p:cNvPr>
          <p:cNvCxnSpPr>
            <a:cxnSpLocks/>
          </p:cNvCxnSpPr>
          <p:nvPr/>
        </p:nvCxnSpPr>
        <p:spPr>
          <a:xfrm>
            <a:off x="7353300" y="4959350"/>
            <a:ext cx="45593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8BA4EEAB-A0D7-4A57-8A02-05BC63DD0573}"/>
              </a:ext>
            </a:extLst>
          </p:cNvPr>
          <p:cNvSpPr/>
          <p:nvPr/>
        </p:nvSpPr>
        <p:spPr>
          <a:xfrm>
            <a:off x="11055350" y="3942555"/>
            <a:ext cx="165100" cy="972343"/>
          </a:xfrm>
          <a:prstGeom prst="leftBrace">
            <a:avLst>
              <a:gd name="adj1" fmla="val 145313"/>
              <a:gd name="adj2" fmla="val 49347"/>
            </a:avLst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F4D4EBD4-4235-428F-BDCA-4E3D1441A2F5}"/>
              </a:ext>
            </a:extLst>
          </p:cNvPr>
          <p:cNvSpPr/>
          <p:nvPr/>
        </p:nvSpPr>
        <p:spPr>
          <a:xfrm>
            <a:off x="9912350" y="4337051"/>
            <a:ext cx="165100" cy="600073"/>
          </a:xfrm>
          <a:prstGeom prst="leftBrace">
            <a:avLst>
              <a:gd name="adj1" fmla="val 145313"/>
              <a:gd name="adj2" fmla="val 49347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91FB53-1FF9-EA3B-CA20-D7F57CC36C38}"/>
                  </a:ext>
                </a:extLst>
              </p14:cNvPr>
              <p14:cNvContentPartPr/>
              <p14:nvPr/>
            </p14:nvContentPartPr>
            <p14:xfrm>
              <a:off x="339480" y="829080"/>
              <a:ext cx="11158200" cy="5959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91FB53-1FF9-EA3B-CA20-D7F57CC36C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120" y="819720"/>
                <a:ext cx="11176920" cy="597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12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What is our regression equation?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 quantifies difference in mean MPG for Ford vs Dodge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quantifies difference in mean MPG for Toyota vs Dodge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dirty="0"/>
                  <a:t> quantifies difference in mean MPG for Volkswagen vs Dodge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latin typeface="Consolas" panose="020B0609020204030204" pitchFamily="49" charset="0"/>
                  </a:rPr>
                  <a:t>Coefficients: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latin typeface="Consolas" panose="020B0609020204030204" pitchFamily="49" charset="0"/>
                  </a:rPr>
                  <a:t>            Estimate Std. Error t value </a:t>
                </a:r>
                <a:r>
                  <a:rPr lang="en-US" sz="1400" dirty="0" err="1">
                    <a:latin typeface="Consolas" panose="020B0609020204030204" pitchFamily="49" charset="0"/>
                  </a:rPr>
                  <a:t>Pr</a:t>
                </a:r>
                <a:r>
                  <a:rPr lang="en-US" sz="1400" dirty="0">
                    <a:latin typeface="Consolas" panose="020B0609020204030204" pitchFamily="49" charset="0"/>
                  </a:rPr>
                  <a:t>(&gt;|t|)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latin typeface="Consolas" panose="020B0609020204030204" pitchFamily="49" charset="0"/>
                  </a:rPr>
                  <a:t>(Intercept)  13.1351     0.5620  23.372  &lt; 2e-16 ***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 err="1">
                    <a:latin typeface="Consolas" panose="020B0609020204030204" pitchFamily="49" charset="0"/>
                  </a:rPr>
                  <a:t>mf_f</a:t>
                </a:r>
                <a:r>
                  <a:rPr lang="en-US" sz="1400" dirty="0">
                    <a:latin typeface="Consolas" panose="020B0609020204030204" pitchFamily="49" charset="0"/>
                  </a:rPr>
                  <a:t>          0.8649     0.8850   0.977     0.33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 err="1">
                    <a:latin typeface="Consolas" panose="020B0609020204030204" pitchFamily="49" charset="0"/>
                  </a:rPr>
                  <a:t>mf_t</a:t>
                </a:r>
                <a:r>
                  <a:rPr lang="en-US" sz="1400" dirty="0">
                    <a:latin typeface="Consolas" panose="020B0609020204030204" pitchFamily="49" charset="0"/>
                  </a:rPr>
                  <a:t>          5.3943     0.8121   6.642 9.75e-10 ***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dirty="0" err="1">
                    <a:latin typeface="Consolas" panose="020B0609020204030204" pitchFamily="49" charset="0"/>
                  </a:rPr>
                  <a:t>mf_v</a:t>
                </a:r>
                <a:r>
                  <a:rPr lang="en-US" sz="1400" dirty="0">
                    <a:latin typeface="Consolas" panose="020B0609020204030204" pitchFamily="49" charset="0"/>
                  </a:rPr>
                  <a:t>          7.7908     0.8653   9.004 4.25e-15 ***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  <a:blipFill>
                <a:blip r:embed="rId2"/>
                <a:stretch>
                  <a:fillRect l="-996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4F27DC7-55B7-C28D-A3D0-EA100EB92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56"/>
            <a:ext cx="10515600" cy="1325563"/>
          </a:xfrm>
        </p:spPr>
        <p:txBody>
          <a:bodyPr/>
          <a:lstStyle/>
          <a:p>
            <a:r>
              <a:rPr lang="en-US" dirty="0"/>
              <a:t>Regression with the set of indicator variables</a:t>
            </a:r>
            <a:br>
              <a:rPr lang="en-US" dirty="0"/>
            </a:b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Model and interpretation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B8133A-8278-4F4A-BFC7-6A90D3C4CB05}"/>
                  </a:ext>
                </a:extLst>
              </p14:cNvPr>
              <p14:cNvContentPartPr/>
              <p14:nvPr/>
            </p14:nvContentPartPr>
            <p14:xfrm>
              <a:off x="4575240" y="939240"/>
              <a:ext cx="4352760" cy="2170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B8133A-8278-4F4A-BFC7-6A90D3C4CB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5880" y="929880"/>
                <a:ext cx="4371480" cy="218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91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E91933-683D-ECE3-B34F-34E2F6050B5A}"/>
              </a:ext>
            </a:extLst>
          </p:cNvPr>
          <p:cNvSpPr/>
          <p:nvPr/>
        </p:nvSpPr>
        <p:spPr>
          <a:xfrm>
            <a:off x="735724" y="5623034"/>
            <a:ext cx="7304690" cy="388882"/>
          </a:xfrm>
          <a:prstGeom prst="ellipse">
            <a:avLst/>
          </a:prstGeom>
          <a:solidFill>
            <a:srgbClr val="FFFF00">
              <a:alpha val="48235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5724" y="1466850"/>
                <a:ext cx="11126076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We saw that there were 2 statistically significant differences vs Dodge. </a:t>
                </a:r>
                <a:br>
                  <a:rPr lang="en-US" dirty="0"/>
                </a:br>
                <a:r>
                  <a:rPr lang="en-US" dirty="0"/>
                  <a:t>We can test the </a:t>
                </a:r>
                <a:r>
                  <a:rPr lang="en-US" u="sng" dirty="0"/>
                  <a:t>overall effect</a:t>
                </a:r>
                <a:r>
                  <a:rPr lang="en-US" dirty="0"/>
                  <a:t> of manufacturer on MPG with the F-test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&amp;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&amp;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at least one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overall F test will determine if the entire model, collectively, is statistically significant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700" dirty="0">
                    <a:latin typeface="Consolas" panose="020B0609020204030204" pitchFamily="49" charset="0"/>
                  </a:rPr>
                  <a:t>Residual standard error: 3.418 on 119 degrees of freedom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700" dirty="0">
                    <a:latin typeface="Consolas" panose="020B0609020204030204" pitchFamily="49" charset="0"/>
                  </a:rPr>
                  <a:t>Multiple R-squared:  0.4722,	Adjusted R-squared:  0.4589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700" dirty="0">
                    <a:latin typeface="Consolas" panose="020B0609020204030204" pitchFamily="49" charset="0"/>
                  </a:rPr>
                  <a:t>F-statistic: 35.49 on 3 and 119 DF,  p-value: &lt; 2.2e-16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724" y="1466850"/>
                <a:ext cx="11126076" cy="5226050"/>
              </a:xfrm>
              <a:blipFill>
                <a:blip r:embed="rId2"/>
                <a:stretch>
                  <a:fillRect l="-986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A39DEE82-AF6D-01A0-CF85-95C7C399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56"/>
            <a:ext cx="10515600" cy="1325563"/>
          </a:xfrm>
        </p:spPr>
        <p:txBody>
          <a:bodyPr/>
          <a:lstStyle/>
          <a:p>
            <a:r>
              <a:rPr lang="en-US" dirty="0"/>
              <a:t>Regression with the set of indicator variables</a:t>
            </a:r>
            <a:br>
              <a:rPr lang="en-US" dirty="0"/>
            </a:b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Overall F-test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554DE4-2C85-C227-2E35-BFB3F545A9AD}"/>
                  </a:ext>
                </a:extLst>
              </p14:cNvPr>
              <p14:cNvContentPartPr/>
              <p14:nvPr/>
            </p14:nvContentPartPr>
            <p14:xfrm>
              <a:off x="165240" y="1302840"/>
              <a:ext cx="10629360" cy="4898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554DE4-2C85-C227-2E35-BFB3F545A9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880" y="1293480"/>
                <a:ext cx="10648080" cy="49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68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Variables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Using a factor variable in a linear regression model will automatically create the indicator variables for us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cty</a:t>
            </a:r>
            <a:r>
              <a:rPr lang="en-US" sz="1600" dirty="0">
                <a:latin typeface="Consolas" panose="020B0609020204030204" pitchFamily="49" charset="0"/>
              </a:rPr>
              <a:t> ~ factor(manufacturer), data=mpg2)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-7.5294 -2.1351 -0.1351  1.4695 14.0741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      Estimate Std. Error t value </a:t>
            </a:r>
            <a:r>
              <a:rPr lang="en-US" sz="1600" dirty="0" err="1">
                <a:latin typeface="Consolas" panose="020B0609020204030204" pitchFamily="49" charset="0"/>
              </a:rPr>
              <a:t>Pr</a:t>
            </a:r>
            <a:r>
              <a:rPr lang="en-US" sz="16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(Intercept)                     13.1351     0.5620  23.372  &lt; 2e-16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factor(manufacturer)ford         0.8649     0.8850   0.977     0.33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factor(manufacturer)</a:t>
            </a:r>
            <a:r>
              <a:rPr lang="en-US" sz="1600" dirty="0" err="1">
                <a:latin typeface="Consolas" panose="020B0609020204030204" pitchFamily="49" charset="0"/>
              </a:rPr>
              <a:t>toyota</a:t>
            </a:r>
            <a:r>
              <a:rPr lang="en-US" sz="1600" dirty="0">
                <a:latin typeface="Consolas" panose="020B0609020204030204" pitchFamily="49" charset="0"/>
              </a:rPr>
              <a:t>       5.3943     0.8121   6.642 9.75e-10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factor(manufacturer)</a:t>
            </a:r>
            <a:r>
              <a:rPr lang="en-US" sz="1600" dirty="0" err="1">
                <a:latin typeface="Consolas" panose="020B0609020204030204" pitchFamily="49" charset="0"/>
              </a:rPr>
              <a:t>volkswagen</a:t>
            </a:r>
            <a:r>
              <a:rPr lang="en-US" sz="1600" dirty="0">
                <a:latin typeface="Consolas" panose="020B0609020204030204" pitchFamily="49" charset="0"/>
              </a:rPr>
              <a:t>   7.7908     0.8653   9.004 4.25e-15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</a:rPr>
              <a:t>Signif</a:t>
            </a:r>
            <a:r>
              <a:rPr lang="en-US" sz="16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Residual standard error: 3.418 on 119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Multiple R-squared:  0.4722,	Adjusted R-squared:  0.4589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F-statistic: 35.49 on 3 and 119 DF,  p-value: &lt; 2.2e-16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A34728-3D9B-8B1A-D2C7-10EEC46EE80A}"/>
                  </a:ext>
                </a:extLst>
              </p14:cNvPr>
              <p14:cNvContentPartPr/>
              <p14:nvPr/>
            </p14:nvContentPartPr>
            <p14:xfrm>
              <a:off x="1962360" y="2155320"/>
              <a:ext cx="1973520" cy="583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A34728-3D9B-8B1A-D2C7-10EEC46EE8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3000" y="2145960"/>
                <a:ext cx="1992240" cy="60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78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Categorical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515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Each value of the manufacturer variable will be translated into a unique combination of indicator values</a:t>
            </a:r>
          </a:p>
          <a:p>
            <a:pPr>
              <a:lnSpc>
                <a:spcPct val="120000"/>
              </a:lnSpc>
            </a:pPr>
            <a:r>
              <a:rPr lang="en-US" dirty="0"/>
              <a:t>All indicator variable coefficients will be interpreted relative to the reference group</a:t>
            </a:r>
          </a:p>
          <a:p>
            <a:pPr>
              <a:lnSpc>
                <a:spcPct val="120000"/>
              </a:lnSpc>
            </a:pPr>
            <a:r>
              <a:rPr lang="en-US" dirty="0"/>
              <a:t>All indicator variables must be included in the regression equation as a complete set</a:t>
            </a:r>
          </a:p>
          <a:p>
            <a:pPr>
              <a:lnSpc>
                <a:spcPct val="120000"/>
              </a:lnSpc>
            </a:pPr>
            <a:r>
              <a:rPr lang="en-US" dirty="0"/>
              <a:t>Note: this method is analogous to a one-way ANOVA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1BF16C-A4B2-A507-1676-A8A474B43290}"/>
                  </a:ext>
                </a:extLst>
              </p14:cNvPr>
              <p14:cNvContentPartPr/>
              <p14:nvPr/>
            </p14:nvContentPartPr>
            <p14:xfrm>
              <a:off x="1016280" y="2506320"/>
              <a:ext cx="11143800" cy="3560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1BF16C-A4B2-A507-1676-A8A474B432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6920" y="2496960"/>
                <a:ext cx="11162520" cy="357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540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How do SBP and DBP affect total cholesterol?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7C29E-4B3C-64AF-54AA-F9ADD92B6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139" y="2002002"/>
            <a:ext cx="5237874" cy="42314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F9A434F-E834-0C34-F756-AA3F8E5C326F}"/>
                  </a:ext>
                </a:extLst>
              </p14:cNvPr>
              <p14:cNvContentPartPr/>
              <p14:nvPr/>
            </p14:nvContentPartPr>
            <p14:xfrm>
              <a:off x="2787480" y="1340640"/>
              <a:ext cx="7744680" cy="3384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F9A434F-E834-0C34-F756-AA3F8E5C32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8120" y="1331280"/>
                <a:ext cx="7763400" cy="340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252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Single Regression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4500" dirty="0"/>
              <a:t>How do SBP and DBP affect total cholesterol?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One way to examine this would be to perform two separate regressions: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&gt; </a:t>
            </a:r>
            <a:r>
              <a:rPr lang="en-US" sz="1800" dirty="0" err="1">
                <a:latin typeface="Consolas" panose="020B0609020204030204" pitchFamily="49" charset="0"/>
              </a:rPr>
              <a:t>lm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chol</a:t>
            </a:r>
            <a:r>
              <a:rPr lang="en-US" sz="1800" dirty="0">
                <a:latin typeface="Consolas" panose="020B0609020204030204" pitchFamily="49" charset="0"/>
              </a:rPr>
              <a:t> ~ </a:t>
            </a:r>
            <a:r>
              <a:rPr lang="en-US" sz="1800" dirty="0" err="1">
                <a:latin typeface="Consolas" panose="020B0609020204030204" pitchFamily="49" charset="0"/>
              </a:rPr>
              <a:t>sbp</a:t>
            </a:r>
            <a:r>
              <a:rPr lang="en-US" sz="1800" dirty="0">
                <a:latin typeface="Consolas" panose="020B0609020204030204" pitchFamily="49" charset="0"/>
              </a:rPr>
              <a:t>, data=</a:t>
            </a:r>
            <a:r>
              <a:rPr lang="en-US" sz="1800" dirty="0" err="1">
                <a:latin typeface="Consolas" panose="020B0609020204030204" pitchFamily="49" charset="0"/>
              </a:rPr>
              <a:t>chol</a:t>
            </a:r>
            <a:r>
              <a:rPr lang="en-US" sz="18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-108.67  -43.15  -20.74   23.99  282.51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800" dirty="0" err="1">
                <a:latin typeface="Consolas" panose="020B0609020204030204" pitchFamily="49" charset="0"/>
              </a:rPr>
              <a:t>Pr</a:t>
            </a:r>
            <a:r>
              <a:rPr lang="en-US" sz="18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(Intercept) 107.5553    30.6800   3.506 0.000571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</a:rPr>
              <a:t>sbp</a:t>
            </a:r>
            <a:r>
              <a:rPr lang="en-US" sz="1800" dirty="0">
                <a:latin typeface="Consolas" panose="020B0609020204030204" pitchFamily="49" charset="0"/>
              </a:rPr>
              <a:t>           0.7794     0.2597   3.001 0.003058 **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</a:rPr>
              <a:t>Signif</a:t>
            </a:r>
            <a:r>
              <a:rPr lang="en-US" sz="18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Residual standard error: 65.32 on 186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Multiple R-squared:  0.04619,	Adjusted R-squared:  0.04106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F-statistic: 9.007 on 1 and 186 DF,  p-value: 0.003058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B6BBC-84F4-4652-99D0-60D555951F55}"/>
              </a:ext>
            </a:extLst>
          </p:cNvPr>
          <p:cNvSpPr txBox="1"/>
          <p:nvPr/>
        </p:nvSpPr>
        <p:spPr>
          <a:xfrm>
            <a:off x="6096000" y="2779353"/>
            <a:ext cx="934085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lm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 ~ </a:t>
            </a:r>
            <a:r>
              <a:rPr lang="en-US" sz="1100" dirty="0" err="1">
                <a:latin typeface="Consolas" panose="020B0609020204030204" pitchFamily="49" charset="0"/>
              </a:rPr>
              <a:t>dbp</a:t>
            </a:r>
            <a:r>
              <a:rPr lang="en-US" sz="1100" dirty="0">
                <a:latin typeface="Consolas" panose="020B0609020204030204" pitchFamily="49" charset="0"/>
              </a:rPr>
              <a:t>, data=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-106.91  -44.11  -17.55   22.63  263.55 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100" dirty="0" err="1">
                <a:latin typeface="Consolas" panose="020B0609020204030204" pitchFamily="49" charset="0"/>
              </a:rPr>
              <a:t>Pr</a:t>
            </a:r>
            <a:r>
              <a:rPr lang="en-US" sz="11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(Intercept)  120.835     28.351   4.262 3.21e-05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</a:rPr>
              <a:t>dbp</a:t>
            </a:r>
            <a:r>
              <a:rPr lang="en-US" sz="1100" dirty="0">
                <a:latin typeface="Consolas" panose="020B0609020204030204" pitchFamily="49" charset="0"/>
              </a:rPr>
              <a:t>            1.045      0.376   2.780    0.006 **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</a:rPr>
              <a:t>Signif</a:t>
            </a:r>
            <a:r>
              <a:rPr lang="en-US" sz="11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Residual standard error: 65.54 on 186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Multiple R-squared:  0.03989,	Adjusted R-squared:  0.03473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F-statistic: 7.727 on 1 and 186 DF,  p-value: 0.005999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05990A-6C5D-8F57-B3D8-DF243F6D8AC1}"/>
                  </a:ext>
                </a:extLst>
              </p14:cNvPr>
              <p14:cNvContentPartPr/>
              <p14:nvPr/>
            </p14:nvContentPartPr>
            <p14:xfrm>
              <a:off x="1014840" y="1274400"/>
              <a:ext cx="9534240" cy="530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05990A-6C5D-8F57-B3D8-DF243F6D8A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5480" y="1265040"/>
                <a:ext cx="9552960" cy="532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298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Single Regression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It appears that SBP and DBP are both associated with cholesterol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Based on this output, what would you think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is for the combined effect of SBP and DBP?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  <a:blipFill>
                <a:blip r:embed="rId2"/>
                <a:stretch>
                  <a:fillRect l="-996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AA3382-5D71-4321-B7D9-A631A1B20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60647"/>
              </p:ext>
            </p:extLst>
          </p:nvPr>
        </p:nvGraphicFramePr>
        <p:xfrm>
          <a:off x="2095500" y="2386013"/>
          <a:ext cx="8128000" cy="1112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105392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928345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560371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58975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5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1: SBP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4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2: DBP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91199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4F30DC-A945-7401-1221-0F7CB3743901}"/>
                  </a:ext>
                </a:extLst>
              </p14:cNvPr>
              <p14:cNvContentPartPr/>
              <p14:nvPr/>
            </p14:nvContentPartPr>
            <p14:xfrm>
              <a:off x="3541680" y="2314080"/>
              <a:ext cx="6382440" cy="3061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4F30DC-A945-7401-1221-0F7CB37439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2320" y="2304720"/>
                <a:ext cx="6401160" cy="307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093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Multivariable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We can examine the effect of SBP and DBP on cholesterol simultaneously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sbp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dbp</a:t>
            </a:r>
            <a:r>
              <a:rPr lang="en-US" sz="1200" dirty="0">
                <a:latin typeface="Consolas" panose="020B0609020204030204" pitchFamily="49" charset="0"/>
              </a:rPr>
              <a:t>, data=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D8DD70-6DA4-9480-4011-79568E62030D}"/>
                  </a:ext>
                </a:extLst>
              </p14:cNvPr>
              <p14:cNvContentPartPr/>
              <p14:nvPr/>
            </p14:nvContentPartPr>
            <p14:xfrm>
              <a:off x="1362600" y="381600"/>
              <a:ext cx="2451960" cy="1777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D8DD70-6DA4-9480-4011-79568E6203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3240" y="372240"/>
                <a:ext cx="2470680" cy="179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5155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99"/>
            <a:ext cx="10515600" cy="1325563"/>
          </a:xfrm>
        </p:spPr>
        <p:txBody>
          <a:bodyPr/>
          <a:lstStyle/>
          <a:p>
            <a:r>
              <a:rPr lang="en-US" dirty="0"/>
              <a:t>Multivariable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9234" y="999468"/>
                <a:ext cx="10851606" cy="52260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&gt; </a:t>
                </a:r>
                <a:r>
                  <a:rPr lang="en-US" sz="1500" dirty="0" err="1">
                    <a:latin typeface="Consolas" panose="020B0609020204030204" pitchFamily="49" charset="0"/>
                  </a:rPr>
                  <a:t>lm</a:t>
                </a:r>
                <a:r>
                  <a:rPr lang="en-US" sz="1500" dirty="0">
                    <a:latin typeface="Consolas" panose="020B0609020204030204" pitchFamily="49" charset="0"/>
                  </a:rPr>
                  <a:t>(</a:t>
                </a:r>
                <a:r>
                  <a:rPr lang="en-US" sz="1500" dirty="0" err="1">
                    <a:latin typeface="Consolas" panose="020B0609020204030204" pitchFamily="49" charset="0"/>
                  </a:rPr>
                  <a:t>chol</a:t>
                </a:r>
                <a:r>
                  <a:rPr lang="en-US" sz="1500" dirty="0">
                    <a:latin typeface="Consolas" panose="020B0609020204030204" pitchFamily="49" charset="0"/>
                  </a:rPr>
                  <a:t> ~ </a:t>
                </a:r>
                <a:r>
                  <a:rPr lang="en-US" sz="1500" dirty="0" err="1">
                    <a:latin typeface="Consolas" panose="020B0609020204030204" pitchFamily="49" charset="0"/>
                  </a:rPr>
                  <a:t>sbp</a:t>
                </a:r>
                <a:r>
                  <a:rPr lang="en-US" sz="1500" dirty="0">
                    <a:latin typeface="Consolas" panose="020B0609020204030204" pitchFamily="49" charset="0"/>
                  </a:rPr>
                  <a:t> + </a:t>
                </a:r>
                <a:r>
                  <a:rPr lang="en-US" sz="1500" dirty="0" err="1">
                    <a:latin typeface="Consolas" panose="020B0609020204030204" pitchFamily="49" charset="0"/>
                  </a:rPr>
                  <a:t>dbp</a:t>
                </a:r>
                <a:r>
                  <a:rPr lang="en-US" sz="1500" dirty="0">
                    <a:latin typeface="Consolas" panose="020B0609020204030204" pitchFamily="49" charset="0"/>
                  </a:rPr>
                  <a:t>, data=</a:t>
                </a:r>
                <a:r>
                  <a:rPr lang="en-US" sz="1500" dirty="0" err="1">
                    <a:latin typeface="Consolas" panose="020B0609020204030204" pitchFamily="49" charset="0"/>
                  </a:rPr>
                  <a:t>chol</a:t>
                </a:r>
                <a:r>
                  <a:rPr lang="en-US" sz="1500" dirty="0">
                    <a:latin typeface="Consolas" panose="020B0609020204030204" pitchFamily="49" charset="0"/>
                  </a:rPr>
                  <a:t>) %&gt;% summary()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5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Coefficients: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            Estimate Std. Error t value </a:t>
                </a:r>
                <a:r>
                  <a:rPr lang="en-US" sz="1500" dirty="0" err="1">
                    <a:latin typeface="Consolas" panose="020B0609020204030204" pitchFamily="49" charset="0"/>
                  </a:rPr>
                  <a:t>Pr</a:t>
                </a:r>
                <a:r>
                  <a:rPr lang="en-US" sz="1500" dirty="0">
                    <a:latin typeface="Consolas" panose="020B0609020204030204" pitchFamily="49" charset="0"/>
                  </a:rPr>
                  <a:t>(&gt;|t|)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(Intercept)  97.5134    32.2223   3.026  0.00283 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 err="1">
                    <a:latin typeface="Consolas" panose="020B0609020204030204" pitchFamily="49" charset="0"/>
                  </a:rPr>
                  <a:t>sbp</a:t>
                </a:r>
                <a:r>
                  <a:rPr lang="en-US" sz="1500" dirty="0">
                    <a:latin typeface="Consolas" panose="020B0609020204030204" pitchFamily="49" charset="0"/>
                  </a:rPr>
                  <a:t>           0.5336     0.3544   1.506  0.13388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 err="1">
                    <a:latin typeface="Consolas" panose="020B0609020204030204" pitchFamily="49" charset="0"/>
                  </a:rPr>
                  <a:t>dbp</a:t>
                </a:r>
                <a:r>
                  <a:rPr lang="en-US" sz="1500" dirty="0">
                    <a:latin typeface="Consolas" panose="020B0609020204030204" pitchFamily="49" charset="0"/>
                  </a:rPr>
                  <a:t>           0.5210     0.5115   1.019  0.30975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---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 err="1">
                    <a:latin typeface="Consolas" panose="020B0609020204030204" pitchFamily="49" charset="0"/>
                  </a:rPr>
                  <a:t>Signif</a:t>
                </a:r>
                <a:r>
                  <a:rPr lang="en-US" sz="1500" dirty="0">
                    <a:latin typeface="Consolas" panose="020B0609020204030204" pitchFamily="49" charset="0"/>
                  </a:rPr>
                  <a:t>. codes:  0 ‘***’ 0.001 ‘**’ 0.01 ‘*’ 0.05 ‘.’ 0.1 ‘ ’ 1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5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Residual standard error: 65.32 on 185 degrees of freedom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Multiple R-squared:  0.05151,	Adjusted R-squared:  0.04125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500" dirty="0">
                    <a:latin typeface="Consolas" panose="020B0609020204030204" pitchFamily="49" charset="0"/>
                  </a:rPr>
                  <a:t>F-statistic: 5.023 on 2 and 185 DF,  p-value: 0.007509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US" sz="2600" dirty="0">
                    <a:solidFill>
                      <a:schemeClr val="tx1"/>
                    </a:solidFill>
                  </a:rPr>
                  <a:t>Wait – what happened?! SBP and DBP now both don’t appear to predict cholesterol individually (p-values &gt; 0.05)… and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300" dirty="0">
                    <a:solidFill>
                      <a:schemeClr val="tx1"/>
                    </a:solidFill>
                  </a:rPr>
                  <a:t> </a:t>
                </a:r>
                <a:r>
                  <a:rPr lang="en-US" sz="2600" dirty="0">
                    <a:solidFill>
                      <a:schemeClr val="tx1"/>
                    </a:solidFill>
                  </a:rPr>
                  <a:t>value is only 5.1%.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>
                    <a:solidFill>
                      <a:schemeClr val="tx1"/>
                    </a:solidFill>
                  </a:rPr>
                  <a:t>                  Recall: </a:t>
                </a:r>
                <a:endParaRPr lang="en-US" sz="39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0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9234" y="999468"/>
                <a:ext cx="10851606" cy="5226050"/>
              </a:xfrm>
              <a:blipFill>
                <a:blip r:embed="rId2"/>
                <a:stretch>
                  <a:fillRect l="-899" t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1B07C6-B75A-ACFB-6E37-3C6C4982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552526"/>
              </p:ext>
            </p:extLst>
          </p:nvPr>
        </p:nvGraphicFramePr>
        <p:xfrm>
          <a:off x="3413758" y="5534297"/>
          <a:ext cx="4780644" cy="914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95161">
                  <a:extLst>
                    <a:ext uri="{9D8B030D-6E8A-4147-A177-3AD203B41FA5}">
                      <a16:colId xmlns:a16="http://schemas.microsoft.com/office/drawing/2014/main" val="3610539225"/>
                    </a:ext>
                  </a:extLst>
                </a:gridCol>
                <a:gridCol w="1195161">
                  <a:extLst>
                    <a:ext uri="{9D8B030D-6E8A-4147-A177-3AD203B41FA5}">
                      <a16:colId xmlns:a16="http://schemas.microsoft.com/office/drawing/2014/main" val="592834550"/>
                    </a:ext>
                  </a:extLst>
                </a:gridCol>
                <a:gridCol w="1195161">
                  <a:extLst>
                    <a:ext uri="{9D8B030D-6E8A-4147-A177-3AD203B41FA5}">
                      <a16:colId xmlns:a16="http://schemas.microsoft.com/office/drawing/2014/main" val="2756037168"/>
                    </a:ext>
                  </a:extLst>
                </a:gridCol>
                <a:gridCol w="1195161">
                  <a:extLst>
                    <a:ext uri="{9D8B030D-6E8A-4147-A177-3AD203B41FA5}">
                      <a16:colId xmlns:a16="http://schemas.microsoft.com/office/drawing/2014/main" val="658975114"/>
                    </a:ext>
                  </a:extLst>
                </a:gridCol>
              </a:tblGrid>
              <a:tr h="1951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</a:t>
                      </a:r>
                      <a:r>
                        <a:rPr lang="en-US" sz="1400" baseline="30000" dirty="0"/>
                        <a:t>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53719"/>
                  </a:ext>
                </a:extLst>
              </a:tr>
              <a:tr h="1951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1: SBP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43341"/>
                  </a:ext>
                </a:extLst>
              </a:tr>
              <a:tr h="1951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2: DBP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91199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A13ACE-ED0E-23DE-04C2-1D032753F030}"/>
                  </a:ext>
                </a:extLst>
              </p14:cNvPr>
              <p14:cNvContentPartPr/>
              <p14:nvPr/>
            </p14:nvContentPartPr>
            <p14:xfrm>
              <a:off x="687240" y="350640"/>
              <a:ext cx="7475400" cy="631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A13ACE-ED0E-23DE-04C2-1D032753F0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7880" y="341280"/>
                <a:ext cx="7494120" cy="633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8734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257800" cy="522605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This is because SBP and DBP are related to each other, so they do not contribute independent effects on cholesterol.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i.e., part of the reason that SBP is associated with cholesterol is because DBP is associated with cholesterol, and SBP is associated with DBP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We saw in the model that after “adjusting” for one another, neither SBP nor DBP uniquely predicts cholesterol</a:t>
            </a:r>
            <a:endParaRPr lang="en-US" sz="2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E04DC-13C9-4955-8B24-975576FD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504" y="2393950"/>
            <a:ext cx="5305145" cy="41465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65F7518-5CE1-877F-491B-98A948E6D0FE}"/>
                  </a:ext>
                </a:extLst>
              </p14:cNvPr>
              <p14:cNvContentPartPr/>
              <p14:nvPr/>
            </p14:nvContentPartPr>
            <p14:xfrm>
              <a:off x="1386720" y="1864800"/>
              <a:ext cx="3227040" cy="3935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65F7518-5CE1-877F-491B-98A948E6D0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7360" y="1855440"/>
                <a:ext cx="3245760" cy="39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7395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8331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multiple regression equation gives us a way to examine the effects of certain independent variables, adjusting for others in the model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multiple regression equation is defined as: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00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0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833100" cy="5226050"/>
              </a:xfrm>
              <a:blipFill>
                <a:blip r:embed="rId2"/>
                <a:stretch>
                  <a:fillRect l="-1013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176021-3DD6-55D9-BC3F-46BB08646A94}"/>
                  </a:ext>
                </a:extLst>
              </p14:cNvPr>
              <p14:cNvContentPartPr/>
              <p14:nvPr/>
            </p14:nvContentPartPr>
            <p14:xfrm>
              <a:off x="759240" y="1337040"/>
              <a:ext cx="10807200" cy="5293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176021-3DD6-55D9-BC3F-46BB08646A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9880" y="1327680"/>
                <a:ext cx="10825920" cy="531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210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Interpretations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8331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The estimated mean when all X variables equal 0.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The estimated difference in mean Y associated with a 1-unit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b="1" dirty="0"/>
                  <a:t>when all other X variables are held constant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slope estimates represent “partial” regression coefficients. </a:t>
                </a:r>
                <a:br>
                  <a:rPr lang="en-US" dirty="0"/>
                </a:br>
                <a:r>
                  <a:rPr lang="en-US" dirty="0"/>
                  <a:t>The following terminology is also interchangeably used: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Holding all other X constant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Controlling for all other X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Adjusting for all other X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833100" cy="5226050"/>
              </a:xfrm>
              <a:blipFill>
                <a:blip r:embed="rId2"/>
                <a:stretch>
                  <a:fillRect l="-1013" t="-233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8D5C44-2EFC-6757-2187-8DF5E6693CDE}"/>
                  </a:ext>
                </a:extLst>
              </p:cNvPr>
              <p:cNvSpPr txBox="1"/>
              <p:nvPr/>
            </p:nvSpPr>
            <p:spPr>
              <a:xfrm>
                <a:off x="7966841" y="259693"/>
                <a:ext cx="3857295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</m:acc>
                      <m:r>
                        <a:rPr lang="en-US" sz="18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+…+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8D5C44-2EFC-6757-2187-8DF5E6693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841" y="259693"/>
                <a:ext cx="3857295" cy="376770"/>
              </a:xfrm>
              <a:prstGeom prst="rect">
                <a:avLst/>
              </a:prstGeom>
              <a:blipFill>
                <a:blip r:embed="rId3"/>
                <a:stretch>
                  <a:fillRect t="-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3DAE6AF-330D-4B10-FFC4-3EAF4794B871}"/>
                  </a:ext>
                </a:extLst>
              </p14:cNvPr>
              <p14:cNvContentPartPr/>
              <p14:nvPr/>
            </p14:nvContentPartPr>
            <p14:xfrm>
              <a:off x="685080" y="100080"/>
              <a:ext cx="11510280" cy="585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3DAE6AF-330D-4B10-FFC4-3EAF4794B8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5720" y="90720"/>
                <a:ext cx="11529000" cy="587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4330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dirty="0"/>
              <a:t>What is the effect of triglycerides and age on cholesterol levels?</a:t>
            </a:r>
            <a:endParaRPr lang="en-US" sz="4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32706-1A74-9952-7E06-C9F2625C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124" y="2396360"/>
            <a:ext cx="4905339" cy="39628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89C565-0917-ADD0-8660-E6F89858FF66}"/>
                  </a:ext>
                </a:extLst>
              </p14:cNvPr>
              <p14:cNvContentPartPr/>
              <p14:nvPr/>
            </p14:nvContentPartPr>
            <p14:xfrm>
              <a:off x="5064480" y="2134800"/>
              <a:ext cx="3400200" cy="2603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89C565-0917-ADD0-8660-E6F89858FF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5120" y="2125440"/>
                <a:ext cx="3418920" cy="262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3930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000" dirty="0"/>
              <a:t>What is the effect of triglycerides and age on cholesterol levels?</a:t>
            </a:r>
            <a:endParaRPr lang="en-US" sz="45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lm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 ~ </a:t>
            </a:r>
            <a:r>
              <a:rPr lang="en-US" sz="1400" dirty="0" err="1">
                <a:latin typeface="Consolas" panose="020B0609020204030204" pitchFamily="49" charset="0"/>
              </a:rPr>
              <a:t>tg</a:t>
            </a:r>
            <a:r>
              <a:rPr lang="en-US" sz="1400" dirty="0">
                <a:latin typeface="Consolas" panose="020B0609020204030204" pitchFamily="49" charset="0"/>
              </a:rPr>
              <a:t>, data=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lm</a:t>
            </a:r>
            <a:r>
              <a:rPr lang="en-US" sz="1400" dirty="0">
                <a:latin typeface="Consolas" panose="020B0609020204030204" pitchFamily="49" charset="0"/>
              </a:rPr>
              <a:t>(formula = 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 ~ </a:t>
            </a:r>
            <a:r>
              <a:rPr lang="en-US" sz="1400" dirty="0" err="1">
                <a:latin typeface="Consolas" panose="020B0609020204030204" pitchFamily="49" charset="0"/>
              </a:rPr>
              <a:t>tg</a:t>
            </a:r>
            <a:r>
              <a:rPr lang="en-US" sz="1400" dirty="0">
                <a:latin typeface="Consolas" panose="020B0609020204030204" pitchFamily="49" charset="0"/>
              </a:rPr>
              <a:t>, data = 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-92.34 -44.97 -19.76  19.71 257.77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(Intercept) 168.1503     9.8133   17.14  &lt; 2e-16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tg</a:t>
            </a:r>
            <a:r>
              <a:rPr lang="en-US" sz="1400" dirty="0"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highlight>
                  <a:srgbClr val="00FF00"/>
                </a:highlight>
                <a:latin typeface="Consolas" panose="020B0609020204030204" pitchFamily="49" charset="0"/>
              </a:rPr>
              <a:t>0.3825</a:t>
            </a:r>
            <a:r>
              <a:rPr lang="en-US" sz="1400" dirty="0">
                <a:latin typeface="Consolas" panose="020B0609020204030204" pitchFamily="49" charset="0"/>
              </a:rPr>
              <a:t>     0.1084    3.53 0.000524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>
                <a:latin typeface="Consolas" panose="020B0609020204030204" pitchFamily="49" charset="0"/>
              </a:rPr>
              <a:t>Signif</a:t>
            </a:r>
            <a:r>
              <a:rPr lang="en-US" sz="14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Residual standard error: 64.75 on 186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Multiple R-squared:  0.06279,	Adjusted R-squared:  0.05775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F-statistic: 12.46 on 1 and 186 DF,  p-value: 0.0005239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A6A4A-B729-4CDC-82FD-82DE1A68C689}"/>
              </a:ext>
            </a:extLst>
          </p:cNvPr>
          <p:cNvSpPr txBox="1"/>
          <p:nvPr/>
        </p:nvSpPr>
        <p:spPr>
          <a:xfrm>
            <a:off x="6407150" y="270722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data=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-90.45 -42.52 -19.95  19.49 270.17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(Intercept) 160.2270    10.6258  15.079  &lt; 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highlight>
                  <a:srgbClr val="00FF00"/>
                </a:highlight>
                <a:latin typeface="Consolas" panose="020B0609020204030204" pitchFamily="49" charset="0"/>
              </a:rPr>
              <a:t>0.3085</a:t>
            </a:r>
            <a:r>
              <a:rPr lang="en-US" sz="1200" dirty="0">
                <a:latin typeface="Consolas" panose="020B0609020204030204" pitchFamily="49" charset="0"/>
              </a:rPr>
              <a:t>     0.1147   2.690  0.00779 **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age           0.6113     0.3263   1.873  0.06260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 standard error: 64.32 on 185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Multiple R-squared:  0.08023,	Adjusted R-squared:  0.07029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F-statistic: 8.069 on 2 and 185 DF,  p-value: 0.0004367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092809-B62A-6180-13D9-33BF66E48BC9}"/>
                  </a:ext>
                </a:extLst>
              </p14:cNvPr>
              <p14:cNvContentPartPr/>
              <p14:nvPr/>
            </p14:nvContentPartPr>
            <p14:xfrm>
              <a:off x="1420200" y="2373480"/>
              <a:ext cx="9271800" cy="387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092809-B62A-6180-13D9-33BF66E48B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0840" y="2364120"/>
                <a:ext cx="9290520" cy="389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3783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Multiple Regression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359400" cy="522605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Our regression equation is: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=160.23+0.31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+0.61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𝐴𝐺𝐸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Each 1-unit increase in triglycerides is expected to increase cholesterol by 0.31 units, adjusting for age (p=0.008)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Each 1-unit increase in age is expected to increase cholesterol by 0.61 units, adjusting for triglycerides (p=0.06)</a:t>
                </a:r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359400" cy="5226050"/>
              </a:xfrm>
              <a:blipFill>
                <a:blip r:embed="rId2"/>
                <a:stretch>
                  <a:fillRect l="-1820" t="-117" r="-2048" b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15BABC0-3D8B-42E5-89DF-842F60E81D64}"/>
              </a:ext>
            </a:extLst>
          </p:cNvPr>
          <p:cNvSpPr txBox="1"/>
          <p:nvPr/>
        </p:nvSpPr>
        <p:spPr>
          <a:xfrm>
            <a:off x="6673850" y="180552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data=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-90.45 -42.52 -19.95  19.49 270.17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(Intercept) 160.2270    10.6258  15.079  &lt; 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highlight>
                  <a:srgbClr val="00FF00"/>
                </a:highlight>
                <a:latin typeface="Consolas" panose="020B0609020204030204" pitchFamily="49" charset="0"/>
              </a:rPr>
              <a:t>0.3085</a:t>
            </a:r>
            <a:r>
              <a:rPr lang="en-US" sz="1200" dirty="0">
                <a:latin typeface="Consolas" panose="020B0609020204030204" pitchFamily="49" charset="0"/>
              </a:rPr>
              <a:t>     0.1147   2.690  0.00779 **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age           0.6113     0.3263   1.873  0.06260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 standard error: 64.32 on 185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Multiple R-squared:  0.08023,	Adjusted R-squared:  0.07029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F-statistic: 8.069 on 2 and 185 DF,  p-value: 0.0004367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26362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Multiple Regression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359400" cy="522605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multiple R</a:t>
                </a:r>
                <a:r>
                  <a:rPr lang="en-US" baseline="30000" dirty="0"/>
                  <a:t>2</a:t>
                </a:r>
                <a:r>
                  <a:rPr lang="en-US" dirty="0"/>
                  <a:t> now reflects the proportion of variation in Y that is explained by all the X variables in the model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In single linear regression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reflected the correlation between X and Y.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In multiple linear regression, multiple R reflects the correlation between an optimally-weighted linear combination of independent variables (i.e., our predicted value of Y) and the actual value of Y.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Unlike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multiple R always ranges between 0 and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359400" cy="5226050"/>
              </a:xfrm>
              <a:blipFill>
                <a:blip r:embed="rId2"/>
                <a:stretch>
                  <a:fillRect l="-1365" t="-817" r="-2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15BABC0-3D8B-42E5-89DF-842F60E81D64}"/>
              </a:ext>
            </a:extLst>
          </p:cNvPr>
          <p:cNvSpPr txBox="1"/>
          <p:nvPr/>
        </p:nvSpPr>
        <p:spPr>
          <a:xfrm>
            <a:off x="6673850" y="180552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data=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 %&gt;% summary()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~ </a:t>
            </a: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+ age, data =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-90.45 -42.52 -19.95  19.49 270.17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(Intercept) 160.2270    10.6258  15.079  &lt; 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tg</a:t>
            </a:r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highlight>
                  <a:srgbClr val="00FF00"/>
                </a:highlight>
                <a:latin typeface="Consolas" panose="020B0609020204030204" pitchFamily="49" charset="0"/>
              </a:rPr>
              <a:t>0.3085</a:t>
            </a:r>
            <a:r>
              <a:rPr lang="en-US" sz="1200" dirty="0">
                <a:latin typeface="Consolas" panose="020B0609020204030204" pitchFamily="49" charset="0"/>
              </a:rPr>
              <a:t>     0.1147   2.690  0.00779 **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age           0.6113     0.3263   1.873  0.06260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Residual standard error: 64.32 on 185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Multiple R-squared:  0.08023,	Adjusted R-squared:  0.07029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F-statistic: 8.069 on 2 and 185 DF,  p-value: 0.0004367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0ECCCB4-8582-FB2C-9E83-A220EAF59A7A}"/>
                  </a:ext>
                </a:extLst>
              </p14:cNvPr>
              <p14:cNvContentPartPr/>
              <p14:nvPr/>
            </p14:nvContentPartPr>
            <p14:xfrm>
              <a:off x="685080" y="318600"/>
              <a:ext cx="11504880" cy="6307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0ECCCB4-8582-FB2C-9E83-A220EAF59A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720" y="309240"/>
                <a:ext cx="11523600" cy="632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504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661650" cy="522605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If we were interested in the association between triglycerides and cholesterol, we might want to develop a model that provides the best “picture” of this association</a:t>
            </a:r>
          </a:p>
          <a:p>
            <a:pPr>
              <a:lnSpc>
                <a:spcPct val="120000"/>
              </a:lnSpc>
            </a:pPr>
            <a:r>
              <a:rPr lang="en-US" dirty="0"/>
              <a:t>Confounding occurs when the association between an outcome (Y) and an independent variable (X) is distorted by the influence of a third (or more) variable</a:t>
            </a:r>
          </a:p>
          <a:p>
            <a:pPr>
              <a:lnSpc>
                <a:spcPct val="120000"/>
              </a:lnSpc>
            </a:pPr>
            <a:r>
              <a:rPr lang="en-US" dirty="0"/>
              <a:t>Questions to ask: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Does the effect estimate change by more than ~10-20% after adding the confounder?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Can the variable sensibly be a confounder?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E5AD6D-7C77-9835-9857-B9E6595759B3}"/>
                  </a:ext>
                </a:extLst>
              </p14:cNvPr>
              <p14:cNvContentPartPr/>
              <p14:nvPr/>
            </p14:nvContentPartPr>
            <p14:xfrm>
              <a:off x="983160" y="1285560"/>
              <a:ext cx="9791640" cy="4278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E5AD6D-7C77-9835-9857-B9E6595759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3800" y="1276200"/>
                <a:ext cx="9810360" cy="429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6191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934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Our original research question might be: </a:t>
            </a:r>
            <a:br>
              <a:rPr lang="en-US" dirty="0"/>
            </a:br>
            <a:r>
              <a:rPr lang="en-US" dirty="0"/>
              <a:t>how is triglycerides related to cholesterol?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C512B-BD67-4296-A794-F3393BDC823A}"/>
              </a:ext>
            </a:extLst>
          </p:cNvPr>
          <p:cNvSpPr/>
          <p:nvPr/>
        </p:nvSpPr>
        <p:spPr>
          <a:xfrm>
            <a:off x="2445786" y="3731419"/>
            <a:ext cx="2211185" cy="14921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Triglycerides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35248-58FF-4AEC-95D8-510556CBFC31}"/>
              </a:ext>
            </a:extLst>
          </p:cNvPr>
          <p:cNvSpPr/>
          <p:nvPr/>
        </p:nvSpPr>
        <p:spPr>
          <a:xfrm>
            <a:off x="7738229" y="3731419"/>
            <a:ext cx="2211185" cy="1492135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Cholesterol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7F4B93-475D-4EA9-873E-3AF22D92906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656971" y="4477487"/>
            <a:ext cx="308125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E29D86-0860-4638-A2A3-AFA0EEFCFC87}"/>
                  </a:ext>
                </a:extLst>
              </p:cNvPr>
              <p:cNvSpPr txBox="1"/>
              <p:nvPr/>
            </p:nvSpPr>
            <p:spPr>
              <a:xfrm>
                <a:off x="5250758" y="4622908"/>
                <a:ext cx="1885950" cy="48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=0.38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E29D86-0860-4638-A2A3-AFA0EEFCF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758" y="4622908"/>
                <a:ext cx="1885950" cy="481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8D81E5-AC9A-EA91-E66B-FD6421BC57CE}"/>
                  </a:ext>
                </a:extLst>
              </p14:cNvPr>
              <p14:cNvContentPartPr/>
              <p14:nvPr/>
            </p14:nvContentPartPr>
            <p14:xfrm>
              <a:off x="1085400" y="202680"/>
              <a:ext cx="11109960" cy="6205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8D81E5-AC9A-EA91-E66B-FD6421BC57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6040" y="193320"/>
                <a:ext cx="11128680" cy="622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0718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934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What if we consider the effect of age? Can age be amplifying the true relationship between triglycerides and cholesterol because it is associated with both variables?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C512B-BD67-4296-A794-F3393BDC823A}"/>
              </a:ext>
            </a:extLst>
          </p:cNvPr>
          <p:cNvSpPr/>
          <p:nvPr/>
        </p:nvSpPr>
        <p:spPr>
          <a:xfrm>
            <a:off x="2445786" y="4645082"/>
            <a:ext cx="2211185" cy="14921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Triglycerides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35248-58FF-4AEC-95D8-510556CBFC31}"/>
              </a:ext>
            </a:extLst>
          </p:cNvPr>
          <p:cNvSpPr/>
          <p:nvPr/>
        </p:nvSpPr>
        <p:spPr>
          <a:xfrm>
            <a:off x="7738229" y="4645082"/>
            <a:ext cx="2211185" cy="1492135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Cholesterol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7F4B93-475D-4EA9-873E-3AF22D92906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656971" y="5391150"/>
            <a:ext cx="308125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45944A4-3662-4EE5-809C-515043F087D7}"/>
              </a:ext>
            </a:extLst>
          </p:cNvPr>
          <p:cNvSpPr/>
          <p:nvPr/>
        </p:nvSpPr>
        <p:spPr>
          <a:xfrm>
            <a:off x="4933257" y="3152947"/>
            <a:ext cx="2211185" cy="149213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E485A1-E28B-474F-9E42-B2165094D15D}"/>
              </a:ext>
            </a:extLst>
          </p:cNvPr>
          <p:cNvCxnSpPr>
            <a:stCxn id="9" idx="1"/>
          </p:cNvCxnSpPr>
          <p:nvPr/>
        </p:nvCxnSpPr>
        <p:spPr>
          <a:xfrm flipH="1">
            <a:off x="3392629" y="3899015"/>
            <a:ext cx="1540628" cy="746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903AC6-00A9-43C5-B5B2-3E68B34DD90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144442" y="3899015"/>
            <a:ext cx="1540630" cy="746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A102A4-ABEA-4DCA-AF91-66148AA3EE08}"/>
                  </a:ext>
                </a:extLst>
              </p:cNvPr>
              <p:cNvSpPr txBox="1"/>
              <p:nvPr/>
            </p:nvSpPr>
            <p:spPr>
              <a:xfrm>
                <a:off x="5250758" y="5505972"/>
                <a:ext cx="1885950" cy="48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=0.31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A102A4-ABEA-4DCA-AF91-66148AA3E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758" y="5505972"/>
                <a:ext cx="1885950" cy="481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39B071-7B91-A0E0-3A33-7E5CFED29D4A}"/>
                  </a:ext>
                </a:extLst>
              </p14:cNvPr>
              <p14:cNvContentPartPr/>
              <p14:nvPr/>
            </p14:nvContentPartPr>
            <p14:xfrm>
              <a:off x="4154040" y="202320"/>
              <a:ext cx="6769440" cy="5886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39B071-7B91-A0E0-3A33-7E5CFED29D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4680" y="192960"/>
                <a:ext cx="6788160" cy="590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7670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934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slope coefficient for triglycerides went from 0.38 in the unadjusted model to 0.31 in the adjusted model</a:t>
            </a:r>
          </a:p>
          <a:p>
            <a:pPr>
              <a:lnSpc>
                <a:spcPct val="120000"/>
              </a:lnSpc>
            </a:pPr>
            <a:r>
              <a:rPr lang="en-US" dirty="0"/>
              <a:t>This is a percent change of (0.38-0.31)/0.38 = 0.18 = 18%</a:t>
            </a:r>
          </a:p>
          <a:p>
            <a:pPr>
              <a:lnSpc>
                <a:spcPct val="120000"/>
              </a:lnSpc>
            </a:pPr>
            <a:r>
              <a:rPr lang="en-US" dirty="0"/>
              <a:t>We can conclude age is a confounder of this relationship and, to get a better sense of the relationship between triglycerides and cholesterol, </a:t>
            </a:r>
            <a:br>
              <a:rPr lang="en-US" dirty="0"/>
            </a:br>
            <a:r>
              <a:rPr lang="en-US" dirty="0"/>
              <a:t>we should include age in the model</a:t>
            </a:r>
          </a:p>
          <a:p>
            <a:pPr>
              <a:lnSpc>
                <a:spcPct val="120000"/>
              </a:lnSpc>
            </a:pPr>
            <a:r>
              <a:rPr lang="en-US" dirty="0"/>
              <a:t>Note: we include age as a confounder regardless of its statistical significance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CEE449-67F5-40F2-A92A-CC1C0F03CE5F}"/>
                  </a:ext>
                </a:extLst>
              </p14:cNvPr>
              <p14:cNvContentPartPr/>
              <p14:nvPr/>
            </p14:nvContentPartPr>
            <p14:xfrm>
              <a:off x="230760" y="1992600"/>
              <a:ext cx="10773360" cy="4002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CEE449-67F5-40F2-A92A-CC1C0F03CE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400" y="1983240"/>
                <a:ext cx="10792080" cy="40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569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/ Effect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6616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 have so far assumed that the effect of our variables is constant for everybody in the data set</a:t>
            </a:r>
          </a:p>
          <a:p>
            <a:pPr>
              <a:lnSpc>
                <a:spcPct val="120000"/>
              </a:lnSpc>
            </a:pPr>
            <a:r>
              <a:rPr lang="en-US" dirty="0"/>
              <a:t>What if we wanted to allow these relationships to be different for certain subgroups (e.g., males vs. females)?</a:t>
            </a:r>
          </a:p>
          <a:p>
            <a:pPr>
              <a:lnSpc>
                <a:spcPct val="120000"/>
              </a:lnSpc>
            </a:pPr>
            <a:r>
              <a:rPr lang="en-US" dirty="0"/>
              <a:t>Interactions occur when the association between an outcome (Y) and an independent variable of interest (X) depends on a third variable</a:t>
            </a:r>
          </a:p>
          <a:p>
            <a:pPr>
              <a:lnSpc>
                <a:spcPct val="120000"/>
              </a:lnSpc>
            </a:pPr>
            <a:r>
              <a:rPr lang="en-US" dirty="0"/>
              <a:t>Example: is HDL cholesterol associated with BMI?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AA951A-01FD-ABEB-74C9-5A59E8C9519E}"/>
                  </a:ext>
                </a:extLst>
              </p14:cNvPr>
              <p14:cNvContentPartPr/>
              <p14:nvPr/>
            </p14:nvContentPartPr>
            <p14:xfrm>
              <a:off x="856080" y="-52560"/>
              <a:ext cx="11317320" cy="564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AA951A-01FD-ABEB-74C9-5A59E8C951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6720" y="-61920"/>
                <a:ext cx="11336040" cy="56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9493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1: Separate Regressions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661650" cy="52260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000" dirty="0"/>
              <a:t>We could run separate regressions for this association</a:t>
            </a:r>
          </a:p>
          <a:p>
            <a:pPr>
              <a:lnSpc>
                <a:spcPct val="120000"/>
              </a:lnSpc>
            </a:pPr>
            <a:r>
              <a:rPr lang="en-US" sz="4000" dirty="0"/>
              <a:t>Here we see that BMI is associated with HDL for men but not women (take note of these equations!)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hdl</a:t>
            </a:r>
            <a:r>
              <a:rPr lang="en-US" sz="1600" dirty="0">
                <a:latin typeface="Consolas" panose="020B0609020204030204" pitchFamily="49" charset="0"/>
              </a:rPr>
              <a:t> ~ </a:t>
            </a:r>
            <a:r>
              <a:rPr lang="en-US" sz="1600" dirty="0" err="1">
                <a:latin typeface="Consolas" panose="020B0609020204030204" pitchFamily="49" charset="0"/>
              </a:rPr>
              <a:t>bmi_new</a:t>
            </a:r>
            <a:r>
              <a:rPr lang="en-US" sz="1600" dirty="0">
                <a:latin typeface="Consolas" panose="020B0609020204030204" pitchFamily="49" charset="0"/>
              </a:rPr>
              <a:t>, data=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 filter(gender=="Male")) %&gt;% summary()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</a:rPr>
              <a:t>(formula = </a:t>
            </a:r>
            <a:r>
              <a:rPr lang="en-US" sz="1600" dirty="0" err="1">
                <a:latin typeface="Consolas" panose="020B0609020204030204" pitchFamily="49" charset="0"/>
              </a:rPr>
              <a:t>hdl</a:t>
            </a:r>
            <a:r>
              <a:rPr lang="en-US" sz="1600" dirty="0">
                <a:latin typeface="Consolas" panose="020B0609020204030204" pitchFamily="49" charset="0"/>
              </a:rPr>
              <a:t> ~ </a:t>
            </a:r>
            <a:r>
              <a:rPr lang="en-US" sz="1600" dirty="0" err="1">
                <a:latin typeface="Consolas" panose="020B0609020204030204" pitchFamily="49" charset="0"/>
              </a:rPr>
              <a:t>bmi_new</a:t>
            </a:r>
            <a:r>
              <a:rPr lang="en-US" sz="1600" dirty="0">
                <a:latin typeface="Consolas" panose="020B0609020204030204" pitchFamily="49" charset="0"/>
              </a:rPr>
              <a:t>, data = 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 filter(gender ==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"Male"))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 Min       1Q   Median       3Q      Max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-19.0015  -8.9759  -0.6354   7.7349  22.4085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600" dirty="0" err="1">
                <a:latin typeface="Consolas" panose="020B0609020204030204" pitchFamily="49" charset="0"/>
              </a:rPr>
              <a:t>Pr</a:t>
            </a:r>
            <a:r>
              <a:rPr lang="en-US" sz="16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(Intercept)  59.4159     5.1341   11.57   &lt;2e-16 ***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</a:rPr>
              <a:t>bmi_new</a:t>
            </a:r>
            <a:r>
              <a:rPr lang="en-US" sz="1600" dirty="0">
                <a:latin typeface="Consolas" panose="020B0609020204030204" pitchFamily="49" charset="0"/>
              </a:rPr>
              <a:t>      -0.5815     0.2211   -2.63     0.01 *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</a:rPr>
              <a:t>Signif</a:t>
            </a:r>
            <a:r>
              <a:rPr lang="en-US" sz="16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Residual standard error: 10.44 on 92 degrees of freedom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Multiple R-squared:  0.06993,	Adjusted R-squared:  0.05983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F-statistic: 6.918 on 1 and 92 DF,  p-value: 0.01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05642-C4B4-4997-8307-6981C8ECF2B4}"/>
              </a:ext>
            </a:extLst>
          </p:cNvPr>
          <p:cNvSpPr txBox="1"/>
          <p:nvPr/>
        </p:nvSpPr>
        <p:spPr>
          <a:xfrm>
            <a:off x="6388100" y="3095591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lm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hdl</a:t>
            </a:r>
            <a:r>
              <a:rPr lang="en-US" sz="1100" dirty="0">
                <a:latin typeface="Consolas" panose="020B0609020204030204" pitchFamily="49" charset="0"/>
              </a:rPr>
              <a:t> ~ </a:t>
            </a:r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, data=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 %&gt;% filter(gender=="Female")) %&gt;% summary()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Call: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lm</a:t>
            </a:r>
            <a:r>
              <a:rPr lang="en-US" sz="1100" dirty="0">
                <a:latin typeface="Consolas" panose="020B0609020204030204" pitchFamily="49" charset="0"/>
              </a:rPr>
              <a:t>(formula = </a:t>
            </a:r>
            <a:r>
              <a:rPr lang="en-US" sz="1100" dirty="0" err="1">
                <a:latin typeface="Consolas" panose="020B0609020204030204" pitchFamily="49" charset="0"/>
              </a:rPr>
              <a:t>hdl</a:t>
            </a:r>
            <a:r>
              <a:rPr lang="en-US" sz="1100" dirty="0">
                <a:latin typeface="Consolas" panose="020B0609020204030204" pitchFamily="49" charset="0"/>
              </a:rPr>
              <a:t> ~ </a:t>
            </a:r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, data = 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 %&gt;% filter(gender ==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"Female"))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-18.727  -7.958  -1.205   5.522  26.684 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100" dirty="0" err="1">
                <a:latin typeface="Consolas" panose="020B0609020204030204" pitchFamily="49" charset="0"/>
              </a:rPr>
              <a:t>Pr</a:t>
            </a:r>
            <a:r>
              <a:rPr lang="en-US" sz="11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(Intercept) 49.45668    4.87364  10.148   &lt;2e-16 ***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      0.08473    0.22706   0.373     0.71   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Signif</a:t>
            </a:r>
            <a:r>
              <a:rPr lang="en-US" sz="11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Residual standard error: 11.21 on 92 degrees of freedom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Multiple R-squared:  0.001511,	Adjusted R-squared:  -0.009342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F-statistic: 0.1392 on 1 and 92 DF,  p-value: 0.7099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9D99AE-A724-DDB2-BCE7-039E38F21364}"/>
                  </a:ext>
                </a:extLst>
              </p14:cNvPr>
              <p14:cNvContentPartPr/>
              <p14:nvPr/>
            </p14:nvContentPartPr>
            <p14:xfrm>
              <a:off x="1178280" y="735480"/>
              <a:ext cx="9808200" cy="4912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9D99AE-A724-DDB2-BCE7-039E38F213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8920" y="726120"/>
                <a:ext cx="9826920" cy="493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7774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2: Interaction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53206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000" dirty="0"/>
              <a:t>Another approach is to add an interaction term:</a:t>
            </a:r>
            <a:br>
              <a:rPr lang="en-US" sz="3000" dirty="0"/>
            </a:br>
            <a:r>
              <a:rPr lang="en-US" sz="3000" dirty="0"/>
              <a:t>a multiplicative term between X and X (literally: X times Z)</a:t>
            </a:r>
          </a:p>
          <a:p>
            <a:pPr>
              <a:lnSpc>
                <a:spcPct val="120000"/>
              </a:lnSpc>
            </a:pPr>
            <a:r>
              <a:rPr lang="en-US" sz="3000" dirty="0"/>
              <a:t>Allows the relation between X and Y to vary based on the level of Z</a:t>
            </a:r>
          </a:p>
          <a:p>
            <a:pPr>
              <a:lnSpc>
                <a:spcPct val="120000"/>
              </a:lnSpc>
            </a:pPr>
            <a:r>
              <a:rPr lang="en-US" sz="3000" dirty="0"/>
              <a:t>Why use an interaction instead of stratifying?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Fit one model instead of two, assumes similarities between group in error variance (and any other terms in model)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Allows for straightforward test of difference in slopes between groups</a:t>
            </a:r>
            <a:br>
              <a:rPr lang="en-US" sz="2600" dirty="0"/>
            </a:br>
            <a:r>
              <a:rPr lang="en-US" sz="2600" dirty="0"/>
              <a:t>(e.g., p-value for the multiplicative term tells us if an interaction exists)</a:t>
            </a:r>
          </a:p>
          <a:p>
            <a:pPr>
              <a:lnSpc>
                <a:spcPct val="120000"/>
              </a:lnSpc>
            </a:pPr>
            <a:endParaRPr lang="en-US" sz="4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507A75-DED7-3AA8-CDC4-215C72A1C77F}"/>
                  </a:ext>
                </a:extLst>
              </p14:cNvPr>
              <p14:cNvContentPartPr/>
              <p14:nvPr/>
            </p14:nvContentPartPr>
            <p14:xfrm>
              <a:off x="1705680" y="453240"/>
              <a:ext cx="10223280" cy="554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507A75-DED7-3AA8-CDC4-215C72A1C7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6320" y="443880"/>
                <a:ext cx="10242000" cy="556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6930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661650" cy="5226050"/>
              </a:xfrm>
            </p:spPr>
            <p:txBody>
              <a:bodyPr>
                <a:normAutofit fontScale="3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8600" dirty="0"/>
                  <a:t>Our model will become (sex01: 1=female, 0=male)</a:t>
                </a:r>
                <a:br>
                  <a:rPr lang="en-US" sz="86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𝐼𝑁𝑋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sSub>
                      <m:sSubPr>
                        <m:ctrlPr>
                          <a:rPr lang="en-US" sz="8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6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8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8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&gt;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lm</a:t>
                </a:r>
                <a:r>
                  <a:rPr lang="en-US" sz="3400" dirty="0">
                    <a:latin typeface="Consolas" panose="020B0609020204030204" pitchFamily="49" charset="0"/>
                  </a:rPr>
                  <a:t>(</a:t>
                </a:r>
                <a:r>
                  <a:rPr lang="en-US" sz="3400" dirty="0" err="1">
                    <a:latin typeface="Consolas" panose="020B0609020204030204" pitchFamily="49" charset="0"/>
                  </a:rPr>
                  <a:t>hdl</a:t>
                </a:r>
                <a:r>
                  <a:rPr lang="en-US" sz="3400" dirty="0">
                    <a:latin typeface="Consolas" panose="020B0609020204030204" pitchFamily="49" charset="0"/>
                  </a:rPr>
                  <a:t> ~ sex01*</a:t>
                </a:r>
                <a:r>
                  <a:rPr lang="en-US" sz="3400" dirty="0" err="1">
                    <a:latin typeface="Consolas" panose="020B0609020204030204" pitchFamily="49" charset="0"/>
                  </a:rPr>
                  <a:t>bmi_new</a:t>
                </a:r>
                <a:r>
                  <a:rPr lang="en-US" sz="3400" dirty="0">
                    <a:latin typeface="Consolas" panose="020B0609020204030204" pitchFamily="49" charset="0"/>
                  </a:rPr>
                  <a:t>, data=</a:t>
                </a:r>
                <a:r>
                  <a:rPr lang="en-US" sz="3400" dirty="0" err="1">
                    <a:latin typeface="Consolas" panose="020B0609020204030204" pitchFamily="49" charset="0"/>
                  </a:rPr>
                  <a:t>chol</a:t>
                </a:r>
                <a:r>
                  <a:rPr lang="en-US" sz="3400" dirty="0">
                    <a:latin typeface="Consolas" panose="020B0609020204030204" pitchFamily="49" charset="0"/>
                  </a:rPr>
                  <a:t>) %&gt;% summary()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Call: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 err="1">
                    <a:latin typeface="Consolas" panose="020B0609020204030204" pitchFamily="49" charset="0"/>
                  </a:rPr>
                  <a:t>lm</a:t>
                </a:r>
                <a:r>
                  <a:rPr lang="en-US" sz="3400" dirty="0">
                    <a:latin typeface="Consolas" panose="020B0609020204030204" pitchFamily="49" charset="0"/>
                  </a:rPr>
                  <a:t>(formula =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hdl</a:t>
                </a:r>
                <a:r>
                  <a:rPr lang="en-US" sz="3400" dirty="0">
                    <a:latin typeface="Consolas" panose="020B0609020204030204" pitchFamily="49" charset="0"/>
                  </a:rPr>
                  <a:t> ~ sex01 *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bmi_new</a:t>
                </a:r>
                <a:r>
                  <a:rPr lang="en-US" sz="3400" dirty="0">
                    <a:latin typeface="Consolas" panose="020B0609020204030204" pitchFamily="49" charset="0"/>
                  </a:rPr>
                  <a:t>, data =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chol</a:t>
                </a:r>
                <a:r>
                  <a:rPr lang="en-US" sz="3400" dirty="0">
                    <a:latin typeface="Consolas" panose="020B0609020204030204" pitchFamily="49" charset="0"/>
                  </a:rPr>
                  <a:t>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Residuals: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     Min       1Q   Median       3Q      Max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-19.0015  -8.3969  -0.7866   6.7354  26.6836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Coefficients: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              Estimate Std. Error t value </a:t>
                </a:r>
                <a:r>
                  <a:rPr lang="en-US" sz="3400" dirty="0" err="1">
                    <a:latin typeface="Consolas" panose="020B0609020204030204" pitchFamily="49" charset="0"/>
                  </a:rPr>
                  <a:t>Pr</a:t>
                </a:r>
                <a:r>
                  <a:rPr lang="en-US" sz="3400" dirty="0">
                    <a:latin typeface="Consolas" panose="020B0609020204030204" pitchFamily="49" charset="0"/>
                  </a:rPr>
                  <a:t>(&gt;|t|)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(Intercept)    59.4159     5.3257  11.156   &lt;2e-16 ***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sex01          -9.9592     7.1097  -1.401   0.1630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 err="1">
                    <a:latin typeface="Consolas" panose="020B0609020204030204" pitchFamily="49" charset="0"/>
                  </a:rPr>
                  <a:t>bmi_new</a:t>
                </a:r>
                <a:r>
                  <a:rPr lang="en-US" sz="3400" dirty="0">
                    <a:latin typeface="Consolas" panose="020B0609020204030204" pitchFamily="49" charset="0"/>
                  </a:rPr>
                  <a:t>        -0.5815     0.2293  -2.536   0.0121 *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sex01:bmi_new   0.6662     0.3174   2.099   0.0372 *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---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 err="1">
                    <a:latin typeface="Consolas" panose="020B0609020204030204" pitchFamily="49" charset="0"/>
                  </a:rPr>
                  <a:t>Signif</a:t>
                </a:r>
                <a:r>
                  <a:rPr lang="en-US" sz="3400" dirty="0">
                    <a:latin typeface="Consolas" panose="020B0609020204030204" pitchFamily="49" charset="0"/>
                  </a:rPr>
                  <a:t>. codes:  0 ‘***’ 0.001 ‘**’ 0.01 ‘*’ 0.05 ‘.’ 0.1 ‘ ’ 1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Residual standard error: 10.83 on 184 degrees of freedom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Multiple R-squared:  0.08292,	Adjusted R-squared:  0.06797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3400" dirty="0">
                    <a:latin typeface="Consolas" panose="020B0609020204030204" pitchFamily="49" charset="0"/>
                  </a:rPr>
                  <a:t>F-statistic: 5.546 on 3 and 184 DF,  p-value: 0.00115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2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2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4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661650" cy="5226050"/>
              </a:xfrm>
              <a:blipFill>
                <a:blip r:embed="rId2"/>
                <a:stretch>
                  <a:fillRect l="-1030" t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ADE293-7F59-4158-A039-5CB1AE2C4A9D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7904771" y="2496986"/>
            <a:ext cx="816652" cy="242426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6EA39D-FD3F-4BE4-9EF6-F361DC38D832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4775203" y="4416612"/>
            <a:ext cx="5530846" cy="68296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ADCE9EC-13B2-4A92-B605-CB3D006EA6E2}"/>
                  </a:ext>
                </a:extLst>
              </p:cNvPr>
              <p:cNvSpPr/>
              <p:nvPr/>
            </p:nvSpPr>
            <p:spPr>
              <a:xfrm>
                <a:off x="7136796" y="3911974"/>
                <a:ext cx="3169253" cy="1009276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tabLst>
                    <a:tab pos="228600" algn="l"/>
                    <a:tab pos="457200" algn="l"/>
                  </a:tabLst>
                </a:pPr>
                <a:r>
                  <a:rPr lang="en-US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test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𝐼𝑁𝑋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will test whether the effect of BMI on HDL varies by sex</a:t>
                </a: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ADCE9EC-13B2-4A92-B605-CB3D006EA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796" y="3911974"/>
                <a:ext cx="3169253" cy="1009276"/>
              </a:xfrm>
              <a:prstGeom prst="roundRect">
                <a:avLst/>
              </a:prstGeom>
              <a:blipFill>
                <a:blip r:embed="rId3"/>
                <a:stretch>
                  <a:fillRect b="-479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065AFCF-3DDF-DB5B-573B-C52AE3CB00A3}"/>
                  </a:ext>
                </a:extLst>
              </p14:cNvPr>
              <p14:cNvContentPartPr/>
              <p14:nvPr/>
            </p14:nvContentPartPr>
            <p14:xfrm>
              <a:off x="834120" y="332640"/>
              <a:ext cx="11107080" cy="6182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065AFCF-3DDF-DB5B-573B-C52AE3CB00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760" y="323280"/>
                <a:ext cx="11125800" cy="620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697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661650" cy="5226050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3800" dirty="0"/>
                  <a:t>Full interaction model:</a:t>
                </a:r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=59.42−9.96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−0.58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+0.67(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𝑆𝐸𝑋</m:t>
                        </m:r>
                      </m:sub>
                    </m:sSub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800" dirty="0"/>
              </a:p>
              <a:p>
                <a:pPr>
                  <a:lnSpc>
                    <a:spcPct val="120000"/>
                  </a:lnSpc>
                </a:pPr>
                <a:endParaRPr lang="en-US" sz="3800" dirty="0"/>
              </a:p>
              <a:p>
                <a:pPr>
                  <a:lnSpc>
                    <a:spcPct val="120000"/>
                  </a:lnSpc>
                </a:pPr>
                <a:r>
                  <a:rPr lang="en-US" sz="3800" dirty="0"/>
                  <a:t>Interaction model just for males (sex=0):</a:t>
                </a:r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=59.42−9.96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−0.58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+0.67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sSub>
                          <m:sSub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𝐵𝑀𝐼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=59.42−0.58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</m:oMath>
                </a14:m>
                <a:endParaRPr lang="en-US" sz="3800" dirty="0"/>
              </a:p>
              <a:p>
                <a:pPr>
                  <a:lnSpc>
                    <a:spcPct val="120000"/>
                  </a:lnSpc>
                </a:pPr>
                <a:endParaRPr lang="en-US" sz="3800" dirty="0"/>
              </a:p>
              <a:p>
                <a:pPr>
                  <a:lnSpc>
                    <a:spcPct val="120000"/>
                  </a:lnSpc>
                </a:pPr>
                <a:r>
                  <a:rPr lang="en-US" sz="3800" dirty="0"/>
                  <a:t>Interaction model just for females (sex=1):</a:t>
                </a:r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=59.42−9.96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−0.58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+0.67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b>
                          <m:sSub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𝐵𝑀𝐼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59.42−9.96</m:t>
                        </m:r>
                      </m:e>
                    </m:d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−0.58</m:t>
                        </m:r>
                        <m:sSub>
                          <m:sSub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𝐵𝑀𝐼</m:t>
                            </m:r>
                          </m:sub>
                        </m:s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+0.67</m:t>
                        </m:r>
                        <m:sSub>
                          <m:sSubPr>
                            <m:ctrlP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800" b="0" i="1" smtClean="0">
                                <a:latin typeface="Cambria Math" panose="02040503050406030204" pitchFamily="18" charset="0"/>
                              </a:rPr>
                              <m:t>𝐵𝑀𝐼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38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=49.46+0.08</m:t>
                    </m:r>
                    <m:sSub>
                      <m:sSubPr>
                        <m:ctrlPr>
                          <a:rPr lang="en-US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𝐵𝑀𝐼</m:t>
                        </m:r>
                      </m:sub>
                    </m:sSub>
                  </m:oMath>
                </a14:m>
                <a:endParaRPr lang="en-US" sz="3800" dirty="0"/>
              </a:p>
              <a:p>
                <a:pPr>
                  <a:lnSpc>
                    <a:spcPct val="120000"/>
                  </a:lnSpc>
                </a:pPr>
                <a:endParaRPr lang="en-US" sz="8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34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4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661650" cy="5226050"/>
              </a:xfrm>
              <a:blipFill>
                <a:blip r:embed="rId2"/>
                <a:stretch>
                  <a:fillRect l="-801" t="-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457EC1-5908-7820-2CCC-5E255B887C5C}"/>
                  </a:ext>
                </a:extLst>
              </p14:cNvPr>
              <p14:cNvContentPartPr/>
              <p14:nvPr/>
            </p14:nvContentPartPr>
            <p14:xfrm>
              <a:off x="4702680" y="2682720"/>
              <a:ext cx="3928320" cy="357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457EC1-5908-7820-2CCC-5E255B887C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93320" y="2673360"/>
                <a:ext cx="3947040" cy="359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904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6045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Thus we can reproduce the </a:t>
            </a:r>
            <a:br>
              <a:rPr lang="en-US" dirty="0"/>
            </a:br>
            <a:r>
              <a:rPr lang="en-US" dirty="0"/>
              <a:t>sex-specific equations from before</a:t>
            </a:r>
          </a:p>
          <a:p>
            <a:pPr>
              <a:lnSpc>
                <a:spcPct val="120000"/>
              </a:lnSpc>
            </a:pPr>
            <a:r>
              <a:rPr lang="en-US" dirty="0"/>
              <a:t>We can also graph these effects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(x=</a:t>
            </a:r>
            <a:r>
              <a:rPr lang="en-US" sz="1600" dirty="0" err="1">
                <a:latin typeface="Consolas" panose="020B0609020204030204" pitchFamily="49" charset="0"/>
              </a:rPr>
              <a:t>bmi</a:t>
            </a:r>
            <a:r>
              <a:rPr lang="en-US" sz="1600" dirty="0">
                <a:latin typeface="Consolas" panose="020B0609020204030204" pitchFamily="49" charset="0"/>
              </a:rPr>
              <a:t>, y=</a:t>
            </a:r>
            <a:r>
              <a:rPr lang="en-US" sz="1600" dirty="0" err="1">
                <a:latin typeface="Consolas" panose="020B0609020204030204" pitchFamily="49" charset="0"/>
              </a:rPr>
              <a:t>hdl</a:t>
            </a:r>
            <a:r>
              <a:rPr lang="en-US" sz="1600" dirty="0">
                <a:latin typeface="Consolas" panose="020B0609020204030204" pitchFamily="49" charset="0"/>
              </a:rPr>
              <a:t>, group=gender, color=gender))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geom_point</a:t>
            </a:r>
            <a:r>
              <a:rPr lang="en-US" sz="16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geom_smooth</a:t>
            </a:r>
            <a:r>
              <a:rPr lang="en-US" sz="1600" dirty="0">
                <a:latin typeface="Consolas" panose="020B0609020204030204" pitchFamily="49" charset="0"/>
              </a:rPr>
              <a:t>(method="</a:t>
            </a:r>
            <a:r>
              <a:rPr lang="en-US" sz="1600" dirty="0" err="1">
                <a:latin typeface="Consolas" panose="020B0609020204030204" pitchFamily="49" charset="0"/>
              </a:rPr>
              <a:t>glm</a:t>
            </a:r>
            <a:r>
              <a:rPr lang="en-US" sz="1600" dirty="0">
                <a:latin typeface="Consolas" panose="020B0609020204030204" pitchFamily="49" charset="0"/>
              </a:rPr>
              <a:t>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ECEB1-AE84-4267-B600-F9D13FF2E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516" y="1562099"/>
            <a:ext cx="5837284" cy="45624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EE976C-5413-B744-4C5F-C0676D6A7E18}"/>
                  </a:ext>
                </a:extLst>
              </p14:cNvPr>
              <p14:cNvContentPartPr/>
              <p14:nvPr/>
            </p14:nvContentPartPr>
            <p14:xfrm>
              <a:off x="2914560" y="2521080"/>
              <a:ext cx="8498160" cy="379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EE976C-5413-B744-4C5F-C0676D6A7E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5200" y="2511720"/>
                <a:ext cx="8516880" cy="381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6832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42462"/>
            <a:ext cx="12033250" cy="1325563"/>
          </a:xfrm>
        </p:spPr>
        <p:txBody>
          <a:bodyPr/>
          <a:lstStyle/>
          <a:p>
            <a:r>
              <a:rPr lang="en-US" dirty="0"/>
              <a:t>Flowchart for Assessing Interactions &amp; Confounding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912F4-9754-4440-970F-867D88E9025B}"/>
              </a:ext>
            </a:extLst>
          </p:cNvPr>
          <p:cNvSpPr/>
          <p:nvPr/>
        </p:nvSpPr>
        <p:spPr>
          <a:xfrm>
            <a:off x="3927872" y="1365645"/>
            <a:ext cx="3893343" cy="12358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Is the association between X and Y different across levels of Z? (Is there effect modification?)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DBC13-4776-4561-9994-74C3F12315D4}"/>
              </a:ext>
            </a:extLst>
          </p:cNvPr>
          <p:cNvSpPr/>
          <p:nvPr/>
        </p:nvSpPr>
        <p:spPr>
          <a:xfrm>
            <a:off x="230981" y="3101992"/>
            <a:ext cx="4362450" cy="904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In the presence of effect modification, report the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for X-Y by levels of 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889DB-C7A2-421B-8812-56B6F3A3ABD0}"/>
              </a:ext>
            </a:extLst>
          </p:cNvPr>
          <p:cNvSpPr/>
          <p:nvPr/>
        </p:nvSpPr>
        <p:spPr>
          <a:xfrm>
            <a:off x="7546182" y="3097523"/>
            <a:ext cx="4362450" cy="12358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In the absence of effect modification, report a single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estimate to summarize the association between X-Y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31029F-0226-45EC-9D57-11425EA54F37}"/>
              </a:ext>
            </a:extLst>
          </p:cNvPr>
          <p:cNvSpPr/>
          <p:nvPr/>
        </p:nvSpPr>
        <p:spPr>
          <a:xfrm>
            <a:off x="5642369" y="4790082"/>
            <a:ext cx="3939779" cy="930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Does the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for X change when adjusting for Z? (Is Z a confounder?)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94D7FA-7DB9-4B04-A181-0CEF7111EF63}"/>
              </a:ext>
            </a:extLst>
          </p:cNvPr>
          <p:cNvSpPr/>
          <p:nvPr/>
        </p:nvSpPr>
        <p:spPr>
          <a:xfrm>
            <a:off x="3427809" y="6222500"/>
            <a:ext cx="3939779" cy="465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Report and test the unadjusted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endParaRPr lang="en-US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2416E-9381-4A21-A8A3-AE38510FC84D}"/>
              </a:ext>
            </a:extLst>
          </p:cNvPr>
          <p:cNvSpPr/>
          <p:nvPr/>
        </p:nvSpPr>
        <p:spPr>
          <a:xfrm>
            <a:off x="8066484" y="6222500"/>
            <a:ext cx="3939779" cy="465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Report and test the Z-adjusted </a:t>
            </a:r>
            <a:r>
              <a:rPr lang="el-GR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β</a:t>
            </a:r>
            <a:endParaRPr lang="en-US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2F43EBA-DCB9-4AB4-A5C4-F2FCE8BB7FCC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7552970" y="923086"/>
            <a:ext cx="496010" cy="38528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FFEFB7CA-EF06-4961-B3D9-FA8B6AB68DF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3893136" y="1120583"/>
            <a:ext cx="500479" cy="34623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804FEA8-3A34-4E03-804A-79F47B29ECE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16200000" flipH="1">
            <a:off x="8573493" y="4759619"/>
            <a:ext cx="501646" cy="24241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A497D-04E8-4137-928E-4F460D4B0DB1}"/>
              </a:ext>
            </a:extLst>
          </p:cNvPr>
          <p:cNvSpPr/>
          <p:nvPr/>
        </p:nvSpPr>
        <p:spPr>
          <a:xfrm>
            <a:off x="2823728" y="2510963"/>
            <a:ext cx="4822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Yes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9FE914-3585-4ECB-A033-761817C7450A}"/>
              </a:ext>
            </a:extLst>
          </p:cNvPr>
          <p:cNvSpPr/>
          <p:nvPr/>
        </p:nvSpPr>
        <p:spPr>
          <a:xfrm>
            <a:off x="8767545" y="2510964"/>
            <a:ext cx="463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No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37839DF-0DBD-45C6-A0FD-E775E9905DD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6254156" y="4864397"/>
            <a:ext cx="501646" cy="22145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730577A-E025-4410-AF77-05C4EF74908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8441488" y="3504162"/>
            <a:ext cx="456691" cy="21151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F9DB10A-CBB2-4D65-9214-95C5C61FA563}"/>
              </a:ext>
            </a:extLst>
          </p:cNvPr>
          <p:cNvSpPr/>
          <p:nvPr/>
        </p:nvSpPr>
        <p:spPr>
          <a:xfrm>
            <a:off x="5056446" y="5594236"/>
            <a:ext cx="463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No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478681-FBF1-4CEE-8459-60838AD01369}"/>
              </a:ext>
            </a:extLst>
          </p:cNvPr>
          <p:cNvSpPr/>
          <p:nvPr/>
        </p:nvSpPr>
        <p:spPr>
          <a:xfrm>
            <a:off x="9806637" y="5572449"/>
            <a:ext cx="4822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Yes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E4E62C-5E32-1EFA-FB54-E6765A243180}"/>
                  </a:ext>
                </a:extLst>
              </p14:cNvPr>
              <p14:cNvContentPartPr/>
              <p14:nvPr/>
            </p14:nvContentPartPr>
            <p14:xfrm>
              <a:off x="697680" y="251640"/>
              <a:ext cx="10571040" cy="424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E4E62C-5E32-1EFA-FB54-E6765A243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8320" y="242280"/>
                <a:ext cx="10589760" cy="426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392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bestPPT" id="{F1F4BCA4-C984-894E-B819-BB8D32D226B6}" vid="{B0A982C2-C77C-7041-BB5E-E4B4907542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BEST_regression_1</Template>
  <TotalTime>840</TotalTime>
  <Words>3594</Words>
  <Application>Microsoft Office PowerPoint</Application>
  <PresentationFormat>Widescreen</PresentationFormat>
  <Paragraphs>464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Consolas</vt:lpstr>
      <vt:lpstr>Segoe UI</vt:lpstr>
      <vt:lpstr>Segoe UI Semibold</vt:lpstr>
      <vt:lpstr>Segoe UI Semilight</vt:lpstr>
      <vt:lpstr>Office Theme</vt:lpstr>
      <vt:lpstr>LA’s BeST @ USC</vt:lpstr>
      <vt:lpstr>Categorical Predictors</vt:lpstr>
      <vt:lpstr>Categorical Predictors</vt:lpstr>
      <vt:lpstr>Identifying a Reference Group</vt:lpstr>
      <vt:lpstr>Creating indicator variables for categorical X</vt:lpstr>
      <vt:lpstr>PowerPoint Presentation</vt:lpstr>
      <vt:lpstr>Creating indicator variables for categorical X</vt:lpstr>
      <vt:lpstr>Regression with the set of indicator variables Code implementation</vt:lpstr>
      <vt:lpstr>Regression with the set of indicator variables Model and interpretation</vt:lpstr>
      <vt:lpstr>Regression with the set of indicator variables Overall F-test</vt:lpstr>
      <vt:lpstr>Factor Variables in R</vt:lpstr>
      <vt:lpstr>Notes on Categorical Predictors</vt:lpstr>
      <vt:lpstr>How do SBP and DBP affect total cholesterol?</vt:lpstr>
      <vt:lpstr>Multiple Single Regression Equations</vt:lpstr>
      <vt:lpstr>Multiple Single Regression Equations</vt:lpstr>
      <vt:lpstr>Multivariable Regression</vt:lpstr>
      <vt:lpstr>Multivariable Regression</vt:lpstr>
      <vt:lpstr>Shared Variance</vt:lpstr>
      <vt:lpstr>Multiple Regression Equation</vt:lpstr>
      <vt:lpstr>Parameter Interpretations</vt:lpstr>
      <vt:lpstr>Another Example</vt:lpstr>
      <vt:lpstr>Another Example</vt:lpstr>
      <vt:lpstr>Interpreting Multiple Regression Output</vt:lpstr>
      <vt:lpstr>Interpreting Multiple Regression Output</vt:lpstr>
      <vt:lpstr>Confounding</vt:lpstr>
      <vt:lpstr>Confounding</vt:lpstr>
      <vt:lpstr>Confounding</vt:lpstr>
      <vt:lpstr>Confounding</vt:lpstr>
      <vt:lpstr>Interactions / Effect Modification</vt:lpstr>
      <vt:lpstr>Approach 1: Separate Regressions</vt:lpstr>
      <vt:lpstr>Approach 2: Interaction Term</vt:lpstr>
      <vt:lpstr>Interpreting the Interaction</vt:lpstr>
      <vt:lpstr>Interpreting the Interaction</vt:lpstr>
      <vt:lpstr>Interpreting the Interaction</vt:lpstr>
      <vt:lpstr>Flowchart for Assessing Interactions &amp; Confounding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Pickering</dc:creator>
  <cp:lastModifiedBy>Sandrah Proctor Eckel</cp:lastModifiedBy>
  <cp:revision>43</cp:revision>
  <dcterms:created xsi:type="dcterms:W3CDTF">2021-06-19T17:44:50Z</dcterms:created>
  <dcterms:modified xsi:type="dcterms:W3CDTF">2025-06-26T20:44:37Z</dcterms:modified>
</cp:coreProperties>
</file>